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7D757BF2.xml" ContentType="application/vnd.ms-powerpoint.comments+xml"/>
  <Override PartName="/ppt/notesSlides/notesSlide2.xml" ContentType="application/vnd.openxmlformats-officedocument.presentationml.notesSlide+xml"/>
  <Override PartName="/ppt/comments/modernComment_101_75DC4BFE.xml" ContentType="application/vnd.ms-powerpoint.comments+xml"/>
  <Override PartName="/ppt/notesSlides/notesSlide3.xml" ContentType="application/vnd.openxmlformats-officedocument.presentationml.notesSlide+xml"/>
  <Override PartName="/ppt/comments/modernComment_102_7298ACF3.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2"/>
    <p:sldId id="257" r:id="rId3"/>
    <p:sldId id="258" r:id="rId4"/>
  </p:sldIdLst>
  <p:sldSz cx="6480175" cy="864076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3F71A66-0C34-DF1A-5236-FECDBC820DCB}" name="Hongen Peng" initials="HP" userId="965de47efeb7ffa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2252" autoAdjust="0"/>
  </p:normalViewPr>
  <p:slideViewPr>
    <p:cSldViewPr snapToGrid="0">
      <p:cViewPr varScale="1">
        <p:scale>
          <a:sx n="46" d="100"/>
          <a:sy n="46" d="100"/>
        </p:scale>
        <p:origin x="2324"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comments/modernComment_100_7D757BF2.xml><?xml version="1.0" encoding="utf-8"?>
<p188:cmLst xmlns:a="http://schemas.openxmlformats.org/drawingml/2006/main" xmlns:r="http://schemas.openxmlformats.org/officeDocument/2006/relationships" xmlns:p188="http://schemas.microsoft.com/office/powerpoint/2018/8/main">
  <p188:cm id="{109BE661-C5A8-4446-9A86-45B47181B9AB}" authorId="{D3F71A66-0C34-DF1A-5236-FECDBC820DCB}" created="2026-10-16T07:02:36.846">
    <pc:sldMkLst xmlns:pc="http://schemas.microsoft.com/office/powerpoint/2013/main/command">
      <pc:docMk/>
      <pc:sldMk cId="2104851442" sldId="256"/>
    </pc:sldMkLst>
    <p188:pos x="0" y="0"/>
    <p188:txBody>
      <a:bodyPr/>
      <a:lstStyle/>
      <a:p>
        <a:r>
          <a:rPr lang="zh-CN" altLang="en-US"/>
          <a:t>@@find-only-instance-completion</a:t>
        </a:r>
      </a:p>
    </p188:txBody>
  </p188:cm>
</p188:cmLst>
</file>

<file path=ppt/comments/modernComment_101_75DC4BFE.xml><?xml version="1.0" encoding="utf-8"?>
<p188:cmLst xmlns:a="http://schemas.openxmlformats.org/drawingml/2006/main" xmlns:r="http://schemas.openxmlformats.org/officeDocument/2006/relationships" xmlns:p188="http://schemas.microsoft.com/office/powerpoint/2018/8/main">
  <p188:cm id="{F00393BA-1B18-4F46-822F-FB33C4209C32}" authorId="{D3F71A66-0C34-DF1A-5236-FECDBC820DCB}" created="2026-10-16T07:02:37.193">
    <pc:sldMkLst xmlns:pc="http://schemas.microsoft.com/office/powerpoint/2013/main/command">
      <pc:docMk/>
      <pc:sldMk cId="1977371646" sldId="257"/>
    </pc:sldMkLst>
    <p188:pos x="0" y="0"/>
    <p188:txBody>
      <a:bodyPr/>
      <a:lstStyle/>
      <a:p>
        <a:r>
          <a:rPr lang="zh-CN" altLang="en-US"/>
          <a:t>@@stage3-predicted-region-head-to-head</a:t>
        </a:r>
      </a:p>
    </p188:txBody>
  </p188:cm>
</p188:cmLst>
</file>

<file path=ppt/comments/modernComment_102_7298ACF3.xml><?xml version="1.0" encoding="utf-8"?>
<p188:cmLst xmlns:a="http://schemas.openxmlformats.org/drawingml/2006/main" xmlns:r="http://schemas.openxmlformats.org/officeDocument/2006/relationships" xmlns:p188="http://schemas.microsoft.com/office/powerpoint/2018/8/main">
  <p188:cm id="{E5EF96C9-39C2-4903-9BF2-CD88F9D683E0}" authorId="{D3F71A66-0C34-DF1A-5236-FECDBC820DCB}" created="2026-10-16T07:02:37.389">
    <pc:sldMkLst xmlns:pc="http://schemas.microsoft.com/office/powerpoint/2013/main/command">
      <pc:docMk/>
      <pc:sldMk cId="1922608371" sldId="258"/>
    </pc:sldMkLst>
    <p188:pos x="0" y="0"/>
    <p188:txBody>
      <a:bodyPr/>
      <a:lstStyle/>
      <a:p>
        <a:r>
          <a:rPr lang="zh-CN" altLang="en-US"/>
          <a:t>@@supp-find-correct-match-build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LigandSeek2-Find</a:t>
            </a:r>
            <a:r>
              <a:rPr lang="zh-CN" altLang="en-US" dirty="0"/>
              <a:t>与</a:t>
            </a:r>
            <a:r>
              <a:rPr lang="en-US" dirty="0"/>
              <a:t>Emap2lig-Find</a:t>
            </a:r>
            <a:r>
              <a:rPr lang="zh-CN" altLang="en-US" dirty="0"/>
              <a:t>的配体实例检出比较。</a:t>
            </a:r>
            <a:r>
              <a:rPr lang="en-US" dirty="0"/>
              <a:t>a–c，</a:t>
            </a:r>
            <a:r>
              <a:rPr lang="zh-CN" altLang="en-US" dirty="0"/>
              <a:t>全配体，</a:t>
            </a:r>
            <a:r>
              <a:rPr lang="en-US" altLang="zh-CN" dirty="0"/>
              <a:t>179</a:t>
            </a:r>
            <a:r>
              <a:rPr lang="zh-CN" altLang="en-US" dirty="0"/>
              <a:t>个</a:t>
            </a:r>
            <a:r>
              <a:rPr lang="en-US" dirty="0"/>
              <a:t>PDB、2,502</a:t>
            </a:r>
            <a:r>
              <a:rPr lang="zh-CN" altLang="en-US" dirty="0"/>
              <a:t>个实例；</a:t>
            </a:r>
            <a:r>
              <a:rPr lang="en-US" dirty="0"/>
              <a:t>d–f，</a:t>
            </a:r>
            <a:r>
              <a:rPr lang="zh-CN" altLang="en-US" dirty="0"/>
              <a:t>全部小分子，</a:t>
            </a:r>
            <a:r>
              <a:rPr lang="en-US" altLang="zh-CN" dirty="0"/>
              <a:t>94</a:t>
            </a:r>
            <a:r>
              <a:rPr lang="zh-CN" altLang="en-US" dirty="0"/>
              <a:t>个</a:t>
            </a:r>
            <a:r>
              <a:rPr lang="en-US" dirty="0"/>
              <a:t>PDB、821</a:t>
            </a:r>
            <a:r>
              <a:rPr lang="zh-CN" altLang="en-US" dirty="0"/>
              <a:t>个实例。左、中列分别为</a:t>
            </a:r>
            <a:r>
              <a:rPr lang="en-US" dirty="0"/>
              <a:t>LigandSeek2-Find</a:t>
            </a:r>
            <a:r>
              <a:rPr lang="zh-CN" altLang="en-US" dirty="0"/>
              <a:t>使用沉积受体</a:t>
            </a:r>
            <a:r>
              <a:rPr lang="en-US" altLang="zh-CN" dirty="0"/>
              <a:t>(</a:t>
            </a:r>
            <a:r>
              <a:rPr lang="en-US" dirty="0"/>
              <a:t>GT)</a:t>
            </a:r>
            <a:r>
              <a:rPr lang="zh-CN" altLang="en-US" dirty="0"/>
              <a:t>和</a:t>
            </a:r>
            <a:r>
              <a:rPr lang="en-US" dirty="0"/>
              <a:t>CryoAtom2</a:t>
            </a:r>
            <a:r>
              <a:rPr lang="zh-CN" altLang="en-US" dirty="0"/>
              <a:t>重建受体</a:t>
            </a:r>
            <a:r>
              <a:rPr lang="en-US" altLang="zh-CN" dirty="0"/>
              <a:t>(</a:t>
            </a:r>
            <a:r>
              <a:rPr lang="en-US" dirty="0"/>
              <a:t>CA2)，</a:t>
            </a:r>
            <a:r>
              <a:rPr lang="zh-CN" altLang="en-US" dirty="0"/>
              <a:t>右列为</a:t>
            </a:r>
            <a:r>
              <a:rPr lang="en-US" dirty="0"/>
              <a:t>Emap2lig-Find。</a:t>
            </a:r>
            <a:r>
              <a:rPr lang="zh-CN" altLang="en-US" dirty="0"/>
              <a:t>候选与真实实例的双向覆盖均不低于</a:t>
            </a:r>
            <a:r>
              <a:rPr lang="en-US" altLang="zh-CN" dirty="0"/>
              <a:t>$0.3$</a:t>
            </a:r>
            <a:r>
              <a:rPr lang="zh-CN" altLang="en-US" dirty="0"/>
              <a:t>，并取几何平均最大的对应。横轴为依序考察的候选数相对于该</a:t>
            </a:r>
            <a:r>
              <a:rPr lang="en-US" dirty="0"/>
              <a:t>PDB</a:t>
            </a:r>
            <a:r>
              <a:rPr lang="zh-CN" altLang="en-US" dirty="0"/>
              <a:t>真实实例数的比例；</a:t>
            </a:r>
            <a:r>
              <a:rPr lang="en-US" altLang="zh-CN" dirty="0"/>
              <a:t>$100\%$</a:t>
            </a:r>
            <a:r>
              <a:rPr lang="zh-CN" altLang="en-US" dirty="0"/>
              <a:t>表示两者数量相同。全配体考察全部候选；小分子仅排除对应范围外真实配体的候选，保留背景候选。纵轴为检出的不同实例比例。绿线与圆点、蓝线与菱形分别表示</a:t>
            </a:r>
            <a:r>
              <a:rPr lang="en-US" dirty="0"/>
              <a:t>PDB</a:t>
            </a:r>
            <a:r>
              <a:rPr lang="zh-CN" altLang="en-US" dirty="0"/>
              <a:t>等权均值和中位数；灰点和小提琴表示</a:t>
            </a:r>
            <a:r>
              <a:rPr lang="en-US" altLang="zh-CN" dirty="0"/>
              <a:t>$50\%$</a:t>
            </a:r>
            <a:r>
              <a:rPr lang="zh-CN" altLang="en-US" dirty="0"/>
              <a:t>、</a:t>
            </a:r>
            <a:r>
              <a:rPr lang="en-US" altLang="zh-CN" dirty="0"/>
              <a:t>$100\%$</a:t>
            </a:r>
            <a:r>
              <a:rPr lang="zh-CN" altLang="en-US" dirty="0"/>
              <a:t>、</a:t>
            </a:r>
            <a:r>
              <a:rPr lang="en-US" altLang="zh-CN" dirty="0"/>
              <a:t>$200\%$</a:t>
            </a:r>
            <a:r>
              <a:rPr lang="zh-CN" altLang="en-US" dirty="0"/>
              <a:t>及</a:t>
            </a:r>
            <a:r>
              <a:rPr lang="en-US" altLang="zh-CN" dirty="0"/>
              <a:t>$300\%$</a:t>
            </a:r>
            <a:r>
              <a:rPr lang="zh-CN" altLang="en-US" dirty="0"/>
              <a:t>候选数量下的</a:t>
            </a:r>
            <a:r>
              <a:rPr lang="en-US" dirty="0"/>
              <a:t>PDB</a:t>
            </a:r>
            <a:r>
              <a:rPr lang="zh-CN" altLang="en-US" dirty="0"/>
              <a:t>分布。</a:t>
            </a:r>
            <a:endParaRPr lang="en-US" altLang="zh-CN" dirty="0"/>
          </a:p>
          <a:p>
            <a:r>
              <a:rPr lang="zh-CN" altLang="en-US" dirty="0"/>
              <a:t>
</a:t>
            </a:r>
            <a:r>
              <a:rPr lang="en-US" dirty="0"/>
              <a:t>ENGLISH:
</a:t>
            </a:r>
            <a:r>
              <a:rPr lang="zh-CN" altLang="zh-CN" b="1" dirty="0"/>
              <a:t>Ligand-instance detection by LigandSeek-Find and Emap2lig-Find.</a:t>
            </a:r>
            <a:r>
              <a:rPr lang="zh-CN" altLang="zh-CN" dirty="0"/>
              <a:t> </a:t>
            </a:r>
            <a:r>
              <a:rPr lang="zh-CN" altLang="zh-CN" b="1" dirty="0"/>
              <a:t>a–c</a:t>
            </a:r>
            <a:r>
              <a:rPr lang="zh-CN" altLang="zh-CN" dirty="0"/>
              <a:t>, All ligands (179 PDBs, 2,502 instances). </a:t>
            </a:r>
            <a:r>
              <a:rPr lang="zh-CN" altLang="zh-CN" b="1" dirty="0"/>
              <a:t>d–f</a:t>
            </a:r>
            <a:r>
              <a:rPr lang="zh-CN" altLang="zh-CN" dirty="0"/>
              <a:t>, Small molecules only (94 PDBs, 821 instances). Left and middle, LigandSeek-Find with deposited receptors (GT) and CryoAtom2-reconstructed receptors (CA2), respectively. Right, Emap2lig-Find. The x-axis shows the number of candidates examined relative to the reference instance count per PDB; 100% denotes equal counts. The y-axis shows the percentage of distinct instances detected. Green lines and circles show the PDB-equal mean, and blue lines and diamonds show the median. Grey points and violins show PDB distributions at relative candidate counts of 50%, 100%, 200% and 300%.</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预测配体区域引导下的</a:t>
            </a:r>
            <a:r>
              <a:rPr lang="en-US" altLang="zh-CN" dirty="0" err="1"/>
              <a:t>PocketXMol</a:t>
            </a:r>
            <a:r>
              <a:rPr lang="en-US" altLang="zh-CN" dirty="0"/>
              <a:t>-tuned</a:t>
            </a:r>
            <a:r>
              <a:rPr lang="zh-CN" altLang="en-US" dirty="0"/>
              <a:t>与</a:t>
            </a:r>
            <a:r>
              <a:rPr lang="en-US" altLang="zh-CN" dirty="0"/>
              <a:t>Emap2lig-Build</a:t>
            </a:r>
            <a:r>
              <a:rPr lang="zh-CN" altLang="en-US" dirty="0"/>
              <a:t>对接比较。</a:t>
            </a:r>
            <a:r>
              <a:rPr lang="en-US" altLang="zh-CN" dirty="0" err="1"/>
              <a:t>a,b</a:t>
            </a:r>
            <a:r>
              <a:rPr lang="zh-CN" altLang="en-US" dirty="0"/>
              <a:t>，沉积受体</a:t>
            </a:r>
            <a:r>
              <a:rPr lang="en-US" altLang="zh-CN" dirty="0"/>
              <a:t>(GT)</a:t>
            </a:r>
            <a:r>
              <a:rPr lang="zh-CN" altLang="en-US" dirty="0"/>
              <a:t>条件下</a:t>
            </a:r>
            <a:r>
              <a:rPr lang="en-US" altLang="zh-CN" dirty="0"/>
              <a:t>LigandSeek2-Find</a:t>
            </a:r>
            <a:r>
              <a:rPr lang="zh-CN" altLang="en-US" dirty="0"/>
              <a:t>与</a:t>
            </a:r>
            <a:r>
              <a:rPr lang="en-US" altLang="zh-CN" dirty="0"/>
              <a:t>Emap2lig-Find</a:t>
            </a:r>
            <a:r>
              <a:rPr lang="zh-CN" altLang="en-US" dirty="0"/>
              <a:t>共同命中的</a:t>
            </a:r>
            <a:r>
              <a:rPr lang="en-US" altLang="zh-CN" dirty="0"/>
              <a:t>235</a:t>
            </a:r>
            <a:r>
              <a:rPr lang="zh-CN" altLang="en-US" dirty="0"/>
              <a:t>个实例；</a:t>
            </a:r>
            <a:r>
              <a:rPr lang="en-US" altLang="zh-CN" dirty="0" err="1"/>
              <a:t>c,d</a:t>
            </a:r>
            <a:r>
              <a:rPr lang="zh-CN" altLang="en-US" dirty="0"/>
              <a:t>，</a:t>
            </a:r>
            <a:r>
              <a:rPr lang="en-US" altLang="zh-CN" dirty="0"/>
              <a:t>CryoAtom2</a:t>
            </a:r>
            <a:r>
              <a:rPr lang="zh-CN" altLang="en-US" dirty="0"/>
              <a:t>重建受体</a:t>
            </a:r>
            <a:r>
              <a:rPr lang="en-US" altLang="zh-CN" dirty="0"/>
              <a:t>(CA2)</a:t>
            </a:r>
            <a:r>
              <a:rPr lang="zh-CN" altLang="en-US" dirty="0"/>
              <a:t>条件下共同命中的</a:t>
            </a:r>
            <a:r>
              <a:rPr lang="en-US" altLang="zh-CN" dirty="0"/>
              <a:t>230</a:t>
            </a:r>
            <a:r>
              <a:rPr lang="zh-CN" altLang="en-US" dirty="0"/>
              <a:t>个实例。</a:t>
            </a:r>
            <a:r>
              <a:rPr lang="en-US" altLang="zh-CN" dirty="0"/>
              <a:t>RMSD</a:t>
            </a:r>
            <a:r>
              <a:rPr lang="zh-CN" altLang="en-US" dirty="0"/>
              <a:t>分布分别包含</a:t>
            </a:r>
            <a:r>
              <a:rPr lang="en-US" altLang="zh-CN" dirty="0"/>
              <a:t>231</a:t>
            </a:r>
            <a:r>
              <a:rPr lang="zh-CN" altLang="en-US" dirty="0"/>
              <a:t>和</a:t>
            </a:r>
            <a:r>
              <a:rPr lang="en-US" altLang="zh-CN" dirty="0"/>
              <a:t>228</a:t>
            </a:r>
            <a:r>
              <a:rPr lang="zh-CN" altLang="en-US" dirty="0"/>
              <a:t>个配对实例。</a:t>
            </a:r>
            <a:r>
              <a:rPr lang="en-US" altLang="zh-CN" dirty="0" err="1"/>
              <a:t>PocketXMol</a:t>
            </a:r>
            <a:r>
              <a:rPr lang="en-US" altLang="zh-CN" dirty="0"/>
              <a:t>-tuned</a:t>
            </a:r>
            <a:r>
              <a:rPr lang="zh-CN" altLang="en-US" dirty="0"/>
              <a:t>以</a:t>
            </a:r>
            <a:r>
              <a:rPr lang="en-US" altLang="zh-CN" dirty="0"/>
              <a:t>LigandSeek2-Find</a:t>
            </a:r>
            <a:r>
              <a:rPr lang="zh-CN" altLang="en-US" dirty="0"/>
              <a:t>完整</a:t>
            </a:r>
            <a:r>
              <a:rPr lang="en-US" altLang="zh-CN" dirty="0"/>
              <a:t>blob</a:t>
            </a:r>
            <a:r>
              <a:rPr lang="zh-CN" altLang="en-US" dirty="0"/>
              <a:t>的质心选取</a:t>
            </a:r>
            <a:r>
              <a:rPr lang="en-US" altLang="zh-CN" dirty="0"/>
              <a:t>$15\,\</a:t>
            </a:r>
            <a:r>
              <a:rPr lang="en-US" altLang="zh-CN" dirty="0" err="1"/>
              <a:t>mathrm</a:t>
            </a:r>
            <a:r>
              <a:rPr lang="en-US" altLang="zh-CN" dirty="0"/>
              <a:t>{Å}$</a:t>
            </a:r>
            <a:r>
              <a:rPr lang="zh-CN" altLang="en-US" dirty="0"/>
              <a:t>中心口袋；</a:t>
            </a:r>
            <a:r>
              <a:rPr lang="en-US" altLang="zh-CN" dirty="0"/>
              <a:t>Emap2lig-Build</a:t>
            </a:r>
            <a:r>
              <a:rPr lang="zh-CN" altLang="en-US" dirty="0"/>
              <a:t>使用其</a:t>
            </a:r>
            <a:r>
              <a:rPr lang="en-US" altLang="zh-CN" dirty="0"/>
              <a:t>Find</a:t>
            </a:r>
            <a:r>
              <a:rPr lang="zh-CN" altLang="en-US" dirty="0"/>
              <a:t>产生的原生三维</a:t>
            </a:r>
            <a:r>
              <a:rPr lang="en-US" altLang="zh-CN" dirty="0"/>
              <a:t>blob</a:t>
            </a:r>
            <a:r>
              <a:rPr lang="zh-CN" altLang="en-US" dirty="0"/>
              <a:t>。两者均给定正确</a:t>
            </a:r>
            <a:r>
              <a:rPr lang="en-US" altLang="zh-CN" dirty="0"/>
              <a:t>SMILES</a:t>
            </a:r>
            <a:r>
              <a:rPr lang="zh-CN" altLang="en-US" dirty="0"/>
              <a:t>，以</a:t>
            </a:r>
            <a:r>
              <a:rPr lang="en-US" altLang="zh-CN" dirty="0"/>
              <a:t>100</a:t>
            </a:r>
            <a:r>
              <a:rPr lang="zh-CN" altLang="en-US" dirty="0"/>
              <a:t>步生成</a:t>
            </a:r>
            <a:r>
              <a:rPr lang="en-US" altLang="zh-CN" dirty="0"/>
              <a:t>50</a:t>
            </a:r>
            <a:r>
              <a:rPr lang="zh-CN" altLang="en-US" dirty="0"/>
              <a:t>个候选。左列为模型评分首选构象，右列为</a:t>
            </a:r>
            <a:r>
              <a:rPr lang="en-US" altLang="zh-CN" dirty="0"/>
              <a:t>50</a:t>
            </a:r>
            <a:r>
              <a:rPr lang="zh-CN" altLang="en-US" dirty="0"/>
              <a:t>个候选中的最低重原子</a:t>
            </a:r>
            <a:r>
              <a:rPr lang="en-US" altLang="zh-CN" dirty="0"/>
              <a:t>RMSD</a:t>
            </a:r>
            <a:r>
              <a:rPr lang="zh-CN" altLang="en-US" dirty="0"/>
              <a:t>。散点表示实例，箱体为</a:t>
            </a:r>
            <a:r>
              <a:rPr lang="en-US" altLang="zh-CN" dirty="0"/>
              <a:t>25–75</a:t>
            </a:r>
            <a:r>
              <a:rPr lang="zh-CN" altLang="en-US" dirty="0"/>
              <a:t>百分位，中线为中位数，须为</a:t>
            </a:r>
            <a:r>
              <a:rPr lang="en-US" altLang="zh-CN" dirty="0"/>
              <a:t>5–95</a:t>
            </a:r>
            <a:r>
              <a:rPr lang="zh-CN" altLang="en-US" dirty="0"/>
              <a:t>百分位。纵轴为对数刻度；细虚线表示</a:t>
            </a:r>
            <a:r>
              <a:rPr lang="en-US" altLang="zh-CN" dirty="0"/>
              <a:t>$2\,\</a:t>
            </a:r>
            <a:r>
              <a:rPr lang="en-US" altLang="zh-CN" dirty="0" err="1"/>
              <a:t>mathrm</a:t>
            </a:r>
            <a:r>
              <a:rPr lang="en-US" altLang="zh-CN" dirty="0"/>
              <a:t>{Å}$</a:t>
            </a:r>
            <a:r>
              <a:rPr lang="zh-CN" altLang="en-US" dirty="0"/>
              <a:t>和</a:t>
            </a:r>
            <a:r>
              <a:rPr lang="en-US" altLang="zh-CN" dirty="0"/>
              <a:t>$3\,\</a:t>
            </a:r>
            <a:r>
              <a:rPr lang="en-US" altLang="zh-CN" dirty="0" err="1"/>
              <a:t>mathrm</a:t>
            </a:r>
            <a:r>
              <a:rPr lang="en-US" altLang="zh-CN" dirty="0"/>
              <a:t>{Å}$</a:t>
            </a:r>
            <a:r>
              <a:rPr lang="zh-CN" altLang="en-US" dirty="0"/>
              <a:t>。</a:t>
            </a:r>
            <a:endParaRPr lang="en-US" altLang="zh-CN" dirty="0"/>
          </a:p>
          <a:p>
            <a:r>
              <a:rPr lang="zh-CN" altLang="en-US" dirty="0"/>
              <a:t>
</a:t>
            </a:r>
            <a:r>
              <a:rPr lang="en-US" altLang="zh-CN" dirty="0"/>
              <a:t>ENGLISH:
</a:t>
            </a:r>
            <a:r>
              <a:rPr lang="en-US" altLang="zh-CN" b="1" dirty="0"/>
              <a:t>Docking performance of </a:t>
            </a:r>
            <a:r>
              <a:rPr lang="en-US" altLang="zh-CN" b="1" dirty="0" err="1"/>
              <a:t>PocketXMol</a:t>
            </a:r>
            <a:r>
              <a:rPr lang="en-US" altLang="zh-CN" b="1" dirty="0"/>
              <a:t>-tuned and Emap2lig-Build using predicted ligand regions. </a:t>
            </a:r>
            <a:r>
              <a:rPr lang="en-US" altLang="zh-CN" sz="1200" b="1" kern="1200" dirty="0" err="1"/>
              <a:t>a,b</a:t>
            </a:r>
            <a:r>
              <a:rPr lang="en-US" altLang="zh-CN" sz="1200" b="1" kern="1200" dirty="0"/>
              <a:t>,</a:t>
            </a:r>
            <a:r>
              <a:rPr lang="en-US" altLang="zh-CN" dirty="0"/>
              <a:t> Deposited receptor (GT) comparison on 231 instances jointly detected by </a:t>
            </a:r>
            <a:r>
              <a:rPr lang="en-US" altLang="zh-CN" dirty="0" err="1"/>
              <a:t>LigandSeek</a:t>
            </a:r>
            <a:r>
              <a:rPr lang="en-US" altLang="zh-CN" dirty="0"/>
              <a:t>-Find and Emap2lig-Find. </a:t>
            </a:r>
            <a:r>
              <a:rPr lang="en-US" altLang="zh-CN" sz="1200" b="1" kern="1200" dirty="0" err="1"/>
              <a:t>c,d</a:t>
            </a:r>
            <a:r>
              <a:rPr lang="en-US" altLang="zh-CN" sz="1200" b="1" kern="1200" dirty="0"/>
              <a:t>,</a:t>
            </a:r>
            <a:r>
              <a:rPr lang="en-US" altLang="zh-CN" dirty="0"/>
              <a:t> CryoAtom2-reconstructed receptor (CA2) comparison on 228 instances jointly detected by both methods. </a:t>
            </a:r>
            <a:r>
              <a:rPr lang="en-US" altLang="zh-CN" dirty="0" err="1"/>
              <a:t>PocketXMol</a:t>
            </a:r>
            <a:r>
              <a:rPr lang="en-US" altLang="zh-CN" dirty="0"/>
              <a:t>-tuned uses the </a:t>
            </a:r>
            <a:r>
              <a:rPr lang="en-US" altLang="zh-CN" dirty="0" err="1"/>
              <a:t>LigandSeek</a:t>
            </a:r>
            <a:r>
              <a:rPr lang="en-US" altLang="zh-CN" dirty="0"/>
              <a:t>-Find blob centroid to define a 15 Å </a:t>
            </a:r>
            <a:r>
              <a:rPr lang="en-US" altLang="zh-CN" dirty="0" err="1"/>
              <a:t>centre</a:t>
            </a:r>
            <a:r>
              <a:rPr lang="en-US" altLang="zh-CN" dirty="0"/>
              <a:t> pocket; Emap2lig-Build uses the Emap2lig-Find predicted blob as its guiding region. Left (</a:t>
            </a:r>
            <a:r>
              <a:rPr lang="en-US" altLang="zh-CN" dirty="0" err="1"/>
              <a:t>a,c</a:t>
            </a:r>
            <a:r>
              <a:rPr lang="en-US" altLang="zh-CN" dirty="0"/>
              <a:t>), top-1 RMSD. Right (</a:t>
            </a:r>
            <a:r>
              <a:rPr lang="en-US" altLang="zh-CN" dirty="0" err="1"/>
              <a:t>b,d</a:t>
            </a:r>
            <a:r>
              <a:rPr lang="en-US" altLang="zh-CN" dirty="0"/>
              <a:t>), best-of-50 RMSD. Points represent ligand instances, boxes span the 25th–75th percentiles, </a:t>
            </a:r>
            <a:r>
              <a:rPr lang="en-US" altLang="zh-CN" dirty="0" err="1"/>
              <a:t>centre</a:t>
            </a:r>
            <a:r>
              <a:rPr lang="en-US" altLang="zh-CN" dirty="0"/>
              <a:t> lines show medians and whiskers span the 5th–95th percentiles. The y-axis is logarithmic. Dashed lines mark 2 Å and 3 Å.</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假定身份匹配正确时单残基无缺失原子有机小分子的定位与建模完成度。各面板包含相同的</a:t>
            </a:r>
            <a:r>
              <a:rPr lang="en-US" altLang="zh-CN"/>
              <a:t>77</a:t>
            </a:r>
            <a:r>
              <a:rPr lang="zh-CN" altLang="en-US"/>
              <a:t>个</a:t>
            </a:r>
            <a:r>
              <a:rPr lang="en-US" altLang="zh-CN"/>
              <a:t>PDB</a:t>
            </a:r>
            <a:r>
              <a:rPr lang="zh-CN" altLang="en-US"/>
              <a:t>、</a:t>
            </a:r>
            <a:r>
              <a:rPr lang="en-US" altLang="zh-CN"/>
              <a:t>446</a:t>
            </a:r>
            <a:r>
              <a:rPr lang="zh-CN" altLang="en-US"/>
              <a:t>个实例。</a:t>
            </a:r>
            <a:r>
              <a:rPr lang="en-US" altLang="zh-CN"/>
              <a:t>a–d</a:t>
            </a:r>
            <a:r>
              <a:rPr lang="zh-CN" altLang="en-US"/>
              <a:t>，</a:t>
            </a:r>
            <a:r>
              <a:rPr lang="en-US" altLang="zh-CN"/>
              <a:t>Emap2lig</a:t>
            </a:r>
            <a:r>
              <a:rPr lang="zh-CN" altLang="en-US"/>
              <a:t>；</a:t>
            </a:r>
            <a:r>
              <a:rPr lang="en-US" altLang="zh-CN"/>
              <a:t>e–h</a:t>
            </a:r>
            <a:r>
              <a:rPr lang="zh-CN" altLang="en-US"/>
              <a:t>，</a:t>
            </a:r>
            <a:r>
              <a:rPr lang="en-US" altLang="zh-CN"/>
              <a:t>CryoAtom2</a:t>
            </a:r>
            <a:r>
              <a:rPr lang="zh-CN" altLang="en-US"/>
              <a:t>受体下的</a:t>
            </a:r>
            <a:r>
              <a:rPr lang="en-US" altLang="zh-CN"/>
              <a:t>LigandSeek</a:t>
            </a:r>
            <a:r>
              <a:rPr lang="zh-CN" altLang="en-US"/>
              <a:t>；</a:t>
            </a:r>
            <a:r>
              <a:rPr lang="en-US" altLang="zh-CN"/>
              <a:t>i–l</a:t>
            </a:r>
            <a:r>
              <a:rPr lang="zh-CN" altLang="en-US"/>
              <a:t>，沉积受体下的</a:t>
            </a:r>
            <a:r>
              <a:rPr lang="en-US" altLang="zh-CN"/>
              <a:t>LigandSeek</a:t>
            </a:r>
            <a:r>
              <a:rPr lang="zh-CN" altLang="en-US"/>
              <a:t>。每组上行为首选构象，下行为</a:t>
            </a:r>
            <a:r>
              <a:rPr lang="en-US" altLang="zh-CN"/>
              <a:t>best-of-50</a:t>
            </a:r>
            <a:r>
              <a:rPr lang="zh-CN" altLang="en-US"/>
              <a:t>；左、右列分别要求重原子</a:t>
            </a:r>
            <a:r>
              <a:rPr lang="en-US" altLang="zh-CN"/>
              <a:t>RMSD</a:t>
            </a:r>
            <a:r>
              <a:rPr lang="zh-CN" altLang="en-US"/>
              <a:t>严格</a:t>
            </a:r>
            <a:r>
              <a:rPr lang="en-US" altLang="zh-CN"/>
              <a:t>$&lt;2\,\mathrm{Å}$</a:t>
            </a:r>
            <a:r>
              <a:rPr lang="zh-CN" altLang="en-US"/>
              <a:t>和</a:t>
            </a:r>
            <a:r>
              <a:rPr lang="en-US" altLang="zh-CN"/>
              <a:t>$&lt;3\,\mathrm{Å}$</a:t>
            </a:r>
            <a:r>
              <a:rPr lang="zh-CN" altLang="en-US"/>
              <a:t>。所有已对应合格小分子的</a:t>
            </a:r>
            <a:r>
              <a:rPr lang="en-US" altLang="zh-CN"/>
              <a:t>blob</a:t>
            </a:r>
            <a:r>
              <a:rPr lang="zh-CN" altLang="en-US"/>
              <a:t>均给定正确</a:t>
            </a:r>
            <a:r>
              <a:rPr lang="en-US" altLang="zh-CN"/>
              <a:t>SMILES</a:t>
            </a:r>
            <a:r>
              <a:rPr lang="zh-CN" altLang="en-US"/>
              <a:t>；</a:t>
            </a:r>
            <a:r>
              <a:rPr lang="en-US" altLang="zh-CN"/>
              <a:t>LigandSeek</a:t>
            </a:r>
            <a:r>
              <a:rPr lang="zh-CN" altLang="en-US"/>
              <a:t>使用</a:t>
            </a:r>
            <a:r>
              <a:rPr lang="en-US" altLang="zh-CN"/>
              <a:t>PocketXMol-tuned</a:t>
            </a:r>
            <a:r>
              <a:rPr lang="zh-CN" altLang="en-US"/>
              <a:t>单次中心对接，</a:t>
            </a:r>
            <a:r>
              <a:rPr lang="en-US" altLang="zh-CN"/>
              <a:t>Emap2lig</a:t>
            </a:r>
            <a:r>
              <a:rPr lang="zh-CN" altLang="en-US"/>
              <a:t>使用原生</a:t>
            </a:r>
            <a:r>
              <a:rPr lang="en-US" altLang="zh-CN"/>
              <a:t>blob</a:t>
            </a:r>
            <a:r>
              <a:rPr lang="zh-CN" altLang="en-US"/>
              <a:t>引导。背景计费，真实范围外前景免费；未检出与失败实例保留分母。每个</a:t>
            </a:r>
            <a:r>
              <a:rPr lang="en-US" altLang="zh-CN"/>
              <a:t>PDB</a:t>
            </a:r>
            <a:r>
              <a:rPr lang="zh-CN" altLang="en-US"/>
              <a:t>包含</a:t>
            </a:r>
            <a:r>
              <a:rPr lang="en-US" altLang="zh-CN"/>
              <a:t>$N$</a:t>
            </a:r>
            <a:r>
              <a:rPr lang="zh-CN" altLang="en-US"/>
              <a:t>个目标实例，相对预算</a:t>
            </a:r>
            <a:r>
              <a:rPr lang="en-US" altLang="zh-CN"/>
              <a:t>$\rho$</a:t>
            </a:r>
            <a:r>
              <a:rPr lang="zh-CN" altLang="en-US"/>
              <a:t>允许</a:t>
            </a:r>
            <a:r>
              <a:rPr lang="en-US" altLang="zh-CN"/>
              <a:t>$\lfloor\rho N\rfloor$</a:t>
            </a:r>
            <a:r>
              <a:rPr lang="zh-CN" altLang="en-US"/>
              <a:t>次计费尝试，完成度为成功的不同实例数除以</a:t>
            </a:r>
            <a:r>
              <a:rPr lang="en-US" altLang="zh-CN"/>
              <a:t>$N$</a:t>
            </a:r>
            <a:r>
              <a:rPr lang="zh-CN" altLang="en-US"/>
              <a:t>。绿线与圆点、蓝线与菱形分别表示</a:t>
            </a:r>
            <a:r>
              <a:rPr lang="en-US" altLang="zh-CN"/>
              <a:t>PDB</a:t>
            </a:r>
            <a:r>
              <a:rPr lang="zh-CN" altLang="en-US"/>
              <a:t>等权均值和中位数；灰点和小提琴表示</a:t>
            </a:r>
            <a:r>
              <a:rPr lang="en-US" altLang="zh-CN"/>
              <a:t>$50\%$</a:t>
            </a:r>
            <a:r>
              <a:rPr lang="zh-CN" altLang="en-US"/>
              <a:t>、</a:t>
            </a:r>
            <a:r>
              <a:rPr lang="en-US" altLang="zh-CN"/>
              <a:t>$100\%$</a:t>
            </a:r>
            <a:r>
              <a:rPr lang="zh-CN" altLang="en-US"/>
              <a:t>、</a:t>
            </a:r>
            <a:r>
              <a:rPr lang="en-US" altLang="zh-CN"/>
              <a:t>$200\%$</a:t>
            </a:r>
            <a:r>
              <a:rPr lang="zh-CN" altLang="en-US"/>
              <a:t>及</a:t>
            </a:r>
            <a:r>
              <a:rPr lang="en-US" altLang="zh-CN"/>
              <a:t>$300\%$</a:t>
            </a:r>
            <a:r>
              <a:rPr lang="zh-CN" altLang="en-US"/>
              <a:t>预算下的</a:t>
            </a:r>
            <a:r>
              <a:rPr lang="en-US" altLang="zh-CN"/>
              <a:t>PDB</a:t>
            </a:r>
            <a:r>
              <a:rPr lang="zh-CN" altLang="en-US"/>
              <a:t>分布。
</a:t>
            </a:r>
            <a:r>
              <a:rPr lang="en-US" altLang="zh-CN"/>
              <a:t>ENGLISH:
Find–Build completion of single-residue organic small molecules with no missing atoms, assuming correct ligand identities. Every panel contains the same 77 PDBs and 446 instances. a–d, Emap2lig. e–h, LigandSeek with CryoAtom2 receptors. i–l, LigandSeek with deposited receptors. Within each group, top and bottom rows show top-1 and best-of-50 poses; left and right columns require heavy-atom RMSD strictly $&lt;2\,\mathrm{Å}$ and $&lt;3\,\mathrm{Å}$. Every blob corresponding to an eligible small molecule receives the correct SMILES. LigandSeek uses single-pass PocketXMol-tuned centre docking, whereas Emap2lig uses its native guiding blob. Background blobs are charged, and out-of-scope foreground blobs are skipped. Undetected and failed instances remain in the denominator. For $N$ target instances per PDB, relative budget $\rho$ allows $\lfloor\rho N\rfloor$ charged attempts. Completion is the number of distinct successful instances divided by $N$. Green lines and circles show the PDB-equal mean, and blue lines and diamonds show the median. Grey points and violins show PDB distributions at $50\%$, $100\%$, $200\%$ and $300\%$ budgets.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B6F3C2D-2343-49FF-BF8D-1CA4C525B5DB}"/>
              </a:ext>
            </a:extLst>
          </p:cNvPr>
          <p:cNvSpPr>
            <a:spLocks noGrp="1"/>
          </p:cNvSpPr>
          <p:nvPr>
            <p:ph type="title"/>
          </p:nvPr>
        </p:nvSpPr>
        <p:spPr>
          <a:xfrm>
            <a:off x="648000" y="3264000"/>
            <a:ext cx="5184000" cy="1248000"/>
          </a:xfrm>
          <a:prstGeom prst="rect">
            <a:avLst/>
          </a:prstGeom>
          <a:noFill/>
          <a:ln>
            <a:noFill/>
            <a:prstDash val="solid"/>
          </a:ln>
        </p:spPr>
        <p:txBody>
          <a:bodyPr wrap="square" lIns="0" tIns="0" rIns="0" bIns="0" anchor="ctr">
            <a:normAutofit/>
          </a:bodyPr>
          <a:lstStyle>
            <a:defPPr algn="ctr">
              <a:defRPr sz="2551"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A3087D42-4147-4C36-B6A2-B71334CA42E8}"/>
              </a:ext>
            </a:extLst>
          </p:cNvPr>
          <p:cNvSpPr>
            <a:spLocks noGrp="1"/>
          </p:cNvSpPr>
          <p:nvPr>
            <p:ph type="subTitle" idx="1"/>
          </p:nvPr>
        </p:nvSpPr>
        <p:spPr>
          <a:xfrm>
            <a:off x="972000" y="4752000"/>
            <a:ext cx="4536000" cy="960000"/>
          </a:xfrm>
          <a:prstGeom prst="rect">
            <a:avLst/>
          </a:prstGeom>
          <a:noFill/>
          <a:ln>
            <a:noFill/>
            <a:prstDash val="solid"/>
          </a:ln>
        </p:spPr>
        <p:txBody>
          <a:bodyPr wrap="square" lIns="0" tIns="0" rIns="0" bIns="0" anchor="ctr">
            <a:normAutofit/>
          </a:bodyPr>
          <a:lstStyle>
            <a:defPPr algn="ctr">
              <a:defRPr sz="1116"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5CD2554-F3C9-4B66-9B58-AAB65D7D73E8}"/>
              </a:ext>
            </a:extLst>
          </p:cNvPr>
          <p:cNvSpPr>
            <a:spLocks noGrp="1"/>
          </p:cNvSpPr>
          <p:nvPr>
            <p:ph type="title"/>
          </p:nvPr>
        </p:nvSpPr>
        <p:spPr>
          <a:xfrm>
            <a:off x="648000" y="3600000"/>
            <a:ext cx="5184000" cy="1440000"/>
          </a:xfrm>
          <a:prstGeom prst="rect">
            <a:avLst/>
          </a:prstGeom>
          <a:noFill/>
          <a:ln>
            <a:noFill/>
            <a:prstDash val="solid"/>
          </a:ln>
        </p:spPr>
        <p:txBody>
          <a:bodyPr wrap="square" lIns="0" tIns="0" rIns="0" bIns="0" anchor="ctr">
            <a:normAutofit/>
          </a:bodyPr>
          <a:lstStyle>
            <a:defPPr algn="ctr">
              <a:defRPr sz="223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071DAE2-7573-419A-84C2-D7820C1F0D0B}"/>
              </a:ext>
            </a:extLst>
          </p:cNvPr>
          <p:cNvSpPr>
            <a:spLocks noGrp="1"/>
          </p:cNvSpPr>
          <p:nvPr>
            <p:ph type="title"/>
          </p:nvPr>
        </p:nvSpPr>
        <p:spPr>
          <a:xfrm>
            <a:off x="364500" y="672000"/>
            <a:ext cx="5751000" cy="1056000"/>
          </a:xfrm>
          <a:prstGeom prst="rect">
            <a:avLst/>
          </a:prstGeom>
          <a:noFill/>
          <a:ln>
            <a:noFill/>
            <a:prstDash val="solid"/>
          </a:ln>
        </p:spPr>
        <p:txBody>
          <a:bodyPr wrap="square" lIns="0" tIns="0" rIns="0" bIns="0" anchor="t">
            <a:normAutofit/>
          </a:bodyPr>
          <a:lstStyle>
            <a:defPPr algn="l">
              <a:defRPr sz="175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95A1E2C6-EC33-42F2-9570-49278B755EA5}"/>
              </a:ext>
            </a:extLst>
          </p:cNvPr>
          <p:cNvSpPr>
            <a:spLocks noGrp="1"/>
          </p:cNvSpPr>
          <p:nvPr>
            <p:ph type="body" idx="1"/>
          </p:nvPr>
        </p:nvSpPr>
        <p:spPr>
          <a:xfrm>
            <a:off x="364500" y="2400000"/>
            <a:ext cx="5751000" cy="5376000"/>
          </a:xfrm>
          <a:prstGeom prst="rect">
            <a:avLst/>
          </a:prstGeom>
          <a:noFill/>
          <a:ln>
            <a:noFill/>
            <a:prstDash val="solid"/>
          </a:ln>
        </p:spPr>
        <p:txBody>
          <a:bodyPr wrap="square" lIns="0" tIns="0" rIns="0" bIns="0" anchor="t">
            <a:normAutofit/>
          </a:bodyPr>
          <a:lstStyle>
            <a:defPPr algn="l">
              <a:defRPr sz="1196" b="0">
                <a:solidFill>
                  <a:schemeClr val="tx1"/>
                </a:solidFill>
                <a:latin typeface="+mn-lt"/>
                <a:ea typeface="+mn-lt"/>
                <a:cs typeface="+mn-lt"/>
              </a:defRPr>
            </a:defPPr>
            <a:lvl1pPr marL="121500" indent="-121500">
              <a:lnSpc>
                <a:spcPct val="110000"/>
              </a:lnSpc>
              <a:spcBef>
                <a:spcPts val="0"/>
              </a:spcBef>
              <a:spcAft>
                <a:spcPts val="638"/>
              </a:spcAft>
              <a:buChar char="•"/>
            </a:lvl1pPr>
            <a:lvl2pPr marL="283500" indent="-121500">
              <a:lnSpc>
                <a:spcPct val="110000"/>
              </a:lnSpc>
              <a:spcBef>
                <a:spcPts val="0"/>
              </a:spcBef>
              <a:spcAft>
                <a:spcPts val="638"/>
              </a:spcAft>
              <a:buChar char="•"/>
            </a:lvl2pPr>
            <a:lvl3pPr marL="445500" indent="-121500">
              <a:lnSpc>
                <a:spcPct val="110000"/>
              </a:lnSpc>
              <a:spcBef>
                <a:spcPts val="0"/>
              </a:spcBef>
              <a:spcAft>
                <a:spcPts val="638"/>
              </a:spcAft>
              <a:buChar char="•"/>
            </a:lvl3pPr>
            <a:lvl4pPr marL="607500" indent="-121500">
              <a:lnSpc>
                <a:spcPct val="110000"/>
              </a:lnSpc>
              <a:spcBef>
                <a:spcPts val="0"/>
              </a:spcBef>
              <a:spcAft>
                <a:spcPts val="638"/>
              </a:spcAft>
              <a:buChar char="•"/>
            </a:lvl4pPr>
            <a:lvl5pPr marL="769500" indent="-121500">
              <a:lnSpc>
                <a:spcPct val="110000"/>
              </a:lnSpc>
              <a:spcBef>
                <a:spcPts val="0"/>
              </a:spcBef>
              <a:spcAft>
                <a:spcPts val="638"/>
              </a:spcAft>
              <a:buChar char="•"/>
            </a:lvl5pPr>
            <a:lvl6pPr marL="931500" indent="-121500">
              <a:lnSpc>
                <a:spcPct val="110000"/>
              </a:lnSpc>
              <a:spcBef>
                <a:spcPts val="0"/>
              </a:spcBef>
              <a:spcAft>
                <a:spcPts val="638"/>
              </a:spcAft>
              <a:buChar char="•"/>
            </a:lvl6pPr>
            <a:lvl7pPr marL="1093500" indent="-121500">
              <a:lnSpc>
                <a:spcPct val="110000"/>
              </a:lnSpc>
              <a:spcBef>
                <a:spcPts val="0"/>
              </a:spcBef>
              <a:spcAft>
                <a:spcPts val="638"/>
              </a:spcAft>
              <a:buChar char="•"/>
            </a:lvl7pPr>
            <a:lvl8pPr marL="1255500" indent="-121500">
              <a:lnSpc>
                <a:spcPct val="110000"/>
              </a:lnSpc>
              <a:spcBef>
                <a:spcPts val="0"/>
              </a:spcBef>
              <a:spcAft>
                <a:spcPts val="638"/>
              </a:spcAft>
              <a:buChar char="•"/>
            </a:lvl8pPr>
            <a:lvl9pPr marL="1417500" indent="-121500">
              <a:lnSpc>
                <a:spcPct val="110000"/>
              </a:lnSpc>
              <a:spcBef>
                <a:spcPts val="0"/>
              </a:spcBef>
              <a:spcAft>
                <a:spcPts val="638"/>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F2B3296-E503-4851-9909-95A01D4CA304}"/>
              </a:ext>
            </a:extLst>
          </p:cNvPr>
          <p:cNvSpPr>
            <a:spLocks noGrp="1"/>
          </p:cNvSpPr>
          <p:nvPr>
            <p:ph type="title"/>
          </p:nvPr>
        </p:nvSpPr>
        <p:spPr>
          <a:xfrm>
            <a:off x="364500" y="672000"/>
            <a:ext cx="5751000" cy="1056000"/>
          </a:xfrm>
          <a:prstGeom prst="rect">
            <a:avLst/>
          </a:prstGeom>
          <a:noFill/>
          <a:ln>
            <a:noFill/>
            <a:prstDash val="solid"/>
          </a:ln>
        </p:spPr>
        <p:txBody>
          <a:bodyPr wrap="square" lIns="0" tIns="0" rIns="0" bIns="0" anchor="t">
            <a:normAutofit/>
          </a:bodyPr>
          <a:lstStyle>
            <a:defPPr algn="l">
              <a:defRPr sz="175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D1680B0-60CC-4ECE-8863-2E5EFF18B788}"/>
              </a:ext>
            </a:extLst>
          </p:cNvPr>
          <p:cNvSpPr>
            <a:spLocks noGrp="1"/>
          </p:cNvSpPr>
          <p:nvPr>
            <p:ph type="body" idx="1"/>
          </p:nvPr>
        </p:nvSpPr>
        <p:spPr>
          <a:xfrm>
            <a:off x="364500" y="2400000"/>
            <a:ext cx="2673000" cy="5376000"/>
          </a:xfrm>
          <a:prstGeom prst="rect">
            <a:avLst/>
          </a:prstGeom>
          <a:noFill/>
          <a:ln>
            <a:noFill/>
            <a:prstDash val="solid"/>
          </a:ln>
        </p:spPr>
        <p:txBody>
          <a:bodyPr wrap="square" lIns="0" tIns="0" rIns="0" bIns="0" anchor="t">
            <a:normAutofit/>
          </a:bodyPr>
          <a:lstStyle>
            <a:defPPr algn="l">
              <a:defRPr sz="1116" b="0">
                <a:solidFill>
                  <a:schemeClr val="tx1"/>
                </a:solidFill>
                <a:latin typeface="+mn-lt"/>
                <a:ea typeface="+mn-lt"/>
                <a:cs typeface="+mn-lt"/>
              </a:defRPr>
            </a:defPPr>
            <a:lvl1pPr marL="121500" indent="-121500">
              <a:lnSpc>
                <a:spcPct val="110000"/>
              </a:lnSpc>
              <a:spcBef>
                <a:spcPts val="0"/>
              </a:spcBef>
              <a:spcAft>
                <a:spcPts val="638"/>
              </a:spcAft>
              <a:buChar char="•"/>
            </a:lvl1pPr>
            <a:lvl2pPr marL="283500" indent="-121500">
              <a:lnSpc>
                <a:spcPct val="110000"/>
              </a:lnSpc>
              <a:spcBef>
                <a:spcPts val="0"/>
              </a:spcBef>
              <a:spcAft>
                <a:spcPts val="638"/>
              </a:spcAft>
              <a:buChar char="•"/>
            </a:lvl2pPr>
            <a:lvl3pPr marL="445500" indent="-121500">
              <a:lnSpc>
                <a:spcPct val="110000"/>
              </a:lnSpc>
              <a:spcBef>
                <a:spcPts val="0"/>
              </a:spcBef>
              <a:spcAft>
                <a:spcPts val="638"/>
              </a:spcAft>
              <a:buChar char="•"/>
            </a:lvl3pPr>
            <a:lvl4pPr marL="607500" indent="-121500">
              <a:lnSpc>
                <a:spcPct val="110000"/>
              </a:lnSpc>
              <a:spcBef>
                <a:spcPts val="0"/>
              </a:spcBef>
              <a:spcAft>
                <a:spcPts val="638"/>
              </a:spcAft>
              <a:buChar char="•"/>
            </a:lvl4pPr>
            <a:lvl5pPr marL="769500" indent="-121500">
              <a:lnSpc>
                <a:spcPct val="110000"/>
              </a:lnSpc>
              <a:spcBef>
                <a:spcPts val="0"/>
              </a:spcBef>
              <a:spcAft>
                <a:spcPts val="638"/>
              </a:spcAft>
              <a:buChar char="•"/>
            </a:lvl5pPr>
            <a:lvl6pPr marL="931500" indent="-121500">
              <a:lnSpc>
                <a:spcPct val="110000"/>
              </a:lnSpc>
              <a:spcBef>
                <a:spcPts val="0"/>
              </a:spcBef>
              <a:spcAft>
                <a:spcPts val="638"/>
              </a:spcAft>
              <a:buChar char="•"/>
            </a:lvl6pPr>
            <a:lvl7pPr marL="1093500" indent="-121500">
              <a:lnSpc>
                <a:spcPct val="110000"/>
              </a:lnSpc>
              <a:spcBef>
                <a:spcPts val="0"/>
              </a:spcBef>
              <a:spcAft>
                <a:spcPts val="638"/>
              </a:spcAft>
              <a:buChar char="•"/>
            </a:lvl7pPr>
            <a:lvl8pPr marL="1255500" indent="-121500">
              <a:lnSpc>
                <a:spcPct val="110000"/>
              </a:lnSpc>
              <a:spcBef>
                <a:spcPts val="0"/>
              </a:spcBef>
              <a:spcAft>
                <a:spcPts val="638"/>
              </a:spcAft>
              <a:buChar char="•"/>
            </a:lvl8pPr>
            <a:lvl9pPr marL="1417500" indent="-121500">
              <a:lnSpc>
                <a:spcPct val="110000"/>
              </a:lnSpc>
              <a:spcBef>
                <a:spcPts val="0"/>
              </a:spcBef>
              <a:spcAft>
                <a:spcPts val="638"/>
              </a:spcAft>
              <a:buChar char="•"/>
            </a:lvl9pPr>
          </a:lstStyle>
          <a:p>
            <a:endParaRPr/>
          </a:p>
        </p:txBody>
      </p:sp>
      <p:sp>
        <p:nvSpPr>
          <p:cNvPr id="3" name="Right column">
            <a:extLst>
              <a:ext uri="{FF2B5EF4-FFF2-40B4-BE49-F238E27FC236}">
                <a16:creationId xmlns:a16="http://schemas.microsoft.com/office/drawing/2014/main" id="{7A06CD4A-0085-42CC-9A98-2C85A6572ABB}"/>
              </a:ext>
            </a:extLst>
          </p:cNvPr>
          <p:cNvSpPr>
            <a:spLocks noGrp="1"/>
          </p:cNvSpPr>
          <p:nvPr>
            <p:ph type="body" idx="2"/>
          </p:nvPr>
        </p:nvSpPr>
        <p:spPr>
          <a:xfrm>
            <a:off x="3442500" y="2400000"/>
            <a:ext cx="2673000" cy="5376000"/>
          </a:xfrm>
          <a:prstGeom prst="rect">
            <a:avLst/>
          </a:prstGeom>
          <a:noFill/>
          <a:ln>
            <a:noFill/>
            <a:prstDash val="solid"/>
          </a:ln>
        </p:spPr>
        <p:txBody>
          <a:bodyPr wrap="square" lIns="0" tIns="0" rIns="0" bIns="0" anchor="t">
            <a:normAutofit/>
          </a:bodyPr>
          <a:lstStyle>
            <a:defPPr algn="l">
              <a:defRPr sz="1116" b="0">
                <a:solidFill>
                  <a:schemeClr val="tx1"/>
                </a:solidFill>
                <a:latin typeface="+mn-lt"/>
                <a:ea typeface="+mn-lt"/>
                <a:cs typeface="+mn-lt"/>
              </a:defRPr>
            </a:defPPr>
            <a:lvl1pPr marL="121500" indent="-121500">
              <a:lnSpc>
                <a:spcPct val="110000"/>
              </a:lnSpc>
              <a:spcBef>
                <a:spcPts val="0"/>
              </a:spcBef>
              <a:spcAft>
                <a:spcPts val="638"/>
              </a:spcAft>
              <a:buChar char="•"/>
            </a:lvl1pPr>
            <a:lvl2pPr marL="283500" indent="-121500">
              <a:lnSpc>
                <a:spcPct val="110000"/>
              </a:lnSpc>
              <a:spcBef>
                <a:spcPts val="0"/>
              </a:spcBef>
              <a:spcAft>
                <a:spcPts val="638"/>
              </a:spcAft>
              <a:buChar char="•"/>
            </a:lvl2pPr>
            <a:lvl3pPr marL="445500" indent="-121500">
              <a:lnSpc>
                <a:spcPct val="110000"/>
              </a:lnSpc>
              <a:spcBef>
                <a:spcPts val="0"/>
              </a:spcBef>
              <a:spcAft>
                <a:spcPts val="638"/>
              </a:spcAft>
              <a:buChar char="•"/>
            </a:lvl3pPr>
            <a:lvl4pPr marL="607500" indent="-121500">
              <a:lnSpc>
                <a:spcPct val="110000"/>
              </a:lnSpc>
              <a:spcBef>
                <a:spcPts val="0"/>
              </a:spcBef>
              <a:spcAft>
                <a:spcPts val="638"/>
              </a:spcAft>
              <a:buChar char="•"/>
            </a:lvl4pPr>
            <a:lvl5pPr marL="769500" indent="-121500">
              <a:lnSpc>
                <a:spcPct val="110000"/>
              </a:lnSpc>
              <a:spcBef>
                <a:spcPts val="0"/>
              </a:spcBef>
              <a:spcAft>
                <a:spcPts val="638"/>
              </a:spcAft>
              <a:buChar char="•"/>
            </a:lvl5pPr>
            <a:lvl6pPr marL="931500" indent="-121500">
              <a:lnSpc>
                <a:spcPct val="110000"/>
              </a:lnSpc>
              <a:spcBef>
                <a:spcPts val="0"/>
              </a:spcBef>
              <a:spcAft>
                <a:spcPts val="638"/>
              </a:spcAft>
              <a:buChar char="•"/>
            </a:lvl6pPr>
            <a:lvl7pPr marL="1093500" indent="-121500">
              <a:lnSpc>
                <a:spcPct val="110000"/>
              </a:lnSpc>
              <a:spcBef>
                <a:spcPts val="0"/>
              </a:spcBef>
              <a:spcAft>
                <a:spcPts val="638"/>
              </a:spcAft>
              <a:buChar char="•"/>
            </a:lvl7pPr>
            <a:lvl8pPr marL="1255500" indent="-121500">
              <a:lnSpc>
                <a:spcPct val="110000"/>
              </a:lnSpc>
              <a:spcBef>
                <a:spcPts val="0"/>
              </a:spcBef>
              <a:spcAft>
                <a:spcPts val="638"/>
              </a:spcAft>
              <a:buChar char="•"/>
            </a:lvl8pPr>
            <a:lvl9pPr marL="1417500" indent="-121500">
              <a:lnSpc>
                <a:spcPct val="110000"/>
              </a:lnSpc>
              <a:spcBef>
                <a:spcPts val="0"/>
              </a:spcBef>
              <a:spcAft>
                <a:spcPts val="638"/>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36867B3-0D6F-4D69-B483-6299BEBD7C64}"/>
              </a:ext>
            </a:extLst>
          </p:cNvPr>
          <p:cNvSpPr>
            <a:spLocks noGrp="1"/>
          </p:cNvSpPr>
          <p:nvPr>
            <p:ph type="title"/>
          </p:nvPr>
        </p:nvSpPr>
        <p:spPr>
          <a:xfrm>
            <a:off x="364500" y="672000"/>
            <a:ext cx="5751000" cy="1056000"/>
          </a:xfrm>
          <a:prstGeom prst="rect">
            <a:avLst/>
          </a:prstGeom>
          <a:noFill/>
          <a:ln>
            <a:noFill/>
            <a:prstDash val="solid"/>
          </a:ln>
        </p:spPr>
        <p:txBody>
          <a:bodyPr wrap="square" lIns="0" tIns="0" rIns="0" bIns="0" anchor="t">
            <a:normAutofit/>
          </a:bodyPr>
          <a:lstStyle>
            <a:defPPr algn="l">
              <a:defRPr sz="175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6ECB335-00E2-465E-A9B7-E8E194B4A387}"/>
              </a:ext>
            </a:extLst>
          </p:cNvPr>
          <p:cNvSpPr>
            <a:spLocks noGrp="1"/>
          </p:cNvSpPr>
          <p:nvPr>
            <p:ph type="body" idx="1"/>
          </p:nvPr>
        </p:nvSpPr>
        <p:spPr>
          <a:xfrm>
            <a:off x="364500" y="2400000"/>
            <a:ext cx="2673000" cy="5376000"/>
          </a:xfrm>
          <a:prstGeom prst="rect">
            <a:avLst/>
          </a:prstGeom>
          <a:noFill/>
          <a:ln>
            <a:noFill/>
            <a:prstDash val="solid"/>
          </a:ln>
        </p:spPr>
        <p:txBody>
          <a:bodyPr wrap="square" lIns="0" tIns="0" rIns="0" bIns="0" anchor="t">
            <a:normAutofit/>
          </a:bodyPr>
          <a:lstStyle>
            <a:defPPr algn="l">
              <a:defRPr sz="1196" b="0">
                <a:solidFill>
                  <a:schemeClr val="tx1"/>
                </a:solidFill>
                <a:latin typeface="+mn-lt"/>
                <a:ea typeface="+mn-lt"/>
                <a:cs typeface="+mn-lt"/>
              </a:defRPr>
            </a:defPPr>
            <a:lvl1pPr marL="121500" indent="-121500">
              <a:lnSpc>
                <a:spcPct val="110000"/>
              </a:lnSpc>
              <a:spcBef>
                <a:spcPts val="0"/>
              </a:spcBef>
              <a:spcAft>
                <a:spcPts val="638"/>
              </a:spcAft>
              <a:buChar char="•"/>
            </a:lvl1pPr>
            <a:lvl2pPr marL="283500" indent="-121500">
              <a:lnSpc>
                <a:spcPct val="110000"/>
              </a:lnSpc>
              <a:spcBef>
                <a:spcPts val="0"/>
              </a:spcBef>
              <a:spcAft>
                <a:spcPts val="638"/>
              </a:spcAft>
              <a:buChar char="•"/>
            </a:lvl2pPr>
            <a:lvl3pPr marL="445500" indent="-121500">
              <a:lnSpc>
                <a:spcPct val="110000"/>
              </a:lnSpc>
              <a:spcBef>
                <a:spcPts val="0"/>
              </a:spcBef>
              <a:spcAft>
                <a:spcPts val="638"/>
              </a:spcAft>
              <a:buChar char="•"/>
            </a:lvl3pPr>
            <a:lvl4pPr marL="607500" indent="-121500">
              <a:lnSpc>
                <a:spcPct val="110000"/>
              </a:lnSpc>
              <a:spcBef>
                <a:spcPts val="0"/>
              </a:spcBef>
              <a:spcAft>
                <a:spcPts val="638"/>
              </a:spcAft>
              <a:buChar char="•"/>
            </a:lvl4pPr>
            <a:lvl5pPr marL="769500" indent="-121500">
              <a:lnSpc>
                <a:spcPct val="110000"/>
              </a:lnSpc>
              <a:spcBef>
                <a:spcPts val="0"/>
              </a:spcBef>
              <a:spcAft>
                <a:spcPts val="638"/>
              </a:spcAft>
              <a:buChar char="•"/>
            </a:lvl5pPr>
            <a:lvl6pPr marL="931500" indent="-121500">
              <a:lnSpc>
                <a:spcPct val="110000"/>
              </a:lnSpc>
              <a:spcBef>
                <a:spcPts val="0"/>
              </a:spcBef>
              <a:spcAft>
                <a:spcPts val="638"/>
              </a:spcAft>
              <a:buChar char="•"/>
            </a:lvl6pPr>
            <a:lvl7pPr marL="1093500" indent="-121500">
              <a:lnSpc>
                <a:spcPct val="110000"/>
              </a:lnSpc>
              <a:spcBef>
                <a:spcPts val="0"/>
              </a:spcBef>
              <a:spcAft>
                <a:spcPts val="638"/>
              </a:spcAft>
              <a:buChar char="•"/>
            </a:lvl7pPr>
            <a:lvl8pPr marL="1255500" indent="-121500">
              <a:lnSpc>
                <a:spcPct val="110000"/>
              </a:lnSpc>
              <a:spcBef>
                <a:spcPts val="0"/>
              </a:spcBef>
              <a:spcAft>
                <a:spcPts val="638"/>
              </a:spcAft>
              <a:buChar char="•"/>
            </a:lvl8pPr>
            <a:lvl9pPr marL="1417500" indent="-121500">
              <a:lnSpc>
                <a:spcPct val="110000"/>
              </a:lnSpc>
              <a:spcBef>
                <a:spcPts val="0"/>
              </a:spcBef>
              <a:spcAft>
                <a:spcPts val="638"/>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7D757BF2.xml"/><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75DC4BFE.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7298ACF3.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05" name="01_find_only_0">
            <a:extLst>
              <a:ext uri="{FF2B5EF4-FFF2-40B4-BE49-F238E27FC236}">
                <a16:creationId xmlns:a16="http://schemas.microsoft.com/office/drawing/2014/main" id="{0C29EC50-882D-4AD9-A72B-077BB64B1234}"/>
              </a:ext>
            </a:extLst>
          </p:cNvPr>
          <p:cNvSpPr>
            <a:spLocks noGrp="1"/>
          </p:cNvSpPr>
          <p:nvPr/>
        </p:nvSpPr>
        <p:spPr>
          <a:xfrm>
            <a:off x="0" y="1710000"/>
            <a:ext cx="6480000" cy="5220000"/>
          </a:xfrm>
          <a:custGeom>
            <a:avLst/>
            <a:gdLst/>
            <a:ahLst/>
            <a:cxnLst/>
            <a:rect l="0" t="0" r="0" b="0"/>
            <a:pathLst>
              <a:path w="6480000" h="5220000">
                <a:moveTo>
                  <a:pt x="0" y="5220000"/>
                </a:moveTo>
                <a:lnTo>
                  <a:pt x="6480000" y="5220000"/>
                </a:lnTo>
                <a:lnTo>
                  <a:pt x="6480000" y="0"/>
                </a:lnTo>
                <a:lnTo>
                  <a:pt x="0" y="0"/>
                </a:lnTo>
                <a:lnTo>
                  <a:pt x="0" y="5220000"/>
                </a:lnTo>
                <a:close/>
              </a:path>
            </a:pathLst>
          </a:custGeom>
          <a:solidFill>
            <a:srgbClr val="FFFFFF"/>
          </a:solidFill>
          <a:ln w="0">
            <a:noFill/>
            <a:prstDash val="solid"/>
          </a:ln>
        </p:spPr>
      </p:sp>
      <p:sp>
        <p:nvSpPr>
          <p:cNvPr id="2" name="01_find_only_1">
            <a:extLst>
              <a:ext uri="{FF2B5EF4-FFF2-40B4-BE49-F238E27FC236}">
                <a16:creationId xmlns:a16="http://schemas.microsoft.com/office/drawing/2014/main" id="{FF72BC82-FEEB-4683-B9CC-A67E09C9CF2D}"/>
              </a:ext>
            </a:extLst>
          </p:cNvPr>
          <p:cNvSpPr>
            <a:spLocks noGrp="1"/>
          </p:cNvSpPr>
          <p:nvPr/>
        </p:nvSpPr>
        <p:spPr>
          <a:xfrm>
            <a:off x="550800" y="2806200"/>
            <a:ext cx="1620000" cy="1394818"/>
          </a:xfrm>
          <a:custGeom>
            <a:avLst/>
            <a:gdLst/>
            <a:ahLst/>
            <a:cxnLst/>
            <a:rect l="0" t="0" r="0" b="0"/>
            <a:pathLst>
              <a:path w="1620000" h="1394818">
                <a:moveTo>
                  <a:pt x="0" y="1394818"/>
                </a:moveTo>
                <a:lnTo>
                  <a:pt x="1620000" y="1394818"/>
                </a:lnTo>
                <a:lnTo>
                  <a:pt x="1620000" y="0"/>
                </a:lnTo>
                <a:lnTo>
                  <a:pt x="0" y="0"/>
                </a:lnTo>
                <a:lnTo>
                  <a:pt x="0" y="1394818"/>
                </a:lnTo>
                <a:close/>
              </a:path>
            </a:pathLst>
          </a:custGeom>
          <a:solidFill>
            <a:srgbClr val="FFFFFF"/>
          </a:solidFill>
          <a:ln w="0">
            <a:noFill/>
            <a:prstDash val="solid"/>
          </a:ln>
        </p:spPr>
      </p:sp>
      <p:sp>
        <p:nvSpPr>
          <p:cNvPr id="3" name="01_find_only_2">
            <a:extLst>
              <a:ext uri="{FF2B5EF4-FFF2-40B4-BE49-F238E27FC236}">
                <a16:creationId xmlns:a16="http://schemas.microsoft.com/office/drawing/2014/main" id="{64FCD328-CB22-43B6-A764-6E8E6E896FD9}"/>
              </a:ext>
            </a:extLst>
          </p:cNvPr>
          <p:cNvSpPr>
            <a:spLocks noGrp="1"/>
          </p:cNvSpPr>
          <p:nvPr/>
        </p:nvSpPr>
        <p:spPr>
          <a:xfrm>
            <a:off x="750800" y="2869601"/>
            <a:ext cx="130000" cy="1268016"/>
          </a:xfrm>
          <a:custGeom>
            <a:avLst/>
            <a:gdLst/>
            <a:ahLst/>
            <a:cxnLst/>
            <a:rect l="0" t="0" r="0" b="0"/>
            <a:pathLst>
              <a:path w="130000" h="1268016">
                <a:moveTo>
                  <a:pt x="130000" y="1268016"/>
                </a:moveTo>
                <a:lnTo>
                  <a:pt x="0" y="1268016"/>
                </a:lnTo>
                <a:lnTo>
                  <a:pt x="707" y="1257449"/>
                </a:lnTo>
                <a:lnTo>
                  <a:pt x="2780" y="1246883"/>
                </a:lnTo>
                <a:lnTo>
                  <a:pt x="6073" y="1236316"/>
                </a:lnTo>
                <a:lnTo>
                  <a:pt x="10367" y="1225749"/>
                </a:lnTo>
                <a:lnTo>
                  <a:pt x="15384" y="1215182"/>
                </a:lnTo>
                <a:lnTo>
                  <a:pt x="20823" y="1204615"/>
                </a:lnTo>
                <a:lnTo>
                  <a:pt x="26385" y="1194049"/>
                </a:lnTo>
                <a:lnTo>
                  <a:pt x="31798" y="1183482"/>
                </a:lnTo>
                <a:lnTo>
                  <a:pt x="36840" y="1172915"/>
                </a:lnTo>
                <a:lnTo>
                  <a:pt x="41344" y="1162348"/>
                </a:lnTo>
                <a:lnTo>
                  <a:pt x="45210" y="1151781"/>
                </a:lnTo>
                <a:lnTo>
                  <a:pt x="48393" y="1141215"/>
                </a:lnTo>
                <a:lnTo>
                  <a:pt x="50904" y="1130648"/>
                </a:lnTo>
                <a:lnTo>
                  <a:pt x="52786" y="1120081"/>
                </a:lnTo>
                <a:lnTo>
                  <a:pt x="54114" y="1109514"/>
                </a:lnTo>
                <a:lnTo>
                  <a:pt x="54970" y="1098947"/>
                </a:lnTo>
                <a:lnTo>
                  <a:pt x="55441" y="1088381"/>
                </a:lnTo>
                <a:lnTo>
                  <a:pt x="55608" y="1077814"/>
                </a:lnTo>
                <a:lnTo>
                  <a:pt x="55541" y="1067247"/>
                </a:lnTo>
                <a:lnTo>
                  <a:pt x="55295" y="1056680"/>
                </a:lnTo>
                <a:lnTo>
                  <a:pt x="54914" y="1046113"/>
                </a:lnTo>
                <a:lnTo>
                  <a:pt x="54429" y="1035547"/>
                </a:lnTo>
                <a:lnTo>
                  <a:pt x="53858" y="1024980"/>
                </a:lnTo>
                <a:lnTo>
                  <a:pt x="53213" y="1014413"/>
                </a:lnTo>
                <a:lnTo>
                  <a:pt x="52502" y="1003846"/>
                </a:lnTo>
                <a:lnTo>
                  <a:pt x="51725" y="993279"/>
                </a:lnTo>
                <a:lnTo>
                  <a:pt x="50884" y="982713"/>
                </a:lnTo>
                <a:lnTo>
                  <a:pt x="49978" y="972146"/>
                </a:lnTo>
                <a:lnTo>
                  <a:pt x="49007" y="961579"/>
                </a:lnTo>
                <a:lnTo>
                  <a:pt x="47975" y="951012"/>
                </a:lnTo>
                <a:lnTo>
                  <a:pt x="46889" y="940445"/>
                </a:lnTo>
                <a:lnTo>
                  <a:pt x="45759" y="929879"/>
                </a:lnTo>
                <a:lnTo>
                  <a:pt x="44603" y="919312"/>
                </a:lnTo>
                <a:lnTo>
                  <a:pt x="43443" y="908745"/>
                </a:lnTo>
                <a:lnTo>
                  <a:pt x="42306" y="898178"/>
                </a:lnTo>
                <a:lnTo>
                  <a:pt x="41222" y="887611"/>
                </a:lnTo>
                <a:lnTo>
                  <a:pt x="40217" y="877045"/>
                </a:lnTo>
                <a:lnTo>
                  <a:pt x="39316" y="866478"/>
                </a:lnTo>
                <a:lnTo>
                  <a:pt x="38530" y="855911"/>
                </a:lnTo>
                <a:lnTo>
                  <a:pt x="37860" y="845344"/>
                </a:lnTo>
                <a:lnTo>
                  <a:pt x="37287" y="834777"/>
                </a:lnTo>
                <a:lnTo>
                  <a:pt x="36777" y="824211"/>
                </a:lnTo>
                <a:lnTo>
                  <a:pt x="36277" y="813644"/>
                </a:lnTo>
                <a:lnTo>
                  <a:pt x="35718" y="803077"/>
                </a:lnTo>
                <a:lnTo>
                  <a:pt x="35024" y="792510"/>
                </a:lnTo>
                <a:lnTo>
                  <a:pt x="34113" y="781943"/>
                </a:lnTo>
                <a:lnTo>
                  <a:pt x="32908" y="771377"/>
                </a:lnTo>
                <a:lnTo>
                  <a:pt x="31348" y="760810"/>
                </a:lnTo>
                <a:lnTo>
                  <a:pt x="29393" y="750243"/>
                </a:lnTo>
                <a:lnTo>
                  <a:pt x="27037" y="739676"/>
                </a:lnTo>
                <a:lnTo>
                  <a:pt x="24313" y="729109"/>
                </a:lnTo>
                <a:lnTo>
                  <a:pt x="21296" y="718543"/>
                </a:lnTo>
                <a:lnTo>
                  <a:pt x="18111" y="707976"/>
                </a:lnTo>
                <a:lnTo>
                  <a:pt x="14918" y="697409"/>
                </a:lnTo>
                <a:lnTo>
                  <a:pt x="11914" y="686842"/>
                </a:lnTo>
                <a:lnTo>
                  <a:pt x="9308" y="676275"/>
                </a:lnTo>
                <a:lnTo>
                  <a:pt x="7311" y="665709"/>
                </a:lnTo>
                <a:lnTo>
                  <a:pt x="6111" y="655142"/>
                </a:lnTo>
                <a:lnTo>
                  <a:pt x="5854" y="644575"/>
                </a:lnTo>
                <a:lnTo>
                  <a:pt x="6629" y="634008"/>
                </a:lnTo>
                <a:lnTo>
                  <a:pt x="8454" y="623441"/>
                </a:lnTo>
                <a:lnTo>
                  <a:pt x="11275" y="612874"/>
                </a:lnTo>
                <a:lnTo>
                  <a:pt x="14969" y="602308"/>
                </a:lnTo>
                <a:lnTo>
                  <a:pt x="19361" y="591741"/>
                </a:lnTo>
                <a:lnTo>
                  <a:pt x="24233" y="581174"/>
                </a:lnTo>
                <a:lnTo>
                  <a:pt x="29357" y="570607"/>
                </a:lnTo>
                <a:lnTo>
                  <a:pt x="34504" y="560040"/>
                </a:lnTo>
                <a:lnTo>
                  <a:pt x="39473" y="549474"/>
                </a:lnTo>
                <a:lnTo>
                  <a:pt x="44099" y="538907"/>
                </a:lnTo>
                <a:lnTo>
                  <a:pt x="48263" y="528340"/>
                </a:lnTo>
                <a:lnTo>
                  <a:pt x="51894" y="517773"/>
                </a:lnTo>
                <a:lnTo>
                  <a:pt x="54965" y="507206"/>
                </a:lnTo>
                <a:lnTo>
                  <a:pt x="57487" y="496640"/>
                </a:lnTo>
                <a:lnTo>
                  <a:pt x="59501" y="486073"/>
                </a:lnTo>
                <a:lnTo>
                  <a:pt x="61066" y="475506"/>
                </a:lnTo>
                <a:lnTo>
                  <a:pt x="62248" y="464939"/>
                </a:lnTo>
                <a:lnTo>
                  <a:pt x="63118" y="454372"/>
                </a:lnTo>
                <a:lnTo>
                  <a:pt x="63743" y="443806"/>
                </a:lnTo>
                <a:lnTo>
                  <a:pt x="64179" y="433239"/>
                </a:lnTo>
                <a:lnTo>
                  <a:pt x="64475" y="422672"/>
                </a:lnTo>
                <a:lnTo>
                  <a:pt x="64673" y="412105"/>
                </a:lnTo>
                <a:lnTo>
                  <a:pt x="64800" y="401538"/>
                </a:lnTo>
                <a:lnTo>
                  <a:pt x="64881" y="390972"/>
                </a:lnTo>
                <a:lnTo>
                  <a:pt x="64931" y="380405"/>
                </a:lnTo>
                <a:lnTo>
                  <a:pt x="64960" y="369838"/>
                </a:lnTo>
                <a:lnTo>
                  <a:pt x="64978" y="359271"/>
                </a:lnTo>
                <a:lnTo>
                  <a:pt x="64988" y="348704"/>
                </a:lnTo>
                <a:lnTo>
                  <a:pt x="64994" y="338138"/>
                </a:lnTo>
                <a:lnTo>
                  <a:pt x="64997" y="327571"/>
                </a:lnTo>
                <a:lnTo>
                  <a:pt x="64998" y="317004"/>
                </a:lnTo>
                <a:lnTo>
                  <a:pt x="64999" y="306437"/>
                </a:lnTo>
                <a:lnTo>
                  <a:pt x="65000" y="295870"/>
                </a:lnTo>
                <a:lnTo>
                  <a:pt x="65000" y="285304"/>
                </a:lnTo>
                <a:lnTo>
                  <a:pt x="65000" y="274737"/>
                </a:lnTo>
                <a:lnTo>
                  <a:pt x="65000" y="264170"/>
                </a:lnTo>
                <a:lnTo>
                  <a:pt x="65000" y="253603"/>
                </a:lnTo>
                <a:lnTo>
                  <a:pt x="65000" y="243036"/>
                </a:lnTo>
                <a:lnTo>
                  <a:pt x="65000" y="232470"/>
                </a:lnTo>
                <a:lnTo>
                  <a:pt x="65000" y="221903"/>
                </a:lnTo>
                <a:lnTo>
                  <a:pt x="65000" y="211336"/>
                </a:lnTo>
                <a:lnTo>
                  <a:pt x="65000" y="200769"/>
                </a:lnTo>
                <a:lnTo>
                  <a:pt x="65000" y="190202"/>
                </a:lnTo>
                <a:lnTo>
                  <a:pt x="65000" y="179636"/>
                </a:lnTo>
                <a:lnTo>
                  <a:pt x="65000" y="169069"/>
                </a:lnTo>
                <a:lnTo>
                  <a:pt x="65000" y="158502"/>
                </a:lnTo>
                <a:lnTo>
                  <a:pt x="65000" y="147935"/>
                </a:lnTo>
                <a:lnTo>
                  <a:pt x="65000" y="137368"/>
                </a:lnTo>
                <a:lnTo>
                  <a:pt x="65000" y="126802"/>
                </a:lnTo>
                <a:lnTo>
                  <a:pt x="65000" y="116235"/>
                </a:lnTo>
                <a:lnTo>
                  <a:pt x="65000" y="105668"/>
                </a:lnTo>
                <a:lnTo>
                  <a:pt x="65000" y="95101"/>
                </a:lnTo>
                <a:lnTo>
                  <a:pt x="65000" y="84534"/>
                </a:lnTo>
                <a:lnTo>
                  <a:pt x="65000" y="73968"/>
                </a:lnTo>
                <a:lnTo>
                  <a:pt x="65000" y="63401"/>
                </a:lnTo>
                <a:lnTo>
                  <a:pt x="65000" y="52834"/>
                </a:lnTo>
                <a:lnTo>
                  <a:pt x="65000" y="42267"/>
                </a:lnTo>
                <a:lnTo>
                  <a:pt x="65000" y="31700"/>
                </a:lnTo>
                <a:lnTo>
                  <a:pt x="65000" y="21134"/>
                </a:lnTo>
                <a:lnTo>
                  <a:pt x="65000" y="10567"/>
                </a:lnTo>
                <a:lnTo>
                  <a:pt x="65000" y="0"/>
                </a:lnTo>
                <a:lnTo>
                  <a:pt x="65000" y="0"/>
                </a:lnTo>
                <a:lnTo>
                  <a:pt x="65000" y="0"/>
                </a:lnTo>
                <a:lnTo>
                  <a:pt x="65000" y="10567"/>
                </a:lnTo>
                <a:lnTo>
                  <a:pt x="65000" y="21134"/>
                </a:lnTo>
                <a:lnTo>
                  <a:pt x="65000" y="31700"/>
                </a:lnTo>
                <a:lnTo>
                  <a:pt x="65000" y="42267"/>
                </a:lnTo>
                <a:lnTo>
                  <a:pt x="65000" y="52834"/>
                </a:lnTo>
                <a:lnTo>
                  <a:pt x="65000" y="63401"/>
                </a:lnTo>
                <a:lnTo>
                  <a:pt x="65000" y="73968"/>
                </a:lnTo>
                <a:lnTo>
                  <a:pt x="65000" y="84534"/>
                </a:lnTo>
                <a:lnTo>
                  <a:pt x="65000" y="95101"/>
                </a:lnTo>
                <a:lnTo>
                  <a:pt x="65000" y="105668"/>
                </a:lnTo>
                <a:lnTo>
                  <a:pt x="65000" y="116235"/>
                </a:lnTo>
                <a:lnTo>
                  <a:pt x="65000" y="126802"/>
                </a:lnTo>
                <a:lnTo>
                  <a:pt x="65000" y="137368"/>
                </a:lnTo>
                <a:lnTo>
                  <a:pt x="65000" y="147935"/>
                </a:lnTo>
                <a:lnTo>
                  <a:pt x="65000" y="158502"/>
                </a:lnTo>
                <a:lnTo>
                  <a:pt x="65000" y="169069"/>
                </a:lnTo>
                <a:lnTo>
                  <a:pt x="65000" y="179636"/>
                </a:lnTo>
                <a:lnTo>
                  <a:pt x="65000" y="190202"/>
                </a:lnTo>
                <a:lnTo>
                  <a:pt x="65000" y="200769"/>
                </a:lnTo>
                <a:lnTo>
                  <a:pt x="65000" y="211336"/>
                </a:lnTo>
                <a:lnTo>
                  <a:pt x="65000" y="221903"/>
                </a:lnTo>
                <a:lnTo>
                  <a:pt x="65000" y="232470"/>
                </a:lnTo>
                <a:lnTo>
                  <a:pt x="65000" y="243036"/>
                </a:lnTo>
                <a:lnTo>
                  <a:pt x="65000" y="253603"/>
                </a:lnTo>
                <a:lnTo>
                  <a:pt x="65000" y="264170"/>
                </a:lnTo>
                <a:lnTo>
                  <a:pt x="65000" y="274737"/>
                </a:lnTo>
                <a:lnTo>
                  <a:pt x="65000" y="285304"/>
                </a:lnTo>
                <a:lnTo>
                  <a:pt x="65000" y="295870"/>
                </a:lnTo>
                <a:lnTo>
                  <a:pt x="65001" y="306437"/>
                </a:lnTo>
                <a:lnTo>
                  <a:pt x="65002" y="317004"/>
                </a:lnTo>
                <a:lnTo>
                  <a:pt x="65003" y="327571"/>
                </a:lnTo>
                <a:lnTo>
                  <a:pt x="65006" y="338138"/>
                </a:lnTo>
                <a:lnTo>
                  <a:pt x="65012" y="348704"/>
                </a:lnTo>
                <a:lnTo>
                  <a:pt x="65022" y="359271"/>
                </a:lnTo>
                <a:lnTo>
                  <a:pt x="65040" y="369838"/>
                </a:lnTo>
                <a:lnTo>
                  <a:pt x="65069" y="380405"/>
                </a:lnTo>
                <a:lnTo>
                  <a:pt x="65119" y="390972"/>
                </a:lnTo>
                <a:lnTo>
                  <a:pt x="65200" y="401538"/>
                </a:lnTo>
                <a:lnTo>
                  <a:pt x="65327" y="412105"/>
                </a:lnTo>
                <a:lnTo>
                  <a:pt x="65525" y="422672"/>
                </a:lnTo>
                <a:lnTo>
                  <a:pt x="65821" y="433239"/>
                </a:lnTo>
                <a:lnTo>
                  <a:pt x="66257" y="443806"/>
                </a:lnTo>
                <a:lnTo>
                  <a:pt x="66882" y="454372"/>
                </a:lnTo>
                <a:lnTo>
                  <a:pt x="67752" y="464939"/>
                </a:lnTo>
                <a:lnTo>
                  <a:pt x="68934" y="475506"/>
                </a:lnTo>
                <a:lnTo>
                  <a:pt x="70499" y="486073"/>
                </a:lnTo>
                <a:lnTo>
                  <a:pt x="72513" y="496640"/>
                </a:lnTo>
                <a:lnTo>
                  <a:pt x="75035" y="507206"/>
                </a:lnTo>
                <a:lnTo>
                  <a:pt x="78106" y="517773"/>
                </a:lnTo>
                <a:lnTo>
                  <a:pt x="81737" y="528340"/>
                </a:lnTo>
                <a:lnTo>
                  <a:pt x="85901" y="538907"/>
                </a:lnTo>
                <a:lnTo>
                  <a:pt x="90527" y="549474"/>
                </a:lnTo>
                <a:lnTo>
                  <a:pt x="95496" y="560040"/>
                </a:lnTo>
                <a:lnTo>
                  <a:pt x="100643" y="570607"/>
                </a:lnTo>
                <a:lnTo>
                  <a:pt x="105767" y="581174"/>
                </a:lnTo>
                <a:lnTo>
                  <a:pt x="110639" y="591741"/>
                </a:lnTo>
                <a:lnTo>
                  <a:pt x="115031" y="602308"/>
                </a:lnTo>
                <a:lnTo>
                  <a:pt x="118725" y="612874"/>
                </a:lnTo>
                <a:lnTo>
                  <a:pt x="121546" y="623441"/>
                </a:lnTo>
                <a:lnTo>
                  <a:pt x="123371" y="634008"/>
                </a:lnTo>
                <a:lnTo>
                  <a:pt x="124146" y="644575"/>
                </a:lnTo>
                <a:lnTo>
                  <a:pt x="123889" y="655142"/>
                </a:lnTo>
                <a:lnTo>
                  <a:pt x="122689" y="665709"/>
                </a:lnTo>
                <a:lnTo>
                  <a:pt x="120692" y="676275"/>
                </a:lnTo>
                <a:lnTo>
                  <a:pt x="118086" y="686842"/>
                </a:lnTo>
                <a:lnTo>
                  <a:pt x="115082" y="697409"/>
                </a:lnTo>
                <a:lnTo>
                  <a:pt x="111889" y="707976"/>
                </a:lnTo>
                <a:lnTo>
                  <a:pt x="108704" y="718543"/>
                </a:lnTo>
                <a:lnTo>
                  <a:pt x="105687" y="729109"/>
                </a:lnTo>
                <a:lnTo>
                  <a:pt x="102963" y="739676"/>
                </a:lnTo>
                <a:lnTo>
                  <a:pt x="100607" y="750243"/>
                </a:lnTo>
                <a:lnTo>
                  <a:pt x="98652" y="760810"/>
                </a:lnTo>
                <a:lnTo>
                  <a:pt x="97092" y="771377"/>
                </a:lnTo>
                <a:lnTo>
                  <a:pt x="95887" y="781943"/>
                </a:lnTo>
                <a:lnTo>
                  <a:pt x="94976" y="792510"/>
                </a:lnTo>
                <a:lnTo>
                  <a:pt x="94282" y="803077"/>
                </a:lnTo>
                <a:lnTo>
                  <a:pt x="93723" y="813644"/>
                </a:lnTo>
                <a:lnTo>
                  <a:pt x="93223" y="824211"/>
                </a:lnTo>
                <a:lnTo>
                  <a:pt x="92713" y="834777"/>
                </a:lnTo>
                <a:lnTo>
                  <a:pt x="92140" y="845344"/>
                </a:lnTo>
                <a:lnTo>
                  <a:pt x="91470" y="855911"/>
                </a:lnTo>
                <a:lnTo>
                  <a:pt x="90684" y="866478"/>
                </a:lnTo>
                <a:lnTo>
                  <a:pt x="89783" y="877045"/>
                </a:lnTo>
                <a:lnTo>
                  <a:pt x="88778" y="887611"/>
                </a:lnTo>
                <a:lnTo>
                  <a:pt x="87694" y="898178"/>
                </a:lnTo>
                <a:lnTo>
                  <a:pt x="86557" y="908745"/>
                </a:lnTo>
                <a:lnTo>
                  <a:pt x="85397" y="919312"/>
                </a:lnTo>
                <a:lnTo>
                  <a:pt x="84241" y="929879"/>
                </a:lnTo>
                <a:lnTo>
                  <a:pt x="83111" y="940445"/>
                </a:lnTo>
                <a:lnTo>
                  <a:pt x="82025" y="951012"/>
                </a:lnTo>
                <a:lnTo>
                  <a:pt x="80993" y="961579"/>
                </a:lnTo>
                <a:lnTo>
                  <a:pt x="80022" y="972146"/>
                </a:lnTo>
                <a:lnTo>
                  <a:pt x="79116" y="982713"/>
                </a:lnTo>
                <a:lnTo>
                  <a:pt x="78275" y="993279"/>
                </a:lnTo>
                <a:lnTo>
                  <a:pt x="77498" y="1003846"/>
                </a:lnTo>
                <a:lnTo>
                  <a:pt x="76787" y="1014413"/>
                </a:lnTo>
                <a:lnTo>
                  <a:pt x="76142" y="1024980"/>
                </a:lnTo>
                <a:lnTo>
                  <a:pt x="75571" y="1035547"/>
                </a:lnTo>
                <a:lnTo>
                  <a:pt x="75086" y="1046113"/>
                </a:lnTo>
                <a:lnTo>
                  <a:pt x="74705" y="1056680"/>
                </a:lnTo>
                <a:lnTo>
                  <a:pt x="74459" y="1067247"/>
                </a:lnTo>
                <a:lnTo>
                  <a:pt x="74392" y="1077814"/>
                </a:lnTo>
                <a:lnTo>
                  <a:pt x="74559" y="1088381"/>
                </a:lnTo>
                <a:lnTo>
                  <a:pt x="75030" y="1098947"/>
                </a:lnTo>
                <a:lnTo>
                  <a:pt x="75886" y="1109514"/>
                </a:lnTo>
                <a:lnTo>
                  <a:pt x="77214" y="1120081"/>
                </a:lnTo>
                <a:lnTo>
                  <a:pt x="79096" y="1130648"/>
                </a:lnTo>
                <a:lnTo>
                  <a:pt x="81607" y="1141215"/>
                </a:lnTo>
                <a:lnTo>
                  <a:pt x="84790" y="1151781"/>
                </a:lnTo>
                <a:lnTo>
                  <a:pt x="88656" y="1162348"/>
                </a:lnTo>
                <a:lnTo>
                  <a:pt x="93160" y="1172915"/>
                </a:lnTo>
                <a:lnTo>
                  <a:pt x="98202" y="1183482"/>
                </a:lnTo>
                <a:lnTo>
                  <a:pt x="103615" y="1194049"/>
                </a:lnTo>
                <a:lnTo>
                  <a:pt x="109177" y="1204615"/>
                </a:lnTo>
                <a:lnTo>
                  <a:pt x="114616" y="1215182"/>
                </a:lnTo>
                <a:lnTo>
                  <a:pt x="119634" y="1225749"/>
                </a:lnTo>
                <a:lnTo>
                  <a:pt x="123927" y="1236316"/>
                </a:lnTo>
                <a:lnTo>
                  <a:pt x="127220" y="1246883"/>
                </a:lnTo>
                <a:lnTo>
                  <a:pt x="129293" y="1257449"/>
                </a:lnTo>
                <a:lnTo>
                  <a:pt x="130000" y="1268016"/>
                </a:lnTo>
                <a:lnTo>
                  <a:pt x="130000" y="1268016"/>
                </a:lnTo>
                <a:close/>
              </a:path>
            </a:pathLst>
          </a:custGeom>
          <a:solidFill>
            <a:srgbClr val="00878B">
              <a:alpha val="12000"/>
            </a:srgbClr>
          </a:solidFill>
          <a:ln w="6985">
            <a:solidFill>
              <a:srgbClr val="00878B">
                <a:alpha val="12000"/>
              </a:srgbClr>
            </a:solidFill>
            <a:prstDash val="solid"/>
          </a:ln>
        </p:spPr>
      </p:sp>
      <p:sp>
        <p:nvSpPr>
          <p:cNvPr id="4" name="01_find_only_3">
            <a:extLst>
              <a:ext uri="{FF2B5EF4-FFF2-40B4-BE49-F238E27FC236}">
                <a16:creationId xmlns:a16="http://schemas.microsoft.com/office/drawing/2014/main" id="{E9820556-9F49-4819-9440-E56FD88A6FE4}"/>
              </a:ext>
            </a:extLst>
          </p:cNvPr>
          <p:cNvSpPr>
            <a:spLocks noGrp="1"/>
          </p:cNvSpPr>
          <p:nvPr/>
        </p:nvSpPr>
        <p:spPr>
          <a:xfrm>
            <a:off x="1000800" y="2869601"/>
            <a:ext cx="130000" cy="1268016"/>
          </a:xfrm>
          <a:custGeom>
            <a:avLst/>
            <a:gdLst/>
            <a:ahLst/>
            <a:cxnLst/>
            <a:rect l="0" t="0" r="0" b="0"/>
            <a:pathLst>
              <a:path w="130000" h="1268016">
                <a:moveTo>
                  <a:pt x="80964" y="1268016"/>
                </a:moveTo>
                <a:lnTo>
                  <a:pt x="49036" y="1268016"/>
                </a:lnTo>
                <a:lnTo>
                  <a:pt x="49199" y="1257449"/>
                </a:lnTo>
                <a:lnTo>
                  <a:pt x="49676" y="1246883"/>
                </a:lnTo>
                <a:lnTo>
                  <a:pt x="50434" y="1236316"/>
                </a:lnTo>
                <a:lnTo>
                  <a:pt x="51421" y="1225749"/>
                </a:lnTo>
                <a:lnTo>
                  <a:pt x="52572" y="1215182"/>
                </a:lnTo>
                <a:lnTo>
                  <a:pt x="53818" y="1204615"/>
                </a:lnTo>
                <a:lnTo>
                  <a:pt x="55089" y="1194049"/>
                </a:lnTo>
                <a:lnTo>
                  <a:pt x="56324" y="1183482"/>
                </a:lnTo>
                <a:lnTo>
                  <a:pt x="57472" y="1172915"/>
                </a:lnTo>
                <a:lnTo>
                  <a:pt x="58498" y="1162348"/>
                </a:lnTo>
                <a:lnTo>
                  <a:pt x="59379" y="1151781"/>
                </a:lnTo>
                <a:lnTo>
                  <a:pt x="60109" y="1141215"/>
                </a:lnTo>
                <a:lnTo>
                  <a:pt x="60693" y="1130648"/>
                </a:lnTo>
                <a:lnTo>
                  <a:pt x="61141" y="1120081"/>
                </a:lnTo>
                <a:lnTo>
                  <a:pt x="61473" y="1109514"/>
                </a:lnTo>
                <a:lnTo>
                  <a:pt x="61708" y="1098947"/>
                </a:lnTo>
                <a:lnTo>
                  <a:pt x="61863" y="1088381"/>
                </a:lnTo>
                <a:lnTo>
                  <a:pt x="61955" y="1077814"/>
                </a:lnTo>
                <a:lnTo>
                  <a:pt x="61998" y="1067247"/>
                </a:lnTo>
                <a:lnTo>
                  <a:pt x="61999" y="1056680"/>
                </a:lnTo>
                <a:lnTo>
                  <a:pt x="61965" y="1046113"/>
                </a:lnTo>
                <a:lnTo>
                  <a:pt x="61899" y="1035547"/>
                </a:lnTo>
                <a:lnTo>
                  <a:pt x="61803" y="1024980"/>
                </a:lnTo>
                <a:lnTo>
                  <a:pt x="61679" y="1014413"/>
                </a:lnTo>
                <a:lnTo>
                  <a:pt x="61527" y="1003846"/>
                </a:lnTo>
                <a:lnTo>
                  <a:pt x="61349" y="993279"/>
                </a:lnTo>
                <a:lnTo>
                  <a:pt x="61149" y="982713"/>
                </a:lnTo>
                <a:lnTo>
                  <a:pt x="60929" y="972146"/>
                </a:lnTo>
                <a:lnTo>
                  <a:pt x="60695" y="961579"/>
                </a:lnTo>
                <a:lnTo>
                  <a:pt x="60453" y="951012"/>
                </a:lnTo>
                <a:lnTo>
                  <a:pt x="60207" y="940445"/>
                </a:lnTo>
                <a:lnTo>
                  <a:pt x="59967" y="929879"/>
                </a:lnTo>
                <a:lnTo>
                  <a:pt x="59739" y="919312"/>
                </a:lnTo>
                <a:lnTo>
                  <a:pt x="59531" y="908745"/>
                </a:lnTo>
                <a:lnTo>
                  <a:pt x="59350" y="898178"/>
                </a:lnTo>
                <a:lnTo>
                  <a:pt x="59202" y="887611"/>
                </a:lnTo>
                <a:lnTo>
                  <a:pt x="59093" y="877045"/>
                </a:lnTo>
                <a:lnTo>
                  <a:pt x="59023" y="866478"/>
                </a:lnTo>
                <a:lnTo>
                  <a:pt x="58991" y="855911"/>
                </a:lnTo>
                <a:lnTo>
                  <a:pt x="58991" y="845344"/>
                </a:lnTo>
                <a:lnTo>
                  <a:pt x="59014" y="834777"/>
                </a:lnTo>
                <a:lnTo>
                  <a:pt x="59045" y="824211"/>
                </a:lnTo>
                <a:lnTo>
                  <a:pt x="59065" y="813644"/>
                </a:lnTo>
                <a:lnTo>
                  <a:pt x="59051" y="803077"/>
                </a:lnTo>
                <a:lnTo>
                  <a:pt x="58978" y="792510"/>
                </a:lnTo>
                <a:lnTo>
                  <a:pt x="58820" y="781943"/>
                </a:lnTo>
                <a:lnTo>
                  <a:pt x="58554" y="771377"/>
                </a:lnTo>
                <a:lnTo>
                  <a:pt x="58159" y="760810"/>
                </a:lnTo>
                <a:lnTo>
                  <a:pt x="57620" y="750243"/>
                </a:lnTo>
                <a:lnTo>
                  <a:pt x="56932" y="739676"/>
                </a:lnTo>
                <a:lnTo>
                  <a:pt x="56102" y="729109"/>
                </a:lnTo>
                <a:lnTo>
                  <a:pt x="55148" y="718543"/>
                </a:lnTo>
                <a:lnTo>
                  <a:pt x="54103" y="707976"/>
                </a:lnTo>
                <a:lnTo>
                  <a:pt x="53012" y="697409"/>
                </a:lnTo>
                <a:lnTo>
                  <a:pt x="51929" y="686842"/>
                </a:lnTo>
                <a:lnTo>
                  <a:pt x="50914" y="676275"/>
                </a:lnTo>
                <a:lnTo>
                  <a:pt x="50029" y="665709"/>
                </a:lnTo>
                <a:lnTo>
                  <a:pt x="49327" y="655142"/>
                </a:lnTo>
                <a:lnTo>
                  <a:pt x="48853" y="644575"/>
                </a:lnTo>
                <a:lnTo>
                  <a:pt x="48633" y="634008"/>
                </a:lnTo>
                <a:lnTo>
                  <a:pt x="48673" y="623441"/>
                </a:lnTo>
                <a:lnTo>
                  <a:pt x="48959" y="612874"/>
                </a:lnTo>
                <a:lnTo>
                  <a:pt x="49458" y="602308"/>
                </a:lnTo>
                <a:lnTo>
                  <a:pt x="50118" y="591741"/>
                </a:lnTo>
                <a:lnTo>
                  <a:pt x="50879" y="581174"/>
                </a:lnTo>
                <a:lnTo>
                  <a:pt x="51675" y="570607"/>
                </a:lnTo>
                <a:lnTo>
                  <a:pt x="52443" y="560040"/>
                </a:lnTo>
                <a:lnTo>
                  <a:pt x="53127" y="549474"/>
                </a:lnTo>
                <a:lnTo>
                  <a:pt x="53685" y="538907"/>
                </a:lnTo>
                <a:lnTo>
                  <a:pt x="54088" y="528340"/>
                </a:lnTo>
                <a:lnTo>
                  <a:pt x="54326" y="517773"/>
                </a:lnTo>
                <a:lnTo>
                  <a:pt x="54404" y="507206"/>
                </a:lnTo>
                <a:lnTo>
                  <a:pt x="54339" y="496640"/>
                </a:lnTo>
                <a:lnTo>
                  <a:pt x="54161" y="486073"/>
                </a:lnTo>
                <a:lnTo>
                  <a:pt x="53904" y="475506"/>
                </a:lnTo>
                <a:lnTo>
                  <a:pt x="53609" y="464939"/>
                </a:lnTo>
                <a:lnTo>
                  <a:pt x="53311" y="454372"/>
                </a:lnTo>
                <a:lnTo>
                  <a:pt x="53044" y="443806"/>
                </a:lnTo>
                <a:lnTo>
                  <a:pt x="52834" y="433239"/>
                </a:lnTo>
                <a:lnTo>
                  <a:pt x="52697" y="422672"/>
                </a:lnTo>
                <a:lnTo>
                  <a:pt x="52642" y="412105"/>
                </a:lnTo>
                <a:lnTo>
                  <a:pt x="52669" y="401538"/>
                </a:lnTo>
                <a:lnTo>
                  <a:pt x="52771" y="390972"/>
                </a:lnTo>
                <a:lnTo>
                  <a:pt x="52937" y="380405"/>
                </a:lnTo>
                <a:lnTo>
                  <a:pt x="53153" y="369838"/>
                </a:lnTo>
                <a:lnTo>
                  <a:pt x="53405" y="359271"/>
                </a:lnTo>
                <a:lnTo>
                  <a:pt x="53683" y="348704"/>
                </a:lnTo>
                <a:lnTo>
                  <a:pt x="53978" y="338138"/>
                </a:lnTo>
                <a:lnTo>
                  <a:pt x="54285" y="327571"/>
                </a:lnTo>
                <a:lnTo>
                  <a:pt x="54606" y="317004"/>
                </a:lnTo>
                <a:lnTo>
                  <a:pt x="54941" y="306437"/>
                </a:lnTo>
                <a:lnTo>
                  <a:pt x="55293" y="295870"/>
                </a:lnTo>
                <a:lnTo>
                  <a:pt x="55667" y="285304"/>
                </a:lnTo>
                <a:lnTo>
                  <a:pt x="56061" y="274737"/>
                </a:lnTo>
                <a:lnTo>
                  <a:pt x="56475" y="264170"/>
                </a:lnTo>
                <a:lnTo>
                  <a:pt x="56900" y="253603"/>
                </a:lnTo>
                <a:lnTo>
                  <a:pt x="57325" y="243036"/>
                </a:lnTo>
                <a:lnTo>
                  <a:pt x="57730" y="232470"/>
                </a:lnTo>
                <a:lnTo>
                  <a:pt x="58087" y="221903"/>
                </a:lnTo>
                <a:lnTo>
                  <a:pt x="58362" y="211336"/>
                </a:lnTo>
                <a:lnTo>
                  <a:pt x="58508" y="200769"/>
                </a:lnTo>
                <a:lnTo>
                  <a:pt x="58469" y="190202"/>
                </a:lnTo>
                <a:lnTo>
                  <a:pt x="58179" y="179636"/>
                </a:lnTo>
                <a:lnTo>
                  <a:pt x="57561" y="169069"/>
                </a:lnTo>
                <a:lnTo>
                  <a:pt x="56531" y="158502"/>
                </a:lnTo>
                <a:lnTo>
                  <a:pt x="55004" y="147935"/>
                </a:lnTo>
                <a:lnTo>
                  <a:pt x="52900" y="137368"/>
                </a:lnTo>
                <a:lnTo>
                  <a:pt x="50154" y="126802"/>
                </a:lnTo>
                <a:lnTo>
                  <a:pt x="46727" y="116235"/>
                </a:lnTo>
                <a:lnTo>
                  <a:pt x="42620" y="105668"/>
                </a:lnTo>
                <a:lnTo>
                  <a:pt x="37884" y="95101"/>
                </a:lnTo>
                <a:lnTo>
                  <a:pt x="32626" y="84534"/>
                </a:lnTo>
                <a:lnTo>
                  <a:pt x="27018" y="73968"/>
                </a:lnTo>
                <a:lnTo>
                  <a:pt x="21286" y="63401"/>
                </a:lnTo>
                <a:lnTo>
                  <a:pt x="15703" y="52834"/>
                </a:lnTo>
                <a:lnTo>
                  <a:pt x="10569" y="42267"/>
                </a:lnTo>
                <a:lnTo>
                  <a:pt x="6186" y="31700"/>
                </a:lnTo>
                <a:lnTo>
                  <a:pt x="2830" y="21134"/>
                </a:lnTo>
                <a:lnTo>
                  <a:pt x="720" y="10567"/>
                </a:lnTo>
                <a:lnTo>
                  <a:pt x="0" y="0"/>
                </a:lnTo>
                <a:lnTo>
                  <a:pt x="130000" y="0"/>
                </a:lnTo>
                <a:lnTo>
                  <a:pt x="130000" y="0"/>
                </a:lnTo>
                <a:lnTo>
                  <a:pt x="129280" y="10567"/>
                </a:lnTo>
                <a:lnTo>
                  <a:pt x="127170" y="21134"/>
                </a:lnTo>
                <a:lnTo>
                  <a:pt x="123814" y="31700"/>
                </a:lnTo>
                <a:lnTo>
                  <a:pt x="119431" y="42267"/>
                </a:lnTo>
                <a:lnTo>
                  <a:pt x="114297" y="52834"/>
                </a:lnTo>
                <a:lnTo>
                  <a:pt x="108714" y="63401"/>
                </a:lnTo>
                <a:lnTo>
                  <a:pt x="102982" y="73968"/>
                </a:lnTo>
                <a:lnTo>
                  <a:pt x="97374" y="84534"/>
                </a:lnTo>
                <a:lnTo>
                  <a:pt x="92116" y="95101"/>
                </a:lnTo>
                <a:lnTo>
                  <a:pt x="87380" y="105668"/>
                </a:lnTo>
                <a:lnTo>
                  <a:pt x="83273" y="116235"/>
                </a:lnTo>
                <a:lnTo>
                  <a:pt x="79846" y="126802"/>
                </a:lnTo>
                <a:lnTo>
                  <a:pt x="77100" y="137368"/>
                </a:lnTo>
                <a:lnTo>
                  <a:pt x="74996" y="147935"/>
                </a:lnTo>
                <a:lnTo>
                  <a:pt x="73469" y="158502"/>
                </a:lnTo>
                <a:lnTo>
                  <a:pt x="72439" y="169069"/>
                </a:lnTo>
                <a:lnTo>
                  <a:pt x="71821" y="179636"/>
                </a:lnTo>
                <a:lnTo>
                  <a:pt x="71531" y="190202"/>
                </a:lnTo>
                <a:lnTo>
                  <a:pt x="71492" y="200769"/>
                </a:lnTo>
                <a:lnTo>
                  <a:pt x="71638" y="211336"/>
                </a:lnTo>
                <a:lnTo>
                  <a:pt x="71913" y="221903"/>
                </a:lnTo>
                <a:lnTo>
                  <a:pt x="72270" y="232470"/>
                </a:lnTo>
                <a:lnTo>
                  <a:pt x="72675" y="243036"/>
                </a:lnTo>
                <a:lnTo>
                  <a:pt x="73100" y="253603"/>
                </a:lnTo>
                <a:lnTo>
                  <a:pt x="73525" y="264170"/>
                </a:lnTo>
                <a:lnTo>
                  <a:pt x="73939" y="274737"/>
                </a:lnTo>
                <a:lnTo>
                  <a:pt x="74333" y="285304"/>
                </a:lnTo>
                <a:lnTo>
                  <a:pt x="74707" y="295870"/>
                </a:lnTo>
                <a:lnTo>
                  <a:pt x="75059" y="306437"/>
                </a:lnTo>
                <a:lnTo>
                  <a:pt x="75394" y="317004"/>
                </a:lnTo>
                <a:lnTo>
                  <a:pt x="75715" y="327571"/>
                </a:lnTo>
                <a:lnTo>
                  <a:pt x="76022" y="338138"/>
                </a:lnTo>
                <a:lnTo>
                  <a:pt x="76317" y="348704"/>
                </a:lnTo>
                <a:lnTo>
                  <a:pt x="76595" y="359271"/>
                </a:lnTo>
                <a:lnTo>
                  <a:pt x="76847" y="369838"/>
                </a:lnTo>
                <a:lnTo>
                  <a:pt x="77063" y="380405"/>
                </a:lnTo>
                <a:lnTo>
                  <a:pt x="77229" y="390972"/>
                </a:lnTo>
                <a:lnTo>
                  <a:pt x="77331" y="401538"/>
                </a:lnTo>
                <a:lnTo>
                  <a:pt x="77358" y="412105"/>
                </a:lnTo>
                <a:lnTo>
                  <a:pt x="77303" y="422672"/>
                </a:lnTo>
                <a:lnTo>
                  <a:pt x="77166" y="433239"/>
                </a:lnTo>
                <a:lnTo>
                  <a:pt x="76956" y="443806"/>
                </a:lnTo>
                <a:lnTo>
                  <a:pt x="76689" y="454372"/>
                </a:lnTo>
                <a:lnTo>
                  <a:pt x="76391" y="464939"/>
                </a:lnTo>
                <a:lnTo>
                  <a:pt x="76096" y="475506"/>
                </a:lnTo>
                <a:lnTo>
                  <a:pt x="75839" y="486073"/>
                </a:lnTo>
                <a:lnTo>
                  <a:pt x="75661" y="496640"/>
                </a:lnTo>
                <a:lnTo>
                  <a:pt x="75596" y="507206"/>
                </a:lnTo>
                <a:lnTo>
                  <a:pt x="75674" y="517773"/>
                </a:lnTo>
                <a:lnTo>
                  <a:pt x="75912" y="528340"/>
                </a:lnTo>
                <a:lnTo>
                  <a:pt x="76315" y="538907"/>
                </a:lnTo>
                <a:lnTo>
                  <a:pt x="76873" y="549474"/>
                </a:lnTo>
                <a:lnTo>
                  <a:pt x="77557" y="560040"/>
                </a:lnTo>
                <a:lnTo>
                  <a:pt x="78325" y="570607"/>
                </a:lnTo>
                <a:lnTo>
                  <a:pt x="79121" y="581174"/>
                </a:lnTo>
                <a:lnTo>
                  <a:pt x="79882" y="591741"/>
                </a:lnTo>
                <a:lnTo>
                  <a:pt x="80542" y="602308"/>
                </a:lnTo>
                <a:lnTo>
                  <a:pt x="81041" y="612874"/>
                </a:lnTo>
                <a:lnTo>
                  <a:pt x="81327" y="623441"/>
                </a:lnTo>
                <a:lnTo>
                  <a:pt x="81367" y="634008"/>
                </a:lnTo>
                <a:lnTo>
                  <a:pt x="81147" y="644575"/>
                </a:lnTo>
                <a:lnTo>
                  <a:pt x="80673" y="655142"/>
                </a:lnTo>
                <a:lnTo>
                  <a:pt x="79971" y="665709"/>
                </a:lnTo>
                <a:lnTo>
                  <a:pt x="79086" y="676275"/>
                </a:lnTo>
                <a:lnTo>
                  <a:pt x="78071" y="686842"/>
                </a:lnTo>
                <a:lnTo>
                  <a:pt x="76988" y="697409"/>
                </a:lnTo>
                <a:lnTo>
                  <a:pt x="75897" y="707976"/>
                </a:lnTo>
                <a:lnTo>
                  <a:pt x="74852" y="718543"/>
                </a:lnTo>
                <a:lnTo>
                  <a:pt x="73898" y="729109"/>
                </a:lnTo>
                <a:lnTo>
                  <a:pt x="73068" y="739676"/>
                </a:lnTo>
                <a:lnTo>
                  <a:pt x="72380" y="750243"/>
                </a:lnTo>
                <a:lnTo>
                  <a:pt x="71841" y="760810"/>
                </a:lnTo>
                <a:lnTo>
                  <a:pt x="71446" y="771377"/>
                </a:lnTo>
                <a:lnTo>
                  <a:pt x="71180" y="781943"/>
                </a:lnTo>
                <a:lnTo>
                  <a:pt x="71022" y="792510"/>
                </a:lnTo>
                <a:lnTo>
                  <a:pt x="70949" y="803077"/>
                </a:lnTo>
                <a:lnTo>
                  <a:pt x="70935" y="813644"/>
                </a:lnTo>
                <a:lnTo>
                  <a:pt x="70955" y="824211"/>
                </a:lnTo>
                <a:lnTo>
                  <a:pt x="70986" y="834777"/>
                </a:lnTo>
                <a:lnTo>
                  <a:pt x="71009" y="845344"/>
                </a:lnTo>
                <a:lnTo>
                  <a:pt x="71009" y="855911"/>
                </a:lnTo>
                <a:lnTo>
                  <a:pt x="70977" y="866478"/>
                </a:lnTo>
                <a:lnTo>
                  <a:pt x="70907" y="877045"/>
                </a:lnTo>
                <a:lnTo>
                  <a:pt x="70798" y="887611"/>
                </a:lnTo>
                <a:lnTo>
                  <a:pt x="70650" y="898178"/>
                </a:lnTo>
                <a:lnTo>
                  <a:pt x="70469" y="908745"/>
                </a:lnTo>
                <a:lnTo>
                  <a:pt x="70261" y="919312"/>
                </a:lnTo>
                <a:lnTo>
                  <a:pt x="70033" y="929879"/>
                </a:lnTo>
                <a:lnTo>
                  <a:pt x="69793" y="940445"/>
                </a:lnTo>
                <a:lnTo>
                  <a:pt x="69547" y="951012"/>
                </a:lnTo>
                <a:lnTo>
                  <a:pt x="69305" y="961579"/>
                </a:lnTo>
                <a:lnTo>
                  <a:pt x="69071" y="972146"/>
                </a:lnTo>
                <a:lnTo>
                  <a:pt x="68851" y="982713"/>
                </a:lnTo>
                <a:lnTo>
                  <a:pt x="68651" y="993279"/>
                </a:lnTo>
                <a:lnTo>
                  <a:pt x="68473" y="1003846"/>
                </a:lnTo>
                <a:lnTo>
                  <a:pt x="68321" y="1014413"/>
                </a:lnTo>
                <a:lnTo>
                  <a:pt x="68197" y="1024980"/>
                </a:lnTo>
                <a:lnTo>
                  <a:pt x="68101" y="1035547"/>
                </a:lnTo>
                <a:lnTo>
                  <a:pt x="68035" y="1046113"/>
                </a:lnTo>
                <a:lnTo>
                  <a:pt x="68001" y="1056680"/>
                </a:lnTo>
                <a:lnTo>
                  <a:pt x="68002" y="1067247"/>
                </a:lnTo>
                <a:lnTo>
                  <a:pt x="68045" y="1077814"/>
                </a:lnTo>
                <a:lnTo>
                  <a:pt x="68137" y="1088381"/>
                </a:lnTo>
                <a:lnTo>
                  <a:pt x="68292" y="1098947"/>
                </a:lnTo>
                <a:lnTo>
                  <a:pt x="68527" y="1109514"/>
                </a:lnTo>
                <a:lnTo>
                  <a:pt x="68859" y="1120081"/>
                </a:lnTo>
                <a:lnTo>
                  <a:pt x="69307" y="1130648"/>
                </a:lnTo>
                <a:lnTo>
                  <a:pt x="69891" y="1141215"/>
                </a:lnTo>
                <a:lnTo>
                  <a:pt x="70621" y="1151781"/>
                </a:lnTo>
                <a:lnTo>
                  <a:pt x="71502" y="1162348"/>
                </a:lnTo>
                <a:lnTo>
                  <a:pt x="72528" y="1172915"/>
                </a:lnTo>
                <a:lnTo>
                  <a:pt x="73676" y="1183482"/>
                </a:lnTo>
                <a:lnTo>
                  <a:pt x="74911" y="1194049"/>
                </a:lnTo>
                <a:lnTo>
                  <a:pt x="76182" y="1204615"/>
                </a:lnTo>
                <a:lnTo>
                  <a:pt x="77428" y="1215182"/>
                </a:lnTo>
                <a:lnTo>
                  <a:pt x="78579" y="1225749"/>
                </a:lnTo>
                <a:lnTo>
                  <a:pt x="79566" y="1236316"/>
                </a:lnTo>
                <a:lnTo>
                  <a:pt x="80324" y="1246883"/>
                </a:lnTo>
                <a:lnTo>
                  <a:pt x="80801" y="1257449"/>
                </a:lnTo>
                <a:lnTo>
                  <a:pt x="80964" y="1268016"/>
                </a:lnTo>
                <a:lnTo>
                  <a:pt x="80964" y="1268016"/>
                </a:lnTo>
                <a:close/>
              </a:path>
            </a:pathLst>
          </a:custGeom>
          <a:solidFill>
            <a:srgbClr val="00878B">
              <a:alpha val="12000"/>
            </a:srgbClr>
          </a:solidFill>
          <a:ln w="6985">
            <a:solidFill>
              <a:srgbClr val="00878B">
                <a:alpha val="12000"/>
              </a:srgbClr>
            </a:solidFill>
            <a:prstDash val="solid"/>
          </a:ln>
        </p:spPr>
      </p:sp>
      <p:sp>
        <p:nvSpPr>
          <p:cNvPr id="5" name="01_find_only_4">
            <a:extLst>
              <a:ext uri="{FF2B5EF4-FFF2-40B4-BE49-F238E27FC236}">
                <a16:creationId xmlns:a16="http://schemas.microsoft.com/office/drawing/2014/main" id="{524AA670-F532-458B-9CF1-19432040B143}"/>
              </a:ext>
            </a:extLst>
          </p:cNvPr>
          <p:cNvSpPr>
            <a:spLocks noGrp="1"/>
          </p:cNvSpPr>
          <p:nvPr/>
        </p:nvSpPr>
        <p:spPr>
          <a:xfrm>
            <a:off x="1500800" y="2869601"/>
            <a:ext cx="130000" cy="1268016"/>
          </a:xfrm>
          <a:custGeom>
            <a:avLst/>
            <a:gdLst/>
            <a:ahLst/>
            <a:cxnLst/>
            <a:rect l="0" t="0" r="0" b="0"/>
            <a:pathLst>
              <a:path w="130000" h="1268016">
                <a:moveTo>
                  <a:pt x="76990" y="1268016"/>
                </a:moveTo>
                <a:lnTo>
                  <a:pt x="53010" y="1268016"/>
                </a:lnTo>
                <a:lnTo>
                  <a:pt x="53133" y="1257449"/>
                </a:lnTo>
                <a:lnTo>
                  <a:pt x="53495" y="1246883"/>
                </a:lnTo>
                <a:lnTo>
                  <a:pt x="54070" y="1236316"/>
                </a:lnTo>
                <a:lnTo>
                  <a:pt x="54820" y="1225749"/>
                </a:lnTo>
                <a:lnTo>
                  <a:pt x="55697" y="1215182"/>
                </a:lnTo>
                <a:lnTo>
                  <a:pt x="56648" y="1204615"/>
                </a:lnTo>
                <a:lnTo>
                  <a:pt x="57622" y="1194049"/>
                </a:lnTo>
                <a:lnTo>
                  <a:pt x="58571" y="1183482"/>
                </a:lnTo>
                <a:lnTo>
                  <a:pt x="59459" y="1172915"/>
                </a:lnTo>
                <a:lnTo>
                  <a:pt x="60256" y="1162348"/>
                </a:lnTo>
                <a:lnTo>
                  <a:pt x="60946" y="1151781"/>
                </a:lnTo>
                <a:lnTo>
                  <a:pt x="61522" y="1141215"/>
                </a:lnTo>
                <a:lnTo>
                  <a:pt x="61985" y="1130648"/>
                </a:lnTo>
                <a:lnTo>
                  <a:pt x="62343" y="1120081"/>
                </a:lnTo>
                <a:lnTo>
                  <a:pt x="62608" y="1109514"/>
                </a:lnTo>
                <a:lnTo>
                  <a:pt x="62793" y="1098947"/>
                </a:lnTo>
                <a:lnTo>
                  <a:pt x="62910" y="1088381"/>
                </a:lnTo>
                <a:lnTo>
                  <a:pt x="62972" y="1077814"/>
                </a:lnTo>
                <a:lnTo>
                  <a:pt x="62987" y="1067247"/>
                </a:lnTo>
                <a:lnTo>
                  <a:pt x="62963" y="1056680"/>
                </a:lnTo>
                <a:lnTo>
                  <a:pt x="62905" y="1046113"/>
                </a:lnTo>
                <a:lnTo>
                  <a:pt x="62819" y="1035547"/>
                </a:lnTo>
                <a:lnTo>
                  <a:pt x="62705" y="1024980"/>
                </a:lnTo>
                <a:lnTo>
                  <a:pt x="62568" y="1014413"/>
                </a:lnTo>
                <a:lnTo>
                  <a:pt x="62409" y="1003846"/>
                </a:lnTo>
                <a:lnTo>
                  <a:pt x="62232" y="993279"/>
                </a:lnTo>
                <a:lnTo>
                  <a:pt x="62039" y="982713"/>
                </a:lnTo>
                <a:lnTo>
                  <a:pt x="61835" y="972146"/>
                </a:lnTo>
                <a:lnTo>
                  <a:pt x="61623" y="961579"/>
                </a:lnTo>
                <a:lnTo>
                  <a:pt x="61409" y="951012"/>
                </a:lnTo>
                <a:lnTo>
                  <a:pt x="61196" y="940445"/>
                </a:lnTo>
                <a:lnTo>
                  <a:pt x="60991" y="929879"/>
                </a:lnTo>
                <a:lnTo>
                  <a:pt x="60799" y="919312"/>
                </a:lnTo>
                <a:lnTo>
                  <a:pt x="60626" y="908745"/>
                </a:lnTo>
                <a:lnTo>
                  <a:pt x="60477" y="898178"/>
                </a:lnTo>
                <a:lnTo>
                  <a:pt x="60358" y="887611"/>
                </a:lnTo>
                <a:lnTo>
                  <a:pt x="60271" y="877045"/>
                </a:lnTo>
                <a:lnTo>
                  <a:pt x="60220" y="866478"/>
                </a:lnTo>
                <a:lnTo>
                  <a:pt x="60204" y="855911"/>
                </a:lnTo>
                <a:lnTo>
                  <a:pt x="60221" y="845344"/>
                </a:lnTo>
                <a:lnTo>
                  <a:pt x="60264" y="834777"/>
                </a:lnTo>
                <a:lnTo>
                  <a:pt x="60326" y="824211"/>
                </a:lnTo>
                <a:lnTo>
                  <a:pt x="60394" y="813644"/>
                </a:lnTo>
                <a:lnTo>
                  <a:pt x="60456" y="803077"/>
                </a:lnTo>
                <a:lnTo>
                  <a:pt x="60496" y="792510"/>
                </a:lnTo>
                <a:lnTo>
                  <a:pt x="60501" y="781943"/>
                </a:lnTo>
                <a:lnTo>
                  <a:pt x="60455" y="771377"/>
                </a:lnTo>
                <a:lnTo>
                  <a:pt x="60346" y="760810"/>
                </a:lnTo>
                <a:lnTo>
                  <a:pt x="60166" y="750243"/>
                </a:lnTo>
                <a:lnTo>
                  <a:pt x="59910" y="739676"/>
                </a:lnTo>
                <a:lnTo>
                  <a:pt x="59579" y="729109"/>
                </a:lnTo>
                <a:lnTo>
                  <a:pt x="59181" y="718543"/>
                </a:lnTo>
                <a:lnTo>
                  <a:pt x="58730" y="707976"/>
                </a:lnTo>
                <a:lnTo>
                  <a:pt x="58246" y="697409"/>
                </a:lnTo>
                <a:lnTo>
                  <a:pt x="57753" y="686842"/>
                </a:lnTo>
                <a:lnTo>
                  <a:pt x="57279" y="676275"/>
                </a:lnTo>
                <a:lnTo>
                  <a:pt x="56851" y="665709"/>
                </a:lnTo>
                <a:lnTo>
                  <a:pt x="56494" y="655142"/>
                </a:lnTo>
                <a:lnTo>
                  <a:pt x="56229" y="644575"/>
                </a:lnTo>
                <a:lnTo>
                  <a:pt x="56068" y="634008"/>
                </a:lnTo>
                <a:lnTo>
                  <a:pt x="56014" y="623441"/>
                </a:lnTo>
                <a:lnTo>
                  <a:pt x="56062" y="612874"/>
                </a:lnTo>
                <a:lnTo>
                  <a:pt x="56195" y="602308"/>
                </a:lnTo>
                <a:lnTo>
                  <a:pt x="56392" y="591741"/>
                </a:lnTo>
                <a:lnTo>
                  <a:pt x="56626" y="581174"/>
                </a:lnTo>
                <a:lnTo>
                  <a:pt x="56867" y="570607"/>
                </a:lnTo>
                <a:lnTo>
                  <a:pt x="57088" y="560040"/>
                </a:lnTo>
                <a:lnTo>
                  <a:pt x="57263" y="549474"/>
                </a:lnTo>
                <a:lnTo>
                  <a:pt x="57374" y="538907"/>
                </a:lnTo>
                <a:lnTo>
                  <a:pt x="57411" y="528340"/>
                </a:lnTo>
                <a:lnTo>
                  <a:pt x="57369" y="517773"/>
                </a:lnTo>
                <a:lnTo>
                  <a:pt x="57255" y="507206"/>
                </a:lnTo>
                <a:lnTo>
                  <a:pt x="57081" y="496640"/>
                </a:lnTo>
                <a:lnTo>
                  <a:pt x="56864" y="486073"/>
                </a:lnTo>
                <a:lnTo>
                  <a:pt x="56628" y="475506"/>
                </a:lnTo>
                <a:lnTo>
                  <a:pt x="56395" y="464939"/>
                </a:lnTo>
                <a:lnTo>
                  <a:pt x="56191" y="454372"/>
                </a:lnTo>
                <a:lnTo>
                  <a:pt x="56034" y="443806"/>
                </a:lnTo>
                <a:lnTo>
                  <a:pt x="55942" y="433239"/>
                </a:lnTo>
                <a:lnTo>
                  <a:pt x="55923" y="422672"/>
                </a:lnTo>
                <a:lnTo>
                  <a:pt x="55981" y="412105"/>
                </a:lnTo>
                <a:lnTo>
                  <a:pt x="56110" y="401538"/>
                </a:lnTo>
                <a:lnTo>
                  <a:pt x="56303" y="390972"/>
                </a:lnTo>
                <a:lnTo>
                  <a:pt x="56544" y="380405"/>
                </a:lnTo>
                <a:lnTo>
                  <a:pt x="56818" y="369838"/>
                </a:lnTo>
                <a:lnTo>
                  <a:pt x="57108" y="359271"/>
                </a:lnTo>
                <a:lnTo>
                  <a:pt x="57399" y="348704"/>
                </a:lnTo>
                <a:lnTo>
                  <a:pt x="57680" y="338138"/>
                </a:lnTo>
                <a:lnTo>
                  <a:pt x="57943" y="327571"/>
                </a:lnTo>
                <a:lnTo>
                  <a:pt x="58185" y="317004"/>
                </a:lnTo>
                <a:lnTo>
                  <a:pt x="58405" y="306437"/>
                </a:lnTo>
                <a:lnTo>
                  <a:pt x="58606" y="295870"/>
                </a:lnTo>
                <a:lnTo>
                  <a:pt x="58792" y="285304"/>
                </a:lnTo>
                <a:lnTo>
                  <a:pt x="58968" y="274737"/>
                </a:lnTo>
                <a:lnTo>
                  <a:pt x="59136" y="264170"/>
                </a:lnTo>
                <a:lnTo>
                  <a:pt x="59295" y="253603"/>
                </a:lnTo>
                <a:lnTo>
                  <a:pt x="59443" y="243036"/>
                </a:lnTo>
                <a:lnTo>
                  <a:pt x="59568" y="232470"/>
                </a:lnTo>
                <a:lnTo>
                  <a:pt x="59654" y="221903"/>
                </a:lnTo>
                <a:lnTo>
                  <a:pt x="59674" y="211336"/>
                </a:lnTo>
                <a:lnTo>
                  <a:pt x="59590" y="200769"/>
                </a:lnTo>
                <a:lnTo>
                  <a:pt x="59352" y="190202"/>
                </a:lnTo>
                <a:lnTo>
                  <a:pt x="58898" y="179636"/>
                </a:lnTo>
                <a:lnTo>
                  <a:pt x="58150" y="169069"/>
                </a:lnTo>
                <a:lnTo>
                  <a:pt x="57025" y="158502"/>
                </a:lnTo>
                <a:lnTo>
                  <a:pt x="55433" y="147935"/>
                </a:lnTo>
                <a:lnTo>
                  <a:pt x="53289" y="137368"/>
                </a:lnTo>
                <a:lnTo>
                  <a:pt x="50519" y="126802"/>
                </a:lnTo>
                <a:lnTo>
                  <a:pt x="47078" y="116235"/>
                </a:lnTo>
                <a:lnTo>
                  <a:pt x="42959" y="105668"/>
                </a:lnTo>
                <a:lnTo>
                  <a:pt x="38207" y="95101"/>
                </a:lnTo>
                <a:lnTo>
                  <a:pt x="32925" y="84534"/>
                </a:lnTo>
                <a:lnTo>
                  <a:pt x="27283" y="73968"/>
                </a:lnTo>
                <a:lnTo>
                  <a:pt x="21508" y="63401"/>
                </a:lnTo>
                <a:lnTo>
                  <a:pt x="15876" y="52834"/>
                </a:lnTo>
                <a:lnTo>
                  <a:pt x="10691" y="42267"/>
                </a:lnTo>
                <a:lnTo>
                  <a:pt x="6260" y="31700"/>
                </a:lnTo>
                <a:lnTo>
                  <a:pt x="2864" y="21134"/>
                </a:lnTo>
                <a:lnTo>
                  <a:pt x="729" y="10567"/>
                </a:lnTo>
                <a:lnTo>
                  <a:pt x="0" y="0"/>
                </a:lnTo>
                <a:lnTo>
                  <a:pt x="130000" y="0"/>
                </a:lnTo>
                <a:lnTo>
                  <a:pt x="130000" y="0"/>
                </a:lnTo>
                <a:lnTo>
                  <a:pt x="129271" y="10567"/>
                </a:lnTo>
                <a:lnTo>
                  <a:pt x="127136" y="21134"/>
                </a:lnTo>
                <a:lnTo>
                  <a:pt x="123740" y="31700"/>
                </a:lnTo>
                <a:lnTo>
                  <a:pt x="119309" y="42267"/>
                </a:lnTo>
                <a:lnTo>
                  <a:pt x="114124" y="52834"/>
                </a:lnTo>
                <a:lnTo>
                  <a:pt x="108492" y="63401"/>
                </a:lnTo>
                <a:lnTo>
                  <a:pt x="102717" y="73968"/>
                </a:lnTo>
                <a:lnTo>
                  <a:pt x="97075" y="84534"/>
                </a:lnTo>
                <a:lnTo>
                  <a:pt x="91793" y="95101"/>
                </a:lnTo>
                <a:lnTo>
                  <a:pt x="87041" y="105668"/>
                </a:lnTo>
                <a:lnTo>
                  <a:pt x="82922" y="116235"/>
                </a:lnTo>
                <a:lnTo>
                  <a:pt x="79481" y="126802"/>
                </a:lnTo>
                <a:lnTo>
                  <a:pt x="76711" y="137368"/>
                </a:lnTo>
                <a:lnTo>
                  <a:pt x="74567" y="147935"/>
                </a:lnTo>
                <a:lnTo>
                  <a:pt x="72975" y="158502"/>
                </a:lnTo>
                <a:lnTo>
                  <a:pt x="71850" y="169069"/>
                </a:lnTo>
                <a:lnTo>
                  <a:pt x="71102" y="179636"/>
                </a:lnTo>
                <a:lnTo>
                  <a:pt x="70648" y="190202"/>
                </a:lnTo>
                <a:lnTo>
                  <a:pt x="70410" y="200769"/>
                </a:lnTo>
                <a:lnTo>
                  <a:pt x="70326" y="211336"/>
                </a:lnTo>
                <a:lnTo>
                  <a:pt x="70346" y="221903"/>
                </a:lnTo>
                <a:lnTo>
                  <a:pt x="70432" y="232470"/>
                </a:lnTo>
                <a:lnTo>
                  <a:pt x="70557" y="243036"/>
                </a:lnTo>
                <a:lnTo>
                  <a:pt x="70705" y="253603"/>
                </a:lnTo>
                <a:lnTo>
                  <a:pt x="70864" y="264170"/>
                </a:lnTo>
                <a:lnTo>
                  <a:pt x="71032" y="274737"/>
                </a:lnTo>
                <a:lnTo>
                  <a:pt x="71208" y="285304"/>
                </a:lnTo>
                <a:lnTo>
                  <a:pt x="71394" y="295870"/>
                </a:lnTo>
                <a:lnTo>
                  <a:pt x="71595" y="306437"/>
                </a:lnTo>
                <a:lnTo>
                  <a:pt x="71815" y="317004"/>
                </a:lnTo>
                <a:lnTo>
                  <a:pt x="72057" y="327571"/>
                </a:lnTo>
                <a:lnTo>
                  <a:pt x="72320" y="338138"/>
                </a:lnTo>
                <a:lnTo>
                  <a:pt x="72601" y="348704"/>
                </a:lnTo>
                <a:lnTo>
                  <a:pt x="72892" y="359271"/>
                </a:lnTo>
                <a:lnTo>
                  <a:pt x="73182" y="369838"/>
                </a:lnTo>
                <a:lnTo>
                  <a:pt x="73456" y="380405"/>
                </a:lnTo>
                <a:lnTo>
                  <a:pt x="73697" y="390972"/>
                </a:lnTo>
                <a:lnTo>
                  <a:pt x="73890" y="401538"/>
                </a:lnTo>
                <a:lnTo>
                  <a:pt x="74019" y="412105"/>
                </a:lnTo>
                <a:lnTo>
                  <a:pt x="74077" y="422672"/>
                </a:lnTo>
                <a:lnTo>
                  <a:pt x="74058" y="433239"/>
                </a:lnTo>
                <a:lnTo>
                  <a:pt x="73966" y="443806"/>
                </a:lnTo>
                <a:lnTo>
                  <a:pt x="73809" y="454372"/>
                </a:lnTo>
                <a:lnTo>
                  <a:pt x="73605" y="464939"/>
                </a:lnTo>
                <a:lnTo>
                  <a:pt x="73372" y="475506"/>
                </a:lnTo>
                <a:lnTo>
                  <a:pt x="73136" y="486073"/>
                </a:lnTo>
                <a:lnTo>
                  <a:pt x="72919" y="496640"/>
                </a:lnTo>
                <a:lnTo>
                  <a:pt x="72745" y="507206"/>
                </a:lnTo>
                <a:lnTo>
                  <a:pt x="72631" y="517773"/>
                </a:lnTo>
                <a:lnTo>
                  <a:pt x="72589" y="528340"/>
                </a:lnTo>
                <a:lnTo>
                  <a:pt x="72626" y="538907"/>
                </a:lnTo>
                <a:lnTo>
                  <a:pt x="72737" y="549474"/>
                </a:lnTo>
                <a:lnTo>
                  <a:pt x="72912" y="560040"/>
                </a:lnTo>
                <a:lnTo>
                  <a:pt x="73133" y="570607"/>
                </a:lnTo>
                <a:lnTo>
                  <a:pt x="73374" y="581174"/>
                </a:lnTo>
                <a:lnTo>
                  <a:pt x="73608" y="591741"/>
                </a:lnTo>
                <a:lnTo>
                  <a:pt x="73805" y="602308"/>
                </a:lnTo>
                <a:lnTo>
                  <a:pt x="73938" y="612874"/>
                </a:lnTo>
                <a:lnTo>
                  <a:pt x="73986" y="623441"/>
                </a:lnTo>
                <a:lnTo>
                  <a:pt x="73932" y="634008"/>
                </a:lnTo>
                <a:lnTo>
                  <a:pt x="73771" y="644575"/>
                </a:lnTo>
                <a:lnTo>
                  <a:pt x="73506" y="655142"/>
                </a:lnTo>
                <a:lnTo>
                  <a:pt x="73149" y="665709"/>
                </a:lnTo>
                <a:lnTo>
                  <a:pt x="72721" y="676275"/>
                </a:lnTo>
                <a:lnTo>
                  <a:pt x="72247" y="686842"/>
                </a:lnTo>
                <a:lnTo>
                  <a:pt x="71754" y="697409"/>
                </a:lnTo>
                <a:lnTo>
                  <a:pt x="71270" y="707976"/>
                </a:lnTo>
                <a:lnTo>
                  <a:pt x="70819" y="718543"/>
                </a:lnTo>
                <a:lnTo>
                  <a:pt x="70421" y="729109"/>
                </a:lnTo>
                <a:lnTo>
                  <a:pt x="70090" y="739676"/>
                </a:lnTo>
                <a:lnTo>
                  <a:pt x="69834" y="750243"/>
                </a:lnTo>
                <a:lnTo>
                  <a:pt x="69654" y="760810"/>
                </a:lnTo>
                <a:lnTo>
                  <a:pt x="69545" y="771377"/>
                </a:lnTo>
                <a:lnTo>
                  <a:pt x="69499" y="781943"/>
                </a:lnTo>
                <a:lnTo>
                  <a:pt x="69504" y="792510"/>
                </a:lnTo>
                <a:lnTo>
                  <a:pt x="69544" y="803077"/>
                </a:lnTo>
                <a:lnTo>
                  <a:pt x="69606" y="813644"/>
                </a:lnTo>
                <a:lnTo>
                  <a:pt x="69674" y="824211"/>
                </a:lnTo>
                <a:lnTo>
                  <a:pt x="69736" y="834777"/>
                </a:lnTo>
                <a:lnTo>
                  <a:pt x="69779" y="845344"/>
                </a:lnTo>
                <a:lnTo>
                  <a:pt x="69796" y="855911"/>
                </a:lnTo>
                <a:lnTo>
                  <a:pt x="69780" y="866478"/>
                </a:lnTo>
                <a:lnTo>
                  <a:pt x="69729" y="877045"/>
                </a:lnTo>
                <a:lnTo>
                  <a:pt x="69642" y="887611"/>
                </a:lnTo>
                <a:lnTo>
                  <a:pt x="69523" y="898178"/>
                </a:lnTo>
                <a:lnTo>
                  <a:pt x="69374" y="908745"/>
                </a:lnTo>
                <a:lnTo>
                  <a:pt x="69201" y="919312"/>
                </a:lnTo>
                <a:lnTo>
                  <a:pt x="69009" y="929879"/>
                </a:lnTo>
                <a:lnTo>
                  <a:pt x="68804" y="940445"/>
                </a:lnTo>
                <a:lnTo>
                  <a:pt x="68591" y="951012"/>
                </a:lnTo>
                <a:lnTo>
                  <a:pt x="68377" y="961579"/>
                </a:lnTo>
                <a:lnTo>
                  <a:pt x="68165" y="972146"/>
                </a:lnTo>
                <a:lnTo>
                  <a:pt x="67961" y="982713"/>
                </a:lnTo>
                <a:lnTo>
                  <a:pt x="67768" y="993279"/>
                </a:lnTo>
                <a:lnTo>
                  <a:pt x="67591" y="1003846"/>
                </a:lnTo>
                <a:lnTo>
                  <a:pt x="67432" y="1014413"/>
                </a:lnTo>
                <a:lnTo>
                  <a:pt x="67295" y="1024980"/>
                </a:lnTo>
                <a:lnTo>
                  <a:pt x="67181" y="1035547"/>
                </a:lnTo>
                <a:lnTo>
                  <a:pt x="67095" y="1046113"/>
                </a:lnTo>
                <a:lnTo>
                  <a:pt x="67037" y="1056680"/>
                </a:lnTo>
                <a:lnTo>
                  <a:pt x="67013" y="1067247"/>
                </a:lnTo>
                <a:lnTo>
                  <a:pt x="67028" y="1077814"/>
                </a:lnTo>
                <a:lnTo>
                  <a:pt x="67090" y="1088381"/>
                </a:lnTo>
                <a:lnTo>
                  <a:pt x="67207" y="1098947"/>
                </a:lnTo>
                <a:lnTo>
                  <a:pt x="67392" y="1109514"/>
                </a:lnTo>
                <a:lnTo>
                  <a:pt x="67657" y="1120081"/>
                </a:lnTo>
                <a:lnTo>
                  <a:pt x="68015" y="1130648"/>
                </a:lnTo>
                <a:lnTo>
                  <a:pt x="68478" y="1141215"/>
                </a:lnTo>
                <a:lnTo>
                  <a:pt x="69054" y="1151781"/>
                </a:lnTo>
                <a:lnTo>
                  <a:pt x="69744" y="1162348"/>
                </a:lnTo>
                <a:lnTo>
                  <a:pt x="70541" y="1172915"/>
                </a:lnTo>
                <a:lnTo>
                  <a:pt x="71429" y="1183482"/>
                </a:lnTo>
                <a:lnTo>
                  <a:pt x="72378" y="1194049"/>
                </a:lnTo>
                <a:lnTo>
                  <a:pt x="73352" y="1204615"/>
                </a:lnTo>
                <a:lnTo>
                  <a:pt x="74303" y="1215182"/>
                </a:lnTo>
                <a:lnTo>
                  <a:pt x="75180" y="1225749"/>
                </a:lnTo>
                <a:lnTo>
                  <a:pt x="75930" y="1236316"/>
                </a:lnTo>
                <a:lnTo>
                  <a:pt x="76505" y="1246883"/>
                </a:lnTo>
                <a:lnTo>
                  <a:pt x="76867" y="1257449"/>
                </a:lnTo>
                <a:lnTo>
                  <a:pt x="76990" y="1268016"/>
                </a:lnTo>
                <a:lnTo>
                  <a:pt x="76990" y="1268016"/>
                </a:lnTo>
                <a:close/>
              </a:path>
            </a:pathLst>
          </a:custGeom>
          <a:solidFill>
            <a:srgbClr val="00878B">
              <a:alpha val="12000"/>
            </a:srgbClr>
          </a:solidFill>
          <a:ln w="6985">
            <a:solidFill>
              <a:srgbClr val="00878B">
                <a:alpha val="12000"/>
              </a:srgbClr>
            </a:solidFill>
            <a:prstDash val="solid"/>
          </a:ln>
        </p:spPr>
      </p:sp>
      <p:sp>
        <p:nvSpPr>
          <p:cNvPr id="6" name="01_find_only_5">
            <a:extLst>
              <a:ext uri="{FF2B5EF4-FFF2-40B4-BE49-F238E27FC236}">
                <a16:creationId xmlns:a16="http://schemas.microsoft.com/office/drawing/2014/main" id="{D58FDCC6-37D2-40CA-ADBD-EBE3B5946E0F}"/>
              </a:ext>
            </a:extLst>
          </p:cNvPr>
          <p:cNvSpPr>
            <a:spLocks noGrp="1"/>
          </p:cNvSpPr>
          <p:nvPr/>
        </p:nvSpPr>
        <p:spPr>
          <a:xfrm>
            <a:off x="2000800" y="2869601"/>
            <a:ext cx="130000" cy="1268016"/>
          </a:xfrm>
          <a:custGeom>
            <a:avLst/>
            <a:gdLst/>
            <a:ahLst/>
            <a:cxnLst/>
            <a:rect l="0" t="0" r="0" b="0"/>
            <a:pathLst>
              <a:path w="130000" h="1268016">
                <a:moveTo>
                  <a:pt x="75202" y="1268016"/>
                </a:moveTo>
                <a:lnTo>
                  <a:pt x="54798" y="1268016"/>
                </a:lnTo>
                <a:lnTo>
                  <a:pt x="54898" y="1257449"/>
                </a:lnTo>
                <a:lnTo>
                  <a:pt x="55190" y="1246883"/>
                </a:lnTo>
                <a:lnTo>
                  <a:pt x="55655" y="1236316"/>
                </a:lnTo>
                <a:lnTo>
                  <a:pt x="56259" y="1225749"/>
                </a:lnTo>
                <a:lnTo>
                  <a:pt x="56963" y="1215182"/>
                </a:lnTo>
                <a:lnTo>
                  <a:pt x="57723" y="1204615"/>
                </a:lnTo>
                <a:lnTo>
                  <a:pt x="58498" y="1194049"/>
                </a:lnTo>
                <a:lnTo>
                  <a:pt x="59250" y="1183482"/>
                </a:lnTo>
                <a:lnTo>
                  <a:pt x="59948" y="1172915"/>
                </a:lnTo>
                <a:lnTo>
                  <a:pt x="60571" y="1162348"/>
                </a:lnTo>
                <a:lnTo>
                  <a:pt x="61107" y="1151781"/>
                </a:lnTo>
                <a:lnTo>
                  <a:pt x="61551" y="1141215"/>
                </a:lnTo>
                <a:lnTo>
                  <a:pt x="61908" y="1130648"/>
                </a:lnTo>
                <a:lnTo>
                  <a:pt x="62185" y="1120081"/>
                </a:lnTo>
                <a:lnTo>
                  <a:pt x="62393" y="1109514"/>
                </a:lnTo>
                <a:lnTo>
                  <a:pt x="62542" y="1098947"/>
                </a:lnTo>
                <a:lnTo>
                  <a:pt x="62643" y="1088381"/>
                </a:lnTo>
                <a:lnTo>
                  <a:pt x="62705" y="1077814"/>
                </a:lnTo>
                <a:lnTo>
                  <a:pt x="62734" y="1067247"/>
                </a:lnTo>
                <a:lnTo>
                  <a:pt x="62734" y="1056680"/>
                </a:lnTo>
                <a:lnTo>
                  <a:pt x="62707" y="1046113"/>
                </a:lnTo>
                <a:lnTo>
                  <a:pt x="62654" y="1035547"/>
                </a:lnTo>
                <a:lnTo>
                  <a:pt x="62576" y="1024980"/>
                </a:lnTo>
                <a:lnTo>
                  <a:pt x="62473" y="1014413"/>
                </a:lnTo>
                <a:lnTo>
                  <a:pt x="62348" y="1003846"/>
                </a:lnTo>
                <a:lnTo>
                  <a:pt x="62201" y="993279"/>
                </a:lnTo>
                <a:lnTo>
                  <a:pt x="62035" y="982713"/>
                </a:lnTo>
                <a:lnTo>
                  <a:pt x="61854" y="972146"/>
                </a:lnTo>
                <a:lnTo>
                  <a:pt x="61663" y="961579"/>
                </a:lnTo>
                <a:lnTo>
                  <a:pt x="61465" y="951012"/>
                </a:lnTo>
                <a:lnTo>
                  <a:pt x="61266" y="940445"/>
                </a:lnTo>
                <a:lnTo>
                  <a:pt x="61072" y="929879"/>
                </a:lnTo>
                <a:lnTo>
                  <a:pt x="60889" y="919312"/>
                </a:lnTo>
                <a:lnTo>
                  <a:pt x="60724" y="908745"/>
                </a:lnTo>
                <a:lnTo>
                  <a:pt x="60580" y="898178"/>
                </a:lnTo>
                <a:lnTo>
                  <a:pt x="60465" y="887611"/>
                </a:lnTo>
                <a:lnTo>
                  <a:pt x="60382" y="877045"/>
                </a:lnTo>
                <a:lnTo>
                  <a:pt x="60333" y="866478"/>
                </a:lnTo>
                <a:lnTo>
                  <a:pt x="60318" y="855911"/>
                </a:lnTo>
                <a:lnTo>
                  <a:pt x="60334" y="845344"/>
                </a:lnTo>
                <a:lnTo>
                  <a:pt x="60377" y="834777"/>
                </a:lnTo>
                <a:lnTo>
                  <a:pt x="60437" y="824211"/>
                </a:lnTo>
                <a:lnTo>
                  <a:pt x="60503" y="813644"/>
                </a:lnTo>
                <a:lnTo>
                  <a:pt x="60564" y="803077"/>
                </a:lnTo>
                <a:lnTo>
                  <a:pt x="60603" y="792510"/>
                </a:lnTo>
                <a:lnTo>
                  <a:pt x="60608" y="781943"/>
                </a:lnTo>
                <a:lnTo>
                  <a:pt x="60563" y="771377"/>
                </a:lnTo>
                <a:lnTo>
                  <a:pt x="60457" y="760810"/>
                </a:lnTo>
                <a:lnTo>
                  <a:pt x="60281" y="750243"/>
                </a:lnTo>
                <a:lnTo>
                  <a:pt x="60031" y="739676"/>
                </a:lnTo>
                <a:lnTo>
                  <a:pt x="59708" y="729109"/>
                </a:lnTo>
                <a:lnTo>
                  <a:pt x="59319" y="718543"/>
                </a:lnTo>
                <a:lnTo>
                  <a:pt x="58879" y="707976"/>
                </a:lnTo>
                <a:lnTo>
                  <a:pt x="58406" y="697409"/>
                </a:lnTo>
                <a:lnTo>
                  <a:pt x="57925" y="686842"/>
                </a:lnTo>
                <a:lnTo>
                  <a:pt x="57463" y="676275"/>
                </a:lnTo>
                <a:lnTo>
                  <a:pt x="57045" y="665709"/>
                </a:lnTo>
                <a:lnTo>
                  <a:pt x="56698" y="655142"/>
                </a:lnTo>
                <a:lnTo>
                  <a:pt x="56440" y="644575"/>
                </a:lnTo>
                <a:lnTo>
                  <a:pt x="56284" y="634008"/>
                </a:lnTo>
                <a:lnTo>
                  <a:pt x="56234" y="623441"/>
                </a:lnTo>
                <a:lnTo>
                  <a:pt x="56283" y="612874"/>
                </a:lnTo>
                <a:lnTo>
                  <a:pt x="56418" y="602308"/>
                </a:lnTo>
                <a:lnTo>
                  <a:pt x="56617" y="591741"/>
                </a:lnTo>
                <a:lnTo>
                  <a:pt x="56854" y="581174"/>
                </a:lnTo>
                <a:lnTo>
                  <a:pt x="57101" y="570607"/>
                </a:lnTo>
                <a:lnTo>
                  <a:pt x="57332" y="560040"/>
                </a:lnTo>
                <a:lnTo>
                  <a:pt x="57521" y="549474"/>
                </a:lnTo>
                <a:lnTo>
                  <a:pt x="57653" y="538907"/>
                </a:lnTo>
                <a:lnTo>
                  <a:pt x="57715" y="528340"/>
                </a:lnTo>
                <a:lnTo>
                  <a:pt x="57705" y="517773"/>
                </a:lnTo>
                <a:lnTo>
                  <a:pt x="57626" y="507206"/>
                </a:lnTo>
                <a:lnTo>
                  <a:pt x="57491" y="496640"/>
                </a:lnTo>
                <a:lnTo>
                  <a:pt x="57316" y="486073"/>
                </a:lnTo>
                <a:lnTo>
                  <a:pt x="57119" y="475506"/>
                </a:lnTo>
                <a:lnTo>
                  <a:pt x="56924" y="464939"/>
                </a:lnTo>
                <a:lnTo>
                  <a:pt x="56752" y="454372"/>
                </a:lnTo>
                <a:lnTo>
                  <a:pt x="56619" y="443806"/>
                </a:lnTo>
                <a:lnTo>
                  <a:pt x="56541" y="433239"/>
                </a:lnTo>
                <a:lnTo>
                  <a:pt x="56526" y="422672"/>
                </a:lnTo>
                <a:lnTo>
                  <a:pt x="56576" y="412105"/>
                </a:lnTo>
                <a:lnTo>
                  <a:pt x="56688" y="401538"/>
                </a:lnTo>
                <a:lnTo>
                  <a:pt x="56852" y="390972"/>
                </a:lnTo>
                <a:lnTo>
                  <a:pt x="57056" y="380405"/>
                </a:lnTo>
                <a:lnTo>
                  <a:pt x="57286" y="369838"/>
                </a:lnTo>
                <a:lnTo>
                  <a:pt x="57527" y="359271"/>
                </a:lnTo>
                <a:lnTo>
                  <a:pt x="57768" y="348704"/>
                </a:lnTo>
                <a:lnTo>
                  <a:pt x="57997" y="338138"/>
                </a:lnTo>
                <a:lnTo>
                  <a:pt x="58210" y="327571"/>
                </a:lnTo>
                <a:lnTo>
                  <a:pt x="58405" y="317004"/>
                </a:lnTo>
                <a:lnTo>
                  <a:pt x="58582" y="306437"/>
                </a:lnTo>
                <a:lnTo>
                  <a:pt x="58746" y="295870"/>
                </a:lnTo>
                <a:lnTo>
                  <a:pt x="58901" y="285304"/>
                </a:lnTo>
                <a:lnTo>
                  <a:pt x="59052" y="274737"/>
                </a:lnTo>
                <a:lnTo>
                  <a:pt x="59202" y="264170"/>
                </a:lnTo>
                <a:lnTo>
                  <a:pt x="59352" y="253603"/>
                </a:lnTo>
                <a:lnTo>
                  <a:pt x="59497" y="243036"/>
                </a:lnTo>
                <a:lnTo>
                  <a:pt x="59626" y="232470"/>
                </a:lnTo>
                <a:lnTo>
                  <a:pt x="59721" y="221903"/>
                </a:lnTo>
                <a:lnTo>
                  <a:pt x="59754" y="211336"/>
                </a:lnTo>
                <a:lnTo>
                  <a:pt x="59686" y="200769"/>
                </a:lnTo>
                <a:lnTo>
                  <a:pt x="59464" y="190202"/>
                </a:lnTo>
                <a:lnTo>
                  <a:pt x="59025" y="179636"/>
                </a:lnTo>
                <a:lnTo>
                  <a:pt x="58290" y="169069"/>
                </a:lnTo>
                <a:lnTo>
                  <a:pt x="57174" y="158502"/>
                </a:lnTo>
                <a:lnTo>
                  <a:pt x="55586" y="147935"/>
                </a:lnTo>
                <a:lnTo>
                  <a:pt x="53441" y="137368"/>
                </a:lnTo>
                <a:lnTo>
                  <a:pt x="50665" y="126802"/>
                </a:lnTo>
                <a:lnTo>
                  <a:pt x="47213" y="116235"/>
                </a:lnTo>
                <a:lnTo>
                  <a:pt x="43080" y="105668"/>
                </a:lnTo>
                <a:lnTo>
                  <a:pt x="38312" y="95101"/>
                </a:lnTo>
                <a:lnTo>
                  <a:pt x="33013" y="84534"/>
                </a:lnTo>
                <a:lnTo>
                  <a:pt x="27353" y="73968"/>
                </a:lnTo>
                <a:lnTo>
                  <a:pt x="21561" y="63401"/>
                </a:lnTo>
                <a:lnTo>
                  <a:pt x="15913" y="52834"/>
                </a:lnTo>
                <a:lnTo>
                  <a:pt x="10715" y="42267"/>
                </a:lnTo>
                <a:lnTo>
                  <a:pt x="6274" y="31700"/>
                </a:lnTo>
                <a:lnTo>
                  <a:pt x="2870" y="21134"/>
                </a:lnTo>
                <a:lnTo>
                  <a:pt x="730" y="10567"/>
                </a:lnTo>
                <a:lnTo>
                  <a:pt x="0" y="0"/>
                </a:lnTo>
                <a:lnTo>
                  <a:pt x="130000" y="0"/>
                </a:lnTo>
                <a:lnTo>
                  <a:pt x="130000" y="0"/>
                </a:lnTo>
                <a:lnTo>
                  <a:pt x="129270" y="10567"/>
                </a:lnTo>
                <a:lnTo>
                  <a:pt x="127130" y="21134"/>
                </a:lnTo>
                <a:lnTo>
                  <a:pt x="123726" y="31700"/>
                </a:lnTo>
                <a:lnTo>
                  <a:pt x="119285" y="42267"/>
                </a:lnTo>
                <a:lnTo>
                  <a:pt x="114087" y="52834"/>
                </a:lnTo>
                <a:lnTo>
                  <a:pt x="108439" y="63401"/>
                </a:lnTo>
                <a:lnTo>
                  <a:pt x="102647" y="73968"/>
                </a:lnTo>
                <a:lnTo>
                  <a:pt x="96987" y="84534"/>
                </a:lnTo>
                <a:lnTo>
                  <a:pt x="91688" y="95101"/>
                </a:lnTo>
                <a:lnTo>
                  <a:pt x="86920" y="105668"/>
                </a:lnTo>
                <a:lnTo>
                  <a:pt x="82787" y="116235"/>
                </a:lnTo>
                <a:lnTo>
                  <a:pt x="79335" y="126802"/>
                </a:lnTo>
                <a:lnTo>
                  <a:pt x="76559" y="137368"/>
                </a:lnTo>
                <a:lnTo>
                  <a:pt x="74414" y="147935"/>
                </a:lnTo>
                <a:lnTo>
                  <a:pt x="72826" y="158502"/>
                </a:lnTo>
                <a:lnTo>
                  <a:pt x="71710" y="169069"/>
                </a:lnTo>
                <a:lnTo>
                  <a:pt x="70975" y="179636"/>
                </a:lnTo>
                <a:lnTo>
                  <a:pt x="70536" y="190202"/>
                </a:lnTo>
                <a:lnTo>
                  <a:pt x="70314" y="200769"/>
                </a:lnTo>
                <a:lnTo>
                  <a:pt x="70246" y="211336"/>
                </a:lnTo>
                <a:lnTo>
                  <a:pt x="70279" y="221903"/>
                </a:lnTo>
                <a:lnTo>
                  <a:pt x="70374" y="232470"/>
                </a:lnTo>
                <a:lnTo>
                  <a:pt x="70503" y="243036"/>
                </a:lnTo>
                <a:lnTo>
                  <a:pt x="70648" y="253603"/>
                </a:lnTo>
                <a:lnTo>
                  <a:pt x="70798" y="264170"/>
                </a:lnTo>
                <a:lnTo>
                  <a:pt x="70948" y="274737"/>
                </a:lnTo>
                <a:lnTo>
                  <a:pt x="71099" y="285304"/>
                </a:lnTo>
                <a:lnTo>
                  <a:pt x="71254" y="295870"/>
                </a:lnTo>
                <a:lnTo>
                  <a:pt x="71418" y="306437"/>
                </a:lnTo>
                <a:lnTo>
                  <a:pt x="71595" y="317004"/>
                </a:lnTo>
                <a:lnTo>
                  <a:pt x="71790" y="327571"/>
                </a:lnTo>
                <a:lnTo>
                  <a:pt x="72003" y="338138"/>
                </a:lnTo>
                <a:lnTo>
                  <a:pt x="72232" y="348704"/>
                </a:lnTo>
                <a:lnTo>
                  <a:pt x="72473" y="359271"/>
                </a:lnTo>
                <a:lnTo>
                  <a:pt x="72714" y="369838"/>
                </a:lnTo>
                <a:lnTo>
                  <a:pt x="72944" y="380405"/>
                </a:lnTo>
                <a:lnTo>
                  <a:pt x="73148" y="390972"/>
                </a:lnTo>
                <a:lnTo>
                  <a:pt x="73312" y="401538"/>
                </a:lnTo>
                <a:lnTo>
                  <a:pt x="73424" y="412105"/>
                </a:lnTo>
                <a:lnTo>
                  <a:pt x="73474" y="422672"/>
                </a:lnTo>
                <a:lnTo>
                  <a:pt x="73459" y="433239"/>
                </a:lnTo>
                <a:lnTo>
                  <a:pt x="73381" y="443806"/>
                </a:lnTo>
                <a:lnTo>
                  <a:pt x="73248" y="454372"/>
                </a:lnTo>
                <a:lnTo>
                  <a:pt x="73076" y="464939"/>
                </a:lnTo>
                <a:lnTo>
                  <a:pt x="72881" y="475506"/>
                </a:lnTo>
                <a:lnTo>
                  <a:pt x="72684" y="486073"/>
                </a:lnTo>
                <a:lnTo>
                  <a:pt x="72509" y="496640"/>
                </a:lnTo>
                <a:lnTo>
                  <a:pt x="72374" y="507206"/>
                </a:lnTo>
                <a:lnTo>
                  <a:pt x="72295" y="517773"/>
                </a:lnTo>
                <a:lnTo>
                  <a:pt x="72285" y="528340"/>
                </a:lnTo>
                <a:lnTo>
                  <a:pt x="72347" y="538907"/>
                </a:lnTo>
                <a:lnTo>
                  <a:pt x="72479" y="549474"/>
                </a:lnTo>
                <a:lnTo>
                  <a:pt x="72668" y="560040"/>
                </a:lnTo>
                <a:lnTo>
                  <a:pt x="72899" y="570607"/>
                </a:lnTo>
                <a:lnTo>
                  <a:pt x="73146" y="581174"/>
                </a:lnTo>
                <a:lnTo>
                  <a:pt x="73383" y="591741"/>
                </a:lnTo>
                <a:lnTo>
                  <a:pt x="73582" y="602308"/>
                </a:lnTo>
                <a:lnTo>
                  <a:pt x="73717" y="612874"/>
                </a:lnTo>
                <a:lnTo>
                  <a:pt x="73766" y="623441"/>
                </a:lnTo>
                <a:lnTo>
                  <a:pt x="73716" y="634008"/>
                </a:lnTo>
                <a:lnTo>
                  <a:pt x="73560" y="644575"/>
                </a:lnTo>
                <a:lnTo>
                  <a:pt x="73302" y="655142"/>
                </a:lnTo>
                <a:lnTo>
                  <a:pt x="72955" y="665709"/>
                </a:lnTo>
                <a:lnTo>
                  <a:pt x="72537" y="676275"/>
                </a:lnTo>
                <a:lnTo>
                  <a:pt x="72075" y="686842"/>
                </a:lnTo>
                <a:lnTo>
                  <a:pt x="71594" y="697409"/>
                </a:lnTo>
                <a:lnTo>
                  <a:pt x="71121" y="707976"/>
                </a:lnTo>
                <a:lnTo>
                  <a:pt x="70681" y="718543"/>
                </a:lnTo>
                <a:lnTo>
                  <a:pt x="70292" y="729109"/>
                </a:lnTo>
                <a:lnTo>
                  <a:pt x="69969" y="739676"/>
                </a:lnTo>
                <a:lnTo>
                  <a:pt x="69719" y="750243"/>
                </a:lnTo>
                <a:lnTo>
                  <a:pt x="69543" y="760810"/>
                </a:lnTo>
                <a:lnTo>
                  <a:pt x="69437" y="771377"/>
                </a:lnTo>
                <a:lnTo>
                  <a:pt x="69392" y="781943"/>
                </a:lnTo>
                <a:lnTo>
                  <a:pt x="69397" y="792510"/>
                </a:lnTo>
                <a:lnTo>
                  <a:pt x="69436" y="803077"/>
                </a:lnTo>
                <a:lnTo>
                  <a:pt x="69497" y="813644"/>
                </a:lnTo>
                <a:lnTo>
                  <a:pt x="69563" y="824211"/>
                </a:lnTo>
                <a:lnTo>
                  <a:pt x="69623" y="834777"/>
                </a:lnTo>
                <a:lnTo>
                  <a:pt x="69666" y="845344"/>
                </a:lnTo>
                <a:lnTo>
                  <a:pt x="69682" y="855911"/>
                </a:lnTo>
                <a:lnTo>
                  <a:pt x="69667" y="866478"/>
                </a:lnTo>
                <a:lnTo>
                  <a:pt x="69618" y="877045"/>
                </a:lnTo>
                <a:lnTo>
                  <a:pt x="69535" y="887611"/>
                </a:lnTo>
                <a:lnTo>
                  <a:pt x="69420" y="898178"/>
                </a:lnTo>
                <a:lnTo>
                  <a:pt x="69276" y="908745"/>
                </a:lnTo>
                <a:lnTo>
                  <a:pt x="69111" y="919312"/>
                </a:lnTo>
                <a:lnTo>
                  <a:pt x="68928" y="929879"/>
                </a:lnTo>
                <a:lnTo>
                  <a:pt x="68734" y="940445"/>
                </a:lnTo>
                <a:lnTo>
                  <a:pt x="68535" y="951012"/>
                </a:lnTo>
                <a:lnTo>
                  <a:pt x="68337" y="961579"/>
                </a:lnTo>
                <a:lnTo>
                  <a:pt x="68146" y="972146"/>
                </a:lnTo>
                <a:lnTo>
                  <a:pt x="67965" y="982713"/>
                </a:lnTo>
                <a:lnTo>
                  <a:pt x="67799" y="993279"/>
                </a:lnTo>
                <a:lnTo>
                  <a:pt x="67652" y="1003846"/>
                </a:lnTo>
                <a:lnTo>
                  <a:pt x="67527" y="1014413"/>
                </a:lnTo>
                <a:lnTo>
                  <a:pt x="67424" y="1024980"/>
                </a:lnTo>
                <a:lnTo>
                  <a:pt x="67346" y="1035547"/>
                </a:lnTo>
                <a:lnTo>
                  <a:pt x="67293" y="1046113"/>
                </a:lnTo>
                <a:lnTo>
                  <a:pt x="67266" y="1056680"/>
                </a:lnTo>
                <a:lnTo>
                  <a:pt x="67266" y="1067247"/>
                </a:lnTo>
                <a:lnTo>
                  <a:pt x="67295" y="1077814"/>
                </a:lnTo>
                <a:lnTo>
                  <a:pt x="67357" y="1088381"/>
                </a:lnTo>
                <a:lnTo>
                  <a:pt x="67458" y="1098947"/>
                </a:lnTo>
                <a:lnTo>
                  <a:pt x="67607" y="1109514"/>
                </a:lnTo>
                <a:lnTo>
                  <a:pt x="67815" y="1120081"/>
                </a:lnTo>
                <a:lnTo>
                  <a:pt x="68092" y="1130648"/>
                </a:lnTo>
                <a:lnTo>
                  <a:pt x="68449" y="1141215"/>
                </a:lnTo>
                <a:lnTo>
                  <a:pt x="68893" y="1151781"/>
                </a:lnTo>
                <a:lnTo>
                  <a:pt x="69429" y="1162348"/>
                </a:lnTo>
                <a:lnTo>
                  <a:pt x="70052" y="1172915"/>
                </a:lnTo>
                <a:lnTo>
                  <a:pt x="70750" y="1183482"/>
                </a:lnTo>
                <a:lnTo>
                  <a:pt x="71502" y="1194049"/>
                </a:lnTo>
                <a:lnTo>
                  <a:pt x="72277" y="1204615"/>
                </a:lnTo>
                <a:lnTo>
                  <a:pt x="73037" y="1215182"/>
                </a:lnTo>
                <a:lnTo>
                  <a:pt x="73741" y="1225749"/>
                </a:lnTo>
                <a:lnTo>
                  <a:pt x="74345" y="1236316"/>
                </a:lnTo>
                <a:lnTo>
                  <a:pt x="74810" y="1246883"/>
                </a:lnTo>
                <a:lnTo>
                  <a:pt x="75102" y="1257449"/>
                </a:lnTo>
                <a:lnTo>
                  <a:pt x="75202" y="1268016"/>
                </a:lnTo>
                <a:lnTo>
                  <a:pt x="75202" y="1268016"/>
                </a:lnTo>
                <a:close/>
              </a:path>
            </a:pathLst>
          </a:custGeom>
          <a:solidFill>
            <a:srgbClr val="00878B">
              <a:alpha val="12000"/>
            </a:srgbClr>
          </a:solidFill>
          <a:ln w="6985">
            <a:solidFill>
              <a:srgbClr val="00878B">
                <a:alpha val="12000"/>
              </a:srgbClr>
            </a:solidFill>
            <a:prstDash val="solid"/>
          </a:ln>
        </p:spPr>
      </p:sp>
      <p:sp>
        <p:nvSpPr>
          <p:cNvPr id="7" name="01_find_only_6">
            <a:extLst>
              <a:ext uri="{FF2B5EF4-FFF2-40B4-BE49-F238E27FC236}">
                <a16:creationId xmlns:a16="http://schemas.microsoft.com/office/drawing/2014/main" id="{F3A34015-EFF7-43F2-A8E6-E4A2A6AE8601}"/>
              </a:ext>
            </a:extLst>
          </p:cNvPr>
          <p:cNvSpPr>
            <a:spLocks noGrp="1"/>
          </p:cNvSpPr>
          <p:nvPr/>
        </p:nvSpPr>
        <p:spPr>
          <a:xfrm>
            <a:off x="565800" y="420101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8" name="01_find_only_7">
            <a:extLst>
              <a:ext uri="{FF2B5EF4-FFF2-40B4-BE49-F238E27FC236}">
                <a16:creationId xmlns:a16="http://schemas.microsoft.com/office/drawing/2014/main" id="{A91C88A9-1906-4D74-9751-2CE49C0EB155}"/>
              </a:ext>
            </a:extLst>
          </p:cNvPr>
          <p:cNvSpPr>
            <a:spLocks noGrp="1"/>
          </p:cNvSpPr>
          <p:nvPr/>
        </p:nvSpPr>
        <p:spPr>
          <a:xfrm>
            <a:off x="815800" y="420101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9" name="01_find_only_8">
            <a:extLst>
              <a:ext uri="{FF2B5EF4-FFF2-40B4-BE49-F238E27FC236}">
                <a16:creationId xmlns:a16="http://schemas.microsoft.com/office/drawing/2014/main" id="{DA8CB5CB-56F8-40BE-B73A-CFC279E6C42D}"/>
              </a:ext>
            </a:extLst>
          </p:cNvPr>
          <p:cNvSpPr>
            <a:spLocks noGrp="1"/>
          </p:cNvSpPr>
          <p:nvPr/>
        </p:nvSpPr>
        <p:spPr>
          <a:xfrm>
            <a:off x="1065800" y="420101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 name="01_find_only_9">
            <a:extLst>
              <a:ext uri="{FF2B5EF4-FFF2-40B4-BE49-F238E27FC236}">
                <a16:creationId xmlns:a16="http://schemas.microsoft.com/office/drawing/2014/main" id="{8862EC4C-24E5-427C-8110-871FE66F44EF}"/>
              </a:ext>
            </a:extLst>
          </p:cNvPr>
          <p:cNvSpPr>
            <a:spLocks noGrp="1"/>
          </p:cNvSpPr>
          <p:nvPr/>
        </p:nvSpPr>
        <p:spPr>
          <a:xfrm>
            <a:off x="1565800" y="420101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1" name="01_find_only_10">
            <a:extLst>
              <a:ext uri="{FF2B5EF4-FFF2-40B4-BE49-F238E27FC236}">
                <a16:creationId xmlns:a16="http://schemas.microsoft.com/office/drawing/2014/main" id="{63BD3064-5BDA-4EBA-9F80-9FB50E36D7B0}"/>
              </a:ext>
            </a:extLst>
          </p:cNvPr>
          <p:cNvSpPr>
            <a:spLocks noGrp="1"/>
          </p:cNvSpPr>
          <p:nvPr/>
        </p:nvSpPr>
        <p:spPr>
          <a:xfrm>
            <a:off x="2065800" y="420101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2" name="01_find_only_11">
            <a:extLst>
              <a:ext uri="{FF2B5EF4-FFF2-40B4-BE49-F238E27FC236}">
                <a16:creationId xmlns:a16="http://schemas.microsoft.com/office/drawing/2014/main" id="{2C516DC2-B1A0-4AED-AC02-07F343A957E8}"/>
              </a:ext>
            </a:extLst>
          </p:cNvPr>
          <p:cNvSpPr>
            <a:spLocks noGrp="1"/>
          </p:cNvSpPr>
          <p:nvPr/>
        </p:nvSpPr>
        <p:spPr>
          <a:xfrm>
            <a:off x="550800" y="4137617"/>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13" name="01_find_only_12">
            <a:extLst>
              <a:ext uri="{FF2B5EF4-FFF2-40B4-BE49-F238E27FC236}">
                <a16:creationId xmlns:a16="http://schemas.microsoft.com/office/drawing/2014/main" id="{584D327D-7A50-4840-A0D6-BFB1DA0D433E}"/>
              </a:ext>
            </a:extLst>
          </p:cNvPr>
          <p:cNvSpPr>
            <a:spLocks noGrp="1"/>
          </p:cNvSpPr>
          <p:nvPr/>
        </p:nvSpPr>
        <p:spPr>
          <a:xfrm>
            <a:off x="512700" y="413761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4" name="text_13">
            <a:extLst>
              <a:ext uri="{FF2B5EF4-FFF2-40B4-BE49-F238E27FC236}">
                <a16:creationId xmlns:a16="http://schemas.microsoft.com/office/drawing/2014/main" id="{64E220D2-D924-4562-9A26-B5F9610B44A9}"/>
              </a:ext>
            </a:extLst>
          </p:cNvPr>
          <p:cNvSpPr>
            <a:spLocks noGrp="1"/>
          </p:cNvSpPr>
          <p:nvPr/>
        </p:nvSpPr>
        <p:spPr>
          <a:xfrm>
            <a:off x="423053" y="4097556"/>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15" name="01_find_only_14">
            <a:extLst>
              <a:ext uri="{FF2B5EF4-FFF2-40B4-BE49-F238E27FC236}">
                <a16:creationId xmlns:a16="http://schemas.microsoft.com/office/drawing/2014/main" id="{427D88C7-03BD-4ED5-ADFC-75DBC4E44C74}"/>
              </a:ext>
            </a:extLst>
          </p:cNvPr>
          <p:cNvSpPr>
            <a:spLocks noGrp="1"/>
          </p:cNvSpPr>
          <p:nvPr/>
        </p:nvSpPr>
        <p:spPr>
          <a:xfrm>
            <a:off x="550800" y="3503609"/>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16" name="01_find_only_15">
            <a:extLst>
              <a:ext uri="{FF2B5EF4-FFF2-40B4-BE49-F238E27FC236}">
                <a16:creationId xmlns:a16="http://schemas.microsoft.com/office/drawing/2014/main" id="{641C2C0A-B5CA-4BC7-8D47-DDC2C686C870}"/>
              </a:ext>
            </a:extLst>
          </p:cNvPr>
          <p:cNvSpPr>
            <a:spLocks noGrp="1"/>
          </p:cNvSpPr>
          <p:nvPr/>
        </p:nvSpPr>
        <p:spPr>
          <a:xfrm>
            <a:off x="512700" y="3503609"/>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7" name="text_16">
            <a:extLst>
              <a:ext uri="{FF2B5EF4-FFF2-40B4-BE49-F238E27FC236}">
                <a16:creationId xmlns:a16="http://schemas.microsoft.com/office/drawing/2014/main" id="{BE8A1AD3-659B-4089-A9AB-2A9A2FA6FD92}"/>
              </a:ext>
            </a:extLst>
          </p:cNvPr>
          <p:cNvSpPr>
            <a:spLocks noGrp="1"/>
          </p:cNvSpPr>
          <p:nvPr/>
        </p:nvSpPr>
        <p:spPr>
          <a:xfrm>
            <a:off x="371506" y="3463548"/>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18" name="01_find_only_17">
            <a:extLst>
              <a:ext uri="{FF2B5EF4-FFF2-40B4-BE49-F238E27FC236}">
                <a16:creationId xmlns:a16="http://schemas.microsoft.com/office/drawing/2014/main" id="{28AD2704-5E96-478E-ACFF-6F5275A12DA1}"/>
              </a:ext>
            </a:extLst>
          </p:cNvPr>
          <p:cNvSpPr>
            <a:spLocks noGrp="1"/>
          </p:cNvSpPr>
          <p:nvPr/>
        </p:nvSpPr>
        <p:spPr>
          <a:xfrm>
            <a:off x="550800" y="2869601"/>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19" name="01_find_only_18">
            <a:extLst>
              <a:ext uri="{FF2B5EF4-FFF2-40B4-BE49-F238E27FC236}">
                <a16:creationId xmlns:a16="http://schemas.microsoft.com/office/drawing/2014/main" id="{9A440BA2-2DA4-4850-97E2-769274F00BF2}"/>
              </a:ext>
            </a:extLst>
          </p:cNvPr>
          <p:cNvSpPr>
            <a:spLocks noGrp="1"/>
          </p:cNvSpPr>
          <p:nvPr/>
        </p:nvSpPr>
        <p:spPr>
          <a:xfrm>
            <a:off x="512700" y="2869601"/>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0" name="text_19">
            <a:extLst>
              <a:ext uri="{FF2B5EF4-FFF2-40B4-BE49-F238E27FC236}">
                <a16:creationId xmlns:a16="http://schemas.microsoft.com/office/drawing/2014/main" id="{1E13D22A-24CF-40EA-AE23-E54877FEE52D}"/>
              </a:ext>
            </a:extLst>
          </p:cNvPr>
          <p:cNvSpPr>
            <a:spLocks noGrp="1"/>
          </p:cNvSpPr>
          <p:nvPr/>
        </p:nvSpPr>
        <p:spPr>
          <a:xfrm>
            <a:off x="319960" y="2829540"/>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21" name="text_20">
            <a:extLst>
              <a:ext uri="{FF2B5EF4-FFF2-40B4-BE49-F238E27FC236}">
                <a16:creationId xmlns:a16="http://schemas.microsoft.com/office/drawing/2014/main" id="{E0A0A5CC-F70F-479B-B799-29F60E25D016}"/>
              </a:ext>
            </a:extLst>
          </p:cNvPr>
          <p:cNvSpPr>
            <a:spLocks noGrp="1"/>
          </p:cNvSpPr>
          <p:nvPr/>
        </p:nvSpPr>
        <p:spPr>
          <a:xfrm rot="-5400000">
            <a:off x="-294134" y="3440109"/>
            <a:ext cx="1062939"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vl1pPr algn="l">
              <a:defRPr sz="800" b="0">
                <a:solidFill>
                  <a:srgbClr val="273744"/>
                </a:solidFill>
                <a:latin typeface="Arial"/>
                <a:ea typeface="Arial"/>
                <a:cs typeface="Arial"/>
              </a:defRPr>
            </a:lvl1pPr>
            <a:lvl2pPr algn="l">
              <a:defRPr sz="800" b="0">
                <a:solidFill>
                  <a:srgbClr val="273744"/>
                </a:solidFill>
                <a:latin typeface="Arial"/>
                <a:ea typeface="Arial"/>
                <a:cs typeface="Arial"/>
              </a:defRPr>
            </a:lvl2pPr>
            <a:lvl3pPr algn="l">
              <a:defRPr sz="800" b="0">
                <a:solidFill>
                  <a:srgbClr val="273744"/>
                </a:solidFill>
                <a:latin typeface="Arial"/>
                <a:ea typeface="Arial"/>
                <a:cs typeface="Arial"/>
              </a:defRPr>
            </a:lvl3pPr>
            <a:lvl4pPr algn="l">
              <a:defRPr sz="800" b="0">
                <a:solidFill>
                  <a:srgbClr val="273744"/>
                </a:solidFill>
                <a:latin typeface="Arial"/>
                <a:ea typeface="Arial"/>
                <a:cs typeface="Arial"/>
              </a:defRPr>
            </a:lvl4pPr>
            <a:lvl5pPr algn="l">
              <a:defRPr sz="800" b="0">
                <a:solidFill>
                  <a:srgbClr val="273744"/>
                </a:solidFill>
                <a:latin typeface="Arial"/>
                <a:ea typeface="Arial"/>
                <a:cs typeface="Arial"/>
              </a:defRPr>
            </a:lvl5pPr>
            <a:lvl6pPr algn="l">
              <a:defRPr sz="800" b="0">
                <a:solidFill>
                  <a:srgbClr val="273744"/>
                </a:solidFill>
                <a:latin typeface="Arial"/>
                <a:ea typeface="Arial"/>
                <a:cs typeface="Arial"/>
              </a:defRPr>
            </a:lvl6pPr>
            <a:lvl7pPr algn="l">
              <a:defRPr sz="800" b="0">
                <a:solidFill>
                  <a:srgbClr val="273744"/>
                </a:solidFill>
                <a:latin typeface="Arial"/>
                <a:ea typeface="Arial"/>
                <a:cs typeface="Arial"/>
              </a:defRPr>
            </a:lvl7pPr>
            <a:lvl8pPr algn="l">
              <a:defRPr sz="800" b="0">
                <a:solidFill>
                  <a:srgbClr val="273744"/>
                </a:solidFill>
                <a:latin typeface="Arial"/>
                <a:ea typeface="Arial"/>
                <a:cs typeface="Arial"/>
              </a:defRPr>
            </a:lvl8pPr>
            <a:lvl9pPr algn="l">
              <a:defRPr sz="800" b="0">
                <a:solidFill>
                  <a:srgbClr val="273744"/>
                </a:solidFill>
                <a:latin typeface="Arial"/>
                <a:ea typeface="Arial"/>
                <a:cs typeface="Arial"/>
              </a:defRPr>
            </a:lvl9pPr>
          </a:lstStyle>
          <a:p>
            <a:pPr algn="l">
              <a:defRPr sz="800" b="0">
                <a:solidFill>
                  <a:srgbClr val="273744"/>
                </a:solidFill>
                <a:latin typeface="Arial"/>
                <a:ea typeface="Arial"/>
                <a:cs typeface="Arial"/>
              </a:defRPr>
            </a:pPr>
            <a:r>
              <a:rPr sz="800" b="0" dirty="0">
                <a:solidFill>
                  <a:srgbClr val="273744"/>
                </a:solidFill>
                <a:latin typeface="Arial"/>
                <a:ea typeface="Arial"/>
                <a:cs typeface="Arial"/>
              </a:rPr>
              <a:t>Detected instances (%)</a:t>
            </a:r>
          </a:p>
        </p:txBody>
      </p:sp>
      <p:sp>
        <p:nvSpPr>
          <p:cNvPr id="22" name="01_find_only_21">
            <a:extLst>
              <a:ext uri="{FF2B5EF4-FFF2-40B4-BE49-F238E27FC236}">
                <a16:creationId xmlns:a16="http://schemas.microsoft.com/office/drawing/2014/main" id="{F82F967A-9335-4EFE-81D4-5AAC2B0A8558}"/>
              </a:ext>
            </a:extLst>
          </p:cNvPr>
          <p:cNvSpPr>
            <a:spLocks noGrp="1"/>
          </p:cNvSpPr>
          <p:nvPr/>
        </p:nvSpPr>
        <p:spPr>
          <a:xfrm>
            <a:off x="778423" y="3806414"/>
            <a:ext cx="28398" cy="28398"/>
          </a:xfrm>
          <a:prstGeom prst="ellipse">
            <a:avLst/>
          </a:prstGeom>
          <a:solidFill>
            <a:srgbClr val="7F8C97">
              <a:alpha val="48000"/>
            </a:srgbClr>
          </a:solidFill>
          <a:ln w="0">
            <a:noFill/>
            <a:prstDash val="solid"/>
          </a:ln>
        </p:spPr>
      </p:sp>
      <p:sp>
        <p:nvSpPr>
          <p:cNvPr id="23" name="01_find_only_22">
            <a:extLst>
              <a:ext uri="{FF2B5EF4-FFF2-40B4-BE49-F238E27FC236}">
                <a16:creationId xmlns:a16="http://schemas.microsoft.com/office/drawing/2014/main" id="{EDD7B2C8-C05E-40D0-9E11-5171F007B4CE}"/>
              </a:ext>
            </a:extLst>
          </p:cNvPr>
          <p:cNvSpPr>
            <a:spLocks noGrp="1"/>
          </p:cNvSpPr>
          <p:nvPr/>
        </p:nvSpPr>
        <p:spPr>
          <a:xfrm>
            <a:off x="760110" y="3647912"/>
            <a:ext cx="28398" cy="28398"/>
          </a:xfrm>
          <a:prstGeom prst="ellipse">
            <a:avLst/>
          </a:prstGeom>
          <a:solidFill>
            <a:srgbClr val="7F8C97">
              <a:alpha val="48000"/>
            </a:srgbClr>
          </a:solidFill>
          <a:ln w="0">
            <a:noFill/>
            <a:prstDash val="solid"/>
          </a:ln>
        </p:spPr>
      </p:sp>
      <p:sp>
        <p:nvSpPr>
          <p:cNvPr id="24" name="01_find_only_23">
            <a:extLst>
              <a:ext uri="{FF2B5EF4-FFF2-40B4-BE49-F238E27FC236}">
                <a16:creationId xmlns:a16="http://schemas.microsoft.com/office/drawing/2014/main" id="{1AAFE5C6-5C6F-4BD8-A385-F419206CF13C}"/>
              </a:ext>
            </a:extLst>
          </p:cNvPr>
          <p:cNvSpPr>
            <a:spLocks noGrp="1"/>
          </p:cNvSpPr>
          <p:nvPr/>
        </p:nvSpPr>
        <p:spPr>
          <a:xfrm>
            <a:off x="774990" y="3489410"/>
            <a:ext cx="28398" cy="28398"/>
          </a:xfrm>
          <a:prstGeom prst="ellipse">
            <a:avLst/>
          </a:prstGeom>
          <a:solidFill>
            <a:srgbClr val="7F8C97">
              <a:alpha val="48000"/>
            </a:srgbClr>
          </a:solidFill>
          <a:ln w="0">
            <a:noFill/>
            <a:prstDash val="solid"/>
          </a:ln>
        </p:spPr>
      </p:sp>
      <p:sp>
        <p:nvSpPr>
          <p:cNvPr id="25" name="01_find_only_24">
            <a:extLst>
              <a:ext uri="{FF2B5EF4-FFF2-40B4-BE49-F238E27FC236}">
                <a16:creationId xmlns:a16="http://schemas.microsoft.com/office/drawing/2014/main" id="{7B8351E0-248E-4BDA-BDFA-55C2AD19F7AC}"/>
              </a:ext>
            </a:extLst>
          </p:cNvPr>
          <p:cNvSpPr>
            <a:spLocks noGrp="1"/>
          </p:cNvSpPr>
          <p:nvPr/>
        </p:nvSpPr>
        <p:spPr>
          <a:xfrm>
            <a:off x="774608" y="3489410"/>
            <a:ext cx="28398" cy="28398"/>
          </a:xfrm>
          <a:prstGeom prst="ellipse">
            <a:avLst/>
          </a:prstGeom>
          <a:solidFill>
            <a:srgbClr val="7F8C97">
              <a:alpha val="48000"/>
            </a:srgbClr>
          </a:solidFill>
          <a:ln w="0">
            <a:noFill/>
            <a:prstDash val="solid"/>
          </a:ln>
        </p:spPr>
      </p:sp>
      <p:sp>
        <p:nvSpPr>
          <p:cNvPr id="26" name="01_find_only_25">
            <a:extLst>
              <a:ext uri="{FF2B5EF4-FFF2-40B4-BE49-F238E27FC236}">
                <a16:creationId xmlns:a16="http://schemas.microsoft.com/office/drawing/2014/main" id="{D75891A5-A4D9-4511-94ED-9A8B9AC3F89E}"/>
              </a:ext>
            </a:extLst>
          </p:cNvPr>
          <p:cNvSpPr>
            <a:spLocks noGrp="1"/>
          </p:cNvSpPr>
          <p:nvPr/>
        </p:nvSpPr>
        <p:spPr>
          <a:xfrm>
            <a:off x="790823" y="3595078"/>
            <a:ext cx="28398" cy="28398"/>
          </a:xfrm>
          <a:prstGeom prst="ellipse">
            <a:avLst/>
          </a:prstGeom>
          <a:solidFill>
            <a:srgbClr val="7F8C97">
              <a:alpha val="48000"/>
            </a:srgbClr>
          </a:solidFill>
          <a:ln w="0">
            <a:noFill/>
            <a:prstDash val="solid"/>
          </a:ln>
        </p:spPr>
      </p:sp>
      <p:sp>
        <p:nvSpPr>
          <p:cNvPr id="27" name="01_find_only_26">
            <a:extLst>
              <a:ext uri="{FF2B5EF4-FFF2-40B4-BE49-F238E27FC236}">
                <a16:creationId xmlns:a16="http://schemas.microsoft.com/office/drawing/2014/main" id="{ED67A4BD-6619-48EB-AA33-42CD9E09BD1B}"/>
              </a:ext>
            </a:extLst>
          </p:cNvPr>
          <p:cNvSpPr>
            <a:spLocks noGrp="1"/>
          </p:cNvSpPr>
          <p:nvPr/>
        </p:nvSpPr>
        <p:spPr>
          <a:xfrm>
            <a:off x="818579" y="3700746"/>
            <a:ext cx="28398" cy="28398"/>
          </a:xfrm>
          <a:prstGeom prst="ellipse">
            <a:avLst/>
          </a:prstGeom>
          <a:solidFill>
            <a:srgbClr val="7F8C97">
              <a:alpha val="48000"/>
            </a:srgbClr>
          </a:solidFill>
          <a:ln w="0">
            <a:noFill/>
            <a:prstDash val="solid"/>
          </a:ln>
        </p:spPr>
      </p:sp>
      <p:sp>
        <p:nvSpPr>
          <p:cNvPr id="28" name="01_find_only_27">
            <a:extLst>
              <a:ext uri="{FF2B5EF4-FFF2-40B4-BE49-F238E27FC236}">
                <a16:creationId xmlns:a16="http://schemas.microsoft.com/office/drawing/2014/main" id="{1E406E0A-F2BB-4060-983C-B130A4C80E69}"/>
              </a:ext>
            </a:extLst>
          </p:cNvPr>
          <p:cNvSpPr>
            <a:spLocks noGrp="1"/>
          </p:cNvSpPr>
          <p:nvPr/>
        </p:nvSpPr>
        <p:spPr>
          <a:xfrm>
            <a:off x="836034" y="3489410"/>
            <a:ext cx="28398" cy="28398"/>
          </a:xfrm>
          <a:prstGeom prst="ellipse">
            <a:avLst/>
          </a:prstGeom>
          <a:solidFill>
            <a:srgbClr val="7F8C97">
              <a:alpha val="48000"/>
            </a:srgbClr>
          </a:solidFill>
          <a:ln w="0">
            <a:noFill/>
            <a:prstDash val="solid"/>
          </a:ln>
        </p:spPr>
      </p:sp>
      <p:sp>
        <p:nvSpPr>
          <p:cNvPr id="29" name="01_find_only_28">
            <a:extLst>
              <a:ext uri="{FF2B5EF4-FFF2-40B4-BE49-F238E27FC236}">
                <a16:creationId xmlns:a16="http://schemas.microsoft.com/office/drawing/2014/main" id="{B0C1AD3B-CB48-474F-90DA-3BE4FF0128D8}"/>
              </a:ext>
            </a:extLst>
          </p:cNvPr>
          <p:cNvSpPr>
            <a:spLocks noGrp="1"/>
          </p:cNvSpPr>
          <p:nvPr/>
        </p:nvSpPr>
        <p:spPr>
          <a:xfrm>
            <a:off x="765165" y="3912082"/>
            <a:ext cx="28398" cy="28398"/>
          </a:xfrm>
          <a:prstGeom prst="ellipse">
            <a:avLst/>
          </a:prstGeom>
          <a:solidFill>
            <a:srgbClr val="7F8C97">
              <a:alpha val="48000"/>
            </a:srgbClr>
          </a:solidFill>
          <a:ln w="0">
            <a:noFill/>
            <a:prstDash val="solid"/>
          </a:ln>
        </p:spPr>
      </p:sp>
      <p:sp>
        <p:nvSpPr>
          <p:cNvPr id="30" name="01_find_only_29">
            <a:extLst>
              <a:ext uri="{FF2B5EF4-FFF2-40B4-BE49-F238E27FC236}">
                <a16:creationId xmlns:a16="http://schemas.microsoft.com/office/drawing/2014/main" id="{8E742921-C6D9-4B2D-A13B-125586F75864}"/>
              </a:ext>
            </a:extLst>
          </p:cNvPr>
          <p:cNvSpPr>
            <a:spLocks noGrp="1"/>
          </p:cNvSpPr>
          <p:nvPr/>
        </p:nvSpPr>
        <p:spPr>
          <a:xfrm>
            <a:off x="808755" y="3489410"/>
            <a:ext cx="28398" cy="28398"/>
          </a:xfrm>
          <a:prstGeom prst="ellipse">
            <a:avLst/>
          </a:prstGeom>
          <a:solidFill>
            <a:srgbClr val="7F8C97">
              <a:alpha val="48000"/>
            </a:srgbClr>
          </a:solidFill>
          <a:ln w="0">
            <a:noFill/>
            <a:prstDash val="solid"/>
          </a:ln>
        </p:spPr>
      </p:sp>
      <p:sp>
        <p:nvSpPr>
          <p:cNvPr id="31" name="01_find_only_30">
            <a:extLst>
              <a:ext uri="{FF2B5EF4-FFF2-40B4-BE49-F238E27FC236}">
                <a16:creationId xmlns:a16="http://schemas.microsoft.com/office/drawing/2014/main" id="{166DBB21-0F4E-43C1-827C-E32C5CDF66C4}"/>
              </a:ext>
            </a:extLst>
          </p:cNvPr>
          <p:cNvSpPr>
            <a:spLocks noGrp="1"/>
          </p:cNvSpPr>
          <p:nvPr/>
        </p:nvSpPr>
        <p:spPr>
          <a:xfrm>
            <a:off x="765451" y="3489410"/>
            <a:ext cx="28398" cy="28398"/>
          </a:xfrm>
          <a:prstGeom prst="ellipse">
            <a:avLst/>
          </a:prstGeom>
          <a:solidFill>
            <a:srgbClr val="7F8C97">
              <a:alpha val="48000"/>
            </a:srgbClr>
          </a:solidFill>
          <a:ln w="0">
            <a:noFill/>
            <a:prstDash val="solid"/>
          </a:ln>
        </p:spPr>
      </p:sp>
      <p:sp>
        <p:nvSpPr>
          <p:cNvPr id="32" name="01_find_only_31">
            <a:extLst>
              <a:ext uri="{FF2B5EF4-FFF2-40B4-BE49-F238E27FC236}">
                <a16:creationId xmlns:a16="http://schemas.microsoft.com/office/drawing/2014/main" id="{55EADB7D-08D3-40BB-8BC1-311A1375A7BD}"/>
              </a:ext>
            </a:extLst>
          </p:cNvPr>
          <p:cNvSpPr>
            <a:spLocks noGrp="1"/>
          </p:cNvSpPr>
          <p:nvPr/>
        </p:nvSpPr>
        <p:spPr>
          <a:xfrm>
            <a:off x="754959" y="3489410"/>
            <a:ext cx="28398" cy="28398"/>
          </a:xfrm>
          <a:prstGeom prst="ellipse">
            <a:avLst/>
          </a:prstGeom>
          <a:solidFill>
            <a:srgbClr val="7F8C97">
              <a:alpha val="48000"/>
            </a:srgbClr>
          </a:solidFill>
          <a:ln w="0">
            <a:noFill/>
            <a:prstDash val="solid"/>
          </a:ln>
        </p:spPr>
      </p:sp>
      <p:sp>
        <p:nvSpPr>
          <p:cNvPr id="33" name="01_find_only_32">
            <a:extLst>
              <a:ext uri="{FF2B5EF4-FFF2-40B4-BE49-F238E27FC236}">
                <a16:creationId xmlns:a16="http://schemas.microsoft.com/office/drawing/2014/main" id="{9AC40AC7-11F7-4E20-AC9A-325BC6E79703}"/>
              </a:ext>
            </a:extLst>
          </p:cNvPr>
          <p:cNvSpPr>
            <a:spLocks noGrp="1"/>
          </p:cNvSpPr>
          <p:nvPr/>
        </p:nvSpPr>
        <p:spPr>
          <a:xfrm>
            <a:off x="828403" y="3489410"/>
            <a:ext cx="28398" cy="28398"/>
          </a:xfrm>
          <a:prstGeom prst="ellipse">
            <a:avLst/>
          </a:prstGeom>
          <a:solidFill>
            <a:srgbClr val="7F8C97">
              <a:alpha val="48000"/>
            </a:srgbClr>
          </a:solidFill>
          <a:ln w="0">
            <a:noFill/>
            <a:prstDash val="solid"/>
          </a:ln>
        </p:spPr>
      </p:sp>
      <p:sp>
        <p:nvSpPr>
          <p:cNvPr id="34" name="01_find_only_33">
            <a:extLst>
              <a:ext uri="{FF2B5EF4-FFF2-40B4-BE49-F238E27FC236}">
                <a16:creationId xmlns:a16="http://schemas.microsoft.com/office/drawing/2014/main" id="{B241028C-6063-46D9-B66E-29ED23E42149}"/>
              </a:ext>
            </a:extLst>
          </p:cNvPr>
          <p:cNvSpPr>
            <a:spLocks noGrp="1"/>
          </p:cNvSpPr>
          <p:nvPr/>
        </p:nvSpPr>
        <p:spPr>
          <a:xfrm>
            <a:off x="847956" y="4123418"/>
            <a:ext cx="28398" cy="28398"/>
          </a:xfrm>
          <a:prstGeom prst="ellipse">
            <a:avLst/>
          </a:prstGeom>
          <a:solidFill>
            <a:srgbClr val="7F8C97">
              <a:alpha val="48000"/>
            </a:srgbClr>
          </a:solidFill>
          <a:ln w="0">
            <a:noFill/>
            <a:prstDash val="solid"/>
          </a:ln>
        </p:spPr>
      </p:sp>
      <p:sp>
        <p:nvSpPr>
          <p:cNvPr id="35" name="01_find_only_34">
            <a:extLst>
              <a:ext uri="{FF2B5EF4-FFF2-40B4-BE49-F238E27FC236}">
                <a16:creationId xmlns:a16="http://schemas.microsoft.com/office/drawing/2014/main" id="{84AC9477-671E-4322-A922-41680FF46D7B}"/>
              </a:ext>
            </a:extLst>
          </p:cNvPr>
          <p:cNvSpPr>
            <a:spLocks noGrp="1"/>
          </p:cNvSpPr>
          <p:nvPr/>
        </p:nvSpPr>
        <p:spPr>
          <a:xfrm>
            <a:off x="790537" y="4123418"/>
            <a:ext cx="28398" cy="28398"/>
          </a:xfrm>
          <a:prstGeom prst="ellipse">
            <a:avLst/>
          </a:prstGeom>
          <a:solidFill>
            <a:srgbClr val="7F8C97">
              <a:alpha val="48000"/>
            </a:srgbClr>
          </a:solidFill>
          <a:ln w="0">
            <a:noFill/>
            <a:prstDash val="solid"/>
          </a:ln>
        </p:spPr>
      </p:sp>
      <p:sp>
        <p:nvSpPr>
          <p:cNvPr id="36" name="01_find_only_35">
            <a:extLst>
              <a:ext uri="{FF2B5EF4-FFF2-40B4-BE49-F238E27FC236}">
                <a16:creationId xmlns:a16="http://schemas.microsoft.com/office/drawing/2014/main" id="{A90FEBCC-3A8F-47A8-BB2E-E2CA066D7304}"/>
              </a:ext>
            </a:extLst>
          </p:cNvPr>
          <p:cNvSpPr>
            <a:spLocks noGrp="1"/>
          </p:cNvSpPr>
          <p:nvPr/>
        </p:nvSpPr>
        <p:spPr>
          <a:xfrm>
            <a:off x="842806" y="3489410"/>
            <a:ext cx="28398" cy="28398"/>
          </a:xfrm>
          <a:prstGeom prst="ellipse">
            <a:avLst/>
          </a:prstGeom>
          <a:solidFill>
            <a:srgbClr val="7F8C97">
              <a:alpha val="48000"/>
            </a:srgbClr>
          </a:solidFill>
          <a:ln w="0">
            <a:noFill/>
            <a:prstDash val="solid"/>
          </a:ln>
        </p:spPr>
      </p:sp>
      <p:sp>
        <p:nvSpPr>
          <p:cNvPr id="37" name="01_find_only_36">
            <a:extLst>
              <a:ext uri="{FF2B5EF4-FFF2-40B4-BE49-F238E27FC236}">
                <a16:creationId xmlns:a16="http://schemas.microsoft.com/office/drawing/2014/main" id="{F6BBA956-78C6-45D3-B8EC-2BDE591F1FE8}"/>
              </a:ext>
            </a:extLst>
          </p:cNvPr>
          <p:cNvSpPr>
            <a:spLocks noGrp="1"/>
          </p:cNvSpPr>
          <p:nvPr/>
        </p:nvSpPr>
        <p:spPr>
          <a:xfrm>
            <a:off x="774894" y="3630301"/>
            <a:ext cx="28398" cy="28398"/>
          </a:xfrm>
          <a:prstGeom prst="ellipse">
            <a:avLst/>
          </a:prstGeom>
          <a:solidFill>
            <a:srgbClr val="7F8C97">
              <a:alpha val="48000"/>
            </a:srgbClr>
          </a:solidFill>
          <a:ln w="0">
            <a:noFill/>
            <a:prstDash val="solid"/>
          </a:ln>
        </p:spPr>
      </p:sp>
      <p:sp>
        <p:nvSpPr>
          <p:cNvPr id="38" name="01_find_only_37">
            <a:extLst>
              <a:ext uri="{FF2B5EF4-FFF2-40B4-BE49-F238E27FC236}">
                <a16:creationId xmlns:a16="http://schemas.microsoft.com/office/drawing/2014/main" id="{CB9E3D73-0B35-49F0-9A27-E0E3BF974B5C}"/>
              </a:ext>
            </a:extLst>
          </p:cNvPr>
          <p:cNvSpPr>
            <a:spLocks noGrp="1"/>
          </p:cNvSpPr>
          <p:nvPr/>
        </p:nvSpPr>
        <p:spPr>
          <a:xfrm>
            <a:off x="793017" y="3602429"/>
            <a:ext cx="28398" cy="28398"/>
          </a:xfrm>
          <a:prstGeom prst="ellipse">
            <a:avLst/>
          </a:prstGeom>
          <a:solidFill>
            <a:srgbClr val="7F8C97">
              <a:alpha val="48000"/>
            </a:srgbClr>
          </a:solidFill>
          <a:ln w="0">
            <a:noFill/>
            <a:prstDash val="solid"/>
          </a:ln>
        </p:spPr>
      </p:sp>
      <p:sp>
        <p:nvSpPr>
          <p:cNvPr id="39" name="01_find_only_38">
            <a:extLst>
              <a:ext uri="{FF2B5EF4-FFF2-40B4-BE49-F238E27FC236}">
                <a16:creationId xmlns:a16="http://schemas.microsoft.com/office/drawing/2014/main" id="{35FCF9CA-AD63-4DF8-A4A0-E6522E13D7A1}"/>
              </a:ext>
            </a:extLst>
          </p:cNvPr>
          <p:cNvSpPr>
            <a:spLocks noGrp="1"/>
          </p:cNvSpPr>
          <p:nvPr/>
        </p:nvSpPr>
        <p:spPr>
          <a:xfrm>
            <a:off x="821440" y="3616211"/>
            <a:ext cx="28398" cy="28398"/>
          </a:xfrm>
          <a:prstGeom prst="ellipse">
            <a:avLst/>
          </a:prstGeom>
          <a:solidFill>
            <a:srgbClr val="7F8C97">
              <a:alpha val="48000"/>
            </a:srgbClr>
          </a:solidFill>
          <a:ln w="0">
            <a:noFill/>
            <a:prstDash val="solid"/>
          </a:ln>
        </p:spPr>
      </p:sp>
      <p:sp>
        <p:nvSpPr>
          <p:cNvPr id="40" name="01_find_only_39">
            <a:extLst>
              <a:ext uri="{FF2B5EF4-FFF2-40B4-BE49-F238E27FC236}">
                <a16:creationId xmlns:a16="http://schemas.microsoft.com/office/drawing/2014/main" id="{59FCCFF7-3D12-4B5D-83F6-E4C7A8D32E1A}"/>
              </a:ext>
            </a:extLst>
          </p:cNvPr>
          <p:cNvSpPr>
            <a:spLocks noGrp="1"/>
          </p:cNvSpPr>
          <p:nvPr/>
        </p:nvSpPr>
        <p:spPr>
          <a:xfrm>
            <a:off x="838514" y="3489410"/>
            <a:ext cx="28398" cy="28398"/>
          </a:xfrm>
          <a:prstGeom prst="ellipse">
            <a:avLst/>
          </a:prstGeom>
          <a:solidFill>
            <a:srgbClr val="7F8C97">
              <a:alpha val="48000"/>
            </a:srgbClr>
          </a:solidFill>
          <a:ln w="0">
            <a:noFill/>
            <a:prstDash val="solid"/>
          </a:ln>
        </p:spPr>
      </p:sp>
      <p:sp>
        <p:nvSpPr>
          <p:cNvPr id="41" name="01_find_only_40">
            <a:extLst>
              <a:ext uri="{FF2B5EF4-FFF2-40B4-BE49-F238E27FC236}">
                <a16:creationId xmlns:a16="http://schemas.microsoft.com/office/drawing/2014/main" id="{1818E80E-A5B9-4A76-98D3-8FC5CA32D5CC}"/>
              </a:ext>
            </a:extLst>
          </p:cNvPr>
          <p:cNvSpPr>
            <a:spLocks noGrp="1"/>
          </p:cNvSpPr>
          <p:nvPr/>
        </p:nvSpPr>
        <p:spPr>
          <a:xfrm>
            <a:off x="847766" y="3912082"/>
            <a:ext cx="28398" cy="28398"/>
          </a:xfrm>
          <a:prstGeom prst="ellipse">
            <a:avLst/>
          </a:prstGeom>
          <a:solidFill>
            <a:srgbClr val="7F8C97">
              <a:alpha val="48000"/>
            </a:srgbClr>
          </a:solidFill>
          <a:ln w="0">
            <a:noFill/>
            <a:prstDash val="solid"/>
          </a:ln>
        </p:spPr>
      </p:sp>
      <p:sp>
        <p:nvSpPr>
          <p:cNvPr id="42" name="01_find_only_41">
            <a:extLst>
              <a:ext uri="{FF2B5EF4-FFF2-40B4-BE49-F238E27FC236}">
                <a16:creationId xmlns:a16="http://schemas.microsoft.com/office/drawing/2014/main" id="{9784533F-86E7-479C-9843-F586B24F236A}"/>
              </a:ext>
            </a:extLst>
          </p:cNvPr>
          <p:cNvSpPr>
            <a:spLocks noGrp="1"/>
          </p:cNvSpPr>
          <p:nvPr/>
        </p:nvSpPr>
        <p:spPr>
          <a:xfrm>
            <a:off x="814859" y="3489410"/>
            <a:ext cx="28398" cy="28398"/>
          </a:xfrm>
          <a:prstGeom prst="ellipse">
            <a:avLst/>
          </a:prstGeom>
          <a:solidFill>
            <a:srgbClr val="7F8C97">
              <a:alpha val="48000"/>
            </a:srgbClr>
          </a:solidFill>
          <a:ln w="0">
            <a:noFill/>
            <a:prstDash val="solid"/>
          </a:ln>
        </p:spPr>
      </p:sp>
      <p:sp>
        <p:nvSpPr>
          <p:cNvPr id="43" name="01_find_only_42">
            <a:extLst>
              <a:ext uri="{FF2B5EF4-FFF2-40B4-BE49-F238E27FC236}">
                <a16:creationId xmlns:a16="http://schemas.microsoft.com/office/drawing/2014/main" id="{95FCC931-DD82-4ED8-BA73-612599BEB8FD}"/>
              </a:ext>
            </a:extLst>
          </p:cNvPr>
          <p:cNvSpPr>
            <a:spLocks noGrp="1"/>
          </p:cNvSpPr>
          <p:nvPr/>
        </p:nvSpPr>
        <p:spPr>
          <a:xfrm>
            <a:off x="758298" y="3522779"/>
            <a:ext cx="28398" cy="28398"/>
          </a:xfrm>
          <a:prstGeom prst="ellipse">
            <a:avLst/>
          </a:prstGeom>
          <a:solidFill>
            <a:srgbClr val="7F8C97">
              <a:alpha val="48000"/>
            </a:srgbClr>
          </a:solidFill>
          <a:ln w="0">
            <a:noFill/>
            <a:prstDash val="solid"/>
          </a:ln>
        </p:spPr>
      </p:sp>
      <p:sp>
        <p:nvSpPr>
          <p:cNvPr id="44" name="01_find_only_43">
            <a:extLst>
              <a:ext uri="{FF2B5EF4-FFF2-40B4-BE49-F238E27FC236}">
                <a16:creationId xmlns:a16="http://schemas.microsoft.com/office/drawing/2014/main" id="{CC9EC987-CBF8-489C-97F4-CD5F31D8365A}"/>
              </a:ext>
            </a:extLst>
          </p:cNvPr>
          <p:cNvSpPr>
            <a:spLocks noGrp="1"/>
          </p:cNvSpPr>
          <p:nvPr/>
        </p:nvSpPr>
        <p:spPr>
          <a:xfrm>
            <a:off x="772414" y="3489410"/>
            <a:ext cx="28398" cy="28398"/>
          </a:xfrm>
          <a:prstGeom prst="ellipse">
            <a:avLst/>
          </a:prstGeom>
          <a:solidFill>
            <a:srgbClr val="7F8C97">
              <a:alpha val="48000"/>
            </a:srgbClr>
          </a:solidFill>
          <a:ln w="0">
            <a:noFill/>
            <a:prstDash val="solid"/>
          </a:ln>
        </p:spPr>
      </p:sp>
      <p:sp>
        <p:nvSpPr>
          <p:cNvPr id="45" name="01_find_only_44">
            <a:extLst>
              <a:ext uri="{FF2B5EF4-FFF2-40B4-BE49-F238E27FC236}">
                <a16:creationId xmlns:a16="http://schemas.microsoft.com/office/drawing/2014/main" id="{A53DB29A-6C1C-4A7E-A5B2-87CB8C112695}"/>
              </a:ext>
            </a:extLst>
          </p:cNvPr>
          <p:cNvSpPr>
            <a:spLocks noGrp="1"/>
          </p:cNvSpPr>
          <p:nvPr/>
        </p:nvSpPr>
        <p:spPr>
          <a:xfrm>
            <a:off x="778614" y="4123418"/>
            <a:ext cx="28398" cy="28398"/>
          </a:xfrm>
          <a:prstGeom prst="ellipse">
            <a:avLst/>
          </a:prstGeom>
          <a:solidFill>
            <a:srgbClr val="7F8C97">
              <a:alpha val="48000"/>
            </a:srgbClr>
          </a:solidFill>
          <a:ln w="0">
            <a:noFill/>
            <a:prstDash val="solid"/>
          </a:ln>
        </p:spPr>
      </p:sp>
      <p:sp>
        <p:nvSpPr>
          <p:cNvPr id="46" name="01_find_only_45">
            <a:extLst>
              <a:ext uri="{FF2B5EF4-FFF2-40B4-BE49-F238E27FC236}">
                <a16:creationId xmlns:a16="http://schemas.microsoft.com/office/drawing/2014/main" id="{D02104A2-A066-48C1-9254-9DBD843D6051}"/>
              </a:ext>
            </a:extLst>
          </p:cNvPr>
          <p:cNvSpPr>
            <a:spLocks noGrp="1"/>
          </p:cNvSpPr>
          <p:nvPr/>
        </p:nvSpPr>
        <p:spPr>
          <a:xfrm>
            <a:off x="758107" y="3700746"/>
            <a:ext cx="28398" cy="28398"/>
          </a:xfrm>
          <a:prstGeom prst="ellipse">
            <a:avLst/>
          </a:prstGeom>
          <a:solidFill>
            <a:srgbClr val="7F8C97">
              <a:alpha val="48000"/>
            </a:srgbClr>
          </a:solidFill>
          <a:ln w="0">
            <a:noFill/>
            <a:prstDash val="solid"/>
          </a:ln>
        </p:spPr>
      </p:sp>
      <p:sp>
        <p:nvSpPr>
          <p:cNvPr id="47" name="01_find_only_46">
            <a:extLst>
              <a:ext uri="{FF2B5EF4-FFF2-40B4-BE49-F238E27FC236}">
                <a16:creationId xmlns:a16="http://schemas.microsoft.com/office/drawing/2014/main" id="{CFE8C616-91D5-4119-B345-1247E37D4D3D}"/>
              </a:ext>
            </a:extLst>
          </p:cNvPr>
          <p:cNvSpPr>
            <a:spLocks noGrp="1"/>
          </p:cNvSpPr>
          <p:nvPr/>
        </p:nvSpPr>
        <p:spPr>
          <a:xfrm>
            <a:off x="757535" y="3616211"/>
            <a:ext cx="28398" cy="28398"/>
          </a:xfrm>
          <a:prstGeom prst="ellipse">
            <a:avLst/>
          </a:prstGeom>
          <a:solidFill>
            <a:srgbClr val="7F8C97">
              <a:alpha val="48000"/>
            </a:srgbClr>
          </a:solidFill>
          <a:ln w="0">
            <a:noFill/>
            <a:prstDash val="solid"/>
          </a:ln>
        </p:spPr>
      </p:sp>
      <p:sp>
        <p:nvSpPr>
          <p:cNvPr id="48" name="01_find_only_47">
            <a:extLst>
              <a:ext uri="{FF2B5EF4-FFF2-40B4-BE49-F238E27FC236}">
                <a16:creationId xmlns:a16="http://schemas.microsoft.com/office/drawing/2014/main" id="{95E5CF35-1590-4493-A744-F437AF00E459}"/>
              </a:ext>
            </a:extLst>
          </p:cNvPr>
          <p:cNvSpPr>
            <a:spLocks noGrp="1"/>
          </p:cNvSpPr>
          <p:nvPr/>
        </p:nvSpPr>
        <p:spPr>
          <a:xfrm>
            <a:off x="776039" y="4123418"/>
            <a:ext cx="28398" cy="28398"/>
          </a:xfrm>
          <a:prstGeom prst="ellipse">
            <a:avLst/>
          </a:prstGeom>
          <a:solidFill>
            <a:srgbClr val="7F8C97">
              <a:alpha val="48000"/>
            </a:srgbClr>
          </a:solidFill>
          <a:ln w="0">
            <a:noFill/>
            <a:prstDash val="solid"/>
          </a:ln>
        </p:spPr>
      </p:sp>
      <p:sp>
        <p:nvSpPr>
          <p:cNvPr id="49" name="01_find_only_48">
            <a:extLst>
              <a:ext uri="{FF2B5EF4-FFF2-40B4-BE49-F238E27FC236}">
                <a16:creationId xmlns:a16="http://schemas.microsoft.com/office/drawing/2014/main" id="{0BF06AD6-5E05-49D4-8744-BD93E198C685}"/>
              </a:ext>
            </a:extLst>
          </p:cNvPr>
          <p:cNvSpPr>
            <a:spLocks noGrp="1"/>
          </p:cNvSpPr>
          <p:nvPr/>
        </p:nvSpPr>
        <p:spPr>
          <a:xfrm>
            <a:off x="811998" y="3489410"/>
            <a:ext cx="28398" cy="28398"/>
          </a:xfrm>
          <a:prstGeom prst="ellipse">
            <a:avLst/>
          </a:prstGeom>
          <a:solidFill>
            <a:srgbClr val="7F8C97">
              <a:alpha val="48000"/>
            </a:srgbClr>
          </a:solidFill>
          <a:ln w="0">
            <a:noFill/>
            <a:prstDash val="solid"/>
          </a:ln>
        </p:spPr>
      </p:sp>
      <p:sp>
        <p:nvSpPr>
          <p:cNvPr id="50" name="01_find_only_49">
            <a:extLst>
              <a:ext uri="{FF2B5EF4-FFF2-40B4-BE49-F238E27FC236}">
                <a16:creationId xmlns:a16="http://schemas.microsoft.com/office/drawing/2014/main" id="{94E88439-B41A-4C8D-92E1-6F89A37CC225}"/>
              </a:ext>
            </a:extLst>
          </p:cNvPr>
          <p:cNvSpPr>
            <a:spLocks noGrp="1"/>
          </p:cNvSpPr>
          <p:nvPr/>
        </p:nvSpPr>
        <p:spPr>
          <a:xfrm>
            <a:off x="770983" y="3700746"/>
            <a:ext cx="28398" cy="28398"/>
          </a:xfrm>
          <a:prstGeom prst="ellipse">
            <a:avLst/>
          </a:prstGeom>
          <a:solidFill>
            <a:srgbClr val="7F8C97">
              <a:alpha val="48000"/>
            </a:srgbClr>
          </a:solidFill>
          <a:ln w="0">
            <a:noFill/>
            <a:prstDash val="solid"/>
          </a:ln>
        </p:spPr>
      </p:sp>
      <p:sp>
        <p:nvSpPr>
          <p:cNvPr id="51" name="01_find_only_50">
            <a:extLst>
              <a:ext uri="{FF2B5EF4-FFF2-40B4-BE49-F238E27FC236}">
                <a16:creationId xmlns:a16="http://schemas.microsoft.com/office/drawing/2014/main" id="{C6EE425F-2EFB-4982-AE65-B8B069496E5E}"/>
              </a:ext>
            </a:extLst>
          </p:cNvPr>
          <p:cNvSpPr>
            <a:spLocks noGrp="1"/>
          </p:cNvSpPr>
          <p:nvPr/>
        </p:nvSpPr>
        <p:spPr>
          <a:xfrm>
            <a:off x="799598" y="3489410"/>
            <a:ext cx="28398" cy="28398"/>
          </a:xfrm>
          <a:prstGeom prst="ellipse">
            <a:avLst/>
          </a:prstGeom>
          <a:solidFill>
            <a:srgbClr val="7F8C97">
              <a:alpha val="48000"/>
            </a:srgbClr>
          </a:solidFill>
          <a:ln w="0">
            <a:noFill/>
            <a:prstDash val="solid"/>
          </a:ln>
        </p:spPr>
      </p:sp>
      <p:sp>
        <p:nvSpPr>
          <p:cNvPr id="52" name="01_find_only_51">
            <a:extLst>
              <a:ext uri="{FF2B5EF4-FFF2-40B4-BE49-F238E27FC236}">
                <a16:creationId xmlns:a16="http://schemas.microsoft.com/office/drawing/2014/main" id="{64716EED-0FA2-4DB1-AC6E-F693A875518A}"/>
              </a:ext>
            </a:extLst>
          </p:cNvPr>
          <p:cNvSpPr>
            <a:spLocks noGrp="1"/>
          </p:cNvSpPr>
          <p:nvPr/>
        </p:nvSpPr>
        <p:spPr>
          <a:xfrm>
            <a:off x="789488" y="4123418"/>
            <a:ext cx="28398" cy="28398"/>
          </a:xfrm>
          <a:prstGeom prst="ellipse">
            <a:avLst/>
          </a:prstGeom>
          <a:solidFill>
            <a:srgbClr val="7F8C97">
              <a:alpha val="48000"/>
            </a:srgbClr>
          </a:solidFill>
          <a:ln w="0">
            <a:noFill/>
            <a:prstDash val="solid"/>
          </a:ln>
        </p:spPr>
      </p:sp>
      <p:sp>
        <p:nvSpPr>
          <p:cNvPr id="53" name="01_find_only_52">
            <a:extLst>
              <a:ext uri="{FF2B5EF4-FFF2-40B4-BE49-F238E27FC236}">
                <a16:creationId xmlns:a16="http://schemas.microsoft.com/office/drawing/2014/main" id="{2C3609B2-37F6-415D-A43E-72AF6BAA06A5}"/>
              </a:ext>
            </a:extLst>
          </p:cNvPr>
          <p:cNvSpPr>
            <a:spLocks noGrp="1"/>
          </p:cNvSpPr>
          <p:nvPr/>
        </p:nvSpPr>
        <p:spPr>
          <a:xfrm>
            <a:off x="836797" y="4123418"/>
            <a:ext cx="28398" cy="28398"/>
          </a:xfrm>
          <a:prstGeom prst="ellipse">
            <a:avLst/>
          </a:prstGeom>
          <a:solidFill>
            <a:srgbClr val="7F8C97">
              <a:alpha val="48000"/>
            </a:srgbClr>
          </a:solidFill>
          <a:ln w="0">
            <a:noFill/>
            <a:prstDash val="solid"/>
          </a:ln>
        </p:spPr>
      </p:sp>
      <p:sp>
        <p:nvSpPr>
          <p:cNvPr id="54" name="01_find_only_53">
            <a:extLst>
              <a:ext uri="{FF2B5EF4-FFF2-40B4-BE49-F238E27FC236}">
                <a16:creationId xmlns:a16="http://schemas.microsoft.com/office/drawing/2014/main" id="{93AC4809-75D4-44A8-B786-3788FCE92812}"/>
              </a:ext>
            </a:extLst>
          </p:cNvPr>
          <p:cNvSpPr>
            <a:spLocks noGrp="1"/>
          </p:cNvSpPr>
          <p:nvPr/>
        </p:nvSpPr>
        <p:spPr>
          <a:xfrm>
            <a:off x="780045" y="4072288"/>
            <a:ext cx="28398" cy="28398"/>
          </a:xfrm>
          <a:prstGeom prst="ellipse">
            <a:avLst/>
          </a:prstGeom>
          <a:solidFill>
            <a:srgbClr val="7F8C97">
              <a:alpha val="48000"/>
            </a:srgbClr>
          </a:solidFill>
          <a:ln w="0">
            <a:noFill/>
            <a:prstDash val="solid"/>
          </a:ln>
        </p:spPr>
      </p:sp>
      <p:sp>
        <p:nvSpPr>
          <p:cNvPr id="55" name="01_find_only_54">
            <a:extLst>
              <a:ext uri="{FF2B5EF4-FFF2-40B4-BE49-F238E27FC236}">
                <a16:creationId xmlns:a16="http://schemas.microsoft.com/office/drawing/2014/main" id="{719B737D-6F18-44B4-BF1B-EB7F4499A01D}"/>
              </a:ext>
            </a:extLst>
          </p:cNvPr>
          <p:cNvSpPr>
            <a:spLocks noGrp="1"/>
          </p:cNvSpPr>
          <p:nvPr/>
        </p:nvSpPr>
        <p:spPr>
          <a:xfrm>
            <a:off x="819247" y="3579982"/>
            <a:ext cx="28398" cy="28398"/>
          </a:xfrm>
          <a:prstGeom prst="ellipse">
            <a:avLst/>
          </a:prstGeom>
          <a:solidFill>
            <a:srgbClr val="7F8C97">
              <a:alpha val="48000"/>
            </a:srgbClr>
          </a:solidFill>
          <a:ln w="0">
            <a:noFill/>
            <a:prstDash val="solid"/>
          </a:ln>
        </p:spPr>
      </p:sp>
      <p:sp>
        <p:nvSpPr>
          <p:cNvPr id="56" name="01_find_only_55">
            <a:extLst>
              <a:ext uri="{FF2B5EF4-FFF2-40B4-BE49-F238E27FC236}">
                <a16:creationId xmlns:a16="http://schemas.microsoft.com/office/drawing/2014/main" id="{3D7D4CCE-457A-4CF1-8EFF-F72EB1622358}"/>
              </a:ext>
            </a:extLst>
          </p:cNvPr>
          <p:cNvSpPr>
            <a:spLocks noGrp="1"/>
          </p:cNvSpPr>
          <p:nvPr/>
        </p:nvSpPr>
        <p:spPr>
          <a:xfrm>
            <a:off x="821631" y="4123418"/>
            <a:ext cx="28398" cy="28398"/>
          </a:xfrm>
          <a:prstGeom prst="ellipse">
            <a:avLst/>
          </a:prstGeom>
          <a:solidFill>
            <a:srgbClr val="7F8C97">
              <a:alpha val="48000"/>
            </a:srgbClr>
          </a:solidFill>
          <a:ln w="0">
            <a:noFill/>
            <a:prstDash val="solid"/>
          </a:ln>
        </p:spPr>
      </p:sp>
      <p:sp>
        <p:nvSpPr>
          <p:cNvPr id="57" name="01_find_only_56">
            <a:extLst>
              <a:ext uri="{FF2B5EF4-FFF2-40B4-BE49-F238E27FC236}">
                <a16:creationId xmlns:a16="http://schemas.microsoft.com/office/drawing/2014/main" id="{48CDDBEE-46F7-4A8F-8B5B-4D065EFD5D25}"/>
              </a:ext>
            </a:extLst>
          </p:cNvPr>
          <p:cNvSpPr>
            <a:spLocks noGrp="1"/>
          </p:cNvSpPr>
          <p:nvPr/>
        </p:nvSpPr>
        <p:spPr>
          <a:xfrm>
            <a:off x="757821" y="3489410"/>
            <a:ext cx="28398" cy="28398"/>
          </a:xfrm>
          <a:prstGeom prst="ellipse">
            <a:avLst/>
          </a:prstGeom>
          <a:solidFill>
            <a:srgbClr val="7F8C97">
              <a:alpha val="48000"/>
            </a:srgbClr>
          </a:solidFill>
          <a:ln w="0">
            <a:noFill/>
            <a:prstDash val="solid"/>
          </a:ln>
        </p:spPr>
      </p:sp>
      <p:sp>
        <p:nvSpPr>
          <p:cNvPr id="58" name="01_find_only_57">
            <a:extLst>
              <a:ext uri="{FF2B5EF4-FFF2-40B4-BE49-F238E27FC236}">
                <a16:creationId xmlns:a16="http://schemas.microsoft.com/office/drawing/2014/main" id="{D044E784-A241-4B6F-A23A-30ADCBED39A8}"/>
              </a:ext>
            </a:extLst>
          </p:cNvPr>
          <p:cNvSpPr>
            <a:spLocks noGrp="1"/>
          </p:cNvSpPr>
          <p:nvPr/>
        </p:nvSpPr>
        <p:spPr>
          <a:xfrm>
            <a:off x="835557" y="3489410"/>
            <a:ext cx="28398" cy="28398"/>
          </a:xfrm>
          <a:prstGeom prst="ellipse">
            <a:avLst/>
          </a:prstGeom>
          <a:solidFill>
            <a:srgbClr val="7F8C97">
              <a:alpha val="48000"/>
            </a:srgbClr>
          </a:solidFill>
          <a:ln w="0">
            <a:noFill/>
            <a:prstDash val="solid"/>
          </a:ln>
        </p:spPr>
      </p:sp>
      <p:sp>
        <p:nvSpPr>
          <p:cNvPr id="59" name="01_find_only_58">
            <a:extLst>
              <a:ext uri="{FF2B5EF4-FFF2-40B4-BE49-F238E27FC236}">
                <a16:creationId xmlns:a16="http://schemas.microsoft.com/office/drawing/2014/main" id="{0BB71FE0-E335-4912-A18E-1BAB6492F9C8}"/>
              </a:ext>
            </a:extLst>
          </p:cNvPr>
          <p:cNvSpPr>
            <a:spLocks noGrp="1"/>
          </p:cNvSpPr>
          <p:nvPr/>
        </p:nvSpPr>
        <p:spPr>
          <a:xfrm>
            <a:off x="755532" y="4123418"/>
            <a:ext cx="28398" cy="28398"/>
          </a:xfrm>
          <a:prstGeom prst="ellipse">
            <a:avLst/>
          </a:prstGeom>
          <a:solidFill>
            <a:srgbClr val="7F8C97">
              <a:alpha val="48000"/>
            </a:srgbClr>
          </a:solidFill>
          <a:ln w="0">
            <a:noFill/>
            <a:prstDash val="solid"/>
          </a:ln>
        </p:spPr>
      </p:sp>
      <p:sp>
        <p:nvSpPr>
          <p:cNvPr id="60" name="01_find_only_59">
            <a:extLst>
              <a:ext uri="{FF2B5EF4-FFF2-40B4-BE49-F238E27FC236}">
                <a16:creationId xmlns:a16="http://schemas.microsoft.com/office/drawing/2014/main" id="{AFBA0733-F523-42FB-9C39-2F2BFC0FE76A}"/>
              </a:ext>
            </a:extLst>
          </p:cNvPr>
          <p:cNvSpPr>
            <a:spLocks noGrp="1"/>
          </p:cNvSpPr>
          <p:nvPr/>
        </p:nvSpPr>
        <p:spPr>
          <a:xfrm>
            <a:off x="835366" y="3489410"/>
            <a:ext cx="28398" cy="28398"/>
          </a:xfrm>
          <a:prstGeom prst="ellipse">
            <a:avLst/>
          </a:prstGeom>
          <a:solidFill>
            <a:srgbClr val="7F8C97">
              <a:alpha val="48000"/>
            </a:srgbClr>
          </a:solidFill>
          <a:ln w="0">
            <a:noFill/>
            <a:prstDash val="solid"/>
          </a:ln>
        </p:spPr>
      </p:sp>
      <p:sp>
        <p:nvSpPr>
          <p:cNvPr id="61" name="01_find_only_60">
            <a:extLst>
              <a:ext uri="{FF2B5EF4-FFF2-40B4-BE49-F238E27FC236}">
                <a16:creationId xmlns:a16="http://schemas.microsoft.com/office/drawing/2014/main" id="{6F9B22F7-A492-4721-94B4-A2054B5FA2A7}"/>
              </a:ext>
            </a:extLst>
          </p:cNvPr>
          <p:cNvSpPr>
            <a:spLocks noGrp="1"/>
          </p:cNvSpPr>
          <p:nvPr/>
        </p:nvSpPr>
        <p:spPr>
          <a:xfrm>
            <a:off x="844618" y="4123418"/>
            <a:ext cx="28398" cy="28398"/>
          </a:xfrm>
          <a:prstGeom prst="ellipse">
            <a:avLst/>
          </a:prstGeom>
          <a:solidFill>
            <a:srgbClr val="7F8C97">
              <a:alpha val="48000"/>
            </a:srgbClr>
          </a:solidFill>
          <a:ln w="0">
            <a:noFill/>
            <a:prstDash val="solid"/>
          </a:ln>
        </p:spPr>
      </p:sp>
      <p:sp>
        <p:nvSpPr>
          <p:cNvPr id="62" name="01_find_only_61">
            <a:extLst>
              <a:ext uri="{FF2B5EF4-FFF2-40B4-BE49-F238E27FC236}">
                <a16:creationId xmlns:a16="http://schemas.microsoft.com/office/drawing/2014/main" id="{51CF08E8-5D9B-4233-B37A-E31E9CB827FD}"/>
              </a:ext>
            </a:extLst>
          </p:cNvPr>
          <p:cNvSpPr>
            <a:spLocks noGrp="1"/>
          </p:cNvSpPr>
          <p:nvPr/>
        </p:nvSpPr>
        <p:spPr>
          <a:xfrm>
            <a:off x="812570" y="4123418"/>
            <a:ext cx="28398" cy="28398"/>
          </a:xfrm>
          <a:prstGeom prst="ellipse">
            <a:avLst/>
          </a:prstGeom>
          <a:solidFill>
            <a:srgbClr val="7F8C97">
              <a:alpha val="48000"/>
            </a:srgbClr>
          </a:solidFill>
          <a:ln w="0">
            <a:noFill/>
            <a:prstDash val="solid"/>
          </a:ln>
        </p:spPr>
      </p:sp>
      <p:sp>
        <p:nvSpPr>
          <p:cNvPr id="63" name="01_find_only_62">
            <a:extLst>
              <a:ext uri="{FF2B5EF4-FFF2-40B4-BE49-F238E27FC236}">
                <a16:creationId xmlns:a16="http://schemas.microsoft.com/office/drawing/2014/main" id="{5934E31D-D7D7-402E-BE2F-8E996DCD5A6B}"/>
              </a:ext>
            </a:extLst>
          </p:cNvPr>
          <p:cNvSpPr>
            <a:spLocks noGrp="1"/>
          </p:cNvSpPr>
          <p:nvPr/>
        </p:nvSpPr>
        <p:spPr>
          <a:xfrm>
            <a:off x="783955" y="4123418"/>
            <a:ext cx="28398" cy="28398"/>
          </a:xfrm>
          <a:prstGeom prst="ellipse">
            <a:avLst/>
          </a:prstGeom>
          <a:solidFill>
            <a:srgbClr val="7F8C97">
              <a:alpha val="48000"/>
            </a:srgbClr>
          </a:solidFill>
          <a:ln w="0">
            <a:noFill/>
            <a:prstDash val="solid"/>
          </a:ln>
        </p:spPr>
      </p:sp>
      <p:sp>
        <p:nvSpPr>
          <p:cNvPr id="64" name="01_find_only_63">
            <a:extLst>
              <a:ext uri="{FF2B5EF4-FFF2-40B4-BE49-F238E27FC236}">
                <a16:creationId xmlns:a16="http://schemas.microsoft.com/office/drawing/2014/main" id="{F3E6B4F1-ED0C-4B20-ABB1-8226FCA68175}"/>
              </a:ext>
            </a:extLst>
          </p:cNvPr>
          <p:cNvSpPr>
            <a:spLocks noGrp="1"/>
          </p:cNvSpPr>
          <p:nvPr/>
        </p:nvSpPr>
        <p:spPr>
          <a:xfrm>
            <a:off x="823920" y="4123418"/>
            <a:ext cx="28398" cy="28398"/>
          </a:xfrm>
          <a:prstGeom prst="ellipse">
            <a:avLst/>
          </a:prstGeom>
          <a:solidFill>
            <a:srgbClr val="7F8C97">
              <a:alpha val="48000"/>
            </a:srgbClr>
          </a:solidFill>
          <a:ln w="0">
            <a:noFill/>
            <a:prstDash val="solid"/>
          </a:ln>
        </p:spPr>
      </p:sp>
      <p:sp>
        <p:nvSpPr>
          <p:cNvPr id="65" name="01_find_only_64">
            <a:extLst>
              <a:ext uri="{FF2B5EF4-FFF2-40B4-BE49-F238E27FC236}">
                <a16:creationId xmlns:a16="http://schemas.microsoft.com/office/drawing/2014/main" id="{81E01F3A-6681-4C5F-969C-FB8459505680}"/>
              </a:ext>
            </a:extLst>
          </p:cNvPr>
          <p:cNvSpPr>
            <a:spLocks noGrp="1"/>
          </p:cNvSpPr>
          <p:nvPr/>
        </p:nvSpPr>
        <p:spPr>
          <a:xfrm>
            <a:off x="775371" y="4123418"/>
            <a:ext cx="28398" cy="28398"/>
          </a:xfrm>
          <a:prstGeom prst="ellipse">
            <a:avLst/>
          </a:prstGeom>
          <a:solidFill>
            <a:srgbClr val="7F8C97">
              <a:alpha val="48000"/>
            </a:srgbClr>
          </a:solidFill>
          <a:ln w="0">
            <a:noFill/>
            <a:prstDash val="solid"/>
          </a:ln>
        </p:spPr>
      </p:sp>
      <p:sp>
        <p:nvSpPr>
          <p:cNvPr id="66" name="01_find_only_65">
            <a:extLst>
              <a:ext uri="{FF2B5EF4-FFF2-40B4-BE49-F238E27FC236}">
                <a16:creationId xmlns:a16="http://schemas.microsoft.com/office/drawing/2014/main" id="{749DE3B5-B211-4C4D-80AB-14ECB3B5D73D}"/>
              </a:ext>
            </a:extLst>
          </p:cNvPr>
          <p:cNvSpPr>
            <a:spLocks noGrp="1"/>
          </p:cNvSpPr>
          <p:nvPr/>
        </p:nvSpPr>
        <p:spPr>
          <a:xfrm>
            <a:off x="799884" y="3806414"/>
            <a:ext cx="28398" cy="28398"/>
          </a:xfrm>
          <a:prstGeom prst="ellipse">
            <a:avLst/>
          </a:prstGeom>
          <a:solidFill>
            <a:srgbClr val="7F8C97">
              <a:alpha val="48000"/>
            </a:srgbClr>
          </a:solidFill>
          <a:ln w="0">
            <a:noFill/>
            <a:prstDash val="solid"/>
          </a:ln>
        </p:spPr>
      </p:sp>
      <p:sp>
        <p:nvSpPr>
          <p:cNvPr id="67" name="01_find_only_66">
            <a:extLst>
              <a:ext uri="{FF2B5EF4-FFF2-40B4-BE49-F238E27FC236}">
                <a16:creationId xmlns:a16="http://schemas.microsoft.com/office/drawing/2014/main" id="{AA78EB54-F56E-44D6-8379-5A222513BC71}"/>
              </a:ext>
            </a:extLst>
          </p:cNvPr>
          <p:cNvSpPr>
            <a:spLocks noGrp="1"/>
          </p:cNvSpPr>
          <p:nvPr/>
        </p:nvSpPr>
        <p:spPr>
          <a:xfrm>
            <a:off x="799884" y="3489410"/>
            <a:ext cx="28398" cy="28398"/>
          </a:xfrm>
          <a:prstGeom prst="ellipse">
            <a:avLst/>
          </a:prstGeom>
          <a:solidFill>
            <a:srgbClr val="7F8C97">
              <a:alpha val="48000"/>
            </a:srgbClr>
          </a:solidFill>
          <a:ln w="0">
            <a:noFill/>
            <a:prstDash val="solid"/>
          </a:ln>
        </p:spPr>
      </p:sp>
      <p:sp>
        <p:nvSpPr>
          <p:cNvPr id="68" name="01_find_only_67">
            <a:extLst>
              <a:ext uri="{FF2B5EF4-FFF2-40B4-BE49-F238E27FC236}">
                <a16:creationId xmlns:a16="http://schemas.microsoft.com/office/drawing/2014/main" id="{F67264C7-3E69-47FB-92C4-3AE473407B9A}"/>
              </a:ext>
            </a:extLst>
          </p:cNvPr>
          <p:cNvSpPr>
            <a:spLocks noGrp="1"/>
          </p:cNvSpPr>
          <p:nvPr/>
        </p:nvSpPr>
        <p:spPr>
          <a:xfrm>
            <a:off x="771270" y="3761128"/>
            <a:ext cx="28398" cy="28398"/>
          </a:xfrm>
          <a:prstGeom prst="ellipse">
            <a:avLst/>
          </a:prstGeom>
          <a:solidFill>
            <a:srgbClr val="7F8C97">
              <a:alpha val="48000"/>
            </a:srgbClr>
          </a:solidFill>
          <a:ln w="0">
            <a:noFill/>
            <a:prstDash val="solid"/>
          </a:ln>
        </p:spPr>
      </p:sp>
      <p:sp>
        <p:nvSpPr>
          <p:cNvPr id="69" name="01_find_only_68">
            <a:extLst>
              <a:ext uri="{FF2B5EF4-FFF2-40B4-BE49-F238E27FC236}">
                <a16:creationId xmlns:a16="http://schemas.microsoft.com/office/drawing/2014/main" id="{C899F059-5CEC-4E12-BBB2-7AD676F2C8E9}"/>
              </a:ext>
            </a:extLst>
          </p:cNvPr>
          <p:cNvSpPr>
            <a:spLocks noGrp="1"/>
          </p:cNvSpPr>
          <p:nvPr/>
        </p:nvSpPr>
        <p:spPr>
          <a:xfrm>
            <a:off x="837751" y="3616211"/>
            <a:ext cx="28398" cy="28398"/>
          </a:xfrm>
          <a:prstGeom prst="ellipse">
            <a:avLst/>
          </a:prstGeom>
          <a:solidFill>
            <a:srgbClr val="7F8C97">
              <a:alpha val="48000"/>
            </a:srgbClr>
          </a:solidFill>
          <a:ln w="0">
            <a:noFill/>
            <a:prstDash val="solid"/>
          </a:ln>
        </p:spPr>
      </p:sp>
      <p:sp>
        <p:nvSpPr>
          <p:cNvPr id="70" name="01_find_only_69">
            <a:extLst>
              <a:ext uri="{FF2B5EF4-FFF2-40B4-BE49-F238E27FC236}">
                <a16:creationId xmlns:a16="http://schemas.microsoft.com/office/drawing/2014/main" id="{56BF14AE-FD6A-4ECD-B50E-3CF9265842B3}"/>
              </a:ext>
            </a:extLst>
          </p:cNvPr>
          <p:cNvSpPr>
            <a:spLocks noGrp="1"/>
          </p:cNvSpPr>
          <p:nvPr/>
        </p:nvSpPr>
        <p:spPr>
          <a:xfrm>
            <a:off x="785577" y="4123418"/>
            <a:ext cx="28398" cy="28398"/>
          </a:xfrm>
          <a:prstGeom prst="ellipse">
            <a:avLst/>
          </a:prstGeom>
          <a:solidFill>
            <a:srgbClr val="7F8C97">
              <a:alpha val="48000"/>
            </a:srgbClr>
          </a:solidFill>
          <a:ln w="0">
            <a:noFill/>
            <a:prstDash val="solid"/>
          </a:ln>
        </p:spPr>
      </p:sp>
      <p:sp>
        <p:nvSpPr>
          <p:cNvPr id="71" name="01_find_only_70">
            <a:extLst>
              <a:ext uri="{FF2B5EF4-FFF2-40B4-BE49-F238E27FC236}">
                <a16:creationId xmlns:a16="http://schemas.microsoft.com/office/drawing/2014/main" id="{78D7C170-DF2F-4C8B-9B86-DEDFBD05EF32}"/>
              </a:ext>
            </a:extLst>
          </p:cNvPr>
          <p:cNvSpPr>
            <a:spLocks noGrp="1"/>
          </p:cNvSpPr>
          <p:nvPr/>
        </p:nvSpPr>
        <p:spPr>
          <a:xfrm>
            <a:off x="794829" y="3700746"/>
            <a:ext cx="28398" cy="28398"/>
          </a:xfrm>
          <a:prstGeom prst="ellipse">
            <a:avLst/>
          </a:prstGeom>
          <a:solidFill>
            <a:srgbClr val="7F8C97">
              <a:alpha val="48000"/>
            </a:srgbClr>
          </a:solidFill>
          <a:ln w="0">
            <a:noFill/>
            <a:prstDash val="solid"/>
          </a:ln>
        </p:spPr>
      </p:sp>
      <p:sp>
        <p:nvSpPr>
          <p:cNvPr id="72" name="01_find_only_71">
            <a:extLst>
              <a:ext uri="{FF2B5EF4-FFF2-40B4-BE49-F238E27FC236}">
                <a16:creationId xmlns:a16="http://schemas.microsoft.com/office/drawing/2014/main" id="{AD9F5388-E8BC-409E-89D0-BAFB569803C9}"/>
              </a:ext>
            </a:extLst>
          </p:cNvPr>
          <p:cNvSpPr>
            <a:spLocks noGrp="1"/>
          </p:cNvSpPr>
          <p:nvPr/>
        </p:nvSpPr>
        <p:spPr>
          <a:xfrm>
            <a:off x="846907" y="3489410"/>
            <a:ext cx="28398" cy="28398"/>
          </a:xfrm>
          <a:prstGeom prst="ellipse">
            <a:avLst/>
          </a:prstGeom>
          <a:solidFill>
            <a:srgbClr val="7F8C97">
              <a:alpha val="48000"/>
            </a:srgbClr>
          </a:solidFill>
          <a:ln w="0">
            <a:noFill/>
            <a:prstDash val="solid"/>
          </a:ln>
        </p:spPr>
      </p:sp>
      <p:sp>
        <p:nvSpPr>
          <p:cNvPr id="73" name="01_find_only_72">
            <a:extLst>
              <a:ext uri="{FF2B5EF4-FFF2-40B4-BE49-F238E27FC236}">
                <a16:creationId xmlns:a16="http://schemas.microsoft.com/office/drawing/2014/main" id="{8274DF92-05C8-486C-B5C9-7CC1CEFFE2B5}"/>
              </a:ext>
            </a:extLst>
          </p:cNvPr>
          <p:cNvSpPr>
            <a:spLocks noGrp="1"/>
          </p:cNvSpPr>
          <p:nvPr/>
        </p:nvSpPr>
        <p:spPr>
          <a:xfrm>
            <a:off x="818293" y="4123418"/>
            <a:ext cx="28398" cy="28398"/>
          </a:xfrm>
          <a:prstGeom prst="ellipse">
            <a:avLst/>
          </a:prstGeom>
          <a:solidFill>
            <a:srgbClr val="7F8C97">
              <a:alpha val="48000"/>
            </a:srgbClr>
          </a:solidFill>
          <a:ln w="0">
            <a:noFill/>
            <a:prstDash val="solid"/>
          </a:ln>
        </p:spPr>
      </p:sp>
      <p:sp>
        <p:nvSpPr>
          <p:cNvPr id="74" name="01_find_only_73">
            <a:extLst>
              <a:ext uri="{FF2B5EF4-FFF2-40B4-BE49-F238E27FC236}">
                <a16:creationId xmlns:a16="http://schemas.microsoft.com/office/drawing/2014/main" id="{5AEE47ED-F255-42B4-A585-D7787D4E6B53}"/>
              </a:ext>
            </a:extLst>
          </p:cNvPr>
          <p:cNvSpPr>
            <a:spLocks noGrp="1"/>
          </p:cNvSpPr>
          <p:nvPr/>
        </p:nvSpPr>
        <p:spPr>
          <a:xfrm>
            <a:off x="843473" y="3942273"/>
            <a:ext cx="28398" cy="28398"/>
          </a:xfrm>
          <a:prstGeom prst="ellipse">
            <a:avLst/>
          </a:prstGeom>
          <a:solidFill>
            <a:srgbClr val="7F8C97">
              <a:alpha val="48000"/>
            </a:srgbClr>
          </a:solidFill>
          <a:ln w="0">
            <a:noFill/>
            <a:prstDash val="solid"/>
          </a:ln>
        </p:spPr>
      </p:sp>
      <p:sp>
        <p:nvSpPr>
          <p:cNvPr id="75" name="01_find_only_74">
            <a:extLst>
              <a:ext uri="{FF2B5EF4-FFF2-40B4-BE49-F238E27FC236}">
                <a16:creationId xmlns:a16="http://schemas.microsoft.com/office/drawing/2014/main" id="{757A8673-F02E-4B44-B05B-139E6ECC9398}"/>
              </a:ext>
            </a:extLst>
          </p:cNvPr>
          <p:cNvSpPr>
            <a:spLocks noGrp="1"/>
          </p:cNvSpPr>
          <p:nvPr/>
        </p:nvSpPr>
        <p:spPr>
          <a:xfrm>
            <a:off x="759156" y="4123418"/>
            <a:ext cx="28398" cy="28398"/>
          </a:xfrm>
          <a:prstGeom prst="ellipse">
            <a:avLst/>
          </a:prstGeom>
          <a:solidFill>
            <a:srgbClr val="7F8C97">
              <a:alpha val="48000"/>
            </a:srgbClr>
          </a:solidFill>
          <a:ln w="0">
            <a:noFill/>
            <a:prstDash val="solid"/>
          </a:ln>
        </p:spPr>
      </p:sp>
      <p:sp>
        <p:nvSpPr>
          <p:cNvPr id="76" name="01_find_only_75">
            <a:extLst>
              <a:ext uri="{FF2B5EF4-FFF2-40B4-BE49-F238E27FC236}">
                <a16:creationId xmlns:a16="http://schemas.microsoft.com/office/drawing/2014/main" id="{3F4E5FF8-7922-4583-A87F-E2E6BBE5AB3A}"/>
              </a:ext>
            </a:extLst>
          </p:cNvPr>
          <p:cNvSpPr>
            <a:spLocks noGrp="1"/>
          </p:cNvSpPr>
          <p:nvPr/>
        </p:nvSpPr>
        <p:spPr>
          <a:xfrm>
            <a:off x="836415" y="4123418"/>
            <a:ext cx="28398" cy="28398"/>
          </a:xfrm>
          <a:prstGeom prst="ellipse">
            <a:avLst/>
          </a:prstGeom>
          <a:solidFill>
            <a:srgbClr val="7F8C97">
              <a:alpha val="48000"/>
            </a:srgbClr>
          </a:solidFill>
          <a:ln w="0">
            <a:noFill/>
            <a:prstDash val="solid"/>
          </a:ln>
        </p:spPr>
      </p:sp>
      <p:sp>
        <p:nvSpPr>
          <p:cNvPr id="77" name="01_find_only_76">
            <a:extLst>
              <a:ext uri="{FF2B5EF4-FFF2-40B4-BE49-F238E27FC236}">
                <a16:creationId xmlns:a16="http://schemas.microsoft.com/office/drawing/2014/main" id="{C9BA0266-2CF1-4254-AB4E-B77BDC83C3C2}"/>
              </a:ext>
            </a:extLst>
          </p:cNvPr>
          <p:cNvSpPr>
            <a:spLocks noGrp="1"/>
          </p:cNvSpPr>
          <p:nvPr/>
        </p:nvSpPr>
        <p:spPr>
          <a:xfrm>
            <a:off x="823825" y="3700746"/>
            <a:ext cx="28398" cy="28398"/>
          </a:xfrm>
          <a:prstGeom prst="ellipse">
            <a:avLst/>
          </a:prstGeom>
          <a:solidFill>
            <a:srgbClr val="7F8C97">
              <a:alpha val="48000"/>
            </a:srgbClr>
          </a:solidFill>
          <a:ln w="0">
            <a:noFill/>
            <a:prstDash val="solid"/>
          </a:ln>
        </p:spPr>
      </p:sp>
      <p:sp>
        <p:nvSpPr>
          <p:cNvPr id="78" name="01_find_only_77">
            <a:extLst>
              <a:ext uri="{FF2B5EF4-FFF2-40B4-BE49-F238E27FC236}">
                <a16:creationId xmlns:a16="http://schemas.microsoft.com/office/drawing/2014/main" id="{D587FE57-5FED-4EA9-8203-E61C36615A2E}"/>
              </a:ext>
            </a:extLst>
          </p:cNvPr>
          <p:cNvSpPr>
            <a:spLocks noGrp="1"/>
          </p:cNvSpPr>
          <p:nvPr/>
        </p:nvSpPr>
        <p:spPr>
          <a:xfrm>
            <a:off x="790918" y="4123418"/>
            <a:ext cx="28398" cy="28398"/>
          </a:xfrm>
          <a:prstGeom prst="ellipse">
            <a:avLst/>
          </a:prstGeom>
          <a:solidFill>
            <a:srgbClr val="7F8C97">
              <a:alpha val="48000"/>
            </a:srgbClr>
          </a:solidFill>
          <a:ln w="0">
            <a:noFill/>
            <a:prstDash val="solid"/>
          </a:ln>
        </p:spPr>
      </p:sp>
      <p:sp>
        <p:nvSpPr>
          <p:cNvPr id="79" name="01_find_only_78">
            <a:extLst>
              <a:ext uri="{FF2B5EF4-FFF2-40B4-BE49-F238E27FC236}">
                <a16:creationId xmlns:a16="http://schemas.microsoft.com/office/drawing/2014/main" id="{732811F3-14FF-4B75-8424-08DFB340AE15}"/>
              </a:ext>
            </a:extLst>
          </p:cNvPr>
          <p:cNvSpPr>
            <a:spLocks noGrp="1"/>
          </p:cNvSpPr>
          <p:nvPr/>
        </p:nvSpPr>
        <p:spPr>
          <a:xfrm>
            <a:off x="827545" y="3806414"/>
            <a:ext cx="28398" cy="28398"/>
          </a:xfrm>
          <a:prstGeom prst="ellipse">
            <a:avLst/>
          </a:prstGeom>
          <a:solidFill>
            <a:srgbClr val="7F8C97">
              <a:alpha val="48000"/>
            </a:srgbClr>
          </a:solidFill>
          <a:ln w="0">
            <a:noFill/>
            <a:prstDash val="solid"/>
          </a:ln>
        </p:spPr>
      </p:sp>
      <p:sp>
        <p:nvSpPr>
          <p:cNvPr id="80" name="01_find_only_79">
            <a:extLst>
              <a:ext uri="{FF2B5EF4-FFF2-40B4-BE49-F238E27FC236}">
                <a16:creationId xmlns:a16="http://schemas.microsoft.com/office/drawing/2014/main" id="{F6FFC0AC-FD8A-4504-B6DC-731A86FFE841}"/>
              </a:ext>
            </a:extLst>
          </p:cNvPr>
          <p:cNvSpPr>
            <a:spLocks noGrp="1"/>
          </p:cNvSpPr>
          <p:nvPr/>
        </p:nvSpPr>
        <p:spPr>
          <a:xfrm>
            <a:off x="847384" y="3489410"/>
            <a:ext cx="28398" cy="28398"/>
          </a:xfrm>
          <a:prstGeom prst="ellipse">
            <a:avLst/>
          </a:prstGeom>
          <a:solidFill>
            <a:srgbClr val="7F8C97">
              <a:alpha val="48000"/>
            </a:srgbClr>
          </a:solidFill>
          <a:ln w="0">
            <a:noFill/>
            <a:prstDash val="solid"/>
          </a:ln>
        </p:spPr>
      </p:sp>
      <p:sp>
        <p:nvSpPr>
          <p:cNvPr id="81" name="01_find_only_80">
            <a:extLst>
              <a:ext uri="{FF2B5EF4-FFF2-40B4-BE49-F238E27FC236}">
                <a16:creationId xmlns:a16="http://schemas.microsoft.com/office/drawing/2014/main" id="{A0BDD9A4-3B13-4B2A-9571-6B3EA966D333}"/>
              </a:ext>
            </a:extLst>
          </p:cNvPr>
          <p:cNvSpPr>
            <a:spLocks noGrp="1"/>
          </p:cNvSpPr>
          <p:nvPr/>
        </p:nvSpPr>
        <p:spPr>
          <a:xfrm>
            <a:off x="817530" y="3559855"/>
            <a:ext cx="28398" cy="28398"/>
          </a:xfrm>
          <a:prstGeom prst="ellipse">
            <a:avLst/>
          </a:prstGeom>
          <a:solidFill>
            <a:srgbClr val="7F8C97">
              <a:alpha val="48000"/>
            </a:srgbClr>
          </a:solidFill>
          <a:ln w="0">
            <a:noFill/>
            <a:prstDash val="solid"/>
          </a:ln>
        </p:spPr>
      </p:sp>
      <p:sp>
        <p:nvSpPr>
          <p:cNvPr id="82" name="01_find_only_81">
            <a:extLst>
              <a:ext uri="{FF2B5EF4-FFF2-40B4-BE49-F238E27FC236}">
                <a16:creationId xmlns:a16="http://schemas.microsoft.com/office/drawing/2014/main" id="{95F5AF6F-66E2-410E-8E42-4A0E91596B33}"/>
              </a:ext>
            </a:extLst>
          </p:cNvPr>
          <p:cNvSpPr>
            <a:spLocks noGrp="1"/>
          </p:cNvSpPr>
          <p:nvPr/>
        </p:nvSpPr>
        <p:spPr>
          <a:xfrm>
            <a:off x="824874" y="3700746"/>
            <a:ext cx="28398" cy="28398"/>
          </a:xfrm>
          <a:prstGeom prst="ellipse">
            <a:avLst/>
          </a:prstGeom>
          <a:solidFill>
            <a:srgbClr val="7F8C97">
              <a:alpha val="48000"/>
            </a:srgbClr>
          </a:solidFill>
          <a:ln w="0">
            <a:noFill/>
            <a:prstDash val="solid"/>
          </a:ln>
        </p:spPr>
      </p:sp>
      <p:sp>
        <p:nvSpPr>
          <p:cNvPr id="83" name="01_find_only_82">
            <a:extLst>
              <a:ext uri="{FF2B5EF4-FFF2-40B4-BE49-F238E27FC236}">
                <a16:creationId xmlns:a16="http://schemas.microsoft.com/office/drawing/2014/main" id="{11701A4D-5E10-447F-9E64-9E2629818E8E}"/>
              </a:ext>
            </a:extLst>
          </p:cNvPr>
          <p:cNvSpPr>
            <a:spLocks noGrp="1"/>
          </p:cNvSpPr>
          <p:nvPr/>
        </p:nvSpPr>
        <p:spPr>
          <a:xfrm>
            <a:off x="824016" y="3841637"/>
            <a:ext cx="28398" cy="28398"/>
          </a:xfrm>
          <a:prstGeom prst="ellipse">
            <a:avLst/>
          </a:prstGeom>
          <a:solidFill>
            <a:srgbClr val="7F8C97">
              <a:alpha val="48000"/>
            </a:srgbClr>
          </a:solidFill>
          <a:ln w="0">
            <a:noFill/>
            <a:prstDash val="solid"/>
          </a:ln>
        </p:spPr>
      </p:sp>
      <p:sp>
        <p:nvSpPr>
          <p:cNvPr id="84" name="01_find_only_83">
            <a:extLst>
              <a:ext uri="{FF2B5EF4-FFF2-40B4-BE49-F238E27FC236}">
                <a16:creationId xmlns:a16="http://schemas.microsoft.com/office/drawing/2014/main" id="{ACBB1609-9650-4B2E-8605-0C214314F8BC}"/>
              </a:ext>
            </a:extLst>
          </p:cNvPr>
          <p:cNvSpPr>
            <a:spLocks noGrp="1"/>
          </p:cNvSpPr>
          <p:nvPr/>
        </p:nvSpPr>
        <p:spPr>
          <a:xfrm>
            <a:off x="808755" y="3489410"/>
            <a:ext cx="28398" cy="28398"/>
          </a:xfrm>
          <a:prstGeom prst="ellipse">
            <a:avLst/>
          </a:prstGeom>
          <a:solidFill>
            <a:srgbClr val="7F8C97">
              <a:alpha val="48000"/>
            </a:srgbClr>
          </a:solidFill>
          <a:ln w="0">
            <a:noFill/>
            <a:prstDash val="solid"/>
          </a:ln>
        </p:spPr>
      </p:sp>
      <p:sp>
        <p:nvSpPr>
          <p:cNvPr id="85" name="01_find_only_84">
            <a:extLst>
              <a:ext uri="{FF2B5EF4-FFF2-40B4-BE49-F238E27FC236}">
                <a16:creationId xmlns:a16="http://schemas.microsoft.com/office/drawing/2014/main" id="{DD8A61BC-8586-4244-9C36-908086FF57DD}"/>
              </a:ext>
            </a:extLst>
          </p:cNvPr>
          <p:cNvSpPr>
            <a:spLocks noGrp="1"/>
          </p:cNvSpPr>
          <p:nvPr/>
        </p:nvSpPr>
        <p:spPr>
          <a:xfrm>
            <a:off x="782143" y="3679612"/>
            <a:ext cx="28398" cy="28398"/>
          </a:xfrm>
          <a:prstGeom prst="ellipse">
            <a:avLst/>
          </a:prstGeom>
          <a:solidFill>
            <a:srgbClr val="7F8C97">
              <a:alpha val="48000"/>
            </a:srgbClr>
          </a:solidFill>
          <a:ln w="0">
            <a:noFill/>
            <a:prstDash val="solid"/>
          </a:ln>
        </p:spPr>
      </p:sp>
      <p:sp>
        <p:nvSpPr>
          <p:cNvPr id="86" name="01_find_only_85">
            <a:extLst>
              <a:ext uri="{FF2B5EF4-FFF2-40B4-BE49-F238E27FC236}">
                <a16:creationId xmlns:a16="http://schemas.microsoft.com/office/drawing/2014/main" id="{08794C4F-0F8F-49C8-A05C-10921E407609}"/>
              </a:ext>
            </a:extLst>
          </p:cNvPr>
          <p:cNvSpPr>
            <a:spLocks noGrp="1"/>
          </p:cNvSpPr>
          <p:nvPr/>
        </p:nvSpPr>
        <p:spPr>
          <a:xfrm>
            <a:off x="840707" y="3700746"/>
            <a:ext cx="28398" cy="28398"/>
          </a:xfrm>
          <a:prstGeom prst="ellipse">
            <a:avLst/>
          </a:prstGeom>
          <a:solidFill>
            <a:srgbClr val="7F8C97">
              <a:alpha val="48000"/>
            </a:srgbClr>
          </a:solidFill>
          <a:ln w="0">
            <a:noFill/>
            <a:prstDash val="solid"/>
          </a:ln>
        </p:spPr>
      </p:sp>
      <p:sp>
        <p:nvSpPr>
          <p:cNvPr id="87" name="01_find_only_86">
            <a:extLst>
              <a:ext uri="{FF2B5EF4-FFF2-40B4-BE49-F238E27FC236}">
                <a16:creationId xmlns:a16="http://schemas.microsoft.com/office/drawing/2014/main" id="{509377C6-B7A3-4A89-A1AB-12143339E6A5}"/>
              </a:ext>
            </a:extLst>
          </p:cNvPr>
          <p:cNvSpPr>
            <a:spLocks noGrp="1"/>
          </p:cNvSpPr>
          <p:nvPr/>
        </p:nvSpPr>
        <p:spPr>
          <a:xfrm>
            <a:off x="772033" y="3912082"/>
            <a:ext cx="28398" cy="28398"/>
          </a:xfrm>
          <a:prstGeom prst="ellipse">
            <a:avLst/>
          </a:prstGeom>
          <a:solidFill>
            <a:srgbClr val="7F8C97">
              <a:alpha val="48000"/>
            </a:srgbClr>
          </a:solidFill>
          <a:ln w="0">
            <a:noFill/>
            <a:prstDash val="solid"/>
          </a:ln>
        </p:spPr>
      </p:sp>
      <p:sp>
        <p:nvSpPr>
          <p:cNvPr id="88" name="01_find_only_87">
            <a:extLst>
              <a:ext uri="{FF2B5EF4-FFF2-40B4-BE49-F238E27FC236}">
                <a16:creationId xmlns:a16="http://schemas.microsoft.com/office/drawing/2014/main" id="{2E37F5A9-99AD-4244-B65F-C79507043683}"/>
              </a:ext>
            </a:extLst>
          </p:cNvPr>
          <p:cNvSpPr>
            <a:spLocks noGrp="1"/>
          </p:cNvSpPr>
          <p:nvPr/>
        </p:nvSpPr>
        <p:spPr>
          <a:xfrm>
            <a:off x="771270" y="3700746"/>
            <a:ext cx="28398" cy="28398"/>
          </a:xfrm>
          <a:prstGeom prst="ellipse">
            <a:avLst/>
          </a:prstGeom>
          <a:solidFill>
            <a:srgbClr val="7F8C97">
              <a:alpha val="48000"/>
            </a:srgbClr>
          </a:solidFill>
          <a:ln w="0">
            <a:noFill/>
            <a:prstDash val="solid"/>
          </a:ln>
        </p:spPr>
      </p:sp>
      <p:sp>
        <p:nvSpPr>
          <p:cNvPr id="89" name="01_find_only_88">
            <a:extLst>
              <a:ext uri="{FF2B5EF4-FFF2-40B4-BE49-F238E27FC236}">
                <a16:creationId xmlns:a16="http://schemas.microsoft.com/office/drawing/2014/main" id="{4D34C9F1-2C87-4DE5-90C5-B70653D9A473}"/>
              </a:ext>
            </a:extLst>
          </p:cNvPr>
          <p:cNvSpPr>
            <a:spLocks noGrp="1"/>
          </p:cNvSpPr>
          <p:nvPr/>
        </p:nvSpPr>
        <p:spPr>
          <a:xfrm>
            <a:off x="775562" y="3806414"/>
            <a:ext cx="28398" cy="28398"/>
          </a:xfrm>
          <a:prstGeom prst="ellipse">
            <a:avLst/>
          </a:prstGeom>
          <a:solidFill>
            <a:srgbClr val="7F8C97">
              <a:alpha val="48000"/>
            </a:srgbClr>
          </a:solidFill>
          <a:ln w="0">
            <a:noFill/>
            <a:prstDash val="solid"/>
          </a:ln>
        </p:spPr>
      </p:sp>
      <p:sp>
        <p:nvSpPr>
          <p:cNvPr id="90" name="01_find_only_89">
            <a:extLst>
              <a:ext uri="{FF2B5EF4-FFF2-40B4-BE49-F238E27FC236}">
                <a16:creationId xmlns:a16="http://schemas.microsoft.com/office/drawing/2014/main" id="{A61341CB-DB2F-4F6B-B492-D97EB66B580B}"/>
              </a:ext>
            </a:extLst>
          </p:cNvPr>
          <p:cNvSpPr>
            <a:spLocks noGrp="1"/>
          </p:cNvSpPr>
          <p:nvPr/>
        </p:nvSpPr>
        <p:spPr>
          <a:xfrm>
            <a:off x="842043" y="3700746"/>
            <a:ext cx="28398" cy="28398"/>
          </a:xfrm>
          <a:prstGeom prst="ellipse">
            <a:avLst/>
          </a:prstGeom>
          <a:solidFill>
            <a:srgbClr val="7F8C97">
              <a:alpha val="48000"/>
            </a:srgbClr>
          </a:solidFill>
          <a:ln w="0">
            <a:noFill/>
            <a:prstDash val="solid"/>
          </a:ln>
        </p:spPr>
      </p:sp>
      <p:sp>
        <p:nvSpPr>
          <p:cNvPr id="91" name="01_find_only_90">
            <a:extLst>
              <a:ext uri="{FF2B5EF4-FFF2-40B4-BE49-F238E27FC236}">
                <a16:creationId xmlns:a16="http://schemas.microsoft.com/office/drawing/2014/main" id="{A0CF0886-AC17-4844-A288-3A21C7833427}"/>
              </a:ext>
            </a:extLst>
          </p:cNvPr>
          <p:cNvSpPr>
            <a:spLocks noGrp="1"/>
          </p:cNvSpPr>
          <p:nvPr/>
        </p:nvSpPr>
        <p:spPr>
          <a:xfrm>
            <a:off x="831932" y="3684489"/>
            <a:ext cx="28398" cy="28398"/>
          </a:xfrm>
          <a:prstGeom prst="ellipse">
            <a:avLst/>
          </a:prstGeom>
          <a:solidFill>
            <a:srgbClr val="7F8C97">
              <a:alpha val="48000"/>
            </a:srgbClr>
          </a:solidFill>
          <a:ln w="0">
            <a:noFill/>
            <a:prstDash val="solid"/>
          </a:ln>
        </p:spPr>
      </p:sp>
      <p:sp>
        <p:nvSpPr>
          <p:cNvPr id="92" name="01_find_only_91">
            <a:extLst>
              <a:ext uri="{FF2B5EF4-FFF2-40B4-BE49-F238E27FC236}">
                <a16:creationId xmlns:a16="http://schemas.microsoft.com/office/drawing/2014/main" id="{C8BD02F9-2D3C-473D-8590-1AE24480926A}"/>
              </a:ext>
            </a:extLst>
          </p:cNvPr>
          <p:cNvSpPr>
            <a:spLocks noGrp="1"/>
          </p:cNvSpPr>
          <p:nvPr/>
        </p:nvSpPr>
        <p:spPr>
          <a:xfrm>
            <a:off x="836034" y="3489410"/>
            <a:ext cx="28398" cy="28398"/>
          </a:xfrm>
          <a:prstGeom prst="ellipse">
            <a:avLst/>
          </a:prstGeom>
          <a:solidFill>
            <a:srgbClr val="7F8C97">
              <a:alpha val="48000"/>
            </a:srgbClr>
          </a:solidFill>
          <a:ln w="0">
            <a:noFill/>
            <a:prstDash val="solid"/>
          </a:ln>
        </p:spPr>
      </p:sp>
      <p:sp>
        <p:nvSpPr>
          <p:cNvPr id="93" name="01_find_only_92">
            <a:extLst>
              <a:ext uri="{FF2B5EF4-FFF2-40B4-BE49-F238E27FC236}">
                <a16:creationId xmlns:a16="http://schemas.microsoft.com/office/drawing/2014/main" id="{D97937FA-91B6-4E4D-94B6-0577A3DE2B28}"/>
              </a:ext>
            </a:extLst>
          </p:cNvPr>
          <p:cNvSpPr>
            <a:spLocks noGrp="1"/>
          </p:cNvSpPr>
          <p:nvPr/>
        </p:nvSpPr>
        <p:spPr>
          <a:xfrm>
            <a:off x="824206" y="3547047"/>
            <a:ext cx="28398" cy="28398"/>
          </a:xfrm>
          <a:prstGeom prst="ellipse">
            <a:avLst/>
          </a:prstGeom>
          <a:solidFill>
            <a:srgbClr val="7F8C97">
              <a:alpha val="48000"/>
            </a:srgbClr>
          </a:solidFill>
          <a:ln w="0">
            <a:noFill/>
            <a:prstDash val="solid"/>
          </a:ln>
        </p:spPr>
      </p:sp>
      <p:sp>
        <p:nvSpPr>
          <p:cNvPr id="94" name="01_find_only_93">
            <a:extLst>
              <a:ext uri="{FF2B5EF4-FFF2-40B4-BE49-F238E27FC236}">
                <a16:creationId xmlns:a16="http://schemas.microsoft.com/office/drawing/2014/main" id="{C09F58C0-C440-49B9-92C7-F33661610C18}"/>
              </a:ext>
            </a:extLst>
          </p:cNvPr>
          <p:cNvSpPr>
            <a:spLocks noGrp="1"/>
          </p:cNvSpPr>
          <p:nvPr/>
        </p:nvSpPr>
        <p:spPr>
          <a:xfrm>
            <a:off x="831551" y="4123418"/>
            <a:ext cx="28398" cy="28398"/>
          </a:xfrm>
          <a:prstGeom prst="ellipse">
            <a:avLst/>
          </a:prstGeom>
          <a:solidFill>
            <a:srgbClr val="7F8C97">
              <a:alpha val="48000"/>
            </a:srgbClr>
          </a:solidFill>
          <a:ln w="0">
            <a:noFill/>
            <a:prstDash val="solid"/>
          </a:ln>
        </p:spPr>
      </p:sp>
      <p:sp>
        <p:nvSpPr>
          <p:cNvPr id="95" name="01_find_only_94">
            <a:extLst>
              <a:ext uri="{FF2B5EF4-FFF2-40B4-BE49-F238E27FC236}">
                <a16:creationId xmlns:a16="http://schemas.microsoft.com/office/drawing/2014/main" id="{0E9D8887-7131-4538-977F-E448EB0A6E0F}"/>
              </a:ext>
            </a:extLst>
          </p:cNvPr>
          <p:cNvSpPr>
            <a:spLocks noGrp="1"/>
          </p:cNvSpPr>
          <p:nvPr/>
        </p:nvSpPr>
        <p:spPr>
          <a:xfrm>
            <a:off x="839754" y="4123418"/>
            <a:ext cx="28398" cy="28398"/>
          </a:xfrm>
          <a:prstGeom prst="ellipse">
            <a:avLst/>
          </a:prstGeom>
          <a:solidFill>
            <a:srgbClr val="7F8C97">
              <a:alpha val="48000"/>
            </a:srgbClr>
          </a:solidFill>
          <a:ln w="0">
            <a:noFill/>
            <a:prstDash val="solid"/>
          </a:ln>
        </p:spPr>
      </p:sp>
      <p:sp>
        <p:nvSpPr>
          <p:cNvPr id="96" name="01_find_only_95">
            <a:extLst>
              <a:ext uri="{FF2B5EF4-FFF2-40B4-BE49-F238E27FC236}">
                <a16:creationId xmlns:a16="http://schemas.microsoft.com/office/drawing/2014/main" id="{4B5AD29A-03B7-4503-885F-E8B1836732F8}"/>
              </a:ext>
            </a:extLst>
          </p:cNvPr>
          <p:cNvSpPr>
            <a:spLocks noGrp="1"/>
          </p:cNvSpPr>
          <p:nvPr/>
        </p:nvSpPr>
        <p:spPr>
          <a:xfrm>
            <a:off x="769744" y="4123418"/>
            <a:ext cx="28398" cy="28398"/>
          </a:xfrm>
          <a:prstGeom prst="ellipse">
            <a:avLst/>
          </a:prstGeom>
          <a:solidFill>
            <a:srgbClr val="7F8C97">
              <a:alpha val="48000"/>
            </a:srgbClr>
          </a:solidFill>
          <a:ln w="0">
            <a:noFill/>
            <a:prstDash val="solid"/>
          </a:ln>
        </p:spPr>
      </p:sp>
      <p:sp>
        <p:nvSpPr>
          <p:cNvPr id="97" name="01_find_only_96">
            <a:extLst>
              <a:ext uri="{FF2B5EF4-FFF2-40B4-BE49-F238E27FC236}">
                <a16:creationId xmlns:a16="http://schemas.microsoft.com/office/drawing/2014/main" id="{6A91F38F-32FC-4C24-B7BD-0454542ABBB0}"/>
              </a:ext>
            </a:extLst>
          </p:cNvPr>
          <p:cNvSpPr>
            <a:spLocks noGrp="1"/>
          </p:cNvSpPr>
          <p:nvPr/>
        </p:nvSpPr>
        <p:spPr>
          <a:xfrm>
            <a:off x="777279" y="3489410"/>
            <a:ext cx="28398" cy="28398"/>
          </a:xfrm>
          <a:prstGeom prst="ellipse">
            <a:avLst/>
          </a:prstGeom>
          <a:solidFill>
            <a:srgbClr val="7F8C97">
              <a:alpha val="48000"/>
            </a:srgbClr>
          </a:solidFill>
          <a:ln w="0">
            <a:noFill/>
            <a:prstDash val="solid"/>
          </a:ln>
        </p:spPr>
      </p:sp>
      <p:sp>
        <p:nvSpPr>
          <p:cNvPr id="98" name="01_find_only_97">
            <a:extLst>
              <a:ext uri="{FF2B5EF4-FFF2-40B4-BE49-F238E27FC236}">
                <a16:creationId xmlns:a16="http://schemas.microsoft.com/office/drawing/2014/main" id="{29F803AE-C4B1-4403-A8A6-8059BA746DC7}"/>
              </a:ext>
            </a:extLst>
          </p:cNvPr>
          <p:cNvSpPr>
            <a:spLocks noGrp="1"/>
          </p:cNvSpPr>
          <p:nvPr/>
        </p:nvSpPr>
        <p:spPr>
          <a:xfrm>
            <a:off x="822585" y="3586950"/>
            <a:ext cx="28398" cy="28398"/>
          </a:xfrm>
          <a:prstGeom prst="ellipse">
            <a:avLst/>
          </a:prstGeom>
          <a:solidFill>
            <a:srgbClr val="7F8C97">
              <a:alpha val="48000"/>
            </a:srgbClr>
          </a:solidFill>
          <a:ln w="0">
            <a:noFill/>
            <a:prstDash val="solid"/>
          </a:ln>
        </p:spPr>
      </p:sp>
      <p:sp>
        <p:nvSpPr>
          <p:cNvPr id="99" name="01_find_only_98">
            <a:extLst>
              <a:ext uri="{FF2B5EF4-FFF2-40B4-BE49-F238E27FC236}">
                <a16:creationId xmlns:a16="http://schemas.microsoft.com/office/drawing/2014/main" id="{6C1ED081-672B-4002-BA95-9B8C73859D31}"/>
              </a:ext>
            </a:extLst>
          </p:cNvPr>
          <p:cNvSpPr>
            <a:spLocks noGrp="1"/>
          </p:cNvSpPr>
          <p:nvPr/>
        </p:nvSpPr>
        <p:spPr>
          <a:xfrm>
            <a:off x="774608" y="3616211"/>
            <a:ext cx="28398" cy="28398"/>
          </a:xfrm>
          <a:prstGeom prst="ellipse">
            <a:avLst/>
          </a:prstGeom>
          <a:solidFill>
            <a:srgbClr val="7F8C97">
              <a:alpha val="48000"/>
            </a:srgbClr>
          </a:solidFill>
          <a:ln w="0">
            <a:noFill/>
            <a:prstDash val="solid"/>
          </a:ln>
        </p:spPr>
      </p:sp>
      <p:sp>
        <p:nvSpPr>
          <p:cNvPr id="100" name="01_find_only_99">
            <a:extLst>
              <a:ext uri="{FF2B5EF4-FFF2-40B4-BE49-F238E27FC236}">
                <a16:creationId xmlns:a16="http://schemas.microsoft.com/office/drawing/2014/main" id="{CBBAD634-713B-4CB4-9894-73DC031F4B39}"/>
              </a:ext>
            </a:extLst>
          </p:cNvPr>
          <p:cNvSpPr>
            <a:spLocks noGrp="1"/>
          </p:cNvSpPr>
          <p:nvPr/>
        </p:nvSpPr>
        <p:spPr>
          <a:xfrm>
            <a:off x="783860" y="3553730"/>
            <a:ext cx="28398" cy="28398"/>
          </a:xfrm>
          <a:prstGeom prst="ellipse">
            <a:avLst/>
          </a:prstGeom>
          <a:solidFill>
            <a:srgbClr val="7F8C97">
              <a:alpha val="48000"/>
            </a:srgbClr>
          </a:solidFill>
          <a:ln w="0">
            <a:noFill/>
            <a:prstDash val="solid"/>
          </a:ln>
        </p:spPr>
      </p:sp>
      <p:sp>
        <p:nvSpPr>
          <p:cNvPr id="101" name="01_find_only_100">
            <a:extLst>
              <a:ext uri="{FF2B5EF4-FFF2-40B4-BE49-F238E27FC236}">
                <a16:creationId xmlns:a16="http://schemas.microsoft.com/office/drawing/2014/main" id="{093BAC22-8DA7-4CAA-BCE7-B79454A12F43}"/>
              </a:ext>
            </a:extLst>
          </p:cNvPr>
          <p:cNvSpPr>
            <a:spLocks noGrp="1"/>
          </p:cNvSpPr>
          <p:nvPr/>
        </p:nvSpPr>
        <p:spPr>
          <a:xfrm>
            <a:off x="768217" y="4123418"/>
            <a:ext cx="28398" cy="28398"/>
          </a:xfrm>
          <a:prstGeom prst="ellipse">
            <a:avLst/>
          </a:prstGeom>
          <a:solidFill>
            <a:srgbClr val="7F8C97">
              <a:alpha val="48000"/>
            </a:srgbClr>
          </a:solidFill>
          <a:ln w="0">
            <a:noFill/>
            <a:prstDash val="solid"/>
          </a:ln>
        </p:spPr>
      </p:sp>
      <p:sp>
        <p:nvSpPr>
          <p:cNvPr id="102" name="01_find_only_101">
            <a:extLst>
              <a:ext uri="{FF2B5EF4-FFF2-40B4-BE49-F238E27FC236}">
                <a16:creationId xmlns:a16="http://schemas.microsoft.com/office/drawing/2014/main" id="{B0633225-0E0B-4F88-8C95-0DA7C41B2F6B}"/>
              </a:ext>
            </a:extLst>
          </p:cNvPr>
          <p:cNvSpPr>
            <a:spLocks noGrp="1"/>
          </p:cNvSpPr>
          <p:nvPr/>
        </p:nvSpPr>
        <p:spPr>
          <a:xfrm>
            <a:off x="778328" y="3489410"/>
            <a:ext cx="28398" cy="28398"/>
          </a:xfrm>
          <a:prstGeom prst="ellipse">
            <a:avLst/>
          </a:prstGeom>
          <a:solidFill>
            <a:srgbClr val="7F8C97">
              <a:alpha val="48000"/>
            </a:srgbClr>
          </a:solidFill>
          <a:ln w="0">
            <a:noFill/>
            <a:prstDash val="solid"/>
          </a:ln>
        </p:spPr>
      </p:sp>
      <p:sp>
        <p:nvSpPr>
          <p:cNvPr id="103" name="01_find_only_102">
            <a:extLst>
              <a:ext uri="{FF2B5EF4-FFF2-40B4-BE49-F238E27FC236}">
                <a16:creationId xmlns:a16="http://schemas.microsoft.com/office/drawing/2014/main" id="{D91721DE-28CC-4E99-8E5E-57C3D930E70E}"/>
              </a:ext>
            </a:extLst>
          </p:cNvPr>
          <p:cNvSpPr>
            <a:spLocks noGrp="1"/>
          </p:cNvSpPr>
          <p:nvPr/>
        </p:nvSpPr>
        <p:spPr>
          <a:xfrm>
            <a:off x="782048" y="3761128"/>
            <a:ext cx="28398" cy="28398"/>
          </a:xfrm>
          <a:prstGeom prst="ellipse">
            <a:avLst/>
          </a:prstGeom>
          <a:solidFill>
            <a:srgbClr val="7F8C97">
              <a:alpha val="48000"/>
            </a:srgbClr>
          </a:solidFill>
          <a:ln w="0">
            <a:noFill/>
            <a:prstDash val="solid"/>
          </a:ln>
        </p:spPr>
      </p:sp>
      <p:sp>
        <p:nvSpPr>
          <p:cNvPr id="104" name="01_find_only_103">
            <a:extLst>
              <a:ext uri="{FF2B5EF4-FFF2-40B4-BE49-F238E27FC236}">
                <a16:creationId xmlns:a16="http://schemas.microsoft.com/office/drawing/2014/main" id="{72CE357B-266C-4E0B-9BE2-5FEC976242D4}"/>
              </a:ext>
            </a:extLst>
          </p:cNvPr>
          <p:cNvSpPr>
            <a:spLocks noGrp="1"/>
          </p:cNvSpPr>
          <p:nvPr/>
        </p:nvSpPr>
        <p:spPr>
          <a:xfrm>
            <a:off x="841280" y="3700746"/>
            <a:ext cx="28398" cy="28398"/>
          </a:xfrm>
          <a:prstGeom prst="ellipse">
            <a:avLst/>
          </a:prstGeom>
          <a:solidFill>
            <a:srgbClr val="7F8C97">
              <a:alpha val="48000"/>
            </a:srgbClr>
          </a:solidFill>
          <a:ln w="0">
            <a:noFill/>
            <a:prstDash val="solid"/>
          </a:ln>
        </p:spPr>
      </p:sp>
      <p:sp>
        <p:nvSpPr>
          <p:cNvPr id="105" name="01_find_only_104">
            <a:extLst>
              <a:ext uri="{FF2B5EF4-FFF2-40B4-BE49-F238E27FC236}">
                <a16:creationId xmlns:a16="http://schemas.microsoft.com/office/drawing/2014/main" id="{0B120530-EF9F-45F3-AE62-C34F35E0DF54}"/>
              </a:ext>
            </a:extLst>
          </p:cNvPr>
          <p:cNvSpPr>
            <a:spLocks noGrp="1"/>
          </p:cNvSpPr>
          <p:nvPr/>
        </p:nvSpPr>
        <p:spPr>
          <a:xfrm>
            <a:off x="800838" y="3489410"/>
            <a:ext cx="28398" cy="28398"/>
          </a:xfrm>
          <a:prstGeom prst="ellipse">
            <a:avLst/>
          </a:prstGeom>
          <a:solidFill>
            <a:srgbClr val="7F8C97">
              <a:alpha val="48000"/>
            </a:srgbClr>
          </a:solidFill>
          <a:ln w="0">
            <a:noFill/>
            <a:prstDash val="solid"/>
          </a:ln>
        </p:spPr>
      </p:sp>
      <p:sp>
        <p:nvSpPr>
          <p:cNvPr id="106" name="01_find_only_105">
            <a:extLst>
              <a:ext uri="{FF2B5EF4-FFF2-40B4-BE49-F238E27FC236}">
                <a16:creationId xmlns:a16="http://schemas.microsoft.com/office/drawing/2014/main" id="{FBB26C85-5DFE-4551-88B7-9698D809D60C}"/>
              </a:ext>
            </a:extLst>
          </p:cNvPr>
          <p:cNvSpPr>
            <a:spLocks noGrp="1"/>
          </p:cNvSpPr>
          <p:nvPr/>
        </p:nvSpPr>
        <p:spPr>
          <a:xfrm>
            <a:off x="769744" y="3489410"/>
            <a:ext cx="28398" cy="28398"/>
          </a:xfrm>
          <a:prstGeom prst="ellipse">
            <a:avLst/>
          </a:prstGeom>
          <a:solidFill>
            <a:srgbClr val="7F8C97">
              <a:alpha val="48000"/>
            </a:srgbClr>
          </a:solidFill>
          <a:ln w="0">
            <a:noFill/>
            <a:prstDash val="solid"/>
          </a:ln>
        </p:spPr>
      </p:sp>
      <p:sp>
        <p:nvSpPr>
          <p:cNvPr id="107" name="01_find_only_106">
            <a:extLst>
              <a:ext uri="{FF2B5EF4-FFF2-40B4-BE49-F238E27FC236}">
                <a16:creationId xmlns:a16="http://schemas.microsoft.com/office/drawing/2014/main" id="{330FAB57-CB4B-4AC2-A352-AD4F638E9703}"/>
              </a:ext>
            </a:extLst>
          </p:cNvPr>
          <p:cNvSpPr>
            <a:spLocks noGrp="1"/>
          </p:cNvSpPr>
          <p:nvPr/>
        </p:nvSpPr>
        <p:spPr>
          <a:xfrm>
            <a:off x="783574" y="3489410"/>
            <a:ext cx="28398" cy="28398"/>
          </a:xfrm>
          <a:prstGeom prst="ellipse">
            <a:avLst/>
          </a:prstGeom>
          <a:solidFill>
            <a:srgbClr val="7F8C97">
              <a:alpha val="48000"/>
            </a:srgbClr>
          </a:solidFill>
          <a:ln w="0">
            <a:noFill/>
            <a:prstDash val="solid"/>
          </a:ln>
        </p:spPr>
      </p:sp>
      <p:sp>
        <p:nvSpPr>
          <p:cNvPr id="108" name="01_find_only_107">
            <a:extLst>
              <a:ext uri="{FF2B5EF4-FFF2-40B4-BE49-F238E27FC236}">
                <a16:creationId xmlns:a16="http://schemas.microsoft.com/office/drawing/2014/main" id="{622846F6-536E-4E13-B79C-8D2D8C7E3A27}"/>
              </a:ext>
            </a:extLst>
          </p:cNvPr>
          <p:cNvSpPr>
            <a:spLocks noGrp="1"/>
          </p:cNvSpPr>
          <p:nvPr/>
        </p:nvSpPr>
        <p:spPr>
          <a:xfrm>
            <a:off x="836320" y="3743013"/>
            <a:ext cx="28398" cy="28398"/>
          </a:xfrm>
          <a:prstGeom prst="ellipse">
            <a:avLst/>
          </a:prstGeom>
          <a:solidFill>
            <a:srgbClr val="7F8C97">
              <a:alpha val="48000"/>
            </a:srgbClr>
          </a:solidFill>
          <a:ln w="0">
            <a:noFill/>
            <a:prstDash val="solid"/>
          </a:ln>
        </p:spPr>
      </p:sp>
      <p:sp>
        <p:nvSpPr>
          <p:cNvPr id="109" name="01_find_only_108">
            <a:extLst>
              <a:ext uri="{FF2B5EF4-FFF2-40B4-BE49-F238E27FC236}">
                <a16:creationId xmlns:a16="http://schemas.microsoft.com/office/drawing/2014/main" id="{0E5DC43C-C060-4500-9124-A93AA9A6A371}"/>
              </a:ext>
            </a:extLst>
          </p:cNvPr>
          <p:cNvSpPr>
            <a:spLocks noGrp="1"/>
          </p:cNvSpPr>
          <p:nvPr/>
        </p:nvSpPr>
        <p:spPr>
          <a:xfrm>
            <a:off x="818293" y="3489410"/>
            <a:ext cx="28398" cy="28398"/>
          </a:xfrm>
          <a:prstGeom prst="ellipse">
            <a:avLst/>
          </a:prstGeom>
          <a:solidFill>
            <a:srgbClr val="7F8C97">
              <a:alpha val="48000"/>
            </a:srgbClr>
          </a:solidFill>
          <a:ln w="0">
            <a:noFill/>
            <a:prstDash val="solid"/>
          </a:ln>
        </p:spPr>
      </p:sp>
      <p:sp>
        <p:nvSpPr>
          <p:cNvPr id="110" name="01_find_only_109">
            <a:extLst>
              <a:ext uri="{FF2B5EF4-FFF2-40B4-BE49-F238E27FC236}">
                <a16:creationId xmlns:a16="http://schemas.microsoft.com/office/drawing/2014/main" id="{E9E1E4F8-E53F-4F65-B7B7-2BE639B528C6}"/>
              </a:ext>
            </a:extLst>
          </p:cNvPr>
          <p:cNvSpPr>
            <a:spLocks noGrp="1"/>
          </p:cNvSpPr>
          <p:nvPr/>
        </p:nvSpPr>
        <p:spPr>
          <a:xfrm>
            <a:off x="835938" y="3841637"/>
            <a:ext cx="28398" cy="28398"/>
          </a:xfrm>
          <a:prstGeom prst="ellipse">
            <a:avLst/>
          </a:prstGeom>
          <a:solidFill>
            <a:srgbClr val="7F8C97">
              <a:alpha val="48000"/>
            </a:srgbClr>
          </a:solidFill>
          <a:ln w="0">
            <a:noFill/>
            <a:prstDash val="solid"/>
          </a:ln>
        </p:spPr>
      </p:sp>
      <p:sp>
        <p:nvSpPr>
          <p:cNvPr id="111" name="01_find_only_110">
            <a:extLst>
              <a:ext uri="{FF2B5EF4-FFF2-40B4-BE49-F238E27FC236}">
                <a16:creationId xmlns:a16="http://schemas.microsoft.com/office/drawing/2014/main" id="{89E8CF04-3FA0-4E19-9970-C25CE5E6146F}"/>
              </a:ext>
            </a:extLst>
          </p:cNvPr>
          <p:cNvSpPr>
            <a:spLocks noGrp="1"/>
          </p:cNvSpPr>
          <p:nvPr/>
        </p:nvSpPr>
        <p:spPr>
          <a:xfrm>
            <a:off x="775562" y="3489410"/>
            <a:ext cx="28398" cy="28398"/>
          </a:xfrm>
          <a:prstGeom prst="ellipse">
            <a:avLst/>
          </a:prstGeom>
          <a:solidFill>
            <a:srgbClr val="7F8C97">
              <a:alpha val="48000"/>
            </a:srgbClr>
          </a:solidFill>
          <a:ln w="0">
            <a:noFill/>
            <a:prstDash val="solid"/>
          </a:ln>
        </p:spPr>
      </p:sp>
      <p:sp>
        <p:nvSpPr>
          <p:cNvPr id="112" name="01_find_only_111">
            <a:extLst>
              <a:ext uri="{FF2B5EF4-FFF2-40B4-BE49-F238E27FC236}">
                <a16:creationId xmlns:a16="http://schemas.microsoft.com/office/drawing/2014/main" id="{28D549B0-620C-4603-BB55-142BC83AB7F4}"/>
              </a:ext>
            </a:extLst>
          </p:cNvPr>
          <p:cNvSpPr>
            <a:spLocks noGrp="1"/>
          </p:cNvSpPr>
          <p:nvPr/>
        </p:nvSpPr>
        <p:spPr>
          <a:xfrm>
            <a:off x="793494" y="3598722"/>
            <a:ext cx="28398" cy="28398"/>
          </a:xfrm>
          <a:prstGeom prst="ellipse">
            <a:avLst/>
          </a:prstGeom>
          <a:solidFill>
            <a:srgbClr val="7F8C97">
              <a:alpha val="48000"/>
            </a:srgbClr>
          </a:solidFill>
          <a:ln w="0">
            <a:noFill/>
            <a:prstDash val="solid"/>
          </a:ln>
        </p:spPr>
      </p:sp>
      <p:sp>
        <p:nvSpPr>
          <p:cNvPr id="113" name="01_find_only_112">
            <a:extLst>
              <a:ext uri="{FF2B5EF4-FFF2-40B4-BE49-F238E27FC236}">
                <a16:creationId xmlns:a16="http://schemas.microsoft.com/office/drawing/2014/main" id="{360208C8-C364-4824-AC9C-831097E2ECA7}"/>
              </a:ext>
            </a:extLst>
          </p:cNvPr>
          <p:cNvSpPr>
            <a:spLocks noGrp="1"/>
          </p:cNvSpPr>
          <p:nvPr/>
        </p:nvSpPr>
        <p:spPr>
          <a:xfrm>
            <a:off x="836606" y="3853185"/>
            <a:ext cx="28398" cy="28398"/>
          </a:xfrm>
          <a:prstGeom prst="ellipse">
            <a:avLst/>
          </a:prstGeom>
          <a:solidFill>
            <a:srgbClr val="7F8C97">
              <a:alpha val="48000"/>
            </a:srgbClr>
          </a:solidFill>
          <a:ln w="0">
            <a:noFill/>
            <a:prstDash val="solid"/>
          </a:ln>
        </p:spPr>
      </p:sp>
      <p:sp>
        <p:nvSpPr>
          <p:cNvPr id="114" name="01_find_only_113">
            <a:extLst>
              <a:ext uri="{FF2B5EF4-FFF2-40B4-BE49-F238E27FC236}">
                <a16:creationId xmlns:a16="http://schemas.microsoft.com/office/drawing/2014/main" id="{43E25369-4B70-4E7A-B63D-DF85C2A11DD3}"/>
              </a:ext>
            </a:extLst>
          </p:cNvPr>
          <p:cNvSpPr>
            <a:spLocks noGrp="1"/>
          </p:cNvSpPr>
          <p:nvPr/>
        </p:nvSpPr>
        <p:spPr>
          <a:xfrm>
            <a:off x="836701" y="3489410"/>
            <a:ext cx="28398" cy="28398"/>
          </a:xfrm>
          <a:prstGeom prst="ellipse">
            <a:avLst/>
          </a:prstGeom>
          <a:solidFill>
            <a:srgbClr val="7F8C97">
              <a:alpha val="48000"/>
            </a:srgbClr>
          </a:solidFill>
          <a:ln w="0">
            <a:noFill/>
            <a:prstDash val="solid"/>
          </a:ln>
        </p:spPr>
      </p:sp>
      <p:sp>
        <p:nvSpPr>
          <p:cNvPr id="115" name="01_find_only_114">
            <a:extLst>
              <a:ext uri="{FF2B5EF4-FFF2-40B4-BE49-F238E27FC236}">
                <a16:creationId xmlns:a16="http://schemas.microsoft.com/office/drawing/2014/main" id="{8A29B7BA-B0F7-4E73-AA5F-0CF541D87FF2}"/>
              </a:ext>
            </a:extLst>
          </p:cNvPr>
          <p:cNvSpPr>
            <a:spLocks noGrp="1"/>
          </p:cNvSpPr>
          <p:nvPr/>
        </p:nvSpPr>
        <p:spPr>
          <a:xfrm>
            <a:off x="830788" y="4123418"/>
            <a:ext cx="28398" cy="28398"/>
          </a:xfrm>
          <a:prstGeom prst="ellipse">
            <a:avLst/>
          </a:prstGeom>
          <a:solidFill>
            <a:srgbClr val="7F8C97">
              <a:alpha val="48000"/>
            </a:srgbClr>
          </a:solidFill>
          <a:ln w="0">
            <a:noFill/>
            <a:prstDash val="solid"/>
          </a:ln>
        </p:spPr>
      </p:sp>
      <p:sp>
        <p:nvSpPr>
          <p:cNvPr id="116" name="01_find_only_115">
            <a:extLst>
              <a:ext uri="{FF2B5EF4-FFF2-40B4-BE49-F238E27FC236}">
                <a16:creationId xmlns:a16="http://schemas.microsoft.com/office/drawing/2014/main" id="{140F5D43-BAEF-4B5B-A55F-4C1F01087EFC}"/>
              </a:ext>
            </a:extLst>
          </p:cNvPr>
          <p:cNvSpPr>
            <a:spLocks noGrp="1"/>
          </p:cNvSpPr>
          <p:nvPr/>
        </p:nvSpPr>
        <p:spPr>
          <a:xfrm>
            <a:off x="839181" y="3489410"/>
            <a:ext cx="28398" cy="28398"/>
          </a:xfrm>
          <a:prstGeom prst="ellipse">
            <a:avLst/>
          </a:prstGeom>
          <a:solidFill>
            <a:srgbClr val="7F8C97">
              <a:alpha val="48000"/>
            </a:srgbClr>
          </a:solidFill>
          <a:ln w="0">
            <a:noFill/>
            <a:prstDash val="solid"/>
          </a:ln>
        </p:spPr>
      </p:sp>
      <p:sp>
        <p:nvSpPr>
          <p:cNvPr id="117" name="01_find_only_116">
            <a:extLst>
              <a:ext uri="{FF2B5EF4-FFF2-40B4-BE49-F238E27FC236}">
                <a16:creationId xmlns:a16="http://schemas.microsoft.com/office/drawing/2014/main" id="{9AA4170B-77C5-4084-9AAA-3DF80E15797B}"/>
              </a:ext>
            </a:extLst>
          </p:cNvPr>
          <p:cNvSpPr>
            <a:spLocks noGrp="1"/>
          </p:cNvSpPr>
          <p:nvPr/>
        </p:nvSpPr>
        <p:spPr>
          <a:xfrm>
            <a:off x="784337" y="3869815"/>
            <a:ext cx="28398" cy="28398"/>
          </a:xfrm>
          <a:prstGeom prst="ellipse">
            <a:avLst/>
          </a:prstGeom>
          <a:solidFill>
            <a:srgbClr val="7F8C97">
              <a:alpha val="48000"/>
            </a:srgbClr>
          </a:solidFill>
          <a:ln w="0">
            <a:noFill/>
            <a:prstDash val="solid"/>
          </a:ln>
        </p:spPr>
      </p:sp>
      <p:sp>
        <p:nvSpPr>
          <p:cNvPr id="118" name="01_find_only_117">
            <a:extLst>
              <a:ext uri="{FF2B5EF4-FFF2-40B4-BE49-F238E27FC236}">
                <a16:creationId xmlns:a16="http://schemas.microsoft.com/office/drawing/2014/main" id="{6B7B692C-069C-45BD-BFAD-BC59245D3E85}"/>
              </a:ext>
            </a:extLst>
          </p:cNvPr>
          <p:cNvSpPr>
            <a:spLocks noGrp="1"/>
          </p:cNvSpPr>
          <p:nvPr/>
        </p:nvSpPr>
        <p:spPr>
          <a:xfrm>
            <a:off x="769934" y="3489410"/>
            <a:ext cx="28398" cy="28398"/>
          </a:xfrm>
          <a:prstGeom prst="ellipse">
            <a:avLst/>
          </a:prstGeom>
          <a:solidFill>
            <a:srgbClr val="7F8C97">
              <a:alpha val="48000"/>
            </a:srgbClr>
          </a:solidFill>
          <a:ln w="0">
            <a:noFill/>
            <a:prstDash val="solid"/>
          </a:ln>
        </p:spPr>
      </p:sp>
      <p:sp>
        <p:nvSpPr>
          <p:cNvPr id="119" name="01_find_only_118">
            <a:extLst>
              <a:ext uri="{FF2B5EF4-FFF2-40B4-BE49-F238E27FC236}">
                <a16:creationId xmlns:a16="http://schemas.microsoft.com/office/drawing/2014/main" id="{52018E54-55DB-46D3-80A9-5C1477B376E5}"/>
              </a:ext>
            </a:extLst>
          </p:cNvPr>
          <p:cNvSpPr>
            <a:spLocks noGrp="1"/>
          </p:cNvSpPr>
          <p:nvPr/>
        </p:nvSpPr>
        <p:spPr>
          <a:xfrm>
            <a:off x="825446" y="4123418"/>
            <a:ext cx="28398" cy="28398"/>
          </a:xfrm>
          <a:prstGeom prst="ellipse">
            <a:avLst/>
          </a:prstGeom>
          <a:solidFill>
            <a:srgbClr val="7F8C97">
              <a:alpha val="48000"/>
            </a:srgbClr>
          </a:solidFill>
          <a:ln w="0">
            <a:noFill/>
            <a:prstDash val="solid"/>
          </a:ln>
        </p:spPr>
      </p:sp>
      <p:sp>
        <p:nvSpPr>
          <p:cNvPr id="120" name="01_find_only_119">
            <a:extLst>
              <a:ext uri="{FF2B5EF4-FFF2-40B4-BE49-F238E27FC236}">
                <a16:creationId xmlns:a16="http://schemas.microsoft.com/office/drawing/2014/main" id="{241834CF-748A-4EC5-9D53-2A7B4DB7CC09}"/>
              </a:ext>
            </a:extLst>
          </p:cNvPr>
          <p:cNvSpPr>
            <a:spLocks noGrp="1"/>
          </p:cNvSpPr>
          <p:nvPr/>
        </p:nvSpPr>
        <p:spPr>
          <a:xfrm>
            <a:off x="765451" y="3489410"/>
            <a:ext cx="28398" cy="28398"/>
          </a:xfrm>
          <a:prstGeom prst="ellipse">
            <a:avLst/>
          </a:prstGeom>
          <a:solidFill>
            <a:srgbClr val="7F8C97">
              <a:alpha val="48000"/>
            </a:srgbClr>
          </a:solidFill>
          <a:ln w="0">
            <a:noFill/>
            <a:prstDash val="solid"/>
          </a:ln>
        </p:spPr>
      </p:sp>
      <p:sp>
        <p:nvSpPr>
          <p:cNvPr id="121" name="01_find_only_120">
            <a:extLst>
              <a:ext uri="{FF2B5EF4-FFF2-40B4-BE49-F238E27FC236}">
                <a16:creationId xmlns:a16="http://schemas.microsoft.com/office/drawing/2014/main" id="{71D54AF1-78AC-40CD-BE36-CBBFACD340C4}"/>
              </a:ext>
            </a:extLst>
          </p:cNvPr>
          <p:cNvSpPr>
            <a:spLocks noGrp="1"/>
          </p:cNvSpPr>
          <p:nvPr/>
        </p:nvSpPr>
        <p:spPr>
          <a:xfrm>
            <a:off x="771460" y="4123418"/>
            <a:ext cx="28398" cy="28398"/>
          </a:xfrm>
          <a:prstGeom prst="ellipse">
            <a:avLst/>
          </a:prstGeom>
          <a:solidFill>
            <a:srgbClr val="7F8C97">
              <a:alpha val="48000"/>
            </a:srgbClr>
          </a:solidFill>
          <a:ln w="0">
            <a:noFill/>
            <a:prstDash val="solid"/>
          </a:ln>
        </p:spPr>
      </p:sp>
      <p:sp>
        <p:nvSpPr>
          <p:cNvPr id="122" name="01_find_only_121">
            <a:extLst>
              <a:ext uri="{FF2B5EF4-FFF2-40B4-BE49-F238E27FC236}">
                <a16:creationId xmlns:a16="http://schemas.microsoft.com/office/drawing/2014/main" id="{6E4E3BC7-CD90-4A7F-A67E-3C8A296DB875}"/>
              </a:ext>
            </a:extLst>
          </p:cNvPr>
          <p:cNvSpPr>
            <a:spLocks noGrp="1"/>
          </p:cNvSpPr>
          <p:nvPr/>
        </p:nvSpPr>
        <p:spPr>
          <a:xfrm>
            <a:off x="827831" y="3489410"/>
            <a:ext cx="28398" cy="28398"/>
          </a:xfrm>
          <a:prstGeom prst="ellipse">
            <a:avLst/>
          </a:prstGeom>
          <a:solidFill>
            <a:srgbClr val="7F8C97">
              <a:alpha val="48000"/>
            </a:srgbClr>
          </a:solidFill>
          <a:ln w="0">
            <a:noFill/>
            <a:prstDash val="solid"/>
          </a:ln>
        </p:spPr>
      </p:sp>
      <p:sp>
        <p:nvSpPr>
          <p:cNvPr id="123" name="01_find_only_122">
            <a:extLst>
              <a:ext uri="{FF2B5EF4-FFF2-40B4-BE49-F238E27FC236}">
                <a16:creationId xmlns:a16="http://schemas.microsoft.com/office/drawing/2014/main" id="{1B618FA2-7D60-4AF1-A99C-7AB649650219}"/>
              </a:ext>
            </a:extLst>
          </p:cNvPr>
          <p:cNvSpPr>
            <a:spLocks noGrp="1"/>
          </p:cNvSpPr>
          <p:nvPr/>
        </p:nvSpPr>
        <p:spPr>
          <a:xfrm>
            <a:off x="766310" y="3489410"/>
            <a:ext cx="28398" cy="28398"/>
          </a:xfrm>
          <a:prstGeom prst="ellipse">
            <a:avLst/>
          </a:prstGeom>
          <a:solidFill>
            <a:srgbClr val="7F8C97">
              <a:alpha val="48000"/>
            </a:srgbClr>
          </a:solidFill>
          <a:ln w="0">
            <a:noFill/>
            <a:prstDash val="solid"/>
          </a:ln>
        </p:spPr>
      </p:sp>
      <p:sp>
        <p:nvSpPr>
          <p:cNvPr id="124" name="01_find_only_123">
            <a:extLst>
              <a:ext uri="{FF2B5EF4-FFF2-40B4-BE49-F238E27FC236}">
                <a16:creationId xmlns:a16="http://schemas.microsoft.com/office/drawing/2014/main" id="{C4461B9C-5DF0-469F-9874-EA96E022E06B}"/>
              </a:ext>
            </a:extLst>
          </p:cNvPr>
          <p:cNvSpPr>
            <a:spLocks noGrp="1"/>
          </p:cNvSpPr>
          <p:nvPr/>
        </p:nvSpPr>
        <p:spPr>
          <a:xfrm>
            <a:off x="846144" y="3489410"/>
            <a:ext cx="28398" cy="28398"/>
          </a:xfrm>
          <a:prstGeom prst="ellipse">
            <a:avLst/>
          </a:prstGeom>
          <a:solidFill>
            <a:srgbClr val="7F8C97">
              <a:alpha val="48000"/>
            </a:srgbClr>
          </a:solidFill>
          <a:ln w="0">
            <a:noFill/>
            <a:prstDash val="solid"/>
          </a:ln>
        </p:spPr>
      </p:sp>
      <p:sp>
        <p:nvSpPr>
          <p:cNvPr id="125" name="01_find_only_124">
            <a:extLst>
              <a:ext uri="{FF2B5EF4-FFF2-40B4-BE49-F238E27FC236}">
                <a16:creationId xmlns:a16="http://schemas.microsoft.com/office/drawing/2014/main" id="{86A3E8C5-483E-49DE-BBCD-DC8D6DA966EA}"/>
              </a:ext>
            </a:extLst>
          </p:cNvPr>
          <p:cNvSpPr>
            <a:spLocks noGrp="1"/>
          </p:cNvSpPr>
          <p:nvPr/>
        </p:nvSpPr>
        <p:spPr>
          <a:xfrm>
            <a:off x="831551" y="3700746"/>
            <a:ext cx="28398" cy="28398"/>
          </a:xfrm>
          <a:prstGeom prst="ellipse">
            <a:avLst/>
          </a:prstGeom>
          <a:solidFill>
            <a:srgbClr val="7F8C97">
              <a:alpha val="48000"/>
            </a:srgbClr>
          </a:solidFill>
          <a:ln w="0">
            <a:noFill/>
            <a:prstDash val="solid"/>
          </a:ln>
        </p:spPr>
      </p:sp>
      <p:sp>
        <p:nvSpPr>
          <p:cNvPr id="126" name="01_find_only_125">
            <a:extLst>
              <a:ext uri="{FF2B5EF4-FFF2-40B4-BE49-F238E27FC236}">
                <a16:creationId xmlns:a16="http://schemas.microsoft.com/office/drawing/2014/main" id="{806EFCA2-40F5-4988-8ED5-8997112866DE}"/>
              </a:ext>
            </a:extLst>
          </p:cNvPr>
          <p:cNvSpPr>
            <a:spLocks noGrp="1"/>
          </p:cNvSpPr>
          <p:nvPr/>
        </p:nvSpPr>
        <p:spPr>
          <a:xfrm>
            <a:off x="797023" y="3489410"/>
            <a:ext cx="28398" cy="28398"/>
          </a:xfrm>
          <a:prstGeom prst="ellipse">
            <a:avLst/>
          </a:prstGeom>
          <a:solidFill>
            <a:srgbClr val="7F8C97">
              <a:alpha val="48000"/>
            </a:srgbClr>
          </a:solidFill>
          <a:ln w="0">
            <a:noFill/>
            <a:prstDash val="solid"/>
          </a:ln>
        </p:spPr>
      </p:sp>
      <p:sp>
        <p:nvSpPr>
          <p:cNvPr id="127" name="01_find_only_126">
            <a:extLst>
              <a:ext uri="{FF2B5EF4-FFF2-40B4-BE49-F238E27FC236}">
                <a16:creationId xmlns:a16="http://schemas.microsoft.com/office/drawing/2014/main" id="{19EADA21-A634-4185-B178-465E539DBF30}"/>
              </a:ext>
            </a:extLst>
          </p:cNvPr>
          <p:cNvSpPr>
            <a:spLocks noGrp="1"/>
          </p:cNvSpPr>
          <p:nvPr/>
        </p:nvSpPr>
        <p:spPr>
          <a:xfrm>
            <a:off x="780903" y="4123418"/>
            <a:ext cx="28398" cy="28398"/>
          </a:xfrm>
          <a:prstGeom prst="ellipse">
            <a:avLst/>
          </a:prstGeom>
          <a:solidFill>
            <a:srgbClr val="7F8C97">
              <a:alpha val="48000"/>
            </a:srgbClr>
          </a:solidFill>
          <a:ln w="0">
            <a:noFill/>
            <a:prstDash val="solid"/>
          </a:ln>
        </p:spPr>
      </p:sp>
      <p:sp>
        <p:nvSpPr>
          <p:cNvPr id="128" name="01_find_only_127">
            <a:extLst>
              <a:ext uri="{FF2B5EF4-FFF2-40B4-BE49-F238E27FC236}">
                <a16:creationId xmlns:a16="http://schemas.microsoft.com/office/drawing/2014/main" id="{4561625E-8F19-4BB5-A0FB-CBD79064087D}"/>
              </a:ext>
            </a:extLst>
          </p:cNvPr>
          <p:cNvSpPr>
            <a:spLocks noGrp="1"/>
          </p:cNvSpPr>
          <p:nvPr/>
        </p:nvSpPr>
        <p:spPr>
          <a:xfrm>
            <a:off x="844713" y="3537131"/>
            <a:ext cx="28398" cy="28398"/>
          </a:xfrm>
          <a:prstGeom prst="ellipse">
            <a:avLst/>
          </a:prstGeom>
          <a:solidFill>
            <a:srgbClr val="7F8C97">
              <a:alpha val="48000"/>
            </a:srgbClr>
          </a:solidFill>
          <a:ln w="0">
            <a:noFill/>
            <a:prstDash val="solid"/>
          </a:ln>
        </p:spPr>
      </p:sp>
      <p:sp>
        <p:nvSpPr>
          <p:cNvPr id="129" name="01_find_only_128">
            <a:extLst>
              <a:ext uri="{FF2B5EF4-FFF2-40B4-BE49-F238E27FC236}">
                <a16:creationId xmlns:a16="http://schemas.microsoft.com/office/drawing/2014/main" id="{D5514286-8DB1-448B-8D17-C3547F14D978}"/>
              </a:ext>
            </a:extLst>
          </p:cNvPr>
          <p:cNvSpPr>
            <a:spLocks noGrp="1"/>
          </p:cNvSpPr>
          <p:nvPr/>
        </p:nvSpPr>
        <p:spPr>
          <a:xfrm>
            <a:off x="848815" y="3579982"/>
            <a:ext cx="28398" cy="28398"/>
          </a:xfrm>
          <a:prstGeom prst="ellipse">
            <a:avLst/>
          </a:prstGeom>
          <a:solidFill>
            <a:srgbClr val="7F8C97">
              <a:alpha val="48000"/>
            </a:srgbClr>
          </a:solidFill>
          <a:ln w="0">
            <a:noFill/>
            <a:prstDash val="solid"/>
          </a:ln>
        </p:spPr>
      </p:sp>
      <p:sp>
        <p:nvSpPr>
          <p:cNvPr id="130" name="01_find_only_129">
            <a:extLst>
              <a:ext uri="{FF2B5EF4-FFF2-40B4-BE49-F238E27FC236}">
                <a16:creationId xmlns:a16="http://schemas.microsoft.com/office/drawing/2014/main" id="{E8301272-EAAC-424B-9756-EA96E9F7A74C}"/>
              </a:ext>
            </a:extLst>
          </p:cNvPr>
          <p:cNvSpPr>
            <a:spLocks noGrp="1"/>
          </p:cNvSpPr>
          <p:nvPr/>
        </p:nvSpPr>
        <p:spPr>
          <a:xfrm>
            <a:off x="814191" y="4123418"/>
            <a:ext cx="28398" cy="28398"/>
          </a:xfrm>
          <a:prstGeom prst="ellipse">
            <a:avLst/>
          </a:prstGeom>
          <a:solidFill>
            <a:srgbClr val="7F8C97">
              <a:alpha val="48000"/>
            </a:srgbClr>
          </a:solidFill>
          <a:ln w="0">
            <a:noFill/>
            <a:prstDash val="solid"/>
          </a:ln>
        </p:spPr>
      </p:sp>
      <p:sp>
        <p:nvSpPr>
          <p:cNvPr id="131" name="01_find_only_130">
            <a:extLst>
              <a:ext uri="{FF2B5EF4-FFF2-40B4-BE49-F238E27FC236}">
                <a16:creationId xmlns:a16="http://schemas.microsoft.com/office/drawing/2014/main" id="{84C7ECAD-53BF-4942-80BA-6173B6A5485E}"/>
              </a:ext>
            </a:extLst>
          </p:cNvPr>
          <p:cNvSpPr>
            <a:spLocks noGrp="1"/>
          </p:cNvSpPr>
          <p:nvPr/>
        </p:nvSpPr>
        <p:spPr>
          <a:xfrm>
            <a:off x="835938" y="3489410"/>
            <a:ext cx="28398" cy="28398"/>
          </a:xfrm>
          <a:prstGeom prst="ellipse">
            <a:avLst/>
          </a:prstGeom>
          <a:solidFill>
            <a:srgbClr val="7F8C97">
              <a:alpha val="48000"/>
            </a:srgbClr>
          </a:solidFill>
          <a:ln w="0">
            <a:noFill/>
            <a:prstDash val="solid"/>
          </a:ln>
        </p:spPr>
      </p:sp>
      <p:sp>
        <p:nvSpPr>
          <p:cNvPr id="132" name="01_find_only_131">
            <a:extLst>
              <a:ext uri="{FF2B5EF4-FFF2-40B4-BE49-F238E27FC236}">
                <a16:creationId xmlns:a16="http://schemas.microsoft.com/office/drawing/2014/main" id="{5D877337-F8CD-45A7-93A0-518B2B96CABA}"/>
              </a:ext>
            </a:extLst>
          </p:cNvPr>
          <p:cNvSpPr>
            <a:spLocks noGrp="1"/>
          </p:cNvSpPr>
          <p:nvPr/>
        </p:nvSpPr>
        <p:spPr>
          <a:xfrm>
            <a:off x="769076" y="3616211"/>
            <a:ext cx="28398" cy="28398"/>
          </a:xfrm>
          <a:prstGeom prst="ellipse">
            <a:avLst/>
          </a:prstGeom>
          <a:solidFill>
            <a:srgbClr val="7F8C97">
              <a:alpha val="48000"/>
            </a:srgbClr>
          </a:solidFill>
          <a:ln w="0">
            <a:noFill/>
            <a:prstDash val="solid"/>
          </a:ln>
        </p:spPr>
      </p:sp>
      <p:sp>
        <p:nvSpPr>
          <p:cNvPr id="133" name="01_find_only_132">
            <a:extLst>
              <a:ext uri="{FF2B5EF4-FFF2-40B4-BE49-F238E27FC236}">
                <a16:creationId xmlns:a16="http://schemas.microsoft.com/office/drawing/2014/main" id="{F861FA86-F8A8-4EA5-B48E-B55B772A43FD}"/>
              </a:ext>
            </a:extLst>
          </p:cNvPr>
          <p:cNvSpPr>
            <a:spLocks noGrp="1"/>
          </p:cNvSpPr>
          <p:nvPr/>
        </p:nvSpPr>
        <p:spPr>
          <a:xfrm>
            <a:off x="795973" y="4123418"/>
            <a:ext cx="28398" cy="28398"/>
          </a:xfrm>
          <a:prstGeom prst="ellipse">
            <a:avLst/>
          </a:prstGeom>
          <a:solidFill>
            <a:srgbClr val="7F8C97">
              <a:alpha val="48000"/>
            </a:srgbClr>
          </a:solidFill>
          <a:ln w="0">
            <a:noFill/>
            <a:prstDash val="solid"/>
          </a:ln>
        </p:spPr>
      </p:sp>
      <p:sp>
        <p:nvSpPr>
          <p:cNvPr id="134" name="01_find_only_133">
            <a:extLst>
              <a:ext uri="{FF2B5EF4-FFF2-40B4-BE49-F238E27FC236}">
                <a16:creationId xmlns:a16="http://schemas.microsoft.com/office/drawing/2014/main" id="{0C8D8780-BDB4-4E69-BBA0-FC8D18865592}"/>
              </a:ext>
            </a:extLst>
          </p:cNvPr>
          <p:cNvSpPr>
            <a:spLocks noGrp="1"/>
          </p:cNvSpPr>
          <p:nvPr/>
        </p:nvSpPr>
        <p:spPr>
          <a:xfrm>
            <a:off x="830025" y="3579982"/>
            <a:ext cx="28398" cy="28398"/>
          </a:xfrm>
          <a:prstGeom prst="ellipse">
            <a:avLst/>
          </a:prstGeom>
          <a:solidFill>
            <a:srgbClr val="7F8C97">
              <a:alpha val="48000"/>
            </a:srgbClr>
          </a:solidFill>
          <a:ln w="0">
            <a:noFill/>
            <a:prstDash val="solid"/>
          </a:ln>
        </p:spPr>
      </p:sp>
      <p:sp>
        <p:nvSpPr>
          <p:cNvPr id="135" name="01_find_only_134">
            <a:extLst>
              <a:ext uri="{FF2B5EF4-FFF2-40B4-BE49-F238E27FC236}">
                <a16:creationId xmlns:a16="http://schemas.microsoft.com/office/drawing/2014/main" id="{04EBA921-2BA6-4E46-B42C-1CD49E82641B}"/>
              </a:ext>
            </a:extLst>
          </p:cNvPr>
          <p:cNvSpPr>
            <a:spLocks noGrp="1"/>
          </p:cNvSpPr>
          <p:nvPr/>
        </p:nvSpPr>
        <p:spPr>
          <a:xfrm>
            <a:off x="763258" y="3489410"/>
            <a:ext cx="28398" cy="28398"/>
          </a:xfrm>
          <a:prstGeom prst="ellipse">
            <a:avLst/>
          </a:prstGeom>
          <a:solidFill>
            <a:srgbClr val="7F8C97">
              <a:alpha val="48000"/>
            </a:srgbClr>
          </a:solidFill>
          <a:ln w="0">
            <a:noFill/>
            <a:prstDash val="solid"/>
          </a:ln>
        </p:spPr>
      </p:sp>
      <p:sp>
        <p:nvSpPr>
          <p:cNvPr id="136" name="01_find_only_135">
            <a:extLst>
              <a:ext uri="{FF2B5EF4-FFF2-40B4-BE49-F238E27FC236}">
                <a16:creationId xmlns:a16="http://schemas.microsoft.com/office/drawing/2014/main" id="{AB40C941-2A6C-4059-BC2A-93E935899EF3}"/>
              </a:ext>
            </a:extLst>
          </p:cNvPr>
          <p:cNvSpPr>
            <a:spLocks noGrp="1"/>
          </p:cNvSpPr>
          <p:nvPr/>
        </p:nvSpPr>
        <p:spPr>
          <a:xfrm>
            <a:off x="759824" y="3489410"/>
            <a:ext cx="28398" cy="28398"/>
          </a:xfrm>
          <a:prstGeom prst="ellipse">
            <a:avLst/>
          </a:prstGeom>
          <a:solidFill>
            <a:srgbClr val="7F8C97">
              <a:alpha val="48000"/>
            </a:srgbClr>
          </a:solidFill>
          <a:ln w="0">
            <a:noFill/>
            <a:prstDash val="solid"/>
          </a:ln>
        </p:spPr>
      </p:sp>
      <p:sp>
        <p:nvSpPr>
          <p:cNvPr id="137" name="01_find_only_136">
            <a:extLst>
              <a:ext uri="{FF2B5EF4-FFF2-40B4-BE49-F238E27FC236}">
                <a16:creationId xmlns:a16="http://schemas.microsoft.com/office/drawing/2014/main" id="{7039ED06-78C5-401E-B02C-92534E93D76E}"/>
              </a:ext>
            </a:extLst>
          </p:cNvPr>
          <p:cNvSpPr>
            <a:spLocks noGrp="1"/>
          </p:cNvSpPr>
          <p:nvPr/>
        </p:nvSpPr>
        <p:spPr>
          <a:xfrm>
            <a:off x="816194" y="3489410"/>
            <a:ext cx="28398" cy="28398"/>
          </a:xfrm>
          <a:prstGeom prst="ellipse">
            <a:avLst/>
          </a:prstGeom>
          <a:solidFill>
            <a:srgbClr val="7F8C97">
              <a:alpha val="48000"/>
            </a:srgbClr>
          </a:solidFill>
          <a:ln w="0">
            <a:noFill/>
            <a:prstDash val="solid"/>
          </a:ln>
        </p:spPr>
      </p:sp>
      <p:sp>
        <p:nvSpPr>
          <p:cNvPr id="138" name="01_find_only_137">
            <a:extLst>
              <a:ext uri="{FF2B5EF4-FFF2-40B4-BE49-F238E27FC236}">
                <a16:creationId xmlns:a16="http://schemas.microsoft.com/office/drawing/2014/main" id="{80535FA2-D560-44B8-9E7C-1FB5607293A4}"/>
              </a:ext>
            </a:extLst>
          </p:cNvPr>
          <p:cNvSpPr>
            <a:spLocks noGrp="1"/>
          </p:cNvSpPr>
          <p:nvPr/>
        </p:nvSpPr>
        <p:spPr>
          <a:xfrm>
            <a:off x="844141" y="3573944"/>
            <a:ext cx="28398" cy="28398"/>
          </a:xfrm>
          <a:prstGeom prst="ellipse">
            <a:avLst/>
          </a:prstGeom>
          <a:solidFill>
            <a:srgbClr val="7F8C97">
              <a:alpha val="48000"/>
            </a:srgbClr>
          </a:solidFill>
          <a:ln w="0">
            <a:noFill/>
            <a:prstDash val="solid"/>
          </a:ln>
        </p:spPr>
      </p:sp>
      <p:sp>
        <p:nvSpPr>
          <p:cNvPr id="139" name="01_find_only_138">
            <a:extLst>
              <a:ext uri="{FF2B5EF4-FFF2-40B4-BE49-F238E27FC236}">
                <a16:creationId xmlns:a16="http://schemas.microsoft.com/office/drawing/2014/main" id="{C99A5C52-18F8-446B-ABA5-223FE3142A85}"/>
              </a:ext>
            </a:extLst>
          </p:cNvPr>
          <p:cNvSpPr>
            <a:spLocks noGrp="1"/>
          </p:cNvSpPr>
          <p:nvPr/>
        </p:nvSpPr>
        <p:spPr>
          <a:xfrm>
            <a:off x="755627" y="3489410"/>
            <a:ext cx="28398" cy="28398"/>
          </a:xfrm>
          <a:prstGeom prst="ellipse">
            <a:avLst/>
          </a:prstGeom>
          <a:solidFill>
            <a:srgbClr val="7F8C97">
              <a:alpha val="48000"/>
            </a:srgbClr>
          </a:solidFill>
          <a:ln w="0">
            <a:noFill/>
            <a:prstDash val="solid"/>
          </a:ln>
        </p:spPr>
      </p:sp>
      <p:sp>
        <p:nvSpPr>
          <p:cNvPr id="140" name="01_find_only_139">
            <a:extLst>
              <a:ext uri="{FF2B5EF4-FFF2-40B4-BE49-F238E27FC236}">
                <a16:creationId xmlns:a16="http://schemas.microsoft.com/office/drawing/2014/main" id="{CB75676F-645B-4018-916E-C8F3CBDD941A}"/>
              </a:ext>
            </a:extLst>
          </p:cNvPr>
          <p:cNvSpPr>
            <a:spLocks noGrp="1"/>
          </p:cNvSpPr>
          <p:nvPr/>
        </p:nvSpPr>
        <p:spPr>
          <a:xfrm>
            <a:off x="792921" y="3489410"/>
            <a:ext cx="28398" cy="28398"/>
          </a:xfrm>
          <a:prstGeom prst="ellipse">
            <a:avLst/>
          </a:prstGeom>
          <a:solidFill>
            <a:srgbClr val="7F8C97">
              <a:alpha val="48000"/>
            </a:srgbClr>
          </a:solidFill>
          <a:ln w="0">
            <a:noFill/>
            <a:prstDash val="solid"/>
          </a:ln>
        </p:spPr>
      </p:sp>
      <p:sp>
        <p:nvSpPr>
          <p:cNvPr id="141" name="01_find_only_140">
            <a:extLst>
              <a:ext uri="{FF2B5EF4-FFF2-40B4-BE49-F238E27FC236}">
                <a16:creationId xmlns:a16="http://schemas.microsoft.com/office/drawing/2014/main" id="{18C82EF1-3467-4A26-93F3-5ACE35FFE36F}"/>
              </a:ext>
            </a:extLst>
          </p:cNvPr>
          <p:cNvSpPr>
            <a:spLocks noGrp="1"/>
          </p:cNvSpPr>
          <p:nvPr/>
        </p:nvSpPr>
        <p:spPr>
          <a:xfrm>
            <a:off x="823539" y="4123418"/>
            <a:ext cx="28398" cy="28398"/>
          </a:xfrm>
          <a:prstGeom prst="ellipse">
            <a:avLst/>
          </a:prstGeom>
          <a:solidFill>
            <a:srgbClr val="7F8C97">
              <a:alpha val="48000"/>
            </a:srgbClr>
          </a:solidFill>
          <a:ln w="0">
            <a:noFill/>
            <a:prstDash val="solid"/>
          </a:ln>
        </p:spPr>
      </p:sp>
      <p:sp>
        <p:nvSpPr>
          <p:cNvPr id="142" name="01_find_only_141">
            <a:extLst>
              <a:ext uri="{FF2B5EF4-FFF2-40B4-BE49-F238E27FC236}">
                <a16:creationId xmlns:a16="http://schemas.microsoft.com/office/drawing/2014/main" id="{491924C5-1857-4572-8262-A68A45C1C4CD}"/>
              </a:ext>
            </a:extLst>
          </p:cNvPr>
          <p:cNvSpPr>
            <a:spLocks noGrp="1"/>
          </p:cNvSpPr>
          <p:nvPr/>
        </p:nvSpPr>
        <p:spPr>
          <a:xfrm>
            <a:off x="794924" y="4123418"/>
            <a:ext cx="28398" cy="28398"/>
          </a:xfrm>
          <a:prstGeom prst="ellipse">
            <a:avLst/>
          </a:prstGeom>
          <a:solidFill>
            <a:srgbClr val="7F8C97">
              <a:alpha val="48000"/>
            </a:srgbClr>
          </a:solidFill>
          <a:ln w="0">
            <a:noFill/>
            <a:prstDash val="solid"/>
          </a:ln>
        </p:spPr>
      </p:sp>
      <p:sp>
        <p:nvSpPr>
          <p:cNvPr id="143" name="01_find_only_142">
            <a:extLst>
              <a:ext uri="{FF2B5EF4-FFF2-40B4-BE49-F238E27FC236}">
                <a16:creationId xmlns:a16="http://schemas.microsoft.com/office/drawing/2014/main" id="{C878F255-937F-48CB-8194-174D433C39F3}"/>
              </a:ext>
            </a:extLst>
          </p:cNvPr>
          <p:cNvSpPr>
            <a:spLocks noGrp="1"/>
          </p:cNvSpPr>
          <p:nvPr/>
        </p:nvSpPr>
        <p:spPr>
          <a:xfrm>
            <a:off x="778805" y="3785280"/>
            <a:ext cx="28398" cy="28398"/>
          </a:xfrm>
          <a:prstGeom prst="ellipse">
            <a:avLst/>
          </a:prstGeom>
          <a:solidFill>
            <a:srgbClr val="7F8C97">
              <a:alpha val="48000"/>
            </a:srgbClr>
          </a:solidFill>
          <a:ln w="0">
            <a:noFill/>
            <a:prstDash val="solid"/>
          </a:ln>
        </p:spPr>
      </p:sp>
      <p:sp>
        <p:nvSpPr>
          <p:cNvPr id="144" name="01_find_only_143">
            <a:extLst>
              <a:ext uri="{FF2B5EF4-FFF2-40B4-BE49-F238E27FC236}">
                <a16:creationId xmlns:a16="http://schemas.microsoft.com/office/drawing/2014/main" id="{EEFC314D-D24E-4922-AF71-291377BBA8D4}"/>
              </a:ext>
            </a:extLst>
          </p:cNvPr>
          <p:cNvSpPr>
            <a:spLocks noGrp="1"/>
          </p:cNvSpPr>
          <p:nvPr/>
        </p:nvSpPr>
        <p:spPr>
          <a:xfrm>
            <a:off x="815813" y="4123418"/>
            <a:ext cx="28398" cy="28398"/>
          </a:xfrm>
          <a:prstGeom prst="ellipse">
            <a:avLst/>
          </a:prstGeom>
          <a:solidFill>
            <a:srgbClr val="7F8C97">
              <a:alpha val="48000"/>
            </a:srgbClr>
          </a:solidFill>
          <a:ln w="0">
            <a:noFill/>
            <a:prstDash val="solid"/>
          </a:ln>
        </p:spPr>
      </p:sp>
      <p:sp>
        <p:nvSpPr>
          <p:cNvPr id="145" name="01_find_only_144">
            <a:extLst>
              <a:ext uri="{FF2B5EF4-FFF2-40B4-BE49-F238E27FC236}">
                <a16:creationId xmlns:a16="http://schemas.microsoft.com/office/drawing/2014/main" id="{B5EF9D4C-1902-41D4-B3CD-179D3699A70A}"/>
              </a:ext>
            </a:extLst>
          </p:cNvPr>
          <p:cNvSpPr>
            <a:spLocks noGrp="1"/>
          </p:cNvSpPr>
          <p:nvPr/>
        </p:nvSpPr>
        <p:spPr>
          <a:xfrm>
            <a:off x="812761" y="3489410"/>
            <a:ext cx="28398" cy="28398"/>
          </a:xfrm>
          <a:prstGeom prst="ellipse">
            <a:avLst/>
          </a:prstGeom>
          <a:solidFill>
            <a:srgbClr val="7F8C97">
              <a:alpha val="48000"/>
            </a:srgbClr>
          </a:solidFill>
          <a:ln w="0">
            <a:noFill/>
            <a:prstDash val="solid"/>
          </a:ln>
        </p:spPr>
      </p:sp>
      <p:sp>
        <p:nvSpPr>
          <p:cNvPr id="146" name="01_find_only_145">
            <a:extLst>
              <a:ext uri="{FF2B5EF4-FFF2-40B4-BE49-F238E27FC236}">
                <a16:creationId xmlns:a16="http://schemas.microsoft.com/office/drawing/2014/main" id="{EE3731C6-0B46-4BDA-8C33-29FE75424E43}"/>
              </a:ext>
            </a:extLst>
          </p:cNvPr>
          <p:cNvSpPr>
            <a:spLocks noGrp="1"/>
          </p:cNvSpPr>
          <p:nvPr/>
        </p:nvSpPr>
        <p:spPr>
          <a:xfrm>
            <a:off x="801219" y="3489410"/>
            <a:ext cx="28398" cy="28398"/>
          </a:xfrm>
          <a:prstGeom prst="ellipse">
            <a:avLst/>
          </a:prstGeom>
          <a:solidFill>
            <a:srgbClr val="7F8C97">
              <a:alpha val="48000"/>
            </a:srgbClr>
          </a:solidFill>
          <a:ln w="0">
            <a:noFill/>
            <a:prstDash val="solid"/>
          </a:ln>
        </p:spPr>
      </p:sp>
      <p:sp>
        <p:nvSpPr>
          <p:cNvPr id="147" name="01_find_only_146">
            <a:extLst>
              <a:ext uri="{FF2B5EF4-FFF2-40B4-BE49-F238E27FC236}">
                <a16:creationId xmlns:a16="http://schemas.microsoft.com/office/drawing/2014/main" id="{DCA581CD-7E39-4F6C-86A6-ED400FBD48ED}"/>
              </a:ext>
            </a:extLst>
          </p:cNvPr>
          <p:cNvSpPr>
            <a:spLocks noGrp="1"/>
          </p:cNvSpPr>
          <p:nvPr/>
        </p:nvSpPr>
        <p:spPr>
          <a:xfrm>
            <a:off x="810471" y="3489410"/>
            <a:ext cx="28398" cy="28398"/>
          </a:xfrm>
          <a:prstGeom prst="ellipse">
            <a:avLst/>
          </a:prstGeom>
          <a:solidFill>
            <a:srgbClr val="7F8C97">
              <a:alpha val="48000"/>
            </a:srgbClr>
          </a:solidFill>
          <a:ln w="0">
            <a:noFill/>
            <a:prstDash val="solid"/>
          </a:ln>
        </p:spPr>
      </p:sp>
      <p:sp>
        <p:nvSpPr>
          <p:cNvPr id="148" name="01_find_only_147">
            <a:extLst>
              <a:ext uri="{FF2B5EF4-FFF2-40B4-BE49-F238E27FC236}">
                <a16:creationId xmlns:a16="http://schemas.microsoft.com/office/drawing/2014/main" id="{C1280D73-6207-4AFD-BAE6-F6F32BB27E7D}"/>
              </a:ext>
            </a:extLst>
          </p:cNvPr>
          <p:cNvSpPr>
            <a:spLocks noGrp="1"/>
          </p:cNvSpPr>
          <p:nvPr/>
        </p:nvSpPr>
        <p:spPr>
          <a:xfrm>
            <a:off x="783097" y="4123418"/>
            <a:ext cx="28398" cy="28398"/>
          </a:xfrm>
          <a:prstGeom prst="ellipse">
            <a:avLst/>
          </a:prstGeom>
          <a:solidFill>
            <a:srgbClr val="7F8C97">
              <a:alpha val="48000"/>
            </a:srgbClr>
          </a:solidFill>
          <a:ln w="0">
            <a:noFill/>
            <a:prstDash val="solid"/>
          </a:ln>
        </p:spPr>
      </p:sp>
      <p:sp>
        <p:nvSpPr>
          <p:cNvPr id="149" name="01_find_only_148">
            <a:extLst>
              <a:ext uri="{FF2B5EF4-FFF2-40B4-BE49-F238E27FC236}">
                <a16:creationId xmlns:a16="http://schemas.microsoft.com/office/drawing/2014/main" id="{8F37B63D-D9D0-40E0-B51B-22B4BA3DAAAD}"/>
              </a:ext>
            </a:extLst>
          </p:cNvPr>
          <p:cNvSpPr>
            <a:spLocks noGrp="1"/>
          </p:cNvSpPr>
          <p:nvPr/>
        </p:nvSpPr>
        <p:spPr>
          <a:xfrm>
            <a:off x="804462" y="3489410"/>
            <a:ext cx="28398" cy="28398"/>
          </a:xfrm>
          <a:prstGeom prst="ellipse">
            <a:avLst/>
          </a:prstGeom>
          <a:solidFill>
            <a:srgbClr val="7F8C97">
              <a:alpha val="48000"/>
            </a:srgbClr>
          </a:solidFill>
          <a:ln w="0">
            <a:noFill/>
            <a:prstDash val="solid"/>
          </a:ln>
        </p:spPr>
      </p:sp>
      <p:sp>
        <p:nvSpPr>
          <p:cNvPr id="150" name="01_find_only_149">
            <a:extLst>
              <a:ext uri="{FF2B5EF4-FFF2-40B4-BE49-F238E27FC236}">
                <a16:creationId xmlns:a16="http://schemas.microsoft.com/office/drawing/2014/main" id="{49CCB677-5C3A-4860-A35A-67877AA09B11}"/>
              </a:ext>
            </a:extLst>
          </p:cNvPr>
          <p:cNvSpPr>
            <a:spLocks noGrp="1"/>
          </p:cNvSpPr>
          <p:nvPr/>
        </p:nvSpPr>
        <p:spPr>
          <a:xfrm>
            <a:off x="784051" y="3616211"/>
            <a:ext cx="28398" cy="28398"/>
          </a:xfrm>
          <a:prstGeom prst="ellipse">
            <a:avLst/>
          </a:prstGeom>
          <a:solidFill>
            <a:srgbClr val="7F8C97">
              <a:alpha val="48000"/>
            </a:srgbClr>
          </a:solidFill>
          <a:ln w="0">
            <a:noFill/>
            <a:prstDash val="solid"/>
          </a:ln>
        </p:spPr>
      </p:sp>
      <p:sp>
        <p:nvSpPr>
          <p:cNvPr id="151" name="01_find_only_150">
            <a:extLst>
              <a:ext uri="{FF2B5EF4-FFF2-40B4-BE49-F238E27FC236}">
                <a16:creationId xmlns:a16="http://schemas.microsoft.com/office/drawing/2014/main" id="{0AF31748-849D-4394-B709-3728AFD43CD1}"/>
              </a:ext>
            </a:extLst>
          </p:cNvPr>
          <p:cNvSpPr>
            <a:spLocks noGrp="1"/>
          </p:cNvSpPr>
          <p:nvPr/>
        </p:nvSpPr>
        <p:spPr>
          <a:xfrm>
            <a:off x="792444" y="3806414"/>
            <a:ext cx="28398" cy="28398"/>
          </a:xfrm>
          <a:prstGeom prst="ellipse">
            <a:avLst/>
          </a:prstGeom>
          <a:solidFill>
            <a:srgbClr val="7F8C97">
              <a:alpha val="48000"/>
            </a:srgbClr>
          </a:solidFill>
          <a:ln w="0">
            <a:noFill/>
            <a:prstDash val="solid"/>
          </a:ln>
        </p:spPr>
      </p:sp>
      <p:sp>
        <p:nvSpPr>
          <p:cNvPr id="152" name="01_find_only_151">
            <a:extLst>
              <a:ext uri="{FF2B5EF4-FFF2-40B4-BE49-F238E27FC236}">
                <a16:creationId xmlns:a16="http://schemas.microsoft.com/office/drawing/2014/main" id="{7813219B-5991-4133-89F0-D31AE541F78D}"/>
              </a:ext>
            </a:extLst>
          </p:cNvPr>
          <p:cNvSpPr>
            <a:spLocks noGrp="1"/>
          </p:cNvSpPr>
          <p:nvPr/>
        </p:nvSpPr>
        <p:spPr>
          <a:xfrm>
            <a:off x="833649" y="3942273"/>
            <a:ext cx="28398" cy="28398"/>
          </a:xfrm>
          <a:prstGeom prst="ellipse">
            <a:avLst/>
          </a:prstGeom>
          <a:solidFill>
            <a:srgbClr val="7F8C97">
              <a:alpha val="48000"/>
            </a:srgbClr>
          </a:solidFill>
          <a:ln w="0">
            <a:noFill/>
            <a:prstDash val="solid"/>
          </a:ln>
        </p:spPr>
      </p:sp>
      <p:sp>
        <p:nvSpPr>
          <p:cNvPr id="153" name="01_find_only_152">
            <a:extLst>
              <a:ext uri="{FF2B5EF4-FFF2-40B4-BE49-F238E27FC236}">
                <a16:creationId xmlns:a16="http://schemas.microsoft.com/office/drawing/2014/main" id="{23350C48-9312-4ABC-BEF6-87737AC33B3D}"/>
              </a:ext>
            </a:extLst>
          </p:cNvPr>
          <p:cNvSpPr>
            <a:spLocks noGrp="1"/>
          </p:cNvSpPr>
          <p:nvPr/>
        </p:nvSpPr>
        <p:spPr>
          <a:xfrm>
            <a:off x="766119" y="3489410"/>
            <a:ext cx="28398" cy="28398"/>
          </a:xfrm>
          <a:prstGeom prst="ellipse">
            <a:avLst/>
          </a:prstGeom>
          <a:solidFill>
            <a:srgbClr val="7F8C97">
              <a:alpha val="48000"/>
            </a:srgbClr>
          </a:solidFill>
          <a:ln w="0">
            <a:noFill/>
            <a:prstDash val="solid"/>
          </a:ln>
        </p:spPr>
      </p:sp>
      <p:sp>
        <p:nvSpPr>
          <p:cNvPr id="154" name="01_find_only_153">
            <a:extLst>
              <a:ext uri="{FF2B5EF4-FFF2-40B4-BE49-F238E27FC236}">
                <a16:creationId xmlns:a16="http://schemas.microsoft.com/office/drawing/2014/main" id="{BE24B214-8367-4DC5-94C8-C9F4F1A525A7}"/>
              </a:ext>
            </a:extLst>
          </p:cNvPr>
          <p:cNvSpPr>
            <a:spLocks noGrp="1"/>
          </p:cNvSpPr>
          <p:nvPr/>
        </p:nvSpPr>
        <p:spPr>
          <a:xfrm>
            <a:off x="770507" y="3700746"/>
            <a:ext cx="28398" cy="28398"/>
          </a:xfrm>
          <a:prstGeom prst="ellipse">
            <a:avLst/>
          </a:prstGeom>
          <a:solidFill>
            <a:srgbClr val="7F8C97">
              <a:alpha val="48000"/>
            </a:srgbClr>
          </a:solidFill>
          <a:ln w="0">
            <a:noFill/>
            <a:prstDash val="solid"/>
          </a:ln>
        </p:spPr>
      </p:sp>
      <p:sp>
        <p:nvSpPr>
          <p:cNvPr id="155" name="01_find_only_154">
            <a:extLst>
              <a:ext uri="{FF2B5EF4-FFF2-40B4-BE49-F238E27FC236}">
                <a16:creationId xmlns:a16="http://schemas.microsoft.com/office/drawing/2014/main" id="{FDC25F31-9DA9-4F20-8D71-4CBF0F6CD320}"/>
              </a:ext>
            </a:extLst>
          </p:cNvPr>
          <p:cNvSpPr>
            <a:spLocks noGrp="1"/>
          </p:cNvSpPr>
          <p:nvPr/>
        </p:nvSpPr>
        <p:spPr>
          <a:xfrm>
            <a:off x="810185" y="3489410"/>
            <a:ext cx="28398" cy="28398"/>
          </a:xfrm>
          <a:prstGeom prst="ellipse">
            <a:avLst/>
          </a:prstGeom>
          <a:solidFill>
            <a:srgbClr val="7F8C97">
              <a:alpha val="48000"/>
            </a:srgbClr>
          </a:solidFill>
          <a:ln w="0">
            <a:noFill/>
            <a:prstDash val="solid"/>
          </a:ln>
        </p:spPr>
      </p:sp>
      <p:sp>
        <p:nvSpPr>
          <p:cNvPr id="156" name="01_find_only_155">
            <a:extLst>
              <a:ext uri="{FF2B5EF4-FFF2-40B4-BE49-F238E27FC236}">
                <a16:creationId xmlns:a16="http://schemas.microsoft.com/office/drawing/2014/main" id="{F94E9D75-8FEC-4E98-86D2-CA92F99FF4E8}"/>
              </a:ext>
            </a:extLst>
          </p:cNvPr>
          <p:cNvSpPr>
            <a:spLocks noGrp="1"/>
          </p:cNvSpPr>
          <p:nvPr/>
        </p:nvSpPr>
        <p:spPr>
          <a:xfrm>
            <a:off x="809327" y="3700746"/>
            <a:ext cx="28398" cy="28398"/>
          </a:xfrm>
          <a:prstGeom prst="ellipse">
            <a:avLst/>
          </a:prstGeom>
          <a:solidFill>
            <a:srgbClr val="7F8C97">
              <a:alpha val="48000"/>
            </a:srgbClr>
          </a:solidFill>
          <a:ln w="0">
            <a:noFill/>
            <a:prstDash val="solid"/>
          </a:ln>
        </p:spPr>
      </p:sp>
      <p:sp>
        <p:nvSpPr>
          <p:cNvPr id="157" name="01_find_only_156">
            <a:extLst>
              <a:ext uri="{FF2B5EF4-FFF2-40B4-BE49-F238E27FC236}">
                <a16:creationId xmlns:a16="http://schemas.microsoft.com/office/drawing/2014/main" id="{6AE51B99-1A1D-4598-8C0D-73C02F333D7C}"/>
              </a:ext>
            </a:extLst>
          </p:cNvPr>
          <p:cNvSpPr>
            <a:spLocks noGrp="1"/>
          </p:cNvSpPr>
          <p:nvPr/>
        </p:nvSpPr>
        <p:spPr>
          <a:xfrm>
            <a:off x="840326" y="3489410"/>
            <a:ext cx="28398" cy="28398"/>
          </a:xfrm>
          <a:prstGeom prst="ellipse">
            <a:avLst/>
          </a:prstGeom>
          <a:solidFill>
            <a:srgbClr val="7F8C97">
              <a:alpha val="48000"/>
            </a:srgbClr>
          </a:solidFill>
          <a:ln w="0">
            <a:noFill/>
            <a:prstDash val="solid"/>
          </a:ln>
        </p:spPr>
      </p:sp>
      <p:sp>
        <p:nvSpPr>
          <p:cNvPr id="158" name="01_find_only_157">
            <a:extLst>
              <a:ext uri="{FF2B5EF4-FFF2-40B4-BE49-F238E27FC236}">
                <a16:creationId xmlns:a16="http://schemas.microsoft.com/office/drawing/2014/main" id="{7FBEFBD4-1764-4C00-BBA6-D32D149BC493}"/>
              </a:ext>
            </a:extLst>
          </p:cNvPr>
          <p:cNvSpPr>
            <a:spLocks noGrp="1"/>
          </p:cNvSpPr>
          <p:nvPr/>
        </p:nvSpPr>
        <p:spPr>
          <a:xfrm>
            <a:off x="825923" y="3806414"/>
            <a:ext cx="28398" cy="28398"/>
          </a:xfrm>
          <a:prstGeom prst="ellipse">
            <a:avLst/>
          </a:prstGeom>
          <a:solidFill>
            <a:srgbClr val="7F8C97">
              <a:alpha val="48000"/>
            </a:srgbClr>
          </a:solidFill>
          <a:ln w="0">
            <a:noFill/>
            <a:prstDash val="solid"/>
          </a:ln>
        </p:spPr>
      </p:sp>
      <p:sp>
        <p:nvSpPr>
          <p:cNvPr id="159" name="01_find_only_158">
            <a:extLst>
              <a:ext uri="{FF2B5EF4-FFF2-40B4-BE49-F238E27FC236}">
                <a16:creationId xmlns:a16="http://schemas.microsoft.com/office/drawing/2014/main" id="{F7F6CD58-94CF-4A1A-8BB6-594B70EBF25B}"/>
              </a:ext>
            </a:extLst>
          </p:cNvPr>
          <p:cNvSpPr>
            <a:spLocks noGrp="1"/>
          </p:cNvSpPr>
          <p:nvPr/>
        </p:nvSpPr>
        <p:spPr>
          <a:xfrm>
            <a:off x="767073" y="4123418"/>
            <a:ext cx="28398" cy="28398"/>
          </a:xfrm>
          <a:prstGeom prst="ellipse">
            <a:avLst/>
          </a:prstGeom>
          <a:solidFill>
            <a:srgbClr val="7F8C97">
              <a:alpha val="48000"/>
            </a:srgbClr>
          </a:solidFill>
          <a:ln w="0">
            <a:noFill/>
            <a:prstDash val="solid"/>
          </a:ln>
        </p:spPr>
      </p:sp>
      <p:sp>
        <p:nvSpPr>
          <p:cNvPr id="160" name="01_find_only_159">
            <a:extLst>
              <a:ext uri="{FF2B5EF4-FFF2-40B4-BE49-F238E27FC236}">
                <a16:creationId xmlns:a16="http://schemas.microsoft.com/office/drawing/2014/main" id="{FE2D5CCF-1E3B-4F89-BCD0-846DF63F7059}"/>
              </a:ext>
            </a:extLst>
          </p:cNvPr>
          <p:cNvSpPr>
            <a:spLocks noGrp="1"/>
          </p:cNvSpPr>
          <p:nvPr/>
        </p:nvSpPr>
        <p:spPr>
          <a:xfrm>
            <a:off x="780903" y="3942273"/>
            <a:ext cx="28398" cy="28398"/>
          </a:xfrm>
          <a:prstGeom prst="ellipse">
            <a:avLst/>
          </a:prstGeom>
          <a:solidFill>
            <a:srgbClr val="7F8C97">
              <a:alpha val="48000"/>
            </a:srgbClr>
          </a:solidFill>
          <a:ln w="0">
            <a:noFill/>
            <a:prstDash val="solid"/>
          </a:ln>
        </p:spPr>
      </p:sp>
      <p:sp>
        <p:nvSpPr>
          <p:cNvPr id="161" name="01_find_only_160">
            <a:extLst>
              <a:ext uri="{FF2B5EF4-FFF2-40B4-BE49-F238E27FC236}">
                <a16:creationId xmlns:a16="http://schemas.microsoft.com/office/drawing/2014/main" id="{1059F66E-90EF-4E19-9C32-9663693B6993}"/>
              </a:ext>
            </a:extLst>
          </p:cNvPr>
          <p:cNvSpPr>
            <a:spLocks noGrp="1"/>
          </p:cNvSpPr>
          <p:nvPr/>
        </p:nvSpPr>
        <p:spPr>
          <a:xfrm>
            <a:off x="818770" y="3700746"/>
            <a:ext cx="28398" cy="28398"/>
          </a:xfrm>
          <a:prstGeom prst="ellipse">
            <a:avLst/>
          </a:prstGeom>
          <a:solidFill>
            <a:srgbClr val="7F8C97">
              <a:alpha val="48000"/>
            </a:srgbClr>
          </a:solidFill>
          <a:ln w="0">
            <a:noFill/>
            <a:prstDash val="solid"/>
          </a:ln>
        </p:spPr>
      </p:sp>
      <p:sp>
        <p:nvSpPr>
          <p:cNvPr id="162" name="01_find_only_161">
            <a:extLst>
              <a:ext uri="{FF2B5EF4-FFF2-40B4-BE49-F238E27FC236}">
                <a16:creationId xmlns:a16="http://schemas.microsoft.com/office/drawing/2014/main" id="{E16C2636-63FA-436D-B673-C36AF369ED83}"/>
              </a:ext>
            </a:extLst>
          </p:cNvPr>
          <p:cNvSpPr>
            <a:spLocks noGrp="1"/>
          </p:cNvSpPr>
          <p:nvPr/>
        </p:nvSpPr>
        <p:spPr>
          <a:xfrm>
            <a:off x="761541" y="3489410"/>
            <a:ext cx="28398" cy="28398"/>
          </a:xfrm>
          <a:prstGeom prst="ellipse">
            <a:avLst/>
          </a:prstGeom>
          <a:solidFill>
            <a:srgbClr val="7F8C97">
              <a:alpha val="48000"/>
            </a:srgbClr>
          </a:solidFill>
          <a:ln w="0">
            <a:noFill/>
            <a:prstDash val="solid"/>
          </a:ln>
        </p:spPr>
      </p:sp>
      <p:sp>
        <p:nvSpPr>
          <p:cNvPr id="163" name="01_find_only_162">
            <a:extLst>
              <a:ext uri="{FF2B5EF4-FFF2-40B4-BE49-F238E27FC236}">
                <a16:creationId xmlns:a16="http://schemas.microsoft.com/office/drawing/2014/main" id="{C6F998FE-DD8A-48CC-BBF7-F81D6EF4DB5A}"/>
              </a:ext>
            </a:extLst>
          </p:cNvPr>
          <p:cNvSpPr>
            <a:spLocks noGrp="1"/>
          </p:cNvSpPr>
          <p:nvPr/>
        </p:nvSpPr>
        <p:spPr>
          <a:xfrm>
            <a:off x="827831" y="3559855"/>
            <a:ext cx="28398" cy="28398"/>
          </a:xfrm>
          <a:prstGeom prst="ellipse">
            <a:avLst/>
          </a:prstGeom>
          <a:solidFill>
            <a:srgbClr val="7F8C97">
              <a:alpha val="48000"/>
            </a:srgbClr>
          </a:solidFill>
          <a:ln w="0">
            <a:noFill/>
            <a:prstDash val="solid"/>
          </a:ln>
        </p:spPr>
      </p:sp>
      <p:sp>
        <p:nvSpPr>
          <p:cNvPr id="164" name="01_find_only_163">
            <a:extLst>
              <a:ext uri="{FF2B5EF4-FFF2-40B4-BE49-F238E27FC236}">
                <a16:creationId xmlns:a16="http://schemas.microsoft.com/office/drawing/2014/main" id="{0C58344A-1AF6-4CF8-90A2-5F2B7135A6FD}"/>
              </a:ext>
            </a:extLst>
          </p:cNvPr>
          <p:cNvSpPr>
            <a:spLocks noGrp="1"/>
          </p:cNvSpPr>
          <p:nvPr/>
        </p:nvSpPr>
        <p:spPr>
          <a:xfrm>
            <a:off x="831074" y="3489410"/>
            <a:ext cx="28398" cy="28398"/>
          </a:xfrm>
          <a:prstGeom prst="ellipse">
            <a:avLst/>
          </a:prstGeom>
          <a:solidFill>
            <a:srgbClr val="7F8C97">
              <a:alpha val="48000"/>
            </a:srgbClr>
          </a:solidFill>
          <a:ln w="0">
            <a:noFill/>
            <a:prstDash val="solid"/>
          </a:ln>
        </p:spPr>
      </p:sp>
      <p:sp>
        <p:nvSpPr>
          <p:cNvPr id="165" name="01_find_only_164">
            <a:extLst>
              <a:ext uri="{FF2B5EF4-FFF2-40B4-BE49-F238E27FC236}">
                <a16:creationId xmlns:a16="http://schemas.microsoft.com/office/drawing/2014/main" id="{11A17A7B-035E-4144-95E4-A19B25648AA3}"/>
              </a:ext>
            </a:extLst>
          </p:cNvPr>
          <p:cNvSpPr>
            <a:spLocks noGrp="1"/>
          </p:cNvSpPr>
          <p:nvPr/>
        </p:nvSpPr>
        <p:spPr>
          <a:xfrm>
            <a:off x="820963" y="3489410"/>
            <a:ext cx="28398" cy="28398"/>
          </a:xfrm>
          <a:prstGeom prst="ellipse">
            <a:avLst/>
          </a:prstGeom>
          <a:solidFill>
            <a:srgbClr val="7F8C97">
              <a:alpha val="48000"/>
            </a:srgbClr>
          </a:solidFill>
          <a:ln w="0">
            <a:noFill/>
            <a:prstDash val="solid"/>
          </a:ln>
        </p:spPr>
      </p:sp>
      <p:sp>
        <p:nvSpPr>
          <p:cNvPr id="166" name="01_find_only_165">
            <a:extLst>
              <a:ext uri="{FF2B5EF4-FFF2-40B4-BE49-F238E27FC236}">
                <a16:creationId xmlns:a16="http://schemas.microsoft.com/office/drawing/2014/main" id="{4333A219-2A8A-404B-A149-C46F43D0042C}"/>
              </a:ext>
            </a:extLst>
          </p:cNvPr>
          <p:cNvSpPr>
            <a:spLocks noGrp="1"/>
          </p:cNvSpPr>
          <p:nvPr/>
        </p:nvSpPr>
        <p:spPr>
          <a:xfrm>
            <a:off x="820105" y="3489410"/>
            <a:ext cx="28398" cy="28398"/>
          </a:xfrm>
          <a:prstGeom prst="ellipse">
            <a:avLst/>
          </a:prstGeom>
          <a:solidFill>
            <a:srgbClr val="7F8C97">
              <a:alpha val="48000"/>
            </a:srgbClr>
          </a:solidFill>
          <a:ln w="0">
            <a:noFill/>
            <a:prstDash val="solid"/>
          </a:ln>
        </p:spPr>
      </p:sp>
      <p:sp>
        <p:nvSpPr>
          <p:cNvPr id="167" name="01_find_only_166">
            <a:extLst>
              <a:ext uri="{FF2B5EF4-FFF2-40B4-BE49-F238E27FC236}">
                <a16:creationId xmlns:a16="http://schemas.microsoft.com/office/drawing/2014/main" id="{6591BDA8-D6F0-4070-8C12-A8DBEAD394DD}"/>
              </a:ext>
            </a:extLst>
          </p:cNvPr>
          <p:cNvSpPr>
            <a:spLocks noGrp="1"/>
          </p:cNvSpPr>
          <p:nvPr/>
        </p:nvSpPr>
        <p:spPr>
          <a:xfrm>
            <a:off x="824206" y="4123418"/>
            <a:ext cx="28398" cy="28398"/>
          </a:xfrm>
          <a:prstGeom prst="ellipse">
            <a:avLst/>
          </a:prstGeom>
          <a:solidFill>
            <a:srgbClr val="7F8C97">
              <a:alpha val="48000"/>
            </a:srgbClr>
          </a:solidFill>
          <a:ln w="0">
            <a:noFill/>
            <a:prstDash val="solid"/>
          </a:ln>
        </p:spPr>
      </p:sp>
      <p:sp>
        <p:nvSpPr>
          <p:cNvPr id="168" name="01_find_only_167">
            <a:extLst>
              <a:ext uri="{FF2B5EF4-FFF2-40B4-BE49-F238E27FC236}">
                <a16:creationId xmlns:a16="http://schemas.microsoft.com/office/drawing/2014/main" id="{2983E531-9879-4D0A-9314-651D5E57DD42}"/>
              </a:ext>
            </a:extLst>
          </p:cNvPr>
          <p:cNvSpPr>
            <a:spLocks noGrp="1"/>
          </p:cNvSpPr>
          <p:nvPr/>
        </p:nvSpPr>
        <p:spPr>
          <a:xfrm>
            <a:off x="806179" y="3489410"/>
            <a:ext cx="28398" cy="28398"/>
          </a:xfrm>
          <a:prstGeom prst="ellipse">
            <a:avLst/>
          </a:prstGeom>
          <a:solidFill>
            <a:srgbClr val="7F8C97">
              <a:alpha val="48000"/>
            </a:srgbClr>
          </a:solidFill>
          <a:ln w="0">
            <a:noFill/>
            <a:prstDash val="solid"/>
          </a:ln>
        </p:spPr>
      </p:sp>
      <p:sp>
        <p:nvSpPr>
          <p:cNvPr id="169" name="01_find_only_168">
            <a:extLst>
              <a:ext uri="{FF2B5EF4-FFF2-40B4-BE49-F238E27FC236}">
                <a16:creationId xmlns:a16="http://schemas.microsoft.com/office/drawing/2014/main" id="{A2022623-5336-40AB-B8C4-CD8CA2C37CE5}"/>
              </a:ext>
            </a:extLst>
          </p:cNvPr>
          <p:cNvSpPr>
            <a:spLocks noGrp="1"/>
          </p:cNvSpPr>
          <p:nvPr/>
        </p:nvSpPr>
        <p:spPr>
          <a:xfrm>
            <a:off x="756676" y="4123418"/>
            <a:ext cx="28398" cy="28398"/>
          </a:xfrm>
          <a:prstGeom prst="ellipse">
            <a:avLst/>
          </a:prstGeom>
          <a:solidFill>
            <a:srgbClr val="7F8C97">
              <a:alpha val="48000"/>
            </a:srgbClr>
          </a:solidFill>
          <a:ln w="0">
            <a:noFill/>
            <a:prstDash val="solid"/>
          </a:ln>
        </p:spPr>
      </p:sp>
      <p:sp>
        <p:nvSpPr>
          <p:cNvPr id="170" name="01_find_only_169">
            <a:extLst>
              <a:ext uri="{FF2B5EF4-FFF2-40B4-BE49-F238E27FC236}">
                <a16:creationId xmlns:a16="http://schemas.microsoft.com/office/drawing/2014/main" id="{35115A67-D7A0-4FE8-B1C3-AB1C540EAAEF}"/>
              </a:ext>
            </a:extLst>
          </p:cNvPr>
          <p:cNvSpPr>
            <a:spLocks noGrp="1"/>
          </p:cNvSpPr>
          <p:nvPr/>
        </p:nvSpPr>
        <p:spPr>
          <a:xfrm>
            <a:off x="805989" y="3700746"/>
            <a:ext cx="28398" cy="28398"/>
          </a:xfrm>
          <a:prstGeom prst="ellipse">
            <a:avLst/>
          </a:prstGeom>
          <a:solidFill>
            <a:srgbClr val="7F8C97">
              <a:alpha val="48000"/>
            </a:srgbClr>
          </a:solidFill>
          <a:ln w="0">
            <a:noFill/>
            <a:prstDash val="solid"/>
          </a:ln>
        </p:spPr>
      </p:sp>
      <p:sp>
        <p:nvSpPr>
          <p:cNvPr id="171" name="01_find_only_170">
            <a:extLst>
              <a:ext uri="{FF2B5EF4-FFF2-40B4-BE49-F238E27FC236}">
                <a16:creationId xmlns:a16="http://schemas.microsoft.com/office/drawing/2014/main" id="{F54D6058-055B-4FC8-8383-7C3476C7A12B}"/>
              </a:ext>
            </a:extLst>
          </p:cNvPr>
          <p:cNvSpPr>
            <a:spLocks noGrp="1"/>
          </p:cNvSpPr>
          <p:nvPr/>
        </p:nvSpPr>
        <p:spPr>
          <a:xfrm>
            <a:off x="769267" y="4123418"/>
            <a:ext cx="28398" cy="28398"/>
          </a:xfrm>
          <a:prstGeom prst="ellipse">
            <a:avLst/>
          </a:prstGeom>
          <a:solidFill>
            <a:srgbClr val="7F8C97">
              <a:alpha val="48000"/>
            </a:srgbClr>
          </a:solidFill>
          <a:ln w="0">
            <a:noFill/>
            <a:prstDash val="solid"/>
          </a:ln>
        </p:spPr>
      </p:sp>
      <p:sp>
        <p:nvSpPr>
          <p:cNvPr id="172" name="01_find_only_171">
            <a:extLst>
              <a:ext uri="{FF2B5EF4-FFF2-40B4-BE49-F238E27FC236}">
                <a16:creationId xmlns:a16="http://schemas.microsoft.com/office/drawing/2014/main" id="{867833C8-3415-49D0-9D46-5B377E9A3FE4}"/>
              </a:ext>
            </a:extLst>
          </p:cNvPr>
          <p:cNvSpPr>
            <a:spLocks noGrp="1"/>
          </p:cNvSpPr>
          <p:nvPr/>
        </p:nvSpPr>
        <p:spPr>
          <a:xfrm>
            <a:off x="820487" y="3684489"/>
            <a:ext cx="28398" cy="28398"/>
          </a:xfrm>
          <a:prstGeom prst="ellipse">
            <a:avLst/>
          </a:prstGeom>
          <a:solidFill>
            <a:srgbClr val="7F8C97">
              <a:alpha val="48000"/>
            </a:srgbClr>
          </a:solidFill>
          <a:ln w="0">
            <a:noFill/>
            <a:prstDash val="solid"/>
          </a:ln>
        </p:spPr>
      </p:sp>
      <p:sp>
        <p:nvSpPr>
          <p:cNvPr id="173" name="01_find_only_172">
            <a:extLst>
              <a:ext uri="{FF2B5EF4-FFF2-40B4-BE49-F238E27FC236}">
                <a16:creationId xmlns:a16="http://schemas.microsoft.com/office/drawing/2014/main" id="{B934D434-1DDF-4171-B55F-4554D797D442}"/>
              </a:ext>
            </a:extLst>
          </p:cNvPr>
          <p:cNvSpPr>
            <a:spLocks noGrp="1"/>
          </p:cNvSpPr>
          <p:nvPr/>
        </p:nvSpPr>
        <p:spPr>
          <a:xfrm>
            <a:off x="833077" y="3489410"/>
            <a:ext cx="28398" cy="28398"/>
          </a:xfrm>
          <a:prstGeom prst="ellipse">
            <a:avLst/>
          </a:prstGeom>
          <a:solidFill>
            <a:srgbClr val="7F8C97">
              <a:alpha val="48000"/>
            </a:srgbClr>
          </a:solidFill>
          <a:ln w="0">
            <a:noFill/>
            <a:prstDash val="solid"/>
          </a:ln>
        </p:spPr>
      </p:sp>
      <p:sp>
        <p:nvSpPr>
          <p:cNvPr id="174" name="01_find_only_173">
            <a:extLst>
              <a:ext uri="{FF2B5EF4-FFF2-40B4-BE49-F238E27FC236}">
                <a16:creationId xmlns:a16="http://schemas.microsoft.com/office/drawing/2014/main" id="{5DF914F5-FD57-4A40-BF19-20EC6B2CA70E}"/>
              </a:ext>
            </a:extLst>
          </p:cNvPr>
          <p:cNvSpPr>
            <a:spLocks noGrp="1"/>
          </p:cNvSpPr>
          <p:nvPr/>
        </p:nvSpPr>
        <p:spPr>
          <a:xfrm>
            <a:off x="767741" y="3700746"/>
            <a:ext cx="28398" cy="28398"/>
          </a:xfrm>
          <a:prstGeom prst="ellipse">
            <a:avLst/>
          </a:prstGeom>
          <a:solidFill>
            <a:srgbClr val="7F8C97">
              <a:alpha val="48000"/>
            </a:srgbClr>
          </a:solidFill>
          <a:ln w="0">
            <a:noFill/>
            <a:prstDash val="solid"/>
          </a:ln>
        </p:spPr>
      </p:sp>
      <p:sp>
        <p:nvSpPr>
          <p:cNvPr id="175" name="01_find_only_174">
            <a:extLst>
              <a:ext uri="{FF2B5EF4-FFF2-40B4-BE49-F238E27FC236}">
                <a16:creationId xmlns:a16="http://schemas.microsoft.com/office/drawing/2014/main" id="{7CBAFB84-C07E-4DE0-B565-A1BB9556D212}"/>
              </a:ext>
            </a:extLst>
          </p:cNvPr>
          <p:cNvSpPr>
            <a:spLocks noGrp="1"/>
          </p:cNvSpPr>
          <p:nvPr/>
        </p:nvSpPr>
        <p:spPr>
          <a:xfrm>
            <a:off x="821345" y="3489410"/>
            <a:ext cx="28398" cy="28398"/>
          </a:xfrm>
          <a:prstGeom prst="ellipse">
            <a:avLst/>
          </a:prstGeom>
          <a:solidFill>
            <a:srgbClr val="7F8C97">
              <a:alpha val="48000"/>
            </a:srgbClr>
          </a:solidFill>
          <a:ln w="0">
            <a:noFill/>
            <a:prstDash val="solid"/>
          </a:ln>
        </p:spPr>
      </p:sp>
      <p:sp>
        <p:nvSpPr>
          <p:cNvPr id="176" name="01_find_only_175">
            <a:extLst>
              <a:ext uri="{FF2B5EF4-FFF2-40B4-BE49-F238E27FC236}">
                <a16:creationId xmlns:a16="http://schemas.microsoft.com/office/drawing/2014/main" id="{BE31A010-4354-400A-8CF4-E81FC599A91A}"/>
              </a:ext>
            </a:extLst>
          </p:cNvPr>
          <p:cNvSpPr>
            <a:spLocks noGrp="1"/>
          </p:cNvSpPr>
          <p:nvPr/>
        </p:nvSpPr>
        <p:spPr>
          <a:xfrm>
            <a:off x="772510" y="3489410"/>
            <a:ext cx="28398" cy="28398"/>
          </a:xfrm>
          <a:prstGeom prst="ellipse">
            <a:avLst/>
          </a:prstGeom>
          <a:solidFill>
            <a:srgbClr val="7F8C97">
              <a:alpha val="48000"/>
            </a:srgbClr>
          </a:solidFill>
          <a:ln w="0">
            <a:noFill/>
            <a:prstDash val="solid"/>
          </a:ln>
        </p:spPr>
      </p:sp>
      <p:sp>
        <p:nvSpPr>
          <p:cNvPr id="177" name="01_find_only_176">
            <a:extLst>
              <a:ext uri="{FF2B5EF4-FFF2-40B4-BE49-F238E27FC236}">
                <a16:creationId xmlns:a16="http://schemas.microsoft.com/office/drawing/2014/main" id="{4A6993FF-809A-4548-A07B-BA4EB8665837}"/>
              </a:ext>
            </a:extLst>
          </p:cNvPr>
          <p:cNvSpPr>
            <a:spLocks noGrp="1"/>
          </p:cNvSpPr>
          <p:nvPr/>
        </p:nvSpPr>
        <p:spPr>
          <a:xfrm>
            <a:off x="776706" y="3700746"/>
            <a:ext cx="28398" cy="28398"/>
          </a:xfrm>
          <a:prstGeom prst="ellipse">
            <a:avLst/>
          </a:prstGeom>
          <a:solidFill>
            <a:srgbClr val="7F8C97">
              <a:alpha val="48000"/>
            </a:srgbClr>
          </a:solidFill>
          <a:ln w="0">
            <a:noFill/>
            <a:prstDash val="solid"/>
          </a:ln>
        </p:spPr>
      </p:sp>
      <p:sp>
        <p:nvSpPr>
          <p:cNvPr id="178" name="01_find_only_177">
            <a:extLst>
              <a:ext uri="{FF2B5EF4-FFF2-40B4-BE49-F238E27FC236}">
                <a16:creationId xmlns:a16="http://schemas.microsoft.com/office/drawing/2014/main" id="{D38DFCE5-C65A-4009-B641-29ACC2546EE3}"/>
              </a:ext>
            </a:extLst>
          </p:cNvPr>
          <p:cNvSpPr>
            <a:spLocks noGrp="1"/>
          </p:cNvSpPr>
          <p:nvPr/>
        </p:nvSpPr>
        <p:spPr>
          <a:xfrm>
            <a:off x="765356" y="3489410"/>
            <a:ext cx="28398" cy="28398"/>
          </a:xfrm>
          <a:prstGeom prst="ellipse">
            <a:avLst/>
          </a:prstGeom>
          <a:solidFill>
            <a:srgbClr val="7F8C97">
              <a:alpha val="48000"/>
            </a:srgbClr>
          </a:solidFill>
          <a:ln w="0">
            <a:noFill/>
            <a:prstDash val="solid"/>
          </a:ln>
        </p:spPr>
      </p:sp>
      <p:sp>
        <p:nvSpPr>
          <p:cNvPr id="179" name="01_find_only_178">
            <a:extLst>
              <a:ext uri="{FF2B5EF4-FFF2-40B4-BE49-F238E27FC236}">
                <a16:creationId xmlns:a16="http://schemas.microsoft.com/office/drawing/2014/main" id="{06583E1E-664B-49AA-BA59-89F35AD9E928}"/>
              </a:ext>
            </a:extLst>
          </p:cNvPr>
          <p:cNvSpPr>
            <a:spLocks noGrp="1"/>
          </p:cNvSpPr>
          <p:nvPr/>
        </p:nvSpPr>
        <p:spPr>
          <a:xfrm>
            <a:off x="820296" y="3489410"/>
            <a:ext cx="28398" cy="28398"/>
          </a:xfrm>
          <a:prstGeom prst="ellipse">
            <a:avLst/>
          </a:prstGeom>
          <a:solidFill>
            <a:srgbClr val="7F8C97">
              <a:alpha val="48000"/>
            </a:srgbClr>
          </a:solidFill>
          <a:ln w="0">
            <a:noFill/>
            <a:prstDash val="solid"/>
          </a:ln>
        </p:spPr>
      </p:sp>
      <p:sp>
        <p:nvSpPr>
          <p:cNvPr id="180" name="01_find_only_179">
            <a:extLst>
              <a:ext uri="{FF2B5EF4-FFF2-40B4-BE49-F238E27FC236}">
                <a16:creationId xmlns:a16="http://schemas.microsoft.com/office/drawing/2014/main" id="{9E6DBF45-D101-4715-A50A-622F31F4C53C}"/>
              </a:ext>
            </a:extLst>
          </p:cNvPr>
          <p:cNvSpPr>
            <a:spLocks noGrp="1"/>
          </p:cNvSpPr>
          <p:nvPr/>
        </p:nvSpPr>
        <p:spPr>
          <a:xfrm>
            <a:off x="844904" y="3489410"/>
            <a:ext cx="28398" cy="28398"/>
          </a:xfrm>
          <a:prstGeom prst="ellipse">
            <a:avLst/>
          </a:prstGeom>
          <a:solidFill>
            <a:srgbClr val="7F8C97">
              <a:alpha val="48000"/>
            </a:srgbClr>
          </a:solidFill>
          <a:ln w="0">
            <a:noFill/>
            <a:prstDash val="solid"/>
          </a:ln>
        </p:spPr>
      </p:sp>
      <p:sp>
        <p:nvSpPr>
          <p:cNvPr id="181" name="01_find_only_180">
            <a:extLst>
              <a:ext uri="{FF2B5EF4-FFF2-40B4-BE49-F238E27FC236}">
                <a16:creationId xmlns:a16="http://schemas.microsoft.com/office/drawing/2014/main" id="{865B1C70-FEB9-450F-9FB0-3DE5E56469A0}"/>
              </a:ext>
            </a:extLst>
          </p:cNvPr>
          <p:cNvSpPr>
            <a:spLocks noGrp="1"/>
          </p:cNvSpPr>
          <p:nvPr/>
        </p:nvSpPr>
        <p:spPr>
          <a:xfrm>
            <a:off x="849006" y="3579982"/>
            <a:ext cx="28398" cy="28398"/>
          </a:xfrm>
          <a:prstGeom prst="ellipse">
            <a:avLst/>
          </a:prstGeom>
          <a:solidFill>
            <a:srgbClr val="7F8C97">
              <a:alpha val="48000"/>
            </a:srgbClr>
          </a:solidFill>
          <a:ln w="0">
            <a:noFill/>
            <a:prstDash val="solid"/>
          </a:ln>
        </p:spPr>
      </p:sp>
      <p:sp>
        <p:nvSpPr>
          <p:cNvPr id="182" name="01_find_only_181">
            <a:extLst>
              <a:ext uri="{FF2B5EF4-FFF2-40B4-BE49-F238E27FC236}">
                <a16:creationId xmlns:a16="http://schemas.microsoft.com/office/drawing/2014/main" id="{FB65AA1D-02A8-4D27-85A9-F8D641546A49}"/>
              </a:ext>
            </a:extLst>
          </p:cNvPr>
          <p:cNvSpPr>
            <a:spLocks noGrp="1"/>
          </p:cNvSpPr>
          <p:nvPr/>
        </p:nvSpPr>
        <p:spPr>
          <a:xfrm>
            <a:off x="790060" y="3489410"/>
            <a:ext cx="28398" cy="28398"/>
          </a:xfrm>
          <a:prstGeom prst="ellipse">
            <a:avLst/>
          </a:prstGeom>
          <a:solidFill>
            <a:srgbClr val="7F8C97">
              <a:alpha val="48000"/>
            </a:srgbClr>
          </a:solidFill>
          <a:ln w="0">
            <a:noFill/>
            <a:prstDash val="solid"/>
          </a:ln>
        </p:spPr>
      </p:sp>
      <p:sp>
        <p:nvSpPr>
          <p:cNvPr id="183" name="01_find_only_182">
            <a:extLst>
              <a:ext uri="{FF2B5EF4-FFF2-40B4-BE49-F238E27FC236}">
                <a16:creationId xmlns:a16="http://schemas.microsoft.com/office/drawing/2014/main" id="{70C25487-84C7-413C-9184-779A4A68046E}"/>
              </a:ext>
            </a:extLst>
          </p:cNvPr>
          <p:cNvSpPr>
            <a:spLocks noGrp="1"/>
          </p:cNvSpPr>
          <p:nvPr/>
        </p:nvSpPr>
        <p:spPr>
          <a:xfrm>
            <a:off x="825065" y="4123418"/>
            <a:ext cx="28398" cy="28398"/>
          </a:xfrm>
          <a:prstGeom prst="ellipse">
            <a:avLst/>
          </a:prstGeom>
          <a:solidFill>
            <a:srgbClr val="7F8C97">
              <a:alpha val="48000"/>
            </a:srgbClr>
          </a:solidFill>
          <a:ln w="0">
            <a:noFill/>
            <a:prstDash val="solid"/>
          </a:ln>
        </p:spPr>
      </p:sp>
      <p:sp>
        <p:nvSpPr>
          <p:cNvPr id="184" name="01_find_only_183">
            <a:extLst>
              <a:ext uri="{FF2B5EF4-FFF2-40B4-BE49-F238E27FC236}">
                <a16:creationId xmlns:a16="http://schemas.microsoft.com/office/drawing/2014/main" id="{A1B73846-5386-4C5A-8D6C-25E594BF6A17}"/>
              </a:ext>
            </a:extLst>
          </p:cNvPr>
          <p:cNvSpPr>
            <a:spLocks noGrp="1"/>
          </p:cNvSpPr>
          <p:nvPr/>
        </p:nvSpPr>
        <p:spPr>
          <a:xfrm>
            <a:off x="843569" y="4123418"/>
            <a:ext cx="28398" cy="28398"/>
          </a:xfrm>
          <a:prstGeom prst="ellipse">
            <a:avLst/>
          </a:prstGeom>
          <a:solidFill>
            <a:srgbClr val="7F8C97">
              <a:alpha val="48000"/>
            </a:srgbClr>
          </a:solidFill>
          <a:ln w="0">
            <a:noFill/>
            <a:prstDash val="solid"/>
          </a:ln>
        </p:spPr>
      </p:sp>
      <p:sp>
        <p:nvSpPr>
          <p:cNvPr id="185" name="01_find_only_184">
            <a:extLst>
              <a:ext uri="{FF2B5EF4-FFF2-40B4-BE49-F238E27FC236}">
                <a16:creationId xmlns:a16="http://schemas.microsoft.com/office/drawing/2014/main" id="{B2FC3939-1E7E-487E-BF4D-8E2475B815FB}"/>
              </a:ext>
            </a:extLst>
          </p:cNvPr>
          <p:cNvSpPr>
            <a:spLocks noGrp="1"/>
          </p:cNvSpPr>
          <p:nvPr/>
        </p:nvSpPr>
        <p:spPr>
          <a:xfrm>
            <a:off x="832314" y="3700746"/>
            <a:ext cx="28398" cy="28398"/>
          </a:xfrm>
          <a:prstGeom prst="ellipse">
            <a:avLst/>
          </a:prstGeom>
          <a:solidFill>
            <a:srgbClr val="7F8C97">
              <a:alpha val="48000"/>
            </a:srgbClr>
          </a:solidFill>
          <a:ln w="0">
            <a:noFill/>
            <a:prstDash val="solid"/>
          </a:ln>
        </p:spPr>
      </p:sp>
      <p:sp>
        <p:nvSpPr>
          <p:cNvPr id="186" name="01_find_only_185">
            <a:extLst>
              <a:ext uri="{FF2B5EF4-FFF2-40B4-BE49-F238E27FC236}">
                <a16:creationId xmlns:a16="http://schemas.microsoft.com/office/drawing/2014/main" id="{B14F5436-A77E-4E90-B845-659C49280466}"/>
              </a:ext>
            </a:extLst>
          </p:cNvPr>
          <p:cNvSpPr>
            <a:spLocks noGrp="1"/>
          </p:cNvSpPr>
          <p:nvPr/>
        </p:nvSpPr>
        <p:spPr>
          <a:xfrm>
            <a:off x="822203" y="4123418"/>
            <a:ext cx="28398" cy="28398"/>
          </a:xfrm>
          <a:prstGeom prst="ellipse">
            <a:avLst/>
          </a:prstGeom>
          <a:solidFill>
            <a:srgbClr val="7F8C97">
              <a:alpha val="48000"/>
            </a:srgbClr>
          </a:solidFill>
          <a:ln w="0">
            <a:noFill/>
            <a:prstDash val="solid"/>
          </a:ln>
        </p:spPr>
      </p:sp>
      <p:sp>
        <p:nvSpPr>
          <p:cNvPr id="187" name="01_find_only_186">
            <a:extLst>
              <a:ext uri="{FF2B5EF4-FFF2-40B4-BE49-F238E27FC236}">
                <a16:creationId xmlns:a16="http://schemas.microsoft.com/office/drawing/2014/main" id="{F72A74EF-B11B-4E98-9981-0C047A625CAA}"/>
              </a:ext>
            </a:extLst>
          </p:cNvPr>
          <p:cNvSpPr>
            <a:spLocks noGrp="1"/>
          </p:cNvSpPr>
          <p:nvPr/>
        </p:nvSpPr>
        <p:spPr>
          <a:xfrm>
            <a:off x="798835" y="3489410"/>
            <a:ext cx="28398" cy="28398"/>
          </a:xfrm>
          <a:prstGeom prst="ellipse">
            <a:avLst/>
          </a:prstGeom>
          <a:solidFill>
            <a:srgbClr val="7F8C97">
              <a:alpha val="48000"/>
            </a:srgbClr>
          </a:solidFill>
          <a:ln w="0">
            <a:noFill/>
            <a:prstDash val="solid"/>
          </a:ln>
        </p:spPr>
      </p:sp>
      <p:sp>
        <p:nvSpPr>
          <p:cNvPr id="188" name="01_find_only_187">
            <a:extLst>
              <a:ext uri="{FF2B5EF4-FFF2-40B4-BE49-F238E27FC236}">
                <a16:creationId xmlns:a16="http://schemas.microsoft.com/office/drawing/2014/main" id="{82DFAA31-41CC-4E7F-A216-85DC0AB6E979}"/>
              </a:ext>
            </a:extLst>
          </p:cNvPr>
          <p:cNvSpPr>
            <a:spLocks noGrp="1"/>
          </p:cNvSpPr>
          <p:nvPr/>
        </p:nvSpPr>
        <p:spPr>
          <a:xfrm>
            <a:off x="795973" y="3805042"/>
            <a:ext cx="28398" cy="28398"/>
          </a:xfrm>
          <a:prstGeom prst="ellipse">
            <a:avLst/>
          </a:prstGeom>
          <a:solidFill>
            <a:srgbClr val="7F8C97">
              <a:alpha val="48000"/>
            </a:srgbClr>
          </a:solidFill>
          <a:ln w="0">
            <a:noFill/>
            <a:prstDash val="solid"/>
          </a:ln>
        </p:spPr>
      </p:sp>
      <p:sp>
        <p:nvSpPr>
          <p:cNvPr id="189" name="01_find_only_188">
            <a:extLst>
              <a:ext uri="{FF2B5EF4-FFF2-40B4-BE49-F238E27FC236}">
                <a16:creationId xmlns:a16="http://schemas.microsoft.com/office/drawing/2014/main" id="{0407FFE7-0962-4BED-80C2-A8B4AA6E7128}"/>
              </a:ext>
            </a:extLst>
          </p:cNvPr>
          <p:cNvSpPr>
            <a:spLocks noGrp="1"/>
          </p:cNvSpPr>
          <p:nvPr/>
        </p:nvSpPr>
        <p:spPr>
          <a:xfrm>
            <a:off x="764211" y="3489410"/>
            <a:ext cx="28398" cy="28398"/>
          </a:xfrm>
          <a:prstGeom prst="ellipse">
            <a:avLst/>
          </a:prstGeom>
          <a:solidFill>
            <a:srgbClr val="7F8C97">
              <a:alpha val="48000"/>
            </a:srgbClr>
          </a:solidFill>
          <a:ln w="0">
            <a:noFill/>
            <a:prstDash val="solid"/>
          </a:ln>
        </p:spPr>
      </p:sp>
      <p:sp>
        <p:nvSpPr>
          <p:cNvPr id="190" name="01_find_only_189">
            <a:extLst>
              <a:ext uri="{FF2B5EF4-FFF2-40B4-BE49-F238E27FC236}">
                <a16:creationId xmlns:a16="http://schemas.microsoft.com/office/drawing/2014/main" id="{BC6B065C-F5E8-47F7-9B5C-6F63C6DDF72D}"/>
              </a:ext>
            </a:extLst>
          </p:cNvPr>
          <p:cNvSpPr>
            <a:spLocks noGrp="1"/>
          </p:cNvSpPr>
          <p:nvPr/>
        </p:nvSpPr>
        <p:spPr>
          <a:xfrm>
            <a:off x="843855" y="4123418"/>
            <a:ext cx="28398" cy="28398"/>
          </a:xfrm>
          <a:prstGeom prst="ellipse">
            <a:avLst/>
          </a:prstGeom>
          <a:solidFill>
            <a:srgbClr val="7F8C97">
              <a:alpha val="48000"/>
            </a:srgbClr>
          </a:solidFill>
          <a:ln w="0">
            <a:noFill/>
            <a:prstDash val="solid"/>
          </a:ln>
        </p:spPr>
      </p:sp>
      <p:sp>
        <p:nvSpPr>
          <p:cNvPr id="191" name="01_find_only_190">
            <a:extLst>
              <a:ext uri="{FF2B5EF4-FFF2-40B4-BE49-F238E27FC236}">
                <a16:creationId xmlns:a16="http://schemas.microsoft.com/office/drawing/2014/main" id="{D79B383B-564F-42C2-8110-9B89EBBB7A6F}"/>
              </a:ext>
            </a:extLst>
          </p:cNvPr>
          <p:cNvSpPr>
            <a:spLocks noGrp="1"/>
          </p:cNvSpPr>
          <p:nvPr/>
        </p:nvSpPr>
        <p:spPr>
          <a:xfrm>
            <a:off x="833745" y="4123418"/>
            <a:ext cx="28398" cy="28398"/>
          </a:xfrm>
          <a:prstGeom prst="ellipse">
            <a:avLst/>
          </a:prstGeom>
          <a:solidFill>
            <a:srgbClr val="7F8C97">
              <a:alpha val="48000"/>
            </a:srgbClr>
          </a:solidFill>
          <a:ln w="0">
            <a:noFill/>
            <a:prstDash val="solid"/>
          </a:ln>
        </p:spPr>
      </p:sp>
      <p:sp>
        <p:nvSpPr>
          <p:cNvPr id="192" name="01_find_only_191">
            <a:extLst>
              <a:ext uri="{FF2B5EF4-FFF2-40B4-BE49-F238E27FC236}">
                <a16:creationId xmlns:a16="http://schemas.microsoft.com/office/drawing/2014/main" id="{68AB32E5-A405-415A-922D-105DA1D39384}"/>
              </a:ext>
            </a:extLst>
          </p:cNvPr>
          <p:cNvSpPr>
            <a:spLocks noGrp="1"/>
          </p:cNvSpPr>
          <p:nvPr/>
        </p:nvSpPr>
        <p:spPr>
          <a:xfrm>
            <a:off x="819342" y="4123418"/>
            <a:ext cx="28398" cy="28398"/>
          </a:xfrm>
          <a:prstGeom prst="ellipse">
            <a:avLst/>
          </a:prstGeom>
          <a:solidFill>
            <a:srgbClr val="7F8C97">
              <a:alpha val="48000"/>
            </a:srgbClr>
          </a:solidFill>
          <a:ln w="0">
            <a:noFill/>
            <a:prstDash val="solid"/>
          </a:ln>
        </p:spPr>
      </p:sp>
      <p:sp>
        <p:nvSpPr>
          <p:cNvPr id="193" name="01_find_only_192">
            <a:extLst>
              <a:ext uri="{FF2B5EF4-FFF2-40B4-BE49-F238E27FC236}">
                <a16:creationId xmlns:a16="http://schemas.microsoft.com/office/drawing/2014/main" id="{2A74E260-0F58-4B3B-A7BB-FA68A34A4CA2}"/>
              </a:ext>
            </a:extLst>
          </p:cNvPr>
          <p:cNvSpPr>
            <a:spLocks noGrp="1"/>
          </p:cNvSpPr>
          <p:nvPr/>
        </p:nvSpPr>
        <p:spPr>
          <a:xfrm>
            <a:off x="760873" y="3489410"/>
            <a:ext cx="28398" cy="28398"/>
          </a:xfrm>
          <a:prstGeom prst="ellipse">
            <a:avLst/>
          </a:prstGeom>
          <a:solidFill>
            <a:srgbClr val="7F8C97">
              <a:alpha val="48000"/>
            </a:srgbClr>
          </a:solidFill>
          <a:ln w="0">
            <a:noFill/>
            <a:prstDash val="solid"/>
          </a:ln>
        </p:spPr>
      </p:sp>
      <p:sp>
        <p:nvSpPr>
          <p:cNvPr id="194" name="01_find_only_193">
            <a:extLst>
              <a:ext uri="{FF2B5EF4-FFF2-40B4-BE49-F238E27FC236}">
                <a16:creationId xmlns:a16="http://schemas.microsoft.com/office/drawing/2014/main" id="{16CE6AB9-BAD8-4CAD-98A3-BFC28BE3EE85}"/>
              </a:ext>
            </a:extLst>
          </p:cNvPr>
          <p:cNvSpPr>
            <a:spLocks noGrp="1"/>
          </p:cNvSpPr>
          <p:nvPr/>
        </p:nvSpPr>
        <p:spPr>
          <a:xfrm>
            <a:off x="770125" y="3743013"/>
            <a:ext cx="28398" cy="28398"/>
          </a:xfrm>
          <a:prstGeom prst="ellipse">
            <a:avLst/>
          </a:prstGeom>
          <a:solidFill>
            <a:srgbClr val="7F8C97">
              <a:alpha val="48000"/>
            </a:srgbClr>
          </a:solidFill>
          <a:ln w="0">
            <a:noFill/>
            <a:prstDash val="solid"/>
          </a:ln>
        </p:spPr>
      </p:sp>
      <p:sp>
        <p:nvSpPr>
          <p:cNvPr id="195" name="01_find_only_194">
            <a:extLst>
              <a:ext uri="{FF2B5EF4-FFF2-40B4-BE49-F238E27FC236}">
                <a16:creationId xmlns:a16="http://schemas.microsoft.com/office/drawing/2014/main" id="{D57236B7-7D84-4CBA-8443-CED5A114CEAC}"/>
              </a:ext>
            </a:extLst>
          </p:cNvPr>
          <p:cNvSpPr>
            <a:spLocks noGrp="1"/>
          </p:cNvSpPr>
          <p:nvPr/>
        </p:nvSpPr>
        <p:spPr>
          <a:xfrm>
            <a:off x="779377" y="3489410"/>
            <a:ext cx="28398" cy="28398"/>
          </a:xfrm>
          <a:prstGeom prst="ellipse">
            <a:avLst/>
          </a:prstGeom>
          <a:solidFill>
            <a:srgbClr val="7F8C97">
              <a:alpha val="48000"/>
            </a:srgbClr>
          </a:solidFill>
          <a:ln w="0">
            <a:noFill/>
            <a:prstDash val="solid"/>
          </a:ln>
        </p:spPr>
      </p:sp>
      <p:sp>
        <p:nvSpPr>
          <p:cNvPr id="196" name="01_find_only_195">
            <a:extLst>
              <a:ext uri="{FF2B5EF4-FFF2-40B4-BE49-F238E27FC236}">
                <a16:creationId xmlns:a16="http://schemas.microsoft.com/office/drawing/2014/main" id="{F05783F2-1B09-4B7C-BC23-0D89CC1ADE2E}"/>
              </a:ext>
            </a:extLst>
          </p:cNvPr>
          <p:cNvSpPr>
            <a:spLocks noGrp="1"/>
          </p:cNvSpPr>
          <p:nvPr/>
        </p:nvSpPr>
        <p:spPr>
          <a:xfrm>
            <a:off x="820296" y="3489410"/>
            <a:ext cx="28398" cy="28398"/>
          </a:xfrm>
          <a:prstGeom prst="ellipse">
            <a:avLst/>
          </a:prstGeom>
          <a:solidFill>
            <a:srgbClr val="7F8C97">
              <a:alpha val="48000"/>
            </a:srgbClr>
          </a:solidFill>
          <a:ln w="0">
            <a:noFill/>
            <a:prstDash val="solid"/>
          </a:ln>
        </p:spPr>
      </p:sp>
      <p:sp>
        <p:nvSpPr>
          <p:cNvPr id="197" name="01_find_only_196">
            <a:extLst>
              <a:ext uri="{FF2B5EF4-FFF2-40B4-BE49-F238E27FC236}">
                <a16:creationId xmlns:a16="http://schemas.microsoft.com/office/drawing/2014/main" id="{187DC3D5-8F56-45FB-93F1-33244BC53650}"/>
              </a:ext>
            </a:extLst>
          </p:cNvPr>
          <p:cNvSpPr>
            <a:spLocks noGrp="1"/>
          </p:cNvSpPr>
          <p:nvPr/>
        </p:nvSpPr>
        <p:spPr>
          <a:xfrm>
            <a:off x="810662" y="3489410"/>
            <a:ext cx="28398" cy="28398"/>
          </a:xfrm>
          <a:prstGeom prst="ellipse">
            <a:avLst/>
          </a:prstGeom>
          <a:solidFill>
            <a:srgbClr val="7F8C97">
              <a:alpha val="48000"/>
            </a:srgbClr>
          </a:solidFill>
          <a:ln w="0">
            <a:noFill/>
            <a:prstDash val="solid"/>
          </a:ln>
        </p:spPr>
      </p:sp>
      <p:sp>
        <p:nvSpPr>
          <p:cNvPr id="198" name="01_find_only_197">
            <a:extLst>
              <a:ext uri="{FF2B5EF4-FFF2-40B4-BE49-F238E27FC236}">
                <a16:creationId xmlns:a16="http://schemas.microsoft.com/office/drawing/2014/main" id="{B3726358-6BE4-41C2-9D06-7ADA6E1092DD}"/>
              </a:ext>
            </a:extLst>
          </p:cNvPr>
          <p:cNvSpPr>
            <a:spLocks noGrp="1"/>
          </p:cNvSpPr>
          <p:nvPr/>
        </p:nvSpPr>
        <p:spPr>
          <a:xfrm>
            <a:off x="774131" y="3700746"/>
            <a:ext cx="28398" cy="28398"/>
          </a:xfrm>
          <a:prstGeom prst="ellipse">
            <a:avLst/>
          </a:prstGeom>
          <a:solidFill>
            <a:srgbClr val="7F8C97">
              <a:alpha val="48000"/>
            </a:srgbClr>
          </a:solidFill>
          <a:ln w="0">
            <a:noFill/>
            <a:prstDash val="solid"/>
          </a:ln>
        </p:spPr>
      </p:sp>
      <p:sp>
        <p:nvSpPr>
          <p:cNvPr id="199" name="01_find_only_198">
            <a:extLst>
              <a:ext uri="{FF2B5EF4-FFF2-40B4-BE49-F238E27FC236}">
                <a16:creationId xmlns:a16="http://schemas.microsoft.com/office/drawing/2014/main" id="{00FCF7B3-25E8-4653-9EFD-3EAD6183DEAB}"/>
              </a:ext>
            </a:extLst>
          </p:cNvPr>
          <p:cNvSpPr>
            <a:spLocks noGrp="1"/>
          </p:cNvSpPr>
          <p:nvPr/>
        </p:nvSpPr>
        <p:spPr>
          <a:xfrm>
            <a:off x="791395" y="3489410"/>
            <a:ext cx="28398" cy="28398"/>
          </a:xfrm>
          <a:prstGeom prst="ellipse">
            <a:avLst/>
          </a:prstGeom>
          <a:solidFill>
            <a:srgbClr val="7F8C97">
              <a:alpha val="48000"/>
            </a:srgbClr>
          </a:solidFill>
          <a:ln w="0">
            <a:noFill/>
            <a:prstDash val="solid"/>
          </a:ln>
        </p:spPr>
      </p:sp>
      <p:sp>
        <p:nvSpPr>
          <p:cNvPr id="200" name="01_find_only_199">
            <a:extLst>
              <a:ext uri="{FF2B5EF4-FFF2-40B4-BE49-F238E27FC236}">
                <a16:creationId xmlns:a16="http://schemas.microsoft.com/office/drawing/2014/main" id="{200627B2-2043-4F66-8225-894342AFE213}"/>
              </a:ext>
            </a:extLst>
          </p:cNvPr>
          <p:cNvSpPr>
            <a:spLocks noGrp="1"/>
          </p:cNvSpPr>
          <p:nvPr/>
        </p:nvSpPr>
        <p:spPr>
          <a:xfrm>
            <a:off x="757630" y="3987559"/>
            <a:ext cx="28398" cy="28398"/>
          </a:xfrm>
          <a:prstGeom prst="ellipse">
            <a:avLst/>
          </a:prstGeom>
          <a:solidFill>
            <a:srgbClr val="7F8C97">
              <a:alpha val="48000"/>
            </a:srgbClr>
          </a:solidFill>
          <a:ln w="0">
            <a:noFill/>
            <a:prstDash val="solid"/>
          </a:ln>
        </p:spPr>
      </p:sp>
      <p:sp>
        <p:nvSpPr>
          <p:cNvPr id="201" name="01_find_only_200">
            <a:extLst>
              <a:ext uri="{FF2B5EF4-FFF2-40B4-BE49-F238E27FC236}">
                <a16:creationId xmlns:a16="http://schemas.microsoft.com/office/drawing/2014/main" id="{3B8526E0-DE09-4A35-AA94-7A03F46EB063}"/>
              </a:ext>
            </a:extLst>
          </p:cNvPr>
          <p:cNvSpPr>
            <a:spLocks noGrp="1"/>
          </p:cNvSpPr>
          <p:nvPr/>
        </p:nvSpPr>
        <p:spPr>
          <a:xfrm>
            <a:off x="1028423" y="3489410"/>
            <a:ext cx="28398" cy="28398"/>
          </a:xfrm>
          <a:prstGeom prst="ellipse">
            <a:avLst/>
          </a:prstGeom>
          <a:solidFill>
            <a:srgbClr val="7F8C97">
              <a:alpha val="48000"/>
            </a:srgbClr>
          </a:solidFill>
          <a:ln w="0">
            <a:noFill/>
            <a:prstDash val="solid"/>
          </a:ln>
        </p:spPr>
      </p:sp>
      <p:sp>
        <p:nvSpPr>
          <p:cNvPr id="202" name="01_find_only_201">
            <a:extLst>
              <a:ext uri="{FF2B5EF4-FFF2-40B4-BE49-F238E27FC236}">
                <a16:creationId xmlns:a16="http://schemas.microsoft.com/office/drawing/2014/main" id="{1E7711AF-7D8D-4A64-BD05-A149C686D8A0}"/>
              </a:ext>
            </a:extLst>
          </p:cNvPr>
          <p:cNvSpPr>
            <a:spLocks noGrp="1"/>
          </p:cNvSpPr>
          <p:nvPr/>
        </p:nvSpPr>
        <p:spPr>
          <a:xfrm>
            <a:off x="1010110" y="3225240"/>
            <a:ext cx="28398" cy="28398"/>
          </a:xfrm>
          <a:prstGeom prst="ellipse">
            <a:avLst/>
          </a:prstGeom>
          <a:solidFill>
            <a:srgbClr val="7F8C97">
              <a:alpha val="48000"/>
            </a:srgbClr>
          </a:solidFill>
          <a:ln w="0">
            <a:noFill/>
            <a:prstDash val="solid"/>
          </a:ln>
        </p:spPr>
      </p:sp>
      <p:sp>
        <p:nvSpPr>
          <p:cNvPr id="203" name="01_find_only_202">
            <a:extLst>
              <a:ext uri="{FF2B5EF4-FFF2-40B4-BE49-F238E27FC236}">
                <a16:creationId xmlns:a16="http://schemas.microsoft.com/office/drawing/2014/main" id="{0487D04C-9E72-4B27-9021-9F8E316D4CA1}"/>
              </a:ext>
            </a:extLst>
          </p:cNvPr>
          <p:cNvSpPr>
            <a:spLocks noGrp="1"/>
          </p:cNvSpPr>
          <p:nvPr/>
        </p:nvSpPr>
        <p:spPr>
          <a:xfrm>
            <a:off x="1024990" y="2855402"/>
            <a:ext cx="28398" cy="28398"/>
          </a:xfrm>
          <a:prstGeom prst="ellipse">
            <a:avLst/>
          </a:prstGeom>
          <a:solidFill>
            <a:srgbClr val="7F8C97">
              <a:alpha val="48000"/>
            </a:srgbClr>
          </a:solidFill>
          <a:ln w="0">
            <a:noFill/>
            <a:prstDash val="solid"/>
          </a:ln>
        </p:spPr>
      </p:sp>
      <p:sp>
        <p:nvSpPr>
          <p:cNvPr id="204" name="01_find_only_203">
            <a:extLst>
              <a:ext uri="{FF2B5EF4-FFF2-40B4-BE49-F238E27FC236}">
                <a16:creationId xmlns:a16="http://schemas.microsoft.com/office/drawing/2014/main" id="{118D69E5-1F87-4718-9741-F2EBD882C04C}"/>
              </a:ext>
            </a:extLst>
          </p:cNvPr>
          <p:cNvSpPr>
            <a:spLocks noGrp="1"/>
          </p:cNvSpPr>
          <p:nvPr/>
        </p:nvSpPr>
        <p:spPr>
          <a:xfrm>
            <a:off x="1024608" y="2855402"/>
            <a:ext cx="28398" cy="28398"/>
          </a:xfrm>
          <a:prstGeom prst="ellipse">
            <a:avLst/>
          </a:prstGeom>
          <a:solidFill>
            <a:srgbClr val="7F8C97">
              <a:alpha val="48000"/>
            </a:srgbClr>
          </a:solidFill>
          <a:ln w="0">
            <a:noFill/>
            <a:prstDash val="solid"/>
          </a:ln>
        </p:spPr>
      </p:sp>
      <p:sp>
        <p:nvSpPr>
          <p:cNvPr id="205" name="01_find_only_204">
            <a:extLst>
              <a:ext uri="{FF2B5EF4-FFF2-40B4-BE49-F238E27FC236}">
                <a16:creationId xmlns:a16="http://schemas.microsoft.com/office/drawing/2014/main" id="{2AEF0D52-BDD7-4271-AFD4-8A8B4C2F1996}"/>
              </a:ext>
            </a:extLst>
          </p:cNvPr>
          <p:cNvSpPr>
            <a:spLocks noGrp="1"/>
          </p:cNvSpPr>
          <p:nvPr/>
        </p:nvSpPr>
        <p:spPr>
          <a:xfrm>
            <a:off x="1040823" y="2961070"/>
            <a:ext cx="28398" cy="28398"/>
          </a:xfrm>
          <a:prstGeom prst="ellipse">
            <a:avLst/>
          </a:prstGeom>
          <a:solidFill>
            <a:srgbClr val="7F8C97">
              <a:alpha val="48000"/>
            </a:srgbClr>
          </a:solidFill>
          <a:ln w="0">
            <a:noFill/>
            <a:prstDash val="solid"/>
          </a:ln>
        </p:spPr>
      </p:sp>
      <p:sp>
        <p:nvSpPr>
          <p:cNvPr id="206" name="01_find_only_205">
            <a:extLst>
              <a:ext uri="{FF2B5EF4-FFF2-40B4-BE49-F238E27FC236}">
                <a16:creationId xmlns:a16="http://schemas.microsoft.com/office/drawing/2014/main" id="{EEC6A79F-5D7F-4DFF-AAD8-587B944BD158}"/>
              </a:ext>
            </a:extLst>
          </p:cNvPr>
          <p:cNvSpPr>
            <a:spLocks noGrp="1"/>
          </p:cNvSpPr>
          <p:nvPr/>
        </p:nvSpPr>
        <p:spPr>
          <a:xfrm>
            <a:off x="1068579" y="3278074"/>
            <a:ext cx="28398" cy="28398"/>
          </a:xfrm>
          <a:prstGeom prst="ellipse">
            <a:avLst/>
          </a:prstGeom>
          <a:solidFill>
            <a:srgbClr val="7F8C97">
              <a:alpha val="48000"/>
            </a:srgbClr>
          </a:solidFill>
          <a:ln w="0">
            <a:noFill/>
            <a:prstDash val="solid"/>
          </a:ln>
        </p:spPr>
      </p:sp>
      <p:sp>
        <p:nvSpPr>
          <p:cNvPr id="207" name="01_find_only_206">
            <a:extLst>
              <a:ext uri="{FF2B5EF4-FFF2-40B4-BE49-F238E27FC236}">
                <a16:creationId xmlns:a16="http://schemas.microsoft.com/office/drawing/2014/main" id="{9F6FA799-FDAD-444D-81AE-A4624EE65F2A}"/>
              </a:ext>
            </a:extLst>
          </p:cNvPr>
          <p:cNvSpPr>
            <a:spLocks noGrp="1"/>
          </p:cNvSpPr>
          <p:nvPr/>
        </p:nvSpPr>
        <p:spPr>
          <a:xfrm>
            <a:off x="1086034" y="2855402"/>
            <a:ext cx="28398" cy="28398"/>
          </a:xfrm>
          <a:prstGeom prst="ellipse">
            <a:avLst/>
          </a:prstGeom>
          <a:solidFill>
            <a:srgbClr val="7F8C97">
              <a:alpha val="48000"/>
            </a:srgbClr>
          </a:solidFill>
          <a:ln w="0">
            <a:noFill/>
            <a:prstDash val="solid"/>
          </a:ln>
        </p:spPr>
      </p:sp>
      <p:sp>
        <p:nvSpPr>
          <p:cNvPr id="208" name="01_find_only_207">
            <a:extLst>
              <a:ext uri="{FF2B5EF4-FFF2-40B4-BE49-F238E27FC236}">
                <a16:creationId xmlns:a16="http://schemas.microsoft.com/office/drawing/2014/main" id="{374B73FE-7003-4D63-88E2-3310FC64B6F8}"/>
              </a:ext>
            </a:extLst>
          </p:cNvPr>
          <p:cNvSpPr>
            <a:spLocks noGrp="1"/>
          </p:cNvSpPr>
          <p:nvPr/>
        </p:nvSpPr>
        <p:spPr>
          <a:xfrm>
            <a:off x="1015165" y="3278074"/>
            <a:ext cx="28398" cy="28398"/>
          </a:xfrm>
          <a:prstGeom prst="ellipse">
            <a:avLst/>
          </a:prstGeom>
          <a:solidFill>
            <a:srgbClr val="7F8C97">
              <a:alpha val="48000"/>
            </a:srgbClr>
          </a:solidFill>
          <a:ln w="0">
            <a:noFill/>
            <a:prstDash val="solid"/>
          </a:ln>
        </p:spPr>
      </p:sp>
      <p:sp>
        <p:nvSpPr>
          <p:cNvPr id="209" name="01_find_only_208">
            <a:extLst>
              <a:ext uri="{FF2B5EF4-FFF2-40B4-BE49-F238E27FC236}">
                <a16:creationId xmlns:a16="http://schemas.microsoft.com/office/drawing/2014/main" id="{BA124EE5-9E38-4B15-82AD-5AFDD9CC9B10}"/>
              </a:ext>
            </a:extLst>
          </p:cNvPr>
          <p:cNvSpPr>
            <a:spLocks noGrp="1"/>
          </p:cNvSpPr>
          <p:nvPr/>
        </p:nvSpPr>
        <p:spPr>
          <a:xfrm>
            <a:off x="1058755" y="2855402"/>
            <a:ext cx="28398" cy="28398"/>
          </a:xfrm>
          <a:prstGeom prst="ellipse">
            <a:avLst/>
          </a:prstGeom>
          <a:solidFill>
            <a:srgbClr val="7F8C97">
              <a:alpha val="48000"/>
            </a:srgbClr>
          </a:solidFill>
          <a:ln w="0">
            <a:noFill/>
            <a:prstDash val="solid"/>
          </a:ln>
        </p:spPr>
      </p:sp>
      <p:sp>
        <p:nvSpPr>
          <p:cNvPr id="210" name="01_find_only_209">
            <a:extLst>
              <a:ext uri="{FF2B5EF4-FFF2-40B4-BE49-F238E27FC236}">
                <a16:creationId xmlns:a16="http://schemas.microsoft.com/office/drawing/2014/main" id="{B765F48E-08BD-4657-AFB6-0EB0D838F664}"/>
              </a:ext>
            </a:extLst>
          </p:cNvPr>
          <p:cNvSpPr>
            <a:spLocks noGrp="1"/>
          </p:cNvSpPr>
          <p:nvPr/>
        </p:nvSpPr>
        <p:spPr>
          <a:xfrm>
            <a:off x="1015451" y="3489410"/>
            <a:ext cx="28398" cy="28398"/>
          </a:xfrm>
          <a:prstGeom prst="ellipse">
            <a:avLst/>
          </a:prstGeom>
          <a:solidFill>
            <a:srgbClr val="7F8C97">
              <a:alpha val="48000"/>
            </a:srgbClr>
          </a:solidFill>
          <a:ln w="0">
            <a:noFill/>
            <a:prstDash val="solid"/>
          </a:ln>
        </p:spPr>
      </p:sp>
      <p:sp>
        <p:nvSpPr>
          <p:cNvPr id="211" name="01_find_only_210">
            <a:extLst>
              <a:ext uri="{FF2B5EF4-FFF2-40B4-BE49-F238E27FC236}">
                <a16:creationId xmlns:a16="http://schemas.microsoft.com/office/drawing/2014/main" id="{EF09B2F3-C93E-4E0A-A303-0CF6E0FA256A}"/>
              </a:ext>
            </a:extLst>
          </p:cNvPr>
          <p:cNvSpPr>
            <a:spLocks noGrp="1"/>
          </p:cNvSpPr>
          <p:nvPr/>
        </p:nvSpPr>
        <p:spPr>
          <a:xfrm>
            <a:off x="1004959" y="2855402"/>
            <a:ext cx="28398" cy="28398"/>
          </a:xfrm>
          <a:prstGeom prst="ellipse">
            <a:avLst/>
          </a:prstGeom>
          <a:solidFill>
            <a:srgbClr val="7F8C97">
              <a:alpha val="48000"/>
            </a:srgbClr>
          </a:solidFill>
          <a:ln w="0">
            <a:noFill/>
            <a:prstDash val="solid"/>
          </a:ln>
        </p:spPr>
      </p:sp>
      <p:sp>
        <p:nvSpPr>
          <p:cNvPr id="212" name="01_find_only_211">
            <a:extLst>
              <a:ext uri="{FF2B5EF4-FFF2-40B4-BE49-F238E27FC236}">
                <a16:creationId xmlns:a16="http://schemas.microsoft.com/office/drawing/2014/main" id="{67899452-D54E-4C6F-B543-CA66539954F8}"/>
              </a:ext>
            </a:extLst>
          </p:cNvPr>
          <p:cNvSpPr>
            <a:spLocks noGrp="1"/>
          </p:cNvSpPr>
          <p:nvPr/>
        </p:nvSpPr>
        <p:spPr>
          <a:xfrm>
            <a:off x="1078403" y="3330908"/>
            <a:ext cx="28398" cy="28398"/>
          </a:xfrm>
          <a:prstGeom prst="ellipse">
            <a:avLst/>
          </a:prstGeom>
          <a:solidFill>
            <a:srgbClr val="7F8C97">
              <a:alpha val="48000"/>
            </a:srgbClr>
          </a:solidFill>
          <a:ln w="0">
            <a:noFill/>
            <a:prstDash val="solid"/>
          </a:ln>
        </p:spPr>
      </p:sp>
      <p:sp>
        <p:nvSpPr>
          <p:cNvPr id="213" name="01_find_only_212">
            <a:extLst>
              <a:ext uri="{FF2B5EF4-FFF2-40B4-BE49-F238E27FC236}">
                <a16:creationId xmlns:a16="http://schemas.microsoft.com/office/drawing/2014/main" id="{217110A6-D6FE-423E-B0A2-49D0286BE59E}"/>
              </a:ext>
            </a:extLst>
          </p:cNvPr>
          <p:cNvSpPr>
            <a:spLocks noGrp="1"/>
          </p:cNvSpPr>
          <p:nvPr/>
        </p:nvSpPr>
        <p:spPr>
          <a:xfrm>
            <a:off x="1097956" y="3278074"/>
            <a:ext cx="28398" cy="28398"/>
          </a:xfrm>
          <a:prstGeom prst="ellipse">
            <a:avLst/>
          </a:prstGeom>
          <a:solidFill>
            <a:srgbClr val="7F8C97">
              <a:alpha val="48000"/>
            </a:srgbClr>
          </a:solidFill>
          <a:ln w="0">
            <a:noFill/>
            <a:prstDash val="solid"/>
          </a:ln>
        </p:spPr>
      </p:sp>
      <p:sp>
        <p:nvSpPr>
          <p:cNvPr id="214" name="01_find_only_213">
            <a:extLst>
              <a:ext uri="{FF2B5EF4-FFF2-40B4-BE49-F238E27FC236}">
                <a16:creationId xmlns:a16="http://schemas.microsoft.com/office/drawing/2014/main" id="{8055B501-920E-42C1-B59F-85A0988C3067}"/>
              </a:ext>
            </a:extLst>
          </p:cNvPr>
          <p:cNvSpPr>
            <a:spLocks noGrp="1"/>
          </p:cNvSpPr>
          <p:nvPr/>
        </p:nvSpPr>
        <p:spPr>
          <a:xfrm>
            <a:off x="1040537" y="2855402"/>
            <a:ext cx="28398" cy="28398"/>
          </a:xfrm>
          <a:prstGeom prst="ellipse">
            <a:avLst/>
          </a:prstGeom>
          <a:solidFill>
            <a:srgbClr val="7F8C97">
              <a:alpha val="48000"/>
            </a:srgbClr>
          </a:solidFill>
          <a:ln w="0">
            <a:noFill/>
            <a:prstDash val="solid"/>
          </a:ln>
        </p:spPr>
      </p:sp>
      <p:sp>
        <p:nvSpPr>
          <p:cNvPr id="215" name="01_find_only_214">
            <a:extLst>
              <a:ext uri="{FF2B5EF4-FFF2-40B4-BE49-F238E27FC236}">
                <a16:creationId xmlns:a16="http://schemas.microsoft.com/office/drawing/2014/main" id="{13030B5F-FB1C-47B1-8599-43FC9337CAA3}"/>
              </a:ext>
            </a:extLst>
          </p:cNvPr>
          <p:cNvSpPr>
            <a:spLocks noGrp="1"/>
          </p:cNvSpPr>
          <p:nvPr/>
        </p:nvSpPr>
        <p:spPr>
          <a:xfrm>
            <a:off x="1092806" y="2855402"/>
            <a:ext cx="28398" cy="28398"/>
          </a:xfrm>
          <a:prstGeom prst="ellipse">
            <a:avLst/>
          </a:prstGeom>
          <a:solidFill>
            <a:srgbClr val="7F8C97">
              <a:alpha val="48000"/>
            </a:srgbClr>
          </a:solidFill>
          <a:ln w="0">
            <a:noFill/>
            <a:prstDash val="solid"/>
          </a:ln>
        </p:spPr>
      </p:sp>
      <p:sp>
        <p:nvSpPr>
          <p:cNvPr id="216" name="01_find_only_215">
            <a:extLst>
              <a:ext uri="{FF2B5EF4-FFF2-40B4-BE49-F238E27FC236}">
                <a16:creationId xmlns:a16="http://schemas.microsoft.com/office/drawing/2014/main" id="{2BAE706F-9180-4537-948E-92F8B608B3BB}"/>
              </a:ext>
            </a:extLst>
          </p:cNvPr>
          <p:cNvSpPr>
            <a:spLocks noGrp="1"/>
          </p:cNvSpPr>
          <p:nvPr/>
        </p:nvSpPr>
        <p:spPr>
          <a:xfrm>
            <a:off x="1024894" y="3066738"/>
            <a:ext cx="28398" cy="28398"/>
          </a:xfrm>
          <a:prstGeom prst="ellipse">
            <a:avLst/>
          </a:prstGeom>
          <a:solidFill>
            <a:srgbClr val="7F8C97">
              <a:alpha val="48000"/>
            </a:srgbClr>
          </a:solidFill>
          <a:ln w="0">
            <a:noFill/>
            <a:prstDash val="solid"/>
          </a:ln>
        </p:spPr>
      </p:sp>
      <p:sp>
        <p:nvSpPr>
          <p:cNvPr id="217" name="01_find_only_216">
            <a:extLst>
              <a:ext uri="{FF2B5EF4-FFF2-40B4-BE49-F238E27FC236}">
                <a16:creationId xmlns:a16="http://schemas.microsoft.com/office/drawing/2014/main" id="{396CDAAA-F06E-4632-90EE-09D3A0BB95FB}"/>
              </a:ext>
            </a:extLst>
          </p:cNvPr>
          <p:cNvSpPr>
            <a:spLocks noGrp="1"/>
          </p:cNvSpPr>
          <p:nvPr/>
        </p:nvSpPr>
        <p:spPr>
          <a:xfrm>
            <a:off x="1043017" y="3255103"/>
            <a:ext cx="28398" cy="28398"/>
          </a:xfrm>
          <a:prstGeom prst="ellipse">
            <a:avLst/>
          </a:prstGeom>
          <a:solidFill>
            <a:srgbClr val="7F8C97">
              <a:alpha val="48000"/>
            </a:srgbClr>
          </a:solidFill>
          <a:ln w="0">
            <a:noFill/>
            <a:prstDash val="solid"/>
          </a:ln>
        </p:spPr>
      </p:sp>
      <p:sp>
        <p:nvSpPr>
          <p:cNvPr id="218" name="01_find_only_217">
            <a:extLst>
              <a:ext uri="{FF2B5EF4-FFF2-40B4-BE49-F238E27FC236}">
                <a16:creationId xmlns:a16="http://schemas.microsoft.com/office/drawing/2014/main" id="{DFA9BAD8-8C21-4A21-A92D-04C1967925D7}"/>
              </a:ext>
            </a:extLst>
          </p:cNvPr>
          <p:cNvSpPr>
            <a:spLocks noGrp="1"/>
          </p:cNvSpPr>
          <p:nvPr/>
        </p:nvSpPr>
        <p:spPr>
          <a:xfrm>
            <a:off x="1071440" y="3426009"/>
            <a:ext cx="28398" cy="28398"/>
          </a:xfrm>
          <a:prstGeom prst="ellipse">
            <a:avLst/>
          </a:prstGeom>
          <a:solidFill>
            <a:srgbClr val="7F8C97">
              <a:alpha val="48000"/>
            </a:srgbClr>
          </a:solidFill>
          <a:ln w="0">
            <a:noFill/>
            <a:prstDash val="solid"/>
          </a:ln>
        </p:spPr>
      </p:sp>
      <p:sp>
        <p:nvSpPr>
          <p:cNvPr id="219" name="01_find_only_218">
            <a:extLst>
              <a:ext uri="{FF2B5EF4-FFF2-40B4-BE49-F238E27FC236}">
                <a16:creationId xmlns:a16="http://schemas.microsoft.com/office/drawing/2014/main" id="{FC4AACE4-B4BB-495E-A06F-A0BF28C9D74F}"/>
              </a:ext>
            </a:extLst>
          </p:cNvPr>
          <p:cNvSpPr>
            <a:spLocks noGrp="1"/>
          </p:cNvSpPr>
          <p:nvPr/>
        </p:nvSpPr>
        <p:spPr>
          <a:xfrm>
            <a:off x="1088514" y="2855402"/>
            <a:ext cx="28398" cy="28398"/>
          </a:xfrm>
          <a:prstGeom prst="ellipse">
            <a:avLst/>
          </a:prstGeom>
          <a:solidFill>
            <a:srgbClr val="7F8C97">
              <a:alpha val="48000"/>
            </a:srgbClr>
          </a:solidFill>
          <a:ln w="0">
            <a:noFill/>
            <a:prstDash val="solid"/>
          </a:ln>
        </p:spPr>
      </p:sp>
      <p:sp>
        <p:nvSpPr>
          <p:cNvPr id="220" name="01_find_only_219">
            <a:extLst>
              <a:ext uri="{FF2B5EF4-FFF2-40B4-BE49-F238E27FC236}">
                <a16:creationId xmlns:a16="http://schemas.microsoft.com/office/drawing/2014/main" id="{9EB67C98-7115-412A-AA58-F9FCC6F726DB}"/>
              </a:ext>
            </a:extLst>
          </p:cNvPr>
          <p:cNvSpPr>
            <a:spLocks noGrp="1"/>
          </p:cNvSpPr>
          <p:nvPr/>
        </p:nvSpPr>
        <p:spPr>
          <a:xfrm>
            <a:off x="1097766" y="3489410"/>
            <a:ext cx="28398" cy="28398"/>
          </a:xfrm>
          <a:prstGeom prst="ellipse">
            <a:avLst/>
          </a:prstGeom>
          <a:solidFill>
            <a:srgbClr val="7F8C97">
              <a:alpha val="48000"/>
            </a:srgbClr>
          </a:solidFill>
          <a:ln w="0">
            <a:noFill/>
            <a:prstDash val="solid"/>
          </a:ln>
        </p:spPr>
      </p:sp>
      <p:sp>
        <p:nvSpPr>
          <p:cNvPr id="221" name="01_find_only_220">
            <a:extLst>
              <a:ext uri="{FF2B5EF4-FFF2-40B4-BE49-F238E27FC236}">
                <a16:creationId xmlns:a16="http://schemas.microsoft.com/office/drawing/2014/main" id="{7CAAD9DE-80A3-4941-8787-79AD6C3F5C51}"/>
              </a:ext>
            </a:extLst>
          </p:cNvPr>
          <p:cNvSpPr>
            <a:spLocks noGrp="1"/>
          </p:cNvSpPr>
          <p:nvPr/>
        </p:nvSpPr>
        <p:spPr>
          <a:xfrm>
            <a:off x="1064859" y="2855402"/>
            <a:ext cx="28398" cy="28398"/>
          </a:xfrm>
          <a:prstGeom prst="ellipse">
            <a:avLst/>
          </a:prstGeom>
          <a:solidFill>
            <a:srgbClr val="7F8C97">
              <a:alpha val="48000"/>
            </a:srgbClr>
          </a:solidFill>
          <a:ln w="0">
            <a:noFill/>
            <a:prstDash val="solid"/>
          </a:ln>
        </p:spPr>
      </p:sp>
      <p:sp>
        <p:nvSpPr>
          <p:cNvPr id="222" name="01_find_only_221">
            <a:extLst>
              <a:ext uri="{FF2B5EF4-FFF2-40B4-BE49-F238E27FC236}">
                <a16:creationId xmlns:a16="http://schemas.microsoft.com/office/drawing/2014/main" id="{B0F04234-6121-4778-B876-903D80B9822B}"/>
              </a:ext>
            </a:extLst>
          </p:cNvPr>
          <p:cNvSpPr>
            <a:spLocks noGrp="1"/>
          </p:cNvSpPr>
          <p:nvPr/>
        </p:nvSpPr>
        <p:spPr>
          <a:xfrm>
            <a:off x="1008298" y="3389303"/>
            <a:ext cx="28398" cy="28398"/>
          </a:xfrm>
          <a:prstGeom prst="ellipse">
            <a:avLst/>
          </a:prstGeom>
          <a:solidFill>
            <a:srgbClr val="7F8C97">
              <a:alpha val="48000"/>
            </a:srgbClr>
          </a:solidFill>
          <a:ln w="0">
            <a:noFill/>
            <a:prstDash val="solid"/>
          </a:ln>
        </p:spPr>
      </p:sp>
      <p:sp>
        <p:nvSpPr>
          <p:cNvPr id="223" name="01_find_only_222">
            <a:extLst>
              <a:ext uri="{FF2B5EF4-FFF2-40B4-BE49-F238E27FC236}">
                <a16:creationId xmlns:a16="http://schemas.microsoft.com/office/drawing/2014/main" id="{8E258791-9671-4937-83F7-3F8CABD7DE30}"/>
              </a:ext>
            </a:extLst>
          </p:cNvPr>
          <p:cNvSpPr>
            <a:spLocks noGrp="1"/>
          </p:cNvSpPr>
          <p:nvPr/>
        </p:nvSpPr>
        <p:spPr>
          <a:xfrm>
            <a:off x="1022414" y="3172406"/>
            <a:ext cx="28398" cy="28398"/>
          </a:xfrm>
          <a:prstGeom prst="ellipse">
            <a:avLst/>
          </a:prstGeom>
          <a:solidFill>
            <a:srgbClr val="7F8C97">
              <a:alpha val="48000"/>
            </a:srgbClr>
          </a:solidFill>
          <a:ln w="0">
            <a:noFill/>
            <a:prstDash val="solid"/>
          </a:ln>
        </p:spPr>
      </p:sp>
      <p:sp>
        <p:nvSpPr>
          <p:cNvPr id="224" name="01_find_only_223">
            <a:extLst>
              <a:ext uri="{FF2B5EF4-FFF2-40B4-BE49-F238E27FC236}">
                <a16:creationId xmlns:a16="http://schemas.microsoft.com/office/drawing/2014/main" id="{A6B3AAFD-2BD1-43D9-9EB2-D2ABAA149574}"/>
              </a:ext>
            </a:extLst>
          </p:cNvPr>
          <p:cNvSpPr>
            <a:spLocks noGrp="1"/>
          </p:cNvSpPr>
          <p:nvPr/>
        </p:nvSpPr>
        <p:spPr>
          <a:xfrm>
            <a:off x="1028614" y="3489410"/>
            <a:ext cx="28398" cy="28398"/>
          </a:xfrm>
          <a:prstGeom prst="ellipse">
            <a:avLst/>
          </a:prstGeom>
          <a:solidFill>
            <a:srgbClr val="7F8C97">
              <a:alpha val="48000"/>
            </a:srgbClr>
          </a:solidFill>
          <a:ln w="0">
            <a:noFill/>
            <a:prstDash val="solid"/>
          </a:ln>
        </p:spPr>
      </p:sp>
      <p:sp>
        <p:nvSpPr>
          <p:cNvPr id="225" name="01_find_only_224">
            <a:extLst>
              <a:ext uri="{FF2B5EF4-FFF2-40B4-BE49-F238E27FC236}">
                <a16:creationId xmlns:a16="http://schemas.microsoft.com/office/drawing/2014/main" id="{4E90B2C4-1CD5-4A7F-87F9-094930ACF8E4}"/>
              </a:ext>
            </a:extLst>
          </p:cNvPr>
          <p:cNvSpPr>
            <a:spLocks noGrp="1"/>
          </p:cNvSpPr>
          <p:nvPr/>
        </p:nvSpPr>
        <p:spPr>
          <a:xfrm>
            <a:off x="1008107" y="3700746"/>
            <a:ext cx="28398" cy="28398"/>
          </a:xfrm>
          <a:prstGeom prst="ellipse">
            <a:avLst/>
          </a:prstGeom>
          <a:solidFill>
            <a:srgbClr val="7F8C97">
              <a:alpha val="48000"/>
            </a:srgbClr>
          </a:solidFill>
          <a:ln w="0">
            <a:noFill/>
            <a:prstDash val="solid"/>
          </a:ln>
        </p:spPr>
      </p:sp>
      <p:sp>
        <p:nvSpPr>
          <p:cNvPr id="226" name="01_find_only_225">
            <a:extLst>
              <a:ext uri="{FF2B5EF4-FFF2-40B4-BE49-F238E27FC236}">
                <a16:creationId xmlns:a16="http://schemas.microsoft.com/office/drawing/2014/main" id="{BD0FED62-E108-4EE3-BFD9-A39ADE93E8F6}"/>
              </a:ext>
            </a:extLst>
          </p:cNvPr>
          <p:cNvSpPr>
            <a:spLocks noGrp="1"/>
          </p:cNvSpPr>
          <p:nvPr/>
        </p:nvSpPr>
        <p:spPr>
          <a:xfrm>
            <a:off x="1007535" y="3362608"/>
            <a:ext cx="28398" cy="28398"/>
          </a:xfrm>
          <a:prstGeom prst="ellipse">
            <a:avLst/>
          </a:prstGeom>
          <a:solidFill>
            <a:srgbClr val="7F8C97">
              <a:alpha val="48000"/>
            </a:srgbClr>
          </a:solidFill>
          <a:ln w="0">
            <a:noFill/>
            <a:prstDash val="solid"/>
          </a:ln>
        </p:spPr>
      </p:sp>
      <p:sp>
        <p:nvSpPr>
          <p:cNvPr id="227" name="01_find_only_226">
            <a:extLst>
              <a:ext uri="{FF2B5EF4-FFF2-40B4-BE49-F238E27FC236}">
                <a16:creationId xmlns:a16="http://schemas.microsoft.com/office/drawing/2014/main" id="{E3581317-854C-49A0-B01D-1AC08853E0D0}"/>
              </a:ext>
            </a:extLst>
          </p:cNvPr>
          <p:cNvSpPr>
            <a:spLocks noGrp="1"/>
          </p:cNvSpPr>
          <p:nvPr/>
        </p:nvSpPr>
        <p:spPr>
          <a:xfrm>
            <a:off x="1026039" y="4123418"/>
            <a:ext cx="28398" cy="28398"/>
          </a:xfrm>
          <a:prstGeom prst="ellipse">
            <a:avLst/>
          </a:prstGeom>
          <a:solidFill>
            <a:srgbClr val="7F8C97">
              <a:alpha val="48000"/>
            </a:srgbClr>
          </a:solidFill>
          <a:ln w="0">
            <a:noFill/>
            <a:prstDash val="solid"/>
          </a:ln>
        </p:spPr>
      </p:sp>
      <p:sp>
        <p:nvSpPr>
          <p:cNvPr id="228" name="01_find_only_227">
            <a:extLst>
              <a:ext uri="{FF2B5EF4-FFF2-40B4-BE49-F238E27FC236}">
                <a16:creationId xmlns:a16="http://schemas.microsoft.com/office/drawing/2014/main" id="{2F0205BA-5F31-4CA5-B137-6978B7F36052}"/>
              </a:ext>
            </a:extLst>
          </p:cNvPr>
          <p:cNvSpPr>
            <a:spLocks noGrp="1"/>
          </p:cNvSpPr>
          <p:nvPr/>
        </p:nvSpPr>
        <p:spPr>
          <a:xfrm>
            <a:off x="1061998" y="3489410"/>
            <a:ext cx="28398" cy="28398"/>
          </a:xfrm>
          <a:prstGeom prst="ellipse">
            <a:avLst/>
          </a:prstGeom>
          <a:solidFill>
            <a:srgbClr val="7F8C97">
              <a:alpha val="48000"/>
            </a:srgbClr>
          </a:solidFill>
          <a:ln w="0">
            <a:noFill/>
            <a:prstDash val="solid"/>
          </a:ln>
        </p:spPr>
      </p:sp>
      <p:sp>
        <p:nvSpPr>
          <p:cNvPr id="229" name="01_find_only_228">
            <a:extLst>
              <a:ext uri="{FF2B5EF4-FFF2-40B4-BE49-F238E27FC236}">
                <a16:creationId xmlns:a16="http://schemas.microsoft.com/office/drawing/2014/main" id="{0C1C1D34-FB1A-4016-ACC0-B206AE4FFA34}"/>
              </a:ext>
            </a:extLst>
          </p:cNvPr>
          <p:cNvSpPr>
            <a:spLocks noGrp="1"/>
          </p:cNvSpPr>
          <p:nvPr/>
        </p:nvSpPr>
        <p:spPr>
          <a:xfrm>
            <a:off x="1020983" y="3278074"/>
            <a:ext cx="28398" cy="28398"/>
          </a:xfrm>
          <a:prstGeom prst="ellipse">
            <a:avLst/>
          </a:prstGeom>
          <a:solidFill>
            <a:srgbClr val="7F8C97">
              <a:alpha val="48000"/>
            </a:srgbClr>
          </a:solidFill>
          <a:ln w="0">
            <a:noFill/>
            <a:prstDash val="solid"/>
          </a:ln>
        </p:spPr>
      </p:sp>
      <p:sp>
        <p:nvSpPr>
          <p:cNvPr id="230" name="01_find_only_229">
            <a:extLst>
              <a:ext uri="{FF2B5EF4-FFF2-40B4-BE49-F238E27FC236}">
                <a16:creationId xmlns:a16="http://schemas.microsoft.com/office/drawing/2014/main" id="{2A8717D3-B62A-4662-837D-51BB708DE1F0}"/>
              </a:ext>
            </a:extLst>
          </p:cNvPr>
          <p:cNvSpPr>
            <a:spLocks noGrp="1"/>
          </p:cNvSpPr>
          <p:nvPr/>
        </p:nvSpPr>
        <p:spPr>
          <a:xfrm>
            <a:off x="1049598" y="2855402"/>
            <a:ext cx="28398" cy="28398"/>
          </a:xfrm>
          <a:prstGeom prst="ellipse">
            <a:avLst/>
          </a:prstGeom>
          <a:solidFill>
            <a:srgbClr val="7F8C97">
              <a:alpha val="48000"/>
            </a:srgbClr>
          </a:solidFill>
          <a:ln w="0">
            <a:noFill/>
            <a:prstDash val="solid"/>
          </a:ln>
        </p:spPr>
      </p:sp>
      <p:sp>
        <p:nvSpPr>
          <p:cNvPr id="231" name="01_find_only_230">
            <a:extLst>
              <a:ext uri="{FF2B5EF4-FFF2-40B4-BE49-F238E27FC236}">
                <a16:creationId xmlns:a16="http://schemas.microsoft.com/office/drawing/2014/main" id="{7E4CF7D4-A574-4D86-B895-DA221093FC13}"/>
              </a:ext>
            </a:extLst>
          </p:cNvPr>
          <p:cNvSpPr>
            <a:spLocks noGrp="1"/>
          </p:cNvSpPr>
          <p:nvPr/>
        </p:nvSpPr>
        <p:spPr>
          <a:xfrm>
            <a:off x="1039488" y="2855402"/>
            <a:ext cx="28398" cy="28398"/>
          </a:xfrm>
          <a:prstGeom prst="ellipse">
            <a:avLst/>
          </a:prstGeom>
          <a:solidFill>
            <a:srgbClr val="7F8C97">
              <a:alpha val="48000"/>
            </a:srgbClr>
          </a:solidFill>
          <a:ln w="0">
            <a:noFill/>
            <a:prstDash val="solid"/>
          </a:ln>
        </p:spPr>
      </p:sp>
      <p:sp>
        <p:nvSpPr>
          <p:cNvPr id="232" name="01_find_only_231">
            <a:extLst>
              <a:ext uri="{FF2B5EF4-FFF2-40B4-BE49-F238E27FC236}">
                <a16:creationId xmlns:a16="http://schemas.microsoft.com/office/drawing/2014/main" id="{74BB854B-EAD6-485F-A1D3-F29E8080798C}"/>
              </a:ext>
            </a:extLst>
          </p:cNvPr>
          <p:cNvSpPr>
            <a:spLocks noGrp="1"/>
          </p:cNvSpPr>
          <p:nvPr/>
        </p:nvSpPr>
        <p:spPr>
          <a:xfrm>
            <a:off x="1086797" y="2855402"/>
            <a:ext cx="28398" cy="28398"/>
          </a:xfrm>
          <a:prstGeom prst="ellipse">
            <a:avLst/>
          </a:prstGeom>
          <a:solidFill>
            <a:srgbClr val="7F8C97">
              <a:alpha val="48000"/>
            </a:srgbClr>
          </a:solidFill>
          <a:ln w="0">
            <a:noFill/>
            <a:prstDash val="solid"/>
          </a:ln>
        </p:spPr>
      </p:sp>
      <p:sp>
        <p:nvSpPr>
          <p:cNvPr id="233" name="01_find_only_232">
            <a:extLst>
              <a:ext uri="{FF2B5EF4-FFF2-40B4-BE49-F238E27FC236}">
                <a16:creationId xmlns:a16="http://schemas.microsoft.com/office/drawing/2014/main" id="{BB4A7EEF-C83F-4C42-9C93-D0021F4AC73C}"/>
              </a:ext>
            </a:extLst>
          </p:cNvPr>
          <p:cNvSpPr>
            <a:spLocks noGrp="1"/>
          </p:cNvSpPr>
          <p:nvPr/>
        </p:nvSpPr>
        <p:spPr>
          <a:xfrm>
            <a:off x="1030045" y="4072288"/>
            <a:ext cx="28398" cy="28398"/>
          </a:xfrm>
          <a:prstGeom prst="ellipse">
            <a:avLst/>
          </a:prstGeom>
          <a:solidFill>
            <a:srgbClr val="7F8C97">
              <a:alpha val="48000"/>
            </a:srgbClr>
          </a:solidFill>
          <a:ln w="0">
            <a:noFill/>
            <a:prstDash val="solid"/>
          </a:ln>
        </p:spPr>
      </p:sp>
      <p:sp>
        <p:nvSpPr>
          <p:cNvPr id="234" name="01_find_only_233">
            <a:extLst>
              <a:ext uri="{FF2B5EF4-FFF2-40B4-BE49-F238E27FC236}">
                <a16:creationId xmlns:a16="http://schemas.microsoft.com/office/drawing/2014/main" id="{C7F6D6F6-DA24-4848-9B40-ACDA12796305}"/>
              </a:ext>
            </a:extLst>
          </p:cNvPr>
          <p:cNvSpPr>
            <a:spLocks noGrp="1"/>
          </p:cNvSpPr>
          <p:nvPr/>
        </p:nvSpPr>
        <p:spPr>
          <a:xfrm>
            <a:off x="1069247" y="3278074"/>
            <a:ext cx="28398" cy="28398"/>
          </a:xfrm>
          <a:prstGeom prst="ellipse">
            <a:avLst/>
          </a:prstGeom>
          <a:solidFill>
            <a:srgbClr val="7F8C97">
              <a:alpha val="48000"/>
            </a:srgbClr>
          </a:solidFill>
          <a:ln w="0">
            <a:noFill/>
            <a:prstDash val="solid"/>
          </a:ln>
        </p:spPr>
      </p:sp>
      <p:sp>
        <p:nvSpPr>
          <p:cNvPr id="235" name="01_find_only_234">
            <a:extLst>
              <a:ext uri="{FF2B5EF4-FFF2-40B4-BE49-F238E27FC236}">
                <a16:creationId xmlns:a16="http://schemas.microsoft.com/office/drawing/2014/main" id="{D590DA09-9C7F-45A1-B32E-430A7A8BE5F9}"/>
              </a:ext>
            </a:extLst>
          </p:cNvPr>
          <p:cNvSpPr>
            <a:spLocks noGrp="1"/>
          </p:cNvSpPr>
          <p:nvPr/>
        </p:nvSpPr>
        <p:spPr>
          <a:xfrm>
            <a:off x="1071631" y="2855402"/>
            <a:ext cx="28398" cy="28398"/>
          </a:xfrm>
          <a:prstGeom prst="ellipse">
            <a:avLst/>
          </a:prstGeom>
          <a:solidFill>
            <a:srgbClr val="7F8C97">
              <a:alpha val="48000"/>
            </a:srgbClr>
          </a:solidFill>
          <a:ln w="0">
            <a:noFill/>
            <a:prstDash val="solid"/>
          </a:ln>
        </p:spPr>
      </p:sp>
      <p:sp>
        <p:nvSpPr>
          <p:cNvPr id="236" name="01_find_only_235">
            <a:extLst>
              <a:ext uri="{FF2B5EF4-FFF2-40B4-BE49-F238E27FC236}">
                <a16:creationId xmlns:a16="http://schemas.microsoft.com/office/drawing/2014/main" id="{19B8CA84-E532-478A-A57D-50CF500C0691}"/>
              </a:ext>
            </a:extLst>
          </p:cNvPr>
          <p:cNvSpPr>
            <a:spLocks noGrp="1"/>
          </p:cNvSpPr>
          <p:nvPr/>
        </p:nvSpPr>
        <p:spPr>
          <a:xfrm>
            <a:off x="1007821" y="3066738"/>
            <a:ext cx="28398" cy="28398"/>
          </a:xfrm>
          <a:prstGeom prst="ellipse">
            <a:avLst/>
          </a:prstGeom>
          <a:solidFill>
            <a:srgbClr val="7F8C97">
              <a:alpha val="48000"/>
            </a:srgbClr>
          </a:solidFill>
          <a:ln w="0">
            <a:noFill/>
            <a:prstDash val="solid"/>
          </a:ln>
        </p:spPr>
      </p:sp>
      <p:sp>
        <p:nvSpPr>
          <p:cNvPr id="237" name="01_find_only_236">
            <a:extLst>
              <a:ext uri="{FF2B5EF4-FFF2-40B4-BE49-F238E27FC236}">
                <a16:creationId xmlns:a16="http://schemas.microsoft.com/office/drawing/2014/main" id="{E340B9B1-6A95-4C8F-B8BA-04A827E0A9DD}"/>
              </a:ext>
            </a:extLst>
          </p:cNvPr>
          <p:cNvSpPr>
            <a:spLocks noGrp="1"/>
          </p:cNvSpPr>
          <p:nvPr/>
        </p:nvSpPr>
        <p:spPr>
          <a:xfrm>
            <a:off x="1085557" y="2855402"/>
            <a:ext cx="28398" cy="28398"/>
          </a:xfrm>
          <a:prstGeom prst="ellipse">
            <a:avLst/>
          </a:prstGeom>
          <a:solidFill>
            <a:srgbClr val="7F8C97">
              <a:alpha val="48000"/>
            </a:srgbClr>
          </a:solidFill>
          <a:ln w="0">
            <a:noFill/>
            <a:prstDash val="solid"/>
          </a:ln>
        </p:spPr>
      </p:sp>
      <p:sp>
        <p:nvSpPr>
          <p:cNvPr id="238" name="01_find_only_237">
            <a:extLst>
              <a:ext uri="{FF2B5EF4-FFF2-40B4-BE49-F238E27FC236}">
                <a16:creationId xmlns:a16="http://schemas.microsoft.com/office/drawing/2014/main" id="{C120653D-BCB1-42D6-BFBE-CB48960E4AF2}"/>
              </a:ext>
            </a:extLst>
          </p:cNvPr>
          <p:cNvSpPr>
            <a:spLocks noGrp="1"/>
          </p:cNvSpPr>
          <p:nvPr/>
        </p:nvSpPr>
        <p:spPr>
          <a:xfrm>
            <a:off x="1005532" y="2855402"/>
            <a:ext cx="28398" cy="28398"/>
          </a:xfrm>
          <a:prstGeom prst="ellipse">
            <a:avLst/>
          </a:prstGeom>
          <a:solidFill>
            <a:srgbClr val="7F8C97">
              <a:alpha val="48000"/>
            </a:srgbClr>
          </a:solidFill>
          <a:ln w="0">
            <a:noFill/>
            <a:prstDash val="solid"/>
          </a:ln>
        </p:spPr>
      </p:sp>
      <p:sp>
        <p:nvSpPr>
          <p:cNvPr id="239" name="01_find_only_238">
            <a:extLst>
              <a:ext uri="{FF2B5EF4-FFF2-40B4-BE49-F238E27FC236}">
                <a16:creationId xmlns:a16="http://schemas.microsoft.com/office/drawing/2014/main" id="{D2798A61-0701-48FD-8706-48A5B8D9CB94}"/>
              </a:ext>
            </a:extLst>
          </p:cNvPr>
          <p:cNvSpPr>
            <a:spLocks noGrp="1"/>
          </p:cNvSpPr>
          <p:nvPr/>
        </p:nvSpPr>
        <p:spPr>
          <a:xfrm>
            <a:off x="1085366" y="2855402"/>
            <a:ext cx="28398" cy="28398"/>
          </a:xfrm>
          <a:prstGeom prst="ellipse">
            <a:avLst/>
          </a:prstGeom>
          <a:solidFill>
            <a:srgbClr val="7F8C97">
              <a:alpha val="48000"/>
            </a:srgbClr>
          </a:solidFill>
          <a:ln w="0">
            <a:noFill/>
            <a:prstDash val="solid"/>
          </a:ln>
        </p:spPr>
      </p:sp>
      <p:sp>
        <p:nvSpPr>
          <p:cNvPr id="240" name="01_find_only_239">
            <a:extLst>
              <a:ext uri="{FF2B5EF4-FFF2-40B4-BE49-F238E27FC236}">
                <a16:creationId xmlns:a16="http://schemas.microsoft.com/office/drawing/2014/main" id="{A6D4174E-C6C8-4E7C-951C-57AB1D817C80}"/>
              </a:ext>
            </a:extLst>
          </p:cNvPr>
          <p:cNvSpPr>
            <a:spLocks noGrp="1"/>
          </p:cNvSpPr>
          <p:nvPr/>
        </p:nvSpPr>
        <p:spPr>
          <a:xfrm>
            <a:off x="1094618" y="2855402"/>
            <a:ext cx="28398" cy="28398"/>
          </a:xfrm>
          <a:prstGeom prst="ellipse">
            <a:avLst/>
          </a:prstGeom>
          <a:solidFill>
            <a:srgbClr val="7F8C97">
              <a:alpha val="48000"/>
            </a:srgbClr>
          </a:solidFill>
          <a:ln w="0">
            <a:noFill/>
            <a:prstDash val="solid"/>
          </a:ln>
        </p:spPr>
      </p:sp>
      <p:sp>
        <p:nvSpPr>
          <p:cNvPr id="241" name="01_find_only_240">
            <a:extLst>
              <a:ext uri="{FF2B5EF4-FFF2-40B4-BE49-F238E27FC236}">
                <a16:creationId xmlns:a16="http://schemas.microsoft.com/office/drawing/2014/main" id="{6881E1A7-E3DF-4A90-AC5F-65A4ED63F4BE}"/>
              </a:ext>
            </a:extLst>
          </p:cNvPr>
          <p:cNvSpPr>
            <a:spLocks noGrp="1"/>
          </p:cNvSpPr>
          <p:nvPr/>
        </p:nvSpPr>
        <p:spPr>
          <a:xfrm>
            <a:off x="1062570" y="2855402"/>
            <a:ext cx="28398" cy="28398"/>
          </a:xfrm>
          <a:prstGeom prst="ellipse">
            <a:avLst/>
          </a:prstGeom>
          <a:solidFill>
            <a:srgbClr val="7F8C97">
              <a:alpha val="48000"/>
            </a:srgbClr>
          </a:solidFill>
          <a:ln w="0">
            <a:noFill/>
            <a:prstDash val="solid"/>
          </a:ln>
        </p:spPr>
      </p:sp>
      <p:sp>
        <p:nvSpPr>
          <p:cNvPr id="242" name="01_find_only_241">
            <a:extLst>
              <a:ext uri="{FF2B5EF4-FFF2-40B4-BE49-F238E27FC236}">
                <a16:creationId xmlns:a16="http://schemas.microsoft.com/office/drawing/2014/main" id="{8C875E10-73A4-458A-A6E0-2B6BAE64FC33}"/>
              </a:ext>
            </a:extLst>
          </p:cNvPr>
          <p:cNvSpPr>
            <a:spLocks noGrp="1"/>
          </p:cNvSpPr>
          <p:nvPr/>
        </p:nvSpPr>
        <p:spPr>
          <a:xfrm>
            <a:off x="1033955" y="2855402"/>
            <a:ext cx="28398" cy="28398"/>
          </a:xfrm>
          <a:prstGeom prst="ellipse">
            <a:avLst/>
          </a:prstGeom>
          <a:solidFill>
            <a:srgbClr val="7F8C97">
              <a:alpha val="48000"/>
            </a:srgbClr>
          </a:solidFill>
          <a:ln w="0">
            <a:noFill/>
            <a:prstDash val="solid"/>
          </a:ln>
        </p:spPr>
      </p:sp>
      <p:sp>
        <p:nvSpPr>
          <p:cNvPr id="243" name="01_find_only_242">
            <a:extLst>
              <a:ext uri="{FF2B5EF4-FFF2-40B4-BE49-F238E27FC236}">
                <a16:creationId xmlns:a16="http://schemas.microsoft.com/office/drawing/2014/main" id="{7A5259FC-7DE8-4633-AB1A-F0BB29100DF8}"/>
              </a:ext>
            </a:extLst>
          </p:cNvPr>
          <p:cNvSpPr>
            <a:spLocks noGrp="1"/>
          </p:cNvSpPr>
          <p:nvPr/>
        </p:nvSpPr>
        <p:spPr>
          <a:xfrm>
            <a:off x="1073920" y="2855402"/>
            <a:ext cx="28398" cy="28398"/>
          </a:xfrm>
          <a:prstGeom prst="ellipse">
            <a:avLst/>
          </a:prstGeom>
          <a:solidFill>
            <a:srgbClr val="7F8C97">
              <a:alpha val="48000"/>
            </a:srgbClr>
          </a:solidFill>
          <a:ln w="0">
            <a:noFill/>
            <a:prstDash val="solid"/>
          </a:ln>
        </p:spPr>
      </p:sp>
      <p:sp>
        <p:nvSpPr>
          <p:cNvPr id="244" name="01_find_only_243">
            <a:extLst>
              <a:ext uri="{FF2B5EF4-FFF2-40B4-BE49-F238E27FC236}">
                <a16:creationId xmlns:a16="http://schemas.microsoft.com/office/drawing/2014/main" id="{3F1D062E-562B-427F-9724-5D829BF8A0E0}"/>
              </a:ext>
            </a:extLst>
          </p:cNvPr>
          <p:cNvSpPr>
            <a:spLocks noGrp="1"/>
          </p:cNvSpPr>
          <p:nvPr/>
        </p:nvSpPr>
        <p:spPr>
          <a:xfrm>
            <a:off x="1025371" y="2855402"/>
            <a:ext cx="28398" cy="28398"/>
          </a:xfrm>
          <a:prstGeom prst="ellipse">
            <a:avLst/>
          </a:prstGeom>
          <a:solidFill>
            <a:srgbClr val="7F8C97">
              <a:alpha val="48000"/>
            </a:srgbClr>
          </a:solidFill>
          <a:ln w="0">
            <a:noFill/>
            <a:prstDash val="solid"/>
          </a:ln>
        </p:spPr>
      </p:sp>
      <p:sp>
        <p:nvSpPr>
          <p:cNvPr id="245" name="01_find_only_244">
            <a:extLst>
              <a:ext uri="{FF2B5EF4-FFF2-40B4-BE49-F238E27FC236}">
                <a16:creationId xmlns:a16="http://schemas.microsoft.com/office/drawing/2014/main" id="{CAFAE271-F28C-495D-82E2-59432EF8CDA2}"/>
              </a:ext>
            </a:extLst>
          </p:cNvPr>
          <p:cNvSpPr>
            <a:spLocks noGrp="1"/>
          </p:cNvSpPr>
          <p:nvPr/>
        </p:nvSpPr>
        <p:spPr>
          <a:xfrm>
            <a:off x="1049884" y="3489410"/>
            <a:ext cx="28398" cy="28398"/>
          </a:xfrm>
          <a:prstGeom prst="ellipse">
            <a:avLst/>
          </a:prstGeom>
          <a:solidFill>
            <a:srgbClr val="7F8C97">
              <a:alpha val="48000"/>
            </a:srgbClr>
          </a:solidFill>
          <a:ln w="0">
            <a:noFill/>
            <a:prstDash val="solid"/>
          </a:ln>
        </p:spPr>
      </p:sp>
      <p:sp>
        <p:nvSpPr>
          <p:cNvPr id="246" name="01_find_only_245">
            <a:extLst>
              <a:ext uri="{FF2B5EF4-FFF2-40B4-BE49-F238E27FC236}">
                <a16:creationId xmlns:a16="http://schemas.microsoft.com/office/drawing/2014/main" id="{04284F52-CCB3-4752-8632-11F89A1AA283}"/>
              </a:ext>
            </a:extLst>
          </p:cNvPr>
          <p:cNvSpPr>
            <a:spLocks noGrp="1"/>
          </p:cNvSpPr>
          <p:nvPr/>
        </p:nvSpPr>
        <p:spPr>
          <a:xfrm>
            <a:off x="1049884" y="2855402"/>
            <a:ext cx="28398" cy="28398"/>
          </a:xfrm>
          <a:prstGeom prst="ellipse">
            <a:avLst/>
          </a:prstGeom>
          <a:solidFill>
            <a:srgbClr val="7F8C97">
              <a:alpha val="48000"/>
            </a:srgbClr>
          </a:solidFill>
          <a:ln w="0">
            <a:noFill/>
            <a:prstDash val="solid"/>
          </a:ln>
        </p:spPr>
      </p:sp>
      <p:sp>
        <p:nvSpPr>
          <p:cNvPr id="247" name="01_find_only_246">
            <a:extLst>
              <a:ext uri="{FF2B5EF4-FFF2-40B4-BE49-F238E27FC236}">
                <a16:creationId xmlns:a16="http://schemas.microsoft.com/office/drawing/2014/main" id="{F27BD651-2BDC-48A4-8090-CE830167A231}"/>
              </a:ext>
            </a:extLst>
          </p:cNvPr>
          <p:cNvSpPr>
            <a:spLocks noGrp="1"/>
          </p:cNvSpPr>
          <p:nvPr/>
        </p:nvSpPr>
        <p:spPr>
          <a:xfrm>
            <a:off x="1021270" y="3217692"/>
            <a:ext cx="28398" cy="28398"/>
          </a:xfrm>
          <a:prstGeom prst="ellipse">
            <a:avLst/>
          </a:prstGeom>
          <a:solidFill>
            <a:srgbClr val="7F8C97">
              <a:alpha val="48000"/>
            </a:srgbClr>
          </a:solidFill>
          <a:ln w="0">
            <a:noFill/>
            <a:prstDash val="solid"/>
          </a:ln>
        </p:spPr>
      </p:sp>
      <p:sp>
        <p:nvSpPr>
          <p:cNvPr id="248" name="01_find_only_247">
            <a:extLst>
              <a:ext uri="{FF2B5EF4-FFF2-40B4-BE49-F238E27FC236}">
                <a16:creationId xmlns:a16="http://schemas.microsoft.com/office/drawing/2014/main" id="{E939F68D-7685-4750-9E10-DF2748E8B43F}"/>
              </a:ext>
            </a:extLst>
          </p:cNvPr>
          <p:cNvSpPr>
            <a:spLocks noGrp="1"/>
          </p:cNvSpPr>
          <p:nvPr/>
        </p:nvSpPr>
        <p:spPr>
          <a:xfrm>
            <a:off x="1087751" y="3109005"/>
            <a:ext cx="28398" cy="28398"/>
          </a:xfrm>
          <a:prstGeom prst="ellipse">
            <a:avLst/>
          </a:prstGeom>
          <a:solidFill>
            <a:srgbClr val="7F8C97">
              <a:alpha val="48000"/>
            </a:srgbClr>
          </a:solidFill>
          <a:ln w="0">
            <a:noFill/>
            <a:prstDash val="solid"/>
          </a:ln>
        </p:spPr>
      </p:sp>
      <p:sp>
        <p:nvSpPr>
          <p:cNvPr id="249" name="01_find_only_248">
            <a:extLst>
              <a:ext uri="{FF2B5EF4-FFF2-40B4-BE49-F238E27FC236}">
                <a16:creationId xmlns:a16="http://schemas.microsoft.com/office/drawing/2014/main" id="{513B95B0-A78D-4A60-9256-56C9D8DB2DC6}"/>
              </a:ext>
            </a:extLst>
          </p:cNvPr>
          <p:cNvSpPr>
            <a:spLocks noGrp="1"/>
          </p:cNvSpPr>
          <p:nvPr/>
        </p:nvSpPr>
        <p:spPr>
          <a:xfrm>
            <a:off x="1035577" y="4123418"/>
            <a:ext cx="28398" cy="28398"/>
          </a:xfrm>
          <a:prstGeom prst="ellipse">
            <a:avLst/>
          </a:prstGeom>
          <a:solidFill>
            <a:srgbClr val="7F8C97">
              <a:alpha val="48000"/>
            </a:srgbClr>
          </a:solidFill>
          <a:ln w="0">
            <a:noFill/>
            <a:prstDash val="solid"/>
          </a:ln>
        </p:spPr>
      </p:sp>
      <p:sp>
        <p:nvSpPr>
          <p:cNvPr id="250" name="01_find_only_249">
            <a:extLst>
              <a:ext uri="{FF2B5EF4-FFF2-40B4-BE49-F238E27FC236}">
                <a16:creationId xmlns:a16="http://schemas.microsoft.com/office/drawing/2014/main" id="{05555608-5CC2-4C63-9F2A-55CC5EFF5FF7}"/>
              </a:ext>
            </a:extLst>
          </p:cNvPr>
          <p:cNvSpPr>
            <a:spLocks noGrp="1"/>
          </p:cNvSpPr>
          <p:nvPr/>
        </p:nvSpPr>
        <p:spPr>
          <a:xfrm>
            <a:off x="1044829" y="2855402"/>
            <a:ext cx="28398" cy="28398"/>
          </a:xfrm>
          <a:prstGeom prst="ellipse">
            <a:avLst/>
          </a:prstGeom>
          <a:solidFill>
            <a:srgbClr val="7F8C97">
              <a:alpha val="48000"/>
            </a:srgbClr>
          </a:solidFill>
          <a:ln w="0">
            <a:noFill/>
            <a:prstDash val="solid"/>
          </a:ln>
        </p:spPr>
      </p:sp>
      <p:sp>
        <p:nvSpPr>
          <p:cNvPr id="251" name="01_find_only_250">
            <a:extLst>
              <a:ext uri="{FF2B5EF4-FFF2-40B4-BE49-F238E27FC236}">
                <a16:creationId xmlns:a16="http://schemas.microsoft.com/office/drawing/2014/main" id="{25C31D97-7EE0-4D71-9E3A-9A7B93BB040B}"/>
              </a:ext>
            </a:extLst>
          </p:cNvPr>
          <p:cNvSpPr>
            <a:spLocks noGrp="1"/>
          </p:cNvSpPr>
          <p:nvPr/>
        </p:nvSpPr>
        <p:spPr>
          <a:xfrm>
            <a:off x="1096907" y="3489410"/>
            <a:ext cx="28398" cy="28398"/>
          </a:xfrm>
          <a:prstGeom prst="ellipse">
            <a:avLst/>
          </a:prstGeom>
          <a:solidFill>
            <a:srgbClr val="7F8C97">
              <a:alpha val="48000"/>
            </a:srgbClr>
          </a:solidFill>
          <a:ln w="0">
            <a:noFill/>
            <a:prstDash val="solid"/>
          </a:ln>
        </p:spPr>
      </p:sp>
      <p:sp>
        <p:nvSpPr>
          <p:cNvPr id="252" name="01_find_only_251">
            <a:extLst>
              <a:ext uri="{FF2B5EF4-FFF2-40B4-BE49-F238E27FC236}">
                <a16:creationId xmlns:a16="http://schemas.microsoft.com/office/drawing/2014/main" id="{56089CCA-1E3F-49A8-A694-37B74B08C05E}"/>
              </a:ext>
            </a:extLst>
          </p:cNvPr>
          <p:cNvSpPr>
            <a:spLocks noGrp="1"/>
          </p:cNvSpPr>
          <p:nvPr/>
        </p:nvSpPr>
        <p:spPr>
          <a:xfrm>
            <a:off x="1068293" y="4123418"/>
            <a:ext cx="28398" cy="28398"/>
          </a:xfrm>
          <a:prstGeom prst="ellipse">
            <a:avLst/>
          </a:prstGeom>
          <a:solidFill>
            <a:srgbClr val="7F8C97">
              <a:alpha val="48000"/>
            </a:srgbClr>
          </a:solidFill>
          <a:ln w="0">
            <a:noFill/>
            <a:prstDash val="solid"/>
          </a:ln>
        </p:spPr>
      </p:sp>
      <p:sp>
        <p:nvSpPr>
          <p:cNvPr id="253" name="01_find_only_252">
            <a:extLst>
              <a:ext uri="{FF2B5EF4-FFF2-40B4-BE49-F238E27FC236}">
                <a16:creationId xmlns:a16="http://schemas.microsoft.com/office/drawing/2014/main" id="{6DCAF212-ADB1-443B-B1FC-F114F65F001D}"/>
              </a:ext>
            </a:extLst>
          </p:cNvPr>
          <p:cNvSpPr>
            <a:spLocks noGrp="1"/>
          </p:cNvSpPr>
          <p:nvPr/>
        </p:nvSpPr>
        <p:spPr>
          <a:xfrm>
            <a:off x="1093473" y="3942273"/>
            <a:ext cx="28398" cy="28398"/>
          </a:xfrm>
          <a:prstGeom prst="ellipse">
            <a:avLst/>
          </a:prstGeom>
          <a:solidFill>
            <a:srgbClr val="7F8C97">
              <a:alpha val="48000"/>
            </a:srgbClr>
          </a:solidFill>
          <a:ln w="0">
            <a:noFill/>
            <a:prstDash val="solid"/>
          </a:ln>
        </p:spPr>
      </p:sp>
      <p:sp>
        <p:nvSpPr>
          <p:cNvPr id="254" name="01_find_only_253">
            <a:extLst>
              <a:ext uri="{FF2B5EF4-FFF2-40B4-BE49-F238E27FC236}">
                <a16:creationId xmlns:a16="http://schemas.microsoft.com/office/drawing/2014/main" id="{AFBDA1D8-7AED-4CA9-9A2E-85277C3FB09B}"/>
              </a:ext>
            </a:extLst>
          </p:cNvPr>
          <p:cNvSpPr>
            <a:spLocks noGrp="1"/>
          </p:cNvSpPr>
          <p:nvPr/>
        </p:nvSpPr>
        <p:spPr>
          <a:xfrm>
            <a:off x="1009156" y="4123418"/>
            <a:ext cx="28398" cy="28398"/>
          </a:xfrm>
          <a:prstGeom prst="ellipse">
            <a:avLst/>
          </a:prstGeom>
          <a:solidFill>
            <a:srgbClr val="7F8C97">
              <a:alpha val="48000"/>
            </a:srgbClr>
          </a:solidFill>
          <a:ln w="0">
            <a:noFill/>
            <a:prstDash val="solid"/>
          </a:ln>
        </p:spPr>
      </p:sp>
      <p:sp>
        <p:nvSpPr>
          <p:cNvPr id="255" name="01_find_only_254">
            <a:extLst>
              <a:ext uri="{FF2B5EF4-FFF2-40B4-BE49-F238E27FC236}">
                <a16:creationId xmlns:a16="http://schemas.microsoft.com/office/drawing/2014/main" id="{5E476844-73BE-4B88-AEC8-3BE2C5E8CEA8}"/>
              </a:ext>
            </a:extLst>
          </p:cNvPr>
          <p:cNvSpPr>
            <a:spLocks noGrp="1"/>
          </p:cNvSpPr>
          <p:nvPr/>
        </p:nvSpPr>
        <p:spPr>
          <a:xfrm>
            <a:off x="1086415" y="4123418"/>
            <a:ext cx="28398" cy="28398"/>
          </a:xfrm>
          <a:prstGeom prst="ellipse">
            <a:avLst/>
          </a:prstGeom>
          <a:solidFill>
            <a:srgbClr val="7F8C97">
              <a:alpha val="48000"/>
            </a:srgbClr>
          </a:solidFill>
          <a:ln w="0">
            <a:noFill/>
            <a:prstDash val="solid"/>
          </a:ln>
        </p:spPr>
      </p:sp>
      <p:sp>
        <p:nvSpPr>
          <p:cNvPr id="256" name="01_find_only_255">
            <a:extLst>
              <a:ext uri="{FF2B5EF4-FFF2-40B4-BE49-F238E27FC236}">
                <a16:creationId xmlns:a16="http://schemas.microsoft.com/office/drawing/2014/main" id="{BE9F3D27-448D-4B60-A31B-61670EF73F5C}"/>
              </a:ext>
            </a:extLst>
          </p:cNvPr>
          <p:cNvSpPr>
            <a:spLocks noGrp="1"/>
          </p:cNvSpPr>
          <p:nvPr/>
        </p:nvSpPr>
        <p:spPr>
          <a:xfrm>
            <a:off x="1073825" y="3278074"/>
            <a:ext cx="28398" cy="28398"/>
          </a:xfrm>
          <a:prstGeom prst="ellipse">
            <a:avLst/>
          </a:prstGeom>
          <a:solidFill>
            <a:srgbClr val="7F8C97">
              <a:alpha val="48000"/>
            </a:srgbClr>
          </a:solidFill>
          <a:ln w="0">
            <a:noFill/>
            <a:prstDash val="solid"/>
          </a:ln>
        </p:spPr>
      </p:sp>
      <p:sp>
        <p:nvSpPr>
          <p:cNvPr id="257" name="01_find_only_256">
            <a:extLst>
              <a:ext uri="{FF2B5EF4-FFF2-40B4-BE49-F238E27FC236}">
                <a16:creationId xmlns:a16="http://schemas.microsoft.com/office/drawing/2014/main" id="{E4EC82EC-B95A-4D68-B4C6-E569D1600A1F}"/>
              </a:ext>
            </a:extLst>
          </p:cNvPr>
          <p:cNvSpPr>
            <a:spLocks noGrp="1"/>
          </p:cNvSpPr>
          <p:nvPr/>
        </p:nvSpPr>
        <p:spPr>
          <a:xfrm>
            <a:off x="1040918" y="2855402"/>
            <a:ext cx="28398" cy="28398"/>
          </a:xfrm>
          <a:prstGeom prst="ellipse">
            <a:avLst/>
          </a:prstGeom>
          <a:solidFill>
            <a:srgbClr val="7F8C97">
              <a:alpha val="48000"/>
            </a:srgbClr>
          </a:solidFill>
          <a:ln w="0">
            <a:noFill/>
            <a:prstDash val="solid"/>
          </a:ln>
        </p:spPr>
      </p:sp>
      <p:sp>
        <p:nvSpPr>
          <p:cNvPr id="258" name="01_find_only_257">
            <a:extLst>
              <a:ext uri="{FF2B5EF4-FFF2-40B4-BE49-F238E27FC236}">
                <a16:creationId xmlns:a16="http://schemas.microsoft.com/office/drawing/2014/main" id="{480C6F5A-9D7E-4D7D-BB21-2D038ADCCDEE}"/>
              </a:ext>
            </a:extLst>
          </p:cNvPr>
          <p:cNvSpPr>
            <a:spLocks noGrp="1"/>
          </p:cNvSpPr>
          <p:nvPr/>
        </p:nvSpPr>
        <p:spPr>
          <a:xfrm>
            <a:off x="1077545" y="3806414"/>
            <a:ext cx="28398" cy="28398"/>
          </a:xfrm>
          <a:prstGeom prst="ellipse">
            <a:avLst/>
          </a:prstGeom>
          <a:solidFill>
            <a:srgbClr val="7F8C97">
              <a:alpha val="48000"/>
            </a:srgbClr>
          </a:solidFill>
          <a:ln w="0">
            <a:noFill/>
            <a:prstDash val="solid"/>
          </a:ln>
        </p:spPr>
      </p:sp>
      <p:sp>
        <p:nvSpPr>
          <p:cNvPr id="259" name="01_find_only_258">
            <a:extLst>
              <a:ext uri="{FF2B5EF4-FFF2-40B4-BE49-F238E27FC236}">
                <a16:creationId xmlns:a16="http://schemas.microsoft.com/office/drawing/2014/main" id="{83F88375-BEBC-4D18-B010-A11E22D962A5}"/>
              </a:ext>
            </a:extLst>
          </p:cNvPr>
          <p:cNvSpPr>
            <a:spLocks noGrp="1"/>
          </p:cNvSpPr>
          <p:nvPr/>
        </p:nvSpPr>
        <p:spPr>
          <a:xfrm>
            <a:off x="1097384" y="3172406"/>
            <a:ext cx="28398" cy="28398"/>
          </a:xfrm>
          <a:prstGeom prst="ellipse">
            <a:avLst/>
          </a:prstGeom>
          <a:solidFill>
            <a:srgbClr val="7F8C97">
              <a:alpha val="48000"/>
            </a:srgbClr>
          </a:solidFill>
          <a:ln w="0">
            <a:noFill/>
            <a:prstDash val="solid"/>
          </a:ln>
        </p:spPr>
      </p:sp>
      <p:sp>
        <p:nvSpPr>
          <p:cNvPr id="260" name="01_find_only_259">
            <a:extLst>
              <a:ext uri="{FF2B5EF4-FFF2-40B4-BE49-F238E27FC236}">
                <a16:creationId xmlns:a16="http://schemas.microsoft.com/office/drawing/2014/main" id="{FFA4850F-3DE0-4903-AAD3-0FD074E129A0}"/>
              </a:ext>
            </a:extLst>
          </p:cNvPr>
          <p:cNvSpPr>
            <a:spLocks noGrp="1"/>
          </p:cNvSpPr>
          <p:nvPr/>
        </p:nvSpPr>
        <p:spPr>
          <a:xfrm>
            <a:off x="1067530" y="3278074"/>
            <a:ext cx="28398" cy="28398"/>
          </a:xfrm>
          <a:prstGeom prst="ellipse">
            <a:avLst/>
          </a:prstGeom>
          <a:solidFill>
            <a:srgbClr val="7F8C97">
              <a:alpha val="48000"/>
            </a:srgbClr>
          </a:solidFill>
          <a:ln w="0">
            <a:noFill/>
            <a:prstDash val="solid"/>
          </a:ln>
        </p:spPr>
      </p:sp>
      <p:sp>
        <p:nvSpPr>
          <p:cNvPr id="261" name="01_find_only_260">
            <a:extLst>
              <a:ext uri="{FF2B5EF4-FFF2-40B4-BE49-F238E27FC236}">
                <a16:creationId xmlns:a16="http://schemas.microsoft.com/office/drawing/2014/main" id="{951E6021-E82B-46F4-A8A6-2267E33B017F}"/>
              </a:ext>
            </a:extLst>
          </p:cNvPr>
          <p:cNvSpPr>
            <a:spLocks noGrp="1"/>
          </p:cNvSpPr>
          <p:nvPr/>
        </p:nvSpPr>
        <p:spPr>
          <a:xfrm>
            <a:off x="1074874" y="2855402"/>
            <a:ext cx="28398" cy="28398"/>
          </a:xfrm>
          <a:prstGeom prst="ellipse">
            <a:avLst/>
          </a:prstGeom>
          <a:solidFill>
            <a:srgbClr val="7F8C97">
              <a:alpha val="48000"/>
            </a:srgbClr>
          </a:solidFill>
          <a:ln w="0">
            <a:noFill/>
            <a:prstDash val="solid"/>
          </a:ln>
        </p:spPr>
      </p:sp>
      <p:sp>
        <p:nvSpPr>
          <p:cNvPr id="262" name="01_find_only_261">
            <a:extLst>
              <a:ext uri="{FF2B5EF4-FFF2-40B4-BE49-F238E27FC236}">
                <a16:creationId xmlns:a16="http://schemas.microsoft.com/office/drawing/2014/main" id="{EB1C556D-FA95-44D0-B72E-CF24B55275C9}"/>
              </a:ext>
            </a:extLst>
          </p:cNvPr>
          <p:cNvSpPr>
            <a:spLocks noGrp="1"/>
          </p:cNvSpPr>
          <p:nvPr/>
        </p:nvSpPr>
        <p:spPr>
          <a:xfrm>
            <a:off x="1074016" y="3841637"/>
            <a:ext cx="28398" cy="28398"/>
          </a:xfrm>
          <a:prstGeom prst="ellipse">
            <a:avLst/>
          </a:prstGeom>
          <a:solidFill>
            <a:srgbClr val="7F8C97">
              <a:alpha val="48000"/>
            </a:srgbClr>
          </a:solidFill>
          <a:ln w="0">
            <a:noFill/>
            <a:prstDash val="solid"/>
          </a:ln>
        </p:spPr>
      </p:sp>
      <p:sp>
        <p:nvSpPr>
          <p:cNvPr id="263" name="01_find_only_262">
            <a:extLst>
              <a:ext uri="{FF2B5EF4-FFF2-40B4-BE49-F238E27FC236}">
                <a16:creationId xmlns:a16="http://schemas.microsoft.com/office/drawing/2014/main" id="{CED0EF54-0066-41DE-A9AB-3BC61C5735FD}"/>
              </a:ext>
            </a:extLst>
          </p:cNvPr>
          <p:cNvSpPr>
            <a:spLocks noGrp="1"/>
          </p:cNvSpPr>
          <p:nvPr/>
        </p:nvSpPr>
        <p:spPr>
          <a:xfrm>
            <a:off x="1058755" y="2855402"/>
            <a:ext cx="28398" cy="28398"/>
          </a:xfrm>
          <a:prstGeom prst="ellipse">
            <a:avLst/>
          </a:prstGeom>
          <a:solidFill>
            <a:srgbClr val="7F8C97">
              <a:alpha val="48000"/>
            </a:srgbClr>
          </a:solidFill>
          <a:ln w="0">
            <a:noFill/>
            <a:prstDash val="solid"/>
          </a:ln>
        </p:spPr>
      </p:sp>
      <p:sp>
        <p:nvSpPr>
          <p:cNvPr id="264" name="01_find_only_263">
            <a:extLst>
              <a:ext uri="{FF2B5EF4-FFF2-40B4-BE49-F238E27FC236}">
                <a16:creationId xmlns:a16="http://schemas.microsoft.com/office/drawing/2014/main" id="{7B88DFDB-0CB6-42F9-8484-CAFB0DFFD35F}"/>
              </a:ext>
            </a:extLst>
          </p:cNvPr>
          <p:cNvSpPr>
            <a:spLocks noGrp="1"/>
          </p:cNvSpPr>
          <p:nvPr/>
        </p:nvSpPr>
        <p:spPr>
          <a:xfrm>
            <a:off x="1032143" y="3616211"/>
            <a:ext cx="28398" cy="28398"/>
          </a:xfrm>
          <a:prstGeom prst="ellipse">
            <a:avLst/>
          </a:prstGeom>
          <a:solidFill>
            <a:srgbClr val="7F8C97">
              <a:alpha val="48000"/>
            </a:srgbClr>
          </a:solidFill>
          <a:ln w="0">
            <a:noFill/>
            <a:prstDash val="solid"/>
          </a:ln>
        </p:spPr>
      </p:sp>
      <p:sp>
        <p:nvSpPr>
          <p:cNvPr id="265" name="01_find_only_264">
            <a:extLst>
              <a:ext uri="{FF2B5EF4-FFF2-40B4-BE49-F238E27FC236}">
                <a16:creationId xmlns:a16="http://schemas.microsoft.com/office/drawing/2014/main" id="{E68EC438-1E8C-4156-9311-1376459A17DA}"/>
              </a:ext>
            </a:extLst>
          </p:cNvPr>
          <p:cNvSpPr>
            <a:spLocks noGrp="1"/>
          </p:cNvSpPr>
          <p:nvPr/>
        </p:nvSpPr>
        <p:spPr>
          <a:xfrm>
            <a:off x="1090707" y="2855402"/>
            <a:ext cx="28398" cy="28398"/>
          </a:xfrm>
          <a:prstGeom prst="ellipse">
            <a:avLst/>
          </a:prstGeom>
          <a:solidFill>
            <a:srgbClr val="7F8C97">
              <a:alpha val="48000"/>
            </a:srgbClr>
          </a:solidFill>
          <a:ln w="0">
            <a:noFill/>
            <a:prstDash val="solid"/>
          </a:ln>
        </p:spPr>
      </p:sp>
      <p:sp>
        <p:nvSpPr>
          <p:cNvPr id="266" name="01_find_only_265">
            <a:extLst>
              <a:ext uri="{FF2B5EF4-FFF2-40B4-BE49-F238E27FC236}">
                <a16:creationId xmlns:a16="http://schemas.microsoft.com/office/drawing/2014/main" id="{8A61669A-59F5-41E7-AB96-54DB02E6CA72}"/>
              </a:ext>
            </a:extLst>
          </p:cNvPr>
          <p:cNvSpPr>
            <a:spLocks noGrp="1"/>
          </p:cNvSpPr>
          <p:nvPr/>
        </p:nvSpPr>
        <p:spPr>
          <a:xfrm>
            <a:off x="1022033" y="3700746"/>
            <a:ext cx="28398" cy="28398"/>
          </a:xfrm>
          <a:prstGeom prst="ellipse">
            <a:avLst/>
          </a:prstGeom>
          <a:solidFill>
            <a:srgbClr val="7F8C97">
              <a:alpha val="48000"/>
            </a:srgbClr>
          </a:solidFill>
          <a:ln w="0">
            <a:noFill/>
            <a:prstDash val="solid"/>
          </a:ln>
        </p:spPr>
      </p:sp>
      <p:sp>
        <p:nvSpPr>
          <p:cNvPr id="267" name="01_find_only_266">
            <a:extLst>
              <a:ext uri="{FF2B5EF4-FFF2-40B4-BE49-F238E27FC236}">
                <a16:creationId xmlns:a16="http://schemas.microsoft.com/office/drawing/2014/main" id="{F03CD282-92AE-4076-9321-769E851B9A83}"/>
              </a:ext>
            </a:extLst>
          </p:cNvPr>
          <p:cNvSpPr>
            <a:spLocks noGrp="1"/>
          </p:cNvSpPr>
          <p:nvPr/>
        </p:nvSpPr>
        <p:spPr>
          <a:xfrm>
            <a:off x="1021270" y="2855402"/>
            <a:ext cx="28398" cy="28398"/>
          </a:xfrm>
          <a:prstGeom prst="ellipse">
            <a:avLst/>
          </a:prstGeom>
          <a:solidFill>
            <a:srgbClr val="7F8C97">
              <a:alpha val="48000"/>
            </a:srgbClr>
          </a:solidFill>
          <a:ln w="0">
            <a:noFill/>
            <a:prstDash val="solid"/>
          </a:ln>
        </p:spPr>
      </p:sp>
      <p:sp>
        <p:nvSpPr>
          <p:cNvPr id="268" name="01_find_only_267">
            <a:extLst>
              <a:ext uri="{FF2B5EF4-FFF2-40B4-BE49-F238E27FC236}">
                <a16:creationId xmlns:a16="http://schemas.microsoft.com/office/drawing/2014/main" id="{47D05FFD-C8C2-4333-B058-A57BF0288C46}"/>
              </a:ext>
            </a:extLst>
          </p:cNvPr>
          <p:cNvSpPr>
            <a:spLocks noGrp="1"/>
          </p:cNvSpPr>
          <p:nvPr/>
        </p:nvSpPr>
        <p:spPr>
          <a:xfrm>
            <a:off x="1025562" y="3489410"/>
            <a:ext cx="28398" cy="28398"/>
          </a:xfrm>
          <a:prstGeom prst="ellipse">
            <a:avLst/>
          </a:prstGeom>
          <a:solidFill>
            <a:srgbClr val="7F8C97">
              <a:alpha val="48000"/>
            </a:srgbClr>
          </a:solidFill>
          <a:ln w="0">
            <a:noFill/>
            <a:prstDash val="solid"/>
          </a:ln>
        </p:spPr>
      </p:sp>
      <p:sp>
        <p:nvSpPr>
          <p:cNvPr id="269" name="01_find_only_268">
            <a:extLst>
              <a:ext uri="{FF2B5EF4-FFF2-40B4-BE49-F238E27FC236}">
                <a16:creationId xmlns:a16="http://schemas.microsoft.com/office/drawing/2014/main" id="{EFACA2AF-B3C4-41A1-B941-1C7E1E6C6CD6}"/>
              </a:ext>
            </a:extLst>
          </p:cNvPr>
          <p:cNvSpPr>
            <a:spLocks noGrp="1"/>
          </p:cNvSpPr>
          <p:nvPr/>
        </p:nvSpPr>
        <p:spPr>
          <a:xfrm>
            <a:off x="1092043" y="3700746"/>
            <a:ext cx="28398" cy="28398"/>
          </a:xfrm>
          <a:prstGeom prst="ellipse">
            <a:avLst/>
          </a:prstGeom>
          <a:solidFill>
            <a:srgbClr val="7F8C97">
              <a:alpha val="48000"/>
            </a:srgbClr>
          </a:solidFill>
          <a:ln w="0">
            <a:noFill/>
            <a:prstDash val="solid"/>
          </a:ln>
        </p:spPr>
      </p:sp>
      <p:sp>
        <p:nvSpPr>
          <p:cNvPr id="270" name="01_find_only_269">
            <a:extLst>
              <a:ext uri="{FF2B5EF4-FFF2-40B4-BE49-F238E27FC236}">
                <a16:creationId xmlns:a16="http://schemas.microsoft.com/office/drawing/2014/main" id="{588B86C1-D584-49DF-96F3-4474107749B2}"/>
              </a:ext>
            </a:extLst>
          </p:cNvPr>
          <p:cNvSpPr>
            <a:spLocks noGrp="1"/>
          </p:cNvSpPr>
          <p:nvPr/>
        </p:nvSpPr>
        <p:spPr>
          <a:xfrm>
            <a:off x="1081932" y="3635719"/>
            <a:ext cx="28398" cy="28398"/>
          </a:xfrm>
          <a:prstGeom prst="ellipse">
            <a:avLst/>
          </a:prstGeom>
          <a:solidFill>
            <a:srgbClr val="7F8C97">
              <a:alpha val="48000"/>
            </a:srgbClr>
          </a:solidFill>
          <a:ln w="0">
            <a:noFill/>
            <a:prstDash val="solid"/>
          </a:ln>
        </p:spPr>
      </p:sp>
      <p:sp>
        <p:nvSpPr>
          <p:cNvPr id="271" name="01_find_only_270">
            <a:extLst>
              <a:ext uri="{FF2B5EF4-FFF2-40B4-BE49-F238E27FC236}">
                <a16:creationId xmlns:a16="http://schemas.microsoft.com/office/drawing/2014/main" id="{4EB5D8FD-20E6-46C1-9080-148BD27D8CFD}"/>
              </a:ext>
            </a:extLst>
          </p:cNvPr>
          <p:cNvSpPr>
            <a:spLocks noGrp="1"/>
          </p:cNvSpPr>
          <p:nvPr/>
        </p:nvSpPr>
        <p:spPr>
          <a:xfrm>
            <a:off x="1086034" y="3137183"/>
            <a:ext cx="28398" cy="28398"/>
          </a:xfrm>
          <a:prstGeom prst="ellipse">
            <a:avLst/>
          </a:prstGeom>
          <a:solidFill>
            <a:srgbClr val="7F8C97">
              <a:alpha val="48000"/>
            </a:srgbClr>
          </a:solidFill>
          <a:ln w="0">
            <a:noFill/>
            <a:prstDash val="solid"/>
          </a:ln>
        </p:spPr>
      </p:sp>
      <p:sp>
        <p:nvSpPr>
          <p:cNvPr id="272" name="01_find_only_271">
            <a:extLst>
              <a:ext uri="{FF2B5EF4-FFF2-40B4-BE49-F238E27FC236}">
                <a16:creationId xmlns:a16="http://schemas.microsoft.com/office/drawing/2014/main" id="{01B83C18-3A25-4970-B5C9-3C30A6CC6E96}"/>
              </a:ext>
            </a:extLst>
          </p:cNvPr>
          <p:cNvSpPr>
            <a:spLocks noGrp="1"/>
          </p:cNvSpPr>
          <p:nvPr/>
        </p:nvSpPr>
        <p:spPr>
          <a:xfrm>
            <a:off x="1074206" y="2855402"/>
            <a:ext cx="28398" cy="28398"/>
          </a:xfrm>
          <a:prstGeom prst="ellipse">
            <a:avLst/>
          </a:prstGeom>
          <a:solidFill>
            <a:srgbClr val="7F8C97">
              <a:alpha val="48000"/>
            </a:srgbClr>
          </a:solidFill>
          <a:ln w="0">
            <a:noFill/>
            <a:prstDash val="solid"/>
          </a:ln>
        </p:spPr>
      </p:sp>
      <p:sp>
        <p:nvSpPr>
          <p:cNvPr id="273" name="01_find_only_272">
            <a:extLst>
              <a:ext uri="{FF2B5EF4-FFF2-40B4-BE49-F238E27FC236}">
                <a16:creationId xmlns:a16="http://schemas.microsoft.com/office/drawing/2014/main" id="{4194CDF7-E087-4605-B719-2758B0D2D293}"/>
              </a:ext>
            </a:extLst>
          </p:cNvPr>
          <p:cNvSpPr>
            <a:spLocks noGrp="1"/>
          </p:cNvSpPr>
          <p:nvPr/>
        </p:nvSpPr>
        <p:spPr>
          <a:xfrm>
            <a:off x="1081551" y="4123418"/>
            <a:ext cx="28398" cy="28398"/>
          </a:xfrm>
          <a:prstGeom prst="ellipse">
            <a:avLst/>
          </a:prstGeom>
          <a:solidFill>
            <a:srgbClr val="7F8C97">
              <a:alpha val="48000"/>
            </a:srgbClr>
          </a:solidFill>
          <a:ln w="0">
            <a:noFill/>
            <a:prstDash val="solid"/>
          </a:ln>
        </p:spPr>
      </p:sp>
      <p:sp>
        <p:nvSpPr>
          <p:cNvPr id="274" name="01_find_only_273">
            <a:extLst>
              <a:ext uri="{FF2B5EF4-FFF2-40B4-BE49-F238E27FC236}">
                <a16:creationId xmlns:a16="http://schemas.microsoft.com/office/drawing/2014/main" id="{1FD83A2A-7A4B-4759-95A2-D0B61E55FC79}"/>
              </a:ext>
            </a:extLst>
          </p:cNvPr>
          <p:cNvSpPr>
            <a:spLocks noGrp="1"/>
          </p:cNvSpPr>
          <p:nvPr/>
        </p:nvSpPr>
        <p:spPr>
          <a:xfrm>
            <a:off x="1089754" y="4123418"/>
            <a:ext cx="28398" cy="28398"/>
          </a:xfrm>
          <a:prstGeom prst="ellipse">
            <a:avLst/>
          </a:prstGeom>
          <a:solidFill>
            <a:srgbClr val="7F8C97">
              <a:alpha val="48000"/>
            </a:srgbClr>
          </a:solidFill>
          <a:ln w="0">
            <a:noFill/>
            <a:prstDash val="solid"/>
          </a:ln>
        </p:spPr>
      </p:sp>
      <p:sp>
        <p:nvSpPr>
          <p:cNvPr id="275" name="01_find_only_274">
            <a:extLst>
              <a:ext uri="{FF2B5EF4-FFF2-40B4-BE49-F238E27FC236}">
                <a16:creationId xmlns:a16="http://schemas.microsoft.com/office/drawing/2014/main" id="{32350563-6963-417E-89AC-0D91B3098177}"/>
              </a:ext>
            </a:extLst>
          </p:cNvPr>
          <p:cNvSpPr>
            <a:spLocks noGrp="1"/>
          </p:cNvSpPr>
          <p:nvPr/>
        </p:nvSpPr>
        <p:spPr>
          <a:xfrm>
            <a:off x="1019744" y="4123418"/>
            <a:ext cx="28398" cy="28398"/>
          </a:xfrm>
          <a:prstGeom prst="ellipse">
            <a:avLst/>
          </a:prstGeom>
          <a:solidFill>
            <a:srgbClr val="7F8C97">
              <a:alpha val="48000"/>
            </a:srgbClr>
          </a:solidFill>
          <a:ln w="0">
            <a:noFill/>
            <a:prstDash val="solid"/>
          </a:ln>
        </p:spPr>
      </p:sp>
      <p:sp>
        <p:nvSpPr>
          <p:cNvPr id="276" name="01_find_only_275">
            <a:extLst>
              <a:ext uri="{FF2B5EF4-FFF2-40B4-BE49-F238E27FC236}">
                <a16:creationId xmlns:a16="http://schemas.microsoft.com/office/drawing/2014/main" id="{85514523-D0F1-4F74-B70E-13B8C4E20D1C}"/>
              </a:ext>
            </a:extLst>
          </p:cNvPr>
          <p:cNvSpPr>
            <a:spLocks noGrp="1"/>
          </p:cNvSpPr>
          <p:nvPr/>
        </p:nvSpPr>
        <p:spPr>
          <a:xfrm>
            <a:off x="1027279" y="2855402"/>
            <a:ext cx="28398" cy="28398"/>
          </a:xfrm>
          <a:prstGeom prst="ellipse">
            <a:avLst/>
          </a:prstGeom>
          <a:solidFill>
            <a:srgbClr val="7F8C97">
              <a:alpha val="48000"/>
            </a:srgbClr>
          </a:solidFill>
          <a:ln w="0">
            <a:noFill/>
            <a:prstDash val="solid"/>
          </a:ln>
        </p:spPr>
      </p:sp>
      <p:sp>
        <p:nvSpPr>
          <p:cNvPr id="277" name="01_find_only_276">
            <a:extLst>
              <a:ext uri="{FF2B5EF4-FFF2-40B4-BE49-F238E27FC236}">
                <a16:creationId xmlns:a16="http://schemas.microsoft.com/office/drawing/2014/main" id="{2F19290D-296E-47B3-BDE3-65BF4A47121A}"/>
              </a:ext>
            </a:extLst>
          </p:cNvPr>
          <p:cNvSpPr>
            <a:spLocks noGrp="1"/>
          </p:cNvSpPr>
          <p:nvPr/>
        </p:nvSpPr>
        <p:spPr>
          <a:xfrm>
            <a:off x="1072585" y="3489410"/>
            <a:ext cx="28398" cy="28398"/>
          </a:xfrm>
          <a:prstGeom prst="ellipse">
            <a:avLst/>
          </a:prstGeom>
          <a:solidFill>
            <a:srgbClr val="7F8C97">
              <a:alpha val="48000"/>
            </a:srgbClr>
          </a:solidFill>
          <a:ln w="0">
            <a:noFill/>
            <a:prstDash val="solid"/>
          </a:ln>
        </p:spPr>
      </p:sp>
      <p:sp>
        <p:nvSpPr>
          <p:cNvPr id="278" name="01_find_only_277">
            <a:extLst>
              <a:ext uri="{FF2B5EF4-FFF2-40B4-BE49-F238E27FC236}">
                <a16:creationId xmlns:a16="http://schemas.microsoft.com/office/drawing/2014/main" id="{2098C7CD-7345-41A1-9507-47516C17B6FC}"/>
              </a:ext>
            </a:extLst>
          </p:cNvPr>
          <p:cNvSpPr>
            <a:spLocks noGrp="1"/>
          </p:cNvSpPr>
          <p:nvPr/>
        </p:nvSpPr>
        <p:spPr>
          <a:xfrm>
            <a:off x="1024608" y="2855402"/>
            <a:ext cx="28398" cy="28398"/>
          </a:xfrm>
          <a:prstGeom prst="ellipse">
            <a:avLst/>
          </a:prstGeom>
          <a:solidFill>
            <a:srgbClr val="7F8C97">
              <a:alpha val="48000"/>
            </a:srgbClr>
          </a:solidFill>
          <a:ln w="0">
            <a:noFill/>
            <a:prstDash val="solid"/>
          </a:ln>
        </p:spPr>
      </p:sp>
      <p:sp>
        <p:nvSpPr>
          <p:cNvPr id="279" name="01_find_only_278">
            <a:extLst>
              <a:ext uri="{FF2B5EF4-FFF2-40B4-BE49-F238E27FC236}">
                <a16:creationId xmlns:a16="http://schemas.microsoft.com/office/drawing/2014/main" id="{3098C86F-28F0-4E9E-A67E-0E182BD4277F}"/>
              </a:ext>
            </a:extLst>
          </p:cNvPr>
          <p:cNvSpPr>
            <a:spLocks noGrp="1"/>
          </p:cNvSpPr>
          <p:nvPr/>
        </p:nvSpPr>
        <p:spPr>
          <a:xfrm>
            <a:off x="1033860" y="3131057"/>
            <a:ext cx="28398" cy="28398"/>
          </a:xfrm>
          <a:prstGeom prst="ellipse">
            <a:avLst/>
          </a:prstGeom>
          <a:solidFill>
            <a:srgbClr val="7F8C97">
              <a:alpha val="48000"/>
            </a:srgbClr>
          </a:solidFill>
          <a:ln w="0">
            <a:noFill/>
            <a:prstDash val="solid"/>
          </a:ln>
        </p:spPr>
      </p:sp>
      <p:sp>
        <p:nvSpPr>
          <p:cNvPr id="280" name="01_find_only_279">
            <a:extLst>
              <a:ext uri="{FF2B5EF4-FFF2-40B4-BE49-F238E27FC236}">
                <a16:creationId xmlns:a16="http://schemas.microsoft.com/office/drawing/2014/main" id="{04B84ACF-E51B-47D5-824C-37E0AEF20242}"/>
              </a:ext>
            </a:extLst>
          </p:cNvPr>
          <p:cNvSpPr>
            <a:spLocks noGrp="1"/>
          </p:cNvSpPr>
          <p:nvPr/>
        </p:nvSpPr>
        <p:spPr>
          <a:xfrm>
            <a:off x="1018217" y="2855402"/>
            <a:ext cx="28398" cy="28398"/>
          </a:xfrm>
          <a:prstGeom prst="ellipse">
            <a:avLst/>
          </a:prstGeom>
          <a:solidFill>
            <a:srgbClr val="7F8C97">
              <a:alpha val="48000"/>
            </a:srgbClr>
          </a:solidFill>
          <a:ln w="0">
            <a:noFill/>
            <a:prstDash val="solid"/>
          </a:ln>
        </p:spPr>
      </p:sp>
      <p:sp>
        <p:nvSpPr>
          <p:cNvPr id="281" name="01_find_only_280">
            <a:extLst>
              <a:ext uri="{FF2B5EF4-FFF2-40B4-BE49-F238E27FC236}">
                <a16:creationId xmlns:a16="http://schemas.microsoft.com/office/drawing/2014/main" id="{67560E67-38EA-4B18-B51D-B18BDCE9A195}"/>
              </a:ext>
            </a:extLst>
          </p:cNvPr>
          <p:cNvSpPr>
            <a:spLocks noGrp="1"/>
          </p:cNvSpPr>
          <p:nvPr/>
        </p:nvSpPr>
        <p:spPr>
          <a:xfrm>
            <a:off x="1028328" y="3489410"/>
            <a:ext cx="28398" cy="28398"/>
          </a:xfrm>
          <a:prstGeom prst="ellipse">
            <a:avLst/>
          </a:prstGeom>
          <a:solidFill>
            <a:srgbClr val="7F8C97">
              <a:alpha val="48000"/>
            </a:srgbClr>
          </a:solidFill>
          <a:ln w="0">
            <a:noFill/>
            <a:prstDash val="solid"/>
          </a:ln>
        </p:spPr>
      </p:sp>
      <p:sp>
        <p:nvSpPr>
          <p:cNvPr id="282" name="01_find_only_281">
            <a:extLst>
              <a:ext uri="{FF2B5EF4-FFF2-40B4-BE49-F238E27FC236}">
                <a16:creationId xmlns:a16="http://schemas.microsoft.com/office/drawing/2014/main" id="{CF311F6D-6A39-4661-A59A-326F3B0E09AC}"/>
              </a:ext>
            </a:extLst>
          </p:cNvPr>
          <p:cNvSpPr>
            <a:spLocks noGrp="1"/>
          </p:cNvSpPr>
          <p:nvPr/>
        </p:nvSpPr>
        <p:spPr>
          <a:xfrm>
            <a:off x="1032048" y="3761128"/>
            <a:ext cx="28398" cy="28398"/>
          </a:xfrm>
          <a:prstGeom prst="ellipse">
            <a:avLst/>
          </a:prstGeom>
          <a:solidFill>
            <a:srgbClr val="7F8C97">
              <a:alpha val="48000"/>
            </a:srgbClr>
          </a:solidFill>
          <a:ln w="0">
            <a:noFill/>
            <a:prstDash val="solid"/>
          </a:ln>
        </p:spPr>
      </p:sp>
      <p:sp>
        <p:nvSpPr>
          <p:cNvPr id="283" name="01_find_only_282">
            <a:extLst>
              <a:ext uri="{FF2B5EF4-FFF2-40B4-BE49-F238E27FC236}">
                <a16:creationId xmlns:a16="http://schemas.microsoft.com/office/drawing/2014/main" id="{EF7D747C-0DD9-4828-9CBA-735E0539C7FE}"/>
              </a:ext>
            </a:extLst>
          </p:cNvPr>
          <p:cNvSpPr>
            <a:spLocks noGrp="1"/>
          </p:cNvSpPr>
          <p:nvPr/>
        </p:nvSpPr>
        <p:spPr>
          <a:xfrm>
            <a:off x="1091280" y="3700746"/>
            <a:ext cx="28398" cy="28398"/>
          </a:xfrm>
          <a:prstGeom prst="ellipse">
            <a:avLst/>
          </a:prstGeom>
          <a:solidFill>
            <a:srgbClr val="7F8C97">
              <a:alpha val="48000"/>
            </a:srgbClr>
          </a:solidFill>
          <a:ln w="0">
            <a:noFill/>
            <a:prstDash val="solid"/>
          </a:ln>
        </p:spPr>
      </p:sp>
      <p:sp>
        <p:nvSpPr>
          <p:cNvPr id="284" name="01_find_only_283">
            <a:extLst>
              <a:ext uri="{FF2B5EF4-FFF2-40B4-BE49-F238E27FC236}">
                <a16:creationId xmlns:a16="http://schemas.microsoft.com/office/drawing/2014/main" id="{8090C95E-D218-44A3-8355-ADA2213855FF}"/>
              </a:ext>
            </a:extLst>
          </p:cNvPr>
          <p:cNvSpPr>
            <a:spLocks noGrp="1"/>
          </p:cNvSpPr>
          <p:nvPr/>
        </p:nvSpPr>
        <p:spPr>
          <a:xfrm>
            <a:off x="1050838" y="3066738"/>
            <a:ext cx="28398" cy="28398"/>
          </a:xfrm>
          <a:prstGeom prst="ellipse">
            <a:avLst/>
          </a:prstGeom>
          <a:solidFill>
            <a:srgbClr val="7F8C97">
              <a:alpha val="48000"/>
            </a:srgbClr>
          </a:solidFill>
          <a:ln w="0">
            <a:noFill/>
            <a:prstDash val="solid"/>
          </a:ln>
        </p:spPr>
      </p:sp>
      <p:sp>
        <p:nvSpPr>
          <p:cNvPr id="285" name="01_find_only_284">
            <a:extLst>
              <a:ext uri="{FF2B5EF4-FFF2-40B4-BE49-F238E27FC236}">
                <a16:creationId xmlns:a16="http://schemas.microsoft.com/office/drawing/2014/main" id="{3E937F1A-B11B-40DE-B79E-9177F784B342}"/>
              </a:ext>
            </a:extLst>
          </p:cNvPr>
          <p:cNvSpPr>
            <a:spLocks noGrp="1"/>
          </p:cNvSpPr>
          <p:nvPr/>
        </p:nvSpPr>
        <p:spPr>
          <a:xfrm>
            <a:off x="1019744" y="3172406"/>
            <a:ext cx="28398" cy="28398"/>
          </a:xfrm>
          <a:prstGeom prst="ellipse">
            <a:avLst/>
          </a:prstGeom>
          <a:solidFill>
            <a:srgbClr val="7F8C97">
              <a:alpha val="48000"/>
            </a:srgbClr>
          </a:solidFill>
          <a:ln w="0">
            <a:noFill/>
            <a:prstDash val="solid"/>
          </a:ln>
        </p:spPr>
      </p:sp>
      <p:sp>
        <p:nvSpPr>
          <p:cNvPr id="286" name="01_find_only_285">
            <a:extLst>
              <a:ext uri="{FF2B5EF4-FFF2-40B4-BE49-F238E27FC236}">
                <a16:creationId xmlns:a16="http://schemas.microsoft.com/office/drawing/2014/main" id="{4E1CB197-A6C2-4D8E-BDDF-BBBEA52FE36E}"/>
              </a:ext>
            </a:extLst>
          </p:cNvPr>
          <p:cNvSpPr>
            <a:spLocks noGrp="1"/>
          </p:cNvSpPr>
          <p:nvPr/>
        </p:nvSpPr>
        <p:spPr>
          <a:xfrm>
            <a:off x="1033574" y="3172406"/>
            <a:ext cx="28398" cy="28398"/>
          </a:xfrm>
          <a:prstGeom prst="ellipse">
            <a:avLst/>
          </a:prstGeom>
          <a:solidFill>
            <a:srgbClr val="7F8C97">
              <a:alpha val="48000"/>
            </a:srgbClr>
          </a:solidFill>
          <a:ln w="0">
            <a:noFill/>
            <a:prstDash val="solid"/>
          </a:ln>
        </p:spPr>
      </p:sp>
      <p:sp>
        <p:nvSpPr>
          <p:cNvPr id="287" name="01_find_only_286">
            <a:extLst>
              <a:ext uri="{FF2B5EF4-FFF2-40B4-BE49-F238E27FC236}">
                <a16:creationId xmlns:a16="http://schemas.microsoft.com/office/drawing/2014/main" id="{29325D3C-BD57-47F5-A7B7-766942E27AB6}"/>
              </a:ext>
            </a:extLst>
          </p:cNvPr>
          <p:cNvSpPr>
            <a:spLocks noGrp="1"/>
          </p:cNvSpPr>
          <p:nvPr/>
        </p:nvSpPr>
        <p:spPr>
          <a:xfrm>
            <a:off x="1086320" y="3489410"/>
            <a:ext cx="28398" cy="28398"/>
          </a:xfrm>
          <a:prstGeom prst="ellipse">
            <a:avLst/>
          </a:prstGeom>
          <a:solidFill>
            <a:srgbClr val="7F8C97">
              <a:alpha val="48000"/>
            </a:srgbClr>
          </a:solidFill>
          <a:ln w="0">
            <a:noFill/>
            <a:prstDash val="solid"/>
          </a:ln>
        </p:spPr>
      </p:sp>
      <p:sp>
        <p:nvSpPr>
          <p:cNvPr id="288" name="01_find_only_287">
            <a:extLst>
              <a:ext uri="{FF2B5EF4-FFF2-40B4-BE49-F238E27FC236}">
                <a16:creationId xmlns:a16="http://schemas.microsoft.com/office/drawing/2014/main" id="{BBD2ABDF-86B4-4B4B-B8F4-14A1C445B016}"/>
              </a:ext>
            </a:extLst>
          </p:cNvPr>
          <p:cNvSpPr>
            <a:spLocks noGrp="1"/>
          </p:cNvSpPr>
          <p:nvPr/>
        </p:nvSpPr>
        <p:spPr>
          <a:xfrm>
            <a:off x="1068293" y="3066738"/>
            <a:ext cx="28398" cy="28398"/>
          </a:xfrm>
          <a:prstGeom prst="ellipse">
            <a:avLst/>
          </a:prstGeom>
          <a:solidFill>
            <a:srgbClr val="7F8C97">
              <a:alpha val="48000"/>
            </a:srgbClr>
          </a:solidFill>
          <a:ln w="0">
            <a:noFill/>
            <a:prstDash val="solid"/>
          </a:ln>
        </p:spPr>
      </p:sp>
      <p:sp>
        <p:nvSpPr>
          <p:cNvPr id="289" name="01_find_only_288">
            <a:extLst>
              <a:ext uri="{FF2B5EF4-FFF2-40B4-BE49-F238E27FC236}">
                <a16:creationId xmlns:a16="http://schemas.microsoft.com/office/drawing/2014/main" id="{0C88AE06-432C-4FE0-8ACA-8F88085CD851}"/>
              </a:ext>
            </a:extLst>
          </p:cNvPr>
          <p:cNvSpPr>
            <a:spLocks noGrp="1"/>
          </p:cNvSpPr>
          <p:nvPr/>
        </p:nvSpPr>
        <p:spPr>
          <a:xfrm>
            <a:off x="1085938" y="3559855"/>
            <a:ext cx="28398" cy="28398"/>
          </a:xfrm>
          <a:prstGeom prst="ellipse">
            <a:avLst/>
          </a:prstGeom>
          <a:solidFill>
            <a:srgbClr val="7F8C97">
              <a:alpha val="48000"/>
            </a:srgbClr>
          </a:solidFill>
          <a:ln w="0">
            <a:noFill/>
            <a:prstDash val="solid"/>
          </a:ln>
        </p:spPr>
      </p:sp>
      <p:sp>
        <p:nvSpPr>
          <p:cNvPr id="290" name="01_find_only_289">
            <a:extLst>
              <a:ext uri="{FF2B5EF4-FFF2-40B4-BE49-F238E27FC236}">
                <a16:creationId xmlns:a16="http://schemas.microsoft.com/office/drawing/2014/main" id="{56BCB185-F147-4552-B04C-686569D86B2D}"/>
              </a:ext>
            </a:extLst>
          </p:cNvPr>
          <p:cNvSpPr>
            <a:spLocks noGrp="1"/>
          </p:cNvSpPr>
          <p:nvPr/>
        </p:nvSpPr>
        <p:spPr>
          <a:xfrm>
            <a:off x="1025562" y="3148021"/>
            <a:ext cx="28398" cy="28398"/>
          </a:xfrm>
          <a:prstGeom prst="ellipse">
            <a:avLst/>
          </a:prstGeom>
          <a:solidFill>
            <a:srgbClr val="7F8C97">
              <a:alpha val="48000"/>
            </a:srgbClr>
          </a:solidFill>
          <a:ln w="0">
            <a:noFill/>
            <a:prstDash val="solid"/>
          </a:ln>
        </p:spPr>
      </p:sp>
      <p:sp>
        <p:nvSpPr>
          <p:cNvPr id="291" name="01_find_only_290">
            <a:extLst>
              <a:ext uri="{FF2B5EF4-FFF2-40B4-BE49-F238E27FC236}">
                <a16:creationId xmlns:a16="http://schemas.microsoft.com/office/drawing/2014/main" id="{50AB3662-4BC9-4DCD-B982-25E9D989C5FA}"/>
              </a:ext>
            </a:extLst>
          </p:cNvPr>
          <p:cNvSpPr>
            <a:spLocks noGrp="1"/>
          </p:cNvSpPr>
          <p:nvPr/>
        </p:nvSpPr>
        <p:spPr>
          <a:xfrm>
            <a:off x="1043494" y="3161475"/>
            <a:ext cx="28398" cy="28398"/>
          </a:xfrm>
          <a:prstGeom prst="ellipse">
            <a:avLst/>
          </a:prstGeom>
          <a:solidFill>
            <a:srgbClr val="7F8C97">
              <a:alpha val="48000"/>
            </a:srgbClr>
          </a:solidFill>
          <a:ln w="0">
            <a:noFill/>
            <a:prstDash val="solid"/>
          </a:ln>
        </p:spPr>
      </p:sp>
      <p:sp>
        <p:nvSpPr>
          <p:cNvPr id="292" name="01_find_only_291">
            <a:extLst>
              <a:ext uri="{FF2B5EF4-FFF2-40B4-BE49-F238E27FC236}">
                <a16:creationId xmlns:a16="http://schemas.microsoft.com/office/drawing/2014/main" id="{17F1E9AE-2FB5-4C7C-AEBA-50DD07A1AB42}"/>
              </a:ext>
            </a:extLst>
          </p:cNvPr>
          <p:cNvSpPr>
            <a:spLocks noGrp="1"/>
          </p:cNvSpPr>
          <p:nvPr/>
        </p:nvSpPr>
        <p:spPr>
          <a:xfrm>
            <a:off x="1086606" y="3853185"/>
            <a:ext cx="28398" cy="28398"/>
          </a:xfrm>
          <a:prstGeom prst="ellipse">
            <a:avLst/>
          </a:prstGeom>
          <a:solidFill>
            <a:srgbClr val="7F8C97">
              <a:alpha val="48000"/>
            </a:srgbClr>
          </a:solidFill>
          <a:ln w="0">
            <a:noFill/>
            <a:prstDash val="solid"/>
          </a:ln>
        </p:spPr>
      </p:sp>
      <p:sp>
        <p:nvSpPr>
          <p:cNvPr id="293" name="01_find_only_292">
            <a:extLst>
              <a:ext uri="{FF2B5EF4-FFF2-40B4-BE49-F238E27FC236}">
                <a16:creationId xmlns:a16="http://schemas.microsoft.com/office/drawing/2014/main" id="{FB929825-DAD6-4550-8E3E-4E1E6FFFDC31}"/>
              </a:ext>
            </a:extLst>
          </p:cNvPr>
          <p:cNvSpPr>
            <a:spLocks noGrp="1"/>
          </p:cNvSpPr>
          <p:nvPr/>
        </p:nvSpPr>
        <p:spPr>
          <a:xfrm>
            <a:off x="1086701" y="3489410"/>
            <a:ext cx="28398" cy="28398"/>
          </a:xfrm>
          <a:prstGeom prst="ellipse">
            <a:avLst/>
          </a:prstGeom>
          <a:solidFill>
            <a:srgbClr val="7F8C97">
              <a:alpha val="48000"/>
            </a:srgbClr>
          </a:solidFill>
          <a:ln w="0">
            <a:noFill/>
            <a:prstDash val="solid"/>
          </a:ln>
        </p:spPr>
      </p:sp>
      <p:sp>
        <p:nvSpPr>
          <p:cNvPr id="294" name="01_find_only_293">
            <a:extLst>
              <a:ext uri="{FF2B5EF4-FFF2-40B4-BE49-F238E27FC236}">
                <a16:creationId xmlns:a16="http://schemas.microsoft.com/office/drawing/2014/main" id="{FF37C933-1966-4ABE-A4D3-38FC670F6823}"/>
              </a:ext>
            </a:extLst>
          </p:cNvPr>
          <p:cNvSpPr>
            <a:spLocks noGrp="1"/>
          </p:cNvSpPr>
          <p:nvPr/>
        </p:nvSpPr>
        <p:spPr>
          <a:xfrm>
            <a:off x="1080788" y="2855402"/>
            <a:ext cx="28398" cy="28398"/>
          </a:xfrm>
          <a:prstGeom prst="ellipse">
            <a:avLst/>
          </a:prstGeom>
          <a:solidFill>
            <a:srgbClr val="7F8C97">
              <a:alpha val="48000"/>
            </a:srgbClr>
          </a:solidFill>
          <a:ln w="0">
            <a:noFill/>
            <a:prstDash val="solid"/>
          </a:ln>
        </p:spPr>
      </p:sp>
      <p:sp>
        <p:nvSpPr>
          <p:cNvPr id="295" name="01_find_only_294">
            <a:extLst>
              <a:ext uri="{FF2B5EF4-FFF2-40B4-BE49-F238E27FC236}">
                <a16:creationId xmlns:a16="http://schemas.microsoft.com/office/drawing/2014/main" id="{94B62BAD-F462-48D4-AC78-794FA734C06C}"/>
              </a:ext>
            </a:extLst>
          </p:cNvPr>
          <p:cNvSpPr>
            <a:spLocks noGrp="1"/>
          </p:cNvSpPr>
          <p:nvPr/>
        </p:nvSpPr>
        <p:spPr>
          <a:xfrm>
            <a:off x="1089181" y="3489410"/>
            <a:ext cx="28398" cy="28398"/>
          </a:xfrm>
          <a:prstGeom prst="ellipse">
            <a:avLst/>
          </a:prstGeom>
          <a:solidFill>
            <a:srgbClr val="7F8C97">
              <a:alpha val="48000"/>
            </a:srgbClr>
          </a:solidFill>
          <a:ln w="0">
            <a:noFill/>
            <a:prstDash val="solid"/>
          </a:ln>
        </p:spPr>
      </p:sp>
      <p:sp>
        <p:nvSpPr>
          <p:cNvPr id="296" name="01_find_only_295">
            <a:extLst>
              <a:ext uri="{FF2B5EF4-FFF2-40B4-BE49-F238E27FC236}">
                <a16:creationId xmlns:a16="http://schemas.microsoft.com/office/drawing/2014/main" id="{A08E7D06-6E50-463A-9D10-EA24E56E7773}"/>
              </a:ext>
            </a:extLst>
          </p:cNvPr>
          <p:cNvSpPr>
            <a:spLocks noGrp="1"/>
          </p:cNvSpPr>
          <p:nvPr/>
        </p:nvSpPr>
        <p:spPr>
          <a:xfrm>
            <a:off x="1034337" y="3616211"/>
            <a:ext cx="28398" cy="28398"/>
          </a:xfrm>
          <a:prstGeom prst="ellipse">
            <a:avLst/>
          </a:prstGeom>
          <a:solidFill>
            <a:srgbClr val="7F8C97">
              <a:alpha val="48000"/>
            </a:srgbClr>
          </a:solidFill>
          <a:ln w="0">
            <a:noFill/>
            <a:prstDash val="solid"/>
          </a:ln>
        </p:spPr>
      </p:sp>
      <p:sp>
        <p:nvSpPr>
          <p:cNvPr id="297" name="01_find_only_296">
            <a:extLst>
              <a:ext uri="{FF2B5EF4-FFF2-40B4-BE49-F238E27FC236}">
                <a16:creationId xmlns:a16="http://schemas.microsoft.com/office/drawing/2014/main" id="{6B45A0D9-D47A-4102-AFD5-6A7588FD0CB3}"/>
              </a:ext>
            </a:extLst>
          </p:cNvPr>
          <p:cNvSpPr>
            <a:spLocks noGrp="1"/>
          </p:cNvSpPr>
          <p:nvPr/>
        </p:nvSpPr>
        <p:spPr>
          <a:xfrm>
            <a:off x="1019934" y="3489410"/>
            <a:ext cx="28398" cy="28398"/>
          </a:xfrm>
          <a:prstGeom prst="ellipse">
            <a:avLst/>
          </a:prstGeom>
          <a:solidFill>
            <a:srgbClr val="7F8C97">
              <a:alpha val="48000"/>
            </a:srgbClr>
          </a:solidFill>
          <a:ln w="0">
            <a:noFill/>
            <a:prstDash val="solid"/>
          </a:ln>
        </p:spPr>
      </p:sp>
      <p:sp>
        <p:nvSpPr>
          <p:cNvPr id="298" name="01_find_only_297">
            <a:extLst>
              <a:ext uri="{FF2B5EF4-FFF2-40B4-BE49-F238E27FC236}">
                <a16:creationId xmlns:a16="http://schemas.microsoft.com/office/drawing/2014/main" id="{02776D56-B08D-4921-9F14-F416B37FA282}"/>
              </a:ext>
            </a:extLst>
          </p:cNvPr>
          <p:cNvSpPr>
            <a:spLocks noGrp="1"/>
          </p:cNvSpPr>
          <p:nvPr/>
        </p:nvSpPr>
        <p:spPr>
          <a:xfrm>
            <a:off x="1075446" y="2855402"/>
            <a:ext cx="28398" cy="28398"/>
          </a:xfrm>
          <a:prstGeom prst="ellipse">
            <a:avLst/>
          </a:prstGeom>
          <a:solidFill>
            <a:srgbClr val="7F8C97">
              <a:alpha val="48000"/>
            </a:srgbClr>
          </a:solidFill>
          <a:ln w="0">
            <a:noFill/>
            <a:prstDash val="solid"/>
          </a:ln>
        </p:spPr>
      </p:sp>
      <p:sp>
        <p:nvSpPr>
          <p:cNvPr id="299" name="01_find_only_298">
            <a:extLst>
              <a:ext uri="{FF2B5EF4-FFF2-40B4-BE49-F238E27FC236}">
                <a16:creationId xmlns:a16="http://schemas.microsoft.com/office/drawing/2014/main" id="{B718DBFD-B5F3-4828-9D6F-5C4693E17669}"/>
              </a:ext>
            </a:extLst>
          </p:cNvPr>
          <p:cNvSpPr>
            <a:spLocks noGrp="1"/>
          </p:cNvSpPr>
          <p:nvPr/>
        </p:nvSpPr>
        <p:spPr>
          <a:xfrm>
            <a:off x="1015451" y="2855402"/>
            <a:ext cx="28398" cy="28398"/>
          </a:xfrm>
          <a:prstGeom prst="ellipse">
            <a:avLst/>
          </a:prstGeom>
          <a:solidFill>
            <a:srgbClr val="7F8C97">
              <a:alpha val="48000"/>
            </a:srgbClr>
          </a:solidFill>
          <a:ln w="0">
            <a:noFill/>
            <a:prstDash val="solid"/>
          </a:ln>
        </p:spPr>
      </p:sp>
      <p:sp>
        <p:nvSpPr>
          <p:cNvPr id="300" name="01_find_only_299">
            <a:extLst>
              <a:ext uri="{FF2B5EF4-FFF2-40B4-BE49-F238E27FC236}">
                <a16:creationId xmlns:a16="http://schemas.microsoft.com/office/drawing/2014/main" id="{E4841614-CBA8-4C89-8DA1-18E5DF7DD534}"/>
              </a:ext>
            </a:extLst>
          </p:cNvPr>
          <p:cNvSpPr>
            <a:spLocks noGrp="1"/>
          </p:cNvSpPr>
          <p:nvPr/>
        </p:nvSpPr>
        <p:spPr>
          <a:xfrm>
            <a:off x="1021460" y="4123418"/>
            <a:ext cx="28398" cy="28398"/>
          </a:xfrm>
          <a:prstGeom prst="ellipse">
            <a:avLst/>
          </a:prstGeom>
          <a:solidFill>
            <a:srgbClr val="7F8C97">
              <a:alpha val="48000"/>
            </a:srgbClr>
          </a:solidFill>
          <a:ln w="0">
            <a:noFill/>
            <a:prstDash val="solid"/>
          </a:ln>
        </p:spPr>
      </p:sp>
      <p:sp>
        <p:nvSpPr>
          <p:cNvPr id="301" name="01_find_only_300">
            <a:extLst>
              <a:ext uri="{FF2B5EF4-FFF2-40B4-BE49-F238E27FC236}">
                <a16:creationId xmlns:a16="http://schemas.microsoft.com/office/drawing/2014/main" id="{E52A4711-7E00-4400-9736-EAC9553B34BF}"/>
              </a:ext>
            </a:extLst>
          </p:cNvPr>
          <p:cNvSpPr>
            <a:spLocks noGrp="1"/>
          </p:cNvSpPr>
          <p:nvPr/>
        </p:nvSpPr>
        <p:spPr>
          <a:xfrm>
            <a:off x="1077831" y="3330908"/>
            <a:ext cx="28398" cy="28398"/>
          </a:xfrm>
          <a:prstGeom prst="ellipse">
            <a:avLst/>
          </a:prstGeom>
          <a:solidFill>
            <a:srgbClr val="7F8C97">
              <a:alpha val="48000"/>
            </a:srgbClr>
          </a:solidFill>
          <a:ln w="0">
            <a:noFill/>
            <a:prstDash val="solid"/>
          </a:ln>
        </p:spPr>
      </p:sp>
      <p:sp>
        <p:nvSpPr>
          <p:cNvPr id="302" name="01_find_only_301">
            <a:extLst>
              <a:ext uri="{FF2B5EF4-FFF2-40B4-BE49-F238E27FC236}">
                <a16:creationId xmlns:a16="http://schemas.microsoft.com/office/drawing/2014/main" id="{E3CE7857-A316-47ED-B543-D0E1EC0120CB}"/>
              </a:ext>
            </a:extLst>
          </p:cNvPr>
          <p:cNvSpPr>
            <a:spLocks noGrp="1"/>
          </p:cNvSpPr>
          <p:nvPr/>
        </p:nvSpPr>
        <p:spPr>
          <a:xfrm>
            <a:off x="1016310" y="2855402"/>
            <a:ext cx="28398" cy="28398"/>
          </a:xfrm>
          <a:prstGeom prst="ellipse">
            <a:avLst/>
          </a:prstGeom>
          <a:solidFill>
            <a:srgbClr val="7F8C97">
              <a:alpha val="48000"/>
            </a:srgbClr>
          </a:solidFill>
          <a:ln w="0">
            <a:noFill/>
            <a:prstDash val="solid"/>
          </a:ln>
        </p:spPr>
      </p:sp>
      <p:sp>
        <p:nvSpPr>
          <p:cNvPr id="303" name="01_find_only_302">
            <a:extLst>
              <a:ext uri="{FF2B5EF4-FFF2-40B4-BE49-F238E27FC236}">
                <a16:creationId xmlns:a16="http://schemas.microsoft.com/office/drawing/2014/main" id="{3BFBFB8F-304A-4847-8527-4FC6B7BB20EC}"/>
              </a:ext>
            </a:extLst>
          </p:cNvPr>
          <p:cNvSpPr>
            <a:spLocks noGrp="1"/>
          </p:cNvSpPr>
          <p:nvPr/>
        </p:nvSpPr>
        <p:spPr>
          <a:xfrm>
            <a:off x="1096144" y="3489410"/>
            <a:ext cx="28398" cy="28398"/>
          </a:xfrm>
          <a:prstGeom prst="ellipse">
            <a:avLst/>
          </a:prstGeom>
          <a:solidFill>
            <a:srgbClr val="7F8C97">
              <a:alpha val="48000"/>
            </a:srgbClr>
          </a:solidFill>
          <a:ln w="0">
            <a:noFill/>
            <a:prstDash val="solid"/>
          </a:ln>
        </p:spPr>
      </p:sp>
      <p:sp>
        <p:nvSpPr>
          <p:cNvPr id="304" name="01_find_only_303">
            <a:extLst>
              <a:ext uri="{FF2B5EF4-FFF2-40B4-BE49-F238E27FC236}">
                <a16:creationId xmlns:a16="http://schemas.microsoft.com/office/drawing/2014/main" id="{D27A70A2-86B9-4737-AC1A-45B4BA66F82E}"/>
              </a:ext>
            </a:extLst>
          </p:cNvPr>
          <p:cNvSpPr>
            <a:spLocks noGrp="1"/>
          </p:cNvSpPr>
          <p:nvPr/>
        </p:nvSpPr>
        <p:spPr>
          <a:xfrm>
            <a:off x="1081551" y="3700746"/>
            <a:ext cx="28398" cy="28398"/>
          </a:xfrm>
          <a:prstGeom prst="ellipse">
            <a:avLst/>
          </a:prstGeom>
          <a:solidFill>
            <a:srgbClr val="7F8C97">
              <a:alpha val="48000"/>
            </a:srgbClr>
          </a:solidFill>
          <a:ln w="0">
            <a:noFill/>
            <a:prstDash val="solid"/>
          </a:ln>
        </p:spPr>
      </p:sp>
      <p:sp>
        <p:nvSpPr>
          <p:cNvPr id="305" name="01_find_only_304">
            <a:extLst>
              <a:ext uri="{FF2B5EF4-FFF2-40B4-BE49-F238E27FC236}">
                <a16:creationId xmlns:a16="http://schemas.microsoft.com/office/drawing/2014/main" id="{73704B42-1A9C-4D16-A063-D2C3F782CB34}"/>
              </a:ext>
            </a:extLst>
          </p:cNvPr>
          <p:cNvSpPr>
            <a:spLocks noGrp="1"/>
          </p:cNvSpPr>
          <p:nvPr/>
        </p:nvSpPr>
        <p:spPr>
          <a:xfrm>
            <a:off x="1047023" y="2855402"/>
            <a:ext cx="28398" cy="28398"/>
          </a:xfrm>
          <a:prstGeom prst="ellipse">
            <a:avLst/>
          </a:prstGeom>
          <a:solidFill>
            <a:srgbClr val="7F8C97">
              <a:alpha val="48000"/>
            </a:srgbClr>
          </a:solidFill>
          <a:ln w="0">
            <a:noFill/>
            <a:prstDash val="solid"/>
          </a:ln>
        </p:spPr>
      </p:sp>
      <p:sp>
        <p:nvSpPr>
          <p:cNvPr id="306" name="01_find_only_305">
            <a:extLst>
              <a:ext uri="{FF2B5EF4-FFF2-40B4-BE49-F238E27FC236}">
                <a16:creationId xmlns:a16="http://schemas.microsoft.com/office/drawing/2014/main" id="{4A2794F4-ECC0-43F2-99CE-24C5903DE5C3}"/>
              </a:ext>
            </a:extLst>
          </p:cNvPr>
          <p:cNvSpPr>
            <a:spLocks noGrp="1"/>
          </p:cNvSpPr>
          <p:nvPr/>
        </p:nvSpPr>
        <p:spPr>
          <a:xfrm>
            <a:off x="1030903" y="2855402"/>
            <a:ext cx="28398" cy="28398"/>
          </a:xfrm>
          <a:prstGeom prst="ellipse">
            <a:avLst/>
          </a:prstGeom>
          <a:solidFill>
            <a:srgbClr val="7F8C97">
              <a:alpha val="48000"/>
            </a:srgbClr>
          </a:solidFill>
          <a:ln w="0">
            <a:noFill/>
            <a:prstDash val="solid"/>
          </a:ln>
        </p:spPr>
      </p:sp>
      <p:sp>
        <p:nvSpPr>
          <p:cNvPr id="307" name="01_find_only_306">
            <a:extLst>
              <a:ext uri="{FF2B5EF4-FFF2-40B4-BE49-F238E27FC236}">
                <a16:creationId xmlns:a16="http://schemas.microsoft.com/office/drawing/2014/main" id="{981D4B63-BA64-4539-BBF6-FA4BB8984BCD}"/>
              </a:ext>
            </a:extLst>
          </p:cNvPr>
          <p:cNvSpPr>
            <a:spLocks noGrp="1"/>
          </p:cNvSpPr>
          <p:nvPr/>
        </p:nvSpPr>
        <p:spPr>
          <a:xfrm>
            <a:off x="1094713" y="3141728"/>
            <a:ext cx="28398" cy="28398"/>
          </a:xfrm>
          <a:prstGeom prst="ellipse">
            <a:avLst/>
          </a:prstGeom>
          <a:solidFill>
            <a:srgbClr val="7F8C97">
              <a:alpha val="48000"/>
            </a:srgbClr>
          </a:solidFill>
          <a:ln w="0">
            <a:noFill/>
            <a:prstDash val="solid"/>
          </a:ln>
        </p:spPr>
      </p:sp>
      <p:sp>
        <p:nvSpPr>
          <p:cNvPr id="308" name="01_find_only_307">
            <a:extLst>
              <a:ext uri="{FF2B5EF4-FFF2-40B4-BE49-F238E27FC236}">
                <a16:creationId xmlns:a16="http://schemas.microsoft.com/office/drawing/2014/main" id="{CD7A8287-21C9-4213-B38F-14863970FF0A}"/>
              </a:ext>
            </a:extLst>
          </p:cNvPr>
          <p:cNvSpPr>
            <a:spLocks noGrp="1"/>
          </p:cNvSpPr>
          <p:nvPr/>
        </p:nvSpPr>
        <p:spPr>
          <a:xfrm>
            <a:off x="1098815" y="3217692"/>
            <a:ext cx="28398" cy="28398"/>
          </a:xfrm>
          <a:prstGeom prst="ellipse">
            <a:avLst/>
          </a:prstGeom>
          <a:solidFill>
            <a:srgbClr val="7F8C97">
              <a:alpha val="48000"/>
            </a:srgbClr>
          </a:solidFill>
          <a:ln w="0">
            <a:noFill/>
            <a:prstDash val="solid"/>
          </a:ln>
        </p:spPr>
      </p:sp>
      <p:sp>
        <p:nvSpPr>
          <p:cNvPr id="309" name="01_find_only_308">
            <a:extLst>
              <a:ext uri="{FF2B5EF4-FFF2-40B4-BE49-F238E27FC236}">
                <a16:creationId xmlns:a16="http://schemas.microsoft.com/office/drawing/2014/main" id="{966748EF-A223-4C16-A226-831D830F7E51}"/>
              </a:ext>
            </a:extLst>
          </p:cNvPr>
          <p:cNvSpPr>
            <a:spLocks noGrp="1"/>
          </p:cNvSpPr>
          <p:nvPr/>
        </p:nvSpPr>
        <p:spPr>
          <a:xfrm>
            <a:off x="1064191" y="4123418"/>
            <a:ext cx="28398" cy="28398"/>
          </a:xfrm>
          <a:prstGeom prst="ellipse">
            <a:avLst/>
          </a:prstGeom>
          <a:solidFill>
            <a:srgbClr val="7F8C97">
              <a:alpha val="48000"/>
            </a:srgbClr>
          </a:solidFill>
          <a:ln w="0">
            <a:noFill/>
            <a:prstDash val="solid"/>
          </a:ln>
        </p:spPr>
      </p:sp>
      <p:sp>
        <p:nvSpPr>
          <p:cNvPr id="310" name="01_find_only_309">
            <a:extLst>
              <a:ext uri="{FF2B5EF4-FFF2-40B4-BE49-F238E27FC236}">
                <a16:creationId xmlns:a16="http://schemas.microsoft.com/office/drawing/2014/main" id="{55354DE5-B8A6-4D8A-8F3A-7040E3810E8E}"/>
              </a:ext>
            </a:extLst>
          </p:cNvPr>
          <p:cNvSpPr>
            <a:spLocks noGrp="1"/>
          </p:cNvSpPr>
          <p:nvPr/>
        </p:nvSpPr>
        <p:spPr>
          <a:xfrm>
            <a:off x="1085938" y="3489410"/>
            <a:ext cx="28398" cy="28398"/>
          </a:xfrm>
          <a:prstGeom prst="ellipse">
            <a:avLst/>
          </a:prstGeom>
          <a:solidFill>
            <a:srgbClr val="7F8C97">
              <a:alpha val="48000"/>
            </a:srgbClr>
          </a:solidFill>
          <a:ln w="0">
            <a:noFill/>
            <a:prstDash val="solid"/>
          </a:ln>
        </p:spPr>
      </p:sp>
      <p:sp>
        <p:nvSpPr>
          <p:cNvPr id="311" name="01_find_only_310">
            <a:extLst>
              <a:ext uri="{FF2B5EF4-FFF2-40B4-BE49-F238E27FC236}">
                <a16:creationId xmlns:a16="http://schemas.microsoft.com/office/drawing/2014/main" id="{7808E1B3-8DE6-4BAC-97A6-DF017980B8C9}"/>
              </a:ext>
            </a:extLst>
          </p:cNvPr>
          <p:cNvSpPr>
            <a:spLocks noGrp="1"/>
          </p:cNvSpPr>
          <p:nvPr/>
        </p:nvSpPr>
        <p:spPr>
          <a:xfrm>
            <a:off x="1019076" y="2855402"/>
            <a:ext cx="28398" cy="28398"/>
          </a:xfrm>
          <a:prstGeom prst="ellipse">
            <a:avLst/>
          </a:prstGeom>
          <a:solidFill>
            <a:srgbClr val="7F8C97">
              <a:alpha val="48000"/>
            </a:srgbClr>
          </a:solidFill>
          <a:ln w="0">
            <a:noFill/>
            <a:prstDash val="solid"/>
          </a:ln>
        </p:spPr>
      </p:sp>
      <p:sp>
        <p:nvSpPr>
          <p:cNvPr id="312" name="01_find_only_311">
            <a:extLst>
              <a:ext uri="{FF2B5EF4-FFF2-40B4-BE49-F238E27FC236}">
                <a16:creationId xmlns:a16="http://schemas.microsoft.com/office/drawing/2014/main" id="{264599A0-6B89-4535-A882-F83809FECE3B}"/>
              </a:ext>
            </a:extLst>
          </p:cNvPr>
          <p:cNvSpPr>
            <a:spLocks noGrp="1"/>
          </p:cNvSpPr>
          <p:nvPr/>
        </p:nvSpPr>
        <p:spPr>
          <a:xfrm>
            <a:off x="1045973" y="2855402"/>
            <a:ext cx="28398" cy="28398"/>
          </a:xfrm>
          <a:prstGeom prst="ellipse">
            <a:avLst/>
          </a:prstGeom>
          <a:solidFill>
            <a:srgbClr val="7F8C97">
              <a:alpha val="48000"/>
            </a:srgbClr>
          </a:solidFill>
          <a:ln w="0">
            <a:noFill/>
            <a:prstDash val="solid"/>
          </a:ln>
        </p:spPr>
      </p:sp>
      <p:sp>
        <p:nvSpPr>
          <p:cNvPr id="313" name="01_find_only_312">
            <a:extLst>
              <a:ext uri="{FF2B5EF4-FFF2-40B4-BE49-F238E27FC236}">
                <a16:creationId xmlns:a16="http://schemas.microsoft.com/office/drawing/2014/main" id="{56A52CE2-B886-45BD-89EC-C417F0A3DEC7}"/>
              </a:ext>
            </a:extLst>
          </p:cNvPr>
          <p:cNvSpPr>
            <a:spLocks noGrp="1"/>
          </p:cNvSpPr>
          <p:nvPr/>
        </p:nvSpPr>
        <p:spPr>
          <a:xfrm>
            <a:off x="1080025" y="3398837"/>
            <a:ext cx="28398" cy="28398"/>
          </a:xfrm>
          <a:prstGeom prst="ellipse">
            <a:avLst/>
          </a:prstGeom>
          <a:solidFill>
            <a:srgbClr val="7F8C97">
              <a:alpha val="48000"/>
            </a:srgbClr>
          </a:solidFill>
          <a:ln w="0">
            <a:noFill/>
            <a:prstDash val="solid"/>
          </a:ln>
        </p:spPr>
      </p:sp>
      <p:sp>
        <p:nvSpPr>
          <p:cNvPr id="314" name="01_find_only_313">
            <a:extLst>
              <a:ext uri="{FF2B5EF4-FFF2-40B4-BE49-F238E27FC236}">
                <a16:creationId xmlns:a16="http://schemas.microsoft.com/office/drawing/2014/main" id="{A2CDA613-21B6-415F-B734-4655293A69F9}"/>
              </a:ext>
            </a:extLst>
          </p:cNvPr>
          <p:cNvSpPr>
            <a:spLocks noGrp="1"/>
          </p:cNvSpPr>
          <p:nvPr/>
        </p:nvSpPr>
        <p:spPr>
          <a:xfrm>
            <a:off x="1013258" y="2855402"/>
            <a:ext cx="28398" cy="28398"/>
          </a:xfrm>
          <a:prstGeom prst="ellipse">
            <a:avLst/>
          </a:prstGeom>
          <a:solidFill>
            <a:srgbClr val="7F8C97">
              <a:alpha val="48000"/>
            </a:srgbClr>
          </a:solidFill>
          <a:ln w="0">
            <a:noFill/>
            <a:prstDash val="solid"/>
          </a:ln>
        </p:spPr>
      </p:sp>
      <p:sp>
        <p:nvSpPr>
          <p:cNvPr id="315" name="01_find_only_314">
            <a:extLst>
              <a:ext uri="{FF2B5EF4-FFF2-40B4-BE49-F238E27FC236}">
                <a16:creationId xmlns:a16="http://schemas.microsoft.com/office/drawing/2014/main" id="{E01D2A73-ED8F-407B-AF51-558137E3D5B5}"/>
              </a:ext>
            </a:extLst>
          </p:cNvPr>
          <p:cNvSpPr>
            <a:spLocks noGrp="1"/>
          </p:cNvSpPr>
          <p:nvPr/>
        </p:nvSpPr>
        <p:spPr>
          <a:xfrm>
            <a:off x="1009824" y="2855402"/>
            <a:ext cx="28398" cy="28398"/>
          </a:xfrm>
          <a:prstGeom prst="ellipse">
            <a:avLst/>
          </a:prstGeom>
          <a:solidFill>
            <a:srgbClr val="7F8C97">
              <a:alpha val="48000"/>
            </a:srgbClr>
          </a:solidFill>
          <a:ln w="0">
            <a:noFill/>
            <a:prstDash val="solid"/>
          </a:ln>
        </p:spPr>
      </p:sp>
      <p:sp>
        <p:nvSpPr>
          <p:cNvPr id="316" name="01_find_only_315">
            <a:extLst>
              <a:ext uri="{FF2B5EF4-FFF2-40B4-BE49-F238E27FC236}">
                <a16:creationId xmlns:a16="http://schemas.microsoft.com/office/drawing/2014/main" id="{8A5D4C9A-CE89-4F24-97F5-A9527584C9B3}"/>
              </a:ext>
            </a:extLst>
          </p:cNvPr>
          <p:cNvSpPr>
            <a:spLocks noGrp="1"/>
          </p:cNvSpPr>
          <p:nvPr/>
        </p:nvSpPr>
        <p:spPr>
          <a:xfrm>
            <a:off x="1066194" y="2855402"/>
            <a:ext cx="28398" cy="28398"/>
          </a:xfrm>
          <a:prstGeom prst="ellipse">
            <a:avLst/>
          </a:prstGeom>
          <a:solidFill>
            <a:srgbClr val="7F8C97">
              <a:alpha val="48000"/>
            </a:srgbClr>
          </a:solidFill>
          <a:ln w="0">
            <a:noFill/>
            <a:prstDash val="solid"/>
          </a:ln>
        </p:spPr>
      </p:sp>
      <p:sp>
        <p:nvSpPr>
          <p:cNvPr id="317" name="01_find_only_316">
            <a:extLst>
              <a:ext uri="{FF2B5EF4-FFF2-40B4-BE49-F238E27FC236}">
                <a16:creationId xmlns:a16="http://schemas.microsoft.com/office/drawing/2014/main" id="{0520C904-829F-4CDA-8A63-187BBDA55762}"/>
              </a:ext>
            </a:extLst>
          </p:cNvPr>
          <p:cNvSpPr>
            <a:spLocks noGrp="1"/>
          </p:cNvSpPr>
          <p:nvPr/>
        </p:nvSpPr>
        <p:spPr>
          <a:xfrm>
            <a:off x="1094141" y="3151272"/>
            <a:ext cx="28398" cy="28398"/>
          </a:xfrm>
          <a:prstGeom prst="ellipse">
            <a:avLst/>
          </a:prstGeom>
          <a:solidFill>
            <a:srgbClr val="7F8C97">
              <a:alpha val="48000"/>
            </a:srgbClr>
          </a:solidFill>
          <a:ln w="0">
            <a:noFill/>
            <a:prstDash val="solid"/>
          </a:ln>
        </p:spPr>
      </p:sp>
      <p:sp>
        <p:nvSpPr>
          <p:cNvPr id="318" name="01_find_only_317">
            <a:extLst>
              <a:ext uri="{FF2B5EF4-FFF2-40B4-BE49-F238E27FC236}">
                <a16:creationId xmlns:a16="http://schemas.microsoft.com/office/drawing/2014/main" id="{3E0B3570-0E0C-402E-9187-527039E5F05C}"/>
              </a:ext>
            </a:extLst>
          </p:cNvPr>
          <p:cNvSpPr>
            <a:spLocks noGrp="1"/>
          </p:cNvSpPr>
          <p:nvPr/>
        </p:nvSpPr>
        <p:spPr>
          <a:xfrm>
            <a:off x="1005627" y="3489410"/>
            <a:ext cx="28398" cy="28398"/>
          </a:xfrm>
          <a:prstGeom prst="ellipse">
            <a:avLst/>
          </a:prstGeom>
          <a:solidFill>
            <a:srgbClr val="7F8C97">
              <a:alpha val="48000"/>
            </a:srgbClr>
          </a:solidFill>
          <a:ln w="0">
            <a:noFill/>
            <a:prstDash val="solid"/>
          </a:ln>
        </p:spPr>
      </p:sp>
      <p:sp>
        <p:nvSpPr>
          <p:cNvPr id="319" name="01_find_only_318">
            <a:extLst>
              <a:ext uri="{FF2B5EF4-FFF2-40B4-BE49-F238E27FC236}">
                <a16:creationId xmlns:a16="http://schemas.microsoft.com/office/drawing/2014/main" id="{87553954-AEA3-41DE-873C-8D221BBB95DA}"/>
              </a:ext>
            </a:extLst>
          </p:cNvPr>
          <p:cNvSpPr>
            <a:spLocks noGrp="1"/>
          </p:cNvSpPr>
          <p:nvPr/>
        </p:nvSpPr>
        <p:spPr>
          <a:xfrm>
            <a:off x="1042921" y="3489410"/>
            <a:ext cx="28398" cy="28398"/>
          </a:xfrm>
          <a:prstGeom prst="ellipse">
            <a:avLst/>
          </a:prstGeom>
          <a:solidFill>
            <a:srgbClr val="7F8C97">
              <a:alpha val="48000"/>
            </a:srgbClr>
          </a:solidFill>
          <a:ln w="0">
            <a:noFill/>
            <a:prstDash val="solid"/>
          </a:ln>
        </p:spPr>
      </p:sp>
      <p:sp>
        <p:nvSpPr>
          <p:cNvPr id="320" name="01_find_only_319">
            <a:extLst>
              <a:ext uri="{FF2B5EF4-FFF2-40B4-BE49-F238E27FC236}">
                <a16:creationId xmlns:a16="http://schemas.microsoft.com/office/drawing/2014/main" id="{1587DD76-3397-490D-8F20-012C96B53643}"/>
              </a:ext>
            </a:extLst>
          </p:cNvPr>
          <p:cNvSpPr>
            <a:spLocks noGrp="1"/>
          </p:cNvSpPr>
          <p:nvPr/>
        </p:nvSpPr>
        <p:spPr>
          <a:xfrm>
            <a:off x="1073539" y="2855402"/>
            <a:ext cx="28398" cy="28398"/>
          </a:xfrm>
          <a:prstGeom prst="ellipse">
            <a:avLst/>
          </a:prstGeom>
          <a:solidFill>
            <a:srgbClr val="7F8C97">
              <a:alpha val="48000"/>
            </a:srgbClr>
          </a:solidFill>
          <a:ln w="0">
            <a:noFill/>
            <a:prstDash val="solid"/>
          </a:ln>
        </p:spPr>
      </p:sp>
      <p:sp>
        <p:nvSpPr>
          <p:cNvPr id="321" name="01_find_only_320">
            <a:extLst>
              <a:ext uri="{FF2B5EF4-FFF2-40B4-BE49-F238E27FC236}">
                <a16:creationId xmlns:a16="http://schemas.microsoft.com/office/drawing/2014/main" id="{3669CDCF-430F-463E-9531-9D61541EE948}"/>
              </a:ext>
            </a:extLst>
          </p:cNvPr>
          <p:cNvSpPr>
            <a:spLocks noGrp="1"/>
          </p:cNvSpPr>
          <p:nvPr/>
        </p:nvSpPr>
        <p:spPr>
          <a:xfrm>
            <a:off x="1044924" y="4123418"/>
            <a:ext cx="28398" cy="28398"/>
          </a:xfrm>
          <a:prstGeom prst="ellipse">
            <a:avLst/>
          </a:prstGeom>
          <a:solidFill>
            <a:srgbClr val="7F8C97">
              <a:alpha val="48000"/>
            </a:srgbClr>
          </a:solidFill>
          <a:ln w="0">
            <a:noFill/>
            <a:prstDash val="solid"/>
          </a:ln>
        </p:spPr>
      </p:sp>
      <p:sp>
        <p:nvSpPr>
          <p:cNvPr id="322" name="01_find_only_321">
            <a:extLst>
              <a:ext uri="{FF2B5EF4-FFF2-40B4-BE49-F238E27FC236}">
                <a16:creationId xmlns:a16="http://schemas.microsoft.com/office/drawing/2014/main" id="{57754C32-8B78-429B-90DA-CD8B70A07A6E}"/>
              </a:ext>
            </a:extLst>
          </p:cNvPr>
          <p:cNvSpPr>
            <a:spLocks noGrp="1"/>
          </p:cNvSpPr>
          <p:nvPr/>
        </p:nvSpPr>
        <p:spPr>
          <a:xfrm>
            <a:off x="1028805" y="3785280"/>
            <a:ext cx="28398" cy="28398"/>
          </a:xfrm>
          <a:prstGeom prst="ellipse">
            <a:avLst/>
          </a:prstGeom>
          <a:solidFill>
            <a:srgbClr val="7F8C97">
              <a:alpha val="48000"/>
            </a:srgbClr>
          </a:solidFill>
          <a:ln w="0">
            <a:noFill/>
            <a:prstDash val="solid"/>
          </a:ln>
        </p:spPr>
      </p:sp>
      <p:sp>
        <p:nvSpPr>
          <p:cNvPr id="323" name="01_find_only_322">
            <a:extLst>
              <a:ext uri="{FF2B5EF4-FFF2-40B4-BE49-F238E27FC236}">
                <a16:creationId xmlns:a16="http://schemas.microsoft.com/office/drawing/2014/main" id="{B5BDF530-A0C1-40CC-8E2A-40AD3572941B}"/>
              </a:ext>
            </a:extLst>
          </p:cNvPr>
          <p:cNvSpPr>
            <a:spLocks noGrp="1"/>
          </p:cNvSpPr>
          <p:nvPr/>
        </p:nvSpPr>
        <p:spPr>
          <a:xfrm>
            <a:off x="1065813" y="4123418"/>
            <a:ext cx="28398" cy="28398"/>
          </a:xfrm>
          <a:prstGeom prst="ellipse">
            <a:avLst/>
          </a:prstGeom>
          <a:solidFill>
            <a:srgbClr val="7F8C97">
              <a:alpha val="48000"/>
            </a:srgbClr>
          </a:solidFill>
          <a:ln w="0">
            <a:noFill/>
            <a:prstDash val="solid"/>
          </a:ln>
        </p:spPr>
      </p:sp>
      <p:sp>
        <p:nvSpPr>
          <p:cNvPr id="324" name="01_find_only_323">
            <a:extLst>
              <a:ext uri="{FF2B5EF4-FFF2-40B4-BE49-F238E27FC236}">
                <a16:creationId xmlns:a16="http://schemas.microsoft.com/office/drawing/2014/main" id="{5D07692F-AEF6-45E1-987B-48687665D6E2}"/>
              </a:ext>
            </a:extLst>
          </p:cNvPr>
          <p:cNvSpPr>
            <a:spLocks noGrp="1"/>
          </p:cNvSpPr>
          <p:nvPr/>
        </p:nvSpPr>
        <p:spPr>
          <a:xfrm>
            <a:off x="1062761" y="3489410"/>
            <a:ext cx="28398" cy="28398"/>
          </a:xfrm>
          <a:prstGeom prst="ellipse">
            <a:avLst/>
          </a:prstGeom>
          <a:solidFill>
            <a:srgbClr val="7F8C97">
              <a:alpha val="48000"/>
            </a:srgbClr>
          </a:solidFill>
          <a:ln w="0">
            <a:noFill/>
            <a:prstDash val="solid"/>
          </a:ln>
        </p:spPr>
      </p:sp>
      <p:sp>
        <p:nvSpPr>
          <p:cNvPr id="325" name="01_find_only_324">
            <a:extLst>
              <a:ext uri="{FF2B5EF4-FFF2-40B4-BE49-F238E27FC236}">
                <a16:creationId xmlns:a16="http://schemas.microsoft.com/office/drawing/2014/main" id="{0D5295CB-FE5F-4D7A-86B4-DE68C53D2EE5}"/>
              </a:ext>
            </a:extLst>
          </p:cNvPr>
          <p:cNvSpPr>
            <a:spLocks noGrp="1"/>
          </p:cNvSpPr>
          <p:nvPr/>
        </p:nvSpPr>
        <p:spPr>
          <a:xfrm>
            <a:off x="1051219" y="2855402"/>
            <a:ext cx="28398" cy="28398"/>
          </a:xfrm>
          <a:prstGeom prst="ellipse">
            <a:avLst/>
          </a:prstGeom>
          <a:solidFill>
            <a:srgbClr val="7F8C97">
              <a:alpha val="48000"/>
            </a:srgbClr>
          </a:solidFill>
          <a:ln w="0">
            <a:noFill/>
            <a:prstDash val="solid"/>
          </a:ln>
        </p:spPr>
      </p:sp>
      <p:sp>
        <p:nvSpPr>
          <p:cNvPr id="326" name="01_find_only_325">
            <a:extLst>
              <a:ext uri="{FF2B5EF4-FFF2-40B4-BE49-F238E27FC236}">
                <a16:creationId xmlns:a16="http://schemas.microsoft.com/office/drawing/2014/main" id="{7DA13CD3-D2A7-4E95-AE46-9B1D68C393F3}"/>
              </a:ext>
            </a:extLst>
          </p:cNvPr>
          <p:cNvSpPr>
            <a:spLocks noGrp="1"/>
          </p:cNvSpPr>
          <p:nvPr/>
        </p:nvSpPr>
        <p:spPr>
          <a:xfrm>
            <a:off x="1060471" y="2855402"/>
            <a:ext cx="28398" cy="28398"/>
          </a:xfrm>
          <a:prstGeom prst="ellipse">
            <a:avLst/>
          </a:prstGeom>
          <a:solidFill>
            <a:srgbClr val="7F8C97">
              <a:alpha val="48000"/>
            </a:srgbClr>
          </a:solidFill>
          <a:ln w="0">
            <a:noFill/>
            <a:prstDash val="solid"/>
          </a:ln>
        </p:spPr>
      </p:sp>
      <p:sp>
        <p:nvSpPr>
          <p:cNvPr id="327" name="01_find_only_326">
            <a:extLst>
              <a:ext uri="{FF2B5EF4-FFF2-40B4-BE49-F238E27FC236}">
                <a16:creationId xmlns:a16="http://schemas.microsoft.com/office/drawing/2014/main" id="{F40385A0-465D-4E00-83F6-675319C63C40}"/>
              </a:ext>
            </a:extLst>
          </p:cNvPr>
          <p:cNvSpPr>
            <a:spLocks noGrp="1"/>
          </p:cNvSpPr>
          <p:nvPr/>
        </p:nvSpPr>
        <p:spPr>
          <a:xfrm>
            <a:off x="1033097" y="4123418"/>
            <a:ext cx="28398" cy="28398"/>
          </a:xfrm>
          <a:prstGeom prst="ellipse">
            <a:avLst/>
          </a:prstGeom>
          <a:solidFill>
            <a:srgbClr val="7F8C97">
              <a:alpha val="48000"/>
            </a:srgbClr>
          </a:solidFill>
          <a:ln w="0">
            <a:noFill/>
            <a:prstDash val="solid"/>
          </a:ln>
        </p:spPr>
      </p:sp>
      <p:sp>
        <p:nvSpPr>
          <p:cNvPr id="328" name="01_find_only_327">
            <a:extLst>
              <a:ext uri="{FF2B5EF4-FFF2-40B4-BE49-F238E27FC236}">
                <a16:creationId xmlns:a16="http://schemas.microsoft.com/office/drawing/2014/main" id="{17C9A44C-C6BE-4F6B-BCCA-1032C16B17FD}"/>
              </a:ext>
            </a:extLst>
          </p:cNvPr>
          <p:cNvSpPr>
            <a:spLocks noGrp="1"/>
          </p:cNvSpPr>
          <p:nvPr/>
        </p:nvSpPr>
        <p:spPr>
          <a:xfrm>
            <a:off x="1054462" y="3489410"/>
            <a:ext cx="28398" cy="28398"/>
          </a:xfrm>
          <a:prstGeom prst="ellipse">
            <a:avLst/>
          </a:prstGeom>
          <a:solidFill>
            <a:srgbClr val="7F8C97">
              <a:alpha val="48000"/>
            </a:srgbClr>
          </a:solidFill>
          <a:ln w="0">
            <a:noFill/>
            <a:prstDash val="solid"/>
          </a:ln>
        </p:spPr>
      </p:sp>
      <p:sp>
        <p:nvSpPr>
          <p:cNvPr id="329" name="01_find_only_328">
            <a:extLst>
              <a:ext uri="{FF2B5EF4-FFF2-40B4-BE49-F238E27FC236}">
                <a16:creationId xmlns:a16="http://schemas.microsoft.com/office/drawing/2014/main" id="{06DCF2ED-EB69-4677-9FE9-1E2E96530275}"/>
              </a:ext>
            </a:extLst>
          </p:cNvPr>
          <p:cNvSpPr>
            <a:spLocks noGrp="1"/>
          </p:cNvSpPr>
          <p:nvPr/>
        </p:nvSpPr>
        <p:spPr>
          <a:xfrm>
            <a:off x="1034051" y="3109005"/>
            <a:ext cx="28398" cy="28398"/>
          </a:xfrm>
          <a:prstGeom prst="ellipse">
            <a:avLst/>
          </a:prstGeom>
          <a:solidFill>
            <a:srgbClr val="7F8C97">
              <a:alpha val="48000"/>
            </a:srgbClr>
          </a:solidFill>
          <a:ln w="0">
            <a:noFill/>
            <a:prstDash val="solid"/>
          </a:ln>
        </p:spPr>
      </p:sp>
      <p:sp>
        <p:nvSpPr>
          <p:cNvPr id="330" name="01_find_only_329">
            <a:extLst>
              <a:ext uri="{FF2B5EF4-FFF2-40B4-BE49-F238E27FC236}">
                <a16:creationId xmlns:a16="http://schemas.microsoft.com/office/drawing/2014/main" id="{B24C0970-D2E3-4EAA-8AF8-DA8FCA739C1B}"/>
              </a:ext>
            </a:extLst>
          </p:cNvPr>
          <p:cNvSpPr>
            <a:spLocks noGrp="1"/>
          </p:cNvSpPr>
          <p:nvPr/>
        </p:nvSpPr>
        <p:spPr>
          <a:xfrm>
            <a:off x="1042444" y="3727163"/>
            <a:ext cx="28398" cy="28398"/>
          </a:xfrm>
          <a:prstGeom prst="ellipse">
            <a:avLst/>
          </a:prstGeom>
          <a:solidFill>
            <a:srgbClr val="7F8C97">
              <a:alpha val="48000"/>
            </a:srgbClr>
          </a:solidFill>
          <a:ln w="0">
            <a:noFill/>
            <a:prstDash val="solid"/>
          </a:ln>
        </p:spPr>
      </p:sp>
      <p:sp>
        <p:nvSpPr>
          <p:cNvPr id="331" name="01_find_only_330">
            <a:extLst>
              <a:ext uri="{FF2B5EF4-FFF2-40B4-BE49-F238E27FC236}">
                <a16:creationId xmlns:a16="http://schemas.microsoft.com/office/drawing/2014/main" id="{FEB37CC3-FED4-4052-A8E5-58FC1705755D}"/>
              </a:ext>
            </a:extLst>
          </p:cNvPr>
          <p:cNvSpPr>
            <a:spLocks noGrp="1"/>
          </p:cNvSpPr>
          <p:nvPr/>
        </p:nvSpPr>
        <p:spPr>
          <a:xfrm>
            <a:off x="1083649" y="3942273"/>
            <a:ext cx="28398" cy="28398"/>
          </a:xfrm>
          <a:prstGeom prst="ellipse">
            <a:avLst/>
          </a:prstGeom>
          <a:solidFill>
            <a:srgbClr val="7F8C97">
              <a:alpha val="48000"/>
            </a:srgbClr>
          </a:solidFill>
          <a:ln w="0">
            <a:noFill/>
            <a:prstDash val="solid"/>
          </a:ln>
        </p:spPr>
      </p:sp>
      <p:sp>
        <p:nvSpPr>
          <p:cNvPr id="332" name="01_find_only_331">
            <a:extLst>
              <a:ext uri="{FF2B5EF4-FFF2-40B4-BE49-F238E27FC236}">
                <a16:creationId xmlns:a16="http://schemas.microsoft.com/office/drawing/2014/main" id="{E2619A04-8EDB-495A-892C-57AB562F7071}"/>
              </a:ext>
            </a:extLst>
          </p:cNvPr>
          <p:cNvSpPr>
            <a:spLocks noGrp="1"/>
          </p:cNvSpPr>
          <p:nvPr/>
        </p:nvSpPr>
        <p:spPr>
          <a:xfrm>
            <a:off x="1016119" y="3489410"/>
            <a:ext cx="28398" cy="28398"/>
          </a:xfrm>
          <a:prstGeom prst="ellipse">
            <a:avLst/>
          </a:prstGeom>
          <a:solidFill>
            <a:srgbClr val="7F8C97">
              <a:alpha val="48000"/>
            </a:srgbClr>
          </a:solidFill>
          <a:ln w="0">
            <a:noFill/>
            <a:prstDash val="solid"/>
          </a:ln>
        </p:spPr>
      </p:sp>
      <p:sp>
        <p:nvSpPr>
          <p:cNvPr id="333" name="01_find_only_332">
            <a:extLst>
              <a:ext uri="{FF2B5EF4-FFF2-40B4-BE49-F238E27FC236}">
                <a16:creationId xmlns:a16="http://schemas.microsoft.com/office/drawing/2014/main" id="{EE19CF8A-E811-4DB0-8F97-EE5314980B1F}"/>
              </a:ext>
            </a:extLst>
          </p:cNvPr>
          <p:cNvSpPr>
            <a:spLocks noGrp="1"/>
          </p:cNvSpPr>
          <p:nvPr/>
        </p:nvSpPr>
        <p:spPr>
          <a:xfrm>
            <a:off x="1020507" y="3700746"/>
            <a:ext cx="28398" cy="28398"/>
          </a:xfrm>
          <a:prstGeom prst="ellipse">
            <a:avLst/>
          </a:prstGeom>
          <a:solidFill>
            <a:srgbClr val="7F8C97">
              <a:alpha val="48000"/>
            </a:srgbClr>
          </a:solidFill>
          <a:ln w="0">
            <a:noFill/>
            <a:prstDash val="solid"/>
          </a:ln>
        </p:spPr>
      </p:sp>
      <p:sp>
        <p:nvSpPr>
          <p:cNvPr id="334" name="01_find_only_333">
            <a:extLst>
              <a:ext uri="{FF2B5EF4-FFF2-40B4-BE49-F238E27FC236}">
                <a16:creationId xmlns:a16="http://schemas.microsoft.com/office/drawing/2014/main" id="{C182ADA4-57AE-4ED2-82A0-E6EC2687AA97}"/>
              </a:ext>
            </a:extLst>
          </p:cNvPr>
          <p:cNvSpPr>
            <a:spLocks noGrp="1"/>
          </p:cNvSpPr>
          <p:nvPr/>
        </p:nvSpPr>
        <p:spPr>
          <a:xfrm>
            <a:off x="1060185" y="2855402"/>
            <a:ext cx="28398" cy="28398"/>
          </a:xfrm>
          <a:prstGeom prst="ellipse">
            <a:avLst/>
          </a:prstGeom>
          <a:solidFill>
            <a:srgbClr val="7F8C97">
              <a:alpha val="48000"/>
            </a:srgbClr>
          </a:solidFill>
          <a:ln w="0">
            <a:noFill/>
            <a:prstDash val="solid"/>
          </a:ln>
        </p:spPr>
      </p:sp>
      <p:sp>
        <p:nvSpPr>
          <p:cNvPr id="335" name="01_find_only_334">
            <a:extLst>
              <a:ext uri="{FF2B5EF4-FFF2-40B4-BE49-F238E27FC236}">
                <a16:creationId xmlns:a16="http://schemas.microsoft.com/office/drawing/2014/main" id="{7574347E-EDA5-488E-BEC0-7F538871A7D3}"/>
              </a:ext>
            </a:extLst>
          </p:cNvPr>
          <p:cNvSpPr>
            <a:spLocks noGrp="1"/>
          </p:cNvSpPr>
          <p:nvPr/>
        </p:nvSpPr>
        <p:spPr>
          <a:xfrm>
            <a:off x="1059327" y="3278074"/>
            <a:ext cx="28398" cy="28398"/>
          </a:xfrm>
          <a:prstGeom prst="ellipse">
            <a:avLst/>
          </a:prstGeom>
          <a:solidFill>
            <a:srgbClr val="7F8C97">
              <a:alpha val="48000"/>
            </a:srgbClr>
          </a:solidFill>
          <a:ln w="0">
            <a:noFill/>
            <a:prstDash val="solid"/>
          </a:ln>
        </p:spPr>
      </p:sp>
      <p:sp>
        <p:nvSpPr>
          <p:cNvPr id="336" name="01_find_only_335">
            <a:extLst>
              <a:ext uri="{FF2B5EF4-FFF2-40B4-BE49-F238E27FC236}">
                <a16:creationId xmlns:a16="http://schemas.microsoft.com/office/drawing/2014/main" id="{F0DF08E5-E85B-40E7-8206-3E8B7B1F7848}"/>
              </a:ext>
            </a:extLst>
          </p:cNvPr>
          <p:cNvSpPr>
            <a:spLocks noGrp="1"/>
          </p:cNvSpPr>
          <p:nvPr/>
        </p:nvSpPr>
        <p:spPr>
          <a:xfrm>
            <a:off x="1090326" y="3489410"/>
            <a:ext cx="28398" cy="28398"/>
          </a:xfrm>
          <a:prstGeom prst="ellipse">
            <a:avLst/>
          </a:prstGeom>
          <a:solidFill>
            <a:srgbClr val="7F8C97">
              <a:alpha val="48000"/>
            </a:srgbClr>
          </a:solidFill>
          <a:ln w="0">
            <a:noFill/>
            <a:prstDash val="solid"/>
          </a:ln>
        </p:spPr>
      </p:sp>
      <p:sp>
        <p:nvSpPr>
          <p:cNvPr id="337" name="01_find_only_336">
            <a:extLst>
              <a:ext uri="{FF2B5EF4-FFF2-40B4-BE49-F238E27FC236}">
                <a16:creationId xmlns:a16="http://schemas.microsoft.com/office/drawing/2014/main" id="{8F749266-2D81-4A91-9E55-54E863B9E446}"/>
              </a:ext>
            </a:extLst>
          </p:cNvPr>
          <p:cNvSpPr>
            <a:spLocks noGrp="1"/>
          </p:cNvSpPr>
          <p:nvPr/>
        </p:nvSpPr>
        <p:spPr>
          <a:xfrm>
            <a:off x="1075923" y="3172406"/>
            <a:ext cx="28398" cy="28398"/>
          </a:xfrm>
          <a:prstGeom prst="ellipse">
            <a:avLst/>
          </a:prstGeom>
          <a:solidFill>
            <a:srgbClr val="7F8C97">
              <a:alpha val="48000"/>
            </a:srgbClr>
          </a:solidFill>
          <a:ln w="0">
            <a:noFill/>
            <a:prstDash val="solid"/>
          </a:ln>
        </p:spPr>
      </p:sp>
      <p:sp>
        <p:nvSpPr>
          <p:cNvPr id="338" name="01_find_only_337">
            <a:extLst>
              <a:ext uri="{FF2B5EF4-FFF2-40B4-BE49-F238E27FC236}">
                <a16:creationId xmlns:a16="http://schemas.microsoft.com/office/drawing/2014/main" id="{9368811E-D970-4F59-AACC-F9D55395F090}"/>
              </a:ext>
            </a:extLst>
          </p:cNvPr>
          <p:cNvSpPr>
            <a:spLocks noGrp="1"/>
          </p:cNvSpPr>
          <p:nvPr/>
        </p:nvSpPr>
        <p:spPr>
          <a:xfrm>
            <a:off x="1017073" y="4123418"/>
            <a:ext cx="28398" cy="28398"/>
          </a:xfrm>
          <a:prstGeom prst="ellipse">
            <a:avLst/>
          </a:prstGeom>
          <a:solidFill>
            <a:srgbClr val="7F8C97">
              <a:alpha val="48000"/>
            </a:srgbClr>
          </a:solidFill>
          <a:ln w="0">
            <a:noFill/>
            <a:prstDash val="solid"/>
          </a:ln>
        </p:spPr>
      </p:sp>
      <p:sp>
        <p:nvSpPr>
          <p:cNvPr id="339" name="01_find_only_338">
            <a:extLst>
              <a:ext uri="{FF2B5EF4-FFF2-40B4-BE49-F238E27FC236}">
                <a16:creationId xmlns:a16="http://schemas.microsoft.com/office/drawing/2014/main" id="{0BE9D8B8-4DFE-47FD-A077-2826FDC72C54}"/>
              </a:ext>
            </a:extLst>
          </p:cNvPr>
          <p:cNvSpPr>
            <a:spLocks noGrp="1"/>
          </p:cNvSpPr>
          <p:nvPr/>
        </p:nvSpPr>
        <p:spPr>
          <a:xfrm>
            <a:off x="1030903" y="3942273"/>
            <a:ext cx="28398" cy="28398"/>
          </a:xfrm>
          <a:prstGeom prst="ellipse">
            <a:avLst/>
          </a:prstGeom>
          <a:solidFill>
            <a:srgbClr val="7F8C97">
              <a:alpha val="48000"/>
            </a:srgbClr>
          </a:solidFill>
          <a:ln w="0">
            <a:noFill/>
            <a:prstDash val="solid"/>
          </a:ln>
        </p:spPr>
      </p:sp>
      <p:sp>
        <p:nvSpPr>
          <p:cNvPr id="340" name="01_find_only_339">
            <a:extLst>
              <a:ext uri="{FF2B5EF4-FFF2-40B4-BE49-F238E27FC236}">
                <a16:creationId xmlns:a16="http://schemas.microsoft.com/office/drawing/2014/main" id="{7BBA6DC6-F663-43F8-A1C6-96067C806300}"/>
              </a:ext>
            </a:extLst>
          </p:cNvPr>
          <p:cNvSpPr>
            <a:spLocks noGrp="1"/>
          </p:cNvSpPr>
          <p:nvPr/>
        </p:nvSpPr>
        <p:spPr>
          <a:xfrm>
            <a:off x="1068770" y="3489410"/>
            <a:ext cx="28398" cy="28398"/>
          </a:xfrm>
          <a:prstGeom prst="ellipse">
            <a:avLst/>
          </a:prstGeom>
          <a:solidFill>
            <a:srgbClr val="7F8C97">
              <a:alpha val="48000"/>
            </a:srgbClr>
          </a:solidFill>
          <a:ln w="0">
            <a:noFill/>
            <a:prstDash val="solid"/>
          </a:ln>
        </p:spPr>
      </p:sp>
      <p:sp>
        <p:nvSpPr>
          <p:cNvPr id="341" name="01_find_only_340">
            <a:extLst>
              <a:ext uri="{FF2B5EF4-FFF2-40B4-BE49-F238E27FC236}">
                <a16:creationId xmlns:a16="http://schemas.microsoft.com/office/drawing/2014/main" id="{196F4CA8-E030-46F3-A882-691B87279BE1}"/>
              </a:ext>
            </a:extLst>
          </p:cNvPr>
          <p:cNvSpPr>
            <a:spLocks noGrp="1"/>
          </p:cNvSpPr>
          <p:nvPr/>
        </p:nvSpPr>
        <p:spPr>
          <a:xfrm>
            <a:off x="1011541" y="2855402"/>
            <a:ext cx="28398" cy="28398"/>
          </a:xfrm>
          <a:prstGeom prst="ellipse">
            <a:avLst/>
          </a:prstGeom>
          <a:solidFill>
            <a:srgbClr val="7F8C97">
              <a:alpha val="48000"/>
            </a:srgbClr>
          </a:solidFill>
          <a:ln w="0">
            <a:noFill/>
            <a:prstDash val="solid"/>
          </a:ln>
        </p:spPr>
      </p:sp>
      <p:sp>
        <p:nvSpPr>
          <p:cNvPr id="342" name="01_find_only_341">
            <a:extLst>
              <a:ext uri="{FF2B5EF4-FFF2-40B4-BE49-F238E27FC236}">
                <a16:creationId xmlns:a16="http://schemas.microsoft.com/office/drawing/2014/main" id="{9493F945-AC7F-4268-8177-701720EB5E5E}"/>
              </a:ext>
            </a:extLst>
          </p:cNvPr>
          <p:cNvSpPr>
            <a:spLocks noGrp="1"/>
          </p:cNvSpPr>
          <p:nvPr/>
        </p:nvSpPr>
        <p:spPr>
          <a:xfrm>
            <a:off x="1077831" y="3278074"/>
            <a:ext cx="28398" cy="28398"/>
          </a:xfrm>
          <a:prstGeom prst="ellipse">
            <a:avLst/>
          </a:prstGeom>
          <a:solidFill>
            <a:srgbClr val="7F8C97">
              <a:alpha val="48000"/>
            </a:srgbClr>
          </a:solidFill>
          <a:ln w="0">
            <a:noFill/>
            <a:prstDash val="solid"/>
          </a:ln>
        </p:spPr>
      </p:sp>
      <p:sp>
        <p:nvSpPr>
          <p:cNvPr id="343" name="01_find_only_342">
            <a:extLst>
              <a:ext uri="{FF2B5EF4-FFF2-40B4-BE49-F238E27FC236}">
                <a16:creationId xmlns:a16="http://schemas.microsoft.com/office/drawing/2014/main" id="{85C8BCB3-6625-4AC4-B717-6BD57E885DAB}"/>
              </a:ext>
            </a:extLst>
          </p:cNvPr>
          <p:cNvSpPr>
            <a:spLocks noGrp="1"/>
          </p:cNvSpPr>
          <p:nvPr/>
        </p:nvSpPr>
        <p:spPr>
          <a:xfrm>
            <a:off x="1081074" y="3489410"/>
            <a:ext cx="28398" cy="28398"/>
          </a:xfrm>
          <a:prstGeom prst="ellipse">
            <a:avLst/>
          </a:prstGeom>
          <a:solidFill>
            <a:srgbClr val="7F8C97">
              <a:alpha val="48000"/>
            </a:srgbClr>
          </a:solidFill>
          <a:ln w="0">
            <a:noFill/>
            <a:prstDash val="solid"/>
          </a:ln>
        </p:spPr>
      </p:sp>
      <p:sp>
        <p:nvSpPr>
          <p:cNvPr id="344" name="01_find_only_343">
            <a:extLst>
              <a:ext uri="{FF2B5EF4-FFF2-40B4-BE49-F238E27FC236}">
                <a16:creationId xmlns:a16="http://schemas.microsoft.com/office/drawing/2014/main" id="{76300D56-0BD1-4EFA-8460-9F333B7DEBC1}"/>
              </a:ext>
            </a:extLst>
          </p:cNvPr>
          <p:cNvSpPr>
            <a:spLocks noGrp="1"/>
          </p:cNvSpPr>
          <p:nvPr/>
        </p:nvSpPr>
        <p:spPr>
          <a:xfrm>
            <a:off x="1070963" y="2855402"/>
            <a:ext cx="28398" cy="28398"/>
          </a:xfrm>
          <a:prstGeom prst="ellipse">
            <a:avLst/>
          </a:prstGeom>
          <a:solidFill>
            <a:srgbClr val="7F8C97">
              <a:alpha val="48000"/>
            </a:srgbClr>
          </a:solidFill>
          <a:ln w="0">
            <a:noFill/>
            <a:prstDash val="solid"/>
          </a:ln>
        </p:spPr>
      </p:sp>
      <p:sp>
        <p:nvSpPr>
          <p:cNvPr id="345" name="01_find_only_344">
            <a:extLst>
              <a:ext uri="{FF2B5EF4-FFF2-40B4-BE49-F238E27FC236}">
                <a16:creationId xmlns:a16="http://schemas.microsoft.com/office/drawing/2014/main" id="{E348B200-6641-4B12-8A4C-128513D6D92C}"/>
              </a:ext>
            </a:extLst>
          </p:cNvPr>
          <p:cNvSpPr>
            <a:spLocks noGrp="1"/>
          </p:cNvSpPr>
          <p:nvPr/>
        </p:nvSpPr>
        <p:spPr>
          <a:xfrm>
            <a:off x="1070105" y="2855402"/>
            <a:ext cx="28398" cy="28398"/>
          </a:xfrm>
          <a:prstGeom prst="ellipse">
            <a:avLst/>
          </a:prstGeom>
          <a:solidFill>
            <a:srgbClr val="7F8C97">
              <a:alpha val="48000"/>
            </a:srgbClr>
          </a:solidFill>
          <a:ln w="0">
            <a:noFill/>
            <a:prstDash val="solid"/>
          </a:ln>
        </p:spPr>
      </p:sp>
      <p:sp>
        <p:nvSpPr>
          <p:cNvPr id="346" name="01_find_only_345">
            <a:extLst>
              <a:ext uri="{FF2B5EF4-FFF2-40B4-BE49-F238E27FC236}">
                <a16:creationId xmlns:a16="http://schemas.microsoft.com/office/drawing/2014/main" id="{9D282BF8-40CC-4607-B150-8FC248174ADC}"/>
              </a:ext>
            </a:extLst>
          </p:cNvPr>
          <p:cNvSpPr>
            <a:spLocks noGrp="1"/>
          </p:cNvSpPr>
          <p:nvPr/>
        </p:nvSpPr>
        <p:spPr>
          <a:xfrm>
            <a:off x="1074206" y="2855402"/>
            <a:ext cx="28398" cy="28398"/>
          </a:xfrm>
          <a:prstGeom prst="ellipse">
            <a:avLst/>
          </a:prstGeom>
          <a:solidFill>
            <a:srgbClr val="7F8C97">
              <a:alpha val="48000"/>
            </a:srgbClr>
          </a:solidFill>
          <a:ln w="0">
            <a:noFill/>
            <a:prstDash val="solid"/>
          </a:ln>
        </p:spPr>
      </p:sp>
      <p:sp>
        <p:nvSpPr>
          <p:cNvPr id="347" name="01_find_only_346">
            <a:extLst>
              <a:ext uri="{FF2B5EF4-FFF2-40B4-BE49-F238E27FC236}">
                <a16:creationId xmlns:a16="http://schemas.microsoft.com/office/drawing/2014/main" id="{D22B76FB-D94E-4AC4-95E7-DC968FD4C6AE}"/>
              </a:ext>
            </a:extLst>
          </p:cNvPr>
          <p:cNvSpPr>
            <a:spLocks noGrp="1"/>
          </p:cNvSpPr>
          <p:nvPr/>
        </p:nvSpPr>
        <p:spPr>
          <a:xfrm>
            <a:off x="1056179" y="3330908"/>
            <a:ext cx="28398" cy="28398"/>
          </a:xfrm>
          <a:prstGeom prst="ellipse">
            <a:avLst/>
          </a:prstGeom>
          <a:solidFill>
            <a:srgbClr val="7F8C97">
              <a:alpha val="48000"/>
            </a:srgbClr>
          </a:solidFill>
          <a:ln w="0">
            <a:noFill/>
            <a:prstDash val="solid"/>
          </a:ln>
        </p:spPr>
      </p:sp>
      <p:sp>
        <p:nvSpPr>
          <p:cNvPr id="348" name="01_find_only_347">
            <a:extLst>
              <a:ext uri="{FF2B5EF4-FFF2-40B4-BE49-F238E27FC236}">
                <a16:creationId xmlns:a16="http://schemas.microsoft.com/office/drawing/2014/main" id="{FC80AABF-F85E-488E-AD0C-57EB87784002}"/>
              </a:ext>
            </a:extLst>
          </p:cNvPr>
          <p:cNvSpPr>
            <a:spLocks noGrp="1"/>
          </p:cNvSpPr>
          <p:nvPr/>
        </p:nvSpPr>
        <p:spPr>
          <a:xfrm>
            <a:off x="1006676" y="3489410"/>
            <a:ext cx="28398" cy="28398"/>
          </a:xfrm>
          <a:prstGeom prst="ellipse">
            <a:avLst/>
          </a:prstGeom>
          <a:solidFill>
            <a:srgbClr val="7F8C97">
              <a:alpha val="48000"/>
            </a:srgbClr>
          </a:solidFill>
          <a:ln w="0">
            <a:noFill/>
            <a:prstDash val="solid"/>
          </a:ln>
        </p:spPr>
      </p:sp>
      <p:sp>
        <p:nvSpPr>
          <p:cNvPr id="349" name="01_find_only_348">
            <a:extLst>
              <a:ext uri="{FF2B5EF4-FFF2-40B4-BE49-F238E27FC236}">
                <a16:creationId xmlns:a16="http://schemas.microsoft.com/office/drawing/2014/main" id="{30D1B07D-49F8-4F43-977B-A47129A80D68}"/>
              </a:ext>
            </a:extLst>
          </p:cNvPr>
          <p:cNvSpPr>
            <a:spLocks noGrp="1"/>
          </p:cNvSpPr>
          <p:nvPr/>
        </p:nvSpPr>
        <p:spPr>
          <a:xfrm>
            <a:off x="1055989" y="3278074"/>
            <a:ext cx="28398" cy="28398"/>
          </a:xfrm>
          <a:prstGeom prst="ellipse">
            <a:avLst/>
          </a:prstGeom>
          <a:solidFill>
            <a:srgbClr val="7F8C97">
              <a:alpha val="48000"/>
            </a:srgbClr>
          </a:solidFill>
          <a:ln w="0">
            <a:noFill/>
            <a:prstDash val="solid"/>
          </a:ln>
        </p:spPr>
      </p:sp>
      <p:sp>
        <p:nvSpPr>
          <p:cNvPr id="350" name="01_find_only_349">
            <a:extLst>
              <a:ext uri="{FF2B5EF4-FFF2-40B4-BE49-F238E27FC236}">
                <a16:creationId xmlns:a16="http://schemas.microsoft.com/office/drawing/2014/main" id="{C3429362-CA58-4948-8458-F469F2E869A3}"/>
              </a:ext>
            </a:extLst>
          </p:cNvPr>
          <p:cNvSpPr>
            <a:spLocks noGrp="1"/>
          </p:cNvSpPr>
          <p:nvPr/>
        </p:nvSpPr>
        <p:spPr>
          <a:xfrm>
            <a:off x="1019267" y="3489410"/>
            <a:ext cx="28398" cy="28398"/>
          </a:xfrm>
          <a:prstGeom prst="ellipse">
            <a:avLst/>
          </a:prstGeom>
          <a:solidFill>
            <a:srgbClr val="7F8C97">
              <a:alpha val="48000"/>
            </a:srgbClr>
          </a:solidFill>
          <a:ln w="0">
            <a:noFill/>
            <a:prstDash val="solid"/>
          </a:ln>
        </p:spPr>
      </p:sp>
      <p:sp>
        <p:nvSpPr>
          <p:cNvPr id="351" name="01_find_only_350">
            <a:extLst>
              <a:ext uri="{FF2B5EF4-FFF2-40B4-BE49-F238E27FC236}">
                <a16:creationId xmlns:a16="http://schemas.microsoft.com/office/drawing/2014/main" id="{7FD2F1A2-9679-4583-BA3A-88D318283F8A}"/>
              </a:ext>
            </a:extLst>
          </p:cNvPr>
          <p:cNvSpPr>
            <a:spLocks noGrp="1"/>
          </p:cNvSpPr>
          <p:nvPr/>
        </p:nvSpPr>
        <p:spPr>
          <a:xfrm>
            <a:off x="1070487" y="3343100"/>
            <a:ext cx="28398" cy="28398"/>
          </a:xfrm>
          <a:prstGeom prst="ellipse">
            <a:avLst/>
          </a:prstGeom>
          <a:solidFill>
            <a:srgbClr val="7F8C97">
              <a:alpha val="48000"/>
            </a:srgbClr>
          </a:solidFill>
          <a:ln w="0">
            <a:noFill/>
            <a:prstDash val="solid"/>
          </a:ln>
        </p:spPr>
      </p:sp>
      <p:sp>
        <p:nvSpPr>
          <p:cNvPr id="352" name="01_find_only_351">
            <a:extLst>
              <a:ext uri="{FF2B5EF4-FFF2-40B4-BE49-F238E27FC236}">
                <a16:creationId xmlns:a16="http://schemas.microsoft.com/office/drawing/2014/main" id="{D519FD94-940A-428C-97A6-16AAB741DD42}"/>
              </a:ext>
            </a:extLst>
          </p:cNvPr>
          <p:cNvSpPr>
            <a:spLocks noGrp="1"/>
          </p:cNvSpPr>
          <p:nvPr/>
        </p:nvSpPr>
        <p:spPr>
          <a:xfrm>
            <a:off x="1083077" y="3348519"/>
            <a:ext cx="28398" cy="28398"/>
          </a:xfrm>
          <a:prstGeom prst="ellipse">
            <a:avLst/>
          </a:prstGeom>
          <a:solidFill>
            <a:srgbClr val="7F8C97">
              <a:alpha val="48000"/>
            </a:srgbClr>
          </a:solidFill>
          <a:ln w="0">
            <a:noFill/>
            <a:prstDash val="solid"/>
          </a:ln>
        </p:spPr>
      </p:sp>
      <p:sp>
        <p:nvSpPr>
          <p:cNvPr id="353" name="01_find_only_352">
            <a:extLst>
              <a:ext uri="{FF2B5EF4-FFF2-40B4-BE49-F238E27FC236}">
                <a16:creationId xmlns:a16="http://schemas.microsoft.com/office/drawing/2014/main" id="{B7B7FD7B-A5C0-4E48-8AC3-BC5697FA138B}"/>
              </a:ext>
            </a:extLst>
          </p:cNvPr>
          <p:cNvSpPr>
            <a:spLocks noGrp="1"/>
          </p:cNvSpPr>
          <p:nvPr/>
        </p:nvSpPr>
        <p:spPr>
          <a:xfrm>
            <a:off x="1017741" y="2855402"/>
            <a:ext cx="28398" cy="28398"/>
          </a:xfrm>
          <a:prstGeom prst="ellipse">
            <a:avLst/>
          </a:prstGeom>
          <a:solidFill>
            <a:srgbClr val="7F8C97">
              <a:alpha val="48000"/>
            </a:srgbClr>
          </a:solidFill>
          <a:ln w="0">
            <a:noFill/>
            <a:prstDash val="solid"/>
          </a:ln>
        </p:spPr>
      </p:sp>
      <p:sp>
        <p:nvSpPr>
          <p:cNvPr id="354" name="01_find_only_353">
            <a:extLst>
              <a:ext uri="{FF2B5EF4-FFF2-40B4-BE49-F238E27FC236}">
                <a16:creationId xmlns:a16="http://schemas.microsoft.com/office/drawing/2014/main" id="{8A59CE2B-B087-4C86-8DBF-1515E315217C}"/>
              </a:ext>
            </a:extLst>
          </p:cNvPr>
          <p:cNvSpPr>
            <a:spLocks noGrp="1"/>
          </p:cNvSpPr>
          <p:nvPr/>
        </p:nvSpPr>
        <p:spPr>
          <a:xfrm>
            <a:off x="1071345" y="2904172"/>
            <a:ext cx="28398" cy="28398"/>
          </a:xfrm>
          <a:prstGeom prst="ellipse">
            <a:avLst/>
          </a:prstGeom>
          <a:solidFill>
            <a:srgbClr val="7F8C97">
              <a:alpha val="48000"/>
            </a:srgbClr>
          </a:solidFill>
          <a:ln w="0">
            <a:noFill/>
            <a:prstDash val="solid"/>
          </a:ln>
        </p:spPr>
      </p:sp>
      <p:sp>
        <p:nvSpPr>
          <p:cNvPr id="355" name="01_find_only_354">
            <a:extLst>
              <a:ext uri="{FF2B5EF4-FFF2-40B4-BE49-F238E27FC236}">
                <a16:creationId xmlns:a16="http://schemas.microsoft.com/office/drawing/2014/main" id="{CA9A7563-E148-4F90-A986-5CDBCBB4BFE2}"/>
              </a:ext>
            </a:extLst>
          </p:cNvPr>
          <p:cNvSpPr>
            <a:spLocks noGrp="1"/>
          </p:cNvSpPr>
          <p:nvPr/>
        </p:nvSpPr>
        <p:spPr>
          <a:xfrm>
            <a:off x="1022510" y="3489410"/>
            <a:ext cx="28398" cy="28398"/>
          </a:xfrm>
          <a:prstGeom prst="ellipse">
            <a:avLst/>
          </a:prstGeom>
          <a:solidFill>
            <a:srgbClr val="7F8C97">
              <a:alpha val="48000"/>
            </a:srgbClr>
          </a:solidFill>
          <a:ln w="0">
            <a:noFill/>
            <a:prstDash val="solid"/>
          </a:ln>
        </p:spPr>
      </p:sp>
      <p:sp>
        <p:nvSpPr>
          <p:cNvPr id="356" name="01_find_only_355">
            <a:extLst>
              <a:ext uri="{FF2B5EF4-FFF2-40B4-BE49-F238E27FC236}">
                <a16:creationId xmlns:a16="http://schemas.microsoft.com/office/drawing/2014/main" id="{4EC4A727-54FC-4200-9B06-0186817CE2AB}"/>
              </a:ext>
            </a:extLst>
          </p:cNvPr>
          <p:cNvSpPr>
            <a:spLocks noGrp="1"/>
          </p:cNvSpPr>
          <p:nvPr/>
        </p:nvSpPr>
        <p:spPr>
          <a:xfrm>
            <a:off x="1026706" y="3278074"/>
            <a:ext cx="28398" cy="28398"/>
          </a:xfrm>
          <a:prstGeom prst="ellipse">
            <a:avLst/>
          </a:prstGeom>
          <a:solidFill>
            <a:srgbClr val="7F8C97">
              <a:alpha val="48000"/>
            </a:srgbClr>
          </a:solidFill>
          <a:ln w="0">
            <a:noFill/>
            <a:prstDash val="solid"/>
          </a:ln>
        </p:spPr>
      </p:sp>
      <p:sp>
        <p:nvSpPr>
          <p:cNvPr id="357" name="01_find_only_356">
            <a:extLst>
              <a:ext uri="{FF2B5EF4-FFF2-40B4-BE49-F238E27FC236}">
                <a16:creationId xmlns:a16="http://schemas.microsoft.com/office/drawing/2014/main" id="{4603344D-AB86-4187-9675-AE5F7BE8ABFA}"/>
              </a:ext>
            </a:extLst>
          </p:cNvPr>
          <p:cNvSpPr>
            <a:spLocks noGrp="1"/>
          </p:cNvSpPr>
          <p:nvPr/>
        </p:nvSpPr>
        <p:spPr>
          <a:xfrm>
            <a:off x="1015356" y="2855402"/>
            <a:ext cx="28398" cy="28398"/>
          </a:xfrm>
          <a:prstGeom prst="ellipse">
            <a:avLst/>
          </a:prstGeom>
          <a:solidFill>
            <a:srgbClr val="7F8C97">
              <a:alpha val="48000"/>
            </a:srgbClr>
          </a:solidFill>
          <a:ln w="0">
            <a:noFill/>
            <a:prstDash val="solid"/>
          </a:ln>
        </p:spPr>
      </p:sp>
      <p:sp>
        <p:nvSpPr>
          <p:cNvPr id="358" name="01_find_only_357">
            <a:extLst>
              <a:ext uri="{FF2B5EF4-FFF2-40B4-BE49-F238E27FC236}">
                <a16:creationId xmlns:a16="http://schemas.microsoft.com/office/drawing/2014/main" id="{6F3D7C2A-0EDA-48B4-B56D-41CF1083D1FA}"/>
              </a:ext>
            </a:extLst>
          </p:cNvPr>
          <p:cNvSpPr>
            <a:spLocks noGrp="1"/>
          </p:cNvSpPr>
          <p:nvPr/>
        </p:nvSpPr>
        <p:spPr>
          <a:xfrm>
            <a:off x="1070296" y="3013904"/>
            <a:ext cx="28398" cy="28398"/>
          </a:xfrm>
          <a:prstGeom prst="ellipse">
            <a:avLst/>
          </a:prstGeom>
          <a:solidFill>
            <a:srgbClr val="7F8C97">
              <a:alpha val="48000"/>
            </a:srgbClr>
          </a:solidFill>
          <a:ln w="0">
            <a:noFill/>
            <a:prstDash val="solid"/>
          </a:ln>
        </p:spPr>
      </p:sp>
      <p:sp>
        <p:nvSpPr>
          <p:cNvPr id="359" name="01_find_only_358">
            <a:extLst>
              <a:ext uri="{FF2B5EF4-FFF2-40B4-BE49-F238E27FC236}">
                <a16:creationId xmlns:a16="http://schemas.microsoft.com/office/drawing/2014/main" id="{627D1E50-BFD1-434B-B7FE-848B35313929}"/>
              </a:ext>
            </a:extLst>
          </p:cNvPr>
          <p:cNvSpPr>
            <a:spLocks noGrp="1"/>
          </p:cNvSpPr>
          <p:nvPr/>
        </p:nvSpPr>
        <p:spPr>
          <a:xfrm>
            <a:off x="1094904" y="2855402"/>
            <a:ext cx="28398" cy="28398"/>
          </a:xfrm>
          <a:prstGeom prst="ellipse">
            <a:avLst/>
          </a:prstGeom>
          <a:solidFill>
            <a:srgbClr val="7F8C97">
              <a:alpha val="48000"/>
            </a:srgbClr>
          </a:solidFill>
          <a:ln w="0">
            <a:noFill/>
            <a:prstDash val="solid"/>
          </a:ln>
        </p:spPr>
      </p:sp>
      <p:sp>
        <p:nvSpPr>
          <p:cNvPr id="360" name="01_find_only_359">
            <a:extLst>
              <a:ext uri="{FF2B5EF4-FFF2-40B4-BE49-F238E27FC236}">
                <a16:creationId xmlns:a16="http://schemas.microsoft.com/office/drawing/2014/main" id="{DBD046AF-737E-4438-9B43-E0055C158927}"/>
              </a:ext>
            </a:extLst>
          </p:cNvPr>
          <p:cNvSpPr>
            <a:spLocks noGrp="1"/>
          </p:cNvSpPr>
          <p:nvPr/>
        </p:nvSpPr>
        <p:spPr>
          <a:xfrm>
            <a:off x="1099006" y="3579982"/>
            <a:ext cx="28398" cy="28398"/>
          </a:xfrm>
          <a:prstGeom prst="ellipse">
            <a:avLst/>
          </a:prstGeom>
          <a:solidFill>
            <a:srgbClr val="7F8C97">
              <a:alpha val="48000"/>
            </a:srgbClr>
          </a:solidFill>
          <a:ln w="0">
            <a:noFill/>
            <a:prstDash val="solid"/>
          </a:ln>
        </p:spPr>
      </p:sp>
      <p:sp>
        <p:nvSpPr>
          <p:cNvPr id="361" name="01_find_only_360">
            <a:extLst>
              <a:ext uri="{FF2B5EF4-FFF2-40B4-BE49-F238E27FC236}">
                <a16:creationId xmlns:a16="http://schemas.microsoft.com/office/drawing/2014/main" id="{4F6D4F4F-511C-4977-B86B-E14EB0E1444C}"/>
              </a:ext>
            </a:extLst>
          </p:cNvPr>
          <p:cNvSpPr>
            <a:spLocks noGrp="1"/>
          </p:cNvSpPr>
          <p:nvPr/>
        </p:nvSpPr>
        <p:spPr>
          <a:xfrm>
            <a:off x="1040060" y="2855402"/>
            <a:ext cx="28398" cy="28398"/>
          </a:xfrm>
          <a:prstGeom prst="ellipse">
            <a:avLst/>
          </a:prstGeom>
          <a:solidFill>
            <a:srgbClr val="7F8C97">
              <a:alpha val="48000"/>
            </a:srgbClr>
          </a:solidFill>
          <a:ln w="0">
            <a:noFill/>
            <a:prstDash val="solid"/>
          </a:ln>
        </p:spPr>
      </p:sp>
      <p:sp>
        <p:nvSpPr>
          <p:cNvPr id="362" name="01_find_only_361">
            <a:extLst>
              <a:ext uri="{FF2B5EF4-FFF2-40B4-BE49-F238E27FC236}">
                <a16:creationId xmlns:a16="http://schemas.microsoft.com/office/drawing/2014/main" id="{069E069F-A127-4D22-A2AA-596E7C159C14}"/>
              </a:ext>
            </a:extLst>
          </p:cNvPr>
          <p:cNvSpPr>
            <a:spLocks noGrp="1"/>
          </p:cNvSpPr>
          <p:nvPr/>
        </p:nvSpPr>
        <p:spPr>
          <a:xfrm>
            <a:off x="1075065" y="3278074"/>
            <a:ext cx="28398" cy="28398"/>
          </a:xfrm>
          <a:prstGeom prst="ellipse">
            <a:avLst/>
          </a:prstGeom>
          <a:solidFill>
            <a:srgbClr val="7F8C97">
              <a:alpha val="48000"/>
            </a:srgbClr>
          </a:solidFill>
          <a:ln w="0">
            <a:noFill/>
            <a:prstDash val="solid"/>
          </a:ln>
        </p:spPr>
      </p:sp>
      <p:sp>
        <p:nvSpPr>
          <p:cNvPr id="363" name="01_find_only_362">
            <a:extLst>
              <a:ext uri="{FF2B5EF4-FFF2-40B4-BE49-F238E27FC236}">
                <a16:creationId xmlns:a16="http://schemas.microsoft.com/office/drawing/2014/main" id="{3DAE0B96-0379-42CD-94E0-B5C495292EFC}"/>
              </a:ext>
            </a:extLst>
          </p:cNvPr>
          <p:cNvSpPr>
            <a:spLocks noGrp="1"/>
          </p:cNvSpPr>
          <p:nvPr/>
        </p:nvSpPr>
        <p:spPr>
          <a:xfrm>
            <a:off x="1093569" y="2855402"/>
            <a:ext cx="28398" cy="28398"/>
          </a:xfrm>
          <a:prstGeom prst="ellipse">
            <a:avLst/>
          </a:prstGeom>
          <a:solidFill>
            <a:srgbClr val="7F8C97">
              <a:alpha val="48000"/>
            </a:srgbClr>
          </a:solidFill>
          <a:ln w="0">
            <a:noFill/>
            <a:prstDash val="solid"/>
          </a:ln>
        </p:spPr>
      </p:sp>
      <p:sp>
        <p:nvSpPr>
          <p:cNvPr id="364" name="01_find_only_363">
            <a:extLst>
              <a:ext uri="{FF2B5EF4-FFF2-40B4-BE49-F238E27FC236}">
                <a16:creationId xmlns:a16="http://schemas.microsoft.com/office/drawing/2014/main" id="{7544ADD5-A154-40A9-B30E-4D8B949947F9}"/>
              </a:ext>
            </a:extLst>
          </p:cNvPr>
          <p:cNvSpPr>
            <a:spLocks noGrp="1"/>
          </p:cNvSpPr>
          <p:nvPr/>
        </p:nvSpPr>
        <p:spPr>
          <a:xfrm>
            <a:off x="1082314" y="3278074"/>
            <a:ext cx="28398" cy="28398"/>
          </a:xfrm>
          <a:prstGeom prst="ellipse">
            <a:avLst/>
          </a:prstGeom>
          <a:solidFill>
            <a:srgbClr val="7F8C97">
              <a:alpha val="48000"/>
            </a:srgbClr>
          </a:solidFill>
          <a:ln w="0">
            <a:noFill/>
            <a:prstDash val="solid"/>
          </a:ln>
        </p:spPr>
      </p:sp>
      <p:sp>
        <p:nvSpPr>
          <p:cNvPr id="365" name="01_find_only_364">
            <a:extLst>
              <a:ext uri="{FF2B5EF4-FFF2-40B4-BE49-F238E27FC236}">
                <a16:creationId xmlns:a16="http://schemas.microsoft.com/office/drawing/2014/main" id="{37F34928-71F6-4990-8739-5E602C2F547E}"/>
              </a:ext>
            </a:extLst>
          </p:cNvPr>
          <p:cNvSpPr>
            <a:spLocks noGrp="1"/>
          </p:cNvSpPr>
          <p:nvPr/>
        </p:nvSpPr>
        <p:spPr>
          <a:xfrm>
            <a:off x="1072203" y="4123418"/>
            <a:ext cx="28398" cy="28398"/>
          </a:xfrm>
          <a:prstGeom prst="ellipse">
            <a:avLst/>
          </a:prstGeom>
          <a:solidFill>
            <a:srgbClr val="7F8C97">
              <a:alpha val="48000"/>
            </a:srgbClr>
          </a:solidFill>
          <a:ln w="0">
            <a:noFill/>
            <a:prstDash val="solid"/>
          </a:ln>
        </p:spPr>
      </p:sp>
      <p:sp>
        <p:nvSpPr>
          <p:cNvPr id="366" name="01_find_only_365">
            <a:extLst>
              <a:ext uri="{FF2B5EF4-FFF2-40B4-BE49-F238E27FC236}">
                <a16:creationId xmlns:a16="http://schemas.microsoft.com/office/drawing/2014/main" id="{E20249BE-8643-474F-A7E7-D97F71B2118F}"/>
              </a:ext>
            </a:extLst>
          </p:cNvPr>
          <p:cNvSpPr>
            <a:spLocks noGrp="1"/>
          </p:cNvSpPr>
          <p:nvPr/>
        </p:nvSpPr>
        <p:spPr>
          <a:xfrm>
            <a:off x="1048835" y="2855402"/>
            <a:ext cx="28398" cy="28398"/>
          </a:xfrm>
          <a:prstGeom prst="ellipse">
            <a:avLst/>
          </a:prstGeom>
          <a:solidFill>
            <a:srgbClr val="7F8C97">
              <a:alpha val="48000"/>
            </a:srgbClr>
          </a:solidFill>
          <a:ln w="0">
            <a:noFill/>
            <a:prstDash val="solid"/>
          </a:ln>
        </p:spPr>
      </p:sp>
      <p:sp>
        <p:nvSpPr>
          <p:cNvPr id="367" name="01_find_only_366">
            <a:extLst>
              <a:ext uri="{FF2B5EF4-FFF2-40B4-BE49-F238E27FC236}">
                <a16:creationId xmlns:a16="http://schemas.microsoft.com/office/drawing/2014/main" id="{7C3EE567-7997-4B1F-B114-03469C10772F}"/>
              </a:ext>
            </a:extLst>
          </p:cNvPr>
          <p:cNvSpPr>
            <a:spLocks noGrp="1"/>
          </p:cNvSpPr>
          <p:nvPr/>
        </p:nvSpPr>
        <p:spPr>
          <a:xfrm>
            <a:off x="1045973" y="3805042"/>
            <a:ext cx="28398" cy="28398"/>
          </a:xfrm>
          <a:prstGeom prst="ellipse">
            <a:avLst/>
          </a:prstGeom>
          <a:solidFill>
            <a:srgbClr val="7F8C97">
              <a:alpha val="48000"/>
            </a:srgbClr>
          </a:solidFill>
          <a:ln w="0">
            <a:noFill/>
            <a:prstDash val="solid"/>
          </a:ln>
        </p:spPr>
      </p:sp>
      <p:sp>
        <p:nvSpPr>
          <p:cNvPr id="368" name="01_find_only_367">
            <a:extLst>
              <a:ext uri="{FF2B5EF4-FFF2-40B4-BE49-F238E27FC236}">
                <a16:creationId xmlns:a16="http://schemas.microsoft.com/office/drawing/2014/main" id="{529124F9-3EAA-413D-A73C-6943E693A7C2}"/>
              </a:ext>
            </a:extLst>
          </p:cNvPr>
          <p:cNvSpPr>
            <a:spLocks noGrp="1"/>
          </p:cNvSpPr>
          <p:nvPr/>
        </p:nvSpPr>
        <p:spPr>
          <a:xfrm>
            <a:off x="1014211" y="2855402"/>
            <a:ext cx="28398" cy="28398"/>
          </a:xfrm>
          <a:prstGeom prst="ellipse">
            <a:avLst/>
          </a:prstGeom>
          <a:solidFill>
            <a:srgbClr val="7F8C97">
              <a:alpha val="48000"/>
            </a:srgbClr>
          </a:solidFill>
          <a:ln w="0">
            <a:noFill/>
            <a:prstDash val="solid"/>
          </a:ln>
        </p:spPr>
      </p:sp>
      <p:sp>
        <p:nvSpPr>
          <p:cNvPr id="369" name="01_find_only_368">
            <a:extLst>
              <a:ext uri="{FF2B5EF4-FFF2-40B4-BE49-F238E27FC236}">
                <a16:creationId xmlns:a16="http://schemas.microsoft.com/office/drawing/2014/main" id="{25A3B803-CBC4-4935-8E66-69B609B5F70D}"/>
              </a:ext>
            </a:extLst>
          </p:cNvPr>
          <p:cNvSpPr>
            <a:spLocks noGrp="1"/>
          </p:cNvSpPr>
          <p:nvPr/>
        </p:nvSpPr>
        <p:spPr>
          <a:xfrm>
            <a:off x="1093855" y="2855402"/>
            <a:ext cx="28398" cy="28398"/>
          </a:xfrm>
          <a:prstGeom prst="ellipse">
            <a:avLst/>
          </a:prstGeom>
          <a:solidFill>
            <a:srgbClr val="7F8C97">
              <a:alpha val="48000"/>
            </a:srgbClr>
          </a:solidFill>
          <a:ln w="0">
            <a:noFill/>
            <a:prstDash val="solid"/>
          </a:ln>
        </p:spPr>
      </p:sp>
      <p:sp>
        <p:nvSpPr>
          <p:cNvPr id="370" name="01_find_only_369">
            <a:extLst>
              <a:ext uri="{FF2B5EF4-FFF2-40B4-BE49-F238E27FC236}">
                <a16:creationId xmlns:a16="http://schemas.microsoft.com/office/drawing/2014/main" id="{067C7887-8415-4C62-A6EB-CFE2EEA66307}"/>
              </a:ext>
            </a:extLst>
          </p:cNvPr>
          <p:cNvSpPr>
            <a:spLocks noGrp="1"/>
          </p:cNvSpPr>
          <p:nvPr/>
        </p:nvSpPr>
        <p:spPr>
          <a:xfrm>
            <a:off x="1083745" y="2855402"/>
            <a:ext cx="28398" cy="28398"/>
          </a:xfrm>
          <a:prstGeom prst="ellipse">
            <a:avLst/>
          </a:prstGeom>
          <a:solidFill>
            <a:srgbClr val="7F8C97">
              <a:alpha val="48000"/>
            </a:srgbClr>
          </a:solidFill>
          <a:ln w="0">
            <a:noFill/>
            <a:prstDash val="solid"/>
          </a:ln>
        </p:spPr>
      </p:sp>
      <p:sp>
        <p:nvSpPr>
          <p:cNvPr id="371" name="01_find_only_370">
            <a:extLst>
              <a:ext uri="{FF2B5EF4-FFF2-40B4-BE49-F238E27FC236}">
                <a16:creationId xmlns:a16="http://schemas.microsoft.com/office/drawing/2014/main" id="{DC292025-8830-4192-9571-5C543D16FCF4}"/>
              </a:ext>
            </a:extLst>
          </p:cNvPr>
          <p:cNvSpPr>
            <a:spLocks noGrp="1"/>
          </p:cNvSpPr>
          <p:nvPr/>
        </p:nvSpPr>
        <p:spPr>
          <a:xfrm>
            <a:off x="1069342" y="2855402"/>
            <a:ext cx="28398" cy="28398"/>
          </a:xfrm>
          <a:prstGeom prst="ellipse">
            <a:avLst/>
          </a:prstGeom>
          <a:solidFill>
            <a:srgbClr val="7F8C97">
              <a:alpha val="48000"/>
            </a:srgbClr>
          </a:solidFill>
          <a:ln w="0">
            <a:noFill/>
            <a:prstDash val="solid"/>
          </a:ln>
        </p:spPr>
      </p:sp>
      <p:sp>
        <p:nvSpPr>
          <p:cNvPr id="372" name="01_find_only_371">
            <a:extLst>
              <a:ext uri="{FF2B5EF4-FFF2-40B4-BE49-F238E27FC236}">
                <a16:creationId xmlns:a16="http://schemas.microsoft.com/office/drawing/2014/main" id="{D894F062-791D-4474-9652-F7D0A4964CE1}"/>
              </a:ext>
            </a:extLst>
          </p:cNvPr>
          <p:cNvSpPr>
            <a:spLocks noGrp="1"/>
          </p:cNvSpPr>
          <p:nvPr/>
        </p:nvSpPr>
        <p:spPr>
          <a:xfrm>
            <a:off x="1010873" y="2855402"/>
            <a:ext cx="28398" cy="28398"/>
          </a:xfrm>
          <a:prstGeom prst="ellipse">
            <a:avLst/>
          </a:prstGeom>
          <a:solidFill>
            <a:srgbClr val="7F8C97">
              <a:alpha val="48000"/>
            </a:srgbClr>
          </a:solidFill>
          <a:ln w="0">
            <a:noFill/>
            <a:prstDash val="solid"/>
          </a:ln>
        </p:spPr>
      </p:sp>
      <p:sp>
        <p:nvSpPr>
          <p:cNvPr id="373" name="01_find_only_372">
            <a:extLst>
              <a:ext uri="{FF2B5EF4-FFF2-40B4-BE49-F238E27FC236}">
                <a16:creationId xmlns:a16="http://schemas.microsoft.com/office/drawing/2014/main" id="{EA256C66-56CA-4AB6-B81B-0472B9A1C5BE}"/>
              </a:ext>
            </a:extLst>
          </p:cNvPr>
          <p:cNvSpPr>
            <a:spLocks noGrp="1"/>
          </p:cNvSpPr>
          <p:nvPr/>
        </p:nvSpPr>
        <p:spPr>
          <a:xfrm>
            <a:off x="1020125" y="3743013"/>
            <a:ext cx="28398" cy="28398"/>
          </a:xfrm>
          <a:prstGeom prst="ellipse">
            <a:avLst/>
          </a:prstGeom>
          <a:solidFill>
            <a:srgbClr val="7F8C97">
              <a:alpha val="48000"/>
            </a:srgbClr>
          </a:solidFill>
          <a:ln w="0">
            <a:noFill/>
            <a:prstDash val="solid"/>
          </a:ln>
        </p:spPr>
      </p:sp>
      <p:sp>
        <p:nvSpPr>
          <p:cNvPr id="374" name="01_find_only_373">
            <a:extLst>
              <a:ext uri="{FF2B5EF4-FFF2-40B4-BE49-F238E27FC236}">
                <a16:creationId xmlns:a16="http://schemas.microsoft.com/office/drawing/2014/main" id="{3609D104-96A1-4E48-9305-17A02B80E1BF}"/>
              </a:ext>
            </a:extLst>
          </p:cNvPr>
          <p:cNvSpPr>
            <a:spLocks noGrp="1"/>
          </p:cNvSpPr>
          <p:nvPr/>
        </p:nvSpPr>
        <p:spPr>
          <a:xfrm>
            <a:off x="1029377" y="2855402"/>
            <a:ext cx="28398" cy="28398"/>
          </a:xfrm>
          <a:prstGeom prst="ellipse">
            <a:avLst/>
          </a:prstGeom>
          <a:solidFill>
            <a:srgbClr val="7F8C97">
              <a:alpha val="48000"/>
            </a:srgbClr>
          </a:solidFill>
          <a:ln w="0">
            <a:noFill/>
            <a:prstDash val="solid"/>
          </a:ln>
        </p:spPr>
      </p:sp>
      <p:sp>
        <p:nvSpPr>
          <p:cNvPr id="375" name="01_find_only_374">
            <a:extLst>
              <a:ext uri="{FF2B5EF4-FFF2-40B4-BE49-F238E27FC236}">
                <a16:creationId xmlns:a16="http://schemas.microsoft.com/office/drawing/2014/main" id="{DF3AFDC2-E670-41E7-9F5D-4952A1D4EBEF}"/>
              </a:ext>
            </a:extLst>
          </p:cNvPr>
          <p:cNvSpPr>
            <a:spLocks noGrp="1"/>
          </p:cNvSpPr>
          <p:nvPr/>
        </p:nvSpPr>
        <p:spPr>
          <a:xfrm>
            <a:off x="1070296" y="2855402"/>
            <a:ext cx="28398" cy="28398"/>
          </a:xfrm>
          <a:prstGeom prst="ellipse">
            <a:avLst/>
          </a:prstGeom>
          <a:solidFill>
            <a:srgbClr val="7F8C97">
              <a:alpha val="48000"/>
            </a:srgbClr>
          </a:solidFill>
          <a:ln w="0">
            <a:noFill/>
            <a:prstDash val="solid"/>
          </a:ln>
        </p:spPr>
      </p:sp>
      <p:sp>
        <p:nvSpPr>
          <p:cNvPr id="376" name="01_find_only_375">
            <a:extLst>
              <a:ext uri="{FF2B5EF4-FFF2-40B4-BE49-F238E27FC236}">
                <a16:creationId xmlns:a16="http://schemas.microsoft.com/office/drawing/2014/main" id="{2F5C0AB9-D03F-4F2D-BD9D-A6824518F974}"/>
              </a:ext>
            </a:extLst>
          </p:cNvPr>
          <p:cNvSpPr>
            <a:spLocks noGrp="1"/>
          </p:cNvSpPr>
          <p:nvPr/>
        </p:nvSpPr>
        <p:spPr>
          <a:xfrm>
            <a:off x="1060662" y="3489410"/>
            <a:ext cx="28398" cy="28398"/>
          </a:xfrm>
          <a:prstGeom prst="ellipse">
            <a:avLst/>
          </a:prstGeom>
          <a:solidFill>
            <a:srgbClr val="7F8C97">
              <a:alpha val="48000"/>
            </a:srgbClr>
          </a:solidFill>
          <a:ln w="0">
            <a:noFill/>
            <a:prstDash val="solid"/>
          </a:ln>
        </p:spPr>
      </p:sp>
      <p:sp>
        <p:nvSpPr>
          <p:cNvPr id="377" name="01_find_only_376">
            <a:extLst>
              <a:ext uri="{FF2B5EF4-FFF2-40B4-BE49-F238E27FC236}">
                <a16:creationId xmlns:a16="http://schemas.microsoft.com/office/drawing/2014/main" id="{3F87F125-793D-44DB-91D2-A9191E127156}"/>
              </a:ext>
            </a:extLst>
          </p:cNvPr>
          <p:cNvSpPr>
            <a:spLocks noGrp="1"/>
          </p:cNvSpPr>
          <p:nvPr/>
        </p:nvSpPr>
        <p:spPr>
          <a:xfrm>
            <a:off x="1024131" y="3278074"/>
            <a:ext cx="28398" cy="28398"/>
          </a:xfrm>
          <a:prstGeom prst="ellipse">
            <a:avLst/>
          </a:prstGeom>
          <a:solidFill>
            <a:srgbClr val="7F8C97">
              <a:alpha val="48000"/>
            </a:srgbClr>
          </a:solidFill>
          <a:ln w="0">
            <a:noFill/>
            <a:prstDash val="solid"/>
          </a:ln>
        </p:spPr>
      </p:sp>
      <p:sp>
        <p:nvSpPr>
          <p:cNvPr id="378" name="01_find_only_377">
            <a:extLst>
              <a:ext uri="{FF2B5EF4-FFF2-40B4-BE49-F238E27FC236}">
                <a16:creationId xmlns:a16="http://schemas.microsoft.com/office/drawing/2014/main" id="{89B8CBE1-B31A-4639-AA60-1D8C4F648D41}"/>
              </a:ext>
            </a:extLst>
          </p:cNvPr>
          <p:cNvSpPr>
            <a:spLocks noGrp="1"/>
          </p:cNvSpPr>
          <p:nvPr/>
        </p:nvSpPr>
        <p:spPr>
          <a:xfrm>
            <a:off x="1041395" y="3489410"/>
            <a:ext cx="28398" cy="28398"/>
          </a:xfrm>
          <a:prstGeom prst="ellipse">
            <a:avLst/>
          </a:prstGeom>
          <a:solidFill>
            <a:srgbClr val="7F8C97">
              <a:alpha val="48000"/>
            </a:srgbClr>
          </a:solidFill>
          <a:ln w="0">
            <a:noFill/>
            <a:prstDash val="solid"/>
          </a:ln>
        </p:spPr>
      </p:sp>
      <p:sp>
        <p:nvSpPr>
          <p:cNvPr id="379" name="01_find_only_378">
            <a:extLst>
              <a:ext uri="{FF2B5EF4-FFF2-40B4-BE49-F238E27FC236}">
                <a16:creationId xmlns:a16="http://schemas.microsoft.com/office/drawing/2014/main" id="{D1088841-D673-4B4C-960D-4774D83FF839}"/>
              </a:ext>
            </a:extLst>
          </p:cNvPr>
          <p:cNvSpPr>
            <a:spLocks noGrp="1"/>
          </p:cNvSpPr>
          <p:nvPr/>
        </p:nvSpPr>
        <p:spPr>
          <a:xfrm>
            <a:off x="1007630" y="3987559"/>
            <a:ext cx="28398" cy="28398"/>
          </a:xfrm>
          <a:prstGeom prst="ellipse">
            <a:avLst/>
          </a:prstGeom>
          <a:solidFill>
            <a:srgbClr val="7F8C97">
              <a:alpha val="48000"/>
            </a:srgbClr>
          </a:solidFill>
          <a:ln w="0">
            <a:noFill/>
            <a:prstDash val="solid"/>
          </a:ln>
        </p:spPr>
      </p:sp>
      <p:sp>
        <p:nvSpPr>
          <p:cNvPr id="380" name="01_find_only_379">
            <a:extLst>
              <a:ext uri="{FF2B5EF4-FFF2-40B4-BE49-F238E27FC236}">
                <a16:creationId xmlns:a16="http://schemas.microsoft.com/office/drawing/2014/main" id="{F6C81549-178A-4BFE-9974-438FCA3E014A}"/>
              </a:ext>
            </a:extLst>
          </p:cNvPr>
          <p:cNvSpPr>
            <a:spLocks noGrp="1"/>
          </p:cNvSpPr>
          <p:nvPr/>
        </p:nvSpPr>
        <p:spPr>
          <a:xfrm>
            <a:off x="1528423" y="2855402"/>
            <a:ext cx="28398" cy="28398"/>
          </a:xfrm>
          <a:prstGeom prst="ellipse">
            <a:avLst/>
          </a:prstGeom>
          <a:solidFill>
            <a:srgbClr val="7F8C97">
              <a:alpha val="48000"/>
            </a:srgbClr>
          </a:solidFill>
          <a:ln w="0">
            <a:noFill/>
            <a:prstDash val="solid"/>
          </a:ln>
        </p:spPr>
      </p:sp>
      <p:sp>
        <p:nvSpPr>
          <p:cNvPr id="381" name="01_find_only_380">
            <a:extLst>
              <a:ext uri="{FF2B5EF4-FFF2-40B4-BE49-F238E27FC236}">
                <a16:creationId xmlns:a16="http://schemas.microsoft.com/office/drawing/2014/main" id="{32F39798-BDC4-4806-8856-2D9D3767EA75}"/>
              </a:ext>
            </a:extLst>
          </p:cNvPr>
          <p:cNvSpPr>
            <a:spLocks noGrp="1"/>
          </p:cNvSpPr>
          <p:nvPr/>
        </p:nvSpPr>
        <p:spPr>
          <a:xfrm>
            <a:off x="1510110" y="3119572"/>
            <a:ext cx="28398" cy="28398"/>
          </a:xfrm>
          <a:prstGeom prst="ellipse">
            <a:avLst/>
          </a:prstGeom>
          <a:solidFill>
            <a:srgbClr val="7F8C97">
              <a:alpha val="48000"/>
            </a:srgbClr>
          </a:solidFill>
          <a:ln w="0">
            <a:noFill/>
            <a:prstDash val="solid"/>
          </a:ln>
        </p:spPr>
      </p:sp>
      <p:sp>
        <p:nvSpPr>
          <p:cNvPr id="382" name="01_find_only_381">
            <a:extLst>
              <a:ext uri="{FF2B5EF4-FFF2-40B4-BE49-F238E27FC236}">
                <a16:creationId xmlns:a16="http://schemas.microsoft.com/office/drawing/2014/main" id="{D0E66807-ECE9-408C-A168-7398E4940F04}"/>
              </a:ext>
            </a:extLst>
          </p:cNvPr>
          <p:cNvSpPr>
            <a:spLocks noGrp="1"/>
          </p:cNvSpPr>
          <p:nvPr/>
        </p:nvSpPr>
        <p:spPr>
          <a:xfrm>
            <a:off x="1524990" y="2855402"/>
            <a:ext cx="28398" cy="28398"/>
          </a:xfrm>
          <a:prstGeom prst="ellipse">
            <a:avLst/>
          </a:prstGeom>
          <a:solidFill>
            <a:srgbClr val="7F8C97">
              <a:alpha val="48000"/>
            </a:srgbClr>
          </a:solidFill>
          <a:ln w="0">
            <a:noFill/>
            <a:prstDash val="solid"/>
          </a:ln>
        </p:spPr>
      </p:sp>
      <p:sp>
        <p:nvSpPr>
          <p:cNvPr id="383" name="01_find_only_382">
            <a:extLst>
              <a:ext uri="{FF2B5EF4-FFF2-40B4-BE49-F238E27FC236}">
                <a16:creationId xmlns:a16="http://schemas.microsoft.com/office/drawing/2014/main" id="{37F6F0D8-1409-416F-82E3-A847DD40EDE9}"/>
              </a:ext>
            </a:extLst>
          </p:cNvPr>
          <p:cNvSpPr>
            <a:spLocks noGrp="1"/>
          </p:cNvSpPr>
          <p:nvPr/>
        </p:nvSpPr>
        <p:spPr>
          <a:xfrm>
            <a:off x="1524608" y="2855402"/>
            <a:ext cx="28398" cy="28398"/>
          </a:xfrm>
          <a:prstGeom prst="ellipse">
            <a:avLst/>
          </a:prstGeom>
          <a:solidFill>
            <a:srgbClr val="7F8C97">
              <a:alpha val="48000"/>
            </a:srgbClr>
          </a:solidFill>
          <a:ln w="0">
            <a:noFill/>
            <a:prstDash val="solid"/>
          </a:ln>
        </p:spPr>
      </p:sp>
      <p:sp>
        <p:nvSpPr>
          <p:cNvPr id="384" name="01_find_only_383">
            <a:extLst>
              <a:ext uri="{FF2B5EF4-FFF2-40B4-BE49-F238E27FC236}">
                <a16:creationId xmlns:a16="http://schemas.microsoft.com/office/drawing/2014/main" id="{89802846-F291-4150-BFF1-91A259873B8F}"/>
              </a:ext>
            </a:extLst>
          </p:cNvPr>
          <p:cNvSpPr>
            <a:spLocks noGrp="1"/>
          </p:cNvSpPr>
          <p:nvPr/>
        </p:nvSpPr>
        <p:spPr>
          <a:xfrm>
            <a:off x="1540823" y="2855402"/>
            <a:ext cx="28398" cy="28398"/>
          </a:xfrm>
          <a:prstGeom prst="ellipse">
            <a:avLst/>
          </a:prstGeom>
          <a:solidFill>
            <a:srgbClr val="7F8C97">
              <a:alpha val="48000"/>
            </a:srgbClr>
          </a:solidFill>
          <a:ln w="0">
            <a:noFill/>
            <a:prstDash val="solid"/>
          </a:ln>
        </p:spPr>
      </p:sp>
      <p:sp>
        <p:nvSpPr>
          <p:cNvPr id="385" name="01_find_only_384">
            <a:extLst>
              <a:ext uri="{FF2B5EF4-FFF2-40B4-BE49-F238E27FC236}">
                <a16:creationId xmlns:a16="http://schemas.microsoft.com/office/drawing/2014/main" id="{875145CF-E6CF-48E6-9951-B1315C203899}"/>
              </a:ext>
            </a:extLst>
          </p:cNvPr>
          <p:cNvSpPr>
            <a:spLocks noGrp="1"/>
          </p:cNvSpPr>
          <p:nvPr/>
        </p:nvSpPr>
        <p:spPr>
          <a:xfrm>
            <a:off x="1568579" y="3278074"/>
            <a:ext cx="28398" cy="28398"/>
          </a:xfrm>
          <a:prstGeom prst="ellipse">
            <a:avLst/>
          </a:prstGeom>
          <a:solidFill>
            <a:srgbClr val="7F8C97">
              <a:alpha val="48000"/>
            </a:srgbClr>
          </a:solidFill>
          <a:ln w="0">
            <a:noFill/>
            <a:prstDash val="solid"/>
          </a:ln>
        </p:spPr>
      </p:sp>
      <p:sp>
        <p:nvSpPr>
          <p:cNvPr id="386" name="01_find_only_385">
            <a:extLst>
              <a:ext uri="{FF2B5EF4-FFF2-40B4-BE49-F238E27FC236}">
                <a16:creationId xmlns:a16="http://schemas.microsoft.com/office/drawing/2014/main" id="{4410B4EA-7CE9-4056-BC56-0E32257F792B}"/>
              </a:ext>
            </a:extLst>
          </p:cNvPr>
          <p:cNvSpPr>
            <a:spLocks noGrp="1"/>
          </p:cNvSpPr>
          <p:nvPr/>
        </p:nvSpPr>
        <p:spPr>
          <a:xfrm>
            <a:off x="1586034" y="2855402"/>
            <a:ext cx="28398" cy="28398"/>
          </a:xfrm>
          <a:prstGeom prst="ellipse">
            <a:avLst/>
          </a:prstGeom>
          <a:solidFill>
            <a:srgbClr val="7F8C97">
              <a:alpha val="48000"/>
            </a:srgbClr>
          </a:solidFill>
          <a:ln w="0">
            <a:noFill/>
            <a:prstDash val="solid"/>
          </a:ln>
        </p:spPr>
      </p:sp>
      <p:sp>
        <p:nvSpPr>
          <p:cNvPr id="387" name="01_find_only_386">
            <a:extLst>
              <a:ext uri="{FF2B5EF4-FFF2-40B4-BE49-F238E27FC236}">
                <a16:creationId xmlns:a16="http://schemas.microsoft.com/office/drawing/2014/main" id="{8B24B70D-6054-4795-B3FA-496B729A7981}"/>
              </a:ext>
            </a:extLst>
          </p:cNvPr>
          <p:cNvSpPr>
            <a:spLocks noGrp="1"/>
          </p:cNvSpPr>
          <p:nvPr/>
        </p:nvSpPr>
        <p:spPr>
          <a:xfrm>
            <a:off x="1515165" y="2855402"/>
            <a:ext cx="28398" cy="28398"/>
          </a:xfrm>
          <a:prstGeom prst="ellipse">
            <a:avLst/>
          </a:prstGeom>
          <a:solidFill>
            <a:srgbClr val="7F8C97">
              <a:alpha val="48000"/>
            </a:srgbClr>
          </a:solidFill>
          <a:ln w="0">
            <a:noFill/>
            <a:prstDash val="solid"/>
          </a:ln>
        </p:spPr>
      </p:sp>
      <p:sp>
        <p:nvSpPr>
          <p:cNvPr id="388" name="01_find_only_387">
            <a:extLst>
              <a:ext uri="{FF2B5EF4-FFF2-40B4-BE49-F238E27FC236}">
                <a16:creationId xmlns:a16="http://schemas.microsoft.com/office/drawing/2014/main" id="{C8336243-1A74-45A8-83C9-61DFBE05D973}"/>
              </a:ext>
            </a:extLst>
          </p:cNvPr>
          <p:cNvSpPr>
            <a:spLocks noGrp="1"/>
          </p:cNvSpPr>
          <p:nvPr/>
        </p:nvSpPr>
        <p:spPr>
          <a:xfrm>
            <a:off x="1558755" y="2855402"/>
            <a:ext cx="28398" cy="28398"/>
          </a:xfrm>
          <a:prstGeom prst="ellipse">
            <a:avLst/>
          </a:prstGeom>
          <a:solidFill>
            <a:srgbClr val="7F8C97">
              <a:alpha val="48000"/>
            </a:srgbClr>
          </a:solidFill>
          <a:ln w="0">
            <a:noFill/>
            <a:prstDash val="solid"/>
          </a:ln>
        </p:spPr>
      </p:sp>
      <p:sp>
        <p:nvSpPr>
          <p:cNvPr id="389" name="01_find_only_388">
            <a:extLst>
              <a:ext uri="{FF2B5EF4-FFF2-40B4-BE49-F238E27FC236}">
                <a16:creationId xmlns:a16="http://schemas.microsoft.com/office/drawing/2014/main" id="{F14AAD93-9F5D-4E7F-BCC7-EDBA8FEFF5E2}"/>
              </a:ext>
            </a:extLst>
          </p:cNvPr>
          <p:cNvSpPr>
            <a:spLocks noGrp="1"/>
          </p:cNvSpPr>
          <p:nvPr/>
        </p:nvSpPr>
        <p:spPr>
          <a:xfrm>
            <a:off x="1515451" y="3489410"/>
            <a:ext cx="28398" cy="28398"/>
          </a:xfrm>
          <a:prstGeom prst="ellipse">
            <a:avLst/>
          </a:prstGeom>
          <a:solidFill>
            <a:srgbClr val="7F8C97">
              <a:alpha val="48000"/>
            </a:srgbClr>
          </a:solidFill>
          <a:ln w="0">
            <a:noFill/>
            <a:prstDash val="solid"/>
          </a:ln>
        </p:spPr>
      </p:sp>
      <p:sp>
        <p:nvSpPr>
          <p:cNvPr id="390" name="01_find_only_389">
            <a:extLst>
              <a:ext uri="{FF2B5EF4-FFF2-40B4-BE49-F238E27FC236}">
                <a16:creationId xmlns:a16="http://schemas.microsoft.com/office/drawing/2014/main" id="{AC5BDFC5-0563-493A-B732-959C5C1017E8}"/>
              </a:ext>
            </a:extLst>
          </p:cNvPr>
          <p:cNvSpPr>
            <a:spLocks noGrp="1"/>
          </p:cNvSpPr>
          <p:nvPr/>
        </p:nvSpPr>
        <p:spPr>
          <a:xfrm>
            <a:off x="1504959" y="2855402"/>
            <a:ext cx="28398" cy="28398"/>
          </a:xfrm>
          <a:prstGeom prst="ellipse">
            <a:avLst/>
          </a:prstGeom>
          <a:solidFill>
            <a:srgbClr val="7F8C97">
              <a:alpha val="48000"/>
            </a:srgbClr>
          </a:solidFill>
          <a:ln w="0">
            <a:noFill/>
            <a:prstDash val="solid"/>
          </a:ln>
        </p:spPr>
      </p:sp>
      <p:sp>
        <p:nvSpPr>
          <p:cNvPr id="391" name="01_find_only_390">
            <a:extLst>
              <a:ext uri="{FF2B5EF4-FFF2-40B4-BE49-F238E27FC236}">
                <a16:creationId xmlns:a16="http://schemas.microsoft.com/office/drawing/2014/main" id="{FFC4FB64-A08F-429A-9CB2-B5E3C42542CD}"/>
              </a:ext>
            </a:extLst>
          </p:cNvPr>
          <p:cNvSpPr>
            <a:spLocks noGrp="1"/>
          </p:cNvSpPr>
          <p:nvPr/>
        </p:nvSpPr>
        <p:spPr>
          <a:xfrm>
            <a:off x="1578403" y="3013904"/>
            <a:ext cx="28398" cy="28398"/>
          </a:xfrm>
          <a:prstGeom prst="ellipse">
            <a:avLst/>
          </a:prstGeom>
          <a:solidFill>
            <a:srgbClr val="7F8C97">
              <a:alpha val="48000"/>
            </a:srgbClr>
          </a:solidFill>
          <a:ln w="0">
            <a:noFill/>
            <a:prstDash val="solid"/>
          </a:ln>
        </p:spPr>
      </p:sp>
      <p:sp>
        <p:nvSpPr>
          <p:cNvPr id="392" name="01_find_only_391">
            <a:extLst>
              <a:ext uri="{FF2B5EF4-FFF2-40B4-BE49-F238E27FC236}">
                <a16:creationId xmlns:a16="http://schemas.microsoft.com/office/drawing/2014/main" id="{60A9F4A0-B67C-4C7E-B568-3E8197CA0B23}"/>
              </a:ext>
            </a:extLst>
          </p:cNvPr>
          <p:cNvSpPr>
            <a:spLocks noGrp="1"/>
          </p:cNvSpPr>
          <p:nvPr/>
        </p:nvSpPr>
        <p:spPr>
          <a:xfrm>
            <a:off x="1597956" y="3278074"/>
            <a:ext cx="28398" cy="28398"/>
          </a:xfrm>
          <a:prstGeom prst="ellipse">
            <a:avLst/>
          </a:prstGeom>
          <a:solidFill>
            <a:srgbClr val="7F8C97">
              <a:alpha val="48000"/>
            </a:srgbClr>
          </a:solidFill>
          <a:ln w="0">
            <a:noFill/>
            <a:prstDash val="solid"/>
          </a:ln>
        </p:spPr>
      </p:sp>
      <p:sp>
        <p:nvSpPr>
          <p:cNvPr id="393" name="01_find_only_392">
            <a:extLst>
              <a:ext uri="{FF2B5EF4-FFF2-40B4-BE49-F238E27FC236}">
                <a16:creationId xmlns:a16="http://schemas.microsoft.com/office/drawing/2014/main" id="{FF1490FB-CB85-473C-9826-667F215879AA}"/>
              </a:ext>
            </a:extLst>
          </p:cNvPr>
          <p:cNvSpPr>
            <a:spLocks noGrp="1"/>
          </p:cNvSpPr>
          <p:nvPr/>
        </p:nvSpPr>
        <p:spPr>
          <a:xfrm>
            <a:off x="1540537" y="2855402"/>
            <a:ext cx="28398" cy="28398"/>
          </a:xfrm>
          <a:prstGeom prst="ellipse">
            <a:avLst/>
          </a:prstGeom>
          <a:solidFill>
            <a:srgbClr val="7F8C97">
              <a:alpha val="48000"/>
            </a:srgbClr>
          </a:solidFill>
          <a:ln w="0">
            <a:noFill/>
            <a:prstDash val="solid"/>
          </a:ln>
        </p:spPr>
      </p:sp>
      <p:sp>
        <p:nvSpPr>
          <p:cNvPr id="394" name="01_find_only_393">
            <a:extLst>
              <a:ext uri="{FF2B5EF4-FFF2-40B4-BE49-F238E27FC236}">
                <a16:creationId xmlns:a16="http://schemas.microsoft.com/office/drawing/2014/main" id="{4FC60BD4-0496-40CA-92A4-727FFFDEEA4D}"/>
              </a:ext>
            </a:extLst>
          </p:cNvPr>
          <p:cNvSpPr>
            <a:spLocks noGrp="1"/>
          </p:cNvSpPr>
          <p:nvPr/>
        </p:nvSpPr>
        <p:spPr>
          <a:xfrm>
            <a:off x="1592806" y="2855402"/>
            <a:ext cx="28398" cy="28398"/>
          </a:xfrm>
          <a:prstGeom prst="ellipse">
            <a:avLst/>
          </a:prstGeom>
          <a:solidFill>
            <a:srgbClr val="7F8C97">
              <a:alpha val="48000"/>
            </a:srgbClr>
          </a:solidFill>
          <a:ln w="0">
            <a:noFill/>
            <a:prstDash val="solid"/>
          </a:ln>
        </p:spPr>
      </p:sp>
      <p:sp>
        <p:nvSpPr>
          <p:cNvPr id="395" name="01_find_only_394">
            <a:extLst>
              <a:ext uri="{FF2B5EF4-FFF2-40B4-BE49-F238E27FC236}">
                <a16:creationId xmlns:a16="http://schemas.microsoft.com/office/drawing/2014/main" id="{3670B35F-4ADC-42E9-AF96-CD116D44155F}"/>
              </a:ext>
            </a:extLst>
          </p:cNvPr>
          <p:cNvSpPr>
            <a:spLocks noGrp="1"/>
          </p:cNvSpPr>
          <p:nvPr/>
        </p:nvSpPr>
        <p:spPr>
          <a:xfrm>
            <a:off x="1524894" y="3066738"/>
            <a:ext cx="28398" cy="28398"/>
          </a:xfrm>
          <a:prstGeom prst="ellipse">
            <a:avLst/>
          </a:prstGeom>
          <a:solidFill>
            <a:srgbClr val="7F8C97">
              <a:alpha val="48000"/>
            </a:srgbClr>
          </a:solidFill>
          <a:ln w="0">
            <a:noFill/>
            <a:prstDash val="solid"/>
          </a:ln>
        </p:spPr>
      </p:sp>
      <p:sp>
        <p:nvSpPr>
          <p:cNvPr id="396" name="01_find_only_395">
            <a:extLst>
              <a:ext uri="{FF2B5EF4-FFF2-40B4-BE49-F238E27FC236}">
                <a16:creationId xmlns:a16="http://schemas.microsoft.com/office/drawing/2014/main" id="{B67651EE-1CA1-4A09-BE7C-8F3D3893C8C5}"/>
              </a:ext>
            </a:extLst>
          </p:cNvPr>
          <p:cNvSpPr>
            <a:spLocks noGrp="1"/>
          </p:cNvSpPr>
          <p:nvPr/>
        </p:nvSpPr>
        <p:spPr>
          <a:xfrm>
            <a:off x="1543017" y="3246833"/>
            <a:ext cx="28398" cy="28398"/>
          </a:xfrm>
          <a:prstGeom prst="ellipse">
            <a:avLst/>
          </a:prstGeom>
          <a:solidFill>
            <a:srgbClr val="7F8C97">
              <a:alpha val="48000"/>
            </a:srgbClr>
          </a:solidFill>
          <a:ln w="0">
            <a:noFill/>
            <a:prstDash val="solid"/>
          </a:ln>
        </p:spPr>
      </p:sp>
      <p:sp>
        <p:nvSpPr>
          <p:cNvPr id="397" name="01_find_only_396">
            <a:extLst>
              <a:ext uri="{FF2B5EF4-FFF2-40B4-BE49-F238E27FC236}">
                <a16:creationId xmlns:a16="http://schemas.microsoft.com/office/drawing/2014/main" id="{2DC68384-7020-448B-B72A-F85A0C90B55A}"/>
              </a:ext>
            </a:extLst>
          </p:cNvPr>
          <p:cNvSpPr>
            <a:spLocks noGrp="1"/>
          </p:cNvSpPr>
          <p:nvPr/>
        </p:nvSpPr>
        <p:spPr>
          <a:xfrm>
            <a:off x="1571440" y="3426009"/>
            <a:ext cx="28398" cy="28398"/>
          </a:xfrm>
          <a:prstGeom prst="ellipse">
            <a:avLst/>
          </a:prstGeom>
          <a:solidFill>
            <a:srgbClr val="7F8C97">
              <a:alpha val="48000"/>
            </a:srgbClr>
          </a:solidFill>
          <a:ln w="0">
            <a:noFill/>
            <a:prstDash val="solid"/>
          </a:ln>
        </p:spPr>
      </p:sp>
      <p:sp>
        <p:nvSpPr>
          <p:cNvPr id="398" name="01_find_only_397">
            <a:extLst>
              <a:ext uri="{FF2B5EF4-FFF2-40B4-BE49-F238E27FC236}">
                <a16:creationId xmlns:a16="http://schemas.microsoft.com/office/drawing/2014/main" id="{A8266B92-1EFD-4781-91FE-C87D9AC43969}"/>
              </a:ext>
            </a:extLst>
          </p:cNvPr>
          <p:cNvSpPr>
            <a:spLocks noGrp="1"/>
          </p:cNvSpPr>
          <p:nvPr/>
        </p:nvSpPr>
        <p:spPr>
          <a:xfrm>
            <a:off x="1588514" y="2855402"/>
            <a:ext cx="28398" cy="28398"/>
          </a:xfrm>
          <a:prstGeom prst="ellipse">
            <a:avLst/>
          </a:prstGeom>
          <a:solidFill>
            <a:srgbClr val="7F8C97">
              <a:alpha val="48000"/>
            </a:srgbClr>
          </a:solidFill>
          <a:ln w="0">
            <a:noFill/>
            <a:prstDash val="solid"/>
          </a:ln>
        </p:spPr>
      </p:sp>
      <p:sp>
        <p:nvSpPr>
          <p:cNvPr id="399" name="01_find_only_398">
            <a:extLst>
              <a:ext uri="{FF2B5EF4-FFF2-40B4-BE49-F238E27FC236}">
                <a16:creationId xmlns:a16="http://schemas.microsoft.com/office/drawing/2014/main" id="{A6D6FFD9-69AE-40D7-BD00-830E65F7A0EA}"/>
              </a:ext>
            </a:extLst>
          </p:cNvPr>
          <p:cNvSpPr>
            <a:spLocks noGrp="1"/>
          </p:cNvSpPr>
          <p:nvPr/>
        </p:nvSpPr>
        <p:spPr>
          <a:xfrm>
            <a:off x="1597766" y="3066738"/>
            <a:ext cx="28398" cy="28398"/>
          </a:xfrm>
          <a:prstGeom prst="ellipse">
            <a:avLst/>
          </a:prstGeom>
          <a:solidFill>
            <a:srgbClr val="7F8C97">
              <a:alpha val="48000"/>
            </a:srgbClr>
          </a:solidFill>
          <a:ln w="0">
            <a:noFill/>
            <a:prstDash val="solid"/>
          </a:ln>
        </p:spPr>
      </p:sp>
      <p:sp>
        <p:nvSpPr>
          <p:cNvPr id="400" name="01_find_only_399">
            <a:extLst>
              <a:ext uri="{FF2B5EF4-FFF2-40B4-BE49-F238E27FC236}">
                <a16:creationId xmlns:a16="http://schemas.microsoft.com/office/drawing/2014/main" id="{56986980-0F2A-4B65-8310-2E64CAD904CD}"/>
              </a:ext>
            </a:extLst>
          </p:cNvPr>
          <p:cNvSpPr>
            <a:spLocks noGrp="1"/>
          </p:cNvSpPr>
          <p:nvPr/>
        </p:nvSpPr>
        <p:spPr>
          <a:xfrm>
            <a:off x="1564859" y="2855402"/>
            <a:ext cx="28398" cy="28398"/>
          </a:xfrm>
          <a:prstGeom prst="ellipse">
            <a:avLst/>
          </a:prstGeom>
          <a:solidFill>
            <a:srgbClr val="7F8C97">
              <a:alpha val="48000"/>
            </a:srgbClr>
          </a:solidFill>
          <a:ln w="0">
            <a:noFill/>
            <a:prstDash val="solid"/>
          </a:ln>
        </p:spPr>
      </p:sp>
      <p:sp>
        <p:nvSpPr>
          <p:cNvPr id="401" name="01_find_only_400">
            <a:extLst>
              <a:ext uri="{FF2B5EF4-FFF2-40B4-BE49-F238E27FC236}">
                <a16:creationId xmlns:a16="http://schemas.microsoft.com/office/drawing/2014/main" id="{5756B06E-9809-476F-9FA7-55121D2C2278}"/>
              </a:ext>
            </a:extLst>
          </p:cNvPr>
          <p:cNvSpPr>
            <a:spLocks noGrp="1"/>
          </p:cNvSpPr>
          <p:nvPr/>
        </p:nvSpPr>
        <p:spPr>
          <a:xfrm>
            <a:off x="1508298" y="3389303"/>
            <a:ext cx="28398" cy="28398"/>
          </a:xfrm>
          <a:prstGeom prst="ellipse">
            <a:avLst/>
          </a:prstGeom>
          <a:solidFill>
            <a:srgbClr val="7F8C97">
              <a:alpha val="48000"/>
            </a:srgbClr>
          </a:solidFill>
          <a:ln w="0">
            <a:noFill/>
            <a:prstDash val="solid"/>
          </a:ln>
        </p:spPr>
      </p:sp>
      <p:sp>
        <p:nvSpPr>
          <p:cNvPr id="402" name="01_find_only_401">
            <a:extLst>
              <a:ext uri="{FF2B5EF4-FFF2-40B4-BE49-F238E27FC236}">
                <a16:creationId xmlns:a16="http://schemas.microsoft.com/office/drawing/2014/main" id="{AA16FA6A-42DE-46AB-8A65-3963B19EF96A}"/>
              </a:ext>
            </a:extLst>
          </p:cNvPr>
          <p:cNvSpPr>
            <a:spLocks noGrp="1"/>
          </p:cNvSpPr>
          <p:nvPr/>
        </p:nvSpPr>
        <p:spPr>
          <a:xfrm>
            <a:off x="1522414" y="3172406"/>
            <a:ext cx="28398" cy="28398"/>
          </a:xfrm>
          <a:prstGeom prst="ellipse">
            <a:avLst/>
          </a:prstGeom>
          <a:solidFill>
            <a:srgbClr val="7F8C97">
              <a:alpha val="48000"/>
            </a:srgbClr>
          </a:solidFill>
          <a:ln w="0">
            <a:noFill/>
            <a:prstDash val="solid"/>
          </a:ln>
        </p:spPr>
      </p:sp>
      <p:sp>
        <p:nvSpPr>
          <p:cNvPr id="403" name="01_find_only_402">
            <a:extLst>
              <a:ext uri="{FF2B5EF4-FFF2-40B4-BE49-F238E27FC236}">
                <a16:creationId xmlns:a16="http://schemas.microsoft.com/office/drawing/2014/main" id="{43923053-6072-4103-A31A-C119D0A74243}"/>
              </a:ext>
            </a:extLst>
          </p:cNvPr>
          <p:cNvSpPr>
            <a:spLocks noGrp="1"/>
          </p:cNvSpPr>
          <p:nvPr/>
        </p:nvSpPr>
        <p:spPr>
          <a:xfrm>
            <a:off x="1528614" y="2855402"/>
            <a:ext cx="28398" cy="28398"/>
          </a:xfrm>
          <a:prstGeom prst="ellipse">
            <a:avLst/>
          </a:prstGeom>
          <a:solidFill>
            <a:srgbClr val="7F8C97">
              <a:alpha val="48000"/>
            </a:srgbClr>
          </a:solidFill>
          <a:ln w="0">
            <a:noFill/>
            <a:prstDash val="solid"/>
          </a:ln>
        </p:spPr>
      </p:sp>
      <p:sp>
        <p:nvSpPr>
          <p:cNvPr id="404" name="01_find_only_403">
            <a:extLst>
              <a:ext uri="{FF2B5EF4-FFF2-40B4-BE49-F238E27FC236}">
                <a16:creationId xmlns:a16="http://schemas.microsoft.com/office/drawing/2014/main" id="{11B69AAA-A4BA-4935-8CB0-7F2A2B2EF72F}"/>
              </a:ext>
            </a:extLst>
          </p:cNvPr>
          <p:cNvSpPr>
            <a:spLocks noGrp="1"/>
          </p:cNvSpPr>
          <p:nvPr/>
        </p:nvSpPr>
        <p:spPr>
          <a:xfrm>
            <a:off x="1508107" y="3700746"/>
            <a:ext cx="28398" cy="28398"/>
          </a:xfrm>
          <a:prstGeom prst="ellipse">
            <a:avLst/>
          </a:prstGeom>
          <a:solidFill>
            <a:srgbClr val="7F8C97">
              <a:alpha val="48000"/>
            </a:srgbClr>
          </a:solidFill>
          <a:ln w="0">
            <a:noFill/>
            <a:prstDash val="solid"/>
          </a:ln>
        </p:spPr>
      </p:sp>
      <p:sp>
        <p:nvSpPr>
          <p:cNvPr id="405" name="01_find_only_404">
            <a:extLst>
              <a:ext uri="{FF2B5EF4-FFF2-40B4-BE49-F238E27FC236}">
                <a16:creationId xmlns:a16="http://schemas.microsoft.com/office/drawing/2014/main" id="{D1C0E0AB-2626-4B87-9C86-176000CFFF94}"/>
              </a:ext>
            </a:extLst>
          </p:cNvPr>
          <p:cNvSpPr>
            <a:spLocks noGrp="1"/>
          </p:cNvSpPr>
          <p:nvPr/>
        </p:nvSpPr>
        <p:spPr>
          <a:xfrm>
            <a:off x="1507535" y="3362608"/>
            <a:ext cx="28398" cy="28398"/>
          </a:xfrm>
          <a:prstGeom prst="ellipse">
            <a:avLst/>
          </a:prstGeom>
          <a:solidFill>
            <a:srgbClr val="7F8C97">
              <a:alpha val="48000"/>
            </a:srgbClr>
          </a:solidFill>
          <a:ln w="0">
            <a:noFill/>
            <a:prstDash val="solid"/>
          </a:ln>
        </p:spPr>
      </p:sp>
      <p:sp>
        <p:nvSpPr>
          <p:cNvPr id="406" name="01_find_only_405">
            <a:extLst>
              <a:ext uri="{FF2B5EF4-FFF2-40B4-BE49-F238E27FC236}">
                <a16:creationId xmlns:a16="http://schemas.microsoft.com/office/drawing/2014/main" id="{573E291E-6264-44F3-87ED-170757D988D3}"/>
              </a:ext>
            </a:extLst>
          </p:cNvPr>
          <p:cNvSpPr>
            <a:spLocks noGrp="1"/>
          </p:cNvSpPr>
          <p:nvPr/>
        </p:nvSpPr>
        <p:spPr>
          <a:xfrm>
            <a:off x="1526039" y="4123418"/>
            <a:ext cx="28398" cy="28398"/>
          </a:xfrm>
          <a:prstGeom prst="ellipse">
            <a:avLst/>
          </a:prstGeom>
          <a:solidFill>
            <a:srgbClr val="7F8C97">
              <a:alpha val="48000"/>
            </a:srgbClr>
          </a:solidFill>
          <a:ln w="0">
            <a:noFill/>
            <a:prstDash val="solid"/>
          </a:ln>
        </p:spPr>
      </p:sp>
      <p:sp>
        <p:nvSpPr>
          <p:cNvPr id="407" name="01_find_only_406">
            <a:extLst>
              <a:ext uri="{FF2B5EF4-FFF2-40B4-BE49-F238E27FC236}">
                <a16:creationId xmlns:a16="http://schemas.microsoft.com/office/drawing/2014/main" id="{0D680C20-4619-4AFC-B46D-AAB33ADF9392}"/>
              </a:ext>
            </a:extLst>
          </p:cNvPr>
          <p:cNvSpPr>
            <a:spLocks noGrp="1"/>
          </p:cNvSpPr>
          <p:nvPr/>
        </p:nvSpPr>
        <p:spPr>
          <a:xfrm>
            <a:off x="1561998" y="3489410"/>
            <a:ext cx="28398" cy="28398"/>
          </a:xfrm>
          <a:prstGeom prst="ellipse">
            <a:avLst/>
          </a:prstGeom>
          <a:solidFill>
            <a:srgbClr val="7F8C97">
              <a:alpha val="48000"/>
            </a:srgbClr>
          </a:solidFill>
          <a:ln w="0">
            <a:noFill/>
            <a:prstDash val="solid"/>
          </a:ln>
        </p:spPr>
      </p:sp>
      <p:sp>
        <p:nvSpPr>
          <p:cNvPr id="408" name="01_find_only_407">
            <a:extLst>
              <a:ext uri="{FF2B5EF4-FFF2-40B4-BE49-F238E27FC236}">
                <a16:creationId xmlns:a16="http://schemas.microsoft.com/office/drawing/2014/main" id="{58959C87-5EC1-40FD-B6F0-83395147D547}"/>
              </a:ext>
            </a:extLst>
          </p:cNvPr>
          <p:cNvSpPr>
            <a:spLocks noGrp="1"/>
          </p:cNvSpPr>
          <p:nvPr/>
        </p:nvSpPr>
        <p:spPr>
          <a:xfrm>
            <a:off x="1520983" y="3278074"/>
            <a:ext cx="28398" cy="28398"/>
          </a:xfrm>
          <a:prstGeom prst="ellipse">
            <a:avLst/>
          </a:prstGeom>
          <a:solidFill>
            <a:srgbClr val="7F8C97">
              <a:alpha val="48000"/>
            </a:srgbClr>
          </a:solidFill>
          <a:ln w="0">
            <a:noFill/>
            <a:prstDash val="solid"/>
          </a:ln>
        </p:spPr>
      </p:sp>
      <p:sp>
        <p:nvSpPr>
          <p:cNvPr id="409" name="01_find_only_408">
            <a:extLst>
              <a:ext uri="{FF2B5EF4-FFF2-40B4-BE49-F238E27FC236}">
                <a16:creationId xmlns:a16="http://schemas.microsoft.com/office/drawing/2014/main" id="{A1D66A2F-26CE-466F-BEDF-EE219B9CF057}"/>
              </a:ext>
            </a:extLst>
          </p:cNvPr>
          <p:cNvSpPr>
            <a:spLocks noGrp="1"/>
          </p:cNvSpPr>
          <p:nvPr/>
        </p:nvSpPr>
        <p:spPr>
          <a:xfrm>
            <a:off x="1549598" y="2855402"/>
            <a:ext cx="28398" cy="28398"/>
          </a:xfrm>
          <a:prstGeom prst="ellipse">
            <a:avLst/>
          </a:prstGeom>
          <a:solidFill>
            <a:srgbClr val="7F8C97">
              <a:alpha val="48000"/>
            </a:srgbClr>
          </a:solidFill>
          <a:ln w="0">
            <a:noFill/>
            <a:prstDash val="solid"/>
          </a:ln>
        </p:spPr>
      </p:sp>
      <p:sp>
        <p:nvSpPr>
          <p:cNvPr id="410" name="01_find_only_409">
            <a:extLst>
              <a:ext uri="{FF2B5EF4-FFF2-40B4-BE49-F238E27FC236}">
                <a16:creationId xmlns:a16="http://schemas.microsoft.com/office/drawing/2014/main" id="{6300B276-010C-4B5C-933B-6F7DABEFAF6C}"/>
              </a:ext>
            </a:extLst>
          </p:cNvPr>
          <p:cNvSpPr>
            <a:spLocks noGrp="1"/>
          </p:cNvSpPr>
          <p:nvPr/>
        </p:nvSpPr>
        <p:spPr>
          <a:xfrm>
            <a:off x="1539488" y="2855402"/>
            <a:ext cx="28398" cy="28398"/>
          </a:xfrm>
          <a:prstGeom prst="ellipse">
            <a:avLst/>
          </a:prstGeom>
          <a:solidFill>
            <a:srgbClr val="7F8C97">
              <a:alpha val="48000"/>
            </a:srgbClr>
          </a:solidFill>
          <a:ln w="0">
            <a:noFill/>
            <a:prstDash val="solid"/>
          </a:ln>
        </p:spPr>
      </p:sp>
      <p:sp>
        <p:nvSpPr>
          <p:cNvPr id="411" name="01_find_only_410">
            <a:extLst>
              <a:ext uri="{FF2B5EF4-FFF2-40B4-BE49-F238E27FC236}">
                <a16:creationId xmlns:a16="http://schemas.microsoft.com/office/drawing/2014/main" id="{159F6A39-4BEF-48C8-863D-C820DE8E64E2}"/>
              </a:ext>
            </a:extLst>
          </p:cNvPr>
          <p:cNvSpPr>
            <a:spLocks noGrp="1"/>
          </p:cNvSpPr>
          <p:nvPr/>
        </p:nvSpPr>
        <p:spPr>
          <a:xfrm>
            <a:off x="1586797" y="2855402"/>
            <a:ext cx="28398" cy="28398"/>
          </a:xfrm>
          <a:prstGeom prst="ellipse">
            <a:avLst/>
          </a:prstGeom>
          <a:solidFill>
            <a:srgbClr val="7F8C97">
              <a:alpha val="48000"/>
            </a:srgbClr>
          </a:solidFill>
          <a:ln w="0">
            <a:noFill/>
            <a:prstDash val="solid"/>
          </a:ln>
        </p:spPr>
      </p:sp>
      <p:sp>
        <p:nvSpPr>
          <p:cNvPr id="412" name="01_find_only_411">
            <a:extLst>
              <a:ext uri="{FF2B5EF4-FFF2-40B4-BE49-F238E27FC236}">
                <a16:creationId xmlns:a16="http://schemas.microsoft.com/office/drawing/2014/main" id="{1A28C0DE-F715-4EBD-BDED-4FC8A692EDD6}"/>
              </a:ext>
            </a:extLst>
          </p:cNvPr>
          <p:cNvSpPr>
            <a:spLocks noGrp="1"/>
          </p:cNvSpPr>
          <p:nvPr/>
        </p:nvSpPr>
        <p:spPr>
          <a:xfrm>
            <a:off x="1530045" y="4072288"/>
            <a:ext cx="28398" cy="28398"/>
          </a:xfrm>
          <a:prstGeom prst="ellipse">
            <a:avLst/>
          </a:prstGeom>
          <a:solidFill>
            <a:srgbClr val="7F8C97">
              <a:alpha val="48000"/>
            </a:srgbClr>
          </a:solidFill>
          <a:ln w="0">
            <a:noFill/>
            <a:prstDash val="solid"/>
          </a:ln>
        </p:spPr>
      </p:sp>
      <p:sp>
        <p:nvSpPr>
          <p:cNvPr id="413" name="01_find_only_412">
            <a:extLst>
              <a:ext uri="{FF2B5EF4-FFF2-40B4-BE49-F238E27FC236}">
                <a16:creationId xmlns:a16="http://schemas.microsoft.com/office/drawing/2014/main" id="{C4D1B68D-3E54-4AE7-BCF6-813028C387A9}"/>
              </a:ext>
            </a:extLst>
          </p:cNvPr>
          <p:cNvSpPr>
            <a:spLocks noGrp="1"/>
          </p:cNvSpPr>
          <p:nvPr/>
        </p:nvSpPr>
        <p:spPr>
          <a:xfrm>
            <a:off x="1569247" y="3278074"/>
            <a:ext cx="28398" cy="28398"/>
          </a:xfrm>
          <a:prstGeom prst="ellipse">
            <a:avLst/>
          </a:prstGeom>
          <a:solidFill>
            <a:srgbClr val="7F8C97">
              <a:alpha val="48000"/>
            </a:srgbClr>
          </a:solidFill>
          <a:ln w="0">
            <a:noFill/>
            <a:prstDash val="solid"/>
          </a:ln>
        </p:spPr>
      </p:sp>
      <p:sp>
        <p:nvSpPr>
          <p:cNvPr id="414" name="01_find_only_413">
            <a:extLst>
              <a:ext uri="{FF2B5EF4-FFF2-40B4-BE49-F238E27FC236}">
                <a16:creationId xmlns:a16="http://schemas.microsoft.com/office/drawing/2014/main" id="{8DEC5A1C-4875-4688-8879-55BD8DA9ECA2}"/>
              </a:ext>
            </a:extLst>
          </p:cNvPr>
          <p:cNvSpPr>
            <a:spLocks noGrp="1"/>
          </p:cNvSpPr>
          <p:nvPr/>
        </p:nvSpPr>
        <p:spPr>
          <a:xfrm>
            <a:off x="1571631" y="2855402"/>
            <a:ext cx="28398" cy="28398"/>
          </a:xfrm>
          <a:prstGeom prst="ellipse">
            <a:avLst/>
          </a:prstGeom>
          <a:solidFill>
            <a:srgbClr val="7F8C97">
              <a:alpha val="48000"/>
            </a:srgbClr>
          </a:solidFill>
          <a:ln w="0">
            <a:noFill/>
            <a:prstDash val="solid"/>
          </a:ln>
        </p:spPr>
      </p:sp>
      <p:sp>
        <p:nvSpPr>
          <p:cNvPr id="415" name="01_find_only_414">
            <a:extLst>
              <a:ext uri="{FF2B5EF4-FFF2-40B4-BE49-F238E27FC236}">
                <a16:creationId xmlns:a16="http://schemas.microsoft.com/office/drawing/2014/main" id="{430F8A8B-E3C5-4A36-AE4D-4A62DDD3D477}"/>
              </a:ext>
            </a:extLst>
          </p:cNvPr>
          <p:cNvSpPr>
            <a:spLocks noGrp="1"/>
          </p:cNvSpPr>
          <p:nvPr/>
        </p:nvSpPr>
        <p:spPr>
          <a:xfrm>
            <a:off x="1507821" y="3066738"/>
            <a:ext cx="28398" cy="28398"/>
          </a:xfrm>
          <a:prstGeom prst="ellipse">
            <a:avLst/>
          </a:prstGeom>
          <a:solidFill>
            <a:srgbClr val="7F8C97">
              <a:alpha val="48000"/>
            </a:srgbClr>
          </a:solidFill>
          <a:ln w="0">
            <a:noFill/>
            <a:prstDash val="solid"/>
          </a:ln>
        </p:spPr>
      </p:sp>
      <p:sp>
        <p:nvSpPr>
          <p:cNvPr id="416" name="01_find_only_415">
            <a:extLst>
              <a:ext uri="{FF2B5EF4-FFF2-40B4-BE49-F238E27FC236}">
                <a16:creationId xmlns:a16="http://schemas.microsoft.com/office/drawing/2014/main" id="{3AEF7D8A-E080-477D-BD69-24F6B09588BF}"/>
              </a:ext>
            </a:extLst>
          </p:cNvPr>
          <p:cNvSpPr>
            <a:spLocks noGrp="1"/>
          </p:cNvSpPr>
          <p:nvPr/>
        </p:nvSpPr>
        <p:spPr>
          <a:xfrm>
            <a:off x="1585557" y="2855402"/>
            <a:ext cx="28398" cy="28398"/>
          </a:xfrm>
          <a:prstGeom prst="ellipse">
            <a:avLst/>
          </a:prstGeom>
          <a:solidFill>
            <a:srgbClr val="7F8C97">
              <a:alpha val="48000"/>
            </a:srgbClr>
          </a:solidFill>
          <a:ln w="0">
            <a:noFill/>
            <a:prstDash val="solid"/>
          </a:ln>
        </p:spPr>
      </p:sp>
      <p:sp>
        <p:nvSpPr>
          <p:cNvPr id="417" name="01_find_only_416">
            <a:extLst>
              <a:ext uri="{FF2B5EF4-FFF2-40B4-BE49-F238E27FC236}">
                <a16:creationId xmlns:a16="http://schemas.microsoft.com/office/drawing/2014/main" id="{A795F63A-E15D-421D-96F2-79DBD8DA9029}"/>
              </a:ext>
            </a:extLst>
          </p:cNvPr>
          <p:cNvSpPr>
            <a:spLocks noGrp="1"/>
          </p:cNvSpPr>
          <p:nvPr/>
        </p:nvSpPr>
        <p:spPr>
          <a:xfrm>
            <a:off x="1505532" y="2855402"/>
            <a:ext cx="28398" cy="28398"/>
          </a:xfrm>
          <a:prstGeom prst="ellipse">
            <a:avLst/>
          </a:prstGeom>
          <a:solidFill>
            <a:srgbClr val="7F8C97">
              <a:alpha val="48000"/>
            </a:srgbClr>
          </a:solidFill>
          <a:ln w="0">
            <a:noFill/>
            <a:prstDash val="solid"/>
          </a:ln>
        </p:spPr>
      </p:sp>
      <p:sp>
        <p:nvSpPr>
          <p:cNvPr id="418" name="01_find_only_417">
            <a:extLst>
              <a:ext uri="{FF2B5EF4-FFF2-40B4-BE49-F238E27FC236}">
                <a16:creationId xmlns:a16="http://schemas.microsoft.com/office/drawing/2014/main" id="{11D569D3-F56C-4C24-BD6C-A029D6ED8DB1}"/>
              </a:ext>
            </a:extLst>
          </p:cNvPr>
          <p:cNvSpPr>
            <a:spLocks noGrp="1"/>
          </p:cNvSpPr>
          <p:nvPr/>
        </p:nvSpPr>
        <p:spPr>
          <a:xfrm>
            <a:off x="1585366" y="2855402"/>
            <a:ext cx="28398" cy="28398"/>
          </a:xfrm>
          <a:prstGeom prst="ellipse">
            <a:avLst/>
          </a:prstGeom>
          <a:solidFill>
            <a:srgbClr val="7F8C97">
              <a:alpha val="48000"/>
            </a:srgbClr>
          </a:solidFill>
          <a:ln w="0">
            <a:noFill/>
            <a:prstDash val="solid"/>
          </a:ln>
        </p:spPr>
      </p:sp>
      <p:sp>
        <p:nvSpPr>
          <p:cNvPr id="419" name="01_find_only_418">
            <a:extLst>
              <a:ext uri="{FF2B5EF4-FFF2-40B4-BE49-F238E27FC236}">
                <a16:creationId xmlns:a16="http://schemas.microsoft.com/office/drawing/2014/main" id="{8E9CC6B2-ECC9-498F-B49B-932A1BBF88D3}"/>
              </a:ext>
            </a:extLst>
          </p:cNvPr>
          <p:cNvSpPr>
            <a:spLocks noGrp="1"/>
          </p:cNvSpPr>
          <p:nvPr/>
        </p:nvSpPr>
        <p:spPr>
          <a:xfrm>
            <a:off x="1594618" y="2855402"/>
            <a:ext cx="28398" cy="28398"/>
          </a:xfrm>
          <a:prstGeom prst="ellipse">
            <a:avLst/>
          </a:prstGeom>
          <a:solidFill>
            <a:srgbClr val="7F8C97">
              <a:alpha val="48000"/>
            </a:srgbClr>
          </a:solidFill>
          <a:ln w="0">
            <a:noFill/>
            <a:prstDash val="solid"/>
          </a:ln>
        </p:spPr>
      </p:sp>
      <p:sp>
        <p:nvSpPr>
          <p:cNvPr id="420" name="01_find_only_419">
            <a:extLst>
              <a:ext uri="{FF2B5EF4-FFF2-40B4-BE49-F238E27FC236}">
                <a16:creationId xmlns:a16="http://schemas.microsoft.com/office/drawing/2014/main" id="{197A967D-1521-47CD-88AE-EE446943BA45}"/>
              </a:ext>
            </a:extLst>
          </p:cNvPr>
          <p:cNvSpPr>
            <a:spLocks noGrp="1"/>
          </p:cNvSpPr>
          <p:nvPr/>
        </p:nvSpPr>
        <p:spPr>
          <a:xfrm>
            <a:off x="1562570" y="2855402"/>
            <a:ext cx="28398" cy="28398"/>
          </a:xfrm>
          <a:prstGeom prst="ellipse">
            <a:avLst/>
          </a:prstGeom>
          <a:solidFill>
            <a:srgbClr val="7F8C97">
              <a:alpha val="48000"/>
            </a:srgbClr>
          </a:solidFill>
          <a:ln w="0">
            <a:noFill/>
            <a:prstDash val="solid"/>
          </a:ln>
        </p:spPr>
      </p:sp>
      <p:sp>
        <p:nvSpPr>
          <p:cNvPr id="421" name="01_find_only_420">
            <a:extLst>
              <a:ext uri="{FF2B5EF4-FFF2-40B4-BE49-F238E27FC236}">
                <a16:creationId xmlns:a16="http://schemas.microsoft.com/office/drawing/2014/main" id="{EECD85F5-E6DB-48BA-9B31-34E9FA07B37F}"/>
              </a:ext>
            </a:extLst>
          </p:cNvPr>
          <p:cNvSpPr>
            <a:spLocks noGrp="1"/>
          </p:cNvSpPr>
          <p:nvPr/>
        </p:nvSpPr>
        <p:spPr>
          <a:xfrm>
            <a:off x="1533955" y="2855402"/>
            <a:ext cx="28398" cy="28398"/>
          </a:xfrm>
          <a:prstGeom prst="ellipse">
            <a:avLst/>
          </a:prstGeom>
          <a:solidFill>
            <a:srgbClr val="7F8C97">
              <a:alpha val="48000"/>
            </a:srgbClr>
          </a:solidFill>
          <a:ln w="0">
            <a:noFill/>
            <a:prstDash val="solid"/>
          </a:ln>
        </p:spPr>
      </p:sp>
      <p:sp>
        <p:nvSpPr>
          <p:cNvPr id="422" name="01_find_only_421">
            <a:extLst>
              <a:ext uri="{FF2B5EF4-FFF2-40B4-BE49-F238E27FC236}">
                <a16:creationId xmlns:a16="http://schemas.microsoft.com/office/drawing/2014/main" id="{3DFC94F7-4EBC-4064-B324-A14F3DAD4A54}"/>
              </a:ext>
            </a:extLst>
          </p:cNvPr>
          <p:cNvSpPr>
            <a:spLocks noGrp="1"/>
          </p:cNvSpPr>
          <p:nvPr/>
        </p:nvSpPr>
        <p:spPr>
          <a:xfrm>
            <a:off x="1573920" y="2855402"/>
            <a:ext cx="28398" cy="28398"/>
          </a:xfrm>
          <a:prstGeom prst="ellipse">
            <a:avLst/>
          </a:prstGeom>
          <a:solidFill>
            <a:srgbClr val="7F8C97">
              <a:alpha val="48000"/>
            </a:srgbClr>
          </a:solidFill>
          <a:ln w="0">
            <a:noFill/>
            <a:prstDash val="solid"/>
          </a:ln>
        </p:spPr>
      </p:sp>
      <p:sp>
        <p:nvSpPr>
          <p:cNvPr id="423" name="01_find_only_422">
            <a:extLst>
              <a:ext uri="{FF2B5EF4-FFF2-40B4-BE49-F238E27FC236}">
                <a16:creationId xmlns:a16="http://schemas.microsoft.com/office/drawing/2014/main" id="{23B80638-3621-4FA7-AF32-1513D5CE168E}"/>
              </a:ext>
            </a:extLst>
          </p:cNvPr>
          <p:cNvSpPr>
            <a:spLocks noGrp="1"/>
          </p:cNvSpPr>
          <p:nvPr/>
        </p:nvSpPr>
        <p:spPr>
          <a:xfrm>
            <a:off x="1525371" y="2855402"/>
            <a:ext cx="28398" cy="28398"/>
          </a:xfrm>
          <a:prstGeom prst="ellipse">
            <a:avLst/>
          </a:prstGeom>
          <a:solidFill>
            <a:srgbClr val="7F8C97">
              <a:alpha val="48000"/>
            </a:srgbClr>
          </a:solidFill>
          <a:ln w="0">
            <a:noFill/>
            <a:prstDash val="solid"/>
          </a:ln>
        </p:spPr>
      </p:sp>
      <p:sp>
        <p:nvSpPr>
          <p:cNvPr id="424" name="01_find_only_423">
            <a:extLst>
              <a:ext uri="{FF2B5EF4-FFF2-40B4-BE49-F238E27FC236}">
                <a16:creationId xmlns:a16="http://schemas.microsoft.com/office/drawing/2014/main" id="{DECDA8A3-F0AE-4954-BB99-312A4264C47B}"/>
              </a:ext>
            </a:extLst>
          </p:cNvPr>
          <p:cNvSpPr>
            <a:spLocks noGrp="1"/>
          </p:cNvSpPr>
          <p:nvPr/>
        </p:nvSpPr>
        <p:spPr>
          <a:xfrm>
            <a:off x="1549884" y="2855402"/>
            <a:ext cx="28398" cy="28398"/>
          </a:xfrm>
          <a:prstGeom prst="ellipse">
            <a:avLst/>
          </a:prstGeom>
          <a:solidFill>
            <a:srgbClr val="7F8C97">
              <a:alpha val="48000"/>
            </a:srgbClr>
          </a:solidFill>
          <a:ln w="0">
            <a:noFill/>
            <a:prstDash val="solid"/>
          </a:ln>
        </p:spPr>
      </p:sp>
      <p:sp>
        <p:nvSpPr>
          <p:cNvPr id="425" name="01_find_only_424">
            <a:extLst>
              <a:ext uri="{FF2B5EF4-FFF2-40B4-BE49-F238E27FC236}">
                <a16:creationId xmlns:a16="http://schemas.microsoft.com/office/drawing/2014/main" id="{3A98BC76-D652-4B3F-958C-40C9FE233A08}"/>
              </a:ext>
            </a:extLst>
          </p:cNvPr>
          <p:cNvSpPr>
            <a:spLocks noGrp="1"/>
          </p:cNvSpPr>
          <p:nvPr/>
        </p:nvSpPr>
        <p:spPr>
          <a:xfrm>
            <a:off x="1549884" y="2855402"/>
            <a:ext cx="28398" cy="28398"/>
          </a:xfrm>
          <a:prstGeom prst="ellipse">
            <a:avLst/>
          </a:prstGeom>
          <a:solidFill>
            <a:srgbClr val="7F8C97">
              <a:alpha val="48000"/>
            </a:srgbClr>
          </a:solidFill>
          <a:ln w="0">
            <a:noFill/>
            <a:prstDash val="solid"/>
          </a:ln>
        </p:spPr>
      </p:sp>
      <p:sp>
        <p:nvSpPr>
          <p:cNvPr id="426" name="01_find_only_425">
            <a:extLst>
              <a:ext uri="{FF2B5EF4-FFF2-40B4-BE49-F238E27FC236}">
                <a16:creationId xmlns:a16="http://schemas.microsoft.com/office/drawing/2014/main" id="{6321E915-FBCB-49EF-BF91-A79CE93CF717}"/>
              </a:ext>
            </a:extLst>
          </p:cNvPr>
          <p:cNvSpPr>
            <a:spLocks noGrp="1"/>
          </p:cNvSpPr>
          <p:nvPr/>
        </p:nvSpPr>
        <p:spPr>
          <a:xfrm>
            <a:off x="1521270" y="3036547"/>
            <a:ext cx="28398" cy="28398"/>
          </a:xfrm>
          <a:prstGeom prst="ellipse">
            <a:avLst/>
          </a:prstGeom>
          <a:solidFill>
            <a:srgbClr val="7F8C97">
              <a:alpha val="48000"/>
            </a:srgbClr>
          </a:solidFill>
          <a:ln w="0">
            <a:noFill/>
            <a:prstDash val="solid"/>
          </a:ln>
        </p:spPr>
      </p:sp>
      <p:sp>
        <p:nvSpPr>
          <p:cNvPr id="427" name="01_find_only_426">
            <a:extLst>
              <a:ext uri="{FF2B5EF4-FFF2-40B4-BE49-F238E27FC236}">
                <a16:creationId xmlns:a16="http://schemas.microsoft.com/office/drawing/2014/main" id="{AF56314A-1983-4685-9071-4955BAF5FA7A}"/>
              </a:ext>
            </a:extLst>
          </p:cNvPr>
          <p:cNvSpPr>
            <a:spLocks noGrp="1"/>
          </p:cNvSpPr>
          <p:nvPr/>
        </p:nvSpPr>
        <p:spPr>
          <a:xfrm>
            <a:off x="1587751" y="2855402"/>
            <a:ext cx="28398" cy="28398"/>
          </a:xfrm>
          <a:prstGeom prst="ellipse">
            <a:avLst/>
          </a:prstGeom>
          <a:solidFill>
            <a:srgbClr val="7F8C97">
              <a:alpha val="48000"/>
            </a:srgbClr>
          </a:solidFill>
          <a:ln w="0">
            <a:noFill/>
            <a:prstDash val="solid"/>
          </a:ln>
        </p:spPr>
      </p:sp>
      <p:sp>
        <p:nvSpPr>
          <p:cNvPr id="428" name="01_find_only_427">
            <a:extLst>
              <a:ext uri="{FF2B5EF4-FFF2-40B4-BE49-F238E27FC236}">
                <a16:creationId xmlns:a16="http://schemas.microsoft.com/office/drawing/2014/main" id="{22C64427-5E8E-4FAA-9483-89F389676340}"/>
              </a:ext>
            </a:extLst>
          </p:cNvPr>
          <p:cNvSpPr>
            <a:spLocks noGrp="1"/>
          </p:cNvSpPr>
          <p:nvPr/>
        </p:nvSpPr>
        <p:spPr>
          <a:xfrm>
            <a:off x="1535577" y="3700746"/>
            <a:ext cx="28398" cy="28398"/>
          </a:xfrm>
          <a:prstGeom prst="ellipse">
            <a:avLst/>
          </a:prstGeom>
          <a:solidFill>
            <a:srgbClr val="7F8C97">
              <a:alpha val="48000"/>
            </a:srgbClr>
          </a:solidFill>
          <a:ln w="0">
            <a:noFill/>
            <a:prstDash val="solid"/>
          </a:ln>
        </p:spPr>
      </p:sp>
      <p:sp>
        <p:nvSpPr>
          <p:cNvPr id="429" name="01_find_only_428">
            <a:extLst>
              <a:ext uri="{FF2B5EF4-FFF2-40B4-BE49-F238E27FC236}">
                <a16:creationId xmlns:a16="http://schemas.microsoft.com/office/drawing/2014/main" id="{8108DB3A-FDD7-4C50-8B22-0E9D06419BC9}"/>
              </a:ext>
            </a:extLst>
          </p:cNvPr>
          <p:cNvSpPr>
            <a:spLocks noGrp="1"/>
          </p:cNvSpPr>
          <p:nvPr/>
        </p:nvSpPr>
        <p:spPr>
          <a:xfrm>
            <a:off x="1544829" y="2855402"/>
            <a:ext cx="28398" cy="28398"/>
          </a:xfrm>
          <a:prstGeom prst="ellipse">
            <a:avLst/>
          </a:prstGeom>
          <a:solidFill>
            <a:srgbClr val="7F8C97">
              <a:alpha val="48000"/>
            </a:srgbClr>
          </a:solidFill>
          <a:ln w="0">
            <a:noFill/>
            <a:prstDash val="solid"/>
          </a:ln>
        </p:spPr>
      </p:sp>
      <p:sp>
        <p:nvSpPr>
          <p:cNvPr id="430" name="01_find_only_429">
            <a:extLst>
              <a:ext uri="{FF2B5EF4-FFF2-40B4-BE49-F238E27FC236}">
                <a16:creationId xmlns:a16="http://schemas.microsoft.com/office/drawing/2014/main" id="{3E24BB00-5092-4B17-A91F-24E0A13AD74B}"/>
              </a:ext>
            </a:extLst>
          </p:cNvPr>
          <p:cNvSpPr>
            <a:spLocks noGrp="1"/>
          </p:cNvSpPr>
          <p:nvPr/>
        </p:nvSpPr>
        <p:spPr>
          <a:xfrm>
            <a:off x="1596907" y="2855402"/>
            <a:ext cx="28398" cy="28398"/>
          </a:xfrm>
          <a:prstGeom prst="ellipse">
            <a:avLst/>
          </a:prstGeom>
          <a:solidFill>
            <a:srgbClr val="7F8C97">
              <a:alpha val="48000"/>
            </a:srgbClr>
          </a:solidFill>
          <a:ln w="0">
            <a:noFill/>
            <a:prstDash val="solid"/>
          </a:ln>
        </p:spPr>
      </p:sp>
      <p:sp>
        <p:nvSpPr>
          <p:cNvPr id="431" name="01_find_only_430">
            <a:extLst>
              <a:ext uri="{FF2B5EF4-FFF2-40B4-BE49-F238E27FC236}">
                <a16:creationId xmlns:a16="http://schemas.microsoft.com/office/drawing/2014/main" id="{2232E1BA-1686-4889-8EDA-236C05ABB269}"/>
              </a:ext>
            </a:extLst>
          </p:cNvPr>
          <p:cNvSpPr>
            <a:spLocks noGrp="1"/>
          </p:cNvSpPr>
          <p:nvPr/>
        </p:nvSpPr>
        <p:spPr>
          <a:xfrm>
            <a:off x="1568293" y="4123418"/>
            <a:ext cx="28398" cy="28398"/>
          </a:xfrm>
          <a:prstGeom prst="ellipse">
            <a:avLst/>
          </a:prstGeom>
          <a:solidFill>
            <a:srgbClr val="7F8C97">
              <a:alpha val="48000"/>
            </a:srgbClr>
          </a:solidFill>
          <a:ln w="0">
            <a:noFill/>
            <a:prstDash val="solid"/>
          </a:ln>
        </p:spPr>
      </p:sp>
      <p:sp>
        <p:nvSpPr>
          <p:cNvPr id="432" name="01_find_only_431">
            <a:extLst>
              <a:ext uri="{FF2B5EF4-FFF2-40B4-BE49-F238E27FC236}">
                <a16:creationId xmlns:a16="http://schemas.microsoft.com/office/drawing/2014/main" id="{5F12B768-3D1C-4726-A6D2-FA9308EE686C}"/>
              </a:ext>
            </a:extLst>
          </p:cNvPr>
          <p:cNvSpPr>
            <a:spLocks noGrp="1"/>
          </p:cNvSpPr>
          <p:nvPr/>
        </p:nvSpPr>
        <p:spPr>
          <a:xfrm>
            <a:off x="1593473" y="3942273"/>
            <a:ext cx="28398" cy="28398"/>
          </a:xfrm>
          <a:prstGeom prst="ellipse">
            <a:avLst/>
          </a:prstGeom>
          <a:solidFill>
            <a:srgbClr val="7F8C97">
              <a:alpha val="48000"/>
            </a:srgbClr>
          </a:solidFill>
          <a:ln w="0">
            <a:noFill/>
            <a:prstDash val="solid"/>
          </a:ln>
        </p:spPr>
      </p:sp>
      <p:sp>
        <p:nvSpPr>
          <p:cNvPr id="433" name="01_find_only_432">
            <a:extLst>
              <a:ext uri="{FF2B5EF4-FFF2-40B4-BE49-F238E27FC236}">
                <a16:creationId xmlns:a16="http://schemas.microsoft.com/office/drawing/2014/main" id="{E782A812-9598-4472-B983-BB3278044C99}"/>
              </a:ext>
            </a:extLst>
          </p:cNvPr>
          <p:cNvSpPr>
            <a:spLocks noGrp="1"/>
          </p:cNvSpPr>
          <p:nvPr/>
        </p:nvSpPr>
        <p:spPr>
          <a:xfrm>
            <a:off x="1509156" y="4123418"/>
            <a:ext cx="28398" cy="28398"/>
          </a:xfrm>
          <a:prstGeom prst="ellipse">
            <a:avLst/>
          </a:prstGeom>
          <a:solidFill>
            <a:srgbClr val="7F8C97">
              <a:alpha val="48000"/>
            </a:srgbClr>
          </a:solidFill>
          <a:ln w="0">
            <a:noFill/>
            <a:prstDash val="solid"/>
          </a:ln>
        </p:spPr>
      </p:sp>
      <p:sp>
        <p:nvSpPr>
          <p:cNvPr id="434" name="01_find_only_433">
            <a:extLst>
              <a:ext uri="{FF2B5EF4-FFF2-40B4-BE49-F238E27FC236}">
                <a16:creationId xmlns:a16="http://schemas.microsoft.com/office/drawing/2014/main" id="{11F3DB5E-D99D-4143-8D60-C8EAD539F938}"/>
              </a:ext>
            </a:extLst>
          </p:cNvPr>
          <p:cNvSpPr>
            <a:spLocks noGrp="1"/>
          </p:cNvSpPr>
          <p:nvPr/>
        </p:nvSpPr>
        <p:spPr>
          <a:xfrm>
            <a:off x="1586415" y="4123418"/>
            <a:ext cx="28398" cy="28398"/>
          </a:xfrm>
          <a:prstGeom prst="ellipse">
            <a:avLst/>
          </a:prstGeom>
          <a:solidFill>
            <a:srgbClr val="7F8C97">
              <a:alpha val="48000"/>
            </a:srgbClr>
          </a:solidFill>
          <a:ln w="0">
            <a:noFill/>
            <a:prstDash val="solid"/>
          </a:ln>
        </p:spPr>
      </p:sp>
      <p:sp>
        <p:nvSpPr>
          <p:cNvPr id="435" name="01_find_only_434">
            <a:extLst>
              <a:ext uri="{FF2B5EF4-FFF2-40B4-BE49-F238E27FC236}">
                <a16:creationId xmlns:a16="http://schemas.microsoft.com/office/drawing/2014/main" id="{FD553E94-86AB-4393-9752-5167306343D0}"/>
              </a:ext>
            </a:extLst>
          </p:cNvPr>
          <p:cNvSpPr>
            <a:spLocks noGrp="1"/>
          </p:cNvSpPr>
          <p:nvPr/>
        </p:nvSpPr>
        <p:spPr>
          <a:xfrm>
            <a:off x="1573825" y="3278074"/>
            <a:ext cx="28398" cy="28398"/>
          </a:xfrm>
          <a:prstGeom prst="ellipse">
            <a:avLst/>
          </a:prstGeom>
          <a:solidFill>
            <a:srgbClr val="7F8C97">
              <a:alpha val="48000"/>
            </a:srgbClr>
          </a:solidFill>
          <a:ln w="0">
            <a:noFill/>
            <a:prstDash val="solid"/>
          </a:ln>
        </p:spPr>
      </p:sp>
      <p:sp>
        <p:nvSpPr>
          <p:cNvPr id="436" name="01_find_only_435">
            <a:extLst>
              <a:ext uri="{FF2B5EF4-FFF2-40B4-BE49-F238E27FC236}">
                <a16:creationId xmlns:a16="http://schemas.microsoft.com/office/drawing/2014/main" id="{69213D3C-089A-45DE-8057-ED17D31E0898}"/>
              </a:ext>
            </a:extLst>
          </p:cNvPr>
          <p:cNvSpPr>
            <a:spLocks noGrp="1"/>
          </p:cNvSpPr>
          <p:nvPr/>
        </p:nvSpPr>
        <p:spPr>
          <a:xfrm>
            <a:off x="1540918" y="2855402"/>
            <a:ext cx="28398" cy="28398"/>
          </a:xfrm>
          <a:prstGeom prst="ellipse">
            <a:avLst/>
          </a:prstGeom>
          <a:solidFill>
            <a:srgbClr val="7F8C97">
              <a:alpha val="48000"/>
            </a:srgbClr>
          </a:solidFill>
          <a:ln w="0">
            <a:noFill/>
            <a:prstDash val="solid"/>
          </a:ln>
        </p:spPr>
      </p:sp>
      <p:sp>
        <p:nvSpPr>
          <p:cNvPr id="437" name="01_find_only_436">
            <a:extLst>
              <a:ext uri="{FF2B5EF4-FFF2-40B4-BE49-F238E27FC236}">
                <a16:creationId xmlns:a16="http://schemas.microsoft.com/office/drawing/2014/main" id="{9115F582-E4C5-4062-BFDB-B98BBA611183}"/>
              </a:ext>
            </a:extLst>
          </p:cNvPr>
          <p:cNvSpPr>
            <a:spLocks noGrp="1"/>
          </p:cNvSpPr>
          <p:nvPr/>
        </p:nvSpPr>
        <p:spPr>
          <a:xfrm>
            <a:off x="1577545" y="3806414"/>
            <a:ext cx="28398" cy="28398"/>
          </a:xfrm>
          <a:prstGeom prst="ellipse">
            <a:avLst/>
          </a:prstGeom>
          <a:solidFill>
            <a:srgbClr val="7F8C97">
              <a:alpha val="48000"/>
            </a:srgbClr>
          </a:solidFill>
          <a:ln w="0">
            <a:noFill/>
            <a:prstDash val="solid"/>
          </a:ln>
        </p:spPr>
      </p:sp>
      <p:sp>
        <p:nvSpPr>
          <p:cNvPr id="438" name="01_find_only_437">
            <a:extLst>
              <a:ext uri="{FF2B5EF4-FFF2-40B4-BE49-F238E27FC236}">
                <a16:creationId xmlns:a16="http://schemas.microsoft.com/office/drawing/2014/main" id="{C1949342-2F30-4BC6-AA31-3750E6F8309A}"/>
              </a:ext>
            </a:extLst>
          </p:cNvPr>
          <p:cNvSpPr>
            <a:spLocks noGrp="1"/>
          </p:cNvSpPr>
          <p:nvPr/>
        </p:nvSpPr>
        <p:spPr>
          <a:xfrm>
            <a:off x="1597384" y="3172406"/>
            <a:ext cx="28398" cy="28398"/>
          </a:xfrm>
          <a:prstGeom prst="ellipse">
            <a:avLst/>
          </a:prstGeom>
          <a:solidFill>
            <a:srgbClr val="7F8C97">
              <a:alpha val="48000"/>
            </a:srgbClr>
          </a:solidFill>
          <a:ln w="0">
            <a:noFill/>
            <a:prstDash val="solid"/>
          </a:ln>
        </p:spPr>
      </p:sp>
      <p:sp>
        <p:nvSpPr>
          <p:cNvPr id="439" name="01_find_only_438">
            <a:extLst>
              <a:ext uri="{FF2B5EF4-FFF2-40B4-BE49-F238E27FC236}">
                <a16:creationId xmlns:a16="http://schemas.microsoft.com/office/drawing/2014/main" id="{CC3BDBC8-38F3-4BFA-9E02-3E886EADB4A2}"/>
              </a:ext>
            </a:extLst>
          </p:cNvPr>
          <p:cNvSpPr>
            <a:spLocks noGrp="1"/>
          </p:cNvSpPr>
          <p:nvPr/>
        </p:nvSpPr>
        <p:spPr>
          <a:xfrm>
            <a:off x="1567530" y="3278074"/>
            <a:ext cx="28398" cy="28398"/>
          </a:xfrm>
          <a:prstGeom prst="ellipse">
            <a:avLst/>
          </a:prstGeom>
          <a:solidFill>
            <a:srgbClr val="7F8C97">
              <a:alpha val="48000"/>
            </a:srgbClr>
          </a:solidFill>
          <a:ln w="0">
            <a:noFill/>
            <a:prstDash val="solid"/>
          </a:ln>
        </p:spPr>
      </p:sp>
      <p:sp>
        <p:nvSpPr>
          <p:cNvPr id="440" name="01_find_only_439">
            <a:extLst>
              <a:ext uri="{FF2B5EF4-FFF2-40B4-BE49-F238E27FC236}">
                <a16:creationId xmlns:a16="http://schemas.microsoft.com/office/drawing/2014/main" id="{36955E5F-91A1-44FF-83B9-8818C0B84033}"/>
              </a:ext>
            </a:extLst>
          </p:cNvPr>
          <p:cNvSpPr>
            <a:spLocks noGrp="1"/>
          </p:cNvSpPr>
          <p:nvPr/>
        </p:nvSpPr>
        <p:spPr>
          <a:xfrm>
            <a:off x="1574874" y="2855402"/>
            <a:ext cx="28398" cy="28398"/>
          </a:xfrm>
          <a:prstGeom prst="ellipse">
            <a:avLst/>
          </a:prstGeom>
          <a:solidFill>
            <a:srgbClr val="7F8C97">
              <a:alpha val="48000"/>
            </a:srgbClr>
          </a:solidFill>
          <a:ln w="0">
            <a:noFill/>
            <a:prstDash val="solid"/>
          </a:ln>
        </p:spPr>
      </p:sp>
      <p:sp>
        <p:nvSpPr>
          <p:cNvPr id="441" name="01_find_only_440">
            <a:extLst>
              <a:ext uri="{FF2B5EF4-FFF2-40B4-BE49-F238E27FC236}">
                <a16:creationId xmlns:a16="http://schemas.microsoft.com/office/drawing/2014/main" id="{365A90F7-D9DE-4302-BDF5-503C6D4D2CD9}"/>
              </a:ext>
            </a:extLst>
          </p:cNvPr>
          <p:cNvSpPr>
            <a:spLocks noGrp="1"/>
          </p:cNvSpPr>
          <p:nvPr/>
        </p:nvSpPr>
        <p:spPr>
          <a:xfrm>
            <a:off x="1574016" y="3841637"/>
            <a:ext cx="28398" cy="28398"/>
          </a:xfrm>
          <a:prstGeom prst="ellipse">
            <a:avLst/>
          </a:prstGeom>
          <a:solidFill>
            <a:srgbClr val="7F8C97">
              <a:alpha val="48000"/>
            </a:srgbClr>
          </a:solidFill>
          <a:ln w="0">
            <a:noFill/>
            <a:prstDash val="solid"/>
          </a:ln>
        </p:spPr>
      </p:sp>
      <p:sp>
        <p:nvSpPr>
          <p:cNvPr id="442" name="01_find_only_441">
            <a:extLst>
              <a:ext uri="{FF2B5EF4-FFF2-40B4-BE49-F238E27FC236}">
                <a16:creationId xmlns:a16="http://schemas.microsoft.com/office/drawing/2014/main" id="{125E1F69-F057-48F1-901E-C9E3A3190397}"/>
              </a:ext>
            </a:extLst>
          </p:cNvPr>
          <p:cNvSpPr>
            <a:spLocks noGrp="1"/>
          </p:cNvSpPr>
          <p:nvPr/>
        </p:nvSpPr>
        <p:spPr>
          <a:xfrm>
            <a:off x="1558755" y="2855402"/>
            <a:ext cx="28398" cy="28398"/>
          </a:xfrm>
          <a:prstGeom prst="ellipse">
            <a:avLst/>
          </a:prstGeom>
          <a:solidFill>
            <a:srgbClr val="7F8C97">
              <a:alpha val="48000"/>
            </a:srgbClr>
          </a:solidFill>
          <a:ln w="0">
            <a:noFill/>
            <a:prstDash val="solid"/>
          </a:ln>
        </p:spPr>
      </p:sp>
      <p:sp>
        <p:nvSpPr>
          <p:cNvPr id="443" name="01_find_only_442">
            <a:extLst>
              <a:ext uri="{FF2B5EF4-FFF2-40B4-BE49-F238E27FC236}">
                <a16:creationId xmlns:a16="http://schemas.microsoft.com/office/drawing/2014/main" id="{6B2CA372-5779-471D-B309-3852735BB765}"/>
              </a:ext>
            </a:extLst>
          </p:cNvPr>
          <p:cNvSpPr>
            <a:spLocks noGrp="1"/>
          </p:cNvSpPr>
          <p:nvPr/>
        </p:nvSpPr>
        <p:spPr>
          <a:xfrm>
            <a:off x="1532143" y="3616211"/>
            <a:ext cx="28398" cy="28398"/>
          </a:xfrm>
          <a:prstGeom prst="ellipse">
            <a:avLst/>
          </a:prstGeom>
          <a:solidFill>
            <a:srgbClr val="7F8C97">
              <a:alpha val="48000"/>
            </a:srgbClr>
          </a:solidFill>
          <a:ln w="0">
            <a:noFill/>
            <a:prstDash val="solid"/>
          </a:ln>
        </p:spPr>
      </p:sp>
      <p:sp>
        <p:nvSpPr>
          <p:cNvPr id="444" name="01_find_only_443">
            <a:extLst>
              <a:ext uri="{FF2B5EF4-FFF2-40B4-BE49-F238E27FC236}">
                <a16:creationId xmlns:a16="http://schemas.microsoft.com/office/drawing/2014/main" id="{790CC7AF-ECD6-4193-A33D-9A83509D1AA0}"/>
              </a:ext>
            </a:extLst>
          </p:cNvPr>
          <p:cNvSpPr>
            <a:spLocks noGrp="1"/>
          </p:cNvSpPr>
          <p:nvPr/>
        </p:nvSpPr>
        <p:spPr>
          <a:xfrm>
            <a:off x="1590707" y="2855402"/>
            <a:ext cx="28398" cy="28398"/>
          </a:xfrm>
          <a:prstGeom prst="ellipse">
            <a:avLst/>
          </a:prstGeom>
          <a:solidFill>
            <a:srgbClr val="7F8C97">
              <a:alpha val="48000"/>
            </a:srgbClr>
          </a:solidFill>
          <a:ln w="0">
            <a:noFill/>
            <a:prstDash val="solid"/>
          </a:ln>
        </p:spPr>
      </p:sp>
      <p:sp>
        <p:nvSpPr>
          <p:cNvPr id="445" name="01_find_only_444">
            <a:extLst>
              <a:ext uri="{FF2B5EF4-FFF2-40B4-BE49-F238E27FC236}">
                <a16:creationId xmlns:a16="http://schemas.microsoft.com/office/drawing/2014/main" id="{FC62771E-8775-414C-B400-39200CC8D4D5}"/>
              </a:ext>
            </a:extLst>
          </p:cNvPr>
          <p:cNvSpPr>
            <a:spLocks noGrp="1"/>
          </p:cNvSpPr>
          <p:nvPr/>
        </p:nvSpPr>
        <p:spPr>
          <a:xfrm>
            <a:off x="1522033" y="3278074"/>
            <a:ext cx="28398" cy="28398"/>
          </a:xfrm>
          <a:prstGeom prst="ellipse">
            <a:avLst/>
          </a:prstGeom>
          <a:solidFill>
            <a:srgbClr val="7F8C97">
              <a:alpha val="48000"/>
            </a:srgbClr>
          </a:solidFill>
          <a:ln w="0">
            <a:noFill/>
            <a:prstDash val="solid"/>
          </a:ln>
        </p:spPr>
      </p:sp>
      <p:sp>
        <p:nvSpPr>
          <p:cNvPr id="446" name="01_find_only_445">
            <a:extLst>
              <a:ext uri="{FF2B5EF4-FFF2-40B4-BE49-F238E27FC236}">
                <a16:creationId xmlns:a16="http://schemas.microsoft.com/office/drawing/2014/main" id="{B3151BF3-F2A9-4CDB-94A4-A0957331A6C9}"/>
              </a:ext>
            </a:extLst>
          </p:cNvPr>
          <p:cNvSpPr>
            <a:spLocks noGrp="1"/>
          </p:cNvSpPr>
          <p:nvPr/>
        </p:nvSpPr>
        <p:spPr>
          <a:xfrm>
            <a:off x="1521270" y="2855402"/>
            <a:ext cx="28398" cy="28398"/>
          </a:xfrm>
          <a:prstGeom prst="ellipse">
            <a:avLst/>
          </a:prstGeom>
          <a:solidFill>
            <a:srgbClr val="7F8C97">
              <a:alpha val="48000"/>
            </a:srgbClr>
          </a:solidFill>
          <a:ln w="0">
            <a:noFill/>
            <a:prstDash val="solid"/>
          </a:ln>
        </p:spPr>
      </p:sp>
      <p:sp>
        <p:nvSpPr>
          <p:cNvPr id="447" name="01_find_only_446">
            <a:extLst>
              <a:ext uri="{FF2B5EF4-FFF2-40B4-BE49-F238E27FC236}">
                <a16:creationId xmlns:a16="http://schemas.microsoft.com/office/drawing/2014/main" id="{AFB0EC9E-5F8F-421D-9449-7D3264DAEA66}"/>
              </a:ext>
            </a:extLst>
          </p:cNvPr>
          <p:cNvSpPr>
            <a:spLocks noGrp="1"/>
          </p:cNvSpPr>
          <p:nvPr/>
        </p:nvSpPr>
        <p:spPr>
          <a:xfrm>
            <a:off x="1525562" y="3489410"/>
            <a:ext cx="28398" cy="28398"/>
          </a:xfrm>
          <a:prstGeom prst="ellipse">
            <a:avLst/>
          </a:prstGeom>
          <a:solidFill>
            <a:srgbClr val="7F8C97">
              <a:alpha val="48000"/>
            </a:srgbClr>
          </a:solidFill>
          <a:ln w="0">
            <a:noFill/>
            <a:prstDash val="solid"/>
          </a:ln>
        </p:spPr>
      </p:sp>
      <p:sp>
        <p:nvSpPr>
          <p:cNvPr id="448" name="01_find_only_447">
            <a:extLst>
              <a:ext uri="{FF2B5EF4-FFF2-40B4-BE49-F238E27FC236}">
                <a16:creationId xmlns:a16="http://schemas.microsoft.com/office/drawing/2014/main" id="{783B73A3-FB86-4AAB-8ADC-C818FBA61A28}"/>
              </a:ext>
            </a:extLst>
          </p:cNvPr>
          <p:cNvSpPr>
            <a:spLocks noGrp="1"/>
          </p:cNvSpPr>
          <p:nvPr/>
        </p:nvSpPr>
        <p:spPr>
          <a:xfrm>
            <a:off x="1592043" y="3700746"/>
            <a:ext cx="28398" cy="28398"/>
          </a:xfrm>
          <a:prstGeom prst="ellipse">
            <a:avLst/>
          </a:prstGeom>
          <a:solidFill>
            <a:srgbClr val="7F8C97">
              <a:alpha val="48000"/>
            </a:srgbClr>
          </a:solidFill>
          <a:ln w="0">
            <a:noFill/>
            <a:prstDash val="solid"/>
          </a:ln>
        </p:spPr>
      </p:sp>
      <p:sp>
        <p:nvSpPr>
          <p:cNvPr id="449" name="01_find_only_448">
            <a:extLst>
              <a:ext uri="{FF2B5EF4-FFF2-40B4-BE49-F238E27FC236}">
                <a16:creationId xmlns:a16="http://schemas.microsoft.com/office/drawing/2014/main" id="{DB6B5618-B2FA-4E03-A66D-8FE040F907C4}"/>
              </a:ext>
            </a:extLst>
          </p:cNvPr>
          <p:cNvSpPr>
            <a:spLocks noGrp="1"/>
          </p:cNvSpPr>
          <p:nvPr/>
        </p:nvSpPr>
        <p:spPr>
          <a:xfrm>
            <a:off x="1581932" y="3635719"/>
            <a:ext cx="28398" cy="28398"/>
          </a:xfrm>
          <a:prstGeom prst="ellipse">
            <a:avLst/>
          </a:prstGeom>
          <a:solidFill>
            <a:srgbClr val="7F8C97">
              <a:alpha val="48000"/>
            </a:srgbClr>
          </a:solidFill>
          <a:ln w="0">
            <a:noFill/>
            <a:prstDash val="solid"/>
          </a:ln>
        </p:spPr>
      </p:sp>
      <p:sp>
        <p:nvSpPr>
          <p:cNvPr id="450" name="01_find_only_449">
            <a:extLst>
              <a:ext uri="{FF2B5EF4-FFF2-40B4-BE49-F238E27FC236}">
                <a16:creationId xmlns:a16="http://schemas.microsoft.com/office/drawing/2014/main" id="{035BCC33-F82C-48C7-9969-ABEBF776982E}"/>
              </a:ext>
            </a:extLst>
          </p:cNvPr>
          <p:cNvSpPr>
            <a:spLocks noGrp="1"/>
          </p:cNvSpPr>
          <p:nvPr/>
        </p:nvSpPr>
        <p:spPr>
          <a:xfrm>
            <a:off x="1586034" y="2855402"/>
            <a:ext cx="28398" cy="28398"/>
          </a:xfrm>
          <a:prstGeom prst="ellipse">
            <a:avLst/>
          </a:prstGeom>
          <a:solidFill>
            <a:srgbClr val="7F8C97">
              <a:alpha val="48000"/>
            </a:srgbClr>
          </a:solidFill>
          <a:ln w="0">
            <a:noFill/>
            <a:prstDash val="solid"/>
          </a:ln>
        </p:spPr>
      </p:sp>
      <p:sp>
        <p:nvSpPr>
          <p:cNvPr id="451" name="01_find_only_450">
            <a:extLst>
              <a:ext uri="{FF2B5EF4-FFF2-40B4-BE49-F238E27FC236}">
                <a16:creationId xmlns:a16="http://schemas.microsoft.com/office/drawing/2014/main" id="{4648E507-CB76-4DB4-B346-FDD6094DF6DE}"/>
              </a:ext>
            </a:extLst>
          </p:cNvPr>
          <p:cNvSpPr>
            <a:spLocks noGrp="1"/>
          </p:cNvSpPr>
          <p:nvPr/>
        </p:nvSpPr>
        <p:spPr>
          <a:xfrm>
            <a:off x="1574206" y="2855402"/>
            <a:ext cx="28398" cy="28398"/>
          </a:xfrm>
          <a:prstGeom prst="ellipse">
            <a:avLst/>
          </a:prstGeom>
          <a:solidFill>
            <a:srgbClr val="7F8C97">
              <a:alpha val="48000"/>
            </a:srgbClr>
          </a:solidFill>
          <a:ln w="0">
            <a:noFill/>
            <a:prstDash val="solid"/>
          </a:ln>
        </p:spPr>
      </p:sp>
      <p:sp>
        <p:nvSpPr>
          <p:cNvPr id="452" name="01_find_only_451">
            <a:extLst>
              <a:ext uri="{FF2B5EF4-FFF2-40B4-BE49-F238E27FC236}">
                <a16:creationId xmlns:a16="http://schemas.microsoft.com/office/drawing/2014/main" id="{21A06D36-73A0-4D40-B41B-A78CF36A9DD6}"/>
              </a:ext>
            </a:extLst>
          </p:cNvPr>
          <p:cNvSpPr>
            <a:spLocks noGrp="1"/>
          </p:cNvSpPr>
          <p:nvPr/>
        </p:nvSpPr>
        <p:spPr>
          <a:xfrm>
            <a:off x="1581551" y="4123418"/>
            <a:ext cx="28398" cy="28398"/>
          </a:xfrm>
          <a:prstGeom prst="ellipse">
            <a:avLst/>
          </a:prstGeom>
          <a:solidFill>
            <a:srgbClr val="7F8C97">
              <a:alpha val="48000"/>
            </a:srgbClr>
          </a:solidFill>
          <a:ln w="0">
            <a:noFill/>
            <a:prstDash val="solid"/>
          </a:ln>
        </p:spPr>
      </p:sp>
      <p:sp>
        <p:nvSpPr>
          <p:cNvPr id="453" name="01_find_only_452">
            <a:extLst>
              <a:ext uri="{FF2B5EF4-FFF2-40B4-BE49-F238E27FC236}">
                <a16:creationId xmlns:a16="http://schemas.microsoft.com/office/drawing/2014/main" id="{74E7F3CE-0A30-445A-9035-E0EA5A28E007}"/>
              </a:ext>
            </a:extLst>
          </p:cNvPr>
          <p:cNvSpPr>
            <a:spLocks noGrp="1"/>
          </p:cNvSpPr>
          <p:nvPr/>
        </p:nvSpPr>
        <p:spPr>
          <a:xfrm>
            <a:off x="1589754" y="4123418"/>
            <a:ext cx="28398" cy="28398"/>
          </a:xfrm>
          <a:prstGeom prst="ellipse">
            <a:avLst/>
          </a:prstGeom>
          <a:solidFill>
            <a:srgbClr val="7F8C97">
              <a:alpha val="48000"/>
            </a:srgbClr>
          </a:solidFill>
          <a:ln w="0">
            <a:noFill/>
            <a:prstDash val="solid"/>
          </a:ln>
        </p:spPr>
      </p:sp>
      <p:sp>
        <p:nvSpPr>
          <p:cNvPr id="454" name="01_find_only_453">
            <a:extLst>
              <a:ext uri="{FF2B5EF4-FFF2-40B4-BE49-F238E27FC236}">
                <a16:creationId xmlns:a16="http://schemas.microsoft.com/office/drawing/2014/main" id="{C7E59709-B6C5-4245-B1F2-1B573D34DE72}"/>
              </a:ext>
            </a:extLst>
          </p:cNvPr>
          <p:cNvSpPr>
            <a:spLocks noGrp="1"/>
          </p:cNvSpPr>
          <p:nvPr/>
        </p:nvSpPr>
        <p:spPr>
          <a:xfrm>
            <a:off x="1519744" y="4123418"/>
            <a:ext cx="28398" cy="28398"/>
          </a:xfrm>
          <a:prstGeom prst="ellipse">
            <a:avLst/>
          </a:prstGeom>
          <a:solidFill>
            <a:srgbClr val="7F8C97">
              <a:alpha val="48000"/>
            </a:srgbClr>
          </a:solidFill>
          <a:ln w="0">
            <a:noFill/>
            <a:prstDash val="solid"/>
          </a:ln>
        </p:spPr>
      </p:sp>
      <p:sp>
        <p:nvSpPr>
          <p:cNvPr id="455" name="01_find_only_454">
            <a:extLst>
              <a:ext uri="{FF2B5EF4-FFF2-40B4-BE49-F238E27FC236}">
                <a16:creationId xmlns:a16="http://schemas.microsoft.com/office/drawing/2014/main" id="{45648904-105E-4905-9ABA-F74FC3220491}"/>
              </a:ext>
            </a:extLst>
          </p:cNvPr>
          <p:cNvSpPr>
            <a:spLocks noGrp="1"/>
          </p:cNvSpPr>
          <p:nvPr/>
        </p:nvSpPr>
        <p:spPr>
          <a:xfrm>
            <a:off x="1527279" y="2855402"/>
            <a:ext cx="28398" cy="28398"/>
          </a:xfrm>
          <a:prstGeom prst="ellipse">
            <a:avLst/>
          </a:prstGeom>
          <a:solidFill>
            <a:srgbClr val="7F8C97">
              <a:alpha val="48000"/>
            </a:srgbClr>
          </a:solidFill>
          <a:ln w="0">
            <a:noFill/>
            <a:prstDash val="solid"/>
          </a:ln>
        </p:spPr>
      </p:sp>
      <p:sp>
        <p:nvSpPr>
          <p:cNvPr id="456" name="01_find_only_455">
            <a:extLst>
              <a:ext uri="{FF2B5EF4-FFF2-40B4-BE49-F238E27FC236}">
                <a16:creationId xmlns:a16="http://schemas.microsoft.com/office/drawing/2014/main" id="{C444E411-3CE1-4AF4-A5F5-F7DF2AF2A5F7}"/>
              </a:ext>
            </a:extLst>
          </p:cNvPr>
          <p:cNvSpPr>
            <a:spLocks noGrp="1"/>
          </p:cNvSpPr>
          <p:nvPr/>
        </p:nvSpPr>
        <p:spPr>
          <a:xfrm>
            <a:off x="1572585" y="3489410"/>
            <a:ext cx="28398" cy="28398"/>
          </a:xfrm>
          <a:prstGeom prst="ellipse">
            <a:avLst/>
          </a:prstGeom>
          <a:solidFill>
            <a:srgbClr val="7F8C97">
              <a:alpha val="48000"/>
            </a:srgbClr>
          </a:solidFill>
          <a:ln w="0">
            <a:noFill/>
            <a:prstDash val="solid"/>
          </a:ln>
        </p:spPr>
      </p:sp>
      <p:sp>
        <p:nvSpPr>
          <p:cNvPr id="457" name="01_find_only_456">
            <a:extLst>
              <a:ext uri="{FF2B5EF4-FFF2-40B4-BE49-F238E27FC236}">
                <a16:creationId xmlns:a16="http://schemas.microsoft.com/office/drawing/2014/main" id="{D704297D-2ABB-4004-A55B-FB65A3950BD6}"/>
              </a:ext>
            </a:extLst>
          </p:cNvPr>
          <p:cNvSpPr>
            <a:spLocks noGrp="1"/>
          </p:cNvSpPr>
          <p:nvPr/>
        </p:nvSpPr>
        <p:spPr>
          <a:xfrm>
            <a:off x="1524608" y="2855402"/>
            <a:ext cx="28398" cy="28398"/>
          </a:xfrm>
          <a:prstGeom prst="ellipse">
            <a:avLst/>
          </a:prstGeom>
          <a:solidFill>
            <a:srgbClr val="7F8C97">
              <a:alpha val="48000"/>
            </a:srgbClr>
          </a:solidFill>
          <a:ln w="0">
            <a:noFill/>
            <a:prstDash val="solid"/>
          </a:ln>
        </p:spPr>
      </p:sp>
      <p:sp>
        <p:nvSpPr>
          <p:cNvPr id="458" name="01_find_only_457">
            <a:extLst>
              <a:ext uri="{FF2B5EF4-FFF2-40B4-BE49-F238E27FC236}">
                <a16:creationId xmlns:a16="http://schemas.microsoft.com/office/drawing/2014/main" id="{38018432-6C77-4734-B898-F5DF26379B65}"/>
              </a:ext>
            </a:extLst>
          </p:cNvPr>
          <p:cNvSpPr>
            <a:spLocks noGrp="1"/>
          </p:cNvSpPr>
          <p:nvPr/>
        </p:nvSpPr>
        <p:spPr>
          <a:xfrm>
            <a:off x="1533860" y="3131057"/>
            <a:ext cx="28398" cy="28398"/>
          </a:xfrm>
          <a:prstGeom prst="ellipse">
            <a:avLst/>
          </a:prstGeom>
          <a:solidFill>
            <a:srgbClr val="7F8C97">
              <a:alpha val="48000"/>
            </a:srgbClr>
          </a:solidFill>
          <a:ln w="0">
            <a:noFill/>
            <a:prstDash val="solid"/>
          </a:ln>
        </p:spPr>
      </p:sp>
      <p:sp>
        <p:nvSpPr>
          <p:cNvPr id="459" name="01_find_only_458">
            <a:extLst>
              <a:ext uri="{FF2B5EF4-FFF2-40B4-BE49-F238E27FC236}">
                <a16:creationId xmlns:a16="http://schemas.microsoft.com/office/drawing/2014/main" id="{DC64F746-414D-44BF-8081-5571D7B4A6DE}"/>
              </a:ext>
            </a:extLst>
          </p:cNvPr>
          <p:cNvSpPr>
            <a:spLocks noGrp="1"/>
          </p:cNvSpPr>
          <p:nvPr/>
        </p:nvSpPr>
        <p:spPr>
          <a:xfrm>
            <a:off x="1518217" y="2855402"/>
            <a:ext cx="28398" cy="28398"/>
          </a:xfrm>
          <a:prstGeom prst="ellipse">
            <a:avLst/>
          </a:prstGeom>
          <a:solidFill>
            <a:srgbClr val="7F8C97">
              <a:alpha val="48000"/>
            </a:srgbClr>
          </a:solidFill>
          <a:ln w="0">
            <a:noFill/>
            <a:prstDash val="solid"/>
          </a:ln>
        </p:spPr>
      </p:sp>
      <p:sp>
        <p:nvSpPr>
          <p:cNvPr id="460" name="01_find_only_459">
            <a:extLst>
              <a:ext uri="{FF2B5EF4-FFF2-40B4-BE49-F238E27FC236}">
                <a16:creationId xmlns:a16="http://schemas.microsoft.com/office/drawing/2014/main" id="{B31C57EA-1FF0-4E03-83E5-DC96253F2EA2}"/>
              </a:ext>
            </a:extLst>
          </p:cNvPr>
          <p:cNvSpPr>
            <a:spLocks noGrp="1"/>
          </p:cNvSpPr>
          <p:nvPr/>
        </p:nvSpPr>
        <p:spPr>
          <a:xfrm>
            <a:off x="1528328" y="3489410"/>
            <a:ext cx="28398" cy="28398"/>
          </a:xfrm>
          <a:prstGeom prst="ellipse">
            <a:avLst/>
          </a:prstGeom>
          <a:solidFill>
            <a:srgbClr val="7F8C97">
              <a:alpha val="48000"/>
            </a:srgbClr>
          </a:solidFill>
          <a:ln w="0">
            <a:noFill/>
            <a:prstDash val="solid"/>
          </a:ln>
        </p:spPr>
      </p:sp>
      <p:sp>
        <p:nvSpPr>
          <p:cNvPr id="461" name="01_find_only_460">
            <a:extLst>
              <a:ext uri="{FF2B5EF4-FFF2-40B4-BE49-F238E27FC236}">
                <a16:creationId xmlns:a16="http://schemas.microsoft.com/office/drawing/2014/main" id="{9DFAA277-B9C1-4397-9F47-694A8A6265EC}"/>
              </a:ext>
            </a:extLst>
          </p:cNvPr>
          <p:cNvSpPr>
            <a:spLocks noGrp="1"/>
          </p:cNvSpPr>
          <p:nvPr/>
        </p:nvSpPr>
        <p:spPr>
          <a:xfrm>
            <a:off x="1532048" y="3761128"/>
            <a:ext cx="28398" cy="28398"/>
          </a:xfrm>
          <a:prstGeom prst="ellipse">
            <a:avLst/>
          </a:prstGeom>
          <a:solidFill>
            <a:srgbClr val="7F8C97">
              <a:alpha val="48000"/>
            </a:srgbClr>
          </a:solidFill>
          <a:ln w="0">
            <a:noFill/>
            <a:prstDash val="solid"/>
          </a:ln>
        </p:spPr>
      </p:sp>
      <p:sp>
        <p:nvSpPr>
          <p:cNvPr id="462" name="01_find_only_461">
            <a:extLst>
              <a:ext uri="{FF2B5EF4-FFF2-40B4-BE49-F238E27FC236}">
                <a16:creationId xmlns:a16="http://schemas.microsoft.com/office/drawing/2014/main" id="{6EE84F2E-A584-422C-BC33-630AE1948CD9}"/>
              </a:ext>
            </a:extLst>
          </p:cNvPr>
          <p:cNvSpPr>
            <a:spLocks noGrp="1"/>
          </p:cNvSpPr>
          <p:nvPr/>
        </p:nvSpPr>
        <p:spPr>
          <a:xfrm>
            <a:off x="1591280" y="3700746"/>
            <a:ext cx="28398" cy="28398"/>
          </a:xfrm>
          <a:prstGeom prst="ellipse">
            <a:avLst/>
          </a:prstGeom>
          <a:solidFill>
            <a:srgbClr val="7F8C97">
              <a:alpha val="48000"/>
            </a:srgbClr>
          </a:solidFill>
          <a:ln w="0">
            <a:noFill/>
            <a:prstDash val="solid"/>
          </a:ln>
        </p:spPr>
      </p:sp>
      <p:sp>
        <p:nvSpPr>
          <p:cNvPr id="463" name="01_find_only_462">
            <a:extLst>
              <a:ext uri="{FF2B5EF4-FFF2-40B4-BE49-F238E27FC236}">
                <a16:creationId xmlns:a16="http://schemas.microsoft.com/office/drawing/2014/main" id="{E56D4225-93AA-4610-B74A-24825238CB55}"/>
              </a:ext>
            </a:extLst>
          </p:cNvPr>
          <p:cNvSpPr>
            <a:spLocks noGrp="1"/>
          </p:cNvSpPr>
          <p:nvPr/>
        </p:nvSpPr>
        <p:spPr>
          <a:xfrm>
            <a:off x="1550838" y="2855402"/>
            <a:ext cx="28398" cy="28398"/>
          </a:xfrm>
          <a:prstGeom prst="ellipse">
            <a:avLst/>
          </a:prstGeom>
          <a:solidFill>
            <a:srgbClr val="7F8C97">
              <a:alpha val="48000"/>
            </a:srgbClr>
          </a:solidFill>
          <a:ln w="0">
            <a:noFill/>
            <a:prstDash val="solid"/>
          </a:ln>
        </p:spPr>
      </p:sp>
      <p:sp>
        <p:nvSpPr>
          <p:cNvPr id="464" name="01_find_only_463">
            <a:extLst>
              <a:ext uri="{FF2B5EF4-FFF2-40B4-BE49-F238E27FC236}">
                <a16:creationId xmlns:a16="http://schemas.microsoft.com/office/drawing/2014/main" id="{A2584FD5-3682-4159-8485-A63FAF39295A}"/>
              </a:ext>
            </a:extLst>
          </p:cNvPr>
          <p:cNvSpPr>
            <a:spLocks noGrp="1"/>
          </p:cNvSpPr>
          <p:nvPr/>
        </p:nvSpPr>
        <p:spPr>
          <a:xfrm>
            <a:off x="1519744" y="3172406"/>
            <a:ext cx="28398" cy="28398"/>
          </a:xfrm>
          <a:prstGeom prst="ellipse">
            <a:avLst/>
          </a:prstGeom>
          <a:solidFill>
            <a:srgbClr val="7F8C97">
              <a:alpha val="48000"/>
            </a:srgbClr>
          </a:solidFill>
          <a:ln w="0">
            <a:noFill/>
            <a:prstDash val="solid"/>
          </a:ln>
        </p:spPr>
      </p:sp>
      <p:sp>
        <p:nvSpPr>
          <p:cNvPr id="465" name="01_find_only_464">
            <a:extLst>
              <a:ext uri="{FF2B5EF4-FFF2-40B4-BE49-F238E27FC236}">
                <a16:creationId xmlns:a16="http://schemas.microsoft.com/office/drawing/2014/main" id="{3EE4CA57-7667-4714-9D9F-1905432733F7}"/>
              </a:ext>
            </a:extLst>
          </p:cNvPr>
          <p:cNvSpPr>
            <a:spLocks noGrp="1"/>
          </p:cNvSpPr>
          <p:nvPr/>
        </p:nvSpPr>
        <p:spPr>
          <a:xfrm>
            <a:off x="1533574" y="3172406"/>
            <a:ext cx="28398" cy="28398"/>
          </a:xfrm>
          <a:prstGeom prst="ellipse">
            <a:avLst/>
          </a:prstGeom>
          <a:solidFill>
            <a:srgbClr val="7F8C97">
              <a:alpha val="48000"/>
            </a:srgbClr>
          </a:solidFill>
          <a:ln w="0">
            <a:noFill/>
            <a:prstDash val="solid"/>
          </a:ln>
        </p:spPr>
      </p:sp>
      <p:sp>
        <p:nvSpPr>
          <p:cNvPr id="466" name="01_find_only_465">
            <a:extLst>
              <a:ext uri="{FF2B5EF4-FFF2-40B4-BE49-F238E27FC236}">
                <a16:creationId xmlns:a16="http://schemas.microsoft.com/office/drawing/2014/main" id="{B1928282-4E44-4233-98EE-56ACAAC30F56}"/>
              </a:ext>
            </a:extLst>
          </p:cNvPr>
          <p:cNvSpPr>
            <a:spLocks noGrp="1"/>
          </p:cNvSpPr>
          <p:nvPr/>
        </p:nvSpPr>
        <p:spPr>
          <a:xfrm>
            <a:off x="1586320" y="3362608"/>
            <a:ext cx="28398" cy="28398"/>
          </a:xfrm>
          <a:prstGeom prst="ellipse">
            <a:avLst/>
          </a:prstGeom>
          <a:solidFill>
            <a:srgbClr val="7F8C97">
              <a:alpha val="48000"/>
            </a:srgbClr>
          </a:solidFill>
          <a:ln w="0">
            <a:noFill/>
            <a:prstDash val="solid"/>
          </a:ln>
        </p:spPr>
      </p:sp>
      <p:sp>
        <p:nvSpPr>
          <p:cNvPr id="467" name="01_find_only_466">
            <a:extLst>
              <a:ext uri="{FF2B5EF4-FFF2-40B4-BE49-F238E27FC236}">
                <a16:creationId xmlns:a16="http://schemas.microsoft.com/office/drawing/2014/main" id="{3613D5A2-8935-40C0-9C0D-0C0F7332035F}"/>
              </a:ext>
            </a:extLst>
          </p:cNvPr>
          <p:cNvSpPr>
            <a:spLocks noGrp="1"/>
          </p:cNvSpPr>
          <p:nvPr/>
        </p:nvSpPr>
        <p:spPr>
          <a:xfrm>
            <a:off x="1568293" y="3066738"/>
            <a:ext cx="28398" cy="28398"/>
          </a:xfrm>
          <a:prstGeom prst="ellipse">
            <a:avLst/>
          </a:prstGeom>
          <a:solidFill>
            <a:srgbClr val="7F8C97">
              <a:alpha val="48000"/>
            </a:srgbClr>
          </a:solidFill>
          <a:ln w="0">
            <a:noFill/>
            <a:prstDash val="solid"/>
          </a:ln>
        </p:spPr>
      </p:sp>
      <p:sp>
        <p:nvSpPr>
          <p:cNvPr id="468" name="01_find_only_467">
            <a:extLst>
              <a:ext uri="{FF2B5EF4-FFF2-40B4-BE49-F238E27FC236}">
                <a16:creationId xmlns:a16="http://schemas.microsoft.com/office/drawing/2014/main" id="{328ECB98-0DE5-4B4F-87F8-F9D9C0BDB999}"/>
              </a:ext>
            </a:extLst>
          </p:cNvPr>
          <p:cNvSpPr>
            <a:spLocks noGrp="1"/>
          </p:cNvSpPr>
          <p:nvPr/>
        </p:nvSpPr>
        <p:spPr>
          <a:xfrm>
            <a:off x="1585938" y="3559855"/>
            <a:ext cx="28398" cy="28398"/>
          </a:xfrm>
          <a:prstGeom prst="ellipse">
            <a:avLst/>
          </a:prstGeom>
          <a:solidFill>
            <a:srgbClr val="7F8C97">
              <a:alpha val="48000"/>
            </a:srgbClr>
          </a:solidFill>
          <a:ln w="0">
            <a:noFill/>
            <a:prstDash val="solid"/>
          </a:ln>
        </p:spPr>
      </p:sp>
      <p:sp>
        <p:nvSpPr>
          <p:cNvPr id="469" name="01_find_only_468">
            <a:extLst>
              <a:ext uri="{FF2B5EF4-FFF2-40B4-BE49-F238E27FC236}">
                <a16:creationId xmlns:a16="http://schemas.microsoft.com/office/drawing/2014/main" id="{4A5C2440-524D-4681-A94A-4BEDB16F57D6}"/>
              </a:ext>
            </a:extLst>
          </p:cNvPr>
          <p:cNvSpPr>
            <a:spLocks noGrp="1"/>
          </p:cNvSpPr>
          <p:nvPr/>
        </p:nvSpPr>
        <p:spPr>
          <a:xfrm>
            <a:off x="1525562" y="3148021"/>
            <a:ext cx="28398" cy="28398"/>
          </a:xfrm>
          <a:prstGeom prst="ellipse">
            <a:avLst/>
          </a:prstGeom>
          <a:solidFill>
            <a:srgbClr val="7F8C97">
              <a:alpha val="48000"/>
            </a:srgbClr>
          </a:solidFill>
          <a:ln w="0">
            <a:noFill/>
            <a:prstDash val="solid"/>
          </a:ln>
        </p:spPr>
      </p:sp>
      <p:sp>
        <p:nvSpPr>
          <p:cNvPr id="470" name="01_find_only_469">
            <a:extLst>
              <a:ext uri="{FF2B5EF4-FFF2-40B4-BE49-F238E27FC236}">
                <a16:creationId xmlns:a16="http://schemas.microsoft.com/office/drawing/2014/main" id="{333986D1-123D-4706-BECD-56D2BBEDB674}"/>
              </a:ext>
            </a:extLst>
          </p:cNvPr>
          <p:cNvSpPr>
            <a:spLocks noGrp="1"/>
          </p:cNvSpPr>
          <p:nvPr/>
        </p:nvSpPr>
        <p:spPr>
          <a:xfrm>
            <a:off x="1543494" y="3161475"/>
            <a:ext cx="28398" cy="28398"/>
          </a:xfrm>
          <a:prstGeom prst="ellipse">
            <a:avLst/>
          </a:prstGeom>
          <a:solidFill>
            <a:srgbClr val="7F8C97">
              <a:alpha val="48000"/>
            </a:srgbClr>
          </a:solidFill>
          <a:ln w="0">
            <a:noFill/>
            <a:prstDash val="solid"/>
          </a:ln>
        </p:spPr>
      </p:sp>
      <p:sp>
        <p:nvSpPr>
          <p:cNvPr id="471" name="01_find_only_470">
            <a:extLst>
              <a:ext uri="{FF2B5EF4-FFF2-40B4-BE49-F238E27FC236}">
                <a16:creationId xmlns:a16="http://schemas.microsoft.com/office/drawing/2014/main" id="{37F89752-62FC-4E46-B9F4-A4F1FD917145}"/>
              </a:ext>
            </a:extLst>
          </p:cNvPr>
          <p:cNvSpPr>
            <a:spLocks noGrp="1"/>
          </p:cNvSpPr>
          <p:nvPr/>
        </p:nvSpPr>
        <p:spPr>
          <a:xfrm>
            <a:off x="1586606" y="3853185"/>
            <a:ext cx="28398" cy="28398"/>
          </a:xfrm>
          <a:prstGeom prst="ellipse">
            <a:avLst/>
          </a:prstGeom>
          <a:solidFill>
            <a:srgbClr val="7F8C97">
              <a:alpha val="48000"/>
            </a:srgbClr>
          </a:solidFill>
          <a:ln w="0">
            <a:noFill/>
            <a:prstDash val="solid"/>
          </a:ln>
        </p:spPr>
      </p:sp>
      <p:sp>
        <p:nvSpPr>
          <p:cNvPr id="472" name="01_find_only_471">
            <a:extLst>
              <a:ext uri="{FF2B5EF4-FFF2-40B4-BE49-F238E27FC236}">
                <a16:creationId xmlns:a16="http://schemas.microsoft.com/office/drawing/2014/main" id="{426FA80B-B44A-4EE7-875D-0C5081480221}"/>
              </a:ext>
            </a:extLst>
          </p:cNvPr>
          <p:cNvSpPr>
            <a:spLocks noGrp="1"/>
          </p:cNvSpPr>
          <p:nvPr/>
        </p:nvSpPr>
        <p:spPr>
          <a:xfrm>
            <a:off x="1586701" y="3489410"/>
            <a:ext cx="28398" cy="28398"/>
          </a:xfrm>
          <a:prstGeom prst="ellipse">
            <a:avLst/>
          </a:prstGeom>
          <a:solidFill>
            <a:srgbClr val="7F8C97">
              <a:alpha val="48000"/>
            </a:srgbClr>
          </a:solidFill>
          <a:ln w="0">
            <a:noFill/>
            <a:prstDash val="solid"/>
          </a:ln>
        </p:spPr>
      </p:sp>
      <p:sp>
        <p:nvSpPr>
          <p:cNvPr id="473" name="01_find_only_472">
            <a:extLst>
              <a:ext uri="{FF2B5EF4-FFF2-40B4-BE49-F238E27FC236}">
                <a16:creationId xmlns:a16="http://schemas.microsoft.com/office/drawing/2014/main" id="{80F28C63-DD40-4BF4-BBE2-A99F2C182A48}"/>
              </a:ext>
            </a:extLst>
          </p:cNvPr>
          <p:cNvSpPr>
            <a:spLocks noGrp="1"/>
          </p:cNvSpPr>
          <p:nvPr/>
        </p:nvSpPr>
        <p:spPr>
          <a:xfrm>
            <a:off x="1580788" y="2855402"/>
            <a:ext cx="28398" cy="28398"/>
          </a:xfrm>
          <a:prstGeom prst="ellipse">
            <a:avLst/>
          </a:prstGeom>
          <a:solidFill>
            <a:srgbClr val="7F8C97">
              <a:alpha val="48000"/>
            </a:srgbClr>
          </a:solidFill>
          <a:ln w="0">
            <a:noFill/>
            <a:prstDash val="solid"/>
          </a:ln>
        </p:spPr>
      </p:sp>
      <p:sp>
        <p:nvSpPr>
          <p:cNvPr id="474" name="01_find_only_473">
            <a:extLst>
              <a:ext uri="{FF2B5EF4-FFF2-40B4-BE49-F238E27FC236}">
                <a16:creationId xmlns:a16="http://schemas.microsoft.com/office/drawing/2014/main" id="{53568E27-0CD7-420A-A81B-E6FD652C888E}"/>
              </a:ext>
            </a:extLst>
          </p:cNvPr>
          <p:cNvSpPr>
            <a:spLocks noGrp="1"/>
          </p:cNvSpPr>
          <p:nvPr/>
        </p:nvSpPr>
        <p:spPr>
          <a:xfrm>
            <a:off x="1589181" y="3489410"/>
            <a:ext cx="28398" cy="28398"/>
          </a:xfrm>
          <a:prstGeom prst="ellipse">
            <a:avLst/>
          </a:prstGeom>
          <a:solidFill>
            <a:srgbClr val="7F8C97">
              <a:alpha val="48000"/>
            </a:srgbClr>
          </a:solidFill>
          <a:ln w="0">
            <a:noFill/>
            <a:prstDash val="solid"/>
          </a:ln>
        </p:spPr>
      </p:sp>
      <p:sp>
        <p:nvSpPr>
          <p:cNvPr id="475" name="01_find_only_474">
            <a:extLst>
              <a:ext uri="{FF2B5EF4-FFF2-40B4-BE49-F238E27FC236}">
                <a16:creationId xmlns:a16="http://schemas.microsoft.com/office/drawing/2014/main" id="{6B1A46A4-E089-4F22-88EA-7852C7EFD042}"/>
              </a:ext>
            </a:extLst>
          </p:cNvPr>
          <p:cNvSpPr>
            <a:spLocks noGrp="1"/>
          </p:cNvSpPr>
          <p:nvPr/>
        </p:nvSpPr>
        <p:spPr>
          <a:xfrm>
            <a:off x="1534337" y="3616211"/>
            <a:ext cx="28398" cy="28398"/>
          </a:xfrm>
          <a:prstGeom prst="ellipse">
            <a:avLst/>
          </a:prstGeom>
          <a:solidFill>
            <a:srgbClr val="7F8C97">
              <a:alpha val="48000"/>
            </a:srgbClr>
          </a:solidFill>
          <a:ln w="0">
            <a:noFill/>
            <a:prstDash val="solid"/>
          </a:ln>
        </p:spPr>
      </p:sp>
      <p:sp>
        <p:nvSpPr>
          <p:cNvPr id="476" name="01_find_only_475">
            <a:extLst>
              <a:ext uri="{FF2B5EF4-FFF2-40B4-BE49-F238E27FC236}">
                <a16:creationId xmlns:a16="http://schemas.microsoft.com/office/drawing/2014/main" id="{C6AD498D-D082-477E-AE6C-07C13E95DD30}"/>
              </a:ext>
            </a:extLst>
          </p:cNvPr>
          <p:cNvSpPr>
            <a:spLocks noGrp="1"/>
          </p:cNvSpPr>
          <p:nvPr/>
        </p:nvSpPr>
        <p:spPr>
          <a:xfrm>
            <a:off x="1519934" y="3489410"/>
            <a:ext cx="28398" cy="28398"/>
          </a:xfrm>
          <a:prstGeom prst="ellipse">
            <a:avLst/>
          </a:prstGeom>
          <a:solidFill>
            <a:srgbClr val="7F8C97">
              <a:alpha val="48000"/>
            </a:srgbClr>
          </a:solidFill>
          <a:ln w="0">
            <a:noFill/>
            <a:prstDash val="solid"/>
          </a:ln>
        </p:spPr>
      </p:sp>
      <p:sp>
        <p:nvSpPr>
          <p:cNvPr id="477" name="01_find_only_476">
            <a:extLst>
              <a:ext uri="{FF2B5EF4-FFF2-40B4-BE49-F238E27FC236}">
                <a16:creationId xmlns:a16="http://schemas.microsoft.com/office/drawing/2014/main" id="{3F8FEC9F-62B2-44D2-9CD7-B79CF8314EA1}"/>
              </a:ext>
            </a:extLst>
          </p:cNvPr>
          <p:cNvSpPr>
            <a:spLocks noGrp="1"/>
          </p:cNvSpPr>
          <p:nvPr/>
        </p:nvSpPr>
        <p:spPr>
          <a:xfrm>
            <a:off x="1575446" y="2855402"/>
            <a:ext cx="28398" cy="28398"/>
          </a:xfrm>
          <a:prstGeom prst="ellipse">
            <a:avLst/>
          </a:prstGeom>
          <a:solidFill>
            <a:srgbClr val="7F8C97">
              <a:alpha val="48000"/>
            </a:srgbClr>
          </a:solidFill>
          <a:ln w="0">
            <a:noFill/>
            <a:prstDash val="solid"/>
          </a:ln>
        </p:spPr>
      </p:sp>
      <p:sp>
        <p:nvSpPr>
          <p:cNvPr id="478" name="01_find_only_477">
            <a:extLst>
              <a:ext uri="{FF2B5EF4-FFF2-40B4-BE49-F238E27FC236}">
                <a16:creationId xmlns:a16="http://schemas.microsoft.com/office/drawing/2014/main" id="{8F1A30B1-8C8F-4151-9F0F-9B2093C64056}"/>
              </a:ext>
            </a:extLst>
          </p:cNvPr>
          <p:cNvSpPr>
            <a:spLocks noGrp="1"/>
          </p:cNvSpPr>
          <p:nvPr/>
        </p:nvSpPr>
        <p:spPr>
          <a:xfrm>
            <a:off x="1515451" y="2855402"/>
            <a:ext cx="28398" cy="28398"/>
          </a:xfrm>
          <a:prstGeom prst="ellipse">
            <a:avLst/>
          </a:prstGeom>
          <a:solidFill>
            <a:srgbClr val="7F8C97">
              <a:alpha val="48000"/>
            </a:srgbClr>
          </a:solidFill>
          <a:ln w="0">
            <a:noFill/>
            <a:prstDash val="solid"/>
          </a:ln>
        </p:spPr>
      </p:sp>
      <p:sp>
        <p:nvSpPr>
          <p:cNvPr id="479" name="01_find_only_478">
            <a:extLst>
              <a:ext uri="{FF2B5EF4-FFF2-40B4-BE49-F238E27FC236}">
                <a16:creationId xmlns:a16="http://schemas.microsoft.com/office/drawing/2014/main" id="{09CE5494-9525-4488-A1FD-2E485AFC3137}"/>
              </a:ext>
            </a:extLst>
          </p:cNvPr>
          <p:cNvSpPr>
            <a:spLocks noGrp="1"/>
          </p:cNvSpPr>
          <p:nvPr/>
        </p:nvSpPr>
        <p:spPr>
          <a:xfrm>
            <a:off x="1521460" y="4123418"/>
            <a:ext cx="28398" cy="28398"/>
          </a:xfrm>
          <a:prstGeom prst="ellipse">
            <a:avLst/>
          </a:prstGeom>
          <a:solidFill>
            <a:srgbClr val="7F8C97">
              <a:alpha val="48000"/>
            </a:srgbClr>
          </a:solidFill>
          <a:ln w="0">
            <a:noFill/>
            <a:prstDash val="solid"/>
          </a:ln>
        </p:spPr>
      </p:sp>
      <p:sp>
        <p:nvSpPr>
          <p:cNvPr id="480" name="01_find_only_479">
            <a:extLst>
              <a:ext uri="{FF2B5EF4-FFF2-40B4-BE49-F238E27FC236}">
                <a16:creationId xmlns:a16="http://schemas.microsoft.com/office/drawing/2014/main" id="{5FF9633B-0DD9-47DF-B62C-7596D94372A4}"/>
              </a:ext>
            </a:extLst>
          </p:cNvPr>
          <p:cNvSpPr>
            <a:spLocks noGrp="1"/>
          </p:cNvSpPr>
          <p:nvPr/>
        </p:nvSpPr>
        <p:spPr>
          <a:xfrm>
            <a:off x="1577831" y="3330908"/>
            <a:ext cx="28398" cy="28398"/>
          </a:xfrm>
          <a:prstGeom prst="ellipse">
            <a:avLst/>
          </a:prstGeom>
          <a:solidFill>
            <a:srgbClr val="7F8C97">
              <a:alpha val="48000"/>
            </a:srgbClr>
          </a:solidFill>
          <a:ln w="0">
            <a:noFill/>
            <a:prstDash val="solid"/>
          </a:ln>
        </p:spPr>
      </p:sp>
      <p:sp>
        <p:nvSpPr>
          <p:cNvPr id="481" name="01_find_only_480">
            <a:extLst>
              <a:ext uri="{FF2B5EF4-FFF2-40B4-BE49-F238E27FC236}">
                <a16:creationId xmlns:a16="http://schemas.microsoft.com/office/drawing/2014/main" id="{DD502A3F-EA9C-4BE3-93B8-BDDD1EE4D443}"/>
              </a:ext>
            </a:extLst>
          </p:cNvPr>
          <p:cNvSpPr>
            <a:spLocks noGrp="1"/>
          </p:cNvSpPr>
          <p:nvPr/>
        </p:nvSpPr>
        <p:spPr>
          <a:xfrm>
            <a:off x="1516310" y="2855402"/>
            <a:ext cx="28398" cy="28398"/>
          </a:xfrm>
          <a:prstGeom prst="ellipse">
            <a:avLst/>
          </a:prstGeom>
          <a:solidFill>
            <a:srgbClr val="7F8C97">
              <a:alpha val="48000"/>
            </a:srgbClr>
          </a:solidFill>
          <a:ln w="0">
            <a:noFill/>
            <a:prstDash val="solid"/>
          </a:ln>
        </p:spPr>
      </p:sp>
      <p:sp>
        <p:nvSpPr>
          <p:cNvPr id="482" name="01_find_only_481">
            <a:extLst>
              <a:ext uri="{FF2B5EF4-FFF2-40B4-BE49-F238E27FC236}">
                <a16:creationId xmlns:a16="http://schemas.microsoft.com/office/drawing/2014/main" id="{670DB1DB-551B-4DEC-B26D-6BBEB169C047}"/>
              </a:ext>
            </a:extLst>
          </p:cNvPr>
          <p:cNvSpPr>
            <a:spLocks noGrp="1"/>
          </p:cNvSpPr>
          <p:nvPr/>
        </p:nvSpPr>
        <p:spPr>
          <a:xfrm>
            <a:off x="1596144" y="3489410"/>
            <a:ext cx="28398" cy="28398"/>
          </a:xfrm>
          <a:prstGeom prst="ellipse">
            <a:avLst/>
          </a:prstGeom>
          <a:solidFill>
            <a:srgbClr val="7F8C97">
              <a:alpha val="48000"/>
            </a:srgbClr>
          </a:solidFill>
          <a:ln w="0">
            <a:noFill/>
            <a:prstDash val="solid"/>
          </a:ln>
        </p:spPr>
      </p:sp>
      <p:sp>
        <p:nvSpPr>
          <p:cNvPr id="483" name="01_find_only_482">
            <a:extLst>
              <a:ext uri="{FF2B5EF4-FFF2-40B4-BE49-F238E27FC236}">
                <a16:creationId xmlns:a16="http://schemas.microsoft.com/office/drawing/2014/main" id="{FE7D2800-05B1-4F67-A695-DC92986714F8}"/>
              </a:ext>
            </a:extLst>
          </p:cNvPr>
          <p:cNvSpPr>
            <a:spLocks noGrp="1"/>
          </p:cNvSpPr>
          <p:nvPr/>
        </p:nvSpPr>
        <p:spPr>
          <a:xfrm>
            <a:off x="1581551" y="3700746"/>
            <a:ext cx="28398" cy="28398"/>
          </a:xfrm>
          <a:prstGeom prst="ellipse">
            <a:avLst/>
          </a:prstGeom>
          <a:solidFill>
            <a:srgbClr val="7F8C97">
              <a:alpha val="48000"/>
            </a:srgbClr>
          </a:solidFill>
          <a:ln w="0">
            <a:noFill/>
            <a:prstDash val="solid"/>
          </a:ln>
        </p:spPr>
      </p:sp>
      <p:sp>
        <p:nvSpPr>
          <p:cNvPr id="484" name="01_find_only_483">
            <a:extLst>
              <a:ext uri="{FF2B5EF4-FFF2-40B4-BE49-F238E27FC236}">
                <a16:creationId xmlns:a16="http://schemas.microsoft.com/office/drawing/2014/main" id="{396445E6-8A18-48CB-B78E-8EBC3913435A}"/>
              </a:ext>
            </a:extLst>
          </p:cNvPr>
          <p:cNvSpPr>
            <a:spLocks noGrp="1"/>
          </p:cNvSpPr>
          <p:nvPr/>
        </p:nvSpPr>
        <p:spPr>
          <a:xfrm>
            <a:off x="1547023" y="2855402"/>
            <a:ext cx="28398" cy="28398"/>
          </a:xfrm>
          <a:prstGeom prst="ellipse">
            <a:avLst/>
          </a:prstGeom>
          <a:solidFill>
            <a:srgbClr val="7F8C97">
              <a:alpha val="48000"/>
            </a:srgbClr>
          </a:solidFill>
          <a:ln w="0">
            <a:noFill/>
            <a:prstDash val="solid"/>
          </a:ln>
        </p:spPr>
      </p:sp>
      <p:sp>
        <p:nvSpPr>
          <p:cNvPr id="485" name="01_find_only_484">
            <a:extLst>
              <a:ext uri="{FF2B5EF4-FFF2-40B4-BE49-F238E27FC236}">
                <a16:creationId xmlns:a16="http://schemas.microsoft.com/office/drawing/2014/main" id="{63911C5C-AAFA-4E9C-9548-8D3485E6E59E}"/>
              </a:ext>
            </a:extLst>
          </p:cNvPr>
          <p:cNvSpPr>
            <a:spLocks noGrp="1"/>
          </p:cNvSpPr>
          <p:nvPr/>
        </p:nvSpPr>
        <p:spPr>
          <a:xfrm>
            <a:off x="1530903" y="2855402"/>
            <a:ext cx="28398" cy="28398"/>
          </a:xfrm>
          <a:prstGeom prst="ellipse">
            <a:avLst/>
          </a:prstGeom>
          <a:solidFill>
            <a:srgbClr val="7F8C97">
              <a:alpha val="48000"/>
            </a:srgbClr>
          </a:solidFill>
          <a:ln w="0">
            <a:noFill/>
            <a:prstDash val="solid"/>
          </a:ln>
        </p:spPr>
      </p:sp>
      <p:sp>
        <p:nvSpPr>
          <p:cNvPr id="486" name="01_find_only_485">
            <a:extLst>
              <a:ext uri="{FF2B5EF4-FFF2-40B4-BE49-F238E27FC236}">
                <a16:creationId xmlns:a16="http://schemas.microsoft.com/office/drawing/2014/main" id="{D9DE927A-C8F9-4004-9F9F-80A37E2C0A6E}"/>
              </a:ext>
            </a:extLst>
          </p:cNvPr>
          <p:cNvSpPr>
            <a:spLocks noGrp="1"/>
          </p:cNvSpPr>
          <p:nvPr/>
        </p:nvSpPr>
        <p:spPr>
          <a:xfrm>
            <a:off x="1594713" y="3141728"/>
            <a:ext cx="28398" cy="28398"/>
          </a:xfrm>
          <a:prstGeom prst="ellipse">
            <a:avLst/>
          </a:prstGeom>
          <a:solidFill>
            <a:srgbClr val="7F8C97">
              <a:alpha val="48000"/>
            </a:srgbClr>
          </a:solidFill>
          <a:ln w="0">
            <a:noFill/>
            <a:prstDash val="solid"/>
          </a:ln>
        </p:spPr>
      </p:sp>
      <p:sp>
        <p:nvSpPr>
          <p:cNvPr id="487" name="01_find_only_486">
            <a:extLst>
              <a:ext uri="{FF2B5EF4-FFF2-40B4-BE49-F238E27FC236}">
                <a16:creationId xmlns:a16="http://schemas.microsoft.com/office/drawing/2014/main" id="{80EEAB57-5AAC-4B53-B766-20812B0CAD70}"/>
              </a:ext>
            </a:extLst>
          </p:cNvPr>
          <p:cNvSpPr>
            <a:spLocks noGrp="1"/>
          </p:cNvSpPr>
          <p:nvPr/>
        </p:nvSpPr>
        <p:spPr>
          <a:xfrm>
            <a:off x="1598815" y="3217692"/>
            <a:ext cx="28398" cy="28398"/>
          </a:xfrm>
          <a:prstGeom prst="ellipse">
            <a:avLst/>
          </a:prstGeom>
          <a:solidFill>
            <a:srgbClr val="7F8C97">
              <a:alpha val="48000"/>
            </a:srgbClr>
          </a:solidFill>
          <a:ln w="0">
            <a:noFill/>
            <a:prstDash val="solid"/>
          </a:ln>
        </p:spPr>
      </p:sp>
      <p:sp>
        <p:nvSpPr>
          <p:cNvPr id="488" name="01_find_only_487">
            <a:extLst>
              <a:ext uri="{FF2B5EF4-FFF2-40B4-BE49-F238E27FC236}">
                <a16:creationId xmlns:a16="http://schemas.microsoft.com/office/drawing/2014/main" id="{0717CA02-027D-4AA0-9387-96CA7C1E5DE0}"/>
              </a:ext>
            </a:extLst>
          </p:cNvPr>
          <p:cNvSpPr>
            <a:spLocks noGrp="1"/>
          </p:cNvSpPr>
          <p:nvPr/>
        </p:nvSpPr>
        <p:spPr>
          <a:xfrm>
            <a:off x="1564191" y="4123418"/>
            <a:ext cx="28398" cy="28398"/>
          </a:xfrm>
          <a:prstGeom prst="ellipse">
            <a:avLst/>
          </a:prstGeom>
          <a:solidFill>
            <a:srgbClr val="7F8C97">
              <a:alpha val="48000"/>
            </a:srgbClr>
          </a:solidFill>
          <a:ln w="0">
            <a:noFill/>
            <a:prstDash val="solid"/>
          </a:ln>
        </p:spPr>
      </p:sp>
      <p:sp>
        <p:nvSpPr>
          <p:cNvPr id="489" name="01_find_only_488">
            <a:extLst>
              <a:ext uri="{FF2B5EF4-FFF2-40B4-BE49-F238E27FC236}">
                <a16:creationId xmlns:a16="http://schemas.microsoft.com/office/drawing/2014/main" id="{0B4071DD-7DB8-4225-8A93-81959BB1D990}"/>
              </a:ext>
            </a:extLst>
          </p:cNvPr>
          <p:cNvSpPr>
            <a:spLocks noGrp="1"/>
          </p:cNvSpPr>
          <p:nvPr/>
        </p:nvSpPr>
        <p:spPr>
          <a:xfrm>
            <a:off x="1585938" y="3489410"/>
            <a:ext cx="28398" cy="28398"/>
          </a:xfrm>
          <a:prstGeom prst="ellipse">
            <a:avLst/>
          </a:prstGeom>
          <a:solidFill>
            <a:srgbClr val="7F8C97">
              <a:alpha val="48000"/>
            </a:srgbClr>
          </a:solidFill>
          <a:ln w="0">
            <a:noFill/>
            <a:prstDash val="solid"/>
          </a:ln>
        </p:spPr>
      </p:sp>
      <p:sp>
        <p:nvSpPr>
          <p:cNvPr id="490" name="01_find_only_489">
            <a:extLst>
              <a:ext uri="{FF2B5EF4-FFF2-40B4-BE49-F238E27FC236}">
                <a16:creationId xmlns:a16="http://schemas.microsoft.com/office/drawing/2014/main" id="{052524E3-ED64-40ED-95F5-560337AC1211}"/>
              </a:ext>
            </a:extLst>
          </p:cNvPr>
          <p:cNvSpPr>
            <a:spLocks noGrp="1"/>
          </p:cNvSpPr>
          <p:nvPr/>
        </p:nvSpPr>
        <p:spPr>
          <a:xfrm>
            <a:off x="1519076" y="2855402"/>
            <a:ext cx="28398" cy="28398"/>
          </a:xfrm>
          <a:prstGeom prst="ellipse">
            <a:avLst/>
          </a:prstGeom>
          <a:solidFill>
            <a:srgbClr val="7F8C97">
              <a:alpha val="48000"/>
            </a:srgbClr>
          </a:solidFill>
          <a:ln w="0">
            <a:noFill/>
            <a:prstDash val="solid"/>
          </a:ln>
        </p:spPr>
      </p:sp>
      <p:sp>
        <p:nvSpPr>
          <p:cNvPr id="491" name="01_find_only_490">
            <a:extLst>
              <a:ext uri="{FF2B5EF4-FFF2-40B4-BE49-F238E27FC236}">
                <a16:creationId xmlns:a16="http://schemas.microsoft.com/office/drawing/2014/main" id="{7A7D9A14-B4E6-457B-8199-DFC8F3A7615E}"/>
              </a:ext>
            </a:extLst>
          </p:cNvPr>
          <p:cNvSpPr>
            <a:spLocks noGrp="1"/>
          </p:cNvSpPr>
          <p:nvPr/>
        </p:nvSpPr>
        <p:spPr>
          <a:xfrm>
            <a:off x="1545973" y="2855402"/>
            <a:ext cx="28398" cy="28398"/>
          </a:xfrm>
          <a:prstGeom prst="ellipse">
            <a:avLst/>
          </a:prstGeom>
          <a:solidFill>
            <a:srgbClr val="7F8C97">
              <a:alpha val="48000"/>
            </a:srgbClr>
          </a:solidFill>
          <a:ln w="0">
            <a:noFill/>
            <a:prstDash val="solid"/>
          </a:ln>
        </p:spPr>
      </p:sp>
      <p:sp>
        <p:nvSpPr>
          <p:cNvPr id="492" name="01_find_only_491">
            <a:extLst>
              <a:ext uri="{FF2B5EF4-FFF2-40B4-BE49-F238E27FC236}">
                <a16:creationId xmlns:a16="http://schemas.microsoft.com/office/drawing/2014/main" id="{B394EA8B-60F9-494D-9469-7434125AA70F}"/>
              </a:ext>
            </a:extLst>
          </p:cNvPr>
          <p:cNvSpPr>
            <a:spLocks noGrp="1"/>
          </p:cNvSpPr>
          <p:nvPr/>
        </p:nvSpPr>
        <p:spPr>
          <a:xfrm>
            <a:off x="1580025" y="3398837"/>
            <a:ext cx="28398" cy="28398"/>
          </a:xfrm>
          <a:prstGeom prst="ellipse">
            <a:avLst/>
          </a:prstGeom>
          <a:solidFill>
            <a:srgbClr val="7F8C97">
              <a:alpha val="48000"/>
            </a:srgbClr>
          </a:solidFill>
          <a:ln w="0">
            <a:noFill/>
            <a:prstDash val="solid"/>
          </a:ln>
        </p:spPr>
      </p:sp>
      <p:sp>
        <p:nvSpPr>
          <p:cNvPr id="493" name="01_find_only_492">
            <a:extLst>
              <a:ext uri="{FF2B5EF4-FFF2-40B4-BE49-F238E27FC236}">
                <a16:creationId xmlns:a16="http://schemas.microsoft.com/office/drawing/2014/main" id="{2FCBFA3E-88C0-47F7-9AC0-A3C91F703194}"/>
              </a:ext>
            </a:extLst>
          </p:cNvPr>
          <p:cNvSpPr>
            <a:spLocks noGrp="1"/>
          </p:cNvSpPr>
          <p:nvPr/>
        </p:nvSpPr>
        <p:spPr>
          <a:xfrm>
            <a:off x="1513258" y="2855402"/>
            <a:ext cx="28398" cy="28398"/>
          </a:xfrm>
          <a:prstGeom prst="ellipse">
            <a:avLst/>
          </a:prstGeom>
          <a:solidFill>
            <a:srgbClr val="7F8C97">
              <a:alpha val="48000"/>
            </a:srgbClr>
          </a:solidFill>
          <a:ln w="0">
            <a:noFill/>
            <a:prstDash val="solid"/>
          </a:ln>
        </p:spPr>
      </p:sp>
      <p:sp>
        <p:nvSpPr>
          <p:cNvPr id="494" name="01_find_only_493">
            <a:extLst>
              <a:ext uri="{FF2B5EF4-FFF2-40B4-BE49-F238E27FC236}">
                <a16:creationId xmlns:a16="http://schemas.microsoft.com/office/drawing/2014/main" id="{D026E91A-B319-44F8-BD0F-59287DBCC078}"/>
              </a:ext>
            </a:extLst>
          </p:cNvPr>
          <p:cNvSpPr>
            <a:spLocks noGrp="1"/>
          </p:cNvSpPr>
          <p:nvPr/>
        </p:nvSpPr>
        <p:spPr>
          <a:xfrm>
            <a:off x="1509824" y="2855402"/>
            <a:ext cx="28398" cy="28398"/>
          </a:xfrm>
          <a:prstGeom prst="ellipse">
            <a:avLst/>
          </a:prstGeom>
          <a:solidFill>
            <a:srgbClr val="7F8C97">
              <a:alpha val="48000"/>
            </a:srgbClr>
          </a:solidFill>
          <a:ln w="0">
            <a:noFill/>
            <a:prstDash val="solid"/>
          </a:ln>
        </p:spPr>
      </p:sp>
      <p:sp>
        <p:nvSpPr>
          <p:cNvPr id="495" name="01_find_only_494">
            <a:extLst>
              <a:ext uri="{FF2B5EF4-FFF2-40B4-BE49-F238E27FC236}">
                <a16:creationId xmlns:a16="http://schemas.microsoft.com/office/drawing/2014/main" id="{D31CFFA8-2DBC-4F37-9E89-115DE00D7719}"/>
              </a:ext>
            </a:extLst>
          </p:cNvPr>
          <p:cNvSpPr>
            <a:spLocks noGrp="1"/>
          </p:cNvSpPr>
          <p:nvPr/>
        </p:nvSpPr>
        <p:spPr>
          <a:xfrm>
            <a:off x="1566194" y="2855402"/>
            <a:ext cx="28398" cy="28398"/>
          </a:xfrm>
          <a:prstGeom prst="ellipse">
            <a:avLst/>
          </a:prstGeom>
          <a:solidFill>
            <a:srgbClr val="7F8C97">
              <a:alpha val="48000"/>
            </a:srgbClr>
          </a:solidFill>
          <a:ln w="0">
            <a:noFill/>
            <a:prstDash val="solid"/>
          </a:ln>
        </p:spPr>
      </p:sp>
      <p:sp>
        <p:nvSpPr>
          <p:cNvPr id="496" name="01_find_only_495">
            <a:extLst>
              <a:ext uri="{FF2B5EF4-FFF2-40B4-BE49-F238E27FC236}">
                <a16:creationId xmlns:a16="http://schemas.microsoft.com/office/drawing/2014/main" id="{234DD949-9FF0-4669-8748-96E91B8A4BB1}"/>
              </a:ext>
            </a:extLst>
          </p:cNvPr>
          <p:cNvSpPr>
            <a:spLocks noGrp="1"/>
          </p:cNvSpPr>
          <p:nvPr/>
        </p:nvSpPr>
        <p:spPr>
          <a:xfrm>
            <a:off x="1594141" y="2855402"/>
            <a:ext cx="28398" cy="28398"/>
          </a:xfrm>
          <a:prstGeom prst="ellipse">
            <a:avLst/>
          </a:prstGeom>
          <a:solidFill>
            <a:srgbClr val="7F8C97">
              <a:alpha val="48000"/>
            </a:srgbClr>
          </a:solidFill>
          <a:ln w="0">
            <a:noFill/>
            <a:prstDash val="solid"/>
          </a:ln>
        </p:spPr>
      </p:sp>
      <p:sp>
        <p:nvSpPr>
          <p:cNvPr id="497" name="01_find_only_496">
            <a:extLst>
              <a:ext uri="{FF2B5EF4-FFF2-40B4-BE49-F238E27FC236}">
                <a16:creationId xmlns:a16="http://schemas.microsoft.com/office/drawing/2014/main" id="{D038E9D4-68CB-47CE-835C-35D9E88349CF}"/>
              </a:ext>
            </a:extLst>
          </p:cNvPr>
          <p:cNvSpPr>
            <a:spLocks noGrp="1"/>
          </p:cNvSpPr>
          <p:nvPr/>
        </p:nvSpPr>
        <p:spPr>
          <a:xfrm>
            <a:off x="1505627" y="3489410"/>
            <a:ext cx="28398" cy="28398"/>
          </a:xfrm>
          <a:prstGeom prst="ellipse">
            <a:avLst/>
          </a:prstGeom>
          <a:solidFill>
            <a:srgbClr val="7F8C97">
              <a:alpha val="48000"/>
            </a:srgbClr>
          </a:solidFill>
          <a:ln w="0">
            <a:noFill/>
            <a:prstDash val="solid"/>
          </a:ln>
        </p:spPr>
      </p:sp>
      <p:sp>
        <p:nvSpPr>
          <p:cNvPr id="498" name="01_find_only_497">
            <a:extLst>
              <a:ext uri="{FF2B5EF4-FFF2-40B4-BE49-F238E27FC236}">
                <a16:creationId xmlns:a16="http://schemas.microsoft.com/office/drawing/2014/main" id="{3A740E67-F3A2-4ED5-9EBE-F35CBD58B78D}"/>
              </a:ext>
            </a:extLst>
          </p:cNvPr>
          <p:cNvSpPr>
            <a:spLocks noGrp="1"/>
          </p:cNvSpPr>
          <p:nvPr/>
        </p:nvSpPr>
        <p:spPr>
          <a:xfrm>
            <a:off x="1542921" y="2855402"/>
            <a:ext cx="28398" cy="28398"/>
          </a:xfrm>
          <a:prstGeom prst="ellipse">
            <a:avLst/>
          </a:prstGeom>
          <a:solidFill>
            <a:srgbClr val="7F8C97">
              <a:alpha val="48000"/>
            </a:srgbClr>
          </a:solidFill>
          <a:ln w="0">
            <a:noFill/>
            <a:prstDash val="solid"/>
          </a:ln>
        </p:spPr>
      </p:sp>
      <p:sp>
        <p:nvSpPr>
          <p:cNvPr id="499" name="01_find_only_498">
            <a:extLst>
              <a:ext uri="{FF2B5EF4-FFF2-40B4-BE49-F238E27FC236}">
                <a16:creationId xmlns:a16="http://schemas.microsoft.com/office/drawing/2014/main" id="{E3A23A76-3633-47AE-BBCA-93DC77754FD3}"/>
              </a:ext>
            </a:extLst>
          </p:cNvPr>
          <p:cNvSpPr>
            <a:spLocks noGrp="1"/>
          </p:cNvSpPr>
          <p:nvPr/>
        </p:nvSpPr>
        <p:spPr>
          <a:xfrm>
            <a:off x="1573539" y="2855402"/>
            <a:ext cx="28398" cy="28398"/>
          </a:xfrm>
          <a:prstGeom prst="ellipse">
            <a:avLst/>
          </a:prstGeom>
          <a:solidFill>
            <a:srgbClr val="7F8C97">
              <a:alpha val="48000"/>
            </a:srgbClr>
          </a:solidFill>
          <a:ln w="0">
            <a:noFill/>
            <a:prstDash val="solid"/>
          </a:ln>
        </p:spPr>
      </p:sp>
      <p:sp>
        <p:nvSpPr>
          <p:cNvPr id="500" name="01_find_only_499">
            <a:extLst>
              <a:ext uri="{FF2B5EF4-FFF2-40B4-BE49-F238E27FC236}">
                <a16:creationId xmlns:a16="http://schemas.microsoft.com/office/drawing/2014/main" id="{830AEB96-698D-4483-A2F2-7636ECDA1409}"/>
              </a:ext>
            </a:extLst>
          </p:cNvPr>
          <p:cNvSpPr>
            <a:spLocks noGrp="1"/>
          </p:cNvSpPr>
          <p:nvPr/>
        </p:nvSpPr>
        <p:spPr>
          <a:xfrm>
            <a:off x="1544924" y="4123418"/>
            <a:ext cx="28398" cy="28398"/>
          </a:xfrm>
          <a:prstGeom prst="ellipse">
            <a:avLst/>
          </a:prstGeom>
          <a:solidFill>
            <a:srgbClr val="7F8C97">
              <a:alpha val="48000"/>
            </a:srgbClr>
          </a:solidFill>
          <a:ln w="0">
            <a:noFill/>
            <a:prstDash val="solid"/>
          </a:ln>
        </p:spPr>
      </p:sp>
      <p:sp>
        <p:nvSpPr>
          <p:cNvPr id="501" name="01_find_only_500">
            <a:extLst>
              <a:ext uri="{FF2B5EF4-FFF2-40B4-BE49-F238E27FC236}">
                <a16:creationId xmlns:a16="http://schemas.microsoft.com/office/drawing/2014/main" id="{A65B202D-8DE8-4558-A7FE-0C0B1BE51762}"/>
              </a:ext>
            </a:extLst>
          </p:cNvPr>
          <p:cNvSpPr>
            <a:spLocks noGrp="1"/>
          </p:cNvSpPr>
          <p:nvPr/>
        </p:nvSpPr>
        <p:spPr>
          <a:xfrm>
            <a:off x="1528805" y="3785280"/>
            <a:ext cx="28398" cy="28398"/>
          </a:xfrm>
          <a:prstGeom prst="ellipse">
            <a:avLst/>
          </a:prstGeom>
          <a:solidFill>
            <a:srgbClr val="7F8C97">
              <a:alpha val="48000"/>
            </a:srgbClr>
          </a:solidFill>
          <a:ln w="0">
            <a:noFill/>
            <a:prstDash val="solid"/>
          </a:ln>
        </p:spPr>
      </p:sp>
      <p:sp>
        <p:nvSpPr>
          <p:cNvPr id="502" name="01_find_only_501">
            <a:extLst>
              <a:ext uri="{FF2B5EF4-FFF2-40B4-BE49-F238E27FC236}">
                <a16:creationId xmlns:a16="http://schemas.microsoft.com/office/drawing/2014/main" id="{4DE2F9E3-7985-4CB7-B619-06182D0FAAE8}"/>
              </a:ext>
            </a:extLst>
          </p:cNvPr>
          <p:cNvSpPr>
            <a:spLocks noGrp="1"/>
          </p:cNvSpPr>
          <p:nvPr/>
        </p:nvSpPr>
        <p:spPr>
          <a:xfrm>
            <a:off x="1565813" y="4123418"/>
            <a:ext cx="28398" cy="28398"/>
          </a:xfrm>
          <a:prstGeom prst="ellipse">
            <a:avLst/>
          </a:prstGeom>
          <a:solidFill>
            <a:srgbClr val="7F8C97">
              <a:alpha val="48000"/>
            </a:srgbClr>
          </a:solidFill>
          <a:ln w="0">
            <a:noFill/>
            <a:prstDash val="solid"/>
          </a:ln>
        </p:spPr>
      </p:sp>
      <p:sp>
        <p:nvSpPr>
          <p:cNvPr id="503" name="01_find_only_502">
            <a:extLst>
              <a:ext uri="{FF2B5EF4-FFF2-40B4-BE49-F238E27FC236}">
                <a16:creationId xmlns:a16="http://schemas.microsoft.com/office/drawing/2014/main" id="{BA528F24-DB67-4A49-B047-D3759ED3CAD7}"/>
              </a:ext>
            </a:extLst>
          </p:cNvPr>
          <p:cNvSpPr>
            <a:spLocks noGrp="1"/>
          </p:cNvSpPr>
          <p:nvPr/>
        </p:nvSpPr>
        <p:spPr>
          <a:xfrm>
            <a:off x="1562761" y="3489410"/>
            <a:ext cx="28398" cy="28398"/>
          </a:xfrm>
          <a:prstGeom prst="ellipse">
            <a:avLst/>
          </a:prstGeom>
          <a:solidFill>
            <a:srgbClr val="7F8C97">
              <a:alpha val="48000"/>
            </a:srgbClr>
          </a:solidFill>
          <a:ln w="0">
            <a:noFill/>
            <a:prstDash val="solid"/>
          </a:ln>
        </p:spPr>
      </p:sp>
      <p:sp>
        <p:nvSpPr>
          <p:cNvPr id="504" name="01_find_only_503">
            <a:extLst>
              <a:ext uri="{FF2B5EF4-FFF2-40B4-BE49-F238E27FC236}">
                <a16:creationId xmlns:a16="http://schemas.microsoft.com/office/drawing/2014/main" id="{D15511CF-139C-4A32-B034-279D40EF5BFD}"/>
              </a:ext>
            </a:extLst>
          </p:cNvPr>
          <p:cNvSpPr>
            <a:spLocks noGrp="1"/>
          </p:cNvSpPr>
          <p:nvPr/>
        </p:nvSpPr>
        <p:spPr>
          <a:xfrm>
            <a:off x="1551219" y="2855402"/>
            <a:ext cx="28398" cy="28398"/>
          </a:xfrm>
          <a:prstGeom prst="ellipse">
            <a:avLst/>
          </a:prstGeom>
          <a:solidFill>
            <a:srgbClr val="7F8C97">
              <a:alpha val="48000"/>
            </a:srgbClr>
          </a:solidFill>
          <a:ln w="0">
            <a:noFill/>
            <a:prstDash val="solid"/>
          </a:ln>
        </p:spPr>
      </p:sp>
      <p:sp>
        <p:nvSpPr>
          <p:cNvPr id="505" name="01_find_only_504">
            <a:extLst>
              <a:ext uri="{FF2B5EF4-FFF2-40B4-BE49-F238E27FC236}">
                <a16:creationId xmlns:a16="http://schemas.microsoft.com/office/drawing/2014/main" id="{0142AA35-190E-486A-9D54-D65030908DBC}"/>
              </a:ext>
            </a:extLst>
          </p:cNvPr>
          <p:cNvSpPr>
            <a:spLocks noGrp="1"/>
          </p:cNvSpPr>
          <p:nvPr/>
        </p:nvSpPr>
        <p:spPr>
          <a:xfrm>
            <a:off x="1560471" y="2855402"/>
            <a:ext cx="28398" cy="28398"/>
          </a:xfrm>
          <a:prstGeom prst="ellipse">
            <a:avLst/>
          </a:prstGeom>
          <a:solidFill>
            <a:srgbClr val="7F8C97">
              <a:alpha val="48000"/>
            </a:srgbClr>
          </a:solidFill>
          <a:ln w="0">
            <a:noFill/>
            <a:prstDash val="solid"/>
          </a:ln>
        </p:spPr>
      </p:sp>
      <p:sp>
        <p:nvSpPr>
          <p:cNvPr id="506" name="01_find_only_505">
            <a:extLst>
              <a:ext uri="{FF2B5EF4-FFF2-40B4-BE49-F238E27FC236}">
                <a16:creationId xmlns:a16="http://schemas.microsoft.com/office/drawing/2014/main" id="{A12566F3-E1A0-45F9-BB95-4CDBDEC24B7E}"/>
              </a:ext>
            </a:extLst>
          </p:cNvPr>
          <p:cNvSpPr>
            <a:spLocks noGrp="1"/>
          </p:cNvSpPr>
          <p:nvPr/>
        </p:nvSpPr>
        <p:spPr>
          <a:xfrm>
            <a:off x="1533097" y="4123418"/>
            <a:ext cx="28398" cy="28398"/>
          </a:xfrm>
          <a:prstGeom prst="ellipse">
            <a:avLst/>
          </a:prstGeom>
          <a:solidFill>
            <a:srgbClr val="7F8C97">
              <a:alpha val="48000"/>
            </a:srgbClr>
          </a:solidFill>
          <a:ln w="0">
            <a:noFill/>
            <a:prstDash val="solid"/>
          </a:ln>
        </p:spPr>
      </p:sp>
      <p:sp>
        <p:nvSpPr>
          <p:cNvPr id="507" name="01_find_only_506">
            <a:extLst>
              <a:ext uri="{FF2B5EF4-FFF2-40B4-BE49-F238E27FC236}">
                <a16:creationId xmlns:a16="http://schemas.microsoft.com/office/drawing/2014/main" id="{D8E4CD7A-FA38-457F-82A9-79DADE06157B}"/>
              </a:ext>
            </a:extLst>
          </p:cNvPr>
          <p:cNvSpPr>
            <a:spLocks noGrp="1"/>
          </p:cNvSpPr>
          <p:nvPr/>
        </p:nvSpPr>
        <p:spPr>
          <a:xfrm>
            <a:off x="1554462" y="3489410"/>
            <a:ext cx="28398" cy="28398"/>
          </a:xfrm>
          <a:prstGeom prst="ellipse">
            <a:avLst/>
          </a:prstGeom>
          <a:solidFill>
            <a:srgbClr val="7F8C97">
              <a:alpha val="48000"/>
            </a:srgbClr>
          </a:solidFill>
          <a:ln w="0">
            <a:noFill/>
            <a:prstDash val="solid"/>
          </a:ln>
        </p:spPr>
      </p:sp>
      <p:sp>
        <p:nvSpPr>
          <p:cNvPr id="508" name="01_find_only_507">
            <a:extLst>
              <a:ext uri="{FF2B5EF4-FFF2-40B4-BE49-F238E27FC236}">
                <a16:creationId xmlns:a16="http://schemas.microsoft.com/office/drawing/2014/main" id="{54C7FC6C-84A1-4405-B6AE-B6997DD9AA37}"/>
              </a:ext>
            </a:extLst>
          </p:cNvPr>
          <p:cNvSpPr>
            <a:spLocks noGrp="1"/>
          </p:cNvSpPr>
          <p:nvPr/>
        </p:nvSpPr>
        <p:spPr>
          <a:xfrm>
            <a:off x="1534051" y="3109005"/>
            <a:ext cx="28398" cy="28398"/>
          </a:xfrm>
          <a:prstGeom prst="ellipse">
            <a:avLst/>
          </a:prstGeom>
          <a:solidFill>
            <a:srgbClr val="7F8C97">
              <a:alpha val="48000"/>
            </a:srgbClr>
          </a:solidFill>
          <a:ln w="0">
            <a:noFill/>
            <a:prstDash val="solid"/>
          </a:ln>
        </p:spPr>
      </p:sp>
      <p:sp>
        <p:nvSpPr>
          <p:cNvPr id="509" name="01_find_only_508">
            <a:extLst>
              <a:ext uri="{FF2B5EF4-FFF2-40B4-BE49-F238E27FC236}">
                <a16:creationId xmlns:a16="http://schemas.microsoft.com/office/drawing/2014/main" id="{6C181840-BE09-48FD-8305-2A14E2BA2452}"/>
              </a:ext>
            </a:extLst>
          </p:cNvPr>
          <p:cNvSpPr>
            <a:spLocks noGrp="1"/>
          </p:cNvSpPr>
          <p:nvPr/>
        </p:nvSpPr>
        <p:spPr>
          <a:xfrm>
            <a:off x="1542444" y="3727163"/>
            <a:ext cx="28398" cy="28398"/>
          </a:xfrm>
          <a:prstGeom prst="ellipse">
            <a:avLst/>
          </a:prstGeom>
          <a:solidFill>
            <a:srgbClr val="7F8C97">
              <a:alpha val="48000"/>
            </a:srgbClr>
          </a:solidFill>
          <a:ln w="0">
            <a:noFill/>
            <a:prstDash val="solid"/>
          </a:ln>
        </p:spPr>
      </p:sp>
      <p:sp>
        <p:nvSpPr>
          <p:cNvPr id="510" name="01_find_only_509">
            <a:extLst>
              <a:ext uri="{FF2B5EF4-FFF2-40B4-BE49-F238E27FC236}">
                <a16:creationId xmlns:a16="http://schemas.microsoft.com/office/drawing/2014/main" id="{3A2BA744-9A29-4D57-B4A3-3D0A686F27D1}"/>
              </a:ext>
            </a:extLst>
          </p:cNvPr>
          <p:cNvSpPr>
            <a:spLocks noGrp="1"/>
          </p:cNvSpPr>
          <p:nvPr/>
        </p:nvSpPr>
        <p:spPr>
          <a:xfrm>
            <a:off x="1583649" y="3942273"/>
            <a:ext cx="28398" cy="28398"/>
          </a:xfrm>
          <a:prstGeom prst="ellipse">
            <a:avLst/>
          </a:prstGeom>
          <a:solidFill>
            <a:srgbClr val="7F8C97">
              <a:alpha val="48000"/>
            </a:srgbClr>
          </a:solidFill>
          <a:ln w="0">
            <a:noFill/>
            <a:prstDash val="solid"/>
          </a:ln>
        </p:spPr>
      </p:sp>
      <p:sp>
        <p:nvSpPr>
          <p:cNvPr id="511" name="01_find_only_510">
            <a:extLst>
              <a:ext uri="{FF2B5EF4-FFF2-40B4-BE49-F238E27FC236}">
                <a16:creationId xmlns:a16="http://schemas.microsoft.com/office/drawing/2014/main" id="{87F64C40-93EB-42B4-A9C7-9FAF7D687A1B}"/>
              </a:ext>
            </a:extLst>
          </p:cNvPr>
          <p:cNvSpPr>
            <a:spLocks noGrp="1"/>
          </p:cNvSpPr>
          <p:nvPr/>
        </p:nvSpPr>
        <p:spPr>
          <a:xfrm>
            <a:off x="1516119" y="3489410"/>
            <a:ext cx="28398" cy="28398"/>
          </a:xfrm>
          <a:prstGeom prst="ellipse">
            <a:avLst/>
          </a:prstGeom>
          <a:solidFill>
            <a:srgbClr val="7F8C97">
              <a:alpha val="48000"/>
            </a:srgbClr>
          </a:solidFill>
          <a:ln w="0">
            <a:noFill/>
            <a:prstDash val="solid"/>
          </a:ln>
        </p:spPr>
      </p:sp>
      <p:sp>
        <p:nvSpPr>
          <p:cNvPr id="512" name="01_find_only_511">
            <a:extLst>
              <a:ext uri="{FF2B5EF4-FFF2-40B4-BE49-F238E27FC236}">
                <a16:creationId xmlns:a16="http://schemas.microsoft.com/office/drawing/2014/main" id="{F8BEDF89-FAAB-4F62-BE5E-D2A9ED3D9469}"/>
              </a:ext>
            </a:extLst>
          </p:cNvPr>
          <p:cNvSpPr>
            <a:spLocks noGrp="1"/>
          </p:cNvSpPr>
          <p:nvPr/>
        </p:nvSpPr>
        <p:spPr>
          <a:xfrm>
            <a:off x="1520507" y="3700746"/>
            <a:ext cx="28398" cy="28398"/>
          </a:xfrm>
          <a:prstGeom prst="ellipse">
            <a:avLst/>
          </a:prstGeom>
          <a:solidFill>
            <a:srgbClr val="7F8C97">
              <a:alpha val="48000"/>
            </a:srgbClr>
          </a:solidFill>
          <a:ln w="0">
            <a:noFill/>
            <a:prstDash val="solid"/>
          </a:ln>
        </p:spPr>
      </p:sp>
      <p:sp>
        <p:nvSpPr>
          <p:cNvPr id="513" name="01_find_only_512">
            <a:extLst>
              <a:ext uri="{FF2B5EF4-FFF2-40B4-BE49-F238E27FC236}">
                <a16:creationId xmlns:a16="http://schemas.microsoft.com/office/drawing/2014/main" id="{69AD8A8A-0E20-4C37-8CC4-D42F3A10BA63}"/>
              </a:ext>
            </a:extLst>
          </p:cNvPr>
          <p:cNvSpPr>
            <a:spLocks noGrp="1"/>
          </p:cNvSpPr>
          <p:nvPr/>
        </p:nvSpPr>
        <p:spPr>
          <a:xfrm>
            <a:off x="1560185" y="2855402"/>
            <a:ext cx="28398" cy="28398"/>
          </a:xfrm>
          <a:prstGeom prst="ellipse">
            <a:avLst/>
          </a:prstGeom>
          <a:solidFill>
            <a:srgbClr val="7F8C97">
              <a:alpha val="48000"/>
            </a:srgbClr>
          </a:solidFill>
          <a:ln w="0">
            <a:noFill/>
            <a:prstDash val="solid"/>
          </a:ln>
        </p:spPr>
      </p:sp>
      <p:sp>
        <p:nvSpPr>
          <p:cNvPr id="514" name="01_find_only_513">
            <a:extLst>
              <a:ext uri="{FF2B5EF4-FFF2-40B4-BE49-F238E27FC236}">
                <a16:creationId xmlns:a16="http://schemas.microsoft.com/office/drawing/2014/main" id="{933FE0D2-C532-4844-9A06-B928F1E07862}"/>
              </a:ext>
            </a:extLst>
          </p:cNvPr>
          <p:cNvSpPr>
            <a:spLocks noGrp="1"/>
          </p:cNvSpPr>
          <p:nvPr/>
        </p:nvSpPr>
        <p:spPr>
          <a:xfrm>
            <a:off x="1559327" y="3278074"/>
            <a:ext cx="28398" cy="28398"/>
          </a:xfrm>
          <a:prstGeom prst="ellipse">
            <a:avLst/>
          </a:prstGeom>
          <a:solidFill>
            <a:srgbClr val="7F8C97">
              <a:alpha val="48000"/>
            </a:srgbClr>
          </a:solidFill>
          <a:ln w="0">
            <a:noFill/>
            <a:prstDash val="solid"/>
          </a:ln>
        </p:spPr>
      </p:sp>
      <p:sp>
        <p:nvSpPr>
          <p:cNvPr id="515" name="01_find_only_514">
            <a:extLst>
              <a:ext uri="{FF2B5EF4-FFF2-40B4-BE49-F238E27FC236}">
                <a16:creationId xmlns:a16="http://schemas.microsoft.com/office/drawing/2014/main" id="{63DCB763-52A8-4D91-A010-061FFD79302B}"/>
              </a:ext>
            </a:extLst>
          </p:cNvPr>
          <p:cNvSpPr>
            <a:spLocks noGrp="1"/>
          </p:cNvSpPr>
          <p:nvPr/>
        </p:nvSpPr>
        <p:spPr>
          <a:xfrm>
            <a:off x="1590326" y="3489410"/>
            <a:ext cx="28398" cy="28398"/>
          </a:xfrm>
          <a:prstGeom prst="ellipse">
            <a:avLst/>
          </a:prstGeom>
          <a:solidFill>
            <a:srgbClr val="7F8C97">
              <a:alpha val="48000"/>
            </a:srgbClr>
          </a:solidFill>
          <a:ln w="0">
            <a:noFill/>
            <a:prstDash val="solid"/>
          </a:ln>
        </p:spPr>
      </p:sp>
      <p:sp>
        <p:nvSpPr>
          <p:cNvPr id="516" name="01_find_only_515">
            <a:extLst>
              <a:ext uri="{FF2B5EF4-FFF2-40B4-BE49-F238E27FC236}">
                <a16:creationId xmlns:a16="http://schemas.microsoft.com/office/drawing/2014/main" id="{CF9BF30D-F41E-412A-A693-BC5EF88830B2}"/>
              </a:ext>
            </a:extLst>
          </p:cNvPr>
          <p:cNvSpPr>
            <a:spLocks noGrp="1"/>
          </p:cNvSpPr>
          <p:nvPr/>
        </p:nvSpPr>
        <p:spPr>
          <a:xfrm>
            <a:off x="1575923" y="2855402"/>
            <a:ext cx="28398" cy="28398"/>
          </a:xfrm>
          <a:prstGeom prst="ellipse">
            <a:avLst/>
          </a:prstGeom>
          <a:solidFill>
            <a:srgbClr val="7F8C97">
              <a:alpha val="48000"/>
            </a:srgbClr>
          </a:solidFill>
          <a:ln w="0">
            <a:noFill/>
            <a:prstDash val="solid"/>
          </a:ln>
        </p:spPr>
      </p:sp>
      <p:sp>
        <p:nvSpPr>
          <p:cNvPr id="517" name="01_find_only_516">
            <a:extLst>
              <a:ext uri="{FF2B5EF4-FFF2-40B4-BE49-F238E27FC236}">
                <a16:creationId xmlns:a16="http://schemas.microsoft.com/office/drawing/2014/main" id="{FF2B2D92-A50B-4562-A1B2-B234CA028297}"/>
              </a:ext>
            </a:extLst>
          </p:cNvPr>
          <p:cNvSpPr>
            <a:spLocks noGrp="1"/>
          </p:cNvSpPr>
          <p:nvPr/>
        </p:nvSpPr>
        <p:spPr>
          <a:xfrm>
            <a:off x="1517073" y="4123418"/>
            <a:ext cx="28398" cy="28398"/>
          </a:xfrm>
          <a:prstGeom prst="ellipse">
            <a:avLst/>
          </a:prstGeom>
          <a:solidFill>
            <a:srgbClr val="7F8C97">
              <a:alpha val="48000"/>
            </a:srgbClr>
          </a:solidFill>
          <a:ln w="0">
            <a:noFill/>
            <a:prstDash val="solid"/>
          </a:ln>
        </p:spPr>
      </p:sp>
      <p:sp>
        <p:nvSpPr>
          <p:cNvPr id="518" name="01_find_only_517">
            <a:extLst>
              <a:ext uri="{FF2B5EF4-FFF2-40B4-BE49-F238E27FC236}">
                <a16:creationId xmlns:a16="http://schemas.microsoft.com/office/drawing/2014/main" id="{BEFD38B1-7EDF-4982-B545-6923942FCB4A}"/>
              </a:ext>
            </a:extLst>
          </p:cNvPr>
          <p:cNvSpPr>
            <a:spLocks noGrp="1"/>
          </p:cNvSpPr>
          <p:nvPr/>
        </p:nvSpPr>
        <p:spPr>
          <a:xfrm>
            <a:off x="1530903" y="3398837"/>
            <a:ext cx="28398" cy="28398"/>
          </a:xfrm>
          <a:prstGeom prst="ellipse">
            <a:avLst/>
          </a:prstGeom>
          <a:solidFill>
            <a:srgbClr val="7F8C97">
              <a:alpha val="48000"/>
            </a:srgbClr>
          </a:solidFill>
          <a:ln w="0">
            <a:noFill/>
            <a:prstDash val="solid"/>
          </a:ln>
        </p:spPr>
      </p:sp>
      <p:sp>
        <p:nvSpPr>
          <p:cNvPr id="519" name="01_find_only_518">
            <a:extLst>
              <a:ext uri="{FF2B5EF4-FFF2-40B4-BE49-F238E27FC236}">
                <a16:creationId xmlns:a16="http://schemas.microsoft.com/office/drawing/2014/main" id="{DF164753-3474-4954-BD2B-4A4F58F10C6A}"/>
              </a:ext>
            </a:extLst>
          </p:cNvPr>
          <p:cNvSpPr>
            <a:spLocks noGrp="1"/>
          </p:cNvSpPr>
          <p:nvPr/>
        </p:nvSpPr>
        <p:spPr>
          <a:xfrm>
            <a:off x="1568770" y="3278074"/>
            <a:ext cx="28398" cy="28398"/>
          </a:xfrm>
          <a:prstGeom prst="ellipse">
            <a:avLst/>
          </a:prstGeom>
          <a:solidFill>
            <a:srgbClr val="7F8C97">
              <a:alpha val="48000"/>
            </a:srgbClr>
          </a:solidFill>
          <a:ln w="0">
            <a:noFill/>
            <a:prstDash val="solid"/>
          </a:ln>
        </p:spPr>
      </p:sp>
      <p:sp>
        <p:nvSpPr>
          <p:cNvPr id="520" name="01_find_only_519">
            <a:extLst>
              <a:ext uri="{FF2B5EF4-FFF2-40B4-BE49-F238E27FC236}">
                <a16:creationId xmlns:a16="http://schemas.microsoft.com/office/drawing/2014/main" id="{6DDC797C-4576-436D-9934-587033EDEEB6}"/>
              </a:ext>
            </a:extLst>
          </p:cNvPr>
          <p:cNvSpPr>
            <a:spLocks noGrp="1"/>
          </p:cNvSpPr>
          <p:nvPr/>
        </p:nvSpPr>
        <p:spPr>
          <a:xfrm>
            <a:off x="1511541" y="2855402"/>
            <a:ext cx="28398" cy="28398"/>
          </a:xfrm>
          <a:prstGeom prst="ellipse">
            <a:avLst/>
          </a:prstGeom>
          <a:solidFill>
            <a:srgbClr val="7F8C97">
              <a:alpha val="48000"/>
            </a:srgbClr>
          </a:solidFill>
          <a:ln w="0">
            <a:noFill/>
            <a:prstDash val="solid"/>
          </a:ln>
        </p:spPr>
      </p:sp>
      <p:sp>
        <p:nvSpPr>
          <p:cNvPr id="521" name="01_find_only_520">
            <a:extLst>
              <a:ext uri="{FF2B5EF4-FFF2-40B4-BE49-F238E27FC236}">
                <a16:creationId xmlns:a16="http://schemas.microsoft.com/office/drawing/2014/main" id="{22F407E2-14BE-4426-9C4F-B839D81868C1}"/>
              </a:ext>
            </a:extLst>
          </p:cNvPr>
          <p:cNvSpPr>
            <a:spLocks noGrp="1"/>
          </p:cNvSpPr>
          <p:nvPr/>
        </p:nvSpPr>
        <p:spPr>
          <a:xfrm>
            <a:off x="1577831" y="3278074"/>
            <a:ext cx="28398" cy="28398"/>
          </a:xfrm>
          <a:prstGeom prst="ellipse">
            <a:avLst/>
          </a:prstGeom>
          <a:solidFill>
            <a:srgbClr val="7F8C97">
              <a:alpha val="48000"/>
            </a:srgbClr>
          </a:solidFill>
          <a:ln w="0">
            <a:noFill/>
            <a:prstDash val="solid"/>
          </a:ln>
        </p:spPr>
      </p:sp>
      <p:sp>
        <p:nvSpPr>
          <p:cNvPr id="522" name="01_find_only_521">
            <a:extLst>
              <a:ext uri="{FF2B5EF4-FFF2-40B4-BE49-F238E27FC236}">
                <a16:creationId xmlns:a16="http://schemas.microsoft.com/office/drawing/2014/main" id="{9747B6CF-BB0C-433D-91D9-560CC592C43D}"/>
              </a:ext>
            </a:extLst>
          </p:cNvPr>
          <p:cNvSpPr>
            <a:spLocks noGrp="1"/>
          </p:cNvSpPr>
          <p:nvPr/>
        </p:nvSpPr>
        <p:spPr>
          <a:xfrm>
            <a:off x="1581074" y="2855402"/>
            <a:ext cx="28398" cy="28398"/>
          </a:xfrm>
          <a:prstGeom prst="ellipse">
            <a:avLst/>
          </a:prstGeom>
          <a:solidFill>
            <a:srgbClr val="7F8C97">
              <a:alpha val="48000"/>
            </a:srgbClr>
          </a:solidFill>
          <a:ln w="0">
            <a:noFill/>
            <a:prstDash val="solid"/>
          </a:ln>
        </p:spPr>
      </p:sp>
      <p:sp>
        <p:nvSpPr>
          <p:cNvPr id="523" name="01_find_only_522">
            <a:extLst>
              <a:ext uri="{FF2B5EF4-FFF2-40B4-BE49-F238E27FC236}">
                <a16:creationId xmlns:a16="http://schemas.microsoft.com/office/drawing/2014/main" id="{5817864B-D0C3-458B-89FF-1B831C8E3D08}"/>
              </a:ext>
            </a:extLst>
          </p:cNvPr>
          <p:cNvSpPr>
            <a:spLocks noGrp="1"/>
          </p:cNvSpPr>
          <p:nvPr/>
        </p:nvSpPr>
        <p:spPr>
          <a:xfrm>
            <a:off x="1570963" y="2855402"/>
            <a:ext cx="28398" cy="28398"/>
          </a:xfrm>
          <a:prstGeom prst="ellipse">
            <a:avLst/>
          </a:prstGeom>
          <a:solidFill>
            <a:srgbClr val="7F8C97">
              <a:alpha val="48000"/>
            </a:srgbClr>
          </a:solidFill>
          <a:ln w="0">
            <a:noFill/>
            <a:prstDash val="solid"/>
          </a:ln>
        </p:spPr>
      </p:sp>
      <p:sp>
        <p:nvSpPr>
          <p:cNvPr id="524" name="01_find_only_523">
            <a:extLst>
              <a:ext uri="{FF2B5EF4-FFF2-40B4-BE49-F238E27FC236}">
                <a16:creationId xmlns:a16="http://schemas.microsoft.com/office/drawing/2014/main" id="{CBC021E3-727B-4AE5-999D-C206C73F1A25}"/>
              </a:ext>
            </a:extLst>
          </p:cNvPr>
          <p:cNvSpPr>
            <a:spLocks noGrp="1"/>
          </p:cNvSpPr>
          <p:nvPr/>
        </p:nvSpPr>
        <p:spPr>
          <a:xfrm>
            <a:off x="1570105" y="2855402"/>
            <a:ext cx="28398" cy="28398"/>
          </a:xfrm>
          <a:prstGeom prst="ellipse">
            <a:avLst/>
          </a:prstGeom>
          <a:solidFill>
            <a:srgbClr val="7F8C97">
              <a:alpha val="48000"/>
            </a:srgbClr>
          </a:solidFill>
          <a:ln w="0">
            <a:noFill/>
            <a:prstDash val="solid"/>
          </a:ln>
        </p:spPr>
      </p:sp>
      <p:sp>
        <p:nvSpPr>
          <p:cNvPr id="525" name="01_find_only_524">
            <a:extLst>
              <a:ext uri="{FF2B5EF4-FFF2-40B4-BE49-F238E27FC236}">
                <a16:creationId xmlns:a16="http://schemas.microsoft.com/office/drawing/2014/main" id="{CF66BCF3-E853-4D09-832D-DCD216FB90FD}"/>
              </a:ext>
            </a:extLst>
          </p:cNvPr>
          <p:cNvSpPr>
            <a:spLocks noGrp="1"/>
          </p:cNvSpPr>
          <p:nvPr/>
        </p:nvSpPr>
        <p:spPr>
          <a:xfrm>
            <a:off x="1574206" y="2855402"/>
            <a:ext cx="28398" cy="28398"/>
          </a:xfrm>
          <a:prstGeom prst="ellipse">
            <a:avLst/>
          </a:prstGeom>
          <a:solidFill>
            <a:srgbClr val="7F8C97">
              <a:alpha val="48000"/>
            </a:srgbClr>
          </a:solidFill>
          <a:ln w="0">
            <a:noFill/>
            <a:prstDash val="solid"/>
          </a:ln>
        </p:spPr>
      </p:sp>
      <p:sp>
        <p:nvSpPr>
          <p:cNvPr id="526" name="01_find_only_525">
            <a:extLst>
              <a:ext uri="{FF2B5EF4-FFF2-40B4-BE49-F238E27FC236}">
                <a16:creationId xmlns:a16="http://schemas.microsoft.com/office/drawing/2014/main" id="{E67E9125-378B-4B18-ADAE-D598BD986A48}"/>
              </a:ext>
            </a:extLst>
          </p:cNvPr>
          <p:cNvSpPr>
            <a:spLocks noGrp="1"/>
          </p:cNvSpPr>
          <p:nvPr/>
        </p:nvSpPr>
        <p:spPr>
          <a:xfrm>
            <a:off x="1556179" y="2855402"/>
            <a:ext cx="28398" cy="28398"/>
          </a:xfrm>
          <a:prstGeom prst="ellipse">
            <a:avLst/>
          </a:prstGeom>
          <a:solidFill>
            <a:srgbClr val="7F8C97">
              <a:alpha val="48000"/>
            </a:srgbClr>
          </a:solidFill>
          <a:ln w="0">
            <a:noFill/>
            <a:prstDash val="solid"/>
          </a:ln>
        </p:spPr>
      </p:sp>
      <p:sp>
        <p:nvSpPr>
          <p:cNvPr id="527" name="01_find_only_526">
            <a:extLst>
              <a:ext uri="{FF2B5EF4-FFF2-40B4-BE49-F238E27FC236}">
                <a16:creationId xmlns:a16="http://schemas.microsoft.com/office/drawing/2014/main" id="{51DD91EC-B6DC-4A01-ABF9-8AA128E01BAA}"/>
              </a:ext>
            </a:extLst>
          </p:cNvPr>
          <p:cNvSpPr>
            <a:spLocks noGrp="1"/>
          </p:cNvSpPr>
          <p:nvPr/>
        </p:nvSpPr>
        <p:spPr>
          <a:xfrm>
            <a:off x="1506676" y="2855402"/>
            <a:ext cx="28398" cy="28398"/>
          </a:xfrm>
          <a:prstGeom prst="ellipse">
            <a:avLst/>
          </a:prstGeom>
          <a:solidFill>
            <a:srgbClr val="7F8C97">
              <a:alpha val="48000"/>
            </a:srgbClr>
          </a:solidFill>
          <a:ln w="0">
            <a:noFill/>
            <a:prstDash val="solid"/>
          </a:ln>
        </p:spPr>
      </p:sp>
      <p:sp>
        <p:nvSpPr>
          <p:cNvPr id="528" name="01_find_only_527">
            <a:extLst>
              <a:ext uri="{FF2B5EF4-FFF2-40B4-BE49-F238E27FC236}">
                <a16:creationId xmlns:a16="http://schemas.microsoft.com/office/drawing/2014/main" id="{26C28B22-8DF1-4FC7-97B7-168F18F67AC0}"/>
              </a:ext>
            </a:extLst>
          </p:cNvPr>
          <p:cNvSpPr>
            <a:spLocks noGrp="1"/>
          </p:cNvSpPr>
          <p:nvPr/>
        </p:nvSpPr>
        <p:spPr>
          <a:xfrm>
            <a:off x="1555989" y="3278074"/>
            <a:ext cx="28398" cy="28398"/>
          </a:xfrm>
          <a:prstGeom prst="ellipse">
            <a:avLst/>
          </a:prstGeom>
          <a:solidFill>
            <a:srgbClr val="7F8C97">
              <a:alpha val="48000"/>
            </a:srgbClr>
          </a:solidFill>
          <a:ln w="0">
            <a:noFill/>
            <a:prstDash val="solid"/>
          </a:ln>
        </p:spPr>
      </p:sp>
      <p:sp>
        <p:nvSpPr>
          <p:cNvPr id="529" name="01_find_only_528">
            <a:extLst>
              <a:ext uri="{FF2B5EF4-FFF2-40B4-BE49-F238E27FC236}">
                <a16:creationId xmlns:a16="http://schemas.microsoft.com/office/drawing/2014/main" id="{95B58C0B-87C8-4935-B06E-260D45C79660}"/>
              </a:ext>
            </a:extLst>
          </p:cNvPr>
          <p:cNvSpPr>
            <a:spLocks noGrp="1"/>
          </p:cNvSpPr>
          <p:nvPr/>
        </p:nvSpPr>
        <p:spPr>
          <a:xfrm>
            <a:off x="1519267" y="2855402"/>
            <a:ext cx="28398" cy="28398"/>
          </a:xfrm>
          <a:prstGeom prst="ellipse">
            <a:avLst/>
          </a:prstGeom>
          <a:solidFill>
            <a:srgbClr val="7F8C97">
              <a:alpha val="48000"/>
            </a:srgbClr>
          </a:solidFill>
          <a:ln w="0">
            <a:noFill/>
            <a:prstDash val="solid"/>
          </a:ln>
        </p:spPr>
      </p:sp>
      <p:sp>
        <p:nvSpPr>
          <p:cNvPr id="530" name="01_find_only_529">
            <a:extLst>
              <a:ext uri="{FF2B5EF4-FFF2-40B4-BE49-F238E27FC236}">
                <a16:creationId xmlns:a16="http://schemas.microsoft.com/office/drawing/2014/main" id="{F9699593-D166-4691-9A19-8F76C617FB6C}"/>
              </a:ext>
            </a:extLst>
          </p:cNvPr>
          <p:cNvSpPr>
            <a:spLocks noGrp="1"/>
          </p:cNvSpPr>
          <p:nvPr/>
        </p:nvSpPr>
        <p:spPr>
          <a:xfrm>
            <a:off x="1570487" y="3343100"/>
            <a:ext cx="28398" cy="28398"/>
          </a:xfrm>
          <a:prstGeom prst="ellipse">
            <a:avLst/>
          </a:prstGeom>
          <a:solidFill>
            <a:srgbClr val="7F8C97">
              <a:alpha val="48000"/>
            </a:srgbClr>
          </a:solidFill>
          <a:ln w="0">
            <a:noFill/>
            <a:prstDash val="solid"/>
          </a:ln>
        </p:spPr>
      </p:sp>
      <p:sp>
        <p:nvSpPr>
          <p:cNvPr id="531" name="01_find_only_530">
            <a:extLst>
              <a:ext uri="{FF2B5EF4-FFF2-40B4-BE49-F238E27FC236}">
                <a16:creationId xmlns:a16="http://schemas.microsoft.com/office/drawing/2014/main" id="{4D351281-5C16-4FE7-8679-01F2A5C42B60}"/>
              </a:ext>
            </a:extLst>
          </p:cNvPr>
          <p:cNvSpPr>
            <a:spLocks noGrp="1"/>
          </p:cNvSpPr>
          <p:nvPr/>
        </p:nvSpPr>
        <p:spPr>
          <a:xfrm>
            <a:off x="1583077" y="3348519"/>
            <a:ext cx="28398" cy="28398"/>
          </a:xfrm>
          <a:prstGeom prst="ellipse">
            <a:avLst/>
          </a:prstGeom>
          <a:solidFill>
            <a:srgbClr val="7F8C97">
              <a:alpha val="48000"/>
            </a:srgbClr>
          </a:solidFill>
          <a:ln w="0">
            <a:noFill/>
            <a:prstDash val="solid"/>
          </a:ln>
        </p:spPr>
      </p:sp>
      <p:sp>
        <p:nvSpPr>
          <p:cNvPr id="532" name="01_find_only_531">
            <a:extLst>
              <a:ext uri="{FF2B5EF4-FFF2-40B4-BE49-F238E27FC236}">
                <a16:creationId xmlns:a16="http://schemas.microsoft.com/office/drawing/2014/main" id="{3656E2B7-DCA8-494C-BA1B-9680138AB412}"/>
              </a:ext>
            </a:extLst>
          </p:cNvPr>
          <p:cNvSpPr>
            <a:spLocks noGrp="1"/>
          </p:cNvSpPr>
          <p:nvPr/>
        </p:nvSpPr>
        <p:spPr>
          <a:xfrm>
            <a:off x="1517741" y="2855402"/>
            <a:ext cx="28398" cy="28398"/>
          </a:xfrm>
          <a:prstGeom prst="ellipse">
            <a:avLst/>
          </a:prstGeom>
          <a:solidFill>
            <a:srgbClr val="7F8C97">
              <a:alpha val="48000"/>
            </a:srgbClr>
          </a:solidFill>
          <a:ln w="0">
            <a:noFill/>
            <a:prstDash val="solid"/>
          </a:ln>
        </p:spPr>
      </p:sp>
      <p:sp>
        <p:nvSpPr>
          <p:cNvPr id="533" name="01_find_only_532">
            <a:extLst>
              <a:ext uri="{FF2B5EF4-FFF2-40B4-BE49-F238E27FC236}">
                <a16:creationId xmlns:a16="http://schemas.microsoft.com/office/drawing/2014/main" id="{70968130-DD59-4792-BDB7-F79C4E180BD4}"/>
              </a:ext>
            </a:extLst>
          </p:cNvPr>
          <p:cNvSpPr>
            <a:spLocks noGrp="1"/>
          </p:cNvSpPr>
          <p:nvPr/>
        </p:nvSpPr>
        <p:spPr>
          <a:xfrm>
            <a:off x="1571345" y="2855402"/>
            <a:ext cx="28398" cy="28398"/>
          </a:xfrm>
          <a:prstGeom prst="ellipse">
            <a:avLst/>
          </a:prstGeom>
          <a:solidFill>
            <a:srgbClr val="7F8C97">
              <a:alpha val="48000"/>
            </a:srgbClr>
          </a:solidFill>
          <a:ln w="0">
            <a:noFill/>
            <a:prstDash val="solid"/>
          </a:ln>
        </p:spPr>
      </p:sp>
      <p:sp>
        <p:nvSpPr>
          <p:cNvPr id="534" name="01_find_only_533">
            <a:extLst>
              <a:ext uri="{FF2B5EF4-FFF2-40B4-BE49-F238E27FC236}">
                <a16:creationId xmlns:a16="http://schemas.microsoft.com/office/drawing/2014/main" id="{D1D6FCDB-7163-448A-ACFE-69E4B962F2B8}"/>
              </a:ext>
            </a:extLst>
          </p:cNvPr>
          <p:cNvSpPr>
            <a:spLocks noGrp="1"/>
          </p:cNvSpPr>
          <p:nvPr/>
        </p:nvSpPr>
        <p:spPr>
          <a:xfrm>
            <a:off x="1522510" y="3489410"/>
            <a:ext cx="28398" cy="28398"/>
          </a:xfrm>
          <a:prstGeom prst="ellipse">
            <a:avLst/>
          </a:prstGeom>
          <a:solidFill>
            <a:srgbClr val="7F8C97">
              <a:alpha val="48000"/>
            </a:srgbClr>
          </a:solidFill>
          <a:ln w="0">
            <a:noFill/>
            <a:prstDash val="solid"/>
          </a:ln>
        </p:spPr>
      </p:sp>
      <p:sp>
        <p:nvSpPr>
          <p:cNvPr id="535" name="01_find_only_534">
            <a:extLst>
              <a:ext uri="{FF2B5EF4-FFF2-40B4-BE49-F238E27FC236}">
                <a16:creationId xmlns:a16="http://schemas.microsoft.com/office/drawing/2014/main" id="{EC8FF4F7-0DCE-46E8-8CA1-E1C2750A8899}"/>
              </a:ext>
            </a:extLst>
          </p:cNvPr>
          <p:cNvSpPr>
            <a:spLocks noGrp="1"/>
          </p:cNvSpPr>
          <p:nvPr/>
        </p:nvSpPr>
        <p:spPr>
          <a:xfrm>
            <a:off x="1526706" y="3278074"/>
            <a:ext cx="28398" cy="28398"/>
          </a:xfrm>
          <a:prstGeom prst="ellipse">
            <a:avLst/>
          </a:prstGeom>
          <a:solidFill>
            <a:srgbClr val="7F8C97">
              <a:alpha val="48000"/>
            </a:srgbClr>
          </a:solidFill>
          <a:ln w="0">
            <a:noFill/>
            <a:prstDash val="solid"/>
          </a:ln>
        </p:spPr>
      </p:sp>
      <p:sp>
        <p:nvSpPr>
          <p:cNvPr id="536" name="01_find_only_535">
            <a:extLst>
              <a:ext uri="{FF2B5EF4-FFF2-40B4-BE49-F238E27FC236}">
                <a16:creationId xmlns:a16="http://schemas.microsoft.com/office/drawing/2014/main" id="{C6716878-6AE3-4576-8B5F-3E221360FE7E}"/>
              </a:ext>
            </a:extLst>
          </p:cNvPr>
          <p:cNvSpPr>
            <a:spLocks noGrp="1"/>
          </p:cNvSpPr>
          <p:nvPr/>
        </p:nvSpPr>
        <p:spPr>
          <a:xfrm>
            <a:off x="1515356" y="2855402"/>
            <a:ext cx="28398" cy="28398"/>
          </a:xfrm>
          <a:prstGeom prst="ellipse">
            <a:avLst/>
          </a:prstGeom>
          <a:solidFill>
            <a:srgbClr val="7F8C97">
              <a:alpha val="48000"/>
            </a:srgbClr>
          </a:solidFill>
          <a:ln w="0">
            <a:noFill/>
            <a:prstDash val="solid"/>
          </a:ln>
        </p:spPr>
      </p:sp>
      <p:sp>
        <p:nvSpPr>
          <p:cNvPr id="537" name="01_find_only_536">
            <a:extLst>
              <a:ext uri="{FF2B5EF4-FFF2-40B4-BE49-F238E27FC236}">
                <a16:creationId xmlns:a16="http://schemas.microsoft.com/office/drawing/2014/main" id="{D42730E8-E694-4A7F-BCCA-669C92178D4D}"/>
              </a:ext>
            </a:extLst>
          </p:cNvPr>
          <p:cNvSpPr>
            <a:spLocks noGrp="1"/>
          </p:cNvSpPr>
          <p:nvPr/>
        </p:nvSpPr>
        <p:spPr>
          <a:xfrm>
            <a:off x="1570296" y="3013904"/>
            <a:ext cx="28398" cy="28398"/>
          </a:xfrm>
          <a:prstGeom prst="ellipse">
            <a:avLst/>
          </a:prstGeom>
          <a:solidFill>
            <a:srgbClr val="7F8C97">
              <a:alpha val="48000"/>
            </a:srgbClr>
          </a:solidFill>
          <a:ln w="0">
            <a:noFill/>
            <a:prstDash val="solid"/>
          </a:ln>
        </p:spPr>
      </p:sp>
      <p:sp>
        <p:nvSpPr>
          <p:cNvPr id="538" name="01_find_only_537">
            <a:extLst>
              <a:ext uri="{FF2B5EF4-FFF2-40B4-BE49-F238E27FC236}">
                <a16:creationId xmlns:a16="http://schemas.microsoft.com/office/drawing/2014/main" id="{DB0303FD-9FA9-4BB5-9A66-58A7835F9BE6}"/>
              </a:ext>
            </a:extLst>
          </p:cNvPr>
          <p:cNvSpPr>
            <a:spLocks noGrp="1"/>
          </p:cNvSpPr>
          <p:nvPr/>
        </p:nvSpPr>
        <p:spPr>
          <a:xfrm>
            <a:off x="1594904" y="2855402"/>
            <a:ext cx="28398" cy="28398"/>
          </a:xfrm>
          <a:prstGeom prst="ellipse">
            <a:avLst/>
          </a:prstGeom>
          <a:solidFill>
            <a:srgbClr val="7F8C97">
              <a:alpha val="48000"/>
            </a:srgbClr>
          </a:solidFill>
          <a:ln w="0">
            <a:noFill/>
            <a:prstDash val="solid"/>
          </a:ln>
        </p:spPr>
      </p:sp>
      <p:sp>
        <p:nvSpPr>
          <p:cNvPr id="539" name="01_find_only_538">
            <a:extLst>
              <a:ext uri="{FF2B5EF4-FFF2-40B4-BE49-F238E27FC236}">
                <a16:creationId xmlns:a16="http://schemas.microsoft.com/office/drawing/2014/main" id="{C118CCBC-1D85-4097-B268-F4A40F4ABEE4}"/>
              </a:ext>
            </a:extLst>
          </p:cNvPr>
          <p:cNvSpPr>
            <a:spLocks noGrp="1"/>
          </p:cNvSpPr>
          <p:nvPr/>
        </p:nvSpPr>
        <p:spPr>
          <a:xfrm>
            <a:off x="1599006" y="3579982"/>
            <a:ext cx="28398" cy="28398"/>
          </a:xfrm>
          <a:prstGeom prst="ellipse">
            <a:avLst/>
          </a:prstGeom>
          <a:solidFill>
            <a:srgbClr val="7F8C97">
              <a:alpha val="48000"/>
            </a:srgbClr>
          </a:solidFill>
          <a:ln w="0">
            <a:noFill/>
            <a:prstDash val="solid"/>
          </a:ln>
        </p:spPr>
      </p:sp>
      <p:sp>
        <p:nvSpPr>
          <p:cNvPr id="540" name="01_find_only_539">
            <a:extLst>
              <a:ext uri="{FF2B5EF4-FFF2-40B4-BE49-F238E27FC236}">
                <a16:creationId xmlns:a16="http://schemas.microsoft.com/office/drawing/2014/main" id="{CEF03DF0-8C8B-46A1-BF1E-EC09C476848C}"/>
              </a:ext>
            </a:extLst>
          </p:cNvPr>
          <p:cNvSpPr>
            <a:spLocks noGrp="1"/>
          </p:cNvSpPr>
          <p:nvPr/>
        </p:nvSpPr>
        <p:spPr>
          <a:xfrm>
            <a:off x="1540060" y="2855402"/>
            <a:ext cx="28398" cy="28398"/>
          </a:xfrm>
          <a:prstGeom prst="ellipse">
            <a:avLst/>
          </a:prstGeom>
          <a:solidFill>
            <a:srgbClr val="7F8C97">
              <a:alpha val="48000"/>
            </a:srgbClr>
          </a:solidFill>
          <a:ln w="0">
            <a:noFill/>
            <a:prstDash val="solid"/>
          </a:ln>
        </p:spPr>
      </p:sp>
      <p:sp>
        <p:nvSpPr>
          <p:cNvPr id="541" name="01_find_only_540">
            <a:extLst>
              <a:ext uri="{FF2B5EF4-FFF2-40B4-BE49-F238E27FC236}">
                <a16:creationId xmlns:a16="http://schemas.microsoft.com/office/drawing/2014/main" id="{E7BD03F6-857B-4A2A-B33C-A9861ECF74AE}"/>
              </a:ext>
            </a:extLst>
          </p:cNvPr>
          <p:cNvSpPr>
            <a:spLocks noGrp="1"/>
          </p:cNvSpPr>
          <p:nvPr/>
        </p:nvSpPr>
        <p:spPr>
          <a:xfrm>
            <a:off x="1575065" y="3278074"/>
            <a:ext cx="28398" cy="28398"/>
          </a:xfrm>
          <a:prstGeom prst="ellipse">
            <a:avLst/>
          </a:prstGeom>
          <a:solidFill>
            <a:srgbClr val="7F8C97">
              <a:alpha val="48000"/>
            </a:srgbClr>
          </a:solidFill>
          <a:ln w="0">
            <a:noFill/>
            <a:prstDash val="solid"/>
          </a:ln>
        </p:spPr>
      </p:sp>
      <p:sp>
        <p:nvSpPr>
          <p:cNvPr id="542" name="01_find_only_541">
            <a:extLst>
              <a:ext uri="{FF2B5EF4-FFF2-40B4-BE49-F238E27FC236}">
                <a16:creationId xmlns:a16="http://schemas.microsoft.com/office/drawing/2014/main" id="{A6DA21F5-F2D5-4F9A-87E6-3592C9F398CE}"/>
              </a:ext>
            </a:extLst>
          </p:cNvPr>
          <p:cNvSpPr>
            <a:spLocks noGrp="1"/>
          </p:cNvSpPr>
          <p:nvPr/>
        </p:nvSpPr>
        <p:spPr>
          <a:xfrm>
            <a:off x="1593569" y="2855402"/>
            <a:ext cx="28398" cy="28398"/>
          </a:xfrm>
          <a:prstGeom prst="ellipse">
            <a:avLst/>
          </a:prstGeom>
          <a:solidFill>
            <a:srgbClr val="7F8C97">
              <a:alpha val="48000"/>
            </a:srgbClr>
          </a:solidFill>
          <a:ln w="0">
            <a:noFill/>
            <a:prstDash val="solid"/>
          </a:ln>
        </p:spPr>
      </p:sp>
      <p:sp>
        <p:nvSpPr>
          <p:cNvPr id="543" name="01_find_only_542">
            <a:extLst>
              <a:ext uri="{FF2B5EF4-FFF2-40B4-BE49-F238E27FC236}">
                <a16:creationId xmlns:a16="http://schemas.microsoft.com/office/drawing/2014/main" id="{B4E6EA9E-AA19-4ECD-A214-32D1430789DA}"/>
              </a:ext>
            </a:extLst>
          </p:cNvPr>
          <p:cNvSpPr>
            <a:spLocks noGrp="1"/>
          </p:cNvSpPr>
          <p:nvPr/>
        </p:nvSpPr>
        <p:spPr>
          <a:xfrm>
            <a:off x="1582314" y="3278074"/>
            <a:ext cx="28398" cy="28398"/>
          </a:xfrm>
          <a:prstGeom prst="ellipse">
            <a:avLst/>
          </a:prstGeom>
          <a:solidFill>
            <a:srgbClr val="7F8C97">
              <a:alpha val="48000"/>
            </a:srgbClr>
          </a:solidFill>
          <a:ln w="0">
            <a:noFill/>
            <a:prstDash val="solid"/>
          </a:ln>
        </p:spPr>
      </p:sp>
      <p:sp>
        <p:nvSpPr>
          <p:cNvPr id="544" name="01_find_only_543">
            <a:extLst>
              <a:ext uri="{FF2B5EF4-FFF2-40B4-BE49-F238E27FC236}">
                <a16:creationId xmlns:a16="http://schemas.microsoft.com/office/drawing/2014/main" id="{33E19E5A-275C-4CDD-A4EA-2D752D027679}"/>
              </a:ext>
            </a:extLst>
          </p:cNvPr>
          <p:cNvSpPr>
            <a:spLocks noGrp="1"/>
          </p:cNvSpPr>
          <p:nvPr/>
        </p:nvSpPr>
        <p:spPr>
          <a:xfrm>
            <a:off x="1572203" y="4123418"/>
            <a:ext cx="28398" cy="28398"/>
          </a:xfrm>
          <a:prstGeom prst="ellipse">
            <a:avLst/>
          </a:prstGeom>
          <a:solidFill>
            <a:srgbClr val="7F8C97">
              <a:alpha val="48000"/>
            </a:srgbClr>
          </a:solidFill>
          <a:ln w="0">
            <a:noFill/>
            <a:prstDash val="solid"/>
          </a:ln>
        </p:spPr>
      </p:sp>
      <p:sp>
        <p:nvSpPr>
          <p:cNvPr id="545" name="01_find_only_544">
            <a:extLst>
              <a:ext uri="{FF2B5EF4-FFF2-40B4-BE49-F238E27FC236}">
                <a16:creationId xmlns:a16="http://schemas.microsoft.com/office/drawing/2014/main" id="{7388310C-100B-4E7D-B4D7-4E80E0664CFF}"/>
              </a:ext>
            </a:extLst>
          </p:cNvPr>
          <p:cNvSpPr>
            <a:spLocks noGrp="1"/>
          </p:cNvSpPr>
          <p:nvPr/>
        </p:nvSpPr>
        <p:spPr>
          <a:xfrm>
            <a:off x="1548835" y="2855402"/>
            <a:ext cx="28398" cy="28398"/>
          </a:xfrm>
          <a:prstGeom prst="ellipse">
            <a:avLst/>
          </a:prstGeom>
          <a:solidFill>
            <a:srgbClr val="7F8C97">
              <a:alpha val="48000"/>
            </a:srgbClr>
          </a:solidFill>
          <a:ln w="0">
            <a:noFill/>
            <a:prstDash val="solid"/>
          </a:ln>
        </p:spPr>
      </p:sp>
      <p:sp>
        <p:nvSpPr>
          <p:cNvPr id="546" name="01_find_only_545">
            <a:extLst>
              <a:ext uri="{FF2B5EF4-FFF2-40B4-BE49-F238E27FC236}">
                <a16:creationId xmlns:a16="http://schemas.microsoft.com/office/drawing/2014/main" id="{3C2DB7A8-D1D9-4C8D-A6A8-6F01686FF325}"/>
              </a:ext>
            </a:extLst>
          </p:cNvPr>
          <p:cNvSpPr>
            <a:spLocks noGrp="1"/>
          </p:cNvSpPr>
          <p:nvPr/>
        </p:nvSpPr>
        <p:spPr>
          <a:xfrm>
            <a:off x="1545973" y="3805042"/>
            <a:ext cx="28398" cy="28398"/>
          </a:xfrm>
          <a:prstGeom prst="ellipse">
            <a:avLst/>
          </a:prstGeom>
          <a:solidFill>
            <a:srgbClr val="7F8C97">
              <a:alpha val="48000"/>
            </a:srgbClr>
          </a:solidFill>
          <a:ln w="0">
            <a:noFill/>
            <a:prstDash val="solid"/>
          </a:ln>
        </p:spPr>
      </p:sp>
      <p:sp>
        <p:nvSpPr>
          <p:cNvPr id="547" name="01_find_only_546">
            <a:extLst>
              <a:ext uri="{FF2B5EF4-FFF2-40B4-BE49-F238E27FC236}">
                <a16:creationId xmlns:a16="http://schemas.microsoft.com/office/drawing/2014/main" id="{B517232D-9652-4BF2-B26A-30F139E5A46B}"/>
              </a:ext>
            </a:extLst>
          </p:cNvPr>
          <p:cNvSpPr>
            <a:spLocks noGrp="1"/>
          </p:cNvSpPr>
          <p:nvPr/>
        </p:nvSpPr>
        <p:spPr>
          <a:xfrm>
            <a:off x="1514211" y="2855402"/>
            <a:ext cx="28398" cy="28398"/>
          </a:xfrm>
          <a:prstGeom prst="ellipse">
            <a:avLst/>
          </a:prstGeom>
          <a:solidFill>
            <a:srgbClr val="7F8C97">
              <a:alpha val="48000"/>
            </a:srgbClr>
          </a:solidFill>
          <a:ln w="0">
            <a:noFill/>
            <a:prstDash val="solid"/>
          </a:ln>
        </p:spPr>
      </p:sp>
      <p:sp>
        <p:nvSpPr>
          <p:cNvPr id="548" name="01_find_only_547">
            <a:extLst>
              <a:ext uri="{FF2B5EF4-FFF2-40B4-BE49-F238E27FC236}">
                <a16:creationId xmlns:a16="http://schemas.microsoft.com/office/drawing/2014/main" id="{8265D445-035A-48D8-AFF9-471C33B810F8}"/>
              </a:ext>
            </a:extLst>
          </p:cNvPr>
          <p:cNvSpPr>
            <a:spLocks noGrp="1"/>
          </p:cNvSpPr>
          <p:nvPr/>
        </p:nvSpPr>
        <p:spPr>
          <a:xfrm>
            <a:off x="1593855" y="2855402"/>
            <a:ext cx="28398" cy="28398"/>
          </a:xfrm>
          <a:prstGeom prst="ellipse">
            <a:avLst/>
          </a:prstGeom>
          <a:solidFill>
            <a:srgbClr val="7F8C97">
              <a:alpha val="48000"/>
            </a:srgbClr>
          </a:solidFill>
          <a:ln w="0">
            <a:noFill/>
            <a:prstDash val="solid"/>
          </a:ln>
        </p:spPr>
      </p:sp>
      <p:sp>
        <p:nvSpPr>
          <p:cNvPr id="549" name="01_find_only_548">
            <a:extLst>
              <a:ext uri="{FF2B5EF4-FFF2-40B4-BE49-F238E27FC236}">
                <a16:creationId xmlns:a16="http://schemas.microsoft.com/office/drawing/2014/main" id="{246779E6-51C6-44F1-9B6A-0ED580061F64}"/>
              </a:ext>
            </a:extLst>
          </p:cNvPr>
          <p:cNvSpPr>
            <a:spLocks noGrp="1"/>
          </p:cNvSpPr>
          <p:nvPr/>
        </p:nvSpPr>
        <p:spPr>
          <a:xfrm>
            <a:off x="1583745" y="2855402"/>
            <a:ext cx="28398" cy="28398"/>
          </a:xfrm>
          <a:prstGeom prst="ellipse">
            <a:avLst/>
          </a:prstGeom>
          <a:solidFill>
            <a:srgbClr val="7F8C97">
              <a:alpha val="48000"/>
            </a:srgbClr>
          </a:solidFill>
          <a:ln w="0">
            <a:noFill/>
            <a:prstDash val="solid"/>
          </a:ln>
        </p:spPr>
      </p:sp>
      <p:sp>
        <p:nvSpPr>
          <p:cNvPr id="550" name="01_find_only_549">
            <a:extLst>
              <a:ext uri="{FF2B5EF4-FFF2-40B4-BE49-F238E27FC236}">
                <a16:creationId xmlns:a16="http://schemas.microsoft.com/office/drawing/2014/main" id="{CFCFBF33-59EC-4DF5-A3CB-9A4345452C11}"/>
              </a:ext>
            </a:extLst>
          </p:cNvPr>
          <p:cNvSpPr>
            <a:spLocks noGrp="1"/>
          </p:cNvSpPr>
          <p:nvPr/>
        </p:nvSpPr>
        <p:spPr>
          <a:xfrm>
            <a:off x="1569342" y="2855402"/>
            <a:ext cx="28398" cy="28398"/>
          </a:xfrm>
          <a:prstGeom prst="ellipse">
            <a:avLst/>
          </a:prstGeom>
          <a:solidFill>
            <a:srgbClr val="7F8C97">
              <a:alpha val="48000"/>
            </a:srgbClr>
          </a:solidFill>
          <a:ln w="0">
            <a:noFill/>
            <a:prstDash val="solid"/>
          </a:ln>
        </p:spPr>
      </p:sp>
      <p:sp>
        <p:nvSpPr>
          <p:cNvPr id="551" name="01_find_only_550">
            <a:extLst>
              <a:ext uri="{FF2B5EF4-FFF2-40B4-BE49-F238E27FC236}">
                <a16:creationId xmlns:a16="http://schemas.microsoft.com/office/drawing/2014/main" id="{A7A330DB-AECF-4BF3-9A7B-269BAFF14BF8}"/>
              </a:ext>
            </a:extLst>
          </p:cNvPr>
          <p:cNvSpPr>
            <a:spLocks noGrp="1"/>
          </p:cNvSpPr>
          <p:nvPr/>
        </p:nvSpPr>
        <p:spPr>
          <a:xfrm>
            <a:off x="1510873" y="2855402"/>
            <a:ext cx="28398" cy="28398"/>
          </a:xfrm>
          <a:prstGeom prst="ellipse">
            <a:avLst/>
          </a:prstGeom>
          <a:solidFill>
            <a:srgbClr val="7F8C97">
              <a:alpha val="48000"/>
            </a:srgbClr>
          </a:solidFill>
          <a:ln w="0">
            <a:noFill/>
            <a:prstDash val="solid"/>
          </a:ln>
        </p:spPr>
      </p:sp>
      <p:sp>
        <p:nvSpPr>
          <p:cNvPr id="552" name="01_find_only_551">
            <a:extLst>
              <a:ext uri="{FF2B5EF4-FFF2-40B4-BE49-F238E27FC236}">
                <a16:creationId xmlns:a16="http://schemas.microsoft.com/office/drawing/2014/main" id="{FDB89EB7-D461-40A2-83AC-F34B336DE543}"/>
              </a:ext>
            </a:extLst>
          </p:cNvPr>
          <p:cNvSpPr>
            <a:spLocks noGrp="1"/>
          </p:cNvSpPr>
          <p:nvPr/>
        </p:nvSpPr>
        <p:spPr>
          <a:xfrm>
            <a:off x="1520125" y="3743013"/>
            <a:ext cx="28398" cy="28398"/>
          </a:xfrm>
          <a:prstGeom prst="ellipse">
            <a:avLst/>
          </a:prstGeom>
          <a:solidFill>
            <a:srgbClr val="7F8C97">
              <a:alpha val="48000"/>
            </a:srgbClr>
          </a:solidFill>
          <a:ln w="0">
            <a:noFill/>
            <a:prstDash val="solid"/>
          </a:ln>
        </p:spPr>
      </p:sp>
      <p:sp>
        <p:nvSpPr>
          <p:cNvPr id="553" name="01_find_only_552">
            <a:extLst>
              <a:ext uri="{FF2B5EF4-FFF2-40B4-BE49-F238E27FC236}">
                <a16:creationId xmlns:a16="http://schemas.microsoft.com/office/drawing/2014/main" id="{661F0AE9-4635-4DD8-8487-CA922C3E6551}"/>
              </a:ext>
            </a:extLst>
          </p:cNvPr>
          <p:cNvSpPr>
            <a:spLocks noGrp="1"/>
          </p:cNvSpPr>
          <p:nvPr/>
        </p:nvSpPr>
        <p:spPr>
          <a:xfrm>
            <a:off x="1529377" y="2855402"/>
            <a:ext cx="28398" cy="28398"/>
          </a:xfrm>
          <a:prstGeom prst="ellipse">
            <a:avLst/>
          </a:prstGeom>
          <a:solidFill>
            <a:srgbClr val="7F8C97">
              <a:alpha val="48000"/>
            </a:srgbClr>
          </a:solidFill>
          <a:ln w="0">
            <a:noFill/>
            <a:prstDash val="solid"/>
          </a:ln>
        </p:spPr>
      </p:sp>
      <p:sp>
        <p:nvSpPr>
          <p:cNvPr id="554" name="01_find_only_553">
            <a:extLst>
              <a:ext uri="{FF2B5EF4-FFF2-40B4-BE49-F238E27FC236}">
                <a16:creationId xmlns:a16="http://schemas.microsoft.com/office/drawing/2014/main" id="{6CBDCB2D-C70A-4152-AE7B-0C5A8AE94145}"/>
              </a:ext>
            </a:extLst>
          </p:cNvPr>
          <p:cNvSpPr>
            <a:spLocks noGrp="1"/>
          </p:cNvSpPr>
          <p:nvPr/>
        </p:nvSpPr>
        <p:spPr>
          <a:xfrm>
            <a:off x="1570296" y="2855402"/>
            <a:ext cx="28398" cy="28398"/>
          </a:xfrm>
          <a:prstGeom prst="ellipse">
            <a:avLst/>
          </a:prstGeom>
          <a:solidFill>
            <a:srgbClr val="7F8C97">
              <a:alpha val="48000"/>
            </a:srgbClr>
          </a:solidFill>
          <a:ln w="0">
            <a:noFill/>
            <a:prstDash val="solid"/>
          </a:ln>
        </p:spPr>
      </p:sp>
      <p:sp>
        <p:nvSpPr>
          <p:cNvPr id="555" name="01_find_only_554">
            <a:extLst>
              <a:ext uri="{FF2B5EF4-FFF2-40B4-BE49-F238E27FC236}">
                <a16:creationId xmlns:a16="http://schemas.microsoft.com/office/drawing/2014/main" id="{18ED8FC6-7903-4C93-B3B2-FB81CC7CBD16}"/>
              </a:ext>
            </a:extLst>
          </p:cNvPr>
          <p:cNvSpPr>
            <a:spLocks noGrp="1"/>
          </p:cNvSpPr>
          <p:nvPr/>
        </p:nvSpPr>
        <p:spPr>
          <a:xfrm>
            <a:off x="1560662" y="3489410"/>
            <a:ext cx="28398" cy="28398"/>
          </a:xfrm>
          <a:prstGeom prst="ellipse">
            <a:avLst/>
          </a:prstGeom>
          <a:solidFill>
            <a:srgbClr val="7F8C97">
              <a:alpha val="48000"/>
            </a:srgbClr>
          </a:solidFill>
          <a:ln w="0">
            <a:noFill/>
            <a:prstDash val="solid"/>
          </a:ln>
        </p:spPr>
      </p:sp>
      <p:sp>
        <p:nvSpPr>
          <p:cNvPr id="556" name="01_find_only_555">
            <a:extLst>
              <a:ext uri="{FF2B5EF4-FFF2-40B4-BE49-F238E27FC236}">
                <a16:creationId xmlns:a16="http://schemas.microsoft.com/office/drawing/2014/main" id="{F20E7E2E-6173-4E7C-85FA-2261071A564A}"/>
              </a:ext>
            </a:extLst>
          </p:cNvPr>
          <p:cNvSpPr>
            <a:spLocks noGrp="1"/>
          </p:cNvSpPr>
          <p:nvPr/>
        </p:nvSpPr>
        <p:spPr>
          <a:xfrm>
            <a:off x="1524131" y="3278074"/>
            <a:ext cx="28398" cy="28398"/>
          </a:xfrm>
          <a:prstGeom prst="ellipse">
            <a:avLst/>
          </a:prstGeom>
          <a:solidFill>
            <a:srgbClr val="7F8C97">
              <a:alpha val="48000"/>
            </a:srgbClr>
          </a:solidFill>
          <a:ln w="0">
            <a:noFill/>
            <a:prstDash val="solid"/>
          </a:ln>
        </p:spPr>
      </p:sp>
      <p:sp>
        <p:nvSpPr>
          <p:cNvPr id="557" name="01_find_only_556">
            <a:extLst>
              <a:ext uri="{FF2B5EF4-FFF2-40B4-BE49-F238E27FC236}">
                <a16:creationId xmlns:a16="http://schemas.microsoft.com/office/drawing/2014/main" id="{77F0AD10-A54F-431E-9A72-E9F4A674F254}"/>
              </a:ext>
            </a:extLst>
          </p:cNvPr>
          <p:cNvSpPr>
            <a:spLocks noGrp="1"/>
          </p:cNvSpPr>
          <p:nvPr/>
        </p:nvSpPr>
        <p:spPr>
          <a:xfrm>
            <a:off x="1541395" y="3489410"/>
            <a:ext cx="28398" cy="28398"/>
          </a:xfrm>
          <a:prstGeom prst="ellipse">
            <a:avLst/>
          </a:prstGeom>
          <a:solidFill>
            <a:srgbClr val="7F8C97">
              <a:alpha val="48000"/>
            </a:srgbClr>
          </a:solidFill>
          <a:ln w="0">
            <a:noFill/>
            <a:prstDash val="solid"/>
          </a:ln>
        </p:spPr>
      </p:sp>
      <p:sp>
        <p:nvSpPr>
          <p:cNvPr id="558" name="01_find_only_557">
            <a:extLst>
              <a:ext uri="{FF2B5EF4-FFF2-40B4-BE49-F238E27FC236}">
                <a16:creationId xmlns:a16="http://schemas.microsoft.com/office/drawing/2014/main" id="{7E56258D-1306-476D-BDF6-D0F206BC4466}"/>
              </a:ext>
            </a:extLst>
          </p:cNvPr>
          <p:cNvSpPr>
            <a:spLocks noGrp="1"/>
          </p:cNvSpPr>
          <p:nvPr/>
        </p:nvSpPr>
        <p:spPr>
          <a:xfrm>
            <a:off x="1507630" y="3987559"/>
            <a:ext cx="28398" cy="28398"/>
          </a:xfrm>
          <a:prstGeom prst="ellipse">
            <a:avLst/>
          </a:prstGeom>
          <a:solidFill>
            <a:srgbClr val="7F8C97">
              <a:alpha val="48000"/>
            </a:srgbClr>
          </a:solidFill>
          <a:ln w="0">
            <a:noFill/>
            <a:prstDash val="solid"/>
          </a:ln>
        </p:spPr>
      </p:sp>
      <p:sp>
        <p:nvSpPr>
          <p:cNvPr id="559" name="01_find_only_558">
            <a:extLst>
              <a:ext uri="{FF2B5EF4-FFF2-40B4-BE49-F238E27FC236}">
                <a16:creationId xmlns:a16="http://schemas.microsoft.com/office/drawing/2014/main" id="{348B2A9B-B0EF-471C-BE40-3EE5C2A04019}"/>
              </a:ext>
            </a:extLst>
          </p:cNvPr>
          <p:cNvSpPr>
            <a:spLocks noGrp="1"/>
          </p:cNvSpPr>
          <p:nvPr/>
        </p:nvSpPr>
        <p:spPr>
          <a:xfrm>
            <a:off x="2028423" y="2855402"/>
            <a:ext cx="28398" cy="28398"/>
          </a:xfrm>
          <a:prstGeom prst="ellipse">
            <a:avLst/>
          </a:prstGeom>
          <a:solidFill>
            <a:srgbClr val="7F8C97">
              <a:alpha val="48000"/>
            </a:srgbClr>
          </a:solidFill>
          <a:ln w="0">
            <a:noFill/>
            <a:prstDash val="solid"/>
          </a:ln>
        </p:spPr>
      </p:sp>
      <p:sp>
        <p:nvSpPr>
          <p:cNvPr id="560" name="01_find_only_559">
            <a:extLst>
              <a:ext uri="{FF2B5EF4-FFF2-40B4-BE49-F238E27FC236}">
                <a16:creationId xmlns:a16="http://schemas.microsoft.com/office/drawing/2014/main" id="{9E88B4F3-A618-4F17-B044-14106931178D}"/>
              </a:ext>
            </a:extLst>
          </p:cNvPr>
          <p:cNvSpPr>
            <a:spLocks noGrp="1"/>
          </p:cNvSpPr>
          <p:nvPr/>
        </p:nvSpPr>
        <p:spPr>
          <a:xfrm>
            <a:off x="2010110" y="3119572"/>
            <a:ext cx="28398" cy="28398"/>
          </a:xfrm>
          <a:prstGeom prst="ellipse">
            <a:avLst/>
          </a:prstGeom>
          <a:solidFill>
            <a:srgbClr val="7F8C97">
              <a:alpha val="48000"/>
            </a:srgbClr>
          </a:solidFill>
          <a:ln w="0">
            <a:noFill/>
            <a:prstDash val="solid"/>
          </a:ln>
        </p:spPr>
      </p:sp>
      <p:sp>
        <p:nvSpPr>
          <p:cNvPr id="561" name="01_find_only_560">
            <a:extLst>
              <a:ext uri="{FF2B5EF4-FFF2-40B4-BE49-F238E27FC236}">
                <a16:creationId xmlns:a16="http://schemas.microsoft.com/office/drawing/2014/main" id="{1803C01E-C78F-48E0-A8FD-85FD9FAF72EE}"/>
              </a:ext>
            </a:extLst>
          </p:cNvPr>
          <p:cNvSpPr>
            <a:spLocks noGrp="1"/>
          </p:cNvSpPr>
          <p:nvPr/>
        </p:nvSpPr>
        <p:spPr>
          <a:xfrm>
            <a:off x="2024990" y="2855402"/>
            <a:ext cx="28398" cy="28398"/>
          </a:xfrm>
          <a:prstGeom prst="ellipse">
            <a:avLst/>
          </a:prstGeom>
          <a:solidFill>
            <a:srgbClr val="7F8C97">
              <a:alpha val="48000"/>
            </a:srgbClr>
          </a:solidFill>
          <a:ln w="0">
            <a:noFill/>
            <a:prstDash val="solid"/>
          </a:ln>
        </p:spPr>
      </p:sp>
      <p:sp>
        <p:nvSpPr>
          <p:cNvPr id="562" name="01_find_only_561">
            <a:extLst>
              <a:ext uri="{FF2B5EF4-FFF2-40B4-BE49-F238E27FC236}">
                <a16:creationId xmlns:a16="http://schemas.microsoft.com/office/drawing/2014/main" id="{98824672-6C13-4596-93D4-17BA5C0D019B}"/>
              </a:ext>
            </a:extLst>
          </p:cNvPr>
          <p:cNvSpPr>
            <a:spLocks noGrp="1"/>
          </p:cNvSpPr>
          <p:nvPr/>
        </p:nvSpPr>
        <p:spPr>
          <a:xfrm>
            <a:off x="2024608" y="2855402"/>
            <a:ext cx="28398" cy="28398"/>
          </a:xfrm>
          <a:prstGeom prst="ellipse">
            <a:avLst/>
          </a:prstGeom>
          <a:solidFill>
            <a:srgbClr val="7F8C97">
              <a:alpha val="48000"/>
            </a:srgbClr>
          </a:solidFill>
          <a:ln w="0">
            <a:noFill/>
            <a:prstDash val="solid"/>
          </a:ln>
        </p:spPr>
      </p:sp>
      <p:sp>
        <p:nvSpPr>
          <p:cNvPr id="563" name="01_find_only_562">
            <a:extLst>
              <a:ext uri="{FF2B5EF4-FFF2-40B4-BE49-F238E27FC236}">
                <a16:creationId xmlns:a16="http://schemas.microsoft.com/office/drawing/2014/main" id="{251B5C6A-3602-40C5-A4F1-32EA286077FA}"/>
              </a:ext>
            </a:extLst>
          </p:cNvPr>
          <p:cNvSpPr>
            <a:spLocks noGrp="1"/>
          </p:cNvSpPr>
          <p:nvPr/>
        </p:nvSpPr>
        <p:spPr>
          <a:xfrm>
            <a:off x="2040823" y="2855402"/>
            <a:ext cx="28398" cy="28398"/>
          </a:xfrm>
          <a:prstGeom prst="ellipse">
            <a:avLst/>
          </a:prstGeom>
          <a:solidFill>
            <a:srgbClr val="7F8C97">
              <a:alpha val="48000"/>
            </a:srgbClr>
          </a:solidFill>
          <a:ln w="0">
            <a:noFill/>
            <a:prstDash val="solid"/>
          </a:ln>
        </p:spPr>
      </p:sp>
      <p:sp>
        <p:nvSpPr>
          <p:cNvPr id="564" name="01_find_only_563">
            <a:extLst>
              <a:ext uri="{FF2B5EF4-FFF2-40B4-BE49-F238E27FC236}">
                <a16:creationId xmlns:a16="http://schemas.microsoft.com/office/drawing/2014/main" id="{7C16C3B0-46FB-421C-BAD1-81F14E33259F}"/>
              </a:ext>
            </a:extLst>
          </p:cNvPr>
          <p:cNvSpPr>
            <a:spLocks noGrp="1"/>
          </p:cNvSpPr>
          <p:nvPr/>
        </p:nvSpPr>
        <p:spPr>
          <a:xfrm>
            <a:off x="2068579" y="3278074"/>
            <a:ext cx="28398" cy="28398"/>
          </a:xfrm>
          <a:prstGeom prst="ellipse">
            <a:avLst/>
          </a:prstGeom>
          <a:solidFill>
            <a:srgbClr val="7F8C97">
              <a:alpha val="48000"/>
            </a:srgbClr>
          </a:solidFill>
          <a:ln w="0">
            <a:noFill/>
            <a:prstDash val="solid"/>
          </a:ln>
        </p:spPr>
      </p:sp>
      <p:sp>
        <p:nvSpPr>
          <p:cNvPr id="565" name="01_find_only_564">
            <a:extLst>
              <a:ext uri="{FF2B5EF4-FFF2-40B4-BE49-F238E27FC236}">
                <a16:creationId xmlns:a16="http://schemas.microsoft.com/office/drawing/2014/main" id="{A932FDCE-A88F-4AE7-B9BB-F4B346D7B14A}"/>
              </a:ext>
            </a:extLst>
          </p:cNvPr>
          <p:cNvSpPr>
            <a:spLocks noGrp="1"/>
          </p:cNvSpPr>
          <p:nvPr/>
        </p:nvSpPr>
        <p:spPr>
          <a:xfrm>
            <a:off x="2086034" y="2855402"/>
            <a:ext cx="28398" cy="28398"/>
          </a:xfrm>
          <a:prstGeom prst="ellipse">
            <a:avLst/>
          </a:prstGeom>
          <a:solidFill>
            <a:srgbClr val="7F8C97">
              <a:alpha val="48000"/>
            </a:srgbClr>
          </a:solidFill>
          <a:ln w="0">
            <a:noFill/>
            <a:prstDash val="solid"/>
          </a:ln>
        </p:spPr>
      </p:sp>
      <p:sp>
        <p:nvSpPr>
          <p:cNvPr id="566" name="01_find_only_565">
            <a:extLst>
              <a:ext uri="{FF2B5EF4-FFF2-40B4-BE49-F238E27FC236}">
                <a16:creationId xmlns:a16="http://schemas.microsoft.com/office/drawing/2014/main" id="{C48A06FC-97B6-49B1-8341-7C3309B4ECAD}"/>
              </a:ext>
            </a:extLst>
          </p:cNvPr>
          <p:cNvSpPr>
            <a:spLocks noGrp="1"/>
          </p:cNvSpPr>
          <p:nvPr/>
        </p:nvSpPr>
        <p:spPr>
          <a:xfrm>
            <a:off x="2015165" y="2855402"/>
            <a:ext cx="28398" cy="28398"/>
          </a:xfrm>
          <a:prstGeom prst="ellipse">
            <a:avLst/>
          </a:prstGeom>
          <a:solidFill>
            <a:srgbClr val="7F8C97">
              <a:alpha val="48000"/>
            </a:srgbClr>
          </a:solidFill>
          <a:ln w="0">
            <a:noFill/>
            <a:prstDash val="solid"/>
          </a:ln>
        </p:spPr>
      </p:sp>
      <p:sp>
        <p:nvSpPr>
          <p:cNvPr id="567" name="01_find_only_566">
            <a:extLst>
              <a:ext uri="{FF2B5EF4-FFF2-40B4-BE49-F238E27FC236}">
                <a16:creationId xmlns:a16="http://schemas.microsoft.com/office/drawing/2014/main" id="{0B82A83B-6737-45F8-B31B-BBB1B87E5D07}"/>
              </a:ext>
            </a:extLst>
          </p:cNvPr>
          <p:cNvSpPr>
            <a:spLocks noGrp="1"/>
          </p:cNvSpPr>
          <p:nvPr/>
        </p:nvSpPr>
        <p:spPr>
          <a:xfrm>
            <a:off x="2058755" y="2855402"/>
            <a:ext cx="28398" cy="28398"/>
          </a:xfrm>
          <a:prstGeom prst="ellipse">
            <a:avLst/>
          </a:prstGeom>
          <a:solidFill>
            <a:srgbClr val="7F8C97">
              <a:alpha val="48000"/>
            </a:srgbClr>
          </a:solidFill>
          <a:ln w="0">
            <a:noFill/>
            <a:prstDash val="solid"/>
          </a:ln>
        </p:spPr>
      </p:sp>
      <p:sp>
        <p:nvSpPr>
          <p:cNvPr id="568" name="01_find_only_567">
            <a:extLst>
              <a:ext uri="{FF2B5EF4-FFF2-40B4-BE49-F238E27FC236}">
                <a16:creationId xmlns:a16="http://schemas.microsoft.com/office/drawing/2014/main" id="{9D7A4B25-8330-4D20-83F8-9FAD148DAB58}"/>
              </a:ext>
            </a:extLst>
          </p:cNvPr>
          <p:cNvSpPr>
            <a:spLocks noGrp="1"/>
          </p:cNvSpPr>
          <p:nvPr/>
        </p:nvSpPr>
        <p:spPr>
          <a:xfrm>
            <a:off x="2015451" y="3489410"/>
            <a:ext cx="28398" cy="28398"/>
          </a:xfrm>
          <a:prstGeom prst="ellipse">
            <a:avLst/>
          </a:prstGeom>
          <a:solidFill>
            <a:srgbClr val="7F8C97">
              <a:alpha val="48000"/>
            </a:srgbClr>
          </a:solidFill>
          <a:ln w="0">
            <a:noFill/>
            <a:prstDash val="solid"/>
          </a:ln>
        </p:spPr>
      </p:sp>
      <p:sp>
        <p:nvSpPr>
          <p:cNvPr id="569" name="01_find_only_568">
            <a:extLst>
              <a:ext uri="{FF2B5EF4-FFF2-40B4-BE49-F238E27FC236}">
                <a16:creationId xmlns:a16="http://schemas.microsoft.com/office/drawing/2014/main" id="{E516EFFA-DC9C-4F3D-9A54-38C852EFD207}"/>
              </a:ext>
            </a:extLst>
          </p:cNvPr>
          <p:cNvSpPr>
            <a:spLocks noGrp="1"/>
          </p:cNvSpPr>
          <p:nvPr/>
        </p:nvSpPr>
        <p:spPr>
          <a:xfrm>
            <a:off x="2004959" y="2855402"/>
            <a:ext cx="28398" cy="28398"/>
          </a:xfrm>
          <a:prstGeom prst="ellipse">
            <a:avLst/>
          </a:prstGeom>
          <a:solidFill>
            <a:srgbClr val="7F8C97">
              <a:alpha val="48000"/>
            </a:srgbClr>
          </a:solidFill>
          <a:ln w="0">
            <a:noFill/>
            <a:prstDash val="solid"/>
          </a:ln>
        </p:spPr>
      </p:sp>
      <p:sp>
        <p:nvSpPr>
          <p:cNvPr id="570" name="01_find_only_569">
            <a:extLst>
              <a:ext uri="{FF2B5EF4-FFF2-40B4-BE49-F238E27FC236}">
                <a16:creationId xmlns:a16="http://schemas.microsoft.com/office/drawing/2014/main" id="{7CB0C842-3A57-42E1-9DCF-9C83AE66C8FD}"/>
              </a:ext>
            </a:extLst>
          </p:cNvPr>
          <p:cNvSpPr>
            <a:spLocks noGrp="1"/>
          </p:cNvSpPr>
          <p:nvPr/>
        </p:nvSpPr>
        <p:spPr>
          <a:xfrm>
            <a:off x="2078403" y="3013904"/>
            <a:ext cx="28398" cy="28398"/>
          </a:xfrm>
          <a:prstGeom prst="ellipse">
            <a:avLst/>
          </a:prstGeom>
          <a:solidFill>
            <a:srgbClr val="7F8C97">
              <a:alpha val="48000"/>
            </a:srgbClr>
          </a:solidFill>
          <a:ln w="0">
            <a:noFill/>
            <a:prstDash val="solid"/>
          </a:ln>
        </p:spPr>
      </p:sp>
      <p:sp>
        <p:nvSpPr>
          <p:cNvPr id="571" name="01_find_only_570">
            <a:extLst>
              <a:ext uri="{FF2B5EF4-FFF2-40B4-BE49-F238E27FC236}">
                <a16:creationId xmlns:a16="http://schemas.microsoft.com/office/drawing/2014/main" id="{6B876EDB-8FA1-43D0-8144-7DC552CA3E2E}"/>
              </a:ext>
            </a:extLst>
          </p:cNvPr>
          <p:cNvSpPr>
            <a:spLocks noGrp="1"/>
          </p:cNvSpPr>
          <p:nvPr/>
        </p:nvSpPr>
        <p:spPr>
          <a:xfrm>
            <a:off x="2097956" y="3278074"/>
            <a:ext cx="28398" cy="28398"/>
          </a:xfrm>
          <a:prstGeom prst="ellipse">
            <a:avLst/>
          </a:prstGeom>
          <a:solidFill>
            <a:srgbClr val="7F8C97">
              <a:alpha val="48000"/>
            </a:srgbClr>
          </a:solidFill>
          <a:ln w="0">
            <a:noFill/>
            <a:prstDash val="solid"/>
          </a:ln>
        </p:spPr>
      </p:sp>
      <p:sp>
        <p:nvSpPr>
          <p:cNvPr id="572" name="01_find_only_571">
            <a:extLst>
              <a:ext uri="{FF2B5EF4-FFF2-40B4-BE49-F238E27FC236}">
                <a16:creationId xmlns:a16="http://schemas.microsoft.com/office/drawing/2014/main" id="{7E0758F7-29D8-411D-AE76-FEA64D5B9146}"/>
              </a:ext>
            </a:extLst>
          </p:cNvPr>
          <p:cNvSpPr>
            <a:spLocks noGrp="1"/>
          </p:cNvSpPr>
          <p:nvPr/>
        </p:nvSpPr>
        <p:spPr>
          <a:xfrm>
            <a:off x="2040537" y="2855402"/>
            <a:ext cx="28398" cy="28398"/>
          </a:xfrm>
          <a:prstGeom prst="ellipse">
            <a:avLst/>
          </a:prstGeom>
          <a:solidFill>
            <a:srgbClr val="7F8C97">
              <a:alpha val="48000"/>
            </a:srgbClr>
          </a:solidFill>
          <a:ln w="0">
            <a:noFill/>
            <a:prstDash val="solid"/>
          </a:ln>
        </p:spPr>
      </p:sp>
      <p:sp>
        <p:nvSpPr>
          <p:cNvPr id="573" name="01_find_only_572">
            <a:extLst>
              <a:ext uri="{FF2B5EF4-FFF2-40B4-BE49-F238E27FC236}">
                <a16:creationId xmlns:a16="http://schemas.microsoft.com/office/drawing/2014/main" id="{D997CDC7-5FF4-4009-9AE3-DB1ADB1D4E9B}"/>
              </a:ext>
            </a:extLst>
          </p:cNvPr>
          <p:cNvSpPr>
            <a:spLocks noGrp="1"/>
          </p:cNvSpPr>
          <p:nvPr/>
        </p:nvSpPr>
        <p:spPr>
          <a:xfrm>
            <a:off x="2092806" y="2855402"/>
            <a:ext cx="28398" cy="28398"/>
          </a:xfrm>
          <a:prstGeom prst="ellipse">
            <a:avLst/>
          </a:prstGeom>
          <a:solidFill>
            <a:srgbClr val="7F8C97">
              <a:alpha val="48000"/>
            </a:srgbClr>
          </a:solidFill>
          <a:ln w="0">
            <a:noFill/>
            <a:prstDash val="solid"/>
          </a:ln>
        </p:spPr>
      </p:sp>
      <p:sp>
        <p:nvSpPr>
          <p:cNvPr id="574" name="01_find_only_573">
            <a:extLst>
              <a:ext uri="{FF2B5EF4-FFF2-40B4-BE49-F238E27FC236}">
                <a16:creationId xmlns:a16="http://schemas.microsoft.com/office/drawing/2014/main" id="{689FFCFD-7DA7-4E12-B885-7457A39153F6}"/>
              </a:ext>
            </a:extLst>
          </p:cNvPr>
          <p:cNvSpPr>
            <a:spLocks noGrp="1"/>
          </p:cNvSpPr>
          <p:nvPr/>
        </p:nvSpPr>
        <p:spPr>
          <a:xfrm>
            <a:off x="2024894" y="3066738"/>
            <a:ext cx="28398" cy="28398"/>
          </a:xfrm>
          <a:prstGeom prst="ellipse">
            <a:avLst/>
          </a:prstGeom>
          <a:solidFill>
            <a:srgbClr val="7F8C97">
              <a:alpha val="48000"/>
            </a:srgbClr>
          </a:solidFill>
          <a:ln w="0">
            <a:noFill/>
            <a:prstDash val="solid"/>
          </a:ln>
        </p:spPr>
      </p:sp>
      <p:sp>
        <p:nvSpPr>
          <p:cNvPr id="575" name="01_find_only_574">
            <a:extLst>
              <a:ext uri="{FF2B5EF4-FFF2-40B4-BE49-F238E27FC236}">
                <a16:creationId xmlns:a16="http://schemas.microsoft.com/office/drawing/2014/main" id="{7C1EE36E-7F14-462E-8129-D1F248F953E1}"/>
              </a:ext>
            </a:extLst>
          </p:cNvPr>
          <p:cNvSpPr>
            <a:spLocks noGrp="1"/>
          </p:cNvSpPr>
          <p:nvPr/>
        </p:nvSpPr>
        <p:spPr>
          <a:xfrm>
            <a:off x="2043017" y="3246833"/>
            <a:ext cx="28398" cy="28398"/>
          </a:xfrm>
          <a:prstGeom prst="ellipse">
            <a:avLst/>
          </a:prstGeom>
          <a:solidFill>
            <a:srgbClr val="7F8C97">
              <a:alpha val="48000"/>
            </a:srgbClr>
          </a:solidFill>
          <a:ln w="0">
            <a:noFill/>
            <a:prstDash val="solid"/>
          </a:ln>
        </p:spPr>
      </p:sp>
      <p:sp>
        <p:nvSpPr>
          <p:cNvPr id="576" name="01_find_only_575">
            <a:extLst>
              <a:ext uri="{FF2B5EF4-FFF2-40B4-BE49-F238E27FC236}">
                <a16:creationId xmlns:a16="http://schemas.microsoft.com/office/drawing/2014/main" id="{F3CD7F3D-6917-46C9-A637-F14B7D0C8E6D}"/>
              </a:ext>
            </a:extLst>
          </p:cNvPr>
          <p:cNvSpPr>
            <a:spLocks noGrp="1"/>
          </p:cNvSpPr>
          <p:nvPr/>
        </p:nvSpPr>
        <p:spPr>
          <a:xfrm>
            <a:off x="2071440" y="3426009"/>
            <a:ext cx="28398" cy="28398"/>
          </a:xfrm>
          <a:prstGeom prst="ellipse">
            <a:avLst/>
          </a:prstGeom>
          <a:solidFill>
            <a:srgbClr val="7F8C97">
              <a:alpha val="48000"/>
            </a:srgbClr>
          </a:solidFill>
          <a:ln w="0">
            <a:noFill/>
            <a:prstDash val="solid"/>
          </a:ln>
        </p:spPr>
      </p:sp>
      <p:sp>
        <p:nvSpPr>
          <p:cNvPr id="577" name="01_find_only_576">
            <a:extLst>
              <a:ext uri="{FF2B5EF4-FFF2-40B4-BE49-F238E27FC236}">
                <a16:creationId xmlns:a16="http://schemas.microsoft.com/office/drawing/2014/main" id="{CEA7782E-75C2-4B2F-8106-17B286D72119}"/>
              </a:ext>
            </a:extLst>
          </p:cNvPr>
          <p:cNvSpPr>
            <a:spLocks noGrp="1"/>
          </p:cNvSpPr>
          <p:nvPr/>
        </p:nvSpPr>
        <p:spPr>
          <a:xfrm>
            <a:off x="2088514" y="2855402"/>
            <a:ext cx="28398" cy="28398"/>
          </a:xfrm>
          <a:prstGeom prst="ellipse">
            <a:avLst/>
          </a:prstGeom>
          <a:solidFill>
            <a:srgbClr val="7F8C97">
              <a:alpha val="48000"/>
            </a:srgbClr>
          </a:solidFill>
          <a:ln w="0">
            <a:noFill/>
            <a:prstDash val="solid"/>
          </a:ln>
        </p:spPr>
      </p:sp>
      <p:sp>
        <p:nvSpPr>
          <p:cNvPr id="578" name="01_find_only_577">
            <a:extLst>
              <a:ext uri="{FF2B5EF4-FFF2-40B4-BE49-F238E27FC236}">
                <a16:creationId xmlns:a16="http://schemas.microsoft.com/office/drawing/2014/main" id="{A64C116D-01B4-4098-8BA7-524AB0334F75}"/>
              </a:ext>
            </a:extLst>
          </p:cNvPr>
          <p:cNvSpPr>
            <a:spLocks noGrp="1"/>
          </p:cNvSpPr>
          <p:nvPr/>
        </p:nvSpPr>
        <p:spPr>
          <a:xfrm>
            <a:off x="2097766" y="3066738"/>
            <a:ext cx="28398" cy="28398"/>
          </a:xfrm>
          <a:prstGeom prst="ellipse">
            <a:avLst/>
          </a:prstGeom>
          <a:solidFill>
            <a:srgbClr val="7F8C97">
              <a:alpha val="48000"/>
            </a:srgbClr>
          </a:solidFill>
          <a:ln w="0">
            <a:noFill/>
            <a:prstDash val="solid"/>
          </a:ln>
        </p:spPr>
      </p:sp>
      <p:sp>
        <p:nvSpPr>
          <p:cNvPr id="579" name="01_find_only_578">
            <a:extLst>
              <a:ext uri="{FF2B5EF4-FFF2-40B4-BE49-F238E27FC236}">
                <a16:creationId xmlns:a16="http://schemas.microsoft.com/office/drawing/2014/main" id="{4A63C133-F4C1-4310-88F4-A2AFAFEE739B}"/>
              </a:ext>
            </a:extLst>
          </p:cNvPr>
          <p:cNvSpPr>
            <a:spLocks noGrp="1"/>
          </p:cNvSpPr>
          <p:nvPr/>
        </p:nvSpPr>
        <p:spPr>
          <a:xfrm>
            <a:off x="2064859" y="2855402"/>
            <a:ext cx="28398" cy="28398"/>
          </a:xfrm>
          <a:prstGeom prst="ellipse">
            <a:avLst/>
          </a:prstGeom>
          <a:solidFill>
            <a:srgbClr val="7F8C97">
              <a:alpha val="48000"/>
            </a:srgbClr>
          </a:solidFill>
          <a:ln w="0">
            <a:noFill/>
            <a:prstDash val="solid"/>
          </a:ln>
        </p:spPr>
      </p:sp>
      <p:sp>
        <p:nvSpPr>
          <p:cNvPr id="580" name="01_find_only_579">
            <a:extLst>
              <a:ext uri="{FF2B5EF4-FFF2-40B4-BE49-F238E27FC236}">
                <a16:creationId xmlns:a16="http://schemas.microsoft.com/office/drawing/2014/main" id="{BF1D8CEE-13DF-4D50-ABD0-2B459452E780}"/>
              </a:ext>
            </a:extLst>
          </p:cNvPr>
          <p:cNvSpPr>
            <a:spLocks noGrp="1"/>
          </p:cNvSpPr>
          <p:nvPr/>
        </p:nvSpPr>
        <p:spPr>
          <a:xfrm>
            <a:off x="2008298" y="3389303"/>
            <a:ext cx="28398" cy="28398"/>
          </a:xfrm>
          <a:prstGeom prst="ellipse">
            <a:avLst/>
          </a:prstGeom>
          <a:solidFill>
            <a:srgbClr val="7F8C97">
              <a:alpha val="48000"/>
            </a:srgbClr>
          </a:solidFill>
          <a:ln w="0">
            <a:noFill/>
            <a:prstDash val="solid"/>
          </a:ln>
        </p:spPr>
      </p:sp>
      <p:sp>
        <p:nvSpPr>
          <p:cNvPr id="581" name="01_find_only_580">
            <a:extLst>
              <a:ext uri="{FF2B5EF4-FFF2-40B4-BE49-F238E27FC236}">
                <a16:creationId xmlns:a16="http://schemas.microsoft.com/office/drawing/2014/main" id="{487C75FD-FE23-4B33-A981-CF86AD139152}"/>
              </a:ext>
            </a:extLst>
          </p:cNvPr>
          <p:cNvSpPr>
            <a:spLocks noGrp="1"/>
          </p:cNvSpPr>
          <p:nvPr/>
        </p:nvSpPr>
        <p:spPr>
          <a:xfrm>
            <a:off x="2022414" y="3172406"/>
            <a:ext cx="28398" cy="28398"/>
          </a:xfrm>
          <a:prstGeom prst="ellipse">
            <a:avLst/>
          </a:prstGeom>
          <a:solidFill>
            <a:srgbClr val="7F8C97">
              <a:alpha val="48000"/>
            </a:srgbClr>
          </a:solidFill>
          <a:ln w="0">
            <a:noFill/>
            <a:prstDash val="solid"/>
          </a:ln>
        </p:spPr>
      </p:sp>
      <p:sp>
        <p:nvSpPr>
          <p:cNvPr id="582" name="01_find_only_581">
            <a:extLst>
              <a:ext uri="{FF2B5EF4-FFF2-40B4-BE49-F238E27FC236}">
                <a16:creationId xmlns:a16="http://schemas.microsoft.com/office/drawing/2014/main" id="{41C17961-5080-4873-BF2D-BFC91615EBFE}"/>
              </a:ext>
            </a:extLst>
          </p:cNvPr>
          <p:cNvSpPr>
            <a:spLocks noGrp="1"/>
          </p:cNvSpPr>
          <p:nvPr/>
        </p:nvSpPr>
        <p:spPr>
          <a:xfrm>
            <a:off x="2028614" y="2855402"/>
            <a:ext cx="28398" cy="28398"/>
          </a:xfrm>
          <a:prstGeom prst="ellipse">
            <a:avLst/>
          </a:prstGeom>
          <a:solidFill>
            <a:srgbClr val="7F8C97">
              <a:alpha val="48000"/>
            </a:srgbClr>
          </a:solidFill>
          <a:ln w="0">
            <a:noFill/>
            <a:prstDash val="solid"/>
          </a:ln>
        </p:spPr>
      </p:sp>
      <p:sp>
        <p:nvSpPr>
          <p:cNvPr id="583" name="01_find_only_582">
            <a:extLst>
              <a:ext uri="{FF2B5EF4-FFF2-40B4-BE49-F238E27FC236}">
                <a16:creationId xmlns:a16="http://schemas.microsoft.com/office/drawing/2014/main" id="{0C6A3F28-C55C-4222-84F7-A8A955DFD8D7}"/>
              </a:ext>
            </a:extLst>
          </p:cNvPr>
          <p:cNvSpPr>
            <a:spLocks noGrp="1"/>
          </p:cNvSpPr>
          <p:nvPr/>
        </p:nvSpPr>
        <p:spPr>
          <a:xfrm>
            <a:off x="2008107" y="3700746"/>
            <a:ext cx="28398" cy="28398"/>
          </a:xfrm>
          <a:prstGeom prst="ellipse">
            <a:avLst/>
          </a:prstGeom>
          <a:solidFill>
            <a:srgbClr val="7F8C97">
              <a:alpha val="48000"/>
            </a:srgbClr>
          </a:solidFill>
          <a:ln w="0">
            <a:noFill/>
            <a:prstDash val="solid"/>
          </a:ln>
        </p:spPr>
      </p:sp>
      <p:sp>
        <p:nvSpPr>
          <p:cNvPr id="584" name="01_find_only_583">
            <a:extLst>
              <a:ext uri="{FF2B5EF4-FFF2-40B4-BE49-F238E27FC236}">
                <a16:creationId xmlns:a16="http://schemas.microsoft.com/office/drawing/2014/main" id="{55E99381-985D-4E1E-A5C5-BDAD37946C7F}"/>
              </a:ext>
            </a:extLst>
          </p:cNvPr>
          <p:cNvSpPr>
            <a:spLocks noGrp="1"/>
          </p:cNvSpPr>
          <p:nvPr/>
        </p:nvSpPr>
        <p:spPr>
          <a:xfrm>
            <a:off x="2007535" y="3362608"/>
            <a:ext cx="28398" cy="28398"/>
          </a:xfrm>
          <a:prstGeom prst="ellipse">
            <a:avLst/>
          </a:prstGeom>
          <a:solidFill>
            <a:srgbClr val="7F8C97">
              <a:alpha val="48000"/>
            </a:srgbClr>
          </a:solidFill>
          <a:ln w="0">
            <a:noFill/>
            <a:prstDash val="solid"/>
          </a:ln>
        </p:spPr>
      </p:sp>
      <p:sp>
        <p:nvSpPr>
          <p:cNvPr id="585" name="01_find_only_584">
            <a:extLst>
              <a:ext uri="{FF2B5EF4-FFF2-40B4-BE49-F238E27FC236}">
                <a16:creationId xmlns:a16="http://schemas.microsoft.com/office/drawing/2014/main" id="{9900D3E7-3BCC-49FE-88A0-B2B47035F8B3}"/>
              </a:ext>
            </a:extLst>
          </p:cNvPr>
          <p:cNvSpPr>
            <a:spLocks noGrp="1"/>
          </p:cNvSpPr>
          <p:nvPr/>
        </p:nvSpPr>
        <p:spPr>
          <a:xfrm>
            <a:off x="2026039" y="2855402"/>
            <a:ext cx="28398" cy="28398"/>
          </a:xfrm>
          <a:prstGeom prst="ellipse">
            <a:avLst/>
          </a:prstGeom>
          <a:solidFill>
            <a:srgbClr val="7F8C97">
              <a:alpha val="48000"/>
            </a:srgbClr>
          </a:solidFill>
          <a:ln w="0">
            <a:noFill/>
            <a:prstDash val="solid"/>
          </a:ln>
        </p:spPr>
      </p:sp>
      <p:sp>
        <p:nvSpPr>
          <p:cNvPr id="586" name="01_find_only_585">
            <a:extLst>
              <a:ext uri="{FF2B5EF4-FFF2-40B4-BE49-F238E27FC236}">
                <a16:creationId xmlns:a16="http://schemas.microsoft.com/office/drawing/2014/main" id="{D290F7EE-D94D-4B7B-9FEA-7CFDE4D0B852}"/>
              </a:ext>
            </a:extLst>
          </p:cNvPr>
          <p:cNvSpPr>
            <a:spLocks noGrp="1"/>
          </p:cNvSpPr>
          <p:nvPr/>
        </p:nvSpPr>
        <p:spPr>
          <a:xfrm>
            <a:off x="2061998" y="3489410"/>
            <a:ext cx="28398" cy="28398"/>
          </a:xfrm>
          <a:prstGeom prst="ellipse">
            <a:avLst/>
          </a:prstGeom>
          <a:solidFill>
            <a:srgbClr val="7F8C97">
              <a:alpha val="48000"/>
            </a:srgbClr>
          </a:solidFill>
          <a:ln w="0">
            <a:noFill/>
            <a:prstDash val="solid"/>
          </a:ln>
        </p:spPr>
      </p:sp>
      <p:sp>
        <p:nvSpPr>
          <p:cNvPr id="587" name="01_find_only_586">
            <a:extLst>
              <a:ext uri="{FF2B5EF4-FFF2-40B4-BE49-F238E27FC236}">
                <a16:creationId xmlns:a16="http://schemas.microsoft.com/office/drawing/2014/main" id="{54DB583A-5FD1-491E-9488-335993DEE6AB}"/>
              </a:ext>
            </a:extLst>
          </p:cNvPr>
          <p:cNvSpPr>
            <a:spLocks noGrp="1"/>
          </p:cNvSpPr>
          <p:nvPr/>
        </p:nvSpPr>
        <p:spPr>
          <a:xfrm>
            <a:off x="2020983" y="3278074"/>
            <a:ext cx="28398" cy="28398"/>
          </a:xfrm>
          <a:prstGeom prst="ellipse">
            <a:avLst/>
          </a:prstGeom>
          <a:solidFill>
            <a:srgbClr val="7F8C97">
              <a:alpha val="48000"/>
            </a:srgbClr>
          </a:solidFill>
          <a:ln w="0">
            <a:noFill/>
            <a:prstDash val="solid"/>
          </a:ln>
        </p:spPr>
      </p:sp>
      <p:sp>
        <p:nvSpPr>
          <p:cNvPr id="588" name="01_find_only_587">
            <a:extLst>
              <a:ext uri="{FF2B5EF4-FFF2-40B4-BE49-F238E27FC236}">
                <a16:creationId xmlns:a16="http://schemas.microsoft.com/office/drawing/2014/main" id="{031380E3-7C2B-4FA4-B63A-AB3869AAAB06}"/>
              </a:ext>
            </a:extLst>
          </p:cNvPr>
          <p:cNvSpPr>
            <a:spLocks noGrp="1"/>
          </p:cNvSpPr>
          <p:nvPr/>
        </p:nvSpPr>
        <p:spPr>
          <a:xfrm>
            <a:off x="2049598" y="2855402"/>
            <a:ext cx="28398" cy="28398"/>
          </a:xfrm>
          <a:prstGeom prst="ellipse">
            <a:avLst/>
          </a:prstGeom>
          <a:solidFill>
            <a:srgbClr val="7F8C97">
              <a:alpha val="48000"/>
            </a:srgbClr>
          </a:solidFill>
          <a:ln w="0">
            <a:noFill/>
            <a:prstDash val="solid"/>
          </a:ln>
        </p:spPr>
      </p:sp>
      <p:sp>
        <p:nvSpPr>
          <p:cNvPr id="589" name="01_find_only_588">
            <a:extLst>
              <a:ext uri="{FF2B5EF4-FFF2-40B4-BE49-F238E27FC236}">
                <a16:creationId xmlns:a16="http://schemas.microsoft.com/office/drawing/2014/main" id="{9C85A31B-95A5-44E4-B133-3BED3ACDEC62}"/>
              </a:ext>
            </a:extLst>
          </p:cNvPr>
          <p:cNvSpPr>
            <a:spLocks noGrp="1"/>
          </p:cNvSpPr>
          <p:nvPr/>
        </p:nvSpPr>
        <p:spPr>
          <a:xfrm>
            <a:off x="2039488" y="2855402"/>
            <a:ext cx="28398" cy="28398"/>
          </a:xfrm>
          <a:prstGeom prst="ellipse">
            <a:avLst/>
          </a:prstGeom>
          <a:solidFill>
            <a:srgbClr val="7F8C97">
              <a:alpha val="48000"/>
            </a:srgbClr>
          </a:solidFill>
          <a:ln w="0">
            <a:noFill/>
            <a:prstDash val="solid"/>
          </a:ln>
        </p:spPr>
      </p:sp>
      <p:sp>
        <p:nvSpPr>
          <p:cNvPr id="590" name="01_find_only_589">
            <a:extLst>
              <a:ext uri="{FF2B5EF4-FFF2-40B4-BE49-F238E27FC236}">
                <a16:creationId xmlns:a16="http://schemas.microsoft.com/office/drawing/2014/main" id="{E23595B3-9588-4479-B79F-6BED17D95906}"/>
              </a:ext>
            </a:extLst>
          </p:cNvPr>
          <p:cNvSpPr>
            <a:spLocks noGrp="1"/>
          </p:cNvSpPr>
          <p:nvPr/>
        </p:nvSpPr>
        <p:spPr>
          <a:xfrm>
            <a:off x="2086797" y="2855402"/>
            <a:ext cx="28398" cy="28398"/>
          </a:xfrm>
          <a:prstGeom prst="ellipse">
            <a:avLst/>
          </a:prstGeom>
          <a:solidFill>
            <a:srgbClr val="7F8C97">
              <a:alpha val="48000"/>
            </a:srgbClr>
          </a:solidFill>
          <a:ln w="0">
            <a:noFill/>
            <a:prstDash val="solid"/>
          </a:ln>
        </p:spPr>
      </p:sp>
      <p:sp>
        <p:nvSpPr>
          <p:cNvPr id="591" name="01_find_only_590">
            <a:extLst>
              <a:ext uri="{FF2B5EF4-FFF2-40B4-BE49-F238E27FC236}">
                <a16:creationId xmlns:a16="http://schemas.microsoft.com/office/drawing/2014/main" id="{006F7107-2572-4A97-8B99-97447FD23415}"/>
              </a:ext>
            </a:extLst>
          </p:cNvPr>
          <p:cNvSpPr>
            <a:spLocks noGrp="1"/>
          </p:cNvSpPr>
          <p:nvPr/>
        </p:nvSpPr>
        <p:spPr>
          <a:xfrm>
            <a:off x="2030045" y="4072288"/>
            <a:ext cx="28398" cy="28398"/>
          </a:xfrm>
          <a:prstGeom prst="ellipse">
            <a:avLst/>
          </a:prstGeom>
          <a:solidFill>
            <a:srgbClr val="7F8C97">
              <a:alpha val="48000"/>
            </a:srgbClr>
          </a:solidFill>
          <a:ln w="0">
            <a:noFill/>
            <a:prstDash val="solid"/>
          </a:ln>
        </p:spPr>
      </p:sp>
      <p:sp>
        <p:nvSpPr>
          <p:cNvPr id="592" name="01_find_only_591">
            <a:extLst>
              <a:ext uri="{FF2B5EF4-FFF2-40B4-BE49-F238E27FC236}">
                <a16:creationId xmlns:a16="http://schemas.microsoft.com/office/drawing/2014/main" id="{A448D0EC-5A50-4F11-B689-FF42E3E2F315}"/>
              </a:ext>
            </a:extLst>
          </p:cNvPr>
          <p:cNvSpPr>
            <a:spLocks noGrp="1"/>
          </p:cNvSpPr>
          <p:nvPr/>
        </p:nvSpPr>
        <p:spPr>
          <a:xfrm>
            <a:off x="2069247" y="3278074"/>
            <a:ext cx="28398" cy="28398"/>
          </a:xfrm>
          <a:prstGeom prst="ellipse">
            <a:avLst/>
          </a:prstGeom>
          <a:solidFill>
            <a:srgbClr val="7F8C97">
              <a:alpha val="48000"/>
            </a:srgbClr>
          </a:solidFill>
          <a:ln w="0">
            <a:noFill/>
            <a:prstDash val="solid"/>
          </a:ln>
        </p:spPr>
      </p:sp>
      <p:sp>
        <p:nvSpPr>
          <p:cNvPr id="593" name="01_find_only_592">
            <a:extLst>
              <a:ext uri="{FF2B5EF4-FFF2-40B4-BE49-F238E27FC236}">
                <a16:creationId xmlns:a16="http://schemas.microsoft.com/office/drawing/2014/main" id="{F5AA103A-6A72-443B-A73D-E7BC02117404}"/>
              </a:ext>
            </a:extLst>
          </p:cNvPr>
          <p:cNvSpPr>
            <a:spLocks noGrp="1"/>
          </p:cNvSpPr>
          <p:nvPr/>
        </p:nvSpPr>
        <p:spPr>
          <a:xfrm>
            <a:off x="2071631" y="2855402"/>
            <a:ext cx="28398" cy="28398"/>
          </a:xfrm>
          <a:prstGeom prst="ellipse">
            <a:avLst/>
          </a:prstGeom>
          <a:solidFill>
            <a:srgbClr val="7F8C97">
              <a:alpha val="48000"/>
            </a:srgbClr>
          </a:solidFill>
          <a:ln w="0">
            <a:noFill/>
            <a:prstDash val="solid"/>
          </a:ln>
        </p:spPr>
      </p:sp>
      <p:sp>
        <p:nvSpPr>
          <p:cNvPr id="594" name="01_find_only_593">
            <a:extLst>
              <a:ext uri="{FF2B5EF4-FFF2-40B4-BE49-F238E27FC236}">
                <a16:creationId xmlns:a16="http://schemas.microsoft.com/office/drawing/2014/main" id="{FE5E2BE9-70D4-4429-9CC8-A62C35BD8D94}"/>
              </a:ext>
            </a:extLst>
          </p:cNvPr>
          <p:cNvSpPr>
            <a:spLocks noGrp="1"/>
          </p:cNvSpPr>
          <p:nvPr/>
        </p:nvSpPr>
        <p:spPr>
          <a:xfrm>
            <a:off x="2007821" y="3066738"/>
            <a:ext cx="28398" cy="28398"/>
          </a:xfrm>
          <a:prstGeom prst="ellipse">
            <a:avLst/>
          </a:prstGeom>
          <a:solidFill>
            <a:srgbClr val="7F8C97">
              <a:alpha val="48000"/>
            </a:srgbClr>
          </a:solidFill>
          <a:ln w="0">
            <a:noFill/>
            <a:prstDash val="solid"/>
          </a:ln>
        </p:spPr>
      </p:sp>
      <p:sp>
        <p:nvSpPr>
          <p:cNvPr id="595" name="01_find_only_594">
            <a:extLst>
              <a:ext uri="{FF2B5EF4-FFF2-40B4-BE49-F238E27FC236}">
                <a16:creationId xmlns:a16="http://schemas.microsoft.com/office/drawing/2014/main" id="{8D2707CF-68B2-4D36-8D10-4E98BBF7E057}"/>
              </a:ext>
            </a:extLst>
          </p:cNvPr>
          <p:cNvSpPr>
            <a:spLocks noGrp="1"/>
          </p:cNvSpPr>
          <p:nvPr/>
        </p:nvSpPr>
        <p:spPr>
          <a:xfrm>
            <a:off x="2085557" y="2855402"/>
            <a:ext cx="28398" cy="28398"/>
          </a:xfrm>
          <a:prstGeom prst="ellipse">
            <a:avLst/>
          </a:prstGeom>
          <a:solidFill>
            <a:srgbClr val="7F8C97">
              <a:alpha val="48000"/>
            </a:srgbClr>
          </a:solidFill>
          <a:ln w="0">
            <a:noFill/>
            <a:prstDash val="solid"/>
          </a:ln>
        </p:spPr>
      </p:sp>
      <p:sp>
        <p:nvSpPr>
          <p:cNvPr id="596" name="01_find_only_595">
            <a:extLst>
              <a:ext uri="{FF2B5EF4-FFF2-40B4-BE49-F238E27FC236}">
                <a16:creationId xmlns:a16="http://schemas.microsoft.com/office/drawing/2014/main" id="{5B1711EA-D2FA-43AD-BE6C-CC4470EAA7DD}"/>
              </a:ext>
            </a:extLst>
          </p:cNvPr>
          <p:cNvSpPr>
            <a:spLocks noGrp="1"/>
          </p:cNvSpPr>
          <p:nvPr/>
        </p:nvSpPr>
        <p:spPr>
          <a:xfrm>
            <a:off x="2005532" y="2855402"/>
            <a:ext cx="28398" cy="28398"/>
          </a:xfrm>
          <a:prstGeom prst="ellipse">
            <a:avLst/>
          </a:prstGeom>
          <a:solidFill>
            <a:srgbClr val="7F8C97">
              <a:alpha val="48000"/>
            </a:srgbClr>
          </a:solidFill>
          <a:ln w="0">
            <a:noFill/>
            <a:prstDash val="solid"/>
          </a:ln>
        </p:spPr>
      </p:sp>
      <p:sp>
        <p:nvSpPr>
          <p:cNvPr id="597" name="01_find_only_596">
            <a:extLst>
              <a:ext uri="{FF2B5EF4-FFF2-40B4-BE49-F238E27FC236}">
                <a16:creationId xmlns:a16="http://schemas.microsoft.com/office/drawing/2014/main" id="{FBA5D376-4BFD-4CFF-85FE-AB057CEF80F7}"/>
              </a:ext>
            </a:extLst>
          </p:cNvPr>
          <p:cNvSpPr>
            <a:spLocks noGrp="1"/>
          </p:cNvSpPr>
          <p:nvPr/>
        </p:nvSpPr>
        <p:spPr>
          <a:xfrm>
            <a:off x="2085366" y="2855402"/>
            <a:ext cx="28398" cy="28398"/>
          </a:xfrm>
          <a:prstGeom prst="ellipse">
            <a:avLst/>
          </a:prstGeom>
          <a:solidFill>
            <a:srgbClr val="7F8C97">
              <a:alpha val="48000"/>
            </a:srgbClr>
          </a:solidFill>
          <a:ln w="0">
            <a:noFill/>
            <a:prstDash val="solid"/>
          </a:ln>
        </p:spPr>
      </p:sp>
      <p:sp>
        <p:nvSpPr>
          <p:cNvPr id="598" name="01_find_only_597">
            <a:extLst>
              <a:ext uri="{FF2B5EF4-FFF2-40B4-BE49-F238E27FC236}">
                <a16:creationId xmlns:a16="http://schemas.microsoft.com/office/drawing/2014/main" id="{B06E4DFD-DF1D-42D7-8CC3-B9C9A5FB4C13}"/>
              </a:ext>
            </a:extLst>
          </p:cNvPr>
          <p:cNvSpPr>
            <a:spLocks noGrp="1"/>
          </p:cNvSpPr>
          <p:nvPr/>
        </p:nvSpPr>
        <p:spPr>
          <a:xfrm>
            <a:off x="2094618" y="2855402"/>
            <a:ext cx="28398" cy="28398"/>
          </a:xfrm>
          <a:prstGeom prst="ellipse">
            <a:avLst/>
          </a:prstGeom>
          <a:solidFill>
            <a:srgbClr val="7F8C97">
              <a:alpha val="48000"/>
            </a:srgbClr>
          </a:solidFill>
          <a:ln w="0">
            <a:noFill/>
            <a:prstDash val="solid"/>
          </a:ln>
        </p:spPr>
      </p:sp>
      <p:sp>
        <p:nvSpPr>
          <p:cNvPr id="599" name="01_find_only_598">
            <a:extLst>
              <a:ext uri="{FF2B5EF4-FFF2-40B4-BE49-F238E27FC236}">
                <a16:creationId xmlns:a16="http://schemas.microsoft.com/office/drawing/2014/main" id="{9E9F4A7E-6CCE-423C-9E8B-4AA77B77362D}"/>
              </a:ext>
            </a:extLst>
          </p:cNvPr>
          <p:cNvSpPr>
            <a:spLocks noGrp="1"/>
          </p:cNvSpPr>
          <p:nvPr/>
        </p:nvSpPr>
        <p:spPr>
          <a:xfrm>
            <a:off x="2062570" y="2855402"/>
            <a:ext cx="28398" cy="28398"/>
          </a:xfrm>
          <a:prstGeom prst="ellipse">
            <a:avLst/>
          </a:prstGeom>
          <a:solidFill>
            <a:srgbClr val="7F8C97">
              <a:alpha val="48000"/>
            </a:srgbClr>
          </a:solidFill>
          <a:ln w="0">
            <a:noFill/>
            <a:prstDash val="solid"/>
          </a:ln>
        </p:spPr>
      </p:sp>
      <p:sp>
        <p:nvSpPr>
          <p:cNvPr id="600" name="01_find_only_599">
            <a:extLst>
              <a:ext uri="{FF2B5EF4-FFF2-40B4-BE49-F238E27FC236}">
                <a16:creationId xmlns:a16="http://schemas.microsoft.com/office/drawing/2014/main" id="{F30D36C3-10FA-44D5-BF20-CF8CA57E8AA8}"/>
              </a:ext>
            </a:extLst>
          </p:cNvPr>
          <p:cNvSpPr>
            <a:spLocks noGrp="1"/>
          </p:cNvSpPr>
          <p:nvPr/>
        </p:nvSpPr>
        <p:spPr>
          <a:xfrm>
            <a:off x="2033955" y="2855402"/>
            <a:ext cx="28398" cy="28398"/>
          </a:xfrm>
          <a:prstGeom prst="ellipse">
            <a:avLst/>
          </a:prstGeom>
          <a:solidFill>
            <a:srgbClr val="7F8C97">
              <a:alpha val="48000"/>
            </a:srgbClr>
          </a:solidFill>
          <a:ln w="0">
            <a:noFill/>
            <a:prstDash val="solid"/>
          </a:ln>
        </p:spPr>
      </p:sp>
      <p:sp>
        <p:nvSpPr>
          <p:cNvPr id="601" name="01_find_only_600">
            <a:extLst>
              <a:ext uri="{FF2B5EF4-FFF2-40B4-BE49-F238E27FC236}">
                <a16:creationId xmlns:a16="http://schemas.microsoft.com/office/drawing/2014/main" id="{9E395609-BB72-4D1A-9F7C-C50B278A7440}"/>
              </a:ext>
            </a:extLst>
          </p:cNvPr>
          <p:cNvSpPr>
            <a:spLocks noGrp="1"/>
          </p:cNvSpPr>
          <p:nvPr/>
        </p:nvSpPr>
        <p:spPr>
          <a:xfrm>
            <a:off x="2073920" y="2855402"/>
            <a:ext cx="28398" cy="28398"/>
          </a:xfrm>
          <a:prstGeom prst="ellipse">
            <a:avLst/>
          </a:prstGeom>
          <a:solidFill>
            <a:srgbClr val="7F8C97">
              <a:alpha val="48000"/>
            </a:srgbClr>
          </a:solidFill>
          <a:ln w="0">
            <a:noFill/>
            <a:prstDash val="solid"/>
          </a:ln>
        </p:spPr>
      </p:sp>
      <p:sp>
        <p:nvSpPr>
          <p:cNvPr id="602" name="01_find_only_601">
            <a:extLst>
              <a:ext uri="{FF2B5EF4-FFF2-40B4-BE49-F238E27FC236}">
                <a16:creationId xmlns:a16="http://schemas.microsoft.com/office/drawing/2014/main" id="{E73CFA3E-28F2-48A3-962F-5E88A1389F98}"/>
              </a:ext>
            </a:extLst>
          </p:cNvPr>
          <p:cNvSpPr>
            <a:spLocks noGrp="1"/>
          </p:cNvSpPr>
          <p:nvPr/>
        </p:nvSpPr>
        <p:spPr>
          <a:xfrm>
            <a:off x="2025371" y="2855402"/>
            <a:ext cx="28398" cy="28398"/>
          </a:xfrm>
          <a:prstGeom prst="ellipse">
            <a:avLst/>
          </a:prstGeom>
          <a:solidFill>
            <a:srgbClr val="7F8C97">
              <a:alpha val="48000"/>
            </a:srgbClr>
          </a:solidFill>
          <a:ln w="0">
            <a:noFill/>
            <a:prstDash val="solid"/>
          </a:ln>
        </p:spPr>
      </p:sp>
      <p:sp>
        <p:nvSpPr>
          <p:cNvPr id="603" name="01_find_only_602">
            <a:extLst>
              <a:ext uri="{FF2B5EF4-FFF2-40B4-BE49-F238E27FC236}">
                <a16:creationId xmlns:a16="http://schemas.microsoft.com/office/drawing/2014/main" id="{C93EA0C0-86AB-41CA-AA69-EB395CB85520}"/>
              </a:ext>
            </a:extLst>
          </p:cNvPr>
          <p:cNvSpPr>
            <a:spLocks noGrp="1"/>
          </p:cNvSpPr>
          <p:nvPr/>
        </p:nvSpPr>
        <p:spPr>
          <a:xfrm>
            <a:off x="2049884" y="2855402"/>
            <a:ext cx="28398" cy="28398"/>
          </a:xfrm>
          <a:prstGeom prst="ellipse">
            <a:avLst/>
          </a:prstGeom>
          <a:solidFill>
            <a:srgbClr val="7F8C97">
              <a:alpha val="48000"/>
            </a:srgbClr>
          </a:solidFill>
          <a:ln w="0">
            <a:noFill/>
            <a:prstDash val="solid"/>
          </a:ln>
        </p:spPr>
      </p:sp>
      <p:sp>
        <p:nvSpPr>
          <p:cNvPr id="604" name="01_find_only_603">
            <a:extLst>
              <a:ext uri="{FF2B5EF4-FFF2-40B4-BE49-F238E27FC236}">
                <a16:creationId xmlns:a16="http://schemas.microsoft.com/office/drawing/2014/main" id="{4D75D0F4-F023-46C6-B097-2A282400EE54}"/>
              </a:ext>
            </a:extLst>
          </p:cNvPr>
          <p:cNvSpPr>
            <a:spLocks noGrp="1"/>
          </p:cNvSpPr>
          <p:nvPr/>
        </p:nvSpPr>
        <p:spPr>
          <a:xfrm>
            <a:off x="2049884" y="2855402"/>
            <a:ext cx="28398" cy="28398"/>
          </a:xfrm>
          <a:prstGeom prst="ellipse">
            <a:avLst/>
          </a:prstGeom>
          <a:solidFill>
            <a:srgbClr val="7F8C97">
              <a:alpha val="48000"/>
            </a:srgbClr>
          </a:solidFill>
          <a:ln w="0">
            <a:noFill/>
            <a:prstDash val="solid"/>
          </a:ln>
        </p:spPr>
      </p:sp>
      <p:sp>
        <p:nvSpPr>
          <p:cNvPr id="605" name="01_find_only_604">
            <a:extLst>
              <a:ext uri="{FF2B5EF4-FFF2-40B4-BE49-F238E27FC236}">
                <a16:creationId xmlns:a16="http://schemas.microsoft.com/office/drawing/2014/main" id="{487C9F61-5609-4843-9C65-2DFF8BC56F1F}"/>
              </a:ext>
            </a:extLst>
          </p:cNvPr>
          <p:cNvSpPr>
            <a:spLocks noGrp="1"/>
          </p:cNvSpPr>
          <p:nvPr/>
        </p:nvSpPr>
        <p:spPr>
          <a:xfrm>
            <a:off x="2021270" y="2855402"/>
            <a:ext cx="28398" cy="28398"/>
          </a:xfrm>
          <a:prstGeom prst="ellipse">
            <a:avLst/>
          </a:prstGeom>
          <a:solidFill>
            <a:srgbClr val="7F8C97">
              <a:alpha val="48000"/>
            </a:srgbClr>
          </a:solidFill>
          <a:ln w="0">
            <a:noFill/>
            <a:prstDash val="solid"/>
          </a:ln>
        </p:spPr>
      </p:sp>
      <p:sp>
        <p:nvSpPr>
          <p:cNvPr id="606" name="01_find_only_605">
            <a:extLst>
              <a:ext uri="{FF2B5EF4-FFF2-40B4-BE49-F238E27FC236}">
                <a16:creationId xmlns:a16="http://schemas.microsoft.com/office/drawing/2014/main" id="{3E59B504-7273-40D0-91D2-CCE7815A16BC}"/>
              </a:ext>
            </a:extLst>
          </p:cNvPr>
          <p:cNvSpPr>
            <a:spLocks noGrp="1"/>
          </p:cNvSpPr>
          <p:nvPr/>
        </p:nvSpPr>
        <p:spPr>
          <a:xfrm>
            <a:off x="2087751" y="2855402"/>
            <a:ext cx="28398" cy="28398"/>
          </a:xfrm>
          <a:prstGeom prst="ellipse">
            <a:avLst/>
          </a:prstGeom>
          <a:solidFill>
            <a:srgbClr val="7F8C97">
              <a:alpha val="48000"/>
            </a:srgbClr>
          </a:solidFill>
          <a:ln w="0">
            <a:noFill/>
            <a:prstDash val="solid"/>
          </a:ln>
        </p:spPr>
      </p:sp>
      <p:sp>
        <p:nvSpPr>
          <p:cNvPr id="607" name="01_find_only_606">
            <a:extLst>
              <a:ext uri="{FF2B5EF4-FFF2-40B4-BE49-F238E27FC236}">
                <a16:creationId xmlns:a16="http://schemas.microsoft.com/office/drawing/2014/main" id="{8F734C9B-5AF5-424B-B282-C22E86673481}"/>
              </a:ext>
            </a:extLst>
          </p:cNvPr>
          <p:cNvSpPr>
            <a:spLocks noGrp="1"/>
          </p:cNvSpPr>
          <p:nvPr/>
        </p:nvSpPr>
        <p:spPr>
          <a:xfrm>
            <a:off x="2035577" y="3700746"/>
            <a:ext cx="28398" cy="28398"/>
          </a:xfrm>
          <a:prstGeom prst="ellipse">
            <a:avLst/>
          </a:prstGeom>
          <a:solidFill>
            <a:srgbClr val="7F8C97">
              <a:alpha val="48000"/>
            </a:srgbClr>
          </a:solidFill>
          <a:ln w="0">
            <a:noFill/>
            <a:prstDash val="solid"/>
          </a:ln>
        </p:spPr>
      </p:sp>
      <p:sp>
        <p:nvSpPr>
          <p:cNvPr id="608" name="01_find_only_607">
            <a:extLst>
              <a:ext uri="{FF2B5EF4-FFF2-40B4-BE49-F238E27FC236}">
                <a16:creationId xmlns:a16="http://schemas.microsoft.com/office/drawing/2014/main" id="{EEDAA5D1-FA12-4233-A706-509D18E10A8B}"/>
              </a:ext>
            </a:extLst>
          </p:cNvPr>
          <p:cNvSpPr>
            <a:spLocks noGrp="1"/>
          </p:cNvSpPr>
          <p:nvPr/>
        </p:nvSpPr>
        <p:spPr>
          <a:xfrm>
            <a:off x="2044829" y="2855402"/>
            <a:ext cx="28398" cy="28398"/>
          </a:xfrm>
          <a:prstGeom prst="ellipse">
            <a:avLst/>
          </a:prstGeom>
          <a:solidFill>
            <a:srgbClr val="7F8C97">
              <a:alpha val="48000"/>
            </a:srgbClr>
          </a:solidFill>
          <a:ln w="0">
            <a:noFill/>
            <a:prstDash val="solid"/>
          </a:ln>
        </p:spPr>
      </p:sp>
      <p:sp>
        <p:nvSpPr>
          <p:cNvPr id="609" name="01_find_only_608">
            <a:extLst>
              <a:ext uri="{FF2B5EF4-FFF2-40B4-BE49-F238E27FC236}">
                <a16:creationId xmlns:a16="http://schemas.microsoft.com/office/drawing/2014/main" id="{91C81AE4-B5CB-4E93-BC31-5243046FBCFD}"/>
              </a:ext>
            </a:extLst>
          </p:cNvPr>
          <p:cNvSpPr>
            <a:spLocks noGrp="1"/>
          </p:cNvSpPr>
          <p:nvPr/>
        </p:nvSpPr>
        <p:spPr>
          <a:xfrm>
            <a:off x="2096907" y="2855402"/>
            <a:ext cx="28398" cy="28398"/>
          </a:xfrm>
          <a:prstGeom prst="ellipse">
            <a:avLst/>
          </a:prstGeom>
          <a:solidFill>
            <a:srgbClr val="7F8C97">
              <a:alpha val="48000"/>
            </a:srgbClr>
          </a:solidFill>
          <a:ln w="0">
            <a:noFill/>
            <a:prstDash val="solid"/>
          </a:ln>
        </p:spPr>
      </p:sp>
      <p:sp>
        <p:nvSpPr>
          <p:cNvPr id="610" name="01_find_only_609">
            <a:extLst>
              <a:ext uri="{FF2B5EF4-FFF2-40B4-BE49-F238E27FC236}">
                <a16:creationId xmlns:a16="http://schemas.microsoft.com/office/drawing/2014/main" id="{57B9119B-A666-4DBF-B1C3-02ADD9FD5EE4}"/>
              </a:ext>
            </a:extLst>
          </p:cNvPr>
          <p:cNvSpPr>
            <a:spLocks noGrp="1"/>
          </p:cNvSpPr>
          <p:nvPr/>
        </p:nvSpPr>
        <p:spPr>
          <a:xfrm>
            <a:off x="2068293" y="4123418"/>
            <a:ext cx="28398" cy="28398"/>
          </a:xfrm>
          <a:prstGeom prst="ellipse">
            <a:avLst/>
          </a:prstGeom>
          <a:solidFill>
            <a:srgbClr val="7F8C97">
              <a:alpha val="48000"/>
            </a:srgbClr>
          </a:solidFill>
          <a:ln w="0">
            <a:noFill/>
            <a:prstDash val="solid"/>
          </a:ln>
        </p:spPr>
      </p:sp>
      <p:sp>
        <p:nvSpPr>
          <p:cNvPr id="611" name="01_find_only_610">
            <a:extLst>
              <a:ext uri="{FF2B5EF4-FFF2-40B4-BE49-F238E27FC236}">
                <a16:creationId xmlns:a16="http://schemas.microsoft.com/office/drawing/2014/main" id="{5BEEAE2F-BA3C-47B9-A9CB-A933512067A1}"/>
              </a:ext>
            </a:extLst>
          </p:cNvPr>
          <p:cNvSpPr>
            <a:spLocks noGrp="1"/>
          </p:cNvSpPr>
          <p:nvPr/>
        </p:nvSpPr>
        <p:spPr>
          <a:xfrm>
            <a:off x="2093473" y="3942273"/>
            <a:ext cx="28398" cy="28398"/>
          </a:xfrm>
          <a:prstGeom prst="ellipse">
            <a:avLst/>
          </a:prstGeom>
          <a:solidFill>
            <a:srgbClr val="7F8C97">
              <a:alpha val="48000"/>
            </a:srgbClr>
          </a:solidFill>
          <a:ln w="0">
            <a:noFill/>
            <a:prstDash val="solid"/>
          </a:ln>
        </p:spPr>
      </p:sp>
      <p:sp>
        <p:nvSpPr>
          <p:cNvPr id="612" name="01_find_only_611">
            <a:extLst>
              <a:ext uri="{FF2B5EF4-FFF2-40B4-BE49-F238E27FC236}">
                <a16:creationId xmlns:a16="http://schemas.microsoft.com/office/drawing/2014/main" id="{A04694F9-028F-49CD-B712-3C8BA9C6A6CB}"/>
              </a:ext>
            </a:extLst>
          </p:cNvPr>
          <p:cNvSpPr>
            <a:spLocks noGrp="1"/>
          </p:cNvSpPr>
          <p:nvPr/>
        </p:nvSpPr>
        <p:spPr>
          <a:xfrm>
            <a:off x="2009156" y="3964916"/>
            <a:ext cx="28398" cy="28398"/>
          </a:xfrm>
          <a:prstGeom prst="ellipse">
            <a:avLst/>
          </a:prstGeom>
          <a:solidFill>
            <a:srgbClr val="7F8C97">
              <a:alpha val="48000"/>
            </a:srgbClr>
          </a:solidFill>
          <a:ln w="0">
            <a:noFill/>
            <a:prstDash val="solid"/>
          </a:ln>
        </p:spPr>
      </p:sp>
      <p:sp>
        <p:nvSpPr>
          <p:cNvPr id="613" name="01_find_only_612">
            <a:extLst>
              <a:ext uri="{FF2B5EF4-FFF2-40B4-BE49-F238E27FC236}">
                <a16:creationId xmlns:a16="http://schemas.microsoft.com/office/drawing/2014/main" id="{5D57599F-D737-4E16-AB20-DA5B1B35B3A6}"/>
              </a:ext>
            </a:extLst>
          </p:cNvPr>
          <p:cNvSpPr>
            <a:spLocks noGrp="1"/>
          </p:cNvSpPr>
          <p:nvPr/>
        </p:nvSpPr>
        <p:spPr>
          <a:xfrm>
            <a:off x="2086415" y="4123418"/>
            <a:ext cx="28398" cy="28398"/>
          </a:xfrm>
          <a:prstGeom prst="ellipse">
            <a:avLst/>
          </a:prstGeom>
          <a:solidFill>
            <a:srgbClr val="7F8C97">
              <a:alpha val="48000"/>
            </a:srgbClr>
          </a:solidFill>
          <a:ln w="0">
            <a:noFill/>
            <a:prstDash val="solid"/>
          </a:ln>
        </p:spPr>
      </p:sp>
      <p:sp>
        <p:nvSpPr>
          <p:cNvPr id="614" name="01_find_only_613">
            <a:extLst>
              <a:ext uri="{FF2B5EF4-FFF2-40B4-BE49-F238E27FC236}">
                <a16:creationId xmlns:a16="http://schemas.microsoft.com/office/drawing/2014/main" id="{D2A1A0A5-33C3-434B-BF7E-9BBBA6A885FB}"/>
              </a:ext>
            </a:extLst>
          </p:cNvPr>
          <p:cNvSpPr>
            <a:spLocks noGrp="1"/>
          </p:cNvSpPr>
          <p:nvPr/>
        </p:nvSpPr>
        <p:spPr>
          <a:xfrm>
            <a:off x="2073825" y="3278074"/>
            <a:ext cx="28398" cy="28398"/>
          </a:xfrm>
          <a:prstGeom prst="ellipse">
            <a:avLst/>
          </a:prstGeom>
          <a:solidFill>
            <a:srgbClr val="7F8C97">
              <a:alpha val="48000"/>
            </a:srgbClr>
          </a:solidFill>
          <a:ln w="0">
            <a:noFill/>
            <a:prstDash val="solid"/>
          </a:ln>
        </p:spPr>
      </p:sp>
      <p:sp>
        <p:nvSpPr>
          <p:cNvPr id="615" name="01_find_only_614">
            <a:extLst>
              <a:ext uri="{FF2B5EF4-FFF2-40B4-BE49-F238E27FC236}">
                <a16:creationId xmlns:a16="http://schemas.microsoft.com/office/drawing/2014/main" id="{A72295BA-BB64-4F08-A690-86C4A766FE35}"/>
              </a:ext>
            </a:extLst>
          </p:cNvPr>
          <p:cNvSpPr>
            <a:spLocks noGrp="1"/>
          </p:cNvSpPr>
          <p:nvPr/>
        </p:nvSpPr>
        <p:spPr>
          <a:xfrm>
            <a:off x="2040918" y="2855402"/>
            <a:ext cx="28398" cy="28398"/>
          </a:xfrm>
          <a:prstGeom prst="ellipse">
            <a:avLst/>
          </a:prstGeom>
          <a:solidFill>
            <a:srgbClr val="7F8C97">
              <a:alpha val="48000"/>
            </a:srgbClr>
          </a:solidFill>
          <a:ln w="0">
            <a:noFill/>
            <a:prstDash val="solid"/>
          </a:ln>
        </p:spPr>
      </p:sp>
      <p:sp>
        <p:nvSpPr>
          <p:cNvPr id="616" name="01_find_only_615">
            <a:extLst>
              <a:ext uri="{FF2B5EF4-FFF2-40B4-BE49-F238E27FC236}">
                <a16:creationId xmlns:a16="http://schemas.microsoft.com/office/drawing/2014/main" id="{16380848-FA26-4112-A457-395B53EACE80}"/>
              </a:ext>
            </a:extLst>
          </p:cNvPr>
          <p:cNvSpPr>
            <a:spLocks noGrp="1"/>
          </p:cNvSpPr>
          <p:nvPr/>
        </p:nvSpPr>
        <p:spPr>
          <a:xfrm>
            <a:off x="2077545" y="3806414"/>
            <a:ext cx="28398" cy="28398"/>
          </a:xfrm>
          <a:prstGeom prst="ellipse">
            <a:avLst/>
          </a:prstGeom>
          <a:solidFill>
            <a:srgbClr val="7F8C97">
              <a:alpha val="48000"/>
            </a:srgbClr>
          </a:solidFill>
          <a:ln w="0">
            <a:noFill/>
            <a:prstDash val="solid"/>
          </a:ln>
        </p:spPr>
      </p:sp>
      <p:sp>
        <p:nvSpPr>
          <p:cNvPr id="617" name="01_find_only_616">
            <a:extLst>
              <a:ext uri="{FF2B5EF4-FFF2-40B4-BE49-F238E27FC236}">
                <a16:creationId xmlns:a16="http://schemas.microsoft.com/office/drawing/2014/main" id="{FECFFAC4-9B88-4330-9862-7C9050E96AD5}"/>
              </a:ext>
            </a:extLst>
          </p:cNvPr>
          <p:cNvSpPr>
            <a:spLocks noGrp="1"/>
          </p:cNvSpPr>
          <p:nvPr/>
        </p:nvSpPr>
        <p:spPr>
          <a:xfrm>
            <a:off x="2097384" y="3172406"/>
            <a:ext cx="28398" cy="28398"/>
          </a:xfrm>
          <a:prstGeom prst="ellipse">
            <a:avLst/>
          </a:prstGeom>
          <a:solidFill>
            <a:srgbClr val="7F8C97">
              <a:alpha val="48000"/>
            </a:srgbClr>
          </a:solidFill>
          <a:ln w="0">
            <a:noFill/>
            <a:prstDash val="solid"/>
          </a:ln>
        </p:spPr>
      </p:sp>
      <p:sp>
        <p:nvSpPr>
          <p:cNvPr id="618" name="01_find_only_617">
            <a:extLst>
              <a:ext uri="{FF2B5EF4-FFF2-40B4-BE49-F238E27FC236}">
                <a16:creationId xmlns:a16="http://schemas.microsoft.com/office/drawing/2014/main" id="{54364450-1B26-4A95-BBD8-C8187E7FD357}"/>
              </a:ext>
            </a:extLst>
          </p:cNvPr>
          <p:cNvSpPr>
            <a:spLocks noGrp="1"/>
          </p:cNvSpPr>
          <p:nvPr/>
        </p:nvSpPr>
        <p:spPr>
          <a:xfrm>
            <a:off x="2067530" y="3278074"/>
            <a:ext cx="28398" cy="28398"/>
          </a:xfrm>
          <a:prstGeom prst="ellipse">
            <a:avLst/>
          </a:prstGeom>
          <a:solidFill>
            <a:srgbClr val="7F8C97">
              <a:alpha val="48000"/>
            </a:srgbClr>
          </a:solidFill>
          <a:ln w="0">
            <a:noFill/>
            <a:prstDash val="solid"/>
          </a:ln>
        </p:spPr>
      </p:sp>
      <p:sp>
        <p:nvSpPr>
          <p:cNvPr id="619" name="01_find_only_618">
            <a:extLst>
              <a:ext uri="{FF2B5EF4-FFF2-40B4-BE49-F238E27FC236}">
                <a16:creationId xmlns:a16="http://schemas.microsoft.com/office/drawing/2014/main" id="{34E489C0-4729-4340-B6C6-5EC8530B9C55}"/>
              </a:ext>
            </a:extLst>
          </p:cNvPr>
          <p:cNvSpPr>
            <a:spLocks noGrp="1"/>
          </p:cNvSpPr>
          <p:nvPr/>
        </p:nvSpPr>
        <p:spPr>
          <a:xfrm>
            <a:off x="2074874" y="2855402"/>
            <a:ext cx="28398" cy="28398"/>
          </a:xfrm>
          <a:prstGeom prst="ellipse">
            <a:avLst/>
          </a:prstGeom>
          <a:solidFill>
            <a:srgbClr val="7F8C97">
              <a:alpha val="48000"/>
            </a:srgbClr>
          </a:solidFill>
          <a:ln w="0">
            <a:noFill/>
            <a:prstDash val="solid"/>
          </a:ln>
        </p:spPr>
      </p:sp>
      <p:sp>
        <p:nvSpPr>
          <p:cNvPr id="620" name="01_find_only_619">
            <a:extLst>
              <a:ext uri="{FF2B5EF4-FFF2-40B4-BE49-F238E27FC236}">
                <a16:creationId xmlns:a16="http://schemas.microsoft.com/office/drawing/2014/main" id="{F292B8DF-401B-415E-908A-A56C2DC06963}"/>
              </a:ext>
            </a:extLst>
          </p:cNvPr>
          <p:cNvSpPr>
            <a:spLocks noGrp="1"/>
          </p:cNvSpPr>
          <p:nvPr/>
        </p:nvSpPr>
        <p:spPr>
          <a:xfrm>
            <a:off x="2074016" y="3841637"/>
            <a:ext cx="28398" cy="28398"/>
          </a:xfrm>
          <a:prstGeom prst="ellipse">
            <a:avLst/>
          </a:prstGeom>
          <a:solidFill>
            <a:srgbClr val="7F8C97">
              <a:alpha val="48000"/>
            </a:srgbClr>
          </a:solidFill>
          <a:ln w="0">
            <a:noFill/>
            <a:prstDash val="solid"/>
          </a:ln>
        </p:spPr>
      </p:sp>
      <p:sp>
        <p:nvSpPr>
          <p:cNvPr id="621" name="01_find_only_620">
            <a:extLst>
              <a:ext uri="{FF2B5EF4-FFF2-40B4-BE49-F238E27FC236}">
                <a16:creationId xmlns:a16="http://schemas.microsoft.com/office/drawing/2014/main" id="{7F47F44C-CB8E-4998-801B-0C3D4564A3C5}"/>
              </a:ext>
            </a:extLst>
          </p:cNvPr>
          <p:cNvSpPr>
            <a:spLocks noGrp="1"/>
          </p:cNvSpPr>
          <p:nvPr/>
        </p:nvSpPr>
        <p:spPr>
          <a:xfrm>
            <a:off x="2058755" y="2855402"/>
            <a:ext cx="28398" cy="28398"/>
          </a:xfrm>
          <a:prstGeom prst="ellipse">
            <a:avLst/>
          </a:prstGeom>
          <a:solidFill>
            <a:srgbClr val="7F8C97">
              <a:alpha val="48000"/>
            </a:srgbClr>
          </a:solidFill>
          <a:ln w="0">
            <a:noFill/>
            <a:prstDash val="solid"/>
          </a:ln>
        </p:spPr>
      </p:sp>
      <p:sp>
        <p:nvSpPr>
          <p:cNvPr id="622" name="01_find_only_621">
            <a:extLst>
              <a:ext uri="{FF2B5EF4-FFF2-40B4-BE49-F238E27FC236}">
                <a16:creationId xmlns:a16="http://schemas.microsoft.com/office/drawing/2014/main" id="{85182346-57A2-429A-BA2D-4C2F503D84A2}"/>
              </a:ext>
            </a:extLst>
          </p:cNvPr>
          <p:cNvSpPr>
            <a:spLocks noGrp="1"/>
          </p:cNvSpPr>
          <p:nvPr/>
        </p:nvSpPr>
        <p:spPr>
          <a:xfrm>
            <a:off x="2032143" y="3616211"/>
            <a:ext cx="28398" cy="28398"/>
          </a:xfrm>
          <a:prstGeom prst="ellipse">
            <a:avLst/>
          </a:prstGeom>
          <a:solidFill>
            <a:srgbClr val="7F8C97">
              <a:alpha val="48000"/>
            </a:srgbClr>
          </a:solidFill>
          <a:ln w="0">
            <a:noFill/>
            <a:prstDash val="solid"/>
          </a:ln>
        </p:spPr>
      </p:sp>
      <p:sp>
        <p:nvSpPr>
          <p:cNvPr id="623" name="01_find_only_622">
            <a:extLst>
              <a:ext uri="{FF2B5EF4-FFF2-40B4-BE49-F238E27FC236}">
                <a16:creationId xmlns:a16="http://schemas.microsoft.com/office/drawing/2014/main" id="{F5230032-51D7-46D8-B1B1-6745B83F81E9}"/>
              </a:ext>
            </a:extLst>
          </p:cNvPr>
          <p:cNvSpPr>
            <a:spLocks noGrp="1"/>
          </p:cNvSpPr>
          <p:nvPr/>
        </p:nvSpPr>
        <p:spPr>
          <a:xfrm>
            <a:off x="2090707" y="2855402"/>
            <a:ext cx="28398" cy="28398"/>
          </a:xfrm>
          <a:prstGeom prst="ellipse">
            <a:avLst/>
          </a:prstGeom>
          <a:solidFill>
            <a:srgbClr val="7F8C97">
              <a:alpha val="48000"/>
            </a:srgbClr>
          </a:solidFill>
          <a:ln w="0">
            <a:noFill/>
            <a:prstDash val="solid"/>
          </a:ln>
        </p:spPr>
      </p:sp>
      <p:sp>
        <p:nvSpPr>
          <p:cNvPr id="624" name="01_find_only_623">
            <a:extLst>
              <a:ext uri="{FF2B5EF4-FFF2-40B4-BE49-F238E27FC236}">
                <a16:creationId xmlns:a16="http://schemas.microsoft.com/office/drawing/2014/main" id="{8AB58B69-4F6E-49CF-96C9-9108430FEE68}"/>
              </a:ext>
            </a:extLst>
          </p:cNvPr>
          <p:cNvSpPr>
            <a:spLocks noGrp="1"/>
          </p:cNvSpPr>
          <p:nvPr/>
        </p:nvSpPr>
        <p:spPr>
          <a:xfrm>
            <a:off x="2022033" y="3278074"/>
            <a:ext cx="28398" cy="28398"/>
          </a:xfrm>
          <a:prstGeom prst="ellipse">
            <a:avLst/>
          </a:prstGeom>
          <a:solidFill>
            <a:srgbClr val="7F8C97">
              <a:alpha val="48000"/>
            </a:srgbClr>
          </a:solidFill>
          <a:ln w="0">
            <a:noFill/>
            <a:prstDash val="solid"/>
          </a:ln>
        </p:spPr>
      </p:sp>
      <p:sp>
        <p:nvSpPr>
          <p:cNvPr id="625" name="01_find_only_624">
            <a:extLst>
              <a:ext uri="{FF2B5EF4-FFF2-40B4-BE49-F238E27FC236}">
                <a16:creationId xmlns:a16="http://schemas.microsoft.com/office/drawing/2014/main" id="{93FB3229-EFFA-4574-9848-D0EB9E47B104}"/>
              </a:ext>
            </a:extLst>
          </p:cNvPr>
          <p:cNvSpPr>
            <a:spLocks noGrp="1"/>
          </p:cNvSpPr>
          <p:nvPr/>
        </p:nvSpPr>
        <p:spPr>
          <a:xfrm>
            <a:off x="2021270" y="2855402"/>
            <a:ext cx="28398" cy="28398"/>
          </a:xfrm>
          <a:prstGeom prst="ellipse">
            <a:avLst/>
          </a:prstGeom>
          <a:solidFill>
            <a:srgbClr val="7F8C97">
              <a:alpha val="48000"/>
            </a:srgbClr>
          </a:solidFill>
          <a:ln w="0">
            <a:noFill/>
            <a:prstDash val="solid"/>
          </a:ln>
        </p:spPr>
      </p:sp>
      <p:sp>
        <p:nvSpPr>
          <p:cNvPr id="626" name="01_find_only_625">
            <a:extLst>
              <a:ext uri="{FF2B5EF4-FFF2-40B4-BE49-F238E27FC236}">
                <a16:creationId xmlns:a16="http://schemas.microsoft.com/office/drawing/2014/main" id="{79A5C756-BEC2-4D99-B8C5-77EB3E77AE76}"/>
              </a:ext>
            </a:extLst>
          </p:cNvPr>
          <p:cNvSpPr>
            <a:spLocks noGrp="1"/>
          </p:cNvSpPr>
          <p:nvPr/>
        </p:nvSpPr>
        <p:spPr>
          <a:xfrm>
            <a:off x="2025562" y="3489410"/>
            <a:ext cx="28398" cy="28398"/>
          </a:xfrm>
          <a:prstGeom prst="ellipse">
            <a:avLst/>
          </a:prstGeom>
          <a:solidFill>
            <a:srgbClr val="7F8C97">
              <a:alpha val="48000"/>
            </a:srgbClr>
          </a:solidFill>
          <a:ln w="0">
            <a:noFill/>
            <a:prstDash val="solid"/>
          </a:ln>
        </p:spPr>
      </p:sp>
      <p:sp>
        <p:nvSpPr>
          <p:cNvPr id="627" name="01_find_only_626">
            <a:extLst>
              <a:ext uri="{FF2B5EF4-FFF2-40B4-BE49-F238E27FC236}">
                <a16:creationId xmlns:a16="http://schemas.microsoft.com/office/drawing/2014/main" id="{F29CC810-1D0E-4949-8FA2-F89B08BF2BC1}"/>
              </a:ext>
            </a:extLst>
          </p:cNvPr>
          <p:cNvSpPr>
            <a:spLocks noGrp="1"/>
          </p:cNvSpPr>
          <p:nvPr/>
        </p:nvSpPr>
        <p:spPr>
          <a:xfrm>
            <a:off x="2092043" y="3700746"/>
            <a:ext cx="28398" cy="28398"/>
          </a:xfrm>
          <a:prstGeom prst="ellipse">
            <a:avLst/>
          </a:prstGeom>
          <a:solidFill>
            <a:srgbClr val="7F8C97">
              <a:alpha val="48000"/>
            </a:srgbClr>
          </a:solidFill>
          <a:ln w="0">
            <a:noFill/>
            <a:prstDash val="solid"/>
          </a:ln>
        </p:spPr>
      </p:sp>
      <p:sp>
        <p:nvSpPr>
          <p:cNvPr id="628" name="01_find_only_627">
            <a:extLst>
              <a:ext uri="{FF2B5EF4-FFF2-40B4-BE49-F238E27FC236}">
                <a16:creationId xmlns:a16="http://schemas.microsoft.com/office/drawing/2014/main" id="{37F6848C-867C-44D4-9994-8223C02E8231}"/>
              </a:ext>
            </a:extLst>
          </p:cNvPr>
          <p:cNvSpPr>
            <a:spLocks noGrp="1"/>
          </p:cNvSpPr>
          <p:nvPr/>
        </p:nvSpPr>
        <p:spPr>
          <a:xfrm>
            <a:off x="2081932" y="3635719"/>
            <a:ext cx="28398" cy="28398"/>
          </a:xfrm>
          <a:prstGeom prst="ellipse">
            <a:avLst/>
          </a:prstGeom>
          <a:solidFill>
            <a:srgbClr val="7F8C97">
              <a:alpha val="48000"/>
            </a:srgbClr>
          </a:solidFill>
          <a:ln w="0">
            <a:noFill/>
            <a:prstDash val="solid"/>
          </a:ln>
        </p:spPr>
      </p:sp>
      <p:sp>
        <p:nvSpPr>
          <p:cNvPr id="629" name="01_find_only_628">
            <a:extLst>
              <a:ext uri="{FF2B5EF4-FFF2-40B4-BE49-F238E27FC236}">
                <a16:creationId xmlns:a16="http://schemas.microsoft.com/office/drawing/2014/main" id="{44C80C4D-1FF2-4EC8-8A42-4626681D2B2D}"/>
              </a:ext>
            </a:extLst>
          </p:cNvPr>
          <p:cNvSpPr>
            <a:spLocks noGrp="1"/>
          </p:cNvSpPr>
          <p:nvPr/>
        </p:nvSpPr>
        <p:spPr>
          <a:xfrm>
            <a:off x="2086034" y="2855402"/>
            <a:ext cx="28398" cy="28398"/>
          </a:xfrm>
          <a:prstGeom prst="ellipse">
            <a:avLst/>
          </a:prstGeom>
          <a:solidFill>
            <a:srgbClr val="7F8C97">
              <a:alpha val="48000"/>
            </a:srgbClr>
          </a:solidFill>
          <a:ln w="0">
            <a:noFill/>
            <a:prstDash val="solid"/>
          </a:ln>
        </p:spPr>
      </p:sp>
      <p:sp>
        <p:nvSpPr>
          <p:cNvPr id="630" name="01_find_only_629">
            <a:extLst>
              <a:ext uri="{FF2B5EF4-FFF2-40B4-BE49-F238E27FC236}">
                <a16:creationId xmlns:a16="http://schemas.microsoft.com/office/drawing/2014/main" id="{8149CDE8-A8C1-4833-997E-DC0E668275B2}"/>
              </a:ext>
            </a:extLst>
          </p:cNvPr>
          <p:cNvSpPr>
            <a:spLocks noGrp="1"/>
          </p:cNvSpPr>
          <p:nvPr/>
        </p:nvSpPr>
        <p:spPr>
          <a:xfrm>
            <a:off x="2074206" y="2855402"/>
            <a:ext cx="28398" cy="28398"/>
          </a:xfrm>
          <a:prstGeom prst="ellipse">
            <a:avLst/>
          </a:prstGeom>
          <a:solidFill>
            <a:srgbClr val="7F8C97">
              <a:alpha val="48000"/>
            </a:srgbClr>
          </a:solidFill>
          <a:ln w="0">
            <a:noFill/>
            <a:prstDash val="solid"/>
          </a:ln>
        </p:spPr>
      </p:sp>
      <p:sp>
        <p:nvSpPr>
          <p:cNvPr id="631" name="01_find_only_630">
            <a:extLst>
              <a:ext uri="{FF2B5EF4-FFF2-40B4-BE49-F238E27FC236}">
                <a16:creationId xmlns:a16="http://schemas.microsoft.com/office/drawing/2014/main" id="{1AC9FD92-DBAB-45EE-8849-C3CE1BC42D5F}"/>
              </a:ext>
            </a:extLst>
          </p:cNvPr>
          <p:cNvSpPr>
            <a:spLocks noGrp="1"/>
          </p:cNvSpPr>
          <p:nvPr/>
        </p:nvSpPr>
        <p:spPr>
          <a:xfrm>
            <a:off x="2081551" y="4123418"/>
            <a:ext cx="28398" cy="28398"/>
          </a:xfrm>
          <a:prstGeom prst="ellipse">
            <a:avLst/>
          </a:prstGeom>
          <a:solidFill>
            <a:srgbClr val="7F8C97">
              <a:alpha val="48000"/>
            </a:srgbClr>
          </a:solidFill>
          <a:ln w="0">
            <a:noFill/>
            <a:prstDash val="solid"/>
          </a:ln>
        </p:spPr>
      </p:sp>
      <p:sp>
        <p:nvSpPr>
          <p:cNvPr id="632" name="01_find_only_631">
            <a:extLst>
              <a:ext uri="{FF2B5EF4-FFF2-40B4-BE49-F238E27FC236}">
                <a16:creationId xmlns:a16="http://schemas.microsoft.com/office/drawing/2014/main" id="{A1F4B928-9719-4449-BF88-A8057278CFA3}"/>
              </a:ext>
            </a:extLst>
          </p:cNvPr>
          <p:cNvSpPr>
            <a:spLocks noGrp="1"/>
          </p:cNvSpPr>
          <p:nvPr/>
        </p:nvSpPr>
        <p:spPr>
          <a:xfrm>
            <a:off x="2089754" y="4123418"/>
            <a:ext cx="28398" cy="28398"/>
          </a:xfrm>
          <a:prstGeom prst="ellipse">
            <a:avLst/>
          </a:prstGeom>
          <a:solidFill>
            <a:srgbClr val="7F8C97">
              <a:alpha val="48000"/>
            </a:srgbClr>
          </a:solidFill>
          <a:ln w="0">
            <a:noFill/>
            <a:prstDash val="solid"/>
          </a:ln>
        </p:spPr>
      </p:sp>
      <p:sp>
        <p:nvSpPr>
          <p:cNvPr id="633" name="01_find_only_632">
            <a:extLst>
              <a:ext uri="{FF2B5EF4-FFF2-40B4-BE49-F238E27FC236}">
                <a16:creationId xmlns:a16="http://schemas.microsoft.com/office/drawing/2014/main" id="{528662C7-92F6-48A5-85CD-EE8760CBDCEA}"/>
              </a:ext>
            </a:extLst>
          </p:cNvPr>
          <p:cNvSpPr>
            <a:spLocks noGrp="1"/>
          </p:cNvSpPr>
          <p:nvPr/>
        </p:nvSpPr>
        <p:spPr>
          <a:xfrm>
            <a:off x="2019744" y="4123418"/>
            <a:ext cx="28398" cy="28398"/>
          </a:xfrm>
          <a:prstGeom prst="ellipse">
            <a:avLst/>
          </a:prstGeom>
          <a:solidFill>
            <a:srgbClr val="7F8C97">
              <a:alpha val="48000"/>
            </a:srgbClr>
          </a:solidFill>
          <a:ln w="0">
            <a:noFill/>
            <a:prstDash val="solid"/>
          </a:ln>
        </p:spPr>
      </p:sp>
      <p:sp>
        <p:nvSpPr>
          <p:cNvPr id="634" name="01_find_only_633">
            <a:extLst>
              <a:ext uri="{FF2B5EF4-FFF2-40B4-BE49-F238E27FC236}">
                <a16:creationId xmlns:a16="http://schemas.microsoft.com/office/drawing/2014/main" id="{81C7EB4C-A69D-4024-BDE5-BE324DB0C99B}"/>
              </a:ext>
            </a:extLst>
          </p:cNvPr>
          <p:cNvSpPr>
            <a:spLocks noGrp="1"/>
          </p:cNvSpPr>
          <p:nvPr/>
        </p:nvSpPr>
        <p:spPr>
          <a:xfrm>
            <a:off x="2027279" y="2855402"/>
            <a:ext cx="28398" cy="28398"/>
          </a:xfrm>
          <a:prstGeom prst="ellipse">
            <a:avLst/>
          </a:prstGeom>
          <a:solidFill>
            <a:srgbClr val="7F8C97">
              <a:alpha val="48000"/>
            </a:srgbClr>
          </a:solidFill>
          <a:ln w="0">
            <a:noFill/>
            <a:prstDash val="solid"/>
          </a:ln>
        </p:spPr>
      </p:sp>
      <p:sp>
        <p:nvSpPr>
          <p:cNvPr id="635" name="01_find_only_634">
            <a:extLst>
              <a:ext uri="{FF2B5EF4-FFF2-40B4-BE49-F238E27FC236}">
                <a16:creationId xmlns:a16="http://schemas.microsoft.com/office/drawing/2014/main" id="{EC135D46-B16B-4E71-BB3F-D1834ED3E12F}"/>
              </a:ext>
            </a:extLst>
          </p:cNvPr>
          <p:cNvSpPr>
            <a:spLocks noGrp="1"/>
          </p:cNvSpPr>
          <p:nvPr/>
        </p:nvSpPr>
        <p:spPr>
          <a:xfrm>
            <a:off x="2072585" y="3489410"/>
            <a:ext cx="28398" cy="28398"/>
          </a:xfrm>
          <a:prstGeom prst="ellipse">
            <a:avLst/>
          </a:prstGeom>
          <a:solidFill>
            <a:srgbClr val="7F8C97">
              <a:alpha val="48000"/>
            </a:srgbClr>
          </a:solidFill>
          <a:ln w="0">
            <a:noFill/>
            <a:prstDash val="solid"/>
          </a:ln>
        </p:spPr>
      </p:sp>
      <p:sp>
        <p:nvSpPr>
          <p:cNvPr id="636" name="01_find_only_635">
            <a:extLst>
              <a:ext uri="{FF2B5EF4-FFF2-40B4-BE49-F238E27FC236}">
                <a16:creationId xmlns:a16="http://schemas.microsoft.com/office/drawing/2014/main" id="{80F3EA81-37C3-449B-8AFD-08ABAC830C97}"/>
              </a:ext>
            </a:extLst>
          </p:cNvPr>
          <p:cNvSpPr>
            <a:spLocks noGrp="1"/>
          </p:cNvSpPr>
          <p:nvPr/>
        </p:nvSpPr>
        <p:spPr>
          <a:xfrm>
            <a:off x="2024608" y="2855402"/>
            <a:ext cx="28398" cy="28398"/>
          </a:xfrm>
          <a:prstGeom prst="ellipse">
            <a:avLst/>
          </a:prstGeom>
          <a:solidFill>
            <a:srgbClr val="7F8C97">
              <a:alpha val="48000"/>
            </a:srgbClr>
          </a:solidFill>
          <a:ln w="0">
            <a:noFill/>
            <a:prstDash val="solid"/>
          </a:ln>
        </p:spPr>
      </p:sp>
      <p:sp>
        <p:nvSpPr>
          <p:cNvPr id="637" name="01_find_only_636">
            <a:extLst>
              <a:ext uri="{FF2B5EF4-FFF2-40B4-BE49-F238E27FC236}">
                <a16:creationId xmlns:a16="http://schemas.microsoft.com/office/drawing/2014/main" id="{B3F31C65-12BD-4334-8B79-38948C7C5B4A}"/>
              </a:ext>
            </a:extLst>
          </p:cNvPr>
          <p:cNvSpPr>
            <a:spLocks noGrp="1"/>
          </p:cNvSpPr>
          <p:nvPr/>
        </p:nvSpPr>
        <p:spPr>
          <a:xfrm>
            <a:off x="2033860" y="3131057"/>
            <a:ext cx="28398" cy="28398"/>
          </a:xfrm>
          <a:prstGeom prst="ellipse">
            <a:avLst/>
          </a:prstGeom>
          <a:solidFill>
            <a:srgbClr val="7F8C97">
              <a:alpha val="48000"/>
            </a:srgbClr>
          </a:solidFill>
          <a:ln w="0">
            <a:noFill/>
            <a:prstDash val="solid"/>
          </a:ln>
        </p:spPr>
      </p:sp>
      <p:sp>
        <p:nvSpPr>
          <p:cNvPr id="638" name="01_find_only_637">
            <a:extLst>
              <a:ext uri="{FF2B5EF4-FFF2-40B4-BE49-F238E27FC236}">
                <a16:creationId xmlns:a16="http://schemas.microsoft.com/office/drawing/2014/main" id="{D5C8B91B-4A0C-4977-882C-99B761539860}"/>
              </a:ext>
            </a:extLst>
          </p:cNvPr>
          <p:cNvSpPr>
            <a:spLocks noGrp="1"/>
          </p:cNvSpPr>
          <p:nvPr/>
        </p:nvSpPr>
        <p:spPr>
          <a:xfrm>
            <a:off x="2018217" y="2855402"/>
            <a:ext cx="28398" cy="28398"/>
          </a:xfrm>
          <a:prstGeom prst="ellipse">
            <a:avLst/>
          </a:prstGeom>
          <a:solidFill>
            <a:srgbClr val="7F8C97">
              <a:alpha val="48000"/>
            </a:srgbClr>
          </a:solidFill>
          <a:ln w="0">
            <a:noFill/>
            <a:prstDash val="solid"/>
          </a:ln>
        </p:spPr>
      </p:sp>
      <p:sp>
        <p:nvSpPr>
          <p:cNvPr id="639" name="01_find_only_638">
            <a:extLst>
              <a:ext uri="{FF2B5EF4-FFF2-40B4-BE49-F238E27FC236}">
                <a16:creationId xmlns:a16="http://schemas.microsoft.com/office/drawing/2014/main" id="{56426A7D-3D64-46FB-8B83-1BFB43D346A3}"/>
              </a:ext>
            </a:extLst>
          </p:cNvPr>
          <p:cNvSpPr>
            <a:spLocks noGrp="1"/>
          </p:cNvSpPr>
          <p:nvPr/>
        </p:nvSpPr>
        <p:spPr>
          <a:xfrm>
            <a:off x="2028328" y="3489410"/>
            <a:ext cx="28398" cy="28398"/>
          </a:xfrm>
          <a:prstGeom prst="ellipse">
            <a:avLst/>
          </a:prstGeom>
          <a:solidFill>
            <a:srgbClr val="7F8C97">
              <a:alpha val="48000"/>
            </a:srgbClr>
          </a:solidFill>
          <a:ln w="0">
            <a:noFill/>
            <a:prstDash val="solid"/>
          </a:ln>
        </p:spPr>
      </p:sp>
      <p:sp>
        <p:nvSpPr>
          <p:cNvPr id="640" name="01_find_only_639">
            <a:extLst>
              <a:ext uri="{FF2B5EF4-FFF2-40B4-BE49-F238E27FC236}">
                <a16:creationId xmlns:a16="http://schemas.microsoft.com/office/drawing/2014/main" id="{A18E76D3-7686-479D-9394-89C3A4FB46D2}"/>
              </a:ext>
            </a:extLst>
          </p:cNvPr>
          <p:cNvSpPr>
            <a:spLocks noGrp="1"/>
          </p:cNvSpPr>
          <p:nvPr/>
        </p:nvSpPr>
        <p:spPr>
          <a:xfrm>
            <a:off x="2032048" y="3761128"/>
            <a:ext cx="28398" cy="28398"/>
          </a:xfrm>
          <a:prstGeom prst="ellipse">
            <a:avLst/>
          </a:prstGeom>
          <a:solidFill>
            <a:srgbClr val="7F8C97">
              <a:alpha val="48000"/>
            </a:srgbClr>
          </a:solidFill>
          <a:ln w="0">
            <a:noFill/>
            <a:prstDash val="solid"/>
          </a:ln>
        </p:spPr>
      </p:sp>
      <p:sp>
        <p:nvSpPr>
          <p:cNvPr id="641" name="01_find_only_640">
            <a:extLst>
              <a:ext uri="{FF2B5EF4-FFF2-40B4-BE49-F238E27FC236}">
                <a16:creationId xmlns:a16="http://schemas.microsoft.com/office/drawing/2014/main" id="{031BA341-216F-4774-AAEA-59DA6E9EECF0}"/>
              </a:ext>
            </a:extLst>
          </p:cNvPr>
          <p:cNvSpPr>
            <a:spLocks noGrp="1"/>
          </p:cNvSpPr>
          <p:nvPr/>
        </p:nvSpPr>
        <p:spPr>
          <a:xfrm>
            <a:off x="2091280" y="3700746"/>
            <a:ext cx="28398" cy="28398"/>
          </a:xfrm>
          <a:prstGeom prst="ellipse">
            <a:avLst/>
          </a:prstGeom>
          <a:solidFill>
            <a:srgbClr val="7F8C97">
              <a:alpha val="48000"/>
            </a:srgbClr>
          </a:solidFill>
          <a:ln w="0">
            <a:noFill/>
            <a:prstDash val="solid"/>
          </a:ln>
        </p:spPr>
      </p:sp>
      <p:sp>
        <p:nvSpPr>
          <p:cNvPr id="642" name="01_find_only_641">
            <a:extLst>
              <a:ext uri="{FF2B5EF4-FFF2-40B4-BE49-F238E27FC236}">
                <a16:creationId xmlns:a16="http://schemas.microsoft.com/office/drawing/2014/main" id="{B5AD8ABC-C989-475A-B0A9-69526D9026E6}"/>
              </a:ext>
            </a:extLst>
          </p:cNvPr>
          <p:cNvSpPr>
            <a:spLocks noGrp="1"/>
          </p:cNvSpPr>
          <p:nvPr/>
        </p:nvSpPr>
        <p:spPr>
          <a:xfrm>
            <a:off x="2050838" y="2855402"/>
            <a:ext cx="28398" cy="28398"/>
          </a:xfrm>
          <a:prstGeom prst="ellipse">
            <a:avLst/>
          </a:prstGeom>
          <a:solidFill>
            <a:srgbClr val="7F8C97">
              <a:alpha val="48000"/>
            </a:srgbClr>
          </a:solidFill>
          <a:ln w="0">
            <a:noFill/>
            <a:prstDash val="solid"/>
          </a:ln>
        </p:spPr>
      </p:sp>
      <p:sp>
        <p:nvSpPr>
          <p:cNvPr id="643" name="01_find_only_642">
            <a:extLst>
              <a:ext uri="{FF2B5EF4-FFF2-40B4-BE49-F238E27FC236}">
                <a16:creationId xmlns:a16="http://schemas.microsoft.com/office/drawing/2014/main" id="{6AF2F2A3-1835-4889-8513-09C3A729AC0C}"/>
              </a:ext>
            </a:extLst>
          </p:cNvPr>
          <p:cNvSpPr>
            <a:spLocks noGrp="1"/>
          </p:cNvSpPr>
          <p:nvPr/>
        </p:nvSpPr>
        <p:spPr>
          <a:xfrm>
            <a:off x="2019744" y="3172406"/>
            <a:ext cx="28398" cy="28398"/>
          </a:xfrm>
          <a:prstGeom prst="ellipse">
            <a:avLst/>
          </a:prstGeom>
          <a:solidFill>
            <a:srgbClr val="7F8C97">
              <a:alpha val="48000"/>
            </a:srgbClr>
          </a:solidFill>
          <a:ln w="0">
            <a:noFill/>
            <a:prstDash val="solid"/>
          </a:ln>
        </p:spPr>
      </p:sp>
      <p:sp>
        <p:nvSpPr>
          <p:cNvPr id="644" name="01_find_only_643">
            <a:extLst>
              <a:ext uri="{FF2B5EF4-FFF2-40B4-BE49-F238E27FC236}">
                <a16:creationId xmlns:a16="http://schemas.microsoft.com/office/drawing/2014/main" id="{6D9909BE-D2D5-44DB-AB60-DFDAD0B5AAF9}"/>
              </a:ext>
            </a:extLst>
          </p:cNvPr>
          <p:cNvSpPr>
            <a:spLocks noGrp="1"/>
          </p:cNvSpPr>
          <p:nvPr/>
        </p:nvSpPr>
        <p:spPr>
          <a:xfrm>
            <a:off x="2033574" y="3172406"/>
            <a:ext cx="28398" cy="28398"/>
          </a:xfrm>
          <a:prstGeom prst="ellipse">
            <a:avLst/>
          </a:prstGeom>
          <a:solidFill>
            <a:srgbClr val="7F8C97">
              <a:alpha val="48000"/>
            </a:srgbClr>
          </a:solidFill>
          <a:ln w="0">
            <a:noFill/>
            <a:prstDash val="solid"/>
          </a:ln>
        </p:spPr>
      </p:sp>
      <p:sp>
        <p:nvSpPr>
          <p:cNvPr id="645" name="01_find_only_644">
            <a:extLst>
              <a:ext uri="{FF2B5EF4-FFF2-40B4-BE49-F238E27FC236}">
                <a16:creationId xmlns:a16="http://schemas.microsoft.com/office/drawing/2014/main" id="{9E65615D-BEFE-4037-9FBF-63B6A05ECA7C}"/>
              </a:ext>
            </a:extLst>
          </p:cNvPr>
          <p:cNvSpPr>
            <a:spLocks noGrp="1"/>
          </p:cNvSpPr>
          <p:nvPr/>
        </p:nvSpPr>
        <p:spPr>
          <a:xfrm>
            <a:off x="2086320" y="3362608"/>
            <a:ext cx="28398" cy="28398"/>
          </a:xfrm>
          <a:prstGeom prst="ellipse">
            <a:avLst/>
          </a:prstGeom>
          <a:solidFill>
            <a:srgbClr val="7F8C97">
              <a:alpha val="48000"/>
            </a:srgbClr>
          </a:solidFill>
          <a:ln w="0">
            <a:noFill/>
            <a:prstDash val="solid"/>
          </a:ln>
        </p:spPr>
      </p:sp>
      <p:sp>
        <p:nvSpPr>
          <p:cNvPr id="646" name="01_find_only_645">
            <a:extLst>
              <a:ext uri="{FF2B5EF4-FFF2-40B4-BE49-F238E27FC236}">
                <a16:creationId xmlns:a16="http://schemas.microsoft.com/office/drawing/2014/main" id="{0D2294EB-DE60-4390-AFF5-1347CF03AB16}"/>
              </a:ext>
            </a:extLst>
          </p:cNvPr>
          <p:cNvSpPr>
            <a:spLocks noGrp="1"/>
          </p:cNvSpPr>
          <p:nvPr/>
        </p:nvSpPr>
        <p:spPr>
          <a:xfrm>
            <a:off x="2068293" y="3066738"/>
            <a:ext cx="28398" cy="28398"/>
          </a:xfrm>
          <a:prstGeom prst="ellipse">
            <a:avLst/>
          </a:prstGeom>
          <a:solidFill>
            <a:srgbClr val="7F8C97">
              <a:alpha val="48000"/>
            </a:srgbClr>
          </a:solidFill>
          <a:ln w="0">
            <a:noFill/>
            <a:prstDash val="solid"/>
          </a:ln>
        </p:spPr>
      </p:sp>
      <p:sp>
        <p:nvSpPr>
          <p:cNvPr id="647" name="01_find_only_646">
            <a:extLst>
              <a:ext uri="{FF2B5EF4-FFF2-40B4-BE49-F238E27FC236}">
                <a16:creationId xmlns:a16="http://schemas.microsoft.com/office/drawing/2014/main" id="{F89D4C80-A418-4191-88B9-B06A2CDE813F}"/>
              </a:ext>
            </a:extLst>
          </p:cNvPr>
          <p:cNvSpPr>
            <a:spLocks noGrp="1"/>
          </p:cNvSpPr>
          <p:nvPr/>
        </p:nvSpPr>
        <p:spPr>
          <a:xfrm>
            <a:off x="2085938" y="3559855"/>
            <a:ext cx="28398" cy="28398"/>
          </a:xfrm>
          <a:prstGeom prst="ellipse">
            <a:avLst/>
          </a:prstGeom>
          <a:solidFill>
            <a:srgbClr val="7F8C97">
              <a:alpha val="48000"/>
            </a:srgbClr>
          </a:solidFill>
          <a:ln w="0">
            <a:noFill/>
            <a:prstDash val="solid"/>
          </a:ln>
        </p:spPr>
      </p:sp>
      <p:sp>
        <p:nvSpPr>
          <p:cNvPr id="648" name="01_find_only_647">
            <a:extLst>
              <a:ext uri="{FF2B5EF4-FFF2-40B4-BE49-F238E27FC236}">
                <a16:creationId xmlns:a16="http://schemas.microsoft.com/office/drawing/2014/main" id="{224F5583-9829-46BA-A8AD-B483F3DDD3AC}"/>
              </a:ext>
            </a:extLst>
          </p:cNvPr>
          <p:cNvSpPr>
            <a:spLocks noGrp="1"/>
          </p:cNvSpPr>
          <p:nvPr/>
        </p:nvSpPr>
        <p:spPr>
          <a:xfrm>
            <a:off x="2025562" y="3148021"/>
            <a:ext cx="28398" cy="28398"/>
          </a:xfrm>
          <a:prstGeom prst="ellipse">
            <a:avLst/>
          </a:prstGeom>
          <a:solidFill>
            <a:srgbClr val="7F8C97">
              <a:alpha val="48000"/>
            </a:srgbClr>
          </a:solidFill>
          <a:ln w="0">
            <a:noFill/>
            <a:prstDash val="solid"/>
          </a:ln>
        </p:spPr>
      </p:sp>
      <p:sp>
        <p:nvSpPr>
          <p:cNvPr id="649" name="01_find_only_648">
            <a:extLst>
              <a:ext uri="{FF2B5EF4-FFF2-40B4-BE49-F238E27FC236}">
                <a16:creationId xmlns:a16="http://schemas.microsoft.com/office/drawing/2014/main" id="{C7369C32-21D0-4951-A009-243A1A52D375}"/>
              </a:ext>
            </a:extLst>
          </p:cNvPr>
          <p:cNvSpPr>
            <a:spLocks noGrp="1"/>
          </p:cNvSpPr>
          <p:nvPr/>
        </p:nvSpPr>
        <p:spPr>
          <a:xfrm>
            <a:off x="2043494" y="3161475"/>
            <a:ext cx="28398" cy="28398"/>
          </a:xfrm>
          <a:prstGeom prst="ellipse">
            <a:avLst/>
          </a:prstGeom>
          <a:solidFill>
            <a:srgbClr val="7F8C97">
              <a:alpha val="48000"/>
            </a:srgbClr>
          </a:solidFill>
          <a:ln w="0">
            <a:noFill/>
            <a:prstDash val="solid"/>
          </a:ln>
        </p:spPr>
      </p:sp>
      <p:sp>
        <p:nvSpPr>
          <p:cNvPr id="650" name="01_find_only_649">
            <a:extLst>
              <a:ext uri="{FF2B5EF4-FFF2-40B4-BE49-F238E27FC236}">
                <a16:creationId xmlns:a16="http://schemas.microsoft.com/office/drawing/2014/main" id="{EE5C4805-D17D-480A-9FBA-B5F2C83A141B}"/>
              </a:ext>
            </a:extLst>
          </p:cNvPr>
          <p:cNvSpPr>
            <a:spLocks noGrp="1"/>
          </p:cNvSpPr>
          <p:nvPr/>
        </p:nvSpPr>
        <p:spPr>
          <a:xfrm>
            <a:off x="2086606" y="3853185"/>
            <a:ext cx="28398" cy="28398"/>
          </a:xfrm>
          <a:prstGeom prst="ellipse">
            <a:avLst/>
          </a:prstGeom>
          <a:solidFill>
            <a:srgbClr val="7F8C97">
              <a:alpha val="48000"/>
            </a:srgbClr>
          </a:solidFill>
          <a:ln w="0">
            <a:noFill/>
            <a:prstDash val="solid"/>
          </a:ln>
        </p:spPr>
      </p:sp>
      <p:sp>
        <p:nvSpPr>
          <p:cNvPr id="651" name="01_find_only_650">
            <a:extLst>
              <a:ext uri="{FF2B5EF4-FFF2-40B4-BE49-F238E27FC236}">
                <a16:creationId xmlns:a16="http://schemas.microsoft.com/office/drawing/2014/main" id="{6014070D-D68C-4E42-85DA-FF2A49F747B8}"/>
              </a:ext>
            </a:extLst>
          </p:cNvPr>
          <p:cNvSpPr>
            <a:spLocks noGrp="1"/>
          </p:cNvSpPr>
          <p:nvPr/>
        </p:nvSpPr>
        <p:spPr>
          <a:xfrm>
            <a:off x="2086701" y="3489410"/>
            <a:ext cx="28398" cy="28398"/>
          </a:xfrm>
          <a:prstGeom prst="ellipse">
            <a:avLst/>
          </a:prstGeom>
          <a:solidFill>
            <a:srgbClr val="7F8C97">
              <a:alpha val="48000"/>
            </a:srgbClr>
          </a:solidFill>
          <a:ln w="0">
            <a:noFill/>
            <a:prstDash val="solid"/>
          </a:ln>
        </p:spPr>
      </p:sp>
      <p:sp>
        <p:nvSpPr>
          <p:cNvPr id="652" name="01_find_only_651">
            <a:extLst>
              <a:ext uri="{FF2B5EF4-FFF2-40B4-BE49-F238E27FC236}">
                <a16:creationId xmlns:a16="http://schemas.microsoft.com/office/drawing/2014/main" id="{F5870615-29DD-4C12-9662-D2763590D974}"/>
              </a:ext>
            </a:extLst>
          </p:cNvPr>
          <p:cNvSpPr>
            <a:spLocks noGrp="1"/>
          </p:cNvSpPr>
          <p:nvPr/>
        </p:nvSpPr>
        <p:spPr>
          <a:xfrm>
            <a:off x="2080788" y="2855402"/>
            <a:ext cx="28398" cy="28398"/>
          </a:xfrm>
          <a:prstGeom prst="ellipse">
            <a:avLst/>
          </a:prstGeom>
          <a:solidFill>
            <a:srgbClr val="7F8C97">
              <a:alpha val="48000"/>
            </a:srgbClr>
          </a:solidFill>
          <a:ln w="0">
            <a:noFill/>
            <a:prstDash val="solid"/>
          </a:ln>
        </p:spPr>
      </p:sp>
      <p:sp>
        <p:nvSpPr>
          <p:cNvPr id="653" name="01_find_only_652">
            <a:extLst>
              <a:ext uri="{FF2B5EF4-FFF2-40B4-BE49-F238E27FC236}">
                <a16:creationId xmlns:a16="http://schemas.microsoft.com/office/drawing/2014/main" id="{828832DE-FF81-4DBC-A5B5-0A020E69A2BE}"/>
              </a:ext>
            </a:extLst>
          </p:cNvPr>
          <p:cNvSpPr>
            <a:spLocks noGrp="1"/>
          </p:cNvSpPr>
          <p:nvPr/>
        </p:nvSpPr>
        <p:spPr>
          <a:xfrm>
            <a:off x="2089181" y="3489410"/>
            <a:ext cx="28398" cy="28398"/>
          </a:xfrm>
          <a:prstGeom prst="ellipse">
            <a:avLst/>
          </a:prstGeom>
          <a:solidFill>
            <a:srgbClr val="7F8C97">
              <a:alpha val="48000"/>
            </a:srgbClr>
          </a:solidFill>
          <a:ln w="0">
            <a:noFill/>
            <a:prstDash val="solid"/>
          </a:ln>
        </p:spPr>
      </p:sp>
      <p:sp>
        <p:nvSpPr>
          <p:cNvPr id="654" name="01_find_only_653">
            <a:extLst>
              <a:ext uri="{FF2B5EF4-FFF2-40B4-BE49-F238E27FC236}">
                <a16:creationId xmlns:a16="http://schemas.microsoft.com/office/drawing/2014/main" id="{585095B0-0348-483E-9C63-87FC3FD1B859}"/>
              </a:ext>
            </a:extLst>
          </p:cNvPr>
          <p:cNvSpPr>
            <a:spLocks noGrp="1"/>
          </p:cNvSpPr>
          <p:nvPr/>
        </p:nvSpPr>
        <p:spPr>
          <a:xfrm>
            <a:off x="2034337" y="3616211"/>
            <a:ext cx="28398" cy="28398"/>
          </a:xfrm>
          <a:prstGeom prst="ellipse">
            <a:avLst/>
          </a:prstGeom>
          <a:solidFill>
            <a:srgbClr val="7F8C97">
              <a:alpha val="48000"/>
            </a:srgbClr>
          </a:solidFill>
          <a:ln w="0">
            <a:noFill/>
            <a:prstDash val="solid"/>
          </a:ln>
        </p:spPr>
      </p:sp>
      <p:sp>
        <p:nvSpPr>
          <p:cNvPr id="655" name="01_find_only_654">
            <a:extLst>
              <a:ext uri="{FF2B5EF4-FFF2-40B4-BE49-F238E27FC236}">
                <a16:creationId xmlns:a16="http://schemas.microsoft.com/office/drawing/2014/main" id="{D3316D22-625A-4E7D-AC3A-E322A1603103}"/>
              </a:ext>
            </a:extLst>
          </p:cNvPr>
          <p:cNvSpPr>
            <a:spLocks noGrp="1"/>
          </p:cNvSpPr>
          <p:nvPr/>
        </p:nvSpPr>
        <p:spPr>
          <a:xfrm>
            <a:off x="2019934" y="3489410"/>
            <a:ext cx="28398" cy="28398"/>
          </a:xfrm>
          <a:prstGeom prst="ellipse">
            <a:avLst/>
          </a:prstGeom>
          <a:solidFill>
            <a:srgbClr val="7F8C97">
              <a:alpha val="48000"/>
            </a:srgbClr>
          </a:solidFill>
          <a:ln w="0">
            <a:noFill/>
            <a:prstDash val="solid"/>
          </a:ln>
        </p:spPr>
      </p:sp>
      <p:sp>
        <p:nvSpPr>
          <p:cNvPr id="656" name="01_find_only_655">
            <a:extLst>
              <a:ext uri="{FF2B5EF4-FFF2-40B4-BE49-F238E27FC236}">
                <a16:creationId xmlns:a16="http://schemas.microsoft.com/office/drawing/2014/main" id="{36103783-011E-450B-9642-3E54982CDF74}"/>
              </a:ext>
            </a:extLst>
          </p:cNvPr>
          <p:cNvSpPr>
            <a:spLocks noGrp="1"/>
          </p:cNvSpPr>
          <p:nvPr/>
        </p:nvSpPr>
        <p:spPr>
          <a:xfrm>
            <a:off x="2075446" y="2855402"/>
            <a:ext cx="28398" cy="28398"/>
          </a:xfrm>
          <a:prstGeom prst="ellipse">
            <a:avLst/>
          </a:prstGeom>
          <a:solidFill>
            <a:srgbClr val="7F8C97">
              <a:alpha val="48000"/>
            </a:srgbClr>
          </a:solidFill>
          <a:ln w="0">
            <a:noFill/>
            <a:prstDash val="solid"/>
          </a:ln>
        </p:spPr>
      </p:sp>
      <p:sp>
        <p:nvSpPr>
          <p:cNvPr id="657" name="01_find_only_656">
            <a:extLst>
              <a:ext uri="{FF2B5EF4-FFF2-40B4-BE49-F238E27FC236}">
                <a16:creationId xmlns:a16="http://schemas.microsoft.com/office/drawing/2014/main" id="{0A9757BB-0C0D-47EA-A897-8D242536E298}"/>
              </a:ext>
            </a:extLst>
          </p:cNvPr>
          <p:cNvSpPr>
            <a:spLocks noGrp="1"/>
          </p:cNvSpPr>
          <p:nvPr/>
        </p:nvSpPr>
        <p:spPr>
          <a:xfrm>
            <a:off x="2015451" y="2855402"/>
            <a:ext cx="28398" cy="28398"/>
          </a:xfrm>
          <a:prstGeom prst="ellipse">
            <a:avLst/>
          </a:prstGeom>
          <a:solidFill>
            <a:srgbClr val="7F8C97">
              <a:alpha val="48000"/>
            </a:srgbClr>
          </a:solidFill>
          <a:ln w="0">
            <a:noFill/>
            <a:prstDash val="solid"/>
          </a:ln>
        </p:spPr>
      </p:sp>
      <p:sp>
        <p:nvSpPr>
          <p:cNvPr id="658" name="01_find_only_657">
            <a:extLst>
              <a:ext uri="{FF2B5EF4-FFF2-40B4-BE49-F238E27FC236}">
                <a16:creationId xmlns:a16="http://schemas.microsoft.com/office/drawing/2014/main" id="{F2907E2C-46BF-41A7-A957-4C8A7721231F}"/>
              </a:ext>
            </a:extLst>
          </p:cNvPr>
          <p:cNvSpPr>
            <a:spLocks noGrp="1"/>
          </p:cNvSpPr>
          <p:nvPr/>
        </p:nvSpPr>
        <p:spPr>
          <a:xfrm>
            <a:off x="2021460" y="4123418"/>
            <a:ext cx="28398" cy="28398"/>
          </a:xfrm>
          <a:prstGeom prst="ellipse">
            <a:avLst/>
          </a:prstGeom>
          <a:solidFill>
            <a:srgbClr val="7F8C97">
              <a:alpha val="48000"/>
            </a:srgbClr>
          </a:solidFill>
          <a:ln w="0">
            <a:noFill/>
            <a:prstDash val="solid"/>
          </a:ln>
        </p:spPr>
      </p:sp>
      <p:sp>
        <p:nvSpPr>
          <p:cNvPr id="659" name="01_find_only_658">
            <a:extLst>
              <a:ext uri="{FF2B5EF4-FFF2-40B4-BE49-F238E27FC236}">
                <a16:creationId xmlns:a16="http://schemas.microsoft.com/office/drawing/2014/main" id="{D0D743B9-2E57-4852-9042-7941C018B11F}"/>
              </a:ext>
            </a:extLst>
          </p:cNvPr>
          <p:cNvSpPr>
            <a:spLocks noGrp="1"/>
          </p:cNvSpPr>
          <p:nvPr/>
        </p:nvSpPr>
        <p:spPr>
          <a:xfrm>
            <a:off x="2077831" y="3330908"/>
            <a:ext cx="28398" cy="28398"/>
          </a:xfrm>
          <a:prstGeom prst="ellipse">
            <a:avLst/>
          </a:prstGeom>
          <a:solidFill>
            <a:srgbClr val="7F8C97">
              <a:alpha val="48000"/>
            </a:srgbClr>
          </a:solidFill>
          <a:ln w="0">
            <a:noFill/>
            <a:prstDash val="solid"/>
          </a:ln>
        </p:spPr>
      </p:sp>
      <p:sp>
        <p:nvSpPr>
          <p:cNvPr id="660" name="01_find_only_659">
            <a:extLst>
              <a:ext uri="{FF2B5EF4-FFF2-40B4-BE49-F238E27FC236}">
                <a16:creationId xmlns:a16="http://schemas.microsoft.com/office/drawing/2014/main" id="{36E2C5C0-5CDA-4DA9-8859-0905BD81B886}"/>
              </a:ext>
            </a:extLst>
          </p:cNvPr>
          <p:cNvSpPr>
            <a:spLocks noGrp="1"/>
          </p:cNvSpPr>
          <p:nvPr/>
        </p:nvSpPr>
        <p:spPr>
          <a:xfrm>
            <a:off x="2016310" y="2855402"/>
            <a:ext cx="28398" cy="28398"/>
          </a:xfrm>
          <a:prstGeom prst="ellipse">
            <a:avLst/>
          </a:prstGeom>
          <a:solidFill>
            <a:srgbClr val="7F8C97">
              <a:alpha val="48000"/>
            </a:srgbClr>
          </a:solidFill>
          <a:ln w="0">
            <a:noFill/>
            <a:prstDash val="solid"/>
          </a:ln>
        </p:spPr>
      </p:sp>
      <p:sp>
        <p:nvSpPr>
          <p:cNvPr id="661" name="01_find_only_660">
            <a:extLst>
              <a:ext uri="{FF2B5EF4-FFF2-40B4-BE49-F238E27FC236}">
                <a16:creationId xmlns:a16="http://schemas.microsoft.com/office/drawing/2014/main" id="{9FAC71FF-3694-45A7-B162-9A17AD121162}"/>
              </a:ext>
            </a:extLst>
          </p:cNvPr>
          <p:cNvSpPr>
            <a:spLocks noGrp="1"/>
          </p:cNvSpPr>
          <p:nvPr/>
        </p:nvSpPr>
        <p:spPr>
          <a:xfrm>
            <a:off x="2096144" y="3489410"/>
            <a:ext cx="28398" cy="28398"/>
          </a:xfrm>
          <a:prstGeom prst="ellipse">
            <a:avLst/>
          </a:prstGeom>
          <a:solidFill>
            <a:srgbClr val="7F8C97">
              <a:alpha val="48000"/>
            </a:srgbClr>
          </a:solidFill>
          <a:ln w="0">
            <a:noFill/>
            <a:prstDash val="solid"/>
          </a:ln>
        </p:spPr>
      </p:sp>
      <p:sp>
        <p:nvSpPr>
          <p:cNvPr id="662" name="01_find_only_661">
            <a:extLst>
              <a:ext uri="{FF2B5EF4-FFF2-40B4-BE49-F238E27FC236}">
                <a16:creationId xmlns:a16="http://schemas.microsoft.com/office/drawing/2014/main" id="{A6354353-1565-4C34-B7EC-935F0AE301C4}"/>
              </a:ext>
            </a:extLst>
          </p:cNvPr>
          <p:cNvSpPr>
            <a:spLocks noGrp="1"/>
          </p:cNvSpPr>
          <p:nvPr/>
        </p:nvSpPr>
        <p:spPr>
          <a:xfrm>
            <a:off x="2081551" y="3700746"/>
            <a:ext cx="28398" cy="28398"/>
          </a:xfrm>
          <a:prstGeom prst="ellipse">
            <a:avLst/>
          </a:prstGeom>
          <a:solidFill>
            <a:srgbClr val="7F8C97">
              <a:alpha val="48000"/>
            </a:srgbClr>
          </a:solidFill>
          <a:ln w="0">
            <a:noFill/>
            <a:prstDash val="solid"/>
          </a:ln>
        </p:spPr>
      </p:sp>
      <p:sp>
        <p:nvSpPr>
          <p:cNvPr id="663" name="01_find_only_662">
            <a:extLst>
              <a:ext uri="{FF2B5EF4-FFF2-40B4-BE49-F238E27FC236}">
                <a16:creationId xmlns:a16="http://schemas.microsoft.com/office/drawing/2014/main" id="{115D751D-E764-4C1A-9B70-38C142D3CF15}"/>
              </a:ext>
            </a:extLst>
          </p:cNvPr>
          <p:cNvSpPr>
            <a:spLocks noGrp="1"/>
          </p:cNvSpPr>
          <p:nvPr/>
        </p:nvSpPr>
        <p:spPr>
          <a:xfrm>
            <a:off x="2047023" y="2855402"/>
            <a:ext cx="28398" cy="28398"/>
          </a:xfrm>
          <a:prstGeom prst="ellipse">
            <a:avLst/>
          </a:prstGeom>
          <a:solidFill>
            <a:srgbClr val="7F8C97">
              <a:alpha val="48000"/>
            </a:srgbClr>
          </a:solidFill>
          <a:ln w="0">
            <a:noFill/>
            <a:prstDash val="solid"/>
          </a:ln>
        </p:spPr>
      </p:sp>
      <p:sp>
        <p:nvSpPr>
          <p:cNvPr id="664" name="01_find_only_663">
            <a:extLst>
              <a:ext uri="{FF2B5EF4-FFF2-40B4-BE49-F238E27FC236}">
                <a16:creationId xmlns:a16="http://schemas.microsoft.com/office/drawing/2014/main" id="{B2483092-C7DB-46DF-AE2D-0CA09FBA4DAA}"/>
              </a:ext>
            </a:extLst>
          </p:cNvPr>
          <p:cNvSpPr>
            <a:spLocks noGrp="1"/>
          </p:cNvSpPr>
          <p:nvPr/>
        </p:nvSpPr>
        <p:spPr>
          <a:xfrm>
            <a:off x="2030903" y="2855402"/>
            <a:ext cx="28398" cy="28398"/>
          </a:xfrm>
          <a:prstGeom prst="ellipse">
            <a:avLst/>
          </a:prstGeom>
          <a:solidFill>
            <a:srgbClr val="7F8C97">
              <a:alpha val="48000"/>
            </a:srgbClr>
          </a:solidFill>
          <a:ln w="0">
            <a:noFill/>
            <a:prstDash val="solid"/>
          </a:ln>
        </p:spPr>
      </p:sp>
      <p:sp>
        <p:nvSpPr>
          <p:cNvPr id="665" name="01_find_only_664">
            <a:extLst>
              <a:ext uri="{FF2B5EF4-FFF2-40B4-BE49-F238E27FC236}">
                <a16:creationId xmlns:a16="http://schemas.microsoft.com/office/drawing/2014/main" id="{30D42FEA-233E-4A23-9D26-4DF7A85F849D}"/>
              </a:ext>
            </a:extLst>
          </p:cNvPr>
          <p:cNvSpPr>
            <a:spLocks noGrp="1"/>
          </p:cNvSpPr>
          <p:nvPr/>
        </p:nvSpPr>
        <p:spPr>
          <a:xfrm>
            <a:off x="2094713" y="3141728"/>
            <a:ext cx="28398" cy="28398"/>
          </a:xfrm>
          <a:prstGeom prst="ellipse">
            <a:avLst/>
          </a:prstGeom>
          <a:solidFill>
            <a:srgbClr val="7F8C97">
              <a:alpha val="48000"/>
            </a:srgbClr>
          </a:solidFill>
          <a:ln w="0">
            <a:noFill/>
            <a:prstDash val="solid"/>
          </a:ln>
        </p:spPr>
      </p:sp>
      <p:sp>
        <p:nvSpPr>
          <p:cNvPr id="666" name="01_find_only_665">
            <a:extLst>
              <a:ext uri="{FF2B5EF4-FFF2-40B4-BE49-F238E27FC236}">
                <a16:creationId xmlns:a16="http://schemas.microsoft.com/office/drawing/2014/main" id="{26AE5293-CA34-4137-B5F4-17FECF5BA722}"/>
              </a:ext>
            </a:extLst>
          </p:cNvPr>
          <p:cNvSpPr>
            <a:spLocks noGrp="1"/>
          </p:cNvSpPr>
          <p:nvPr/>
        </p:nvSpPr>
        <p:spPr>
          <a:xfrm>
            <a:off x="2098815" y="3217692"/>
            <a:ext cx="28398" cy="28398"/>
          </a:xfrm>
          <a:prstGeom prst="ellipse">
            <a:avLst/>
          </a:prstGeom>
          <a:solidFill>
            <a:srgbClr val="7F8C97">
              <a:alpha val="48000"/>
            </a:srgbClr>
          </a:solidFill>
          <a:ln w="0">
            <a:noFill/>
            <a:prstDash val="solid"/>
          </a:ln>
        </p:spPr>
      </p:sp>
      <p:sp>
        <p:nvSpPr>
          <p:cNvPr id="667" name="01_find_only_666">
            <a:extLst>
              <a:ext uri="{FF2B5EF4-FFF2-40B4-BE49-F238E27FC236}">
                <a16:creationId xmlns:a16="http://schemas.microsoft.com/office/drawing/2014/main" id="{3B5D349F-167B-4230-8E11-2219F9376474}"/>
              </a:ext>
            </a:extLst>
          </p:cNvPr>
          <p:cNvSpPr>
            <a:spLocks noGrp="1"/>
          </p:cNvSpPr>
          <p:nvPr/>
        </p:nvSpPr>
        <p:spPr>
          <a:xfrm>
            <a:off x="2064191" y="4123418"/>
            <a:ext cx="28398" cy="28398"/>
          </a:xfrm>
          <a:prstGeom prst="ellipse">
            <a:avLst/>
          </a:prstGeom>
          <a:solidFill>
            <a:srgbClr val="7F8C97">
              <a:alpha val="48000"/>
            </a:srgbClr>
          </a:solidFill>
          <a:ln w="0">
            <a:noFill/>
            <a:prstDash val="solid"/>
          </a:ln>
        </p:spPr>
      </p:sp>
      <p:sp>
        <p:nvSpPr>
          <p:cNvPr id="668" name="01_find_only_667">
            <a:extLst>
              <a:ext uri="{FF2B5EF4-FFF2-40B4-BE49-F238E27FC236}">
                <a16:creationId xmlns:a16="http://schemas.microsoft.com/office/drawing/2014/main" id="{A18CA036-AE91-49E4-8BF2-6EB4FBE521A1}"/>
              </a:ext>
            </a:extLst>
          </p:cNvPr>
          <p:cNvSpPr>
            <a:spLocks noGrp="1"/>
          </p:cNvSpPr>
          <p:nvPr/>
        </p:nvSpPr>
        <p:spPr>
          <a:xfrm>
            <a:off x="2085938" y="3489410"/>
            <a:ext cx="28398" cy="28398"/>
          </a:xfrm>
          <a:prstGeom prst="ellipse">
            <a:avLst/>
          </a:prstGeom>
          <a:solidFill>
            <a:srgbClr val="7F8C97">
              <a:alpha val="48000"/>
            </a:srgbClr>
          </a:solidFill>
          <a:ln w="0">
            <a:noFill/>
            <a:prstDash val="solid"/>
          </a:ln>
        </p:spPr>
      </p:sp>
      <p:sp>
        <p:nvSpPr>
          <p:cNvPr id="669" name="01_find_only_668">
            <a:extLst>
              <a:ext uri="{FF2B5EF4-FFF2-40B4-BE49-F238E27FC236}">
                <a16:creationId xmlns:a16="http://schemas.microsoft.com/office/drawing/2014/main" id="{B05537E7-BAC3-448A-956C-0C0B456915AD}"/>
              </a:ext>
            </a:extLst>
          </p:cNvPr>
          <p:cNvSpPr>
            <a:spLocks noGrp="1"/>
          </p:cNvSpPr>
          <p:nvPr/>
        </p:nvSpPr>
        <p:spPr>
          <a:xfrm>
            <a:off x="2019076" y="2855402"/>
            <a:ext cx="28398" cy="28398"/>
          </a:xfrm>
          <a:prstGeom prst="ellipse">
            <a:avLst/>
          </a:prstGeom>
          <a:solidFill>
            <a:srgbClr val="7F8C97">
              <a:alpha val="48000"/>
            </a:srgbClr>
          </a:solidFill>
          <a:ln w="0">
            <a:noFill/>
            <a:prstDash val="solid"/>
          </a:ln>
        </p:spPr>
      </p:sp>
      <p:sp>
        <p:nvSpPr>
          <p:cNvPr id="670" name="01_find_only_669">
            <a:extLst>
              <a:ext uri="{FF2B5EF4-FFF2-40B4-BE49-F238E27FC236}">
                <a16:creationId xmlns:a16="http://schemas.microsoft.com/office/drawing/2014/main" id="{E5113611-9E67-4437-8357-3A1B6CFD747F}"/>
              </a:ext>
            </a:extLst>
          </p:cNvPr>
          <p:cNvSpPr>
            <a:spLocks noGrp="1"/>
          </p:cNvSpPr>
          <p:nvPr/>
        </p:nvSpPr>
        <p:spPr>
          <a:xfrm>
            <a:off x="2045973" y="2855402"/>
            <a:ext cx="28398" cy="28398"/>
          </a:xfrm>
          <a:prstGeom prst="ellipse">
            <a:avLst/>
          </a:prstGeom>
          <a:solidFill>
            <a:srgbClr val="7F8C97">
              <a:alpha val="48000"/>
            </a:srgbClr>
          </a:solidFill>
          <a:ln w="0">
            <a:noFill/>
            <a:prstDash val="solid"/>
          </a:ln>
        </p:spPr>
      </p:sp>
      <p:sp>
        <p:nvSpPr>
          <p:cNvPr id="671" name="01_find_only_670">
            <a:extLst>
              <a:ext uri="{FF2B5EF4-FFF2-40B4-BE49-F238E27FC236}">
                <a16:creationId xmlns:a16="http://schemas.microsoft.com/office/drawing/2014/main" id="{9A56E6AB-FD6C-4D61-9F7B-EB2CBE2D6AD3}"/>
              </a:ext>
            </a:extLst>
          </p:cNvPr>
          <p:cNvSpPr>
            <a:spLocks noGrp="1"/>
          </p:cNvSpPr>
          <p:nvPr/>
        </p:nvSpPr>
        <p:spPr>
          <a:xfrm>
            <a:off x="2080025" y="3398837"/>
            <a:ext cx="28398" cy="28398"/>
          </a:xfrm>
          <a:prstGeom prst="ellipse">
            <a:avLst/>
          </a:prstGeom>
          <a:solidFill>
            <a:srgbClr val="7F8C97">
              <a:alpha val="48000"/>
            </a:srgbClr>
          </a:solidFill>
          <a:ln w="0">
            <a:noFill/>
            <a:prstDash val="solid"/>
          </a:ln>
        </p:spPr>
      </p:sp>
      <p:sp>
        <p:nvSpPr>
          <p:cNvPr id="672" name="01_find_only_671">
            <a:extLst>
              <a:ext uri="{FF2B5EF4-FFF2-40B4-BE49-F238E27FC236}">
                <a16:creationId xmlns:a16="http://schemas.microsoft.com/office/drawing/2014/main" id="{10A9B5DE-76F2-403F-8960-63916F0051C7}"/>
              </a:ext>
            </a:extLst>
          </p:cNvPr>
          <p:cNvSpPr>
            <a:spLocks noGrp="1"/>
          </p:cNvSpPr>
          <p:nvPr/>
        </p:nvSpPr>
        <p:spPr>
          <a:xfrm>
            <a:off x="2013258" y="2855402"/>
            <a:ext cx="28398" cy="28398"/>
          </a:xfrm>
          <a:prstGeom prst="ellipse">
            <a:avLst/>
          </a:prstGeom>
          <a:solidFill>
            <a:srgbClr val="7F8C97">
              <a:alpha val="48000"/>
            </a:srgbClr>
          </a:solidFill>
          <a:ln w="0">
            <a:noFill/>
            <a:prstDash val="solid"/>
          </a:ln>
        </p:spPr>
      </p:sp>
      <p:sp>
        <p:nvSpPr>
          <p:cNvPr id="673" name="01_find_only_672">
            <a:extLst>
              <a:ext uri="{FF2B5EF4-FFF2-40B4-BE49-F238E27FC236}">
                <a16:creationId xmlns:a16="http://schemas.microsoft.com/office/drawing/2014/main" id="{2929F62F-EFDF-44A7-B3E5-DAD85189CF18}"/>
              </a:ext>
            </a:extLst>
          </p:cNvPr>
          <p:cNvSpPr>
            <a:spLocks noGrp="1"/>
          </p:cNvSpPr>
          <p:nvPr/>
        </p:nvSpPr>
        <p:spPr>
          <a:xfrm>
            <a:off x="2009824" y="2855402"/>
            <a:ext cx="28398" cy="28398"/>
          </a:xfrm>
          <a:prstGeom prst="ellipse">
            <a:avLst/>
          </a:prstGeom>
          <a:solidFill>
            <a:srgbClr val="7F8C97">
              <a:alpha val="48000"/>
            </a:srgbClr>
          </a:solidFill>
          <a:ln w="0">
            <a:noFill/>
            <a:prstDash val="solid"/>
          </a:ln>
        </p:spPr>
      </p:sp>
      <p:sp>
        <p:nvSpPr>
          <p:cNvPr id="674" name="01_find_only_673">
            <a:extLst>
              <a:ext uri="{FF2B5EF4-FFF2-40B4-BE49-F238E27FC236}">
                <a16:creationId xmlns:a16="http://schemas.microsoft.com/office/drawing/2014/main" id="{8277784A-2F9A-4AB4-8DAE-A88BF087907E}"/>
              </a:ext>
            </a:extLst>
          </p:cNvPr>
          <p:cNvSpPr>
            <a:spLocks noGrp="1"/>
          </p:cNvSpPr>
          <p:nvPr/>
        </p:nvSpPr>
        <p:spPr>
          <a:xfrm>
            <a:off x="2066194" y="2855402"/>
            <a:ext cx="28398" cy="28398"/>
          </a:xfrm>
          <a:prstGeom prst="ellipse">
            <a:avLst/>
          </a:prstGeom>
          <a:solidFill>
            <a:srgbClr val="7F8C97">
              <a:alpha val="48000"/>
            </a:srgbClr>
          </a:solidFill>
          <a:ln w="0">
            <a:noFill/>
            <a:prstDash val="solid"/>
          </a:ln>
        </p:spPr>
      </p:sp>
      <p:sp>
        <p:nvSpPr>
          <p:cNvPr id="675" name="01_find_only_674">
            <a:extLst>
              <a:ext uri="{FF2B5EF4-FFF2-40B4-BE49-F238E27FC236}">
                <a16:creationId xmlns:a16="http://schemas.microsoft.com/office/drawing/2014/main" id="{BF067B65-5982-4D72-B7CC-81799AF40481}"/>
              </a:ext>
            </a:extLst>
          </p:cNvPr>
          <p:cNvSpPr>
            <a:spLocks noGrp="1"/>
          </p:cNvSpPr>
          <p:nvPr/>
        </p:nvSpPr>
        <p:spPr>
          <a:xfrm>
            <a:off x="2094141" y="2855402"/>
            <a:ext cx="28398" cy="28398"/>
          </a:xfrm>
          <a:prstGeom prst="ellipse">
            <a:avLst/>
          </a:prstGeom>
          <a:solidFill>
            <a:srgbClr val="7F8C97">
              <a:alpha val="48000"/>
            </a:srgbClr>
          </a:solidFill>
          <a:ln w="0">
            <a:noFill/>
            <a:prstDash val="solid"/>
          </a:ln>
        </p:spPr>
      </p:sp>
      <p:sp>
        <p:nvSpPr>
          <p:cNvPr id="676" name="01_find_only_675">
            <a:extLst>
              <a:ext uri="{FF2B5EF4-FFF2-40B4-BE49-F238E27FC236}">
                <a16:creationId xmlns:a16="http://schemas.microsoft.com/office/drawing/2014/main" id="{9EF8009D-C250-495F-B1CE-9C6784242490}"/>
              </a:ext>
            </a:extLst>
          </p:cNvPr>
          <p:cNvSpPr>
            <a:spLocks noGrp="1"/>
          </p:cNvSpPr>
          <p:nvPr/>
        </p:nvSpPr>
        <p:spPr>
          <a:xfrm>
            <a:off x="2005627" y="3489410"/>
            <a:ext cx="28398" cy="28398"/>
          </a:xfrm>
          <a:prstGeom prst="ellipse">
            <a:avLst/>
          </a:prstGeom>
          <a:solidFill>
            <a:srgbClr val="7F8C97">
              <a:alpha val="48000"/>
            </a:srgbClr>
          </a:solidFill>
          <a:ln w="0">
            <a:noFill/>
            <a:prstDash val="solid"/>
          </a:ln>
        </p:spPr>
      </p:sp>
      <p:sp>
        <p:nvSpPr>
          <p:cNvPr id="677" name="01_find_only_676">
            <a:extLst>
              <a:ext uri="{FF2B5EF4-FFF2-40B4-BE49-F238E27FC236}">
                <a16:creationId xmlns:a16="http://schemas.microsoft.com/office/drawing/2014/main" id="{38412AC5-199C-44D7-8E80-843EB5FA6EB5}"/>
              </a:ext>
            </a:extLst>
          </p:cNvPr>
          <p:cNvSpPr>
            <a:spLocks noGrp="1"/>
          </p:cNvSpPr>
          <p:nvPr/>
        </p:nvSpPr>
        <p:spPr>
          <a:xfrm>
            <a:off x="2042921" y="2855402"/>
            <a:ext cx="28398" cy="28398"/>
          </a:xfrm>
          <a:prstGeom prst="ellipse">
            <a:avLst/>
          </a:prstGeom>
          <a:solidFill>
            <a:srgbClr val="7F8C97">
              <a:alpha val="48000"/>
            </a:srgbClr>
          </a:solidFill>
          <a:ln w="0">
            <a:noFill/>
            <a:prstDash val="solid"/>
          </a:ln>
        </p:spPr>
      </p:sp>
      <p:sp>
        <p:nvSpPr>
          <p:cNvPr id="678" name="01_find_only_677">
            <a:extLst>
              <a:ext uri="{FF2B5EF4-FFF2-40B4-BE49-F238E27FC236}">
                <a16:creationId xmlns:a16="http://schemas.microsoft.com/office/drawing/2014/main" id="{CF210988-68D1-4AC2-A4FF-F32373D4AF77}"/>
              </a:ext>
            </a:extLst>
          </p:cNvPr>
          <p:cNvSpPr>
            <a:spLocks noGrp="1"/>
          </p:cNvSpPr>
          <p:nvPr/>
        </p:nvSpPr>
        <p:spPr>
          <a:xfrm>
            <a:off x="2073539" y="2855402"/>
            <a:ext cx="28398" cy="28398"/>
          </a:xfrm>
          <a:prstGeom prst="ellipse">
            <a:avLst/>
          </a:prstGeom>
          <a:solidFill>
            <a:srgbClr val="7F8C97">
              <a:alpha val="48000"/>
            </a:srgbClr>
          </a:solidFill>
          <a:ln w="0">
            <a:noFill/>
            <a:prstDash val="solid"/>
          </a:ln>
        </p:spPr>
      </p:sp>
      <p:sp>
        <p:nvSpPr>
          <p:cNvPr id="679" name="01_find_only_678">
            <a:extLst>
              <a:ext uri="{FF2B5EF4-FFF2-40B4-BE49-F238E27FC236}">
                <a16:creationId xmlns:a16="http://schemas.microsoft.com/office/drawing/2014/main" id="{86292359-E310-46B1-994E-5DF5A7BA497D}"/>
              </a:ext>
            </a:extLst>
          </p:cNvPr>
          <p:cNvSpPr>
            <a:spLocks noGrp="1"/>
          </p:cNvSpPr>
          <p:nvPr/>
        </p:nvSpPr>
        <p:spPr>
          <a:xfrm>
            <a:off x="2044924" y="4123418"/>
            <a:ext cx="28398" cy="28398"/>
          </a:xfrm>
          <a:prstGeom prst="ellipse">
            <a:avLst/>
          </a:prstGeom>
          <a:solidFill>
            <a:srgbClr val="7F8C97">
              <a:alpha val="48000"/>
            </a:srgbClr>
          </a:solidFill>
          <a:ln w="0">
            <a:noFill/>
            <a:prstDash val="solid"/>
          </a:ln>
        </p:spPr>
      </p:sp>
      <p:sp>
        <p:nvSpPr>
          <p:cNvPr id="680" name="01_find_only_679">
            <a:extLst>
              <a:ext uri="{FF2B5EF4-FFF2-40B4-BE49-F238E27FC236}">
                <a16:creationId xmlns:a16="http://schemas.microsoft.com/office/drawing/2014/main" id="{453AD5AA-DA02-4110-95F0-3AF6DEE71A34}"/>
              </a:ext>
            </a:extLst>
          </p:cNvPr>
          <p:cNvSpPr>
            <a:spLocks noGrp="1"/>
          </p:cNvSpPr>
          <p:nvPr/>
        </p:nvSpPr>
        <p:spPr>
          <a:xfrm>
            <a:off x="2028805" y="3785280"/>
            <a:ext cx="28398" cy="28398"/>
          </a:xfrm>
          <a:prstGeom prst="ellipse">
            <a:avLst/>
          </a:prstGeom>
          <a:solidFill>
            <a:srgbClr val="7F8C97">
              <a:alpha val="48000"/>
            </a:srgbClr>
          </a:solidFill>
          <a:ln w="0">
            <a:noFill/>
            <a:prstDash val="solid"/>
          </a:ln>
        </p:spPr>
      </p:sp>
      <p:sp>
        <p:nvSpPr>
          <p:cNvPr id="681" name="01_find_only_680">
            <a:extLst>
              <a:ext uri="{FF2B5EF4-FFF2-40B4-BE49-F238E27FC236}">
                <a16:creationId xmlns:a16="http://schemas.microsoft.com/office/drawing/2014/main" id="{C50B7354-765F-4D00-87CC-1CD6F77FD3A7}"/>
              </a:ext>
            </a:extLst>
          </p:cNvPr>
          <p:cNvSpPr>
            <a:spLocks noGrp="1"/>
          </p:cNvSpPr>
          <p:nvPr/>
        </p:nvSpPr>
        <p:spPr>
          <a:xfrm>
            <a:off x="2065813" y="4123418"/>
            <a:ext cx="28398" cy="28398"/>
          </a:xfrm>
          <a:prstGeom prst="ellipse">
            <a:avLst/>
          </a:prstGeom>
          <a:solidFill>
            <a:srgbClr val="7F8C97">
              <a:alpha val="48000"/>
            </a:srgbClr>
          </a:solidFill>
          <a:ln w="0">
            <a:noFill/>
            <a:prstDash val="solid"/>
          </a:ln>
        </p:spPr>
      </p:sp>
      <p:sp>
        <p:nvSpPr>
          <p:cNvPr id="682" name="01_find_only_681">
            <a:extLst>
              <a:ext uri="{FF2B5EF4-FFF2-40B4-BE49-F238E27FC236}">
                <a16:creationId xmlns:a16="http://schemas.microsoft.com/office/drawing/2014/main" id="{351E9A2D-0B1D-41EA-B1E4-679E48442559}"/>
              </a:ext>
            </a:extLst>
          </p:cNvPr>
          <p:cNvSpPr>
            <a:spLocks noGrp="1"/>
          </p:cNvSpPr>
          <p:nvPr/>
        </p:nvSpPr>
        <p:spPr>
          <a:xfrm>
            <a:off x="2062761" y="3489410"/>
            <a:ext cx="28398" cy="28398"/>
          </a:xfrm>
          <a:prstGeom prst="ellipse">
            <a:avLst/>
          </a:prstGeom>
          <a:solidFill>
            <a:srgbClr val="7F8C97">
              <a:alpha val="48000"/>
            </a:srgbClr>
          </a:solidFill>
          <a:ln w="0">
            <a:noFill/>
            <a:prstDash val="solid"/>
          </a:ln>
        </p:spPr>
      </p:sp>
      <p:sp>
        <p:nvSpPr>
          <p:cNvPr id="683" name="01_find_only_682">
            <a:extLst>
              <a:ext uri="{FF2B5EF4-FFF2-40B4-BE49-F238E27FC236}">
                <a16:creationId xmlns:a16="http://schemas.microsoft.com/office/drawing/2014/main" id="{319870A5-E577-40AE-9BD6-ADA554D2CBF3}"/>
              </a:ext>
            </a:extLst>
          </p:cNvPr>
          <p:cNvSpPr>
            <a:spLocks noGrp="1"/>
          </p:cNvSpPr>
          <p:nvPr/>
        </p:nvSpPr>
        <p:spPr>
          <a:xfrm>
            <a:off x="2051219" y="2855402"/>
            <a:ext cx="28398" cy="28398"/>
          </a:xfrm>
          <a:prstGeom prst="ellipse">
            <a:avLst/>
          </a:prstGeom>
          <a:solidFill>
            <a:srgbClr val="7F8C97">
              <a:alpha val="48000"/>
            </a:srgbClr>
          </a:solidFill>
          <a:ln w="0">
            <a:noFill/>
            <a:prstDash val="solid"/>
          </a:ln>
        </p:spPr>
      </p:sp>
      <p:sp>
        <p:nvSpPr>
          <p:cNvPr id="684" name="01_find_only_683">
            <a:extLst>
              <a:ext uri="{FF2B5EF4-FFF2-40B4-BE49-F238E27FC236}">
                <a16:creationId xmlns:a16="http://schemas.microsoft.com/office/drawing/2014/main" id="{E4A4575C-325D-45E1-B0BC-260BE62DF9DE}"/>
              </a:ext>
            </a:extLst>
          </p:cNvPr>
          <p:cNvSpPr>
            <a:spLocks noGrp="1"/>
          </p:cNvSpPr>
          <p:nvPr/>
        </p:nvSpPr>
        <p:spPr>
          <a:xfrm>
            <a:off x="2060471" y="2855402"/>
            <a:ext cx="28398" cy="28398"/>
          </a:xfrm>
          <a:prstGeom prst="ellipse">
            <a:avLst/>
          </a:prstGeom>
          <a:solidFill>
            <a:srgbClr val="7F8C97">
              <a:alpha val="48000"/>
            </a:srgbClr>
          </a:solidFill>
          <a:ln w="0">
            <a:noFill/>
            <a:prstDash val="solid"/>
          </a:ln>
        </p:spPr>
      </p:sp>
      <p:sp>
        <p:nvSpPr>
          <p:cNvPr id="685" name="01_find_only_684">
            <a:extLst>
              <a:ext uri="{FF2B5EF4-FFF2-40B4-BE49-F238E27FC236}">
                <a16:creationId xmlns:a16="http://schemas.microsoft.com/office/drawing/2014/main" id="{5FFA3650-15A2-4A40-B6EF-19F3FC3FAC80}"/>
              </a:ext>
            </a:extLst>
          </p:cNvPr>
          <p:cNvSpPr>
            <a:spLocks noGrp="1"/>
          </p:cNvSpPr>
          <p:nvPr/>
        </p:nvSpPr>
        <p:spPr>
          <a:xfrm>
            <a:off x="2033097" y="4123418"/>
            <a:ext cx="28398" cy="28398"/>
          </a:xfrm>
          <a:prstGeom prst="ellipse">
            <a:avLst/>
          </a:prstGeom>
          <a:solidFill>
            <a:srgbClr val="7F8C97">
              <a:alpha val="48000"/>
            </a:srgbClr>
          </a:solidFill>
          <a:ln w="0">
            <a:noFill/>
            <a:prstDash val="solid"/>
          </a:ln>
        </p:spPr>
      </p:sp>
      <p:sp>
        <p:nvSpPr>
          <p:cNvPr id="686" name="01_find_only_685">
            <a:extLst>
              <a:ext uri="{FF2B5EF4-FFF2-40B4-BE49-F238E27FC236}">
                <a16:creationId xmlns:a16="http://schemas.microsoft.com/office/drawing/2014/main" id="{7ED79F7E-DBF7-4E75-A52A-0F0BB5B5F2AF}"/>
              </a:ext>
            </a:extLst>
          </p:cNvPr>
          <p:cNvSpPr>
            <a:spLocks noGrp="1"/>
          </p:cNvSpPr>
          <p:nvPr/>
        </p:nvSpPr>
        <p:spPr>
          <a:xfrm>
            <a:off x="2054462" y="3489410"/>
            <a:ext cx="28398" cy="28398"/>
          </a:xfrm>
          <a:prstGeom prst="ellipse">
            <a:avLst/>
          </a:prstGeom>
          <a:solidFill>
            <a:srgbClr val="7F8C97">
              <a:alpha val="48000"/>
            </a:srgbClr>
          </a:solidFill>
          <a:ln w="0">
            <a:noFill/>
            <a:prstDash val="solid"/>
          </a:ln>
        </p:spPr>
      </p:sp>
      <p:sp>
        <p:nvSpPr>
          <p:cNvPr id="687" name="01_find_only_686">
            <a:extLst>
              <a:ext uri="{FF2B5EF4-FFF2-40B4-BE49-F238E27FC236}">
                <a16:creationId xmlns:a16="http://schemas.microsoft.com/office/drawing/2014/main" id="{E62D1E10-9EE7-41A5-B917-DEE945671445}"/>
              </a:ext>
            </a:extLst>
          </p:cNvPr>
          <p:cNvSpPr>
            <a:spLocks noGrp="1"/>
          </p:cNvSpPr>
          <p:nvPr/>
        </p:nvSpPr>
        <p:spPr>
          <a:xfrm>
            <a:off x="2034051" y="3109005"/>
            <a:ext cx="28398" cy="28398"/>
          </a:xfrm>
          <a:prstGeom prst="ellipse">
            <a:avLst/>
          </a:prstGeom>
          <a:solidFill>
            <a:srgbClr val="7F8C97">
              <a:alpha val="48000"/>
            </a:srgbClr>
          </a:solidFill>
          <a:ln w="0">
            <a:noFill/>
            <a:prstDash val="solid"/>
          </a:ln>
        </p:spPr>
      </p:sp>
      <p:sp>
        <p:nvSpPr>
          <p:cNvPr id="688" name="01_find_only_687">
            <a:extLst>
              <a:ext uri="{FF2B5EF4-FFF2-40B4-BE49-F238E27FC236}">
                <a16:creationId xmlns:a16="http://schemas.microsoft.com/office/drawing/2014/main" id="{980094EA-C531-4BEA-8728-9FF95F221C81}"/>
              </a:ext>
            </a:extLst>
          </p:cNvPr>
          <p:cNvSpPr>
            <a:spLocks noGrp="1"/>
          </p:cNvSpPr>
          <p:nvPr/>
        </p:nvSpPr>
        <p:spPr>
          <a:xfrm>
            <a:off x="2042444" y="3727163"/>
            <a:ext cx="28398" cy="28398"/>
          </a:xfrm>
          <a:prstGeom prst="ellipse">
            <a:avLst/>
          </a:prstGeom>
          <a:solidFill>
            <a:srgbClr val="7F8C97">
              <a:alpha val="48000"/>
            </a:srgbClr>
          </a:solidFill>
          <a:ln w="0">
            <a:noFill/>
            <a:prstDash val="solid"/>
          </a:ln>
        </p:spPr>
      </p:sp>
      <p:sp>
        <p:nvSpPr>
          <p:cNvPr id="689" name="01_find_only_688">
            <a:extLst>
              <a:ext uri="{FF2B5EF4-FFF2-40B4-BE49-F238E27FC236}">
                <a16:creationId xmlns:a16="http://schemas.microsoft.com/office/drawing/2014/main" id="{980A9B2B-9D08-4843-8AFA-B9733BE5CCE9}"/>
              </a:ext>
            </a:extLst>
          </p:cNvPr>
          <p:cNvSpPr>
            <a:spLocks noGrp="1"/>
          </p:cNvSpPr>
          <p:nvPr/>
        </p:nvSpPr>
        <p:spPr>
          <a:xfrm>
            <a:off x="2083649" y="3942273"/>
            <a:ext cx="28398" cy="28398"/>
          </a:xfrm>
          <a:prstGeom prst="ellipse">
            <a:avLst/>
          </a:prstGeom>
          <a:solidFill>
            <a:srgbClr val="7F8C97">
              <a:alpha val="48000"/>
            </a:srgbClr>
          </a:solidFill>
          <a:ln w="0">
            <a:noFill/>
            <a:prstDash val="solid"/>
          </a:ln>
        </p:spPr>
      </p:sp>
      <p:sp>
        <p:nvSpPr>
          <p:cNvPr id="690" name="01_find_only_689">
            <a:extLst>
              <a:ext uri="{FF2B5EF4-FFF2-40B4-BE49-F238E27FC236}">
                <a16:creationId xmlns:a16="http://schemas.microsoft.com/office/drawing/2014/main" id="{51E61EFA-030C-4499-B7B1-5E9F8E920471}"/>
              </a:ext>
            </a:extLst>
          </p:cNvPr>
          <p:cNvSpPr>
            <a:spLocks noGrp="1"/>
          </p:cNvSpPr>
          <p:nvPr/>
        </p:nvSpPr>
        <p:spPr>
          <a:xfrm>
            <a:off x="2016119" y="3489410"/>
            <a:ext cx="28398" cy="28398"/>
          </a:xfrm>
          <a:prstGeom prst="ellipse">
            <a:avLst/>
          </a:prstGeom>
          <a:solidFill>
            <a:srgbClr val="7F8C97">
              <a:alpha val="48000"/>
            </a:srgbClr>
          </a:solidFill>
          <a:ln w="0">
            <a:noFill/>
            <a:prstDash val="solid"/>
          </a:ln>
        </p:spPr>
      </p:sp>
      <p:sp>
        <p:nvSpPr>
          <p:cNvPr id="691" name="01_find_only_690">
            <a:extLst>
              <a:ext uri="{FF2B5EF4-FFF2-40B4-BE49-F238E27FC236}">
                <a16:creationId xmlns:a16="http://schemas.microsoft.com/office/drawing/2014/main" id="{37E8D1EA-E12B-44EE-B703-CD23DD29CCE5}"/>
              </a:ext>
            </a:extLst>
          </p:cNvPr>
          <p:cNvSpPr>
            <a:spLocks noGrp="1"/>
          </p:cNvSpPr>
          <p:nvPr/>
        </p:nvSpPr>
        <p:spPr>
          <a:xfrm>
            <a:off x="2020507" y="3700746"/>
            <a:ext cx="28398" cy="28398"/>
          </a:xfrm>
          <a:prstGeom prst="ellipse">
            <a:avLst/>
          </a:prstGeom>
          <a:solidFill>
            <a:srgbClr val="7F8C97">
              <a:alpha val="48000"/>
            </a:srgbClr>
          </a:solidFill>
          <a:ln w="0">
            <a:noFill/>
            <a:prstDash val="solid"/>
          </a:ln>
        </p:spPr>
      </p:sp>
      <p:sp>
        <p:nvSpPr>
          <p:cNvPr id="692" name="01_find_only_691">
            <a:extLst>
              <a:ext uri="{FF2B5EF4-FFF2-40B4-BE49-F238E27FC236}">
                <a16:creationId xmlns:a16="http://schemas.microsoft.com/office/drawing/2014/main" id="{E0015032-6FE7-4FED-8C38-7A2208D2B181}"/>
              </a:ext>
            </a:extLst>
          </p:cNvPr>
          <p:cNvSpPr>
            <a:spLocks noGrp="1"/>
          </p:cNvSpPr>
          <p:nvPr/>
        </p:nvSpPr>
        <p:spPr>
          <a:xfrm>
            <a:off x="2060185" y="2855402"/>
            <a:ext cx="28398" cy="28398"/>
          </a:xfrm>
          <a:prstGeom prst="ellipse">
            <a:avLst/>
          </a:prstGeom>
          <a:solidFill>
            <a:srgbClr val="7F8C97">
              <a:alpha val="48000"/>
            </a:srgbClr>
          </a:solidFill>
          <a:ln w="0">
            <a:noFill/>
            <a:prstDash val="solid"/>
          </a:ln>
        </p:spPr>
      </p:sp>
      <p:sp>
        <p:nvSpPr>
          <p:cNvPr id="693" name="01_find_only_692">
            <a:extLst>
              <a:ext uri="{FF2B5EF4-FFF2-40B4-BE49-F238E27FC236}">
                <a16:creationId xmlns:a16="http://schemas.microsoft.com/office/drawing/2014/main" id="{CFA7CF55-62DA-47ED-8371-CF15BD1FE1C1}"/>
              </a:ext>
            </a:extLst>
          </p:cNvPr>
          <p:cNvSpPr>
            <a:spLocks noGrp="1"/>
          </p:cNvSpPr>
          <p:nvPr/>
        </p:nvSpPr>
        <p:spPr>
          <a:xfrm>
            <a:off x="2059327" y="3278074"/>
            <a:ext cx="28398" cy="28398"/>
          </a:xfrm>
          <a:prstGeom prst="ellipse">
            <a:avLst/>
          </a:prstGeom>
          <a:solidFill>
            <a:srgbClr val="7F8C97">
              <a:alpha val="48000"/>
            </a:srgbClr>
          </a:solidFill>
          <a:ln w="0">
            <a:noFill/>
            <a:prstDash val="solid"/>
          </a:ln>
        </p:spPr>
      </p:sp>
      <p:sp>
        <p:nvSpPr>
          <p:cNvPr id="694" name="01_find_only_693">
            <a:extLst>
              <a:ext uri="{FF2B5EF4-FFF2-40B4-BE49-F238E27FC236}">
                <a16:creationId xmlns:a16="http://schemas.microsoft.com/office/drawing/2014/main" id="{D3D0AE43-1542-4807-9220-69A134A1A266}"/>
              </a:ext>
            </a:extLst>
          </p:cNvPr>
          <p:cNvSpPr>
            <a:spLocks noGrp="1"/>
          </p:cNvSpPr>
          <p:nvPr/>
        </p:nvSpPr>
        <p:spPr>
          <a:xfrm>
            <a:off x="2090326" y="3489410"/>
            <a:ext cx="28398" cy="28398"/>
          </a:xfrm>
          <a:prstGeom prst="ellipse">
            <a:avLst/>
          </a:prstGeom>
          <a:solidFill>
            <a:srgbClr val="7F8C97">
              <a:alpha val="48000"/>
            </a:srgbClr>
          </a:solidFill>
          <a:ln w="0">
            <a:noFill/>
            <a:prstDash val="solid"/>
          </a:ln>
        </p:spPr>
      </p:sp>
      <p:sp>
        <p:nvSpPr>
          <p:cNvPr id="695" name="01_find_only_694">
            <a:extLst>
              <a:ext uri="{FF2B5EF4-FFF2-40B4-BE49-F238E27FC236}">
                <a16:creationId xmlns:a16="http://schemas.microsoft.com/office/drawing/2014/main" id="{317611D6-3634-4B7B-9555-4C8F21CA908C}"/>
              </a:ext>
            </a:extLst>
          </p:cNvPr>
          <p:cNvSpPr>
            <a:spLocks noGrp="1"/>
          </p:cNvSpPr>
          <p:nvPr/>
        </p:nvSpPr>
        <p:spPr>
          <a:xfrm>
            <a:off x="2075923" y="2855402"/>
            <a:ext cx="28398" cy="28398"/>
          </a:xfrm>
          <a:prstGeom prst="ellipse">
            <a:avLst/>
          </a:prstGeom>
          <a:solidFill>
            <a:srgbClr val="7F8C97">
              <a:alpha val="48000"/>
            </a:srgbClr>
          </a:solidFill>
          <a:ln w="0">
            <a:noFill/>
            <a:prstDash val="solid"/>
          </a:ln>
        </p:spPr>
      </p:sp>
      <p:sp>
        <p:nvSpPr>
          <p:cNvPr id="696" name="01_find_only_695">
            <a:extLst>
              <a:ext uri="{FF2B5EF4-FFF2-40B4-BE49-F238E27FC236}">
                <a16:creationId xmlns:a16="http://schemas.microsoft.com/office/drawing/2014/main" id="{2D94FF41-AF19-4F41-BE3D-F7EE3A6C9279}"/>
              </a:ext>
            </a:extLst>
          </p:cNvPr>
          <p:cNvSpPr>
            <a:spLocks noGrp="1"/>
          </p:cNvSpPr>
          <p:nvPr/>
        </p:nvSpPr>
        <p:spPr>
          <a:xfrm>
            <a:off x="2017073" y="4123418"/>
            <a:ext cx="28398" cy="28398"/>
          </a:xfrm>
          <a:prstGeom prst="ellipse">
            <a:avLst/>
          </a:prstGeom>
          <a:solidFill>
            <a:srgbClr val="7F8C97">
              <a:alpha val="48000"/>
            </a:srgbClr>
          </a:solidFill>
          <a:ln w="0">
            <a:noFill/>
            <a:prstDash val="solid"/>
          </a:ln>
        </p:spPr>
      </p:sp>
      <p:sp>
        <p:nvSpPr>
          <p:cNvPr id="697" name="01_find_only_696">
            <a:extLst>
              <a:ext uri="{FF2B5EF4-FFF2-40B4-BE49-F238E27FC236}">
                <a16:creationId xmlns:a16="http://schemas.microsoft.com/office/drawing/2014/main" id="{0DE3C0BC-A94C-456D-B255-9B9BB9A695B5}"/>
              </a:ext>
            </a:extLst>
          </p:cNvPr>
          <p:cNvSpPr>
            <a:spLocks noGrp="1"/>
          </p:cNvSpPr>
          <p:nvPr/>
        </p:nvSpPr>
        <p:spPr>
          <a:xfrm>
            <a:off x="2030903" y="3398837"/>
            <a:ext cx="28398" cy="28398"/>
          </a:xfrm>
          <a:prstGeom prst="ellipse">
            <a:avLst/>
          </a:prstGeom>
          <a:solidFill>
            <a:srgbClr val="7F8C97">
              <a:alpha val="48000"/>
            </a:srgbClr>
          </a:solidFill>
          <a:ln w="0">
            <a:noFill/>
            <a:prstDash val="solid"/>
          </a:ln>
        </p:spPr>
      </p:sp>
      <p:sp>
        <p:nvSpPr>
          <p:cNvPr id="698" name="01_find_only_697">
            <a:extLst>
              <a:ext uri="{FF2B5EF4-FFF2-40B4-BE49-F238E27FC236}">
                <a16:creationId xmlns:a16="http://schemas.microsoft.com/office/drawing/2014/main" id="{39F49F5B-21B7-4840-ACBF-0820F119D800}"/>
              </a:ext>
            </a:extLst>
          </p:cNvPr>
          <p:cNvSpPr>
            <a:spLocks noGrp="1"/>
          </p:cNvSpPr>
          <p:nvPr/>
        </p:nvSpPr>
        <p:spPr>
          <a:xfrm>
            <a:off x="2068770" y="3066738"/>
            <a:ext cx="28398" cy="28398"/>
          </a:xfrm>
          <a:prstGeom prst="ellipse">
            <a:avLst/>
          </a:prstGeom>
          <a:solidFill>
            <a:srgbClr val="7F8C97">
              <a:alpha val="48000"/>
            </a:srgbClr>
          </a:solidFill>
          <a:ln w="0">
            <a:noFill/>
            <a:prstDash val="solid"/>
          </a:ln>
        </p:spPr>
      </p:sp>
      <p:sp>
        <p:nvSpPr>
          <p:cNvPr id="699" name="01_find_only_698">
            <a:extLst>
              <a:ext uri="{FF2B5EF4-FFF2-40B4-BE49-F238E27FC236}">
                <a16:creationId xmlns:a16="http://schemas.microsoft.com/office/drawing/2014/main" id="{AC5E3190-5DE5-4135-A3DF-E679D3F4D327}"/>
              </a:ext>
            </a:extLst>
          </p:cNvPr>
          <p:cNvSpPr>
            <a:spLocks noGrp="1"/>
          </p:cNvSpPr>
          <p:nvPr/>
        </p:nvSpPr>
        <p:spPr>
          <a:xfrm>
            <a:off x="2011541" y="2855402"/>
            <a:ext cx="28398" cy="28398"/>
          </a:xfrm>
          <a:prstGeom prst="ellipse">
            <a:avLst/>
          </a:prstGeom>
          <a:solidFill>
            <a:srgbClr val="7F8C97">
              <a:alpha val="48000"/>
            </a:srgbClr>
          </a:solidFill>
          <a:ln w="0">
            <a:noFill/>
            <a:prstDash val="solid"/>
          </a:ln>
        </p:spPr>
      </p:sp>
      <p:sp>
        <p:nvSpPr>
          <p:cNvPr id="700" name="01_find_only_699">
            <a:extLst>
              <a:ext uri="{FF2B5EF4-FFF2-40B4-BE49-F238E27FC236}">
                <a16:creationId xmlns:a16="http://schemas.microsoft.com/office/drawing/2014/main" id="{ED538878-248A-4506-84B2-7A6ECFD8F6F2}"/>
              </a:ext>
            </a:extLst>
          </p:cNvPr>
          <p:cNvSpPr>
            <a:spLocks noGrp="1"/>
          </p:cNvSpPr>
          <p:nvPr/>
        </p:nvSpPr>
        <p:spPr>
          <a:xfrm>
            <a:off x="2077831" y="3278074"/>
            <a:ext cx="28398" cy="28398"/>
          </a:xfrm>
          <a:prstGeom prst="ellipse">
            <a:avLst/>
          </a:prstGeom>
          <a:solidFill>
            <a:srgbClr val="7F8C97">
              <a:alpha val="48000"/>
            </a:srgbClr>
          </a:solidFill>
          <a:ln w="0">
            <a:noFill/>
            <a:prstDash val="solid"/>
          </a:ln>
        </p:spPr>
      </p:sp>
      <p:sp>
        <p:nvSpPr>
          <p:cNvPr id="701" name="01_find_only_700">
            <a:extLst>
              <a:ext uri="{FF2B5EF4-FFF2-40B4-BE49-F238E27FC236}">
                <a16:creationId xmlns:a16="http://schemas.microsoft.com/office/drawing/2014/main" id="{614F4901-A795-4F29-82C5-6B24739F0C0F}"/>
              </a:ext>
            </a:extLst>
          </p:cNvPr>
          <p:cNvSpPr>
            <a:spLocks noGrp="1"/>
          </p:cNvSpPr>
          <p:nvPr/>
        </p:nvSpPr>
        <p:spPr>
          <a:xfrm>
            <a:off x="2081074" y="2855402"/>
            <a:ext cx="28398" cy="28398"/>
          </a:xfrm>
          <a:prstGeom prst="ellipse">
            <a:avLst/>
          </a:prstGeom>
          <a:solidFill>
            <a:srgbClr val="7F8C97">
              <a:alpha val="48000"/>
            </a:srgbClr>
          </a:solidFill>
          <a:ln w="0">
            <a:noFill/>
            <a:prstDash val="solid"/>
          </a:ln>
        </p:spPr>
      </p:sp>
      <p:sp>
        <p:nvSpPr>
          <p:cNvPr id="702" name="01_find_only_701">
            <a:extLst>
              <a:ext uri="{FF2B5EF4-FFF2-40B4-BE49-F238E27FC236}">
                <a16:creationId xmlns:a16="http://schemas.microsoft.com/office/drawing/2014/main" id="{1CD8FD14-0555-42DE-AE4F-E7315E679209}"/>
              </a:ext>
            </a:extLst>
          </p:cNvPr>
          <p:cNvSpPr>
            <a:spLocks noGrp="1"/>
          </p:cNvSpPr>
          <p:nvPr/>
        </p:nvSpPr>
        <p:spPr>
          <a:xfrm>
            <a:off x="2070963" y="2855402"/>
            <a:ext cx="28398" cy="28398"/>
          </a:xfrm>
          <a:prstGeom prst="ellipse">
            <a:avLst/>
          </a:prstGeom>
          <a:solidFill>
            <a:srgbClr val="7F8C97">
              <a:alpha val="48000"/>
            </a:srgbClr>
          </a:solidFill>
          <a:ln w="0">
            <a:noFill/>
            <a:prstDash val="solid"/>
          </a:ln>
        </p:spPr>
      </p:sp>
      <p:sp>
        <p:nvSpPr>
          <p:cNvPr id="703" name="01_find_only_702">
            <a:extLst>
              <a:ext uri="{FF2B5EF4-FFF2-40B4-BE49-F238E27FC236}">
                <a16:creationId xmlns:a16="http://schemas.microsoft.com/office/drawing/2014/main" id="{1C1E9496-ED92-4080-BFB3-BDD3E373FE17}"/>
              </a:ext>
            </a:extLst>
          </p:cNvPr>
          <p:cNvSpPr>
            <a:spLocks noGrp="1"/>
          </p:cNvSpPr>
          <p:nvPr/>
        </p:nvSpPr>
        <p:spPr>
          <a:xfrm>
            <a:off x="2070105" y="2855402"/>
            <a:ext cx="28398" cy="28398"/>
          </a:xfrm>
          <a:prstGeom prst="ellipse">
            <a:avLst/>
          </a:prstGeom>
          <a:solidFill>
            <a:srgbClr val="7F8C97">
              <a:alpha val="48000"/>
            </a:srgbClr>
          </a:solidFill>
          <a:ln w="0">
            <a:noFill/>
            <a:prstDash val="solid"/>
          </a:ln>
        </p:spPr>
      </p:sp>
      <p:sp>
        <p:nvSpPr>
          <p:cNvPr id="704" name="01_find_only_703">
            <a:extLst>
              <a:ext uri="{FF2B5EF4-FFF2-40B4-BE49-F238E27FC236}">
                <a16:creationId xmlns:a16="http://schemas.microsoft.com/office/drawing/2014/main" id="{23FEFC27-EACC-4287-9526-4F5322FE6B6C}"/>
              </a:ext>
            </a:extLst>
          </p:cNvPr>
          <p:cNvSpPr>
            <a:spLocks noGrp="1"/>
          </p:cNvSpPr>
          <p:nvPr/>
        </p:nvSpPr>
        <p:spPr>
          <a:xfrm>
            <a:off x="2074206" y="2855402"/>
            <a:ext cx="28398" cy="28398"/>
          </a:xfrm>
          <a:prstGeom prst="ellipse">
            <a:avLst/>
          </a:prstGeom>
          <a:solidFill>
            <a:srgbClr val="7F8C97">
              <a:alpha val="48000"/>
            </a:srgbClr>
          </a:solidFill>
          <a:ln w="0">
            <a:noFill/>
            <a:prstDash val="solid"/>
          </a:ln>
        </p:spPr>
      </p:sp>
      <p:sp>
        <p:nvSpPr>
          <p:cNvPr id="705" name="01_find_only_704">
            <a:extLst>
              <a:ext uri="{FF2B5EF4-FFF2-40B4-BE49-F238E27FC236}">
                <a16:creationId xmlns:a16="http://schemas.microsoft.com/office/drawing/2014/main" id="{0832F2F9-6FCE-48EE-95D1-AFF245D3D85F}"/>
              </a:ext>
            </a:extLst>
          </p:cNvPr>
          <p:cNvSpPr>
            <a:spLocks noGrp="1"/>
          </p:cNvSpPr>
          <p:nvPr/>
        </p:nvSpPr>
        <p:spPr>
          <a:xfrm>
            <a:off x="2056179" y="2855402"/>
            <a:ext cx="28398" cy="28398"/>
          </a:xfrm>
          <a:prstGeom prst="ellipse">
            <a:avLst/>
          </a:prstGeom>
          <a:solidFill>
            <a:srgbClr val="7F8C97">
              <a:alpha val="48000"/>
            </a:srgbClr>
          </a:solidFill>
          <a:ln w="0">
            <a:noFill/>
            <a:prstDash val="solid"/>
          </a:ln>
        </p:spPr>
      </p:sp>
      <p:sp>
        <p:nvSpPr>
          <p:cNvPr id="706" name="01_find_only_705">
            <a:extLst>
              <a:ext uri="{FF2B5EF4-FFF2-40B4-BE49-F238E27FC236}">
                <a16:creationId xmlns:a16="http://schemas.microsoft.com/office/drawing/2014/main" id="{D87CDBC4-AC88-414B-8334-A648775FA601}"/>
              </a:ext>
            </a:extLst>
          </p:cNvPr>
          <p:cNvSpPr>
            <a:spLocks noGrp="1"/>
          </p:cNvSpPr>
          <p:nvPr/>
        </p:nvSpPr>
        <p:spPr>
          <a:xfrm>
            <a:off x="2006676" y="2855402"/>
            <a:ext cx="28398" cy="28398"/>
          </a:xfrm>
          <a:prstGeom prst="ellipse">
            <a:avLst/>
          </a:prstGeom>
          <a:solidFill>
            <a:srgbClr val="7F8C97">
              <a:alpha val="48000"/>
            </a:srgbClr>
          </a:solidFill>
          <a:ln w="0">
            <a:noFill/>
            <a:prstDash val="solid"/>
          </a:ln>
        </p:spPr>
      </p:sp>
      <p:sp>
        <p:nvSpPr>
          <p:cNvPr id="707" name="01_find_only_706">
            <a:extLst>
              <a:ext uri="{FF2B5EF4-FFF2-40B4-BE49-F238E27FC236}">
                <a16:creationId xmlns:a16="http://schemas.microsoft.com/office/drawing/2014/main" id="{4B0B0635-EAA6-4020-9A7B-3448E18A0B67}"/>
              </a:ext>
            </a:extLst>
          </p:cNvPr>
          <p:cNvSpPr>
            <a:spLocks noGrp="1"/>
          </p:cNvSpPr>
          <p:nvPr/>
        </p:nvSpPr>
        <p:spPr>
          <a:xfrm>
            <a:off x="2055989" y="3278074"/>
            <a:ext cx="28398" cy="28398"/>
          </a:xfrm>
          <a:prstGeom prst="ellipse">
            <a:avLst/>
          </a:prstGeom>
          <a:solidFill>
            <a:srgbClr val="7F8C97">
              <a:alpha val="48000"/>
            </a:srgbClr>
          </a:solidFill>
          <a:ln w="0">
            <a:noFill/>
            <a:prstDash val="solid"/>
          </a:ln>
        </p:spPr>
      </p:sp>
      <p:sp>
        <p:nvSpPr>
          <p:cNvPr id="708" name="01_find_only_707">
            <a:extLst>
              <a:ext uri="{FF2B5EF4-FFF2-40B4-BE49-F238E27FC236}">
                <a16:creationId xmlns:a16="http://schemas.microsoft.com/office/drawing/2014/main" id="{9257CF74-D11E-4366-A846-33FA940F6EFF}"/>
              </a:ext>
            </a:extLst>
          </p:cNvPr>
          <p:cNvSpPr>
            <a:spLocks noGrp="1"/>
          </p:cNvSpPr>
          <p:nvPr/>
        </p:nvSpPr>
        <p:spPr>
          <a:xfrm>
            <a:off x="2019267" y="2855402"/>
            <a:ext cx="28398" cy="28398"/>
          </a:xfrm>
          <a:prstGeom prst="ellipse">
            <a:avLst/>
          </a:prstGeom>
          <a:solidFill>
            <a:srgbClr val="7F8C97">
              <a:alpha val="48000"/>
            </a:srgbClr>
          </a:solidFill>
          <a:ln w="0">
            <a:noFill/>
            <a:prstDash val="solid"/>
          </a:ln>
        </p:spPr>
      </p:sp>
      <p:sp>
        <p:nvSpPr>
          <p:cNvPr id="709" name="01_find_only_708">
            <a:extLst>
              <a:ext uri="{FF2B5EF4-FFF2-40B4-BE49-F238E27FC236}">
                <a16:creationId xmlns:a16="http://schemas.microsoft.com/office/drawing/2014/main" id="{9ACB97A6-4405-471E-B274-194309C4A409}"/>
              </a:ext>
            </a:extLst>
          </p:cNvPr>
          <p:cNvSpPr>
            <a:spLocks noGrp="1"/>
          </p:cNvSpPr>
          <p:nvPr/>
        </p:nvSpPr>
        <p:spPr>
          <a:xfrm>
            <a:off x="2070487" y="3343100"/>
            <a:ext cx="28398" cy="28398"/>
          </a:xfrm>
          <a:prstGeom prst="ellipse">
            <a:avLst/>
          </a:prstGeom>
          <a:solidFill>
            <a:srgbClr val="7F8C97">
              <a:alpha val="48000"/>
            </a:srgbClr>
          </a:solidFill>
          <a:ln w="0">
            <a:noFill/>
            <a:prstDash val="solid"/>
          </a:ln>
        </p:spPr>
      </p:sp>
      <p:sp>
        <p:nvSpPr>
          <p:cNvPr id="710" name="01_find_only_709">
            <a:extLst>
              <a:ext uri="{FF2B5EF4-FFF2-40B4-BE49-F238E27FC236}">
                <a16:creationId xmlns:a16="http://schemas.microsoft.com/office/drawing/2014/main" id="{31CAA8FD-AF6C-4275-B6BA-EA237DACFD05}"/>
              </a:ext>
            </a:extLst>
          </p:cNvPr>
          <p:cNvSpPr>
            <a:spLocks noGrp="1"/>
          </p:cNvSpPr>
          <p:nvPr/>
        </p:nvSpPr>
        <p:spPr>
          <a:xfrm>
            <a:off x="2083077" y="3348519"/>
            <a:ext cx="28398" cy="28398"/>
          </a:xfrm>
          <a:prstGeom prst="ellipse">
            <a:avLst/>
          </a:prstGeom>
          <a:solidFill>
            <a:srgbClr val="7F8C97">
              <a:alpha val="48000"/>
            </a:srgbClr>
          </a:solidFill>
          <a:ln w="0">
            <a:noFill/>
            <a:prstDash val="solid"/>
          </a:ln>
        </p:spPr>
      </p:sp>
      <p:sp>
        <p:nvSpPr>
          <p:cNvPr id="711" name="01_find_only_710">
            <a:extLst>
              <a:ext uri="{FF2B5EF4-FFF2-40B4-BE49-F238E27FC236}">
                <a16:creationId xmlns:a16="http://schemas.microsoft.com/office/drawing/2014/main" id="{C9486BDC-995C-48E5-8718-E06BC3444200}"/>
              </a:ext>
            </a:extLst>
          </p:cNvPr>
          <p:cNvSpPr>
            <a:spLocks noGrp="1"/>
          </p:cNvSpPr>
          <p:nvPr/>
        </p:nvSpPr>
        <p:spPr>
          <a:xfrm>
            <a:off x="2017741" y="2855402"/>
            <a:ext cx="28398" cy="28398"/>
          </a:xfrm>
          <a:prstGeom prst="ellipse">
            <a:avLst/>
          </a:prstGeom>
          <a:solidFill>
            <a:srgbClr val="7F8C97">
              <a:alpha val="48000"/>
            </a:srgbClr>
          </a:solidFill>
          <a:ln w="0">
            <a:noFill/>
            <a:prstDash val="solid"/>
          </a:ln>
        </p:spPr>
      </p:sp>
      <p:sp>
        <p:nvSpPr>
          <p:cNvPr id="712" name="01_find_only_711">
            <a:extLst>
              <a:ext uri="{FF2B5EF4-FFF2-40B4-BE49-F238E27FC236}">
                <a16:creationId xmlns:a16="http://schemas.microsoft.com/office/drawing/2014/main" id="{4979660D-C5DD-4B1B-8D80-B687509EA76C}"/>
              </a:ext>
            </a:extLst>
          </p:cNvPr>
          <p:cNvSpPr>
            <a:spLocks noGrp="1"/>
          </p:cNvSpPr>
          <p:nvPr/>
        </p:nvSpPr>
        <p:spPr>
          <a:xfrm>
            <a:off x="2071345" y="2855402"/>
            <a:ext cx="28398" cy="28398"/>
          </a:xfrm>
          <a:prstGeom prst="ellipse">
            <a:avLst/>
          </a:prstGeom>
          <a:solidFill>
            <a:srgbClr val="7F8C97">
              <a:alpha val="48000"/>
            </a:srgbClr>
          </a:solidFill>
          <a:ln w="0">
            <a:noFill/>
            <a:prstDash val="solid"/>
          </a:ln>
        </p:spPr>
      </p:sp>
      <p:sp>
        <p:nvSpPr>
          <p:cNvPr id="713" name="01_find_only_712">
            <a:extLst>
              <a:ext uri="{FF2B5EF4-FFF2-40B4-BE49-F238E27FC236}">
                <a16:creationId xmlns:a16="http://schemas.microsoft.com/office/drawing/2014/main" id="{30F556A8-0288-4D90-B98B-A799947B869D}"/>
              </a:ext>
            </a:extLst>
          </p:cNvPr>
          <p:cNvSpPr>
            <a:spLocks noGrp="1"/>
          </p:cNvSpPr>
          <p:nvPr/>
        </p:nvSpPr>
        <p:spPr>
          <a:xfrm>
            <a:off x="2022510" y="3489410"/>
            <a:ext cx="28398" cy="28398"/>
          </a:xfrm>
          <a:prstGeom prst="ellipse">
            <a:avLst/>
          </a:prstGeom>
          <a:solidFill>
            <a:srgbClr val="7F8C97">
              <a:alpha val="48000"/>
            </a:srgbClr>
          </a:solidFill>
          <a:ln w="0">
            <a:noFill/>
            <a:prstDash val="solid"/>
          </a:ln>
        </p:spPr>
      </p:sp>
      <p:sp>
        <p:nvSpPr>
          <p:cNvPr id="714" name="01_find_only_713">
            <a:extLst>
              <a:ext uri="{FF2B5EF4-FFF2-40B4-BE49-F238E27FC236}">
                <a16:creationId xmlns:a16="http://schemas.microsoft.com/office/drawing/2014/main" id="{AD0EFF97-EEA7-459E-9E50-C229FBC0B90D}"/>
              </a:ext>
            </a:extLst>
          </p:cNvPr>
          <p:cNvSpPr>
            <a:spLocks noGrp="1"/>
          </p:cNvSpPr>
          <p:nvPr/>
        </p:nvSpPr>
        <p:spPr>
          <a:xfrm>
            <a:off x="2026706" y="3278074"/>
            <a:ext cx="28398" cy="28398"/>
          </a:xfrm>
          <a:prstGeom prst="ellipse">
            <a:avLst/>
          </a:prstGeom>
          <a:solidFill>
            <a:srgbClr val="7F8C97">
              <a:alpha val="48000"/>
            </a:srgbClr>
          </a:solidFill>
          <a:ln w="0">
            <a:noFill/>
            <a:prstDash val="solid"/>
          </a:ln>
        </p:spPr>
      </p:sp>
      <p:sp>
        <p:nvSpPr>
          <p:cNvPr id="715" name="01_find_only_714">
            <a:extLst>
              <a:ext uri="{FF2B5EF4-FFF2-40B4-BE49-F238E27FC236}">
                <a16:creationId xmlns:a16="http://schemas.microsoft.com/office/drawing/2014/main" id="{B20F92C7-AC8C-4B7F-8325-E777D6B2FCC6}"/>
              </a:ext>
            </a:extLst>
          </p:cNvPr>
          <p:cNvSpPr>
            <a:spLocks noGrp="1"/>
          </p:cNvSpPr>
          <p:nvPr/>
        </p:nvSpPr>
        <p:spPr>
          <a:xfrm>
            <a:off x="2015356" y="2855402"/>
            <a:ext cx="28398" cy="28398"/>
          </a:xfrm>
          <a:prstGeom prst="ellipse">
            <a:avLst/>
          </a:prstGeom>
          <a:solidFill>
            <a:srgbClr val="7F8C97">
              <a:alpha val="48000"/>
            </a:srgbClr>
          </a:solidFill>
          <a:ln w="0">
            <a:noFill/>
            <a:prstDash val="solid"/>
          </a:ln>
        </p:spPr>
      </p:sp>
      <p:sp>
        <p:nvSpPr>
          <p:cNvPr id="716" name="01_find_only_715">
            <a:extLst>
              <a:ext uri="{FF2B5EF4-FFF2-40B4-BE49-F238E27FC236}">
                <a16:creationId xmlns:a16="http://schemas.microsoft.com/office/drawing/2014/main" id="{F695135C-6F6D-4A8A-B3E2-C33D040D9954}"/>
              </a:ext>
            </a:extLst>
          </p:cNvPr>
          <p:cNvSpPr>
            <a:spLocks noGrp="1"/>
          </p:cNvSpPr>
          <p:nvPr/>
        </p:nvSpPr>
        <p:spPr>
          <a:xfrm>
            <a:off x="2070296" y="3013904"/>
            <a:ext cx="28398" cy="28398"/>
          </a:xfrm>
          <a:prstGeom prst="ellipse">
            <a:avLst/>
          </a:prstGeom>
          <a:solidFill>
            <a:srgbClr val="7F8C97">
              <a:alpha val="48000"/>
            </a:srgbClr>
          </a:solidFill>
          <a:ln w="0">
            <a:noFill/>
            <a:prstDash val="solid"/>
          </a:ln>
        </p:spPr>
      </p:sp>
      <p:sp>
        <p:nvSpPr>
          <p:cNvPr id="717" name="01_find_only_716">
            <a:extLst>
              <a:ext uri="{FF2B5EF4-FFF2-40B4-BE49-F238E27FC236}">
                <a16:creationId xmlns:a16="http://schemas.microsoft.com/office/drawing/2014/main" id="{3407BAD3-AA23-4CB7-961F-F874107DA56E}"/>
              </a:ext>
            </a:extLst>
          </p:cNvPr>
          <p:cNvSpPr>
            <a:spLocks noGrp="1"/>
          </p:cNvSpPr>
          <p:nvPr/>
        </p:nvSpPr>
        <p:spPr>
          <a:xfrm>
            <a:off x="2094904" y="2855402"/>
            <a:ext cx="28398" cy="28398"/>
          </a:xfrm>
          <a:prstGeom prst="ellipse">
            <a:avLst/>
          </a:prstGeom>
          <a:solidFill>
            <a:srgbClr val="7F8C97">
              <a:alpha val="48000"/>
            </a:srgbClr>
          </a:solidFill>
          <a:ln w="0">
            <a:noFill/>
            <a:prstDash val="solid"/>
          </a:ln>
        </p:spPr>
      </p:sp>
      <p:sp>
        <p:nvSpPr>
          <p:cNvPr id="718" name="01_find_only_717">
            <a:extLst>
              <a:ext uri="{FF2B5EF4-FFF2-40B4-BE49-F238E27FC236}">
                <a16:creationId xmlns:a16="http://schemas.microsoft.com/office/drawing/2014/main" id="{70BF7971-2948-40F5-B005-82446B9C204B}"/>
              </a:ext>
            </a:extLst>
          </p:cNvPr>
          <p:cNvSpPr>
            <a:spLocks noGrp="1"/>
          </p:cNvSpPr>
          <p:nvPr/>
        </p:nvSpPr>
        <p:spPr>
          <a:xfrm>
            <a:off x="2099006" y="3579982"/>
            <a:ext cx="28398" cy="28398"/>
          </a:xfrm>
          <a:prstGeom prst="ellipse">
            <a:avLst/>
          </a:prstGeom>
          <a:solidFill>
            <a:srgbClr val="7F8C97">
              <a:alpha val="48000"/>
            </a:srgbClr>
          </a:solidFill>
          <a:ln w="0">
            <a:noFill/>
            <a:prstDash val="solid"/>
          </a:ln>
        </p:spPr>
      </p:sp>
      <p:sp>
        <p:nvSpPr>
          <p:cNvPr id="719" name="01_find_only_718">
            <a:extLst>
              <a:ext uri="{FF2B5EF4-FFF2-40B4-BE49-F238E27FC236}">
                <a16:creationId xmlns:a16="http://schemas.microsoft.com/office/drawing/2014/main" id="{4A6DC209-EDE0-40F0-BC3F-716D147C677A}"/>
              </a:ext>
            </a:extLst>
          </p:cNvPr>
          <p:cNvSpPr>
            <a:spLocks noGrp="1"/>
          </p:cNvSpPr>
          <p:nvPr/>
        </p:nvSpPr>
        <p:spPr>
          <a:xfrm>
            <a:off x="2040060" y="2855402"/>
            <a:ext cx="28398" cy="28398"/>
          </a:xfrm>
          <a:prstGeom prst="ellipse">
            <a:avLst/>
          </a:prstGeom>
          <a:solidFill>
            <a:srgbClr val="7F8C97">
              <a:alpha val="48000"/>
            </a:srgbClr>
          </a:solidFill>
          <a:ln w="0">
            <a:noFill/>
            <a:prstDash val="solid"/>
          </a:ln>
        </p:spPr>
      </p:sp>
      <p:sp>
        <p:nvSpPr>
          <p:cNvPr id="720" name="01_find_only_719">
            <a:extLst>
              <a:ext uri="{FF2B5EF4-FFF2-40B4-BE49-F238E27FC236}">
                <a16:creationId xmlns:a16="http://schemas.microsoft.com/office/drawing/2014/main" id="{71CA8CD1-0385-486C-A7BB-CAAB2D2307D6}"/>
              </a:ext>
            </a:extLst>
          </p:cNvPr>
          <p:cNvSpPr>
            <a:spLocks noGrp="1"/>
          </p:cNvSpPr>
          <p:nvPr/>
        </p:nvSpPr>
        <p:spPr>
          <a:xfrm>
            <a:off x="2075065" y="3278074"/>
            <a:ext cx="28398" cy="28398"/>
          </a:xfrm>
          <a:prstGeom prst="ellipse">
            <a:avLst/>
          </a:prstGeom>
          <a:solidFill>
            <a:srgbClr val="7F8C97">
              <a:alpha val="48000"/>
            </a:srgbClr>
          </a:solidFill>
          <a:ln w="0">
            <a:noFill/>
            <a:prstDash val="solid"/>
          </a:ln>
        </p:spPr>
      </p:sp>
      <p:sp>
        <p:nvSpPr>
          <p:cNvPr id="721" name="01_find_only_720">
            <a:extLst>
              <a:ext uri="{FF2B5EF4-FFF2-40B4-BE49-F238E27FC236}">
                <a16:creationId xmlns:a16="http://schemas.microsoft.com/office/drawing/2014/main" id="{02B6ACFB-B254-4486-956F-14D22D88A0A5}"/>
              </a:ext>
            </a:extLst>
          </p:cNvPr>
          <p:cNvSpPr>
            <a:spLocks noGrp="1"/>
          </p:cNvSpPr>
          <p:nvPr/>
        </p:nvSpPr>
        <p:spPr>
          <a:xfrm>
            <a:off x="2093569" y="2855402"/>
            <a:ext cx="28398" cy="28398"/>
          </a:xfrm>
          <a:prstGeom prst="ellipse">
            <a:avLst/>
          </a:prstGeom>
          <a:solidFill>
            <a:srgbClr val="7F8C97">
              <a:alpha val="48000"/>
            </a:srgbClr>
          </a:solidFill>
          <a:ln w="0">
            <a:noFill/>
            <a:prstDash val="solid"/>
          </a:ln>
        </p:spPr>
      </p:sp>
      <p:sp>
        <p:nvSpPr>
          <p:cNvPr id="722" name="01_find_only_721">
            <a:extLst>
              <a:ext uri="{FF2B5EF4-FFF2-40B4-BE49-F238E27FC236}">
                <a16:creationId xmlns:a16="http://schemas.microsoft.com/office/drawing/2014/main" id="{DA563FFA-ED3C-4396-AF19-8B2BA5FE7C6E}"/>
              </a:ext>
            </a:extLst>
          </p:cNvPr>
          <p:cNvSpPr>
            <a:spLocks noGrp="1"/>
          </p:cNvSpPr>
          <p:nvPr/>
        </p:nvSpPr>
        <p:spPr>
          <a:xfrm>
            <a:off x="2082314" y="3278074"/>
            <a:ext cx="28398" cy="28398"/>
          </a:xfrm>
          <a:prstGeom prst="ellipse">
            <a:avLst/>
          </a:prstGeom>
          <a:solidFill>
            <a:srgbClr val="7F8C97">
              <a:alpha val="48000"/>
            </a:srgbClr>
          </a:solidFill>
          <a:ln w="0">
            <a:noFill/>
            <a:prstDash val="solid"/>
          </a:ln>
        </p:spPr>
      </p:sp>
      <p:sp>
        <p:nvSpPr>
          <p:cNvPr id="723" name="01_find_only_722">
            <a:extLst>
              <a:ext uri="{FF2B5EF4-FFF2-40B4-BE49-F238E27FC236}">
                <a16:creationId xmlns:a16="http://schemas.microsoft.com/office/drawing/2014/main" id="{2A7AAF09-241D-41B9-B3A0-29A640483552}"/>
              </a:ext>
            </a:extLst>
          </p:cNvPr>
          <p:cNvSpPr>
            <a:spLocks noGrp="1"/>
          </p:cNvSpPr>
          <p:nvPr/>
        </p:nvSpPr>
        <p:spPr>
          <a:xfrm>
            <a:off x="2072203" y="4123418"/>
            <a:ext cx="28398" cy="28398"/>
          </a:xfrm>
          <a:prstGeom prst="ellipse">
            <a:avLst/>
          </a:prstGeom>
          <a:solidFill>
            <a:srgbClr val="7F8C97">
              <a:alpha val="48000"/>
            </a:srgbClr>
          </a:solidFill>
          <a:ln w="0">
            <a:noFill/>
            <a:prstDash val="solid"/>
          </a:ln>
        </p:spPr>
      </p:sp>
      <p:sp>
        <p:nvSpPr>
          <p:cNvPr id="724" name="01_find_only_723">
            <a:extLst>
              <a:ext uri="{FF2B5EF4-FFF2-40B4-BE49-F238E27FC236}">
                <a16:creationId xmlns:a16="http://schemas.microsoft.com/office/drawing/2014/main" id="{D9761904-A242-4D8E-9FF7-5B86A47CAFC3}"/>
              </a:ext>
            </a:extLst>
          </p:cNvPr>
          <p:cNvSpPr>
            <a:spLocks noGrp="1"/>
          </p:cNvSpPr>
          <p:nvPr/>
        </p:nvSpPr>
        <p:spPr>
          <a:xfrm>
            <a:off x="2048835" y="2855402"/>
            <a:ext cx="28398" cy="28398"/>
          </a:xfrm>
          <a:prstGeom prst="ellipse">
            <a:avLst/>
          </a:prstGeom>
          <a:solidFill>
            <a:srgbClr val="7F8C97">
              <a:alpha val="48000"/>
            </a:srgbClr>
          </a:solidFill>
          <a:ln w="0">
            <a:noFill/>
            <a:prstDash val="solid"/>
          </a:ln>
        </p:spPr>
      </p:sp>
      <p:sp>
        <p:nvSpPr>
          <p:cNvPr id="725" name="01_find_only_724">
            <a:extLst>
              <a:ext uri="{FF2B5EF4-FFF2-40B4-BE49-F238E27FC236}">
                <a16:creationId xmlns:a16="http://schemas.microsoft.com/office/drawing/2014/main" id="{E829F6A2-042F-44AD-B448-841929BDD6B0}"/>
              </a:ext>
            </a:extLst>
          </p:cNvPr>
          <p:cNvSpPr>
            <a:spLocks noGrp="1"/>
          </p:cNvSpPr>
          <p:nvPr/>
        </p:nvSpPr>
        <p:spPr>
          <a:xfrm>
            <a:off x="2045973" y="3805042"/>
            <a:ext cx="28398" cy="28398"/>
          </a:xfrm>
          <a:prstGeom prst="ellipse">
            <a:avLst/>
          </a:prstGeom>
          <a:solidFill>
            <a:srgbClr val="7F8C97">
              <a:alpha val="48000"/>
            </a:srgbClr>
          </a:solidFill>
          <a:ln w="0">
            <a:noFill/>
            <a:prstDash val="solid"/>
          </a:ln>
        </p:spPr>
      </p:sp>
      <p:sp>
        <p:nvSpPr>
          <p:cNvPr id="726" name="01_find_only_725">
            <a:extLst>
              <a:ext uri="{FF2B5EF4-FFF2-40B4-BE49-F238E27FC236}">
                <a16:creationId xmlns:a16="http://schemas.microsoft.com/office/drawing/2014/main" id="{2E020D39-27BC-4C43-A5B3-C2B3472D4F5D}"/>
              </a:ext>
            </a:extLst>
          </p:cNvPr>
          <p:cNvSpPr>
            <a:spLocks noGrp="1"/>
          </p:cNvSpPr>
          <p:nvPr/>
        </p:nvSpPr>
        <p:spPr>
          <a:xfrm>
            <a:off x="2014211" y="2855402"/>
            <a:ext cx="28398" cy="28398"/>
          </a:xfrm>
          <a:prstGeom prst="ellipse">
            <a:avLst/>
          </a:prstGeom>
          <a:solidFill>
            <a:srgbClr val="7F8C97">
              <a:alpha val="48000"/>
            </a:srgbClr>
          </a:solidFill>
          <a:ln w="0">
            <a:noFill/>
            <a:prstDash val="solid"/>
          </a:ln>
        </p:spPr>
      </p:sp>
      <p:sp>
        <p:nvSpPr>
          <p:cNvPr id="727" name="01_find_only_726">
            <a:extLst>
              <a:ext uri="{FF2B5EF4-FFF2-40B4-BE49-F238E27FC236}">
                <a16:creationId xmlns:a16="http://schemas.microsoft.com/office/drawing/2014/main" id="{B5186B82-33D6-4B25-86DE-19F62529B9ED}"/>
              </a:ext>
            </a:extLst>
          </p:cNvPr>
          <p:cNvSpPr>
            <a:spLocks noGrp="1"/>
          </p:cNvSpPr>
          <p:nvPr/>
        </p:nvSpPr>
        <p:spPr>
          <a:xfrm>
            <a:off x="2093855" y="2855402"/>
            <a:ext cx="28398" cy="28398"/>
          </a:xfrm>
          <a:prstGeom prst="ellipse">
            <a:avLst/>
          </a:prstGeom>
          <a:solidFill>
            <a:srgbClr val="7F8C97">
              <a:alpha val="48000"/>
            </a:srgbClr>
          </a:solidFill>
          <a:ln w="0">
            <a:noFill/>
            <a:prstDash val="solid"/>
          </a:ln>
        </p:spPr>
      </p:sp>
      <p:sp>
        <p:nvSpPr>
          <p:cNvPr id="728" name="01_find_only_727">
            <a:extLst>
              <a:ext uri="{FF2B5EF4-FFF2-40B4-BE49-F238E27FC236}">
                <a16:creationId xmlns:a16="http://schemas.microsoft.com/office/drawing/2014/main" id="{60DE58A7-E5E2-497B-BE45-A335646A05C0}"/>
              </a:ext>
            </a:extLst>
          </p:cNvPr>
          <p:cNvSpPr>
            <a:spLocks noGrp="1"/>
          </p:cNvSpPr>
          <p:nvPr/>
        </p:nvSpPr>
        <p:spPr>
          <a:xfrm>
            <a:off x="2083745" y="2855402"/>
            <a:ext cx="28398" cy="28398"/>
          </a:xfrm>
          <a:prstGeom prst="ellipse">
            <a:avLst/>
          </a:prstGeom>
          <a:solidFill>
            <a:srgbClr val="7F8C97">
              <a:alpha val="48000"/>
            </a:srgbClr>
          </a:solidFill>
          <a:ln w="0">
            <a:noFill/>
            <a:prstDash val="solid"/>
          </a:ln>
        </p:spPr>
      </p:sp>
      <p:sp>
        <p:nvSpPr>
          <p:cNvPr id="729" name="01_find_only_728">
            <a:extLst>
              <a:ext uri="{FF2B5EF4-FFF2-40B4-BE49-F238E27FC236}">
                <a16:creationId xmlns:a16="http://schemas.microsoft.com/office/drawing/2014/main" id="{73044635-F3FA-4EBB-95A9-CC16622C4131}"/>
              </a:ext>
            </a:extLst>
          </p:cNvPr>
          <p:cNvSpPr>
            <a:spLocks noGrp="1"/>
          </p:cNvSpPr>
          <p:nvPr/>
        </p:nvSpPr>
        <p:spPr>
          <a:xfrm>
            <a:off x="2069342" y="2855402"/>
            <a:ext cx="28398" cy="28398"/>
          </a:xfrm>
          <a:prstGeom prst="ellipse">
            <a:avLst/>
          </a:prstGeom>
          <a:solidFill>
            <a:srgbClr val="7F8C97">
              <a:alpha val="48000"/>
            </a:srgbClr>
          </a:solidFill>
          <a:ln w="0">
            <a:noFill/>
            <a:prstDash val="solid"/>
          </a:ln>
        </p:spPr>
      </p:sp>
      <p:sp>
        <p:nvSpPr>
          <p:cNvPr id="730" name="01_find_only_729">
            <a:extLst>
              <a:ext uri="{FF2B5EF4-FFF2-40B4-BE49-F238E27FC236}">
                <a16:creationId xmlns:a16="http://schemas.microsoft.com/office/drawing/2014/main" id="{844B7E61-9980-477E-9F5A-78688E82A032}"/>
              </a:ext>
            </a:extLst>
          </p:cNvPr>
          <p:cNvSpPr>
            <a:spLocks noGrp="1"/>
          </p:cNvSpPr>
          <p:nvPr/>
        </p:nvSpPr>
        <p:spPr>
          <a:xfrm>
            <a:off x="2010873" y="2855402"/>
            <a:ext cx="28398" cy="28398"/>
          </a:xfrm>
          <a:prstGeom prst="ellipse">
            <a:avLst/>
          </a:prstGeom>
          <a:solidFill>
            <a:srgbClr val="7F8C97">
              <a:alpha val="48000"/>
            </a:srgbClr>
          </a:solidFill>
          <a:ln w="0">
            <a:noFill/>
            <a:prstDash val="solid"/>
          </a:ln>
        </p:spPr>
      </p:sp>
      <p:sp>
        <p:nvSpPr>
          <p:cNvPr id="731" name="01_find_only_730">
            <a:extLst>
              <a:ext uri="{FF2B5EF4-FFF2-40B4-BE49-F238E27FC236}">
                <a16:creationId xmlns:a16="http://schemas.microsoft.com/office/drawing/2014/main" id="{756DA816-64A4-41EE-B6D1-6033D57848BA}"/>
              </a:ext>
            </a:extLst>
          </p:cNvPr>
          <p:cNvSpPr>
            <a:spLocks noGrp="1"/>
          </p:cNvSpPr>
          <p:nvPr/>
        </p:nvSpPr>
        <p:spPr>
          <a:xfrm>
            <a:off x="2020125" y="3743013"/>
            <a:ext cx="28398" cy="28398"/>
          </a:xfrm>
          <a:prstGeom prst="ellipse">
            <a:avLst/>
          </a:prstGeom>
          <a:solidFill>
            <a:srgbClr val="7F8C97">
              <a:alpha val="48000"/>
            </a:srgbClr>
          </a:solidFill>
          <a:ln w="0">
            <a:noFill/>
            <a:prstDash val="solid"/>
          </a:ln>
        </p:spPr>
      </p:sp>
      <p:sp>
        <p:nvSpPr>
          <p:cNvPr id="732" name="01_find_only_731">
            <a:extLst>
              <a:ext uri="{FF2B5EF4-FFF2-40B4-BE49-F238E27FC236}">
                <a16:creationId xmlns:a16="http://schemas.microsoft.com/office/drawing/2014/main" id="{08301E52-1063-42F5-8810-C4CF2D0696F3}"/>
              </a:ext>
            </a:extLst>
          </p:cNvPr>
          <p:cNvSpPr>
            <a:spLocks noGrp="1"/>
          </p:cNvSpPr>
          <p:nvPr/>
        </p:nvSpPr>
        <p:spPr>
          <a:xfrm>
            <a:off x="2029377" y="2855402"/>
            <a:ext cx="28398" cy="28398"/>
          </a:xfrm>
          <a:prstGeom prst="ellipse">
            <a:avLst/>
          </a:prstGeom>
          <a:solidFill>
            <a:srgbClr val="7F8C97">
              <a:alpha val="48000"/>
            </a:srgbClr>
          </a:solidFill>
          <a:ln w="0">
            <a:noFill/>
            <a:prstDash val="solid"/>
          </a:ln>
        </p:spPr>
      </p:sp>
      <p:sp>
        <p:nvSpPr>
          <p:cNvPr id="733" name="01_find_only_732">
            <a:extLst>
              <a:ext uri="{FF2B5EF4-FFF2-40B4-BE49-F238E27FC236}">
                <a16:creationId xmlns:a16="http://schemas.microsoft.com/office/drawing/2014/main" id="{4CF5CB80-9588-45FE-B83D-CA5EF2EF0E61}"/>
              </a:ext>
            </a:extLst>
          </p:cNvPr>
          <p:cNvSpPr>
            <a:spLocks noGrp="1"/>
          </p:cNvSpPr>
          <p:nvPr/>
        </p:nvSpPr>
        <p:spPr>
          <a:xfrm>
            <a:off x="2070296" y="2855402"/>
            <a:ext cx="28398" cy="28398"/>
          </a:xfrm>
          <a:prstGeom prst="ellipse">
            <a:avLst/>
          </a:prstGeom>
          <a:solidFill>
            <a:srgbClr val="7F8C97">
              <a:alpha val="48000"/>
            </a:srgbClr>
          </a:solidFill>
          <a:ln w="0">
            <a:noFill/>
            <a:prstDash val="solid"/>
          </a:ln>
        </p:spPr>
      </p:sp>
      <p:sp>
        <p:nvSpPr>
          <p:cNvPr id="734" name="01_find_only_733">
            <a:extLst>
              <a:ext uri="{FF2B5EF4-FFF2-40B4-BE49-F238E27FC236}">
                <a16:creationId xmlns:a16="http://schemas.microsoft.com/office/drawing/2014/main" id="{54B432C9-45DE-4817-9069-5DEE9725120B}"/>
              </a:ext>
            </a:extLst>
          </p:cNvPr>
          <p:cNvSpPr>
            <a:spLocks noGrp="1"/>
          </p:cNvSpPr>
          <p:nvPr/>
        </p:nvSpPr>
        <p:spPr>
          <a:xfrm>
            <a:off x="2060662" y="3489410"/>
            <a:ext cx="28398" cy="28398"/>
          </a:xfrm>
          <a:prstGeom prst="ellipse">
            <a:avLst/>
          </a:prstGeom>
          <a:solidFill>
            <a:srgbClr val="7F8C97">
              <a:alpha val="48000"/>
            </a:srgbClr>
          </a:solidFill>
          <a:ln w="0">
            <a:noFill/>
            <a:prstDash val="solid"/>
          </a:ln>
        </p:spPr>
      </p:sp>
      <p:sp>
        <p:nvSpPr>
          <p:cNvPr id="735" name="01_find_only_734">
            <a:extLst>
              <a:ext uri="{FF2B5EF4-FFF2-40B4-BE49-F238E27FC236}">
                <a16:creationId xmlns:a16="http://schemas.microsoft.com/office/drawing/2014/main" id="{5D6368F2-F3D7-4CF2-944E-2C4646AF3627}"/>
              </a:ext>
            </a:extLst>
          </p:cNvPr>
          <p:cNvSpPr>
            <a:spLocks noGrp="1"/>
          </p:cNvSpPr>
          <p:nvPr/>
        </p:nvSpPr>
        <p:spPr>
          <a:xfrm>
            <a:off x="2024131" y="3278074"/>
            <a:ext cx="28398" cy="28398"/>
          </a:xfrm>
          <a:prstGeom prst="ellipse">
            <a:avLst/>
          </a:prstGeom>
          <a:solidFill>
            <a:srgbClr val="7F8C97">
              <a:alpha val="48000"/>
            </a:srgbClr>
          </a:solidFill>
          <a:ln w="0">
            <a:noFill/>
            <a:prstDash val="solid"/>
          </a:ln>
        </p:spPr>
      </p:sp>
      <p:sp>
        <p:nvSpPr>
          <p:cNvPr id="736" name="01_find_only_735">
            <a:extLst>
              <a:ext uri="{FF2B5EF4-FFF2-40B4-BE49-F238E27FC236}">
                <a16:creationId xmlns:a16="http://schemas.microsoft.com/office/drawing/2014/main" id="{DB5C6AE6-A159-4D40-AD5D-2FD337B9D516}"/>
              </a:ext>
            </a:extLst>
          </p:cNvPr>
          <p:cNvSpPr>
            <a:spLocks noGrp="1"/>
          </p:cNvSpPr>
          <p:nvPr/>
        </p:nvSpPr>
        <p:spPr>
          <a:xfrm>
            <a:off x="2041395" y="3489410"/>
            <a:ext cx="28398" cy="28398"/>
          </a:xfrm>
          <a:prstGeom prst="ellipse">
            <a:avLst/>
          </a:prstGeom>
          <a:solidFill>
            <a:srgbClr val="7F8C97">
              <a:alpha val="48000"/>
            </a:srgbClr>
          </a:solidFill>
          <a:ln w="0">
            <a:noFill/>
            <a:prstDash val="solid"/>
          </a:ln>
        </p:spPr>
      </p:sp>
      <p:sp>
        <p:nvSpPr>
          <p:cNvPr id="737" name="01_find_only_736">
            <a:extLst>
              <a:ext uri="{FF2B5EF4-FFF2-40B4-BE49-F238E27FC236}">
                <a16:creationId xmlns:a16="http://schemas.microsoft.com/office/drawing/2014/main" id="{ADFF3A4E-16AD-4AC2-A323-02060D62E187}"/>
              </a:ext>
            </a:extLst>
          </p:cNvPr>
          <p:cNvSpPr>
            <a:spLocks noGrp="1"/>
          </p:cNvSpPr>
          <p:nvPr/>
        </p:nvSpPr>
        <p:spPr>
          <a:xfrm>
            <a:off x="2007630" y="3987559"/>
            <a:ext cx="28398" cy="28398"/>
          </a:xfrm>
          <a:prstGeom prst="ellipse">
            <a:avLst/>
          </a:prstGeom>
          <a:solidFill>
            <a:srgbClr val="7F8C97">
              <a:alpha val="48000"/>
            </a:srgbClr>
          </a:solidFill>
          <a:ln w="0">
            <a:noFill/>
            <a:prstDash val="solid"/>
          </a:ln>
        </p:spPr>
      </p:sp>
      <p:sp>
        <p:nvSpPr>
          <p:cNvPr id="738" name="01_find_only_737">
            <a:extLst>
              <a:ext uri="{FF2B5EF4-FFF2-40B4-BE49-F238E27FC236}">
                <a16:creationId xmlns:a16="http://schemas.microsoft.com/office/drawing/2014/main" id="{5C2E5265-C07C-4BF2-B9BC-97C7CFA61B99}"/>
              </a:ext>
            </a:extLst>
          </p:cNvPr>
          <p:cNvSpPr>
            <a:spLocks noGrp="1"/>
          </p:cNvSpPr>
          <p:nvPr/>
        </p:nvSpPr>
        <p:spPr>
          <a:xfrm>
            <a:off x="550800" y="2806200"/>
            <a:ext cx="191" cy="1394818"/>
          </a:xfrm>
          <a:custGeom>
            <a:avLst/>
            <a:gdLst/>
            <a:ahLst/>
            <a:cxnLst/>
            <a:rect l="0" t="0" r="0" b="0"/>
            <a:pathLst>
              <a:path w="191" h="1394818">
                <a:moveTo>
                  <a:pt x="0" y="1394818"/>
                </a:moveTo>
                <a:lnTo>
                  <a:pt x="0" y="0"/>
                </a:lnTo>
              </a:path>
            </a:pathLst>
          </a:custGeom>
          <a:noFill/>
          <a:ln w="8890">
            <a:solidFill>
              <a:srgbClr val="000000"/>
            </a:solidFill>
            <a:prstDash val="solid"/>
          </a:ln>
        </p:spPr>
      </p:sp>
      <p:sp>
        <p:nvSpPr>
          <p:cNvPr id="739" name="01_find_only_738">
            <a:extLst>
              <a:ext uri="{FF2B5EF4-FFF2-40B4-BE49-F238E27FC236}">
                <a16:creationId xmlns:a16="http://schemas.microsoft.com/office/drawing/2014/main" id="{0F50577F-CE20-4CD6-9744-8BE0DEA263EF}"/>
              </a:ext>
            </a:extLst>
          </p:cNvPr>
          <p:cNvSpPr>
            <a:spLocks noGrp="1"/>
          </p:cNvSpPr>
          <p:nvPr/>
        </p:nvSpPr>
        <p:spPr>
          <a:xfrm>
            <a:off x="550800" y="4201018"/>
            <a:ext cx="1620000" cy="191"/>
          </a:xfrm>
          <a:custGeom>
            <a:avLst/>
            <a:gdLst/>
            <a:ahLst/>
            <a:cxnLst/>
            <a:rect l="0" t="0" r="0" b="0"/>
            <a:pathLst>
              <a:path w="1620000" h="191">
                <a:moveTo>
                  <a:pt x="0" y="0"/>
                </a:moveTo>
                <a:lnTo>
                  <a:pt x="1620000" y="0"/>
                </a:lnTo>
              </a:path>
            </a:pathLst>
          </a:custGeom>
          <a:noFill/>
          <a:ln w="8890">
            <a:solidFill>
              <a:srgbClr val="000000"/>
            </a:solidFill>
            <a:prstDash val="solid"/>
          </a:ln>
        </p:spPr>
      </p:sp>
      <p:sp>
        <p:nvSpPr>
          <p:cNvPr id="740" name="text_739">
            <a:extLst>
              <a:ext uri="{FF2B5EF4-FFF2-40B4-BE49-F238E27FC236}">
                <a16:creationId xmlns:a16="http://schemas.microsoft.com/office/drawing/2014/main" id="{363337D4-484F-48AC-A863-F61FF69C3461}"/>
              </a:ext>
            </a:extLst>
          </p:cNvPr>
          <p:cNvSpPr>
            <a:spLocks noGrp="1"/>
          </p:cNvSpPr>
          <p:nvPr/>
        </p:nvSpPr>
        <p:spPr>
          <a:xfrm>
            <a:off x="324000" y="2615448"/>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a</a:t>
            </a:r>
          </a:p>
        </p:txBody>
      </p:sp>
      <p:sp>
        <p:nvSpPr>
          <p:cNvPr id="741" name="text_740">
            <a:extLst>
              <a:ext uri="{FF2B5EF4-FFF2-40B4-BE49-F238E27FC236}">
                <a16:creationId xmlns:a16="http://schemas.microsoft.com/office/drawing/2014/main" id="{6254AAF0-4711-43CB-9093-60F48B86EDD9}"/>
              </a:ext>
            </a:extLst>
          </p:cNvPr>
          <p:cNvSpPr>
            <a:spLocks noGrp="1"/>
          </p:cNvSpPr>
          <p:nvPr/>
        </p:nvSpPr>
        <p:spPr>
          <a:xfrm>
            <a:off x="550800" y="2606620"/>
            <a:ext cx="714591"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rPr sz="850" b="0">
                <a:solidFill>
                  <a:srgbClr val="273744"/>
                </a:solidFill>
                <a:latin typeface="Arial"/>
                <a:ea typeface="Arial"/>
                <a:cs typeface="Arial"/>
              </a:rPr>
              <a:t>All ligands, GT</a:t>
            </a:r>
          </a:p>
        </p:txBody>
      </p:sp>
      <p:sp>
        <p:nvSpPr>
          <p:cNvPr id="742" name="01_find_only_741">
            <a:extLst>
              <a:ext uri="{FF2B5EF4-FFF2-40B4-BE49-F238E27FC236}">
                <a16:creationId xmlns:a16="http://schemas.microsoft.com/office/drawing/2014/main" id="{2EA30FE5-2718-4D4F-9E29-70FDCFA1F3EC}"/>
              </a:ext>
            </a:extLst>
          </p:cNvPr>
          <p:cNvSpPr>
            <a:spLocks noGrp="1"/>
          </p:cNvSpPr>
          <p:nvPr/>
        </p:nvSpPr>
        <p:spPr>
          <a:xfrm>
            <a:off x="565800" y="3228242"/>
            <a:ext cx="1500000" cy="909375"/>
          </a:xfrm>
          <a:custGeom>
            <a:avLst/>
            <a:gdLst/>
            <a:ahLst/>
            <a:cxnLst/>
            <a:rect l="0" t="0" r="0" b="0"/>
            <a:pathLst>
              <a:path w="1500000" h="909375">
                <a:moveTo>
                  <a:pt x="0" y="909375"/>
                </a:moveTo>
                <a:lnTo>
                  <a:pt x="14493" y="907968"/>
                </a:lnTo>
                <a:lnTo>
                  <a:pt x="15217" y="907819"/>
                </a:lnTo>
                <a:lnTo>
                  <a:pt x="19231" y="906685"/>
                </a:lnTo>
                <a:lnTo>
                  <a:pt x="20161" y="905157"/>
                </a:lnTo>
                <a:lnTo>
                  <a:pt x="25000" y="904094"/>
                </a:lnTo>
                <a:lnTo>
                  <a:pt x="26316" y="902388"/>
                </a:lnTo>
                <a:lnTo>
                  <a:pt x="27778" y="902296"/>
                </a:lnTo>
                <a:lnTo>
                  <a:pt x="28986" y="899983"/>
                </a:lnTo>
                <a:lnTo>
                  <a:pt x="33333" y="898663"/>
                </a:lnTo>
                <a:lnTo>
                  <a:pt x="34632" y="897546"/>
                </a:lnTo>
                <a:lnTo>
                  <a:pt x="35714" y="897531"/>
                </a:lnTo>
                <a:lnTo>
                  <a:pt x="36797" y="894852"/>
                </a:lnTo>
                <a:lnTo>
                  <a:pt x="40984" y="893518"/>
                </a:lnTo>
                <a:lnTo>
                  <a:pt x="41667" y="889204"/>
                </a:lnTo>
                <a:lnTo>
                  <a:pt x="47826" y="887800"/>
                </a:lnTo>
                <a:lnTo>
                  <a:pt x="49180" y="887577"/>
                </a:lnTo>
                <a:lnTo>
                  <a:pt x="50000" y="887546"/>
                </a:lnTo>
                <a:lnTo>
                  <a:pt x="51282" y="885905"/>
                </a:lnTo>
                <a:lnTo>
                  <a:pt x="55556" y="884583"/>
                </a:lnTo>
                <a:lnTo>
                  <a:pt x="56522" y="881191"/>
                </a:lnTo>
                <a:lnTo>
                  <a:pt x="62500" y="880020"/>
                </a:lnTo>
                <a:lnTo>
                  <a:pt x="62771" y="870396"/>
                </a:lnTo>
                <a:lnTo>
                  <a:pt x="68966" y="869137"/>
                </a:lnTo>
                <a:lnTo>
                  <a:pt x="69444" y="868666"/>
                </a:lnTo>
                <a:lnTo>
                  <a:pt x="71429" y="868559"/>
                </a:lnTo>
                <a:lnTo>
                  <a:pt x="72826" y="863251"/>
                </a:lnTo>
                <a:lnTo>
                  <a:pt x="76923" y="862140"/>
                </a:lnTo>
                <a:lnTo>
                  <a:pt x="78261" y="860626"/>
                </a:lnTo>
                <a:lnTo>
                  <a:pt x="83333" y="859835"/>
                </a:lnTo>
                <a:lnTo>
                  <a:pt x="84416" y="841339"/>
                </a:lnTo>
                <a:lnTo>
                  <a:pt x="90909" y="840348"/>
                </a:lnTo>
                <a:lnTo>
                  <a:pt x="91667" y="839479"/>
                </a:lnTo>
                <a:lnTo>
                  <a:pt x="95652" y="838077"/>
                </a:lnTo>
                <a:lnTo>
                  <a:pt x="96774" y="836517"/>
                </a:lnTo>
                <a:lnTo>
                  <a:pt x="100000" y="836127"/>
                </a:lnTo>
                <a:lnTo>
                  <a:pt x="101087" y="827478"/>
                </a:lnTo>
                <a:lnTo>
                  <a:pt x="107143" y="826270"/>
                </a:lnTo>
                <a:lnTo>
                  <a:pt x="108333" y="823784"/>
                </a:lnTo>
                <a:lnTo>
                  <a:pt x="111111" y="823544"/>
                </a:lnTo>
                <a:lnTo>
                  <a:pt x="111957" y="820184"/>
                </a:lnTo>
                <a:lnTo>
                  <a:pt x="115385" y="820015"/>
                </a:lnTo>
                <a:lnTo>
                  <a:pt x="116667" y="818090"/>
                </a:lnTo>
                <a:lnTo>
                  <a:pt x="125000" y="816994"/>
                </a:lnTo>
                <a:lnTo>
                  <a:pt x="126087" y="773019"/>
                </a:lnTo>
                <a:lnTo>
                  <a:pt x="133333" y="772223"/>
                </a:lnTo>
                <a:lnTo>
                  <a:pt x="134615" y="769851"/>
                </a:lnTo>
                <a:lnTo>
                  <a:pt x="138889" y="768784"/>
                </a:lnTo>
                <a:lnTo>
                  <a:pt x="140217" y="766982"/>
                </a:lnTo>
                <a:lnTo>
                  <a:pt x="142857" y="766742"/>
                </a:lnTo>
                <a:lnTo>
                  <a:pt x="143478" y="761583"/>
                </a:lnTo>
                <a:lnTo>
                  <a:pt x="150000" y="760941"/>
                </a:lnTo>
                <a:lnTo>
                  <a:pt x="151087" y="758709"/>
                </a:lnTo>
                <a:lnTo>
                  <a:pt x="155172" y="757424"/>
                </a:lnTo>
                <a:lnTo>
                  <a:pt x="156522" y="755745"/>
                </a:lnTo>
                <a:lnTo>
                  <a:pt x="166667" y="754892"/>
                </a:lnTo>
                <a:lnTo>
                  <a:pt x="167391" y="700943"/>
                </a:lnTo>
                <a:lnTo>
                  <a:pt x="173077" y="700546"/>
                </a:lnTo>
                <a:lnTo>
                  <a:pt x="173913" y="698990"/>
                </a:lnTo>
                <a:lnTo>
                  <a:pt x="178571" y="697687"/>
                </a:lnTo>
                <a:lnTo>
                  <a:pt x="179487" y="696078"/>
                </a:lnTo>
                <a:lnTo>
                  <a:pt x="187500" y="694848"/>
                </a:lnTo>
                <a:lnTo>
                  <a:pt x="188406" y="685356"/>
                </a:lnTo>
                <a:lnTo>
                  <a:pt x="192308" y="684729"/>
                </a:lnTo>
                <a:lnTo>
                  <a:pt x="193548" y="683714"/>
                </a:lnTo>
                <a:lnTo>
                  <a:pt x="194444" y="683714"/>
                </a:lnTo>
                <a:lnTo>
                  <a:pt x="195652" y="682006"/>
                </a:lnTo>
                <a:lnTo>
                  <a:pt x="200000" y="681808"/>
                </a:lnTo>
                <a:lnTo>
                  <a:pt x="201087" y="671742"/>
                </a:lnTo>
                <a:lnTo>
                  <a:pt x="208333" y="671135"/>
                </a:lnTo>
                <a:lnTo>
                  <a:pt x="209677" y="667089"/>
                </a:lnTo>
                <a:lnTo>
                  <a:pt x="211538" y="666582"/>
                </a:lnTo>
                <a:lnTo>
                  <a:pt x="211957" y="665386"/>
                </a:lnTo>
                <a:lnTo>
                  <a:pt x="214286" y="665356"/>
                </a:lnTo>
                <a:lnTo>
                  <a:pt x="215217" y="659361"/>
                </a:lnTo>
                <a:lnTo>
                  <a:pt x="222222" y="658041"/>
                </a:lnTo>
                <a:lnTo>
                  <a:pt x="222222" y="655286"/>
                </a:lnTo>
                <a:lnTo>
                  <a:pt x="227273" y="653893"/>
                </a:lnTo>
                <a:lnTo>
                  <a:pt x="228261" y="653233"/>
                </a:lnTo>
                <a:lnTo>
                  <a:pt x="233696" y="651828"/>
                </a:lnTo>
                <a:lnTo>
                  <a:pt x="234783" y="651797"/>
                </a:lnTo>
                <a:lnTo>
                  <a:pt x="247826" y="650395"/>
                </a:lnTo>
                <a:lnTo>
                  <a:pt x="247826" y="650379"/>
                </a:lnTo>
                <a:lnTo>
                  <a:pt x="250000" y="650379"/>
                </a:lnTo>
                <a:lnTo>
                  <a:pt x="251087" y="511223"/>
                </a:lnTo>
                <a:lnTo>
                  <a:pt x="263158" y="509861"/>
                </a:lnTo>
                <a:lnTo>
                  <a:pt x="264130" y="509397"/>
                </a:lnTo>
                <a:lnTo>
                  <a:pt x="269231" y="509054"/>
                </a:lnTo>
                <a:lnTo>
                  <a:pt x="269565" y="507585"/>
                </a:lnTo>
                <a:lnTo>
                  <a:pt x="275862" y="506197"/>
                </a:lnTo>
                <a:lnTo>
                  <a:pt x="277174" y="505922"/>
                </a:lnTo>
                <a:lnTo>
                  <a:pt x="277778" y="505922"/>
                </a:lnTo>
                <a:lnTo>
                  <a:pt x="278261" y="503151"/>
                </a:lnTo>
                <a:lnTo>
                  <a:pt x="285714" y="502168"/>
                </a:lnTo>
                <a:lnTo>
                  <a:pt x="286957" y="498764"/>
                </a:lnTo>
                <a:lnTo>
                  <a:pt x="289855" y="497452"/>
                </a:lnTo>
                <a:lnTo>
                  <a:pt x="290323" y="497258"/>
                </a:lnTo>
                <a:lnTo>
                  <a:pt x="291667" y="497242"/>
                </a:lnTo>
                <a:lnTo>
                  <a:pt x="292391" y="494748"/>
                </a:lnTo>
                <a:lnTo>
                  <a:pt x="300000" y="494401"/>
                </a:lnTo>
                <a:lnTo>
                  <a:pt x="301282" y="485954"/>
                </a:lnTo>
                <a:lnTo>
                  <a:pt x="307692" y="484579"/>
                </a:lnTo>
                <a:lnTo>
                  <a:pt x="308696" y="483383"/>
                </a:lnTo>
                <a:lnTo>
                  <a:pt x="312500" y="482592"/>
                </a:lnTo>
                <a:lnTo>
                  <a:pt x="313043" y="477854"/>
                </a:lnTo>
                <a:lnTo>
                  <a:pt x="321429" y="476623"/>
                </a:lnTo>
                <a:lnTo>
                  <a:pt x="322581" y="475520"/>
                </a:lnTo>
                <a:lnTo>
                  <a:pt x="333333" y="474169"/>
                </a:lnTo>
                <a:lnTo>
                  <a:pt x="333333" y="425726"/>
                </a:lnTo>
                <a:lnTo>
                  <a:pt x="346154" y="424925"/>
                </a:lnTo>
                <a:lnTo>
                  <a:pt x="346739" y="424002"/>
                </a:lnTo>
                <a:lnTo>
                  <a:pt x="354167" y="422829"/>
                </a:lnTo>
                <a:lnTo>
                  <a:pt x="355435" y="422324"/>
                </a:lnTo>
                <a:lnTo>
                  <a:pt x="357143" y="422324"/>
                </a:lnTo>
                <a:lnTo>
                  <a:pt x="358333" y="418817"/>
                </a:lnTo>
                <a:lnTo>
                  <a:pt x="362069" y="417454"/>
                </a:lnTo>
                <a:lnTo>
                  <a:pt x="363043" y="417092"/>
                </a:lnTo>
                <a:lnTo>
                  <a:pt x="365385" y="416432"/>
                </a:lnTo>
                <a:lnTo>
                  <a:pt x="366667" y="415315"/>
                </a:lnTo>
                <a:lnTo>
                  <a:pt x="375000" y="414999"/>
                </a:lnTo>
                <a:lnTo>
                  <a:pt x="376344" y="393095"/>
                </a:lnTo>
                <a:lnTo>
                  <a:pt x="389130" y="391689"/>
                </a:lnTo>
                <a:lnTo>
                  <a:pt x="390217" y="391658"/>
                </a:lnTo>
                <a:lnTo>
                  <a:pt x="392857" y="391240"/>
                </a:lnTo>
                <a:lnTo>
                  <a:pt x="393478" y="390212"/>
                </a:lnTo>
                <a:lnTo>
                  <a:pt x="400000" y="389601"/>
                </a:lnTo>
                <a:lnTo>
                  <a:pt x="401087" y="383077"/>
                </a:lnTo>
                <a:lnTo>
                  <a:pt x="409091" y="382186"/>
                </a:lnTo>
                <a:lnTo>
                  <a:pt x="410256" y="381451"/>
                </a:lnTo>
                <a:lnTo>
                  <a:pt x="416667" y="381088"/>
                </a:lnTo>
                <a:lnTo>
                  <a:pt x="417391" y="364945"/>
                </a:lnTo>
                <a:lnTo>
                  <a:pt x="428571" y="364459"/>
                </a:lnTo>
                <a:lnTo>
                  <a:pt x="429487" y="362328"/>
                </a:lnTo>
                <a:lnTo>
                  <a:pt x="437500" y="361860"/>
                </a:lnTo>
                <a:lnTo>
                  <a:pt x="438043" y="358893"/>
                </a:lnTo>
                <a:lnTo>
                  <a:pt x="444444" y="358483"/>
                </a:lnTo>
                <a:lnTo>
                  <a:pt x="444444" y="357303"/>
                </a:lnTo>
                <a:lnTo>
                  <a:pt x="458333" y="356084"/>
                </a:lnTo>
                <a:lnTo>
                  <a:pt x="458696" y="353589"/>
                </a:lnTo>
                <a:lnTo>
                  <a:pt x="464286" y="352938"/>
                </a:lnTo>
                <a:lnTo>
                  <a:pt x="464286" y="351926"/>
                </a:lnTo>
                <a:lnTo>
                  <a:pt x="500000" y="350611"/>
                </a:lnTo>
                <a:lnTo>
                  <a:pt x="500000" y="67402"/>
                </a:lnTo>
                <a:lnTo>
                  <a:pt x="541667" y="66404"/>
                </a:lnTo>
                <a:lnTo>
                  <a:pt x="541667" y="65814"/>
                </a:lnTo>
                <a:lnTo>
                  <a:pt x="562500" y="65106"/>
                </a:lnTo>
                <a:lnTo>
                  <a:pt x="562500" y="63925"/>
                </a:lnTo>
                <a:lnTo>
                  <a:pt x="583333" y="62913"/>
                </a:lnTo>
                <a:lnTo>
                  <a:pt x="583333" y="57797"/>
                </a:lnTo>
                <a:lnTo>
                  <a:pt x="600000" y="57797"/>
                </a:lnTo>
                <a:lnTo>
                  <a:pt x="600000" y="56380"/>
                </a:lnTo>
                <a:lnTo>
                  <a:pt x="625000" y="55691"/>
                </a:lnTo>
                <a:lnTo>
                  <a:pt x="625000" y="53478"/>
                </a:lnTo>
                <a:lnTo>
                  <a:pt x="642857" y="53478"/>
                </a:lnTo>
                <a:lnTo>
                  <a:pt x="642857" y="51454"/>
                </a:lnTo>
                <a:lnTo>
                  <a:pt x="666667" y="51011"/>
                </a:lnTo>
                <a:lnTo>
                  <a:pt x="666667" y="47076"/>
                </a:lnTo>
                <a:lnTo>
                  <a:pt x="694444" y="45747"/>
                </a:lnTo>
                <a:lnTo>
                  <a:pt x="694444" y="45354"/>
                </a:lnTo>
                <a:lnTo>
                  <a:pt x="750000" y="44911"/>
                </a:lnTo>
                <a:lnTo>
                  <a:pt x="750000" y="19675"/>
                </a:lnTo>
                <a:lnTo>
                  <a:pt x="833333" y="18848"/>
                </a:lnTo>
                <a:lnTo>
                  <a:pt x="833333" y="16487"/>
                </a:lnTo>
                <a:lnTo>
                  <a:pt x="875000" y="16251"/>
                </a:lnTo>
                <a:lnTo>
                  <a:pt x="875000" y="12709"/>
                </a:lnTo>
                <a:lnTo>
                  <a:pt x="1000000" y="12473"/>
                </a:lnTo>
                <a:lnTo>
                  <a:pt x="1000000" y="10162"/>
                </a:lnTo>
                <a:lnTo>
                  <a:pt x="1312500" y="8981"/>
                </a:lnTo>
                <a:lnTo>
                  <a:pt x="1312500" y="8096"/>
                </a:lnTo>
                <a:lnTo>
                  <a:pt x="1500000" y="7084"/>
                </a:lnTo>
                <a:lnTo>
                  <a:pt x="1500000" y="0"/>
                </a:lnTo>
                <a:lnTo>
                  <a:pt x="1500000" y="0"/>
                </a:lnTo>
              </a:path>
            </a:pathLst>
          </a:custGeom>
          <a:noFill/>
          <a:ln w="22860">
            <a:solidFill>
              <a:srgbClr val="00878B"/>
            </a:solidFill>
            <a:prstDash val="solid"/>
          </a:ln>
        </p:spPr>
      </p:sp>
      <p:sp>
        <p:nvSpPr>
          <p:cNvPr id="743" name="01_find_only_742">
            <a:extLst>
              <a:ext uri="{FF2B5EF4-FFF2-40B4-BE49-F238E27FC236}">
                <a16:creationId xmlns:a16="http://schemas.microsoft.com/office/drawing/2014/main" id="{AC833347-B655-4403-B9DC-24E56A5291B0}"/>
              </a:ext>
            </a:extLst>
          </p:cNvPr>
          <p:cNvSpPr>
            <a:spLocks noGrp="1"/>
          </p:cNvSpPr>
          <p:nvPr/>
        </p:nvSpPr>
        <p:spPr>
          <a:xfrm>
            <a:off x="565800" y="3080937"/>
            <a:ext cx="1500000" cy="1056680"/>
          </a:xfrm>
          <a:custGeom>
            <a:avLst/>
            <a:gdLst/>
            <a:ahLst/>
            <a:cxnLst/>
            <a:rect l="0" t="0" r="0" b="0"/>
            <a:pathLst>
              <a:path w="1500000" h="1056680">
                <a:moveTo>
                  <a:pt x="0" y="1056680"/>
                </a:moveTo>
                <a:lnTo>
                  <a:pt x="125000" y="1056680"/>
                </a:lnTo>
                <a:lnTo>
                  <a:pt x="125000" y="1005550"/>
                </a:lnTo>
                <a:lnTo>
                  <a:pt x="126087" y="1005550"/>
                </a:lnTo>
                <a:lnTo>
                  <a:pt x="142857" y="1005550"/>
                </a:lnTo>
                <a:lnTo>
                  <a:pt x="142857" y="920821"/>
                </a:lnTo>
                <a:lnTo>
                  <a:pt x="143478" y="920821"/>
                </a:lnTo>
                <a:lnTo>
                  <a:pt x="166667" y="920821"/>
                </a:lnTo>
                <a:lnTo>
                  <a:pt x="166667" y="786447"/>
                </a:lnTo>
                <a:lnTo>
                  <a:pt x="167391" y="786447"/>
                </a:lnTo>
                <a:lnTo>
                  <a:pt x="173077" y="786447"/>
                </a:lnTo>
                <a:lnTo>
                  <a:pt x="173913" y="774899"/>
                </a:lnTo>
                <a:lnTo>
                  <a:pt x="173913" y="774899"/>
                </a:lnTo>
                <a:lnTo>
                  <a:pt x="187500" y="774899"/>
                </a:lnTo>
                <a:lnTo>
                  <a:pt x="187500" y="764061"/>
                </a:lnTo>
                <a:lnTo>
                  <a:pt x="188406" y="764061"/>
                </a:lnTo>
                <a:lnTo>
                  <a:pt x="194444" y="764061"/>
                </a:lnTo>
                <a:lnTo>
                  <a:pt x="194444" y="739676"/>
                </a:lnTo>
                <a:lnTo>
                  <a:pt x="195652" y="739676"/>
                </a:lnTo>
                <a:lnTo>
                  <a:pt x="250000" y="739676"/>
                </a:lnTo>
                <a:lnTo>
                  <a:pt x="250000" y="563563"/>
                </a:lnTo>
                <a:lnTo>
                  <a:pt x="251087" y="563563"/>
                </a:lnTo>
                <a:lnTo>
                  <a:pt x="270833" y="563563"/>
                </a:lnTo>
                <a:lnTo>
                  <a:pt x="270833" y="549474"/>
                </a:lnTo>
                <a:lnTo>
                  <a:pt x="271739" y="549474"/>
                </a:lnTo>
                <a:lnTo>
                  <a:pt x="300000" y="549474"/>
                </a:lnTo>
                <a:lnTo>
                  <a:pt x="300000" y="520212"/>
                </a:lnTo>
                <a:lnTo>
                  <a:pt x="301282" y="520212"/>
                </a:lnTo>
                <a:lnTo>
                  <a:pt x="307692" y="520212"/>
                </a:lnTo>
                <a:lnTo>
                  <a:pt x="307692" y="513245"/>
                </a:lnTo>
                <a:lnTo>
                  <a:pt x="308696" y="513245"/>
                </a:lnTo>
                <a:lnTo>
                  <a:pt x="312500" y="513245"/>
                </a:lnTo>
                <a:lnTo>
                  <a:pt x="312500" y="486073"/>
                </a:lnTo>
                <a:lnTo>
                  <a:pt x="313043" y="486073"/>
                </a:lnTo>
                <a:lnTo>
                  <a:pt x="325000" y="486073"/>
                </a:lnTo>
                <a:lnTo>
                  <a:pt x="325000" y="475506"/>
                </a:lnTo>
                <a:lnTo>
                  <a:pt x="326087" y="475506"/>
                </a:lnTo>
                <a:lnTo>
                  <a:pt x="333333" y="475506"/>
                </a:lnTo>
                <a:lnTo>
                  <a:pt x="333333" y="422672"/>
                </a:lnTo>
                <a:lnTo>
                  <a:pt x="500000" y="422672"/>
                </a:lnTo>
                <a:lnTo>
                  <a:pt x="500000" y="211336"/>
                </a:lnTo>
                <a:lnTo>
                  <a:pt x="562500" y="211336"/>
                </a:lnTo>
                <a:lnTo>
                  <a:pt x="562500" y="184919"/>
                </a:lnTo>
                <a:lnTo>
                  <a:pt x="583333" y="184919"/>
                </a:lnTo>
                <a:lnTo>
                  <a:pt x="583333" y="180095"/>
                </a:lnTo>
                <a:lnTo>
                  <a:pt x="625000" y="180095"/>
                </a:lnTo>
                <a:lnTo>
                  <a:pt x="625000" y="150954"/>
                </a:lnTo>
                <a:lnTo>
                  <a:pt x="642857" y="150954"/>
                </a:lnTo>
                <a:lnTo>
                  <a:pt x="642857" y="105668"/>
                </a:lnTo>
                <a:lnTo>
                  <a:pt x="750000" y="105668"/>
                </a:lnTo>
                <a:lnTo>
                  <a:pt x="750000" y="74990"/>
                </a:lnTo>
                <a:lnTo>
                  <a:pt x="875000" y="74990"/>
                </a:lnTo>
                <a:lnTo>
                  <a:pt x="875000" y="52834"/>
                </a:lnTo>
                <a:lnTo>
                  <a:pt x="1250000" y="52834"/>
                </a:lnTo>
                <a:lnTo>
                  <a:pt x="1250000" y="42267"/>
                </a:lnTo>
                <a:lnTo>
                  <a:pt x="1500000" y="42267"/>
                </a:lnTo>
                <a:lnTo>
                  <a:pt x="1500000" y="0"/>
                </a:lnTo>
                <a:lnTo>
                  <a:pt x="1500000" y="0"/>
                </a:lnTo>
              </a:path>
            </a:pathLst>
          </a:custGeom>
          <a:noFill/>
          <a:ln w="13335">
            <a:solidFill>
              <a:srgbClr val="3A64C8"/>
            </a:solidFill>
            <a:prstDash val="solid"/>
          </a:ln>
        </p:spPr>
      </p:sp>
      <p:sp>
        <p:nvSpPr>
          <p:cNvPr id="744" name="01_find_only_743">
            <a:extLst>
              <a:ext uri="{FF2B5EF4-FFF2-40B4-BE49-F238E27FC236}">
                <a16:creationId xmlns:a16="http://schemas.microsoft.com/office/drawing/2014/main" id="{6CA53177-6B02-45EC-AEEA-D7D9D07EAFEA}"/>
              </a:ext>
            </a:extLst>
          </p:cNvPr>
          <p:cNvSpPr>
            <a:spLocks noGrp="1"/>
          </p:cNvSpPr>
          <p:nvPr/>
        </p:nvSpPr>
        <p:spPr>
          <a:xfrm>
            <a:off x="794210" y="3717891"/>
            <a:ext cx="43180" cy="43180"/>
          </a:xfrm>
          <a:prstGeom prst="ellipse">
            <a:avLst/>
          </a:prstGeom>
          <a:solidFill>
            <a:srgbClr val="00878B"/>
          </a:solidFill>
          <a:ln w="4445">
            <a:solidFill>
              <a:srgbClr val="FFFFFF"/>
            </a:solidFill>
            <a:prstDash val="solid"/>
          </a:ln>
        </p:spPr>
      </p:sp>
      <p:sp>
        <p:nvSpPr>
          <p:cNvPr id="745" name="01_find_only_744">
            <a:extLst>
              <a:ext uri="{FF2B5EF4-FFF2-40B4-BE49-F238E27FC236}">
                <a16:creationId xmlns:a16="http://schemas.microsoft.com/office/drawing/2014/main" id="{84589AEF-7579-42B8-948B-7322B7A20C26}"/>
              </a:ext>
            </a:extLst>
          </p:cNvPr>
          <p:cNvSpPr>
            <a:spLocks noGrp="1"/>
          </p:cNvSpPr>
          <p:nvPr/>
        </p:nvSpPr>
        <p:spPr>
          <a:xfrm>
            <a:off x="1044210" y="3274054"/>
            <a:ext cx="43180" cy="43180"/>
          </a:xfrm>
          <a:prstGeom prst="ellipse">
            <a:avLst/>
          </a:prstGeom>
          <a:solidFill>
            <a:srgbClr val="00878B"/>
          </a:solidFill>
          <a:ln w="4445">
            <a:solidFill>
              <a:srgbClr val="FFFFFF"/>
            </a:solidFill>
            <a:prstDash val="solid"/>
          </a:ln>
        </p:spPr>
      </p:sp>
      <p:sp>
        <p:nvSpPr>
          <p:cNvPr id="746" name="01_find_only_745">
            <a:extLst>
              <a:ext uri="{FF2B5EF4-FFF2-40B4-BE49-F238E27FC236}">
                <a16:creationId xmlns:a16="http://schemas.microsoft.com/office/drawing/2014/main" id="{E5DAC7B3-E0CA-4991-9C23-8FCA4030FDF0}"/>
              </a:ext>
            </a:extLst>
          </p:cNvPr>
          <p:cNvSpPr>
            <a:spLocks noGrp="1"/>
          </p:cNvSpPr>
          <p:nvPr/>
        </p:nvSpPr>
        <p:spPr>
          <a:xfrm>
            <a:off x="1544210" y="3216814"/>
            <a:ext cx="43180" cy="43180"/>
          </a:xfrm>
          <a:prstGeom prst="ellipse">
            <a:avLst/>
          </a:prstGeom>
          <a:solidFill>
            <a:srgbClr val="00878B"/>
          </a:solidFill>
          <a:ln w="4445">
            <a:solidFill>
              <a:srgbClr val="FFFFFF"/>
            </a:solidFill>
            <a:prstDash val="solid"/>
          </a:ln>
        </p:spPr>
      </p:sp>
      <p:sp>
        <p:nvSpPr>
          <p:cNvPr id="747" name="01_find_only_746">
            <a:extLst>
              <a:ext uri="{FF2B5EF4-FFF2-40B4-BE49-F238E27FC236}">
                <a16:creationId xmlns:a16="http://schemas.microsoft.com/office/drawing/2014/main" id="{77CBD04C-DB0E-459A-BE42-902FDD5EC56C}"/>
              </a:ext>
            </a:extLst>
          </p:cNvPr>
          <p:cNvSpPr>
            <a:spLocks noGrp="1"/>
          </p:cNvSpPr>
          <p:nvPr/>
        </p:nvSpPr>
        <p:spPr>
          <a:xfrm>
            <a:off x="2044210" y="3206652"/>
            <a:ext cx="43180" cy="43180"/>
          </a:xfrm>
          <a:prstGeom prst="ellipse">
            <a:avLst/>
          </a:prstGeom>
          <a:solidFill>
            <a:srgbClr val="00878B"/>
          </a:solidFill>
          <a:ln w="4445">
            <a:solidFill>
              <a:srgbClr val="FFFFFF"/>
            </a:solidFill>
            <a:prstDash val="solid"/>
          </a:ln>
        </p:spPr>
      </p:sp>
      <p:sp>
        <p:nvSpPr>
          <p:cNvPr id="748" name="01_find_only_747">
            <a:extLst>
              <a:ext uri="{FF2B5EF4-FFF2-40B4-BE49-F238E27FC236}">
                <a16:creationId xmlns:a16="http://schemas.microsoft.com/office/drawing/2014/main" id="{6986E5B9-3D4C-4528-8B19-6DC71B7FE4E5}"/>
              </a:ext>
            </a:extLst>
          </p:cNvPr>
          <p:cNvSpPr>
            <a:spLocks noGrp="1"/>
          </p:cNvSpPr>
          <p:nvPr/>
        </p:nvSpPr>
        <p:spPr>
          <a:xfrm>
            <a:off x="779879" y="3608579"/>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749" name="01_find_only_748">
            <a:extLst>
              <a:ext uri="{FF2B5EF4-FFF2-40B4-BE49-F238E27FC236}">
                <a16:creationId xmlns:a16="http://schemas.microsoft.com/office/drawing/2014/main" id="{694DA40C-0834-49B0-A996-B47A621A8FEE}"/>
              </a:ext>
            </a:extLst>
          </p:cNvPr>
          <p:cNvSpPr>
            <a:spLocks noGrp="1"/>
          </p:cNvSpPr>
          <p:nvPr/>
        </p:nvSpPr>
        <p:spPr>
          <a:xfrm>
            <a:off x="1029879" y="32563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750" name="01_find_only_749">
            <a:extLst>
              <a:ext uri="{FF2B5EF4-FFF2-40B4-BE49-F238E27FC236}">
                <a16:creationId xmlns:a16="http://schemas.microsoft.com/office/drawing/2014/main" id="{F6A678CC-F83D-4DC0-A2B3-4E968D2332C2}"/>
              </a:ext>
            </a:extLst>
          </p:cNvPr>
          <p:cNvSpPr>
            <a:spLocks noGrp="1"/>
          </p:cNvSpPr>
          <p:nvPr/>
        </p:nvSpPr>
        <p:spPr>
          <a:xfrm>
            <a:off x="1529879" y="3097850"/>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751" name="01_find_only_750">
            <a:extLst>
              <a:ext uri="{FF2B5EF4-FFF2-40B4-BE49-F238E27FC236}">
                <a16:creationId xmlns:a16="http://schemas.microsoft.com/office/drawing/2014/main" id="{2ABC3EE0-B449-481A-A21C-73529D8314E7}"/>
              </a:ext>
            </a:extLst>
          </p:cNvPr>
          <p:cNvSpPr>
            <a:spLocks noGrp="1"/>
          </p:cNvSpPr>
          <p:nvPr/>
        </p:nvSpPr>
        <p:spPr>
          <a:xfrm>
            <a:off x="2029879" y="304501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752" name="01_find_only_751">
            <a:extLst>
              <a:ext uri="{FF2B5EF4-FFF2-40B4-BE49-F238E27FC236}">
                <a16:creationId xmlns:a16="http://schemas.microsoft.com/office/drawing/2014/main" id="{278C4736-CA00-4EE2-B407-2713E97554F9}"/>
              </a:ext>
            </a:extLst>
          </p:cNvPr>
          <p:cNvSpPr>
            <a:spLocks noGrp="1"/>
          </p:cNvSpPr>
          <p:nvPr/>
        </p:nvSpPr>
        <p:spPr>
          <a:xfrm>
            <a:off x="2673000" y="2806200"/>
            <a:ext cx="1620000" cy="1394818"/>
          </a:xfrm>
          <a:custGeom>
            <a:avLst/>
            <a:gdLst/>
            <a:ahLst/>
            <a:cxnLst/>
            <a:rect l="0" t="0" r="0" b="0"/>
            <a:pathLst>
              <a:path w="1620000" h="1394818">
                <a:moveTo>
                  <a:pt x="0" y="1394818"/>
                </a:moveTo>
                <a:lnTo>
                  <a:pt x="1620000" y="1394818"/>
                </a:lnTo>
                <a:lnTo>
                  <a:pt x="1620000" y="0"/>
                </a:lnTo>
                <a:lnTo>
                  <a:pt x="0" y="0"/>
                </a:lnTo>
                <a:lnTo>
                  <a:pt x="0" y="1394818"/>
                </a:lnTo>
                <a:close/>
              </a:path>
            </a:pathLst>
          </a:custGeom>
          <a:solidFill>
            <a:srgbClr val="FFFFFF"/>
          </a:solidFill>
          <a:ln w="0">
            <a:noFill/>
            <a:prstDash val="solid"/>
          </a:ln>
        </p:spPr>
      </p:sp>
      <p:sp>
        <p:nvSpPr>
          <p:cNvPr id="753" name="01_find_only_752">
            <a:extLst>
              <a:ext uri="{FF2B5EF4-FFF2-40B4-BE49-F238E27FC236}">
                <a16:creationId xmlns:a16="http://schemas.microsoft.com/office/drawing/2014/main" id="{5E33967C-2C0A-44AC-8C5F-5F6D98851AF3}"/>
              </a:ext>
            </a:extLst>
          </p:cNvPr>
          <p:cNvSpPr>
            <a:spLocks noGrp="1"/>
          </p:cNvSpPr>
          <p:nvPr/>
        </p:nvSpPr>
        <p:spPr>
          <a:xfrm>
            <a:off x="2873000" y="2869601"/>
            <a:ext cx="130000" cy="1268016"/>
          </a:xfrm>
          <a:custGeom>
            <a:avLst/>
            <a:gdLst/>
            <a:ahLst/>
            <a:cxnLst/>
            <a:rect l="0" t="0" r="0" b="0"/>
            <a:pathLst>
              <a:path w="130000" h="1268016">
                <a:moveTo>
                  <a:pt x="130000" y="1268016"/>
                </a:moveTo>
                <a:lnTo>
                  <a:pt x="0" y="1268016"/>
                </a:lnTo>
                <a:lnTo>
                  <a:pt x="697" y="1257449"/>
                </a:lnTo>
                <a:lnTo>
                  <a:pt x="2740" y="1246883"/>
                </a:lnTo>
                <a:lnTo>
                  <a:pt x="5991" y="1236316"/>
                </a:lnTo>
                <a:lnTo>
                  <a:pt x="10236" y="1225749"/>
                </a:lnTo>
                <a:lnTo>
                  <a:pt x="15209" y="1215182"/>
                </a:lnTo>
                <a:lnTo>
                  <a:pt x="20619" y="1204615"/>
                </a:lnTo>
                <a:lnTo>
                  <a:pt x="26177" y="1194049"/>
                </a:lnTo>
                <a:lnTo>
                  <a:pt x="31617" y="1183482"/>
                </a:lnTo>
                <a:lnTo>
                  <a:pt x="36723" y="1172915"/>
                </a:lnTo>
                <a:lnTo>
                  <a:pt x="41329" y="1162348"/>
                </a:lnTo>
                <a:lnTo>
                  <a:pt x="45332" y="1151781"/>
                </a:lnTo>
                <a:lnTo>
                  <a:pt x="48685" y="1141215"/>
                </a:lnTo>
                <a:lnTo>
                  <a:pt x="51387" y="1130648"/>
                </a:lnTo>
                <a:lnTo>
                  <a:pt x="53478" y="1120081"/>
                </a:lnTo>
                <a:lnTo>
                  <a:pt x="55020" y="1109514"/>
                </a:lnTo>
                <a:lnTo>
                  <a:pt x="56088" y="1098947"/>
                </a:lnTo>
                <a:lnTo>
                  <a:pt x="56762" y="1088381"/>
                </a:lnTo>
                <a:lnTo>
                  <a:pt x="57115" y="1077814"/>
                </a:lnTo>
                <a:lnTo>
                  <a:pt x="57215" y="1067247"/>
                </a:lnTo>
                <a:lnTo>
                  <a:pt x="57115" y="1056680"/>
                </a:lnTo>
                <a:lnTo>
                  <a:pt x="56858" y="1046113"/>
                </a:lnTo>
                <a:lnTo>
                  <a:pt x="56478" y="1035547"/>
                </a:lnTo>
                <a:lnTo>
                  <a:pt x="55996" y="1024980"/>
                </a:lnTo>
                <a:lnTo>
                  <a:pt x="55431" y="1014413"/>
                </a:lnTo>
                <a:lnTo>
                  <a:pt x="54794" y="1003846"/>
                </a:lnTo>
                <a:lnTo>
                  <a:pt x="54095" y="993279"/>
                </a:lnTo>
                <a:lnTo>
                  <a:pt x="53341" y="982713"/>
                </a:lnTo>
                <a:lnTo>
                  <a:pt x="52538" y="972146"/>
                </a:lnTo>
                <a:lnTo>
                  <a:pt x="51692" y="961579"/>
                </a:lnTo>
                <a:lnTo>
                  <a:pt x="50810" y="951012"/>
                </a:lnTo>
                <a:lnTo>
                  <a:pt x="49901" y="940445"/>
                </a:lnTo>
                <a:lnTo>
                  <a:pt x="48975" y="929879"/>
                </a:lnTo>
                <a:lnTo>
                  <a:pt x="48047" y="919312"/>
                </a:lnTo>
                <a:lnTo>
                  <a:pt x="47131" y="908745"/>
                </a:lnTo>
                <a:lnTo>
                  <a:pt x="46248" y="898178"/>
                </a:lnTo>
                <a:lnTo>
                  <a:pt x="45416" y="887611"/>
                </a:lnTo>
                <a:lnTo>
                  <a:pt x="44654" y="877045"/>
                </a:lnTo>
                <a:lnTo>
                  <a:pt x="43980" y="866478"/>
                </a:lnTo>
                <a:lnTo>
                  <a:pt x="43401" y="855911"/>
                </a:lnTo>
                <a:lnTo>
                  <a:pt x="42919" y="845344"/>
                </a:lnTo>
                <a:lnTo>
                  <a:pt x="42525" y="834777"/>
                </a:lnTo>
                <a:lnTo>
                  <a:pt x="42197" y="824211"/>
                </a:lnTo>
                <a:lnTo>
                  <a:pt x="41901" y="813644"/>
                </a:lnTo>
                <a:lnTo>
                  <a:pt x="41593" y="803077"/>
                </a:lnTo>
                <a:lnTo>
                  <a:pt x="41224" y="792510"/>
                </a:lnTo>
                <a:lnTo>
                  <a:pt x="40737" y="781943"/>
                </a:lnTo>
                <a:lnTo>
                  <a:pt x="40082" y="771377"/>
                </a:lnTo>
                <a:lnTo>
                  <a:pt x="39214" y="760810"/>
                </a:lnTo>
                <a:lnTo>
                  <a:pt x="38104" y="750243"/>
                </a:lnTo>
                <a:lnTo>
                  <a:pt x="36744" y="739676"/>
                </a:lnTo>
                <a:lnTo>
                  <a:pt x="35150" y="729109"/>
                </a:lnTo>
                <a:lnTo>
                  <a:pt x="33370" y="718543"/>
                </a:lnTo>
                <a:lnTo>
                  <a:pt x="31479" y="707976"/>
                </a:lnTo>
                <a:lnTo>
                  <a:pt x="29582" y="697409"/>
                </a:lnTo>
                <a:lnTo>
                  <a:pt x="27806" y="686842"/>
                </a:lnTo>
                <a:lnTo>
                  <a:pt x="26287" y="676275"/>
                </a:lnTo>
                <a:lnTo>
                  <a:pt x="25163" y="665709"/>
                </a:lnTo>
                <a:lnTo>
                  <a:pt x="24558" y="655142"/>
                </a:lnTo>
                <a:lnTo>
                  <a:pt x="24567" y="644575"/>
                </a:lnTo>
                <a:lnTo>
                  <a:pt x="25248" y="634008"/>
                </a:lnTo>
                <a:lnTo>
                  <a:pt x="26613" y="623441"/>
                </a:lnTo>
                <a:lnTo>
                  <a:pt x="28625" y="612874"/>
                </a:lnTo>
                <a:lnTo>
                  <a:pt x="31203" y="602308"/>
                </a:lnTo>
                <a:lnTo>
                  <a:pt x="34229" y="591741"/>
                </a:lnTo>
                <a:lnTo>
                  <a:pt x="37560" y="581174"/>
                </a:lnTo>
                <a:lnTo>
                  <a:pt x="41043" y="570607"/>
                </a:lnTo>
                <a:lnTo>
                  <a:pt x="44528" y="560040"/>
                </a:lnTo>
                <a:lnTo>
                  <a:pt x="47883" y="549474"/>
                </a:lnTo>
                <a:lnTo>
                  <a:pt x="50998" y="538907"/>
                </a:lnTo>
                <a:lnTo>
                  <a:pt x="53798" y="528340"/>
                </a:lnTo>
                <a:lnTo>
                  <a:pt x="56234" y="517773"/>
                </a:lnTo>
                <a:lnTo>
                  <a:pt x="58293" y="507206"/>
                </a:lnTo>
                <a:lnTo>
                  <a:pt x="59982" y="496640"/>
                </a:lnTo>
                <a:lnTo>
                  <a:pt x="61330" y="486073"/>
                </a:lnTo>
                <a:lnTo>
                  <a:pt x="62375" y="475506"/>
                </a:lnTo>
                <a:lnTo>
                  <a:pt x="63165" y="464939"/>
                </a:lnTo>
                <a:lnTo>
                  <a:pt x="63746" y="454372"/>
                </a:lnTo>
                <a:lnTo>
                  <a:pt x="64162" y="443806"/>
                </a:lnTo>
                <a:lnTo>
                  <a:pt x="64453" y="433239"/>
                </a:lnTo>
                <a:lnTo>
                  <a:pt x="64651" y="422672"/>
                </a:lnTo>
                <a:lnTo>
                  <a:pt x="64782" y="412105"/>
                </a:lnTo>
                <a:lnTo>
                  <a:pt x="64867" y="401538"/>
                </a:lnTo>
                <a:lnTo>
                  <a:pt x="64921" y="390972"/>
                </a:lnTo>
                <a:lnTo>
                  <a:pt x="64954" y="380405"/>
                </a:lnTo>
                <a:lnTo>
                  <a:pt x="64974" y="369838"/>
                </a:lnTo>
                <a:lnTo>
                  <a:pt x="64985" y="359271"/>
                </a:lnTo>
                <a:lnTo>
                  <a:pt x="64992" y="348704"/>
                </a:lnTo>
                <a:lnTo>
                  <a:pt x="64996" y="338138"/>
                </a:lnTo>
                <a:lnTo>
                  <a:pt x="64998" y="327571"/>
                </a:lnTo>
                <a:lnTo>
                  <a:pt x="64999" y="317004"/>
                </a:lnTo>
                <a:lnTo>
                  <a:pt x="64999" y="306437"/>
                </a:lnTo>
                <a:lnTo>
                  <a:pt x="65000" y="295870"/>
                </a:lnTo>
                <a:lnTo>
                  <a:pt x="65000" y="285304"/>
                </a:lnTo>
                <a:lnTo>
                  <a:pt x="65000" y="274737"/>
                </a:lnTo>
                <a:lnTo>
                  <a:pt x="65000" y="264170"/>
                </a:lnTo>
                <a:lnTo>
                  <a:pt x="65000" y="253603"/>
                </a:lnTo>
                <a:lnTo>
                  <a:pt x="65000" y="243036"/>
                </a:lnTo>
                <a:lnTo>
                  <a:pt x="65000" y="232470"/>
                </a:lnTo>
                <a:lnTo>
                  <a:pt x="65000" y="221903"/>
                </a:lnTo>
                <a:lnTo>
                  <a:pt x="65000" y="211336"/>
                </a:lnTo>
                <a:lnTo>
                  <a:pt x="65000" y="200769"/>
                </a:lnTo>
                <a:lnTo>
                  <a:pt x="65000" y="190202"/>
                </a:lnTo>
                <a:lnTo>
                  <a:pt x="65000" y="179636"/>
                </a:lnTo>
                <a:lnTo>
                  <a:pt x="65000" y="169069"/>
                </a:lnTo>
                <a:lnTo>
                  <a:pt x="65000" y="158502"/>
                </a:lnTo>
                <a:lnTo>
                  <a:pt x="65000" y="147935"/>
                </a:lnTo>
                <a:lnTo>
                  <a:pt x="65000" y="137368"/>
                </a:lnTo>
                <a:lnTo>
                  <a:pt x="65000" y="126802"/>
                </a:lnTo>
                <a:lnTo>
                  <a:pt x="65000" y="116235"/>
                </a:lnTo>
                <a:lnTo>
                  <a:pt x="65000" y="105668"/>
                </a:lnTo>
                <a:lnTo>
                  <a:pt x="65000" y="95101"/>
                </a:lnTo>
                <a:lnTo>
                  <a:pt x="65000" y="84534"/>
                </a:lnTo>
                <a:lnTo>
                  <a:pt x="65000" y="73968"/>
                </a:lnTo>
                <a:lnTo>
                  <a:pt x="65000" y="63401"/>
                </a:lnTo>
                <a:lnTo>
                  <a:pt x="65000" y="52834"/>
                </a:lnTo>
                <a:lnTo>
                  <a:pt x="65000" y="42267"/>
                </a:lnTo>
                <a:lnTo>
                  <a:pt x="65000" y="31700"/>
                </a:lnTo>
                <a:lnTo>
                  <a:pt x="65000" y="21134"/>
                </a:lnTo>
                <a:lnTo>
                  <a:pt x="65000" y="10567"/>
                </a:lnTo>
                <a:lnTo>
                  <a:pt x="65000" y="0"/>
                </a:lnTo>
                <a:lnTo>
                  <a:pt x="65000" y="0"/>
                </a:lnTo>
                <a:lnTo>
                  <a:pt x="65000" y="0"/>
                </a:lnTo>
                <a:lnTo>
                  <a:pt x="65000" y="10567"/>
                </a:lnTo>
                <a:lnTo>
                  <a:pt x="65000" y="21134"/>
                </a:lnTo>
                <a:lnTo>
                  <a:pt x="65000" y="31700"/>
                </a:lnTo>
                <a:lnTo>
                  <a:pt x="65000" y="42267"/>
                </a:lnTo>
                <a:lnTo>
                  <a:pt x="65000" y="52834"/>
                </a:lnTo>
                <a:lnTo>
                  <a:pt x="65000" y="63401"/>
                </a:lnTo>
                <a:lnTo>
                  <a:pt x="65000" y="73968"/>
                </a:lnTo>
                <a:lnTo>
                  <a:pt x="65000" y="84534"/>
                </a:lnTo>
                <a:lnTo>
                  <a:pt x="65000" y="95101"/>
                </a:lnTo>
                <a:lnTo>
                  <a:pt x="65000" y="105668"/>
                </a:lnTo>
                <a:lnTo>
                  <a:pt x="65000" y="116235"/>
                </a:lnTo>
                <a:lnTo>
                  <a:pt x="65000" y="126802"/>
                </a:lnTo>
                <a:lnTo>
                  <a:pt x="65000" y="137368"/>
                </a:lnTo>
                <a:lnTo>
                  <a:pt x="65000" y="147935"/>
                </a:lnTo>
                <a:lnTo>
                  <a:pt x="65000" y="158502"/>
                </a:lnTo>
                <a:lnTo>
                  <a:pt x="65000" y="169069"/>
                </a:lnTo>
                <a:lnTo>
                  <a:pt x="65000" y="179636"/>
                </a:lnTo>
                <a:lnTo>
                  <a:pt x="65000" y="190202"/>
                </a:lnTo>
                <a:lnTo>
                  <a:pt x="65000" y="200769"/>
                </a:lnTo>
                <a:lnTo>
                  <a:pt x="65000" y="211336"/>
                </a:lnTo>
                <a:lnTo>
                  <a:pt x="65000" y="221903"/>
                </a:lnTo>
                <a:lnTo>
                  <a:pt x="65000" y="232470"/>
                </a:lnTo>
                <a:lnTo>
                  <a:pt x="65000" y="243036"/>
                </a:lnTo>
                <a:lnTo>
                  <a:pt x="65000" y="253603"/>
                </a:lnTo>
                <a:lnTo>
                  <a:pt x="65000" y="264170"/>
                </a:lnTo>
                <a:lnTo>
                  <a:pt x="65000" y="274737"/>
                </a:lnTo>
                <a:lnTo>
                  <a:pt x="65000" y="285304"/>
                </a:lnTo>
                <a:lnTo>
                  <a:pt x="65000" y="295870"/>
                </a:lnTo>
                <a:lnTo>
                  <a:pt x="65001" y="306437"/>
                </a:lnTo>
                <a:lnTo>
                  <a:pt x="65001" y="317004"/>
                </a:lnTo>
                <a:lnTo>
                  <a:pt x="65002" y="327571"/>
                </a:lnTo>
                <a:lnTo>
                  <a:pt x="65004" y="338138"/>
                </a:lnTo>
                <a:lnTo>
                  <a:pt x="65008" y="348704"/>
                </a:lnTo>
                <a:lnTo>
                  <a:pt x="65015" y="359271"/>
                </a:lnTo>
                <a:lnTo>
                  <a:pt x="65026" y="369838"/>
                </a:lnTo>
                <a:lnTo>
                  <a:pt x="65046" y="380405"/>
                </a:lnTo>
                <a:lnTo>
                  <a:pt x="65079" y="390972"/>
                </a:lnTo>
                <a:lnTo>
                  <a:pt x="65133" y="401538"/>
                </a:lnTo>
                <a:lnTo>
                  <a:pt x="65218" y="412105"/>
                </a:lnTo>
                <a:lnTo>
                  <a:pt x="65349" y="422672"/>
                </a:lnTo>
                <a:lnTo>
                  <a:pt x="65547" y="433239"/>
                </a:lnTo>
                <a:lnTo>
                  <a:pt x="65838" y="443806"/>
                </a:lnTo>
                <a:lnTo>
                  <a:pt x="66254" y="454372"/>
                </a:lnTo>
                <a:lnTo>
                  <a:pt x="66835" y="464939"/>
                </a:lnTo>
                <a:lnTo>
                  <a:pt x="67625" y="475506"/>
                </a:lnTo>
                <a:lnTo>
                  <a:pt x="68670" y="486073"/>
                </a:lnTo>
                <a:lnTo>
                  <a:pt x="70018" y="496640"/>
                </a:lnTo>
                <a:lnTo>
                  <a:pt x="71707" y="507206"/>
                </a:lnTo>
                <a:lnTo>
                  <a:pt x="73766" y="517773"/>
                </a:lnTo>
                <a:lnTo>
                  <a:pt x="76202" y="528340"/>
                </a:lnTo>
                <a:lnTo>
                  <a:pt x="79002" y="538907"/>
                </a:lnTo>
                <a:lnTo>
                  <a:pt x="82117" y="549474"/>
                </a:lnTo>
                <a:lnTo>
                  <a:pt x="85472" y="560040"/>
                </a:lnTo>
                <a:lnTo>
                  <a:pt x="88958" y="570607"/>
                </a:lnTo>
                <a:lnTo>
                  <a:pt x="92440" y="581174"/>
                </a:lnTo>
                <a:lnTo>
                  <a:pt x="95771" y="591741"/>
                </a:lnTo>
                <a:lnTo>
                  <a:pt x="98797" y="602308"/>
                </a:lnTo>
                <a:lnTo>
                  <a:pt x="101375" y="612874"/>
                </a:lnTo>
                <a:lnTo>
                  <a:pt x="103387" y="623441"/>
                </a:lnTo>
                <a:lnTo>
                  <a:pt x="104752" y="634008"/>
                </a:lnTo>
                <a:lnTo>
                  <a:pt x="105433" y="644575"/>
                </a:lnTo>
                <a:lnTo>
                  <a:pt x="105442" y="655142"/>
                </a:lnTo>
                <a:lnTo>
                  <a:pt x="104837" y="665709"/>
                </a:lnTo>
                <a:lnTo>
                  <a:pt x="103713" y="676275"/>
                </a:lnTo>
                <a:lnTo>
                  <a:pt x="102194" y="686842"/>
                </a:lnTo>
                <a:lnTo>
                  <a:pt x="100418" y="697409"/>
                </a:lnTo>
                <a:lnTo>
                  <a:pt x="98521" y="707976"/>
                </a:lnTo>
                <a:lnTo>
                  <a:pt x="96630" y="718543"/>
                </a:lnTo>
                <a:lnTo>
                  <a:pt x="94850" y="729109"/>
                </a:lnTo>
                <a:lnTo>
                  <a:pt x="93256" y="739676"/>
                </a:lnTo>
                <a:lnTo>
                  <a:pt x="91896" y="750243"/>
                </a:lnTo>
                <a:lnTo>
                  <a:pt x="90786" y="760810"/>
                </a:lnTo>
                <a:lnTo>
                  <a:pt x="89918" y="771377"/>
                </a:lnTo>
                <a:lnTo>
                  <a:pt x="89263" y="781943"/>
                </a:lnTo>
                <a:lnTo>
                  <a:pt x="88776" y="792510"/>
                </a:lnTo>
                <a:lnTo>
                  <a:pt x="88407" y="803077"/>
                </a:lnTo>
                <a:lnTo>
                  <a:pt x="88099" y="813644"/>
                </a:lnTo>
                <a:lnTo>
                  <a:pt x="87803" y="824211"/>
                </a:lnTo>
                <a:lnTo>
                  <a:pt x="87475" y="834777"/>
                </a:lnTo>
                <a:lnTo>
                  <a:pt x="87081" y="845344"/>
                </a:lnTo>
                <a:lnTo>
                  <a:pt x="86599" y="855911"/>
                </a:lnTo>
                <a:lnTo>
                  <a:pt x="86020" y="866478"/>
                </a:lnTo>
                <a:lnTo>
                  <a:pt x="85346" y="877045"/>
                </a:lnTo>
                <a:lnTo>
                  <a:pt x="84584" y="887611"/>
                </a:lnTo>
                <a:lnTo>
                  <a:pt x="83752" y="898178"/>
                </a:lnTo>
                <a:lnTo>
                  <a:pt x="82869" y="908745"/>
                </a:lnTo>
                <a:lnTo>
                  <a:pt x="81953" y="919312"/>
                </a:lnTo>
                <a:lnTo>
                  <a:pt x="81025" y="929879"/>
                </a:lnTo>
                <a:lnTo>
                  <a:pt x="80099" y="940445"/>
                </a:lnTo>
                <a:lnTo>
                  <a:pt x="79190" y="951012"/>
                </a:lnTo>
                <a:lnTo>
                  <a:pt x="78308" y="961579"/>
                </a:lnTo>
                <a:lnTo>
                  <a:pt x="77462" y="972146"/>
                </a:lnTo>
                <a:lnTo>
                  <a:pt x="76659" y="982713"/>
                </a:lnTo>
                <a:lnTo>
                  <a:pt x="75905" y="993279"/>
                </a:lnTo>
                <a:lnTo>
                  <a:pt x="75206" y="1003846"/>
                </a:lnTo>
                <a:lnTo>
                  <a:pt x="74569" y="1014413"/>
                </a:lnTo>
                <a:lnTo>
                  <a:pt x="74004" y="1024980"/>
                </a:lnTo>
                <a:lnTo>
                  <a:pt x="73522" y="1035547"/>
                </a:lnTo>
                <a:lnTo>
                  <a:pt x="73142" y="1046113"/>
                </a:lnTo>
                <a:lnTo>
                  <a:pt x="72885" y="1056680"/>
                </a:lnTo>
                <a:lnTo>
                  <a:pt x="72785" y="1067247"/>
                </a:lnTo>
                <a:lnTo>
                  <a:pt x="72885" y="1077814"/>
                </a:lnTo>
                <a:lnTo>
                  <a:pt x="73238" y="1088381"/>
                </a:lnTo>
                <a:lnTo>
                  <a:pt x="73912" y="1098947"/>
                </a:lnTo>
                <a:lnTo>
                  <a:pt x="74980" y="1109514"/>
                </a:lnTo>
                <a:lnTo>
                  <a:pt x="76522" y="1120081"/>
                </a:lnTo>
                <a:lnTo>
                  <a:pt x="78613" y="1130648"/>
                </a:lnTo>
                <a:lnTo>
                  <a:pt x="81315" y="1141215"/>
                </a:lnTo>
                <a:lnTo>
                  <a:pt x="84668" y="1151781"/>
                </a:lnTo>
                <a:lnTo>
                  <a:pt x="88671" y="1162348"/>
                </a:lnTo>
                <a:lnTo>
                  <a:pt x="93277" y="1172915"/>
                </a:lnTo>
                <a:lnTo>
                  <a:pt x="98383" y="1183482"/>
                </a:lnTo>
                <a:lnTo>
                  <a:pt x="103823" y="1194049"/>
                </a:lnTo>
                <a:lnTo>
                  <a:pt x="109381" y="1204615"/>
                </a:lnTo>
                <a:lnTo>
                  <a:pt x="114791" y="1215182"/>
                </a:lnTo>
                <a:lnTo>
                  <a:pt x="119764" y="1225749"/>
                </a:lnTo>
                <a:lnTo>
                  <a:pt x="124009" y="1236316"/>
                </a:lnTo>
                <a:lnTo>
                  <a:pt x="127260" y="1246883"/>
                </a:lnTo>
                <a:lnTo>
                  <a:pt x="129303" y="1257449"/>
                </a:lnTo>
                <a:lnTo>
                  <a:pt x="130000" y="1268016"/>
                </a:lnTo>
                <a:lnTo>
                  <a:pt x="130000" y="1268016"/>
                </a:lnTo>
                <a:close/>
              </a:path>
            </a:pathLst>
          </a:custGeom>
          <a:solidFill>
            <a:srgbClr val="596BC0">
              <a:alpha val="12000"/>
            </a:srgbClr>
          </a:solidFill>
          <a:ln w="6985">
            <a:solidFill>
              <a:srgbClr val="596BC0">
                <a:alpha val="12000"/>
              </a:srgbClr>
            </a:solidFill>
            <a:prstDash val="solid"/>
          </a:ln>
        </p:spPr>
      </p:sp>
      <p:sp>
        <p:nvSpPr>
          <p:cNvPr id="754" name="01_find_only_753">
            <a:extLst>
              <a:ext uri="{FF2B5EF4-FFF2-40B4-BE49-F238E27FC236}">
                <a16:creationId xmlns:a16="http://schemas.microsoft.com/office/drawing/2014/main" id="{0EDA5066-0F85-4659-98BC-11D3AE998F5E}"/>
              </a:ext>
            </a:extLst>
          </p:cNvPr>
          <p:cNvSpPr>
            <a:spLocks noGrp="1"/>
          </p:cNvSpPr>
          <p:nvPr/>
        </p:nvSpPr>
        <p:spPr>
          <a:xfrm>
            <a:off x="3123000" y="2869601"/>
            <a:ext cx="130000" cy="1268016"/>
          </a:xfrm>
          <a:custGeom>
            <a:avLst/>
            <a:gdLst/>
            <a:ahLst/>
            <a:cxnLst/>
            <a:rect l="0" t="0" r="0" b="0"/>
            <a:pathLst>
              <a:path w="130000" h="1268016">
                <a:moveTo>
                  <a:pt x="106859" y="1268016"/>
                </a:moveTo>
                <a:lnTo>
                  <a:pt x="23141" y="1268016"/>
                </a:lnTo>
                <a:lnTo>
                  <a:pt x="23581" y="1257449"/>
                </a:lnTo>
                <a:lnTo>
                  <a:pt x="24871" y="1246883"/>
                </a:lnTo>
                <a:lnTo>
                  <a:pt x="26925" y="1236316"/>
                </a:lnTo>
                <a:lnTo>
                  <a:pt x="29609" y="1225749"/>
                </a:lnTo>
                <a:lnTo>
                  <a:pt x="32758" y="1215182"/>
                </a:lnTo>
                <a:lnTo>
                  <a:pt x="36188" y="1204615"/>
                </a:lnTo>
                <a:lnTo>
                  <a:pt x="39719" y="1194049"/>
                </a:lnTo>
                <a:lnTo>
                  <a:pt x="43183" y="1183482"/>
                </a:lnTo>
                <a:lnTo>
                  <a:pt x="46443" y="1172915"/>
                </a:lnTo>
                <a:lnTo>
                  <a:pt x="49393" y="1162348"/>
                </a:lnTo>
                <a:lnTo>
                  <a:pt x="51967" y="1151781"/>
                </a:lnTo>
                <a:lnTo>
                  <a:pt x="54130" y="1141215"/>
                </a:lnTo>
                <a:lnTo>
                  <a:pt x="55882" y="1130648"/>
                </a:lnTo>
                <a:lnTo>
                  <a:pt x="57241" y="1120081"/>
                </a:lnTo>
                <a:lnTo>
                  <a:pt x="58243" y="1109514"/>
                </a:lnTo>
                <a:lnTo>
                  <a:pt x="58933" y="1098947"/>
                </a:lnTo>
                <a:lnTo>
                  <a:pt x="59357" y="1088381"/>
                </a:lnTo>
                <a:lnTo>
                  <a:pt x="59557" y="1077814"/>
                </a:lnTo>
                <a:lnTo>
                  <a:pt x="59573" y="1067247"/>
                </a:lnTo>
                <a:lnTo>
                  <a:pt x="59438" y="1056680"/>
                </a:lnTo>
                <a:lnTo>
                  <a:pt x="59177" y="1046113"/>
                </a:lnTo>
                <a:lnTo>
                  <a:pt x="58811" y="1035547"/>
                </a:lnTo>
                <a:lnTo>
                  <a:pt x="58357" y="1024980"/>
                </a:lnTo>
                <a:lnTo>
                  <a:pt x="57829" y="1014413"/>
                </a:lnTo>
                <a:lnTo>
                  <a:pt x="57241" y="1003846"/>
                </a:lnTo>
                <a:lnTo>
                  <a:pt x="56602" y="993279"/>
                </a:lnTo>
                <a:lnTo>
                  <a:pt x="55923" y="982713"/>
                </a:lnTo>
                <a:lnTo>
                  <a:pt x="55216" y="972146"/>
                </a:lnTo>
                <a:lnTo>
                  <a:pt x="54491" y="961579"/>
                </a:lnTo>
                <a:lnTo>
                  <a:pt x="53758" y="951012"/>
                </a:lnTo>
                <a:lnTo>
                  <a:pt x="53030" y="940445"/>
                </a:lnTo>
                <a:lnTo>
                  <a:pt x="52319" y="929879"/>
                </a:lnTo>
                <a:lnTo>
                  <a:pt x="51639" y="919312"/>
                </a:lnTo>
                <a:lnTo>
                  <a:pt x="51008" y="908745"/>
                </a:lnTo>
                <a:lnTo>
                  <a:pt x="50442" y="898178"/>
                </a:lnTo>
                <a:lnTo>
                  <a:pt x="49960" y="887611"/>
                </a:lnTo>
                <a:lnTo>
                  <a:pt x="49576" y="877045"/>
                </a:lnTo>
                <a:lnTo>
                  <a:pt x="49302" y="866478"/>
                </a:lnTo>
                <a:lnTo>
                  <a:pt x="49145" y="855911"/>
                </a:lnTo>
                <a:lnTo>
                  <a:pt x="49099" y="845344"/>
                </a:lnTo>
                <a:lnTo>
                  <a:pt x="49152" y="834777"/>
                </a:lnTo>
                <a:lnTo>
                  <a:pt x="49277" y="824211"/>
                </a:lnTo>
                <a:lnTo>
                  <a:pt x="49438" y="813644"/>
                </a:lnTo>
                <a:lnTo>
                  <a:pt x="49590" y="803077"/>
                </a:lnTo>
                <a:lnTo>
                  <a:pt x="49682" y="792510"/>
                </a:lnTo>
                <a:lnTo>
                  <a:pt x="49657" y="781943"/>
                </a:lnTo>
                <a:lnTo>
                  <a:pt x="49466" y="771377"/>
                </a:lnTo>
                <a:lnTo>
                  <a:pt x="49064" y="760810"/>
                </a:lnTo>
                <a:lnTo>
                  <a:pt x="48418" y="750243"/>
                </a:lnTo>
                <a:lnTo>
                  <a:pt x="47514" y="739676"/>
                </a:lnTo>
                <a:lnTo>
                  <a:pt x="46358" y="729109"/>
                </a:lnTo>
                <a:lnTo>
                  <a:pt x="44979" y="718543"/>
                </a:lnTo>
                <a:lnTo>
                  <a:pt x="43429" y="707976"/>
                </a:lnTo>
                <a:lnTo>
                  <a:pt x="41784" y="697409"/>
                </a:lnTo>
                <a:lnTo>
                  <a:pt x="40132" y="686842"/>
                </a:lnTo>
                <a:lnTo>
                  <a:pt x="38577" y="676275"/>
                </a:lnTo>
                <a:lnTo>
                  <a:pt x="37220" y="665709"/>
                </a:lnTo>
                <a:lnTo>
                  <a:pt x="36156" y="655142"/>
                </a:lnTo>
                <a:lnTo>
                  <a:pt x="35460" y="644575"/>
                </a:lnTo>
                <a:lnTo>
                  <a:pt x="35182" y="634008"/>
                </a:lnTo>
                <a:lnTo>
                  <a:pt x="35339" y="623441"/>
                </a:lnTo>
                <a:lnTo>
                  <a:pt x="35916" y="612874"/>
                </a:lnTo>
                <a:lnTo>
                  <a:pt x="36862" y="602308"/>
                </a:lnTo>
                <a:lnTo>
                  <a:pt x="38099" y="591741"/>
                </a:lnTo>
                <a:lnTo>
                  <a:pt x="39530" y="581174"/>
                </a:lnTo>
                <a:lnTo>
                  <a:pt x="41046" y="570607"/>
                </a:lnTo>
                <a:lnTo>
                  <a:pt x="42538" y="560040"/>
                </a:lnTo>
                <a:lnTo>
                  <a:pt x="43908" y="549474"/>
                </a:lnTo>
                <a:lnTo>
                  <a:pt x="45074" y="538907"/>
                </a:lnTo>
                <a:lnTo>
                  <a:pt x="45977" y="528340"/>
                </a:lnTo>
                <a:lnTo>
                  <a:pt x="46588" y="517773"/>
                </a:lnTo>
                <a:lnTo>
                  <a:pt x="46904" y="507206"/>
                </a:lnTo>
                <a:lnTo>
                  <a:pt x="46947" y="496640"/>
                </a:lnTo>
                <a:lnTo>
                  <a:pt x="46763" y="486073"/>
                </a:lnTo>
                <a:lnTo>
                  <a:pt x="46413" y="475506"/>
                </a:lnTo>
                <a:lnTo>
                  <a:pt x="45969" y="464939"/>
                </a:lnTo>
                <a:lnTo>
                  <a:pt x="45503" y="454372"/>
                </a:lnTo>
                <a:lnTo>
                  <a:pt x="45085" y="443806"/>
                </a:lnTo>
                <a:lnTo>
                  <a:pt x="44772" y="433239"/>
                </a:lnTo>
                <a:lnTo>
                  <a:pt x="44606" y="422672"/>
                </a:lnTo>
                <a:lnTo>
                  <a:pt x="44613" y="412105"/>
                </a:lnTo>
                <a:lnTo>
                  <a:pt x="44799" y="401538"/>
                </a:lnTo>
                <a:lnTo>
                  <a:pt x="45154" y="390972"/>
                </a:lnTo>
                <a:lnTo>
                  <a:pt x="45657" y="380405"/>
                </a:lnTo>
                <a:lnTo>
                  <a:pt x="46277" y="369838"/>
                </a:lnTo>
                <a:lnTo>
                  <a:pt x="46981" y="359271"/>
                </a:lnTo>
                <a:lnTo>
                  <a:pt x="47736" y="348704"/>
                </a:lnTo>
                <a:lnTo>
                  <a:pt x="48514" y="338138"/>
                </a:lnTo>
                <a:lnTo>
                  <a:pt x="49293" y="327571"/>
                </a:lnTo>
                <a:lnTo>
                  <a:pt x="50057" y="317004"/>
                </a:lnTo>
                <a:lnTo>
                  <a:pt x="50798" y="306437"/>
                </a:lnTo>
                <a:lnTo>
                  <a:pt x="51511" y="295870"/>
                </a:lnTo>
                <a:lnTo>
                  <a:pt x="52195" y="285304"/>
                </a:lnTo>
                <a:lnTo>
                  <a:pt x="52848" y="274737"/>
                </a:lnTo>
                <a:lnTo>
                  <a:pt x="53468" y="264170"/>
                </a:lnTo>
                <a:lnTo>
                  <a:pt x="54051" y="253603"/>
                </a:lnTo>
                <a:lnTo>
                  <a:pt x="54586" y="243036"/>
                </a:lnTo>
                <a:lnTo>
                  <a:pt x="55060" y="232470"/>
                </a:lnTo>
                <a:lnTo>
                  <a:pt x="55453" y="221903"/>
                </a:lnTo>
                <a:lnTo>
                  <a:pt x="55735" y="211336"/>
                </a:lnTo>
                <a:lnTo>
                  <a:pt x="55870" y="200769"/>
                </a:lnTo>
                <a:lnTo>
                  <a:pt x="55811" y="190202"/>
                </a:lnTo>
                <a:lnTo>
                  <a:pt x="55501" y="179636"/>
                </a:lnTo>
                <a:lnTo>
                  <a:pt x="54873" y="169069"/>
                </a:lnTo>
                <a:lnTo>
                  <a:pt x="53854" y="158502"/>
                </a:lnTo>
                <a:lnTo>
                  <a:pt x="52367" y="147935"/>
                </a:lnTo>
                <a:lnTo>
                  <a:pt x="50338" y="137368"/>
                </a:lnTo>
                <a:lnTo>
                  <a:pt x="47707" y="126802"/>
                </a:lnTo>
                <a:lnTo>
                  <a:pt x="44438" y="116235"/>
                </a:lnTo>
                <a:lnTo>
                  <a:pt x="40529" y="105668"/>
                </a:lnTo>
                <a:lnTo>
                  <a:pt x="36027" y="95101"/>
                </a:lnTo>
                <a:lnTo>
                  <a:pt x="31032" y="84534"/>
                </a:lnTo>
                <a:lnTo>
                  <a:pt x="25703" y="73968"/>
                </a:lnTo>
                <a:lnTo>
                  <a:pt x="20255" y="63401"/>
                </a:lnTo>
                <a:lnTo>
                  <a:pt x="14947" y="52834"/>
                </a:lnTo>
                <a:lnTo>
                  <a:pt x="10063" y="42267"/>
                </a:lnTo>
                <a:lnTo>
                  <a:pt x="5891" y="31700"/>
                </a:lnTo>
                <a:lnTo>
                  <a:pt x="2695" y="21134"/>
                </a:lnTo>
                <a:lnTo>
                  <a:pt x="686" y="10567"/>
                </a:lnTo>
                <a:lnTo>
                  <a:pt x="0" y="0"/>
                </a:lnTo>
                <a:lnTo>
                  <a:pt x="130000" y="0"/>
                </a:lnTo>
                <a:lnTo>
                  <a:pt x="130000" y="0"/>
                </a:lnTo>
                <a:lnTo>
                  <a:pt x="129314" y="10567"/>
                </a:lnTo>
                <a:lnTo>
                  <a:pt x="127305" y="21134"/>
                </a:lnTo>
                <a:lnTo>
                  <a:pt x="124109" y="31700"/>
                </a:lnTo>
                <a:lnTo>
                  <a:pt x="119937" y="42267"/>
                </a:lnTo>
                <a:lnTo>
                  <a:pt x="115053" y="52834"/>
                </a:lnTo>
                <a:lnTo>
                  <a:pt x="109745" y="63401"/>
                </a:lnTo>
                <a:lnTo>
                  <a:pt x="104297" y="73968"/>
                </a:lnTo>
                <a:lnTo>
                  <a:pt x="98968" y="84534"/>
                </a:lnTo>
                <a:lnTo>
                  <a:pt x="93973" y="95101"/>
                </a:lnTo>
                <a:lnTo>
                  <a:pt x="89471" y="105668"/>
                </a:lnTo>
                <a:lnTo>
                  <a:pt x="85562" y="116235"/>
                </a:lnTo>
                <a:lnTo>
                  <a:pt x="82293" y="126802"/>
                </a:lnTo>
                <a:lnTo>
                  <a:pt x="79662" y="137368"/>
                </a:lnTo>
                <a:lnTo>
                  <a:pt x="77633" y="147935"/>
                </a:lnTo>
                <a:lnTo>
                  <a:pt x="76146" y="158502"/>
                </a:lnTo>
                <a:lnTo>
                  <a:pt x="75127" y="169069"/>
                </a:lnTo>
                <a:lnTo>
                  <a:pt x="74499" y="179636"/>
                </a:lnTo>
                <a:lnTo>
                  <a:pt x="74189" y="190202"/>
                </a:lnTo>
                <a:lnTo>
                  <a:pt x="74130" y="200769"/>
                </a:lnTo>
                <a:lnTo>
                  <a:pt x="74265" y="211336"/>
                </a:lnTo>
                <a:lnTo>
                  <a:pt x="74547" y="221903"/>
                </a:lnTo>
                <a:lnTo>
                  <a:pt x="74940" y="232470"/>
                </a:lnTo>
                <a:lnTo>
                  <a:pt x="75414" y="243036"/>
                </a:lnTo>
                <a:lnTo>
                  <a:pt x="75949" y="253603"/>
                </a:lnTo>
                <a:lnTo>
                  <a:pt x="76532" y="264170"/>
                </a:lnTo>
                <a:lnTo>
                  <a:pt x="77152" y="274737"/>
                </a:lnTo>
                <a:lnTo>
                  <a:pt x="77805" y="285304"/>
                </a:lnTo>
                <a:lnTo>
                  <a:pt x="78489" y="295870"/>
                </a:lnTo>
                <a:lnTo>
                  <a:pt x="79202" y="306437"/>
                </a:lnTo>
                <a:lnTo>
                  <a:pt x="79943" y="317004"/>
                </a:lnTo>
                <a:lnTo>
                  <a:pt x="80707" y="327571"/>
                </a:lnTo>
                <a:lnTo>
                  <a:pt x="81486" y="338138"/>
                </a:lnTo>
                <a:lnTo>
                  <a:pt x="82264" y="348704"/>
                </a:lnTo>
                <a:lnTo>
                  <a:pt x="83019" y="359271"/>
                </a:lnTo>
                <a:lnTo>
                  <a:pt x="83723" y="369838"/>
                </a:lnTo>
                <a:lnTo>
                  <a:pt x="84343" y="380405"/>
                </a:lnTo>
                <a:lnTo>
                  <a:pt x="84846" y="390972"/>
                </a:lnTo>
                <a:lnTo>
                  <a:pt x="85201" y="401538"/>
                </a:lnTo>
                <a:lnTo>
                  <a:pt x="85387" y="412105"/>
                </a:lnTo>
                <a:lnTo>
                  <a:pt x="85394" y="422672"/>
                </a:lnTo>
                <a:lnTo>
                  <a:pt x="85228" y="433239"/>
                </a:lnTo>
                <a:lnTo>
                  <a:pt x="84915" y="443806"/>
                </a:lnTo>
                <a:lnTo>
                  <a:pt x="84497" y="454372"/>
                </a:lnTo>
                <a:lnTo>
                  <a:pt x="84031" y="464939"/>
                </a:lnTo>
                <a:lnTo>
                  <a:pt x="83587" y="475506"/>
                </a:lnTo>
                <a:lnTo>
                  <a:pt x="83237" y="486073"/>
                </a:lnTo>
                <a:lnTo>
                  <a:pt x="83053" y="496640"/>
                </a:lnTo>
                <a:lnTo>
                  <a:pt x="83096" y="507206"/>
                </a:lnTo>
                <a:lnTo>
                  <a:pt x="83412" y="517773"/>
                </a:lnTo>
                <a:lnTo>
                  <a:pt x="84023" y="528340"/>
                </a:lnTo>
                <a:lnTo>
                  <a:pt x="84926" y="538907"/>
                </a:lnTo>
                <a:lnTo>
                  <a:pt x="86092" y="549474"/>
                </a:lnTo>
                <a:lnTo>
                  <a:pt x="87462" y="560040"/>
                </a:lnTo>
                <a:lnTo>
                  <a:pt x="88954" y="570607"/>
                </a:lnTo>
                <a:lnTo>
                  <a:pt x="90470" y="581174"/>
                </a:lnTo>
                <a:lnTo>
                  <a:pt x="91901" y="591741"/>
                </a:lnTo>
                <a:lnTo>
                  <a:pt x="93138" y="602308"/>
                </a:lnTo>
                <a:lnTo>
                  <a:pt x="94084" y="612874"/>
                </a:lnTo>
                <a:lnTo>
                  <a:pt x="94661" y="623441"/>
                </a:lnTo>
                <a:lnTo>
                  <a:pt x="94818" y="634008"/>
                </a:lnTo>
                <a:lnTo>
                  <a:pt x="94540" y="644575"/>
                </a:lnTo>
                <a:lnTo>
                  <a:pt x="93844" y="655142"/>
                </a:lnTo>
                <a:lnTo>
                  <a:pt x="92780" y="665709"/>
                </a:lnTo>
                <a:lnTo>
                  <a:pt x="91423" y="676275"/>
                </a:lnTo>
                <a:lnTo>
                  <a:pt x="89868" y="686842"/>
                </a:lnTo>
                <a:lnTo>
                  <a:pt x="88216" y="697409"/>
                </a:lnTo>
                <a:lnTo>
                  <a:pt x="86571" y="707976"/>
                </a:lnTo>
                <a:lnTo>
                  <a:pt x="85021" y="718543"/>
                </a:lnTo>
                <a:lnTo>
                  <a:pt x="83642" y="729109"/>
                </a:lnTo>
                <a:lnTo>
                  <a:pt x="82486" y="739676"/>
                </a:lnTo>
                <a:lnTo>
                  <a:pt x="81582" y="750243"/>
                </a:lnTo>
                <a:lnTo>
                  <a:pt x="80936" y="760810"/>
                </a:lnTo>
                <a:lnTo>
                  <a:pt x="80534" y="771377"/>
                </a:lnTo>
                <a:lnTo>
                  <a:pt x="80343" y="781943"/>
                </a:lnTo>
                <a:lnTo>
                  <a:pt x="80318" y="792510"/>
                </a:lnTo>
                <a:lnTo>
                  <a:pt x="80410" y="803077"/>
                </a:lnTo>
                <a:lnTo>
                  <a:pt x="80562" y="813644"/>
                </a:lnTo>
                <a:lnTo>
                  <a:pt x="80723" y="824211"/>
                </a:lnTo>
                <a:lnTo>
                  <a:pt x="80848" y="834777"/>
                </a:lnTo>
                <a:lnTo>
                  <a:pt x="80901" y="845344"/>
                </a:lnTo>
                <a:lnTo>
                  <a:pt x="80855" y="855911"/>
                </a:lnTo>
                <a:lnTo>
                  <a:pt x="80698" y="866478"/>
                </a:lnTo>
                <a:lnTo>
                  <a:pt x="80424" y="877045"/>
                </a:lnTo>
                <a:lnTo>
                  <a:pt x="80040" y="887611"/>
                </a:lnTo>
                <a:lnTo>
                  <a:pt x="79558" y="898178"/>
                </a:lnTo>
                <a:lnTo>
                  <a:pt x="78992" y="908745"/>
                </a:lnTo>
                <a:lnTo>
                  <a:pt x="78361" y="919312"/>
                </a:lnTo>
                <a:lnTo>
                  <a:pt x="77681" y="929879"/>
                </a:lnTo>
                <a:lnTo>
                  <a:pt x="76970" y="940445"/>
                </a:lnTo>
                <a:lnTo>
                  <a:pt x="76242" y="951012"/>
                </a:lnTo>
                <a:lnTo>
                  <a:pt x="75509" y="961579"/>
                </a:lnTo>
                <a:lnTo>
                  <a:pt x="74784" y="972146"/>
                </a:lnTo>
                <a:lnTo>
                  <a:pt x="74077" y="982713"/>
                </a:lnTo>
                <a:lnTo>
                  <a:pt x="73398" y="993279"/>
                </a:lnTo>
                <a:lnTo>
                  <a:pt x="72759" y="1003846"/>
                </a:lnTo>
                <a:lnTo>
                  <a:pt x="72171" y="1014413"/>
                </a:lnTo>
                <a:lnTo>
                  <a:pt x="71643" y="1024980"/>
                </a:lnTo>
                <a:lnTo>
                  <a:pt x="71189" y="1035547"/>
                </a:lnTo>
                <a:lnTo>
                  <a:pt x="70823" y="1046113"/>
                </a:lnTo>
                <a:lnTo>
                  <a:pt x="70562" y="1056680"/>
                </a:lnTo>
                <a:lnTo>
                  <a:pt x="70427" y="1067247"/>
                </a:lnTo>
                <a:lnTo>
                  <a:pt x="70443" y="1077814"/>
                </a:lnTo>
                <a:lnTo>
                  <a:pt x="70643" y="1088381"/>
                </a:lnTo>
                <a:lnTo>
                  <a:pt x="71067" y="1098947"/>
                </a:lnTo>
                <a:lnTo>
                  <a:pt x="71757" y="1109514"/>
                </a:lnTo>
                <a:lnTo>
                  <a:pt x="72759" y="1120081"/>
                </a:lnTo>
                <a:lnTo>
                  <a:pt x="74118" y="1130648"/>
                </a:lnTo>
                <a:lnTo>
                  <a:pt x="75870" y="1141215"/>
                </a:lnTo>
                <a:lnTo>
                  <a:pt x="78033" y="1151781"/>
                </a:lnTo>
                <a:lnTo>
                  <a:pt x="80607" y="1162348"/>
                </a:lnTo>
                <a:lnTo>
                  <a:pt x="83557" y="1172915"/>
                </a:lnTo>
                <a:lnTo>
                  <a:pt x="86817" y="1183482"/>
                </a:lnTo>
                <a:lnTo>
                  <a:pt x="90281" y="1194049"/>
                </a:lnTo>
                <a:lnTo>
                  <a:pt x="93812" y="1204615"/>
                </a:lnTo>
                <a:lnTo>
                  <a:pt x="97242" y="1215182"/>
                </a:lnTo>
                <a:lnTo>
                  <a:pt x="100391" y="1225749"/>
                </a:lnTo>
                <a:lnTo>
                  <a:pt x="103075" y="1236316"/>
                </a:lnTo>
                <a:lnTo>
                  <a:pt x="105129" y="1246883"/>
                </a:lnTo>
                <a:lnTo>
                  <a:pt x="106419" y="1257449"/>
                </a:lnTo>
                <a:lnTo>
                  <a:pt x="106859" y="1268016"/>
                </a:lnTo>
                <a:lnTo>
                  <a:pt x="106859" y="1268016"/>
                </a:lnTo>
                <a:close/>
              </a:path>
            </a:pathLst>
          </a:custGeom>
          <a:solidFill>
            <a:srgbClr val="596BC0">
              <a:alpha val="12000"/>
            </a:srgbClr>
          </a:solidFill>
          <a:ln w="6985">
            <a:solidFill>
              <a:srgbClr val="596BC0">
                <a:alpha val="12000"/>
              </a:srgbClr>
            </a:solidFill>
            <a:prstDash val="solid"/>
          </a:ln>
        </p:spPr>
      </p:sp>
      <p:sp>
        <p:nvSpPr>
          <p:cNvPr id="755" name="01_find_only_754">
            <a:extLst>
              <a:ext uri="{FF2B5EF4-FFF2-40B4-BE49-F238E27FC236}">
                <a16:creationId xmlns:a16="http://schemas.microsoft.com/office/drawing/2014/main" id="{54CEFB34-FC64-4083-A397-71CEC19E6C17}"/>
              </a:ext>
            </a:extLst>
          </p:cNvPr>
          <p:cNvSpPr>
            <a:spLocks noGrp="1"/>
          </p:cNvSpPr>
          <p:nvPr/>
        </p:nvSpPr>
        <p:spPr>
          <a:xfrm>
            <a:off x="3623000" y="2869601"/>
            <a:ext cx="130000" cy="1268016"/>
          </a:xfrm>
          <a:custGeom>
            <a:avLst/>
            <a:gdLst/>
            <a:ahLst/>
            <a:cxnLst/>
            <a:rect l="0" t="0" r="0" b="0"/>
            <a:pathLst>
              <a:path w="130000" h="1268016">
                <a:moveTo>
                  <a:pt x="90067" y="1268016"/>
                </a:moveTo>
                <a:lnTo>
                  <a:pt x="39933" y="1268016"/>
                </a:lnTo>
                <a:lnTo>
                  <a:pt x="40194" y="1257449"/>
                </a:lnTo>
                <a:lnTo>
                  <a:pt x="40958" y="1246883"/>
                </a:lnTo>
                <a:lnTo>
                  <a:pt x="42174" y="1236316"/>
                </a:lnTo>
                <a:lnTo>
                  <a:pt x="43763" y="1225749"/>
                </a:lnTo>
                <a:lnTo>
                  <a:pt x="45628" y="1215182"/>
                </a:lnTo>
                <a:lnTo>
                  <a:pt x="47660" y="1204615"/>
                </a:lnTo>
                <a:lnTo>
                  <a:pt x="49751" y="1194049"/>
                </a:lnTo>
                <a:lnTo>
                  <a:pt x="51802" y="1183482"/>
                </a:lnTo>
                <a:lnTo>
                  <a:pt x="53733" y="1172915"/>
                </a:lnTo>
                <a:lnTo>
                  <a:pt x="55479" y="1162348"/>
                </a:lnTo>
                <a:lnTo>
                  <a:pt x="57002" y="1151781"/>
                </a:lnTo>
                <a:lnTo>
                  <a:pt x="58283" y="1141215"/>
                </a:lnTo>
                <a:lnTo>
                  <a:pt x="59319" y="1130648"/>
                </a:lnTo>
                <a:lnTo>
                  <a:pt x="60123" y="1120081"/>
                </a:lnTo>
                <a:lnTo>
                  <a:pt x="60718" y="1109514"/>
                </a:lnTo>
                <a:lnTo>
                  <a:pt x="61129" y="1098947"/>
                </a:lnTo>
                <a:lnTo>
                  <a:pt x="61384" y="1088381"/>
                </a:lnTo>
                <a:lnTo>
                  <a:pt x="61511" y="1077814"/>
                </a:lnTo>
                <a:lnTo>
                  <a:pt x="61533" y="1067247"/>
                </a:lnTo>
                <a:lnTo>
                  <a:pt x="61470" y="1056680"/>
                </a:lnTo>
                <a:lnTo>
                  <a:pt x="61338" y="1046113"/>
                </a:lnTo>
                <a:lnTo>
                  <a:pt x="61151" y="1035547"/>
                </a:lnTo>
                <a:lnTo>
                  <a:pt x="60920" y="1024980"/>
                </a:lnTo>
                <a:lnTo>
                  <a:pt x="60655" y="1014413"/>
                </a:lnTo>
                <a:lnTo>
                  <a:pt x="60365" y="1003846"/>
                </a:lnTo>
                <a:lnTo>
                  <a:pt x="60057" y="993279"/>
                </a:lnTo>
                <a:lnTo>
                  <a:pt x="59739" y="982713"/>
                </a:lnTo>
                <a:lnTo>
                  <a:pt x="59419" y="972146"/>
                </a:lnTo>
                <a:lnTo>
                  <a:pt x="59104" y="961579"/>
                </a:lnTo>
                <a:lnTo>
                  <a:pt x="58799" y="951012"/>
                </a:lnTo>
                <a:lnTo>
                  <a:pt x="58511" y="940445"/>
                </a:lnTo>
                <a:lnTo>
                  <a:pt x="58245" y="929879"/>
                </a:lnTo>
                <a:lnTo>
                  <a:pt x="58005" y="919312"/>
                </a:lnTo>
                <a:lnTo>
                  <a:pt x="57795" y="908745"/>
                </a:lnTo>
                <a:lnTo>
                  <a:pt x="57618" y="898178"/>
                </a:lnTo>
                <a:lnTo>
                  <a:pt x="57477" y="887611"/>
                </a:lnTo>
                <a:lnTo>
                  <a:pt x="57374" y="877045"/>
                </a:lnTo>
                <a:lnTo>
                  <a:pt x="57308" y="866478"/>
                </a:lnTo>
                <a:lnTo>
                  <a:pt x="57278" y="855911"/>
                </a:lnTo>
                <a:lnTo>
                  <a:pt x="57277" y="845344"/>
                </a:lnTo>
                <a:lnTo>
                  <a:pt x="57298" y="834777"/>
                </a:lnTo>
                <a:lnTo>
                  <a:pt x="57328" y="824211"/>
                </a:lnTo>
                <a:lnTo>
                  <a:pt x="57351" y="813644"/>
                </a:lnTo>
                <a:lnTo>
                  <a:pt x="57347" y="803077"/>
                </a:lnTo>
                <a:lnTo>
                  <a:pt x="57295" y="792510"/>
                </a:lnTo>
                <a:lnTo>
                  <a:pt x="57172" y="781943"/>
                </a:lnTo>
                <a:lnTo>
                  <a:pt x="56958" y="771377"/>
                </a:lnTo>
                <a:lnTo>
                  <a:pt x="56633" y="760810"/>
                </a:lnTo>
                <a:lnTo>
                  <a:pt x="56186" y="750243"/>
                </a:lnTo>
                <a:lnTo>
                  <a:pt x="55610" y="739676"/>
                </a:lnTo>
                <a:lnTo>
                  <a:pt x="54911" y="729109"/>
                </a:lnTo>
                <a:lnTo>
                  <a:pt x="54104" y="718543"/>
                </a:lnTo>
                <a:lnTo>
                  <a:pt x="53217" y="707976"/>
                </a:lnTo>
                <a:lnTo>
                  <a:pt x="52286" y="697409"/>
                </a:lnTo>
                <a:lnTo>
                  <a:pt x="51360" y="686842"/>
                </a:lnTo>
                <a:lnTo>
                  <a:pt x="50490" y="676275"/>
                </a:lnTo>
                <a:lnTo>
                  <a:pt x="49728" y="665709"/>
                </a:lnTo>
                <a:lnTo>
                  <a:pt x="49122" y="655142"/>
                </a:lnTo>
                <a:lnTo>
                  <a:pt x="48711" y="644575"/>
                </a:lnTo>
                <a:lnTo>
                  <a:pt x="48518" y="634008"/>
                </a:lnTo>
                <a:lnTo>
                  <a:pt x="48549" y="623441"/>
                </a:lnTo>
                <a:lnTo>
                  <a:pt x="48794" y="612874"/>
                </a:lnTo>
                <a:lnTo>
                  <a:pt x="49222" y="602308"/>
                </a:lnTo>
                <a:lnTo>
                  <a:pt x="49790" y="591741"/>
                </a:lnTo>
                <a:lnTo>
                  <a:pt x="50441" y="581174"/>
                </a:lnTo>
                <a:lnTo>
                  <a:pt x="51118" y="570607"/>
                </a:lnTo>
                <a:lnTo>
                  <a:pt x="51760" y="560040"/>
                </a:lnTo>
                <a:lnTo>
                  <a:pt x="52315" y="549474"/>
                </a:lnTo>
                <a:lnTo>
                  <a:pt x="52741" y="538907"/>
                </a:lnTo>
                <a:lnTo>
                  <a:pt x="53011" y="528340"/>
                </a:lnTo>
                <a:lnTo>
                  <a:pt x="53114" y="517773"/>
                </a:lnTo>
                <a:lnTo>
                  <a:pt x="53055" y="507206"/>
                </a:lnTo>
                <a:lnTo>
                  <a:pt x="52857" y="496640"/>
                </a:lnTo>
                <a:lnTo>
                  <a:pt x="52553" y="486073"/>
                </a:lnTo>
                <a:lnTo>
                  <a:pt x="52187" y="475506"/>
                </a:lnTo>
                <a:lnTo>
                  <a:pt x="51809" y="464939"/>
                </a:lnTo>
                <a:lnTo>
                  <a:pt x="51470" y="454372"/>
                </a:lnTo>
                <a:lnTo>
                  <a:pt x="51214" y="443806"/>
                </a:lnTo>
                <a:lnTo>
                  <a:pt x="51080" y="433239"/>
                </a:lnTo>
                <a:lnTo>
                  <a:pt x="51093" y="422672"/>
                </a:lnTo>
                <a:lnTo>
                  <a:pt x="51267" y="412105"/>
                </a:lnTo>
                <a:lnTo>
                  <a:pt x="51600" y="401538"/>
                </a:lnTo>
                <a:lnTo>
                  <a:pt x="52080" y="390972"/>
                </a:lnTo>
                <a:lnTo>
                  <a:pt x="52682" y="380405"/>
                </a:lnTo>
                <a:lnTo>
                  <a:pt x="53376" y="369838"/>
                </a:lnTo>
                <a:lnTo>
                  <a:pt x="54128" y="359271"/>
                </a:lnTo>
                <a:lnTo>
                  <a:pt x="54906" y="348704"/>
                </a:lnTo>
                <a:lnTo>
                  <a:pt x="55677" y="338138"/>
                </a:lnTo>
                <a:lnTo>
                  <a:pt x="56416" y="327571"/>
                </a:lnTo>
                <a:lnTo>
                  <a:pt x="57104" y="317004"/>
                </a:lnTo>
                <a:lnTo>
                  <a:pt x="57726" y="306437"/>
                </a:lnTo>
                <a:lnTo>
                  <a:pt x="58274" y="295870"/>
                </a:lnTo>
                <a:lnTo>
                  <a:pt x="58742" y="285304"/>
                </a:lnTo>
                <a:lnTo>
                  <a:pt x="59131" y="274737"/>
                </a:lnTo>
                <a:lnTo>
                  <a:pt x="59440" y="264170"/>
                </a:lnTo>
                <a:lnTo>
                  <a:pt x="59669" y="253603"/>
                </a:lnTo>
                <a:lnTo>
                  <a:pt x="59817" y="243036"/>
                </a:lnTo>
                <a:lnTo>
                  <a:pt x="59880" y="232470"/>
                </a:lnTo>
                <a:lnTo>
                  <a:pt x="59848" y="221903"/>
                </a:lnTo>
                <a:lnTo>
                  <a:pt x="59704" y="211336"/>
                </a:lnTo>
                <a:lnTo>
                  <a:pt x="59422" y="200769"/>
                </a:lnTo>
                <a:lnTo>
                  <a:pt x="58965" y="190202"/>
                </a:lnTo>
                <a:lnTo>
                  <a:pt x="58283" y="179636"/>
                </a:lnTo>
                <a:lnTo>
                  <a:pt x="57314" y="169069"/>
                </a:lnTo>
                <a:lnTo>
                  <a:pt x="55987" y="158502"/>
                </a:lnTo>
                <a:lnTo>
                  <a:pt x="54225" y="147935"/>
                </a:lnTo>
                <a:lnTo>
                  <a:pt x="51951" y="137368"/>
                </a:lnTo>
                <a:lnTo>
                  <a:pt x="49102" y="126802"/>
                </a:lnTo>
                <a:lnTo>
                  <a:pt x="45637" y="116235"/>
                </a:lnTo>
                <a:lnTo>
                  <a:pt x="41549" y="105668"/>
                </a:lnTo>
                <a:lnTo>
                  <a:pt x="36882" y="95101"/>
                </a:lnTo>
                <a:lnTo>
                  <a:pt x="31733" y="84534"/>
                </a:lnTo>
                <a:lnTo>
                  <a:pt x="26261" y="73968"/>
                </a:lnTo>
                <a:lnTo>
                  <a:pt x="20681" y="63401"/>
                </a:lnTo>
                <a:lnTo>
                  <a:pt x="15253" y="52834"/>
                </a:lnTo>
                <a:lnTo>
                  <a:pt x="10265" y="42267"/>
                </a:lnTo>
                <a:lnTo>
                  <a:pt x="6008" y="31700"/>
                </a:lnTo>
                <a:lnTo>
                  <a:pt x="2748" y="21134"/>
                </a:lnTo>
                <a:lnTo>
                  <a:pt x="699" y="10567"/>
                </a:lnTo>
                <a:lnTo>
                  <a:pt x="0" y="0"/>
                </a:lnTo>
                <a:lnTo>
                  <a:pt x="130000" y="0"/>
                </a:lnTo>
                <a:lnTo>
                  <a:pt x="130000" y="0"/>
                </a:lnTo>
                <a:lnTo>
                  <a:pt x="129301" y="10567"/>
                </a:lnTo>
                <a:lnTo>
                  <a:pt x="127252" y="21134"/>
                </a:lnTo>
                <a:lnTo>
                  <a:pt x="123992" y="31700"/>
                </a:lnTo>
                <a:lnTo>
                  <a:pt x="119735" y="42267"/>
                </a:lnTo>
                <a:lnTo>
                  <a:pt x="114747" y="52834"/>
                </a:lnTo>
                <a:lnTo>
                  <a:pt x="109319" y="63401"/>
                </a:lnTo>
                <a:lnTo>
                  <a:pt x="103739" y="73968"/>
                </a:lnTo>
                <a:lnTo>
                  <a:pt x="98267" y="84534"/>
                </a:lnTo>
                <a:lnTo>
                  <a:pt x="93118" y="95101"/>
                </a:lnTo>
                <a:lnTo>
                  <a:pt x="88451" y="105668"/>
                </a:lnTo>
                <a:lnTo>
                  <a:pt x="84363" y="116235"/>
                </a:lnTo>
                <a:lnTo>
                  <a:pt x="80898" y="126802"/>
                </a:lnTo>
                <a:lnTo>
                  <a:pt x="78048" y="137368"/>
                </a:lnTo>
                <a:lnTo>
                  <a:pt x="75775" y="147935"/>
                </a:lnTo>
                <a:lnTo>
                  <a:pt x="74013" y="158502"/>
                </a:lnTo>
                <a:lnTo>
                  <a:pt x="72686" y="169069"/>
                </a:lnTo>
                <a:lnTo>
                  <a:pt x="71717" y="179636"/>
                </a:lnTo>
                <a:lnTo>
                  <a:pt x="71035" y="190202"/>
                </a:lnTo>
                <a:lnTo>
                  <a:pt x="70578" y="200769"/>
                </a:lnTo>
                <a:lnTo>
                  <a:pt x="70296" y="211336"/>
                </a:lnTo>
                <a:lnTo>
                  <a:pt x="70152" y="221903"/>
                </a:lnTo>
                <a:lnTo>
                  <a:pt x="70120" y="232470"/>
                </a:lnTo>
                <a:lnTo>
                  <a:pt x="70183" y="243036"/>
                </a:lnTo>
                <a:lnTo>
                  <a:pt x="70331" y="253603"/>
                </a:lnTo>
                <a:lnTo>
                  <a:pt x="70560" y="264170"/>
                </a:lnTo>
                <a:lnTo>
                  <a:pt x="70869" y="274737"/>
                </a:lnTo>
                <a:lnTo>
                  <a:pt x="71258" y="285304"/>
                </a:lnTo>
                <a:lnTo>
                  <a:pt x="71726" y="295870"/>
                </a:lnTo>
                <a:lnTo>
                  <a:pt x="72274" y="306437"/>
                </a:lnTo>
                <a:lnTo>
                  <a:pt x="72896" y="317004"/>
                </a:lnTo>
                <a:lnTo>
                  <a:pt x="73584" y="327571"/>
                </a:lnTo>
                <a:lnTo>
                  <a:pt x="74323" y="338138"/>
                </a:lnTo>
                <a:lnTo>
                  <a:pt x="75094" y="348704"/>
                </a:lnTo>
                <a:lnTo>
                  <a:pt x="75872" y="359271"/>
                </a:lnTo>
                <a:lnTo>
                  <a:pt x="76624" y="369838"/>
                </a:lnTo>
                <a:lnTo>
                  <a:pt x="77318" y="380405"/>
                </a:lnTo>
                <a:lnTo>
                  <a:pt x="77920" y="390972"/>
                </a:lnTo>
                <a:lnTo>
                  <a:pt x="78400" y="401538"/>
                </a:lnTo>
                <a:lnTo>
                  <a:pt x="78733" y="412105"/>
                </a:lnTo>
                <a:lnTo>
                  <a:pt x="78907" y="422672"/>
                </a:lnTo>
                <a:lnTo>
                  <a:pt x="78920" y="433239"/>
                </a:lnTo>
                <a:lnTo>
                  <a:pt x="78786" y="443806"/>
                </a:lnTo>
                <a:lnTo>
                  <a:pt x="78530" y="454372"/>
                </a:lnTo>
                <a:lnTo>
                  <a:pt x="78191" y="464939"/>
                </a:lnTo>
                <a:lnTo>
                  <a:pt x="77813" y="475506"/>
                </a:lnTo>
                <a:lnTo>
                  <a:pt x="77447" y="486073"/>
                </a:lnTo>
                <a:lnTo>
                  <a:pt x="77143" y="496640"/>
                </a:lnTo>
                <a:lnTo>
                  <a:pt x="76944" y="507206"/>
                </a:lnTo>
                <a:lnTo>
                  <a:pt x="76886" y="517773"/>
                </a:lnTo>
                <a:lnTo>
                  <a:pt x="76989" y="528340"/>
                </a:lnTo>
                <a:lnTo>
                  <a:pt x="77259" y="538907"/>
                </a:lnTo>
                <a:lnTo>
                  <a:pt x="77685" y="549474"/>
                </a:lnTo>
                <a:lnTo>
                  <a:pt x="78240" y="560040"/>
                </a:lnTo>
                <a:lnTo>
                  <a:pt x="78882" y="570607"/>
                </a:lnTo>
                <a:lnTo>
                  <a:pt x="79559" y="581174"/>
                </a:lnTo>
                <a:lnTo>
                  <a:pt x="80210" y="591741"/>
                </a:lnTo>
                <a:lnTo>
                  <a:pt x="80778" y="602308"/>
                </a:lnTo>
                <a:lnTo>
                  <a:pt x="81206" y="612874"/>
                </a:lnTo>
                <a:lnTo>
                  <a:pt x="81451" y="623441"/>
                </a:lnTo>
                <a:lnTo>
                  <a:pt x="81482" y="634008"/>
                </a:lnTo>
                <a:lnTo>
                  <a:pt x="81289" y="644575"/>
                </a:lnTo>
                <a:lnTo>
                  <a:pt x="80878" y="655142"/>
                </a:lnTo>
                <a:lnTo>
                  <a:pt x="80272" y="665709"/>
                </a:lnTo>
                <a:lnTo>
                  <a:pt x="79510" y="676275"/>
                </a:lnTo>
                <a:lnTo>
                  <a:pt x="78640" y="686842"/>
                </a:lnTo>
                <a:lnTo>
                  <a:pt x="77714" y="697409"/>
                </a:lnTo>
                <a:lnTo>
                  <a:pt x="76783" y="707976"/>
                </a:lnTo>
                <a:lnTo>
                  <a:pt x="75896" y="718543"/>
                </a:lnTo>
                <a:lnTo>
                  <a:pt x="75089" y="729109"/>
                </a:lnTo>
                <a:lnTo>
                  <a:pt x="74390" y="739676"/>
                </a:lnTo>
                <a:lnTo>
                  <a:pt x="73814" y="750243"/>
                </a:lnTo>
                <a:lnTo>
                  <a:pt x="73367" y="760810"/>
                </a:lnTo>
                <a:lnTo>
                  <a:pt x="73042" y="771377"/>
                </a:lnTo>
                <a:lnTo>
                  <a:pt x="72828" y="781943"/>
                </a:lnTo>
                <a:lnTo>
                  <a:pt x="72705" y="792510"/>
                </a:lnTo>
                <a:lnTo>
                  <a:pt x="72653" y="803077"/>
                </a:lnTo>
                <a:lnTo>
                  <a:pt x="72649" y="813644"/>
                </a:lnTo>
                <a:lnTo>
                  <a:pt x="72672" y="824211"/>
                </a:lnTo>
                <a:lnTo>
                  <a:pt x="72702" y="834777"/>
                </a:lnTo>
                <a:lnTo>
                  <a:pt x="72723" y="845344"/>
                </a:lnTo>
                <a:lnTo>
                  <a:pt x="72722" y="855911"/>
                </a:lnTo>
                <a:lnTo>
                  <a:pt x="72692" y="866478"/>
                </a:lnTo>
                <a:lnTo>
                  <a:pt x="72626" y="877045"/>
                </a:lnTo>
                <a:lnTo>
                  <a:pt x="72523" y="887611"/>
                </a:lnTo>
                <a:lnTo>
                  <a:pt x="72382" y="898178"/>
                </a:lnTo>
                <a:lnTo>
                  <a:pt x="72205" y="908745"/>
                </a:lnTo>
                <a:lnTo>
                  <a:pt x="71995" y="919312"/>
                </a:lnTo>
                <a:lnTo>
                  <a:pt x="71755" y="929879"/>
                </a:lnTo>
                <a:lnTo>
                  <a:pt x="71489" y="940445"/>
                </a:lnTo>
                <a:lnTo>
                  <a:pt x="71201" y="951012"/>
                </a:lnTo>
                <a:lnTo>
                  <a:pt x="70896" y="961579"/>
                </a:lnTo>
                <a:lnTo>
                  <a:pt x="70581" y="972146"/>
                </a:lnTo>
                <a:lnTo>
                  <a:pt x="70261" y="982713"/>
                </a:lnTo>
                <a:lnTo>
                  <a:pt x="69943" y="993279"/>
                </a:lnTo>
                <a:lnTo>
                  <a:pt x="69635" y="1003846"/>
                </a:lnTo>
                <a:lnTo>
                  <a:pt x="69345" y="1014413"/>
                </a:lnTo>
                <a:lnTo>
                  <a:pt x="69080" y="1024980"/>
                </a:lnTo>
                <a:lnTo>
                  <a:pt x="68849" y="1035547"/>
                </a:lnTo>
                <a:lnTo>
                  <a:pt x="68662" y="1046113"/>
                </a:lnTo>
                <a:lnTo>
                  <a:pt x="68530" y="1056680"/>
                </a:lnTo>
                <a:lnTo>
                  <a:pt x="68467" y="1067247"/>
                </a:lnTo>
                <a:lnTo>
                  <a:pt x="68489" y="1077814"/>
                </a:lnTo>
                <a:lnTo>
                  <a:pt x="68616" y="1088381"/>
                </a:lnTo>
                <a:lnTo>
                  <a:pt x="68871" y="1098947"/>
                </a:lnTo>
                <a:lnTo>
                  <a:pt x="69282" y="1109514"/>
                </a:lnTo>
                <a:lnTo>
                  <a:pt x="69877" y="1120081"/>
                </a:lnTo>
                <a:lnTo>
                  <a:pt x="70681" y="1130648"/>
                </a:lnTo>
                <a:lnTo>
                  <a:pt x="71717" y="1141215"/>
                </a:lnTo>
                <a:lnTo>
                  <a:pt x="72998" y="1151781"/>
                </a:lnTo>
                <a:lnTo>
                  <a:pt x="74521" y="1162348"/>
                </a:lnTo>
                <a:lnTo>
                  <a:pt x="76267" y="1172915"/>
                </a:lnTo>
                <a:lnTo>
                  <a:pt x="78198" y="1183482"/>
                </a:lnTo>
                <a:lnTo>
                  <a:pt x="80249" y="1194049"/>
                </a:lnTo>
                <a:lnTo>
                  <a:pt x="82340" y="1204615"/>
                </a:lnTo>
                <a:lnTo>
                  <a:pt x="84372" y="1215182"/>
                </a:lnTo>
                <a:lnTo>
                  <a:pt x="86237" y="1225749"/>
                </a:lnTo>
                <a:lnTo>
                  <a:pt x="87826" y="1236316"/>
                </a:lnTo>
                <a:lnTo>
                  <a:pt x="89042" y="1246883"/>
                </a:lnTo>
                <a:lnTo>
                  <a:pt x="89806" y="1257449"/>
                </a:lnTo>
                <a:lnTo>
                  <a:pt x="90067" y="1268016"/>
                </a:lnTo>
                <a:lnTo>
                  <a:pt x="90067" y="1268016"/>
                </a:lnTo>
                <a:close/>
              </a:path>
            </a:pathLst>
          </a:custGeom>
          <a:solidFill>
            <a:srgbClr val="596BC0">
              <a:alpha val="12000"/>
            </a:srgbClr>
          </a:solidFill>
          <a:ln w="6985">
            <a:solidFill>
              <a:srgbClr val="596BC0">
                <a:alpha val="12000"/>
              </a:srgbClr>
            </a:solidFill>
            <a:prstDash val="solid"/>
          </a:ln>
        </p:spPr>
      </p:sp>
      <p:sp>
        <p:nvSpPr>
          <p:cNvPr id="756" name="01_find_only_755">
            <a:extLst>
              <a:ext uri="{FF2B5EF4-FFF2-40B4-BE49-F238E27FC236}">
                <a16:creationId xmlns:a16="http://schemas.microsoft.com/office/drawing/2014/main" id="{EC327409-9CF6-4987-9360-F7EC21011014}"/>
              </a:ext>
            </a:extLst>
          </p:cNvPr>
          <p:cNvSpPr>
            <a:spLocks noGrp="1"/>
          </p:cNvSpPr>
          <p:nvPr/>
        </p:nvSpPr>
        <p:spPr>
          <a:xfrm>
            <a:off x="4123000" y="2869601"/>
            <a:ext cx="130000" cy="1268016"/>
          </a:xfrm>
          <a:custGeom>
            <a:avLst/>
            <a:gdLst/>
            <a:ahLst/>
            <a:cxnLst/>
            <a:rect l="0" t="0" r="0" b="0"/>
            <a:pathLst>
              <a:path w="130000" h="1268016">
                <a:moveTo>
                  <a:pt x="87607" y="1268016"/>
                </a:moveTo>
                <a:lnTo>
                  <a:pt x="42393" y="1268016"/>
                </a:lnTo>
                <a:lnTo>
                  <a:pt x="42627" y="1257449"/>
                </a:lnTo>
                <a:lnTo>
                  <a:pt x="43312" y="1246883"/>
                </a:lnTo>
                <a:lnTo>
                  <a:pt x="44404" y="1236316"/>
                </a:lnTo>
                <a:lnTo>
                  <a:pt x="45832" y="1225749"/>
                </a:lnTo>
                <a:lnTo>
                  <a:pt x="47506" y="1215182"/>
                </a:lnTo>
                <a:lnTo>
                  <a:pt x="49330" y="1204615"/>
                </a:lnTo>
                <a:lnTo>
                  <a:pt x="51208" y="1194049"/>
                </a:lnTo>
                <a:lnTo>
                  <a:pt x="53050" y="1183482"/>
                </a:lnTo>
                <a:lnTo>
                  <a:pt x="54782" y="1172915"/>
                </a:lnTo>
                <a:lnTo>
                  <a:pt x="56350" y="1162348"/>
                </a:lnTo>
                <a:lnTo>
                  <a:pt x="57716" y="1151781"/>
                </a:lnTo>
                <a:lnTo>
                  <a:pt x="58864" y="1141215"/>
                </a:lnTo>
                <a:lnTo>
                  <a:pt x="59792" y="1130648"/>
                </a:lnTo>
                <a:lnTo>
                  <a:pt x="60511" y="1120081"/>
                </a:lnTo>
                <a:lnTo>
                  <a:pt x="61041" y="1109514"/>
                </a:lnTo>
                <a:lnTo>
                  <a:pt x="61405" y="1098947"/>
                </a:lnTo>
                <a:lnTo>
                  <a:pt x="61629" y="1088381"/>
                </a:lnTo>
                <a:lnTo>
                  <a:pt x="61736" y="1077814"/>
                </a:lnTo>
                <a:lnTo>
                  <a:pt x="61748" y="1067247"/>
                </a:lnTo>
                <a:lnTo>
                  <a:pt x="61683" y="1056680"/>
                </a:lnTo>
                <a:lnTo>
                  <a:pt x="61554" y="1046113"/>
                </a:lnTo>
                <a:lnTo>
                  <a:pt x="61376" y="1035547"/>
                </a:lnTo>
                <a:lnTo>
                  <a:pt x="61157" y="1024980"/>
                </a:lnTo>
                <a:lnTo>
                  <a:pt x="60906" y="1014413"/>
                </a:lnTo>
                <a:lnTo>
                  <a:pt x="60632" y="1003846"/>
                </a:lnTo>
                <a:lnTo>
                  <a:pt x="60341" y="993279"/>
                </a:lnTo>
                <a:lnTo>
                  <a:pt x="60041" y="982713"/>
                </a:lnTo>
                <a:lnTo>
                  <a:pt x="59739" y="972146"/>
                </a:lnTo>
                <a:lnTo>
                  <a:pt x="59442" y="961579"/>
                </a:lnTo>
                <a:lnTo>
                  <a:pt x="59155" y="951012"/>
                </a:lnTo>
                <a:lnTo>
                  <a:pt x="58884" y="940445"/>
                </a:lnTo>
                <a:lnTo>
                  <a:pt x="58633" y="929879"/>
                </a:lnTo>
                <a:lnTo>
                  <a:pt x="58407" y="919312"/>
                </a:lnTo>
                <a:lnTo>
                  <a:pt x="58209" y="908745"/>
                </a:lnTo>
                <a:lnTo>
                  <a:pt x="58042" y="898178"/>
                </a:lnTo>
                <a:lnTo>
                  <a:pt x="57910" y="887611"/>
                </a:lnTo>
                <a:lnTo>
                  <a:pt x="57814" y="877045"/>
                </a:lnTo>
                <a:lnTo>
                  <a:pt x="57753" y="866478"/>
                </a:lnTo>
                <a:lnTo>
                  <a:pt x="57727" y="855911"/>
                </a:lnTo>
                <a:lnTo>
                  <a:pt x="57731" y="845344"/>
                </a:lnTo>
                <a:lnTo>
                  <a:pt x="57757" y="834777"/>
                </a:lnTo>
                <a:lnTo>
                  <a:pt x="57793" y="824211"/>
                </a:lnTo>
                <a:lnTo>
                  <a:pt x="57827" y="813644"/>
                </a:lnTo>
                <a:lnTo>
                  <a:pt x="57841" y="803077"/>
                </a:lnTo>
                <a:lnTo>
                  <a:pt x="57815" y="792510"/>
                </a:lnTo>
                <a:lnTo>
                  <a:pt x="57731" y="781943"/>
                </a:lnTo>
                <a:lnTo>
                  <a:pt x="57569" y="771377"/>
                </a:lnTo>
                <a:lnTo>
                  <a:pt x="57313" y="760810"/>
                </a:lnTo>
                <a:lnTo>
                  <a:pt x="56953" y="750243"/>
                </a:lnTo>
                <a:lnTo>
                  <a:pt x="56483" y="739676"/>
                </a:lnTo>
                <a:lnTo>
                  <a:pt x="55908" y="729109"/>
                </a:lnTo>
                <a:lnTo>
                  <a:pt x="55241" y="718543"/>
                </a:lnTo>
                <a:lnTo>
                  <a:pt x="54506" y="707976"/>
                </a:lnTo>
                <a:lnTo>
                  <a:pt x="53736" y="697409"/>
                </a:lnTo>
                <a:lnTo>
                  <a:pt x="52971" y="686842"/>
                </a:lnTo>
                <a:lnTo>
                  <a:pt x="52256" y="676275"/>
                </a:lnTo>
                <a:lnTo>
                  <a:pt x="51636" y="665709"/>
                </a:lnTo>
                <a:lnTo>
                  <a:pt x="51152" y="655142"/>
                </a:lnTo>
                <a:lnTo>
                  <a:pt x="50836" y="644575"/>
                </a:lnTo>
                <a:lnTo>
                  <a:pt x="50709" y="634008"/>
                </a:lnTo>
                <a:lnTo>
                  <a:pt x="50775" y="623441"/>
                </a:lnTo>
                <a:lnTo>
                  <a:pt x="51022" y="612874"/>
                </a:lnTo>
                <a:lnTo>
                  <a:pt x="51423" y="602308"/>
                </a:lnTo>
                <a:lnTo>
                  <a:pt x="51939" y="591741"/>
                </a:lnTo>
                <a:lnTo>
                  <a:pt x="52519" y="581174"/>
                </a:lnTo>
                <a:lnTo>
                  <a:pt x="53111" y="570607"/>
                </a:lnTo>
                <a:lnTo>
                  <a:pt x="53662" y="560040"/>
                </a:lnTo>
                <a:lnTo>
                  <a:pt x="54125" y="549474"/>
                </a:lnTo>
                <a:lnTo>
                  <a:pt x="54464" y="538907"/>
                </a:lnTo>
                <a:lnTo>
                  <a:pt x="54654" y="528340"/>
                </a:lnTo>
                <a:lnTo>
                  <a:pt x="54687" y="517773"/>
                </a:lnTo>
                <a:lnTo>
                  <a:pt x="54568" y="507206"/>
                </a:lnTo>
                <a:lnTo>
                  <a:pt x="54319" y="496640"/>
                </a:lnTo>
                <a:lnTo>
                  <a:pt x="53970" y="486073"/>
                </a:lnTo>
                <a:lnTo>
                  <a:pt x="53563" y="475506"/>
                </a:lnTo>
                <a:lnTo>
                  <a:pt x="53143" y="464939"/>
                </a:lnTo>
                <a:lnTo>
                  <a:pt x="52755" y="454372"/>
                </a:lnTo>
                <a:lnTo>
                  <a:pt x="52442" y="443806"/>
                </a:lnTo>
                <a:lnTo>
                  <a:pt x="52239" y="433239"/>
                </a:lnTo>
                <a:lnTo>
                  <a:pt x="52170" y="422672"/>
                </a:lnTo>
                <a:lnTo>
                  <a:pt x="52249" y="412105"/>
                </a:lnTo>
                <a:lnTo>
                  <a:pt x="52477" y="401538"/>
                </a:lnTo>
                <a:lnTo>
                  <a:pt x="52843" y="390972"/>
                </a:lnTo>
                <a:lnTo>
                  <a:pt x="53328" y="380405"/>
                </a:lnTo>
                <a:lnTo>
                  <a:pt x="53904" y="369838"/>
                </a:lnTo>
                <a:lnTo>
                  <a:pt x="54542" y="359271"/>
                </a:lnTo>
                <a:lnTo>
                  <a:pt x="55212" y="348704"/>
                </a:lnTo>
                <a:lnTo>
                  <a:pt x="55886" y="338138"/>
                </a:lnTo>
                <a:lnTo>
                  <a:pt x="56538" y="327571"/>
                </a:lnTo>
                <a:lnTo>
                  <a:pt x="57148" y="317004"/>
                </a:lnTo>
                <a:lnTo>
                  <a:pt x="57703" y="306437"/>
                </a:lnTo>
                <a:lnTo>
                  <a:pt x="58193" y="295870"/>
                </a:lnTo>
                <a:lnTo>
                  <a:pt x="58613" y="285304"/>
                </a:lnTo>
                <a:lnTo>
                  <a:pt x="58962" y="274737"/>
                </a:lnTo>
                <a:lnTo>
                  <a:pt x="59239" y="264170"/>
                </a:lnTo>
                <a:lnTo>
                  <a:pt x="59446" y="253603"/>
                </a:lnTo>
                <a:lnTo>
                  <a:pt x="59583" y="243036"/>
                </a:lnTo>
                <a:lnTo>
                  <a:pt x="59647" y="232470"/>
                </a:lnTo>
                <a:lnTo>
                  <a:pt x="59629" y="221903"/>
                </a:lnTo>
                <a:lnTo>
                  <a:pt x="59514" y="211336"/>
                </a:lnTo>
                <a:lnTo>
                  <a:pt x="59276" y="200769"/>
                </a:lnTo>
                <a:lnTo>
                  <a:pt x="58877" y="190202"/>
                </a:lnTo>
                <a:lnTo>
                  <a:pt x="58266" y="179636"/>
                </a:lnTo>
                <a:lnTo>
                  <a:pt x="57376" y="169069"/>
                </a:lnTo>
                <a:lnTo>
                  <a:pt x="56133" y="158502"/>
                </a:lnTo>
                <a:lnTo>
                  <a:pt x="54454" y="147935"/>
                </a:lnTo>
                <a:lnTo>
                  <a:pt x="52258" y="137368"/>
                </a:lnTo>
                <a:lnTo>
                  <a:pt x="49474" y="126802"/>
                </a:lnTo>
                <a:lnTo>
                  <a:pt x="46056" y="116235"/>
                </a:lnTo>
                <a:lnTo>
                  <a:pt x="41994" y="105668"/>
                </a:lnTo>
                <a:lnTo>
                  <a:pt x="37329" y="95101"/>
                </a:lnTo>
                <a:lnTo>
                  <a:pt x="32159" y="84534"/>
                </a:lnTo>
                <a:lnTo>
                  <a:pt x="26644" y="73968"/>
                </a:lnTo>
                <a:lnTo>
                  <a:pt x="21003" y="63401"/>
                </a:lnTo>
                <a:lnTo>
                  <a:pt x="15503" y="52834"/>
                </a:lnTo>
                <a:lnTo>
                  <a:pt x="10441" y="42267"/>
                </a:lnTo>
                <a:lnTo>
                  <a:pt x="6114" y="31700"/>
                </a:lnTo>
                <a:lnTo>
                  <a:pt x="2797" y="21134"/>
                </a:lnTo>
                <a:lnTo>
                  <a:pt x="712" y="10567"/>
                </a:lnTo>
                <a:lnTo>
                  <a:pt x="0" y="0"/>
                </a:lnTo>
                <a:lnTo>
                  <a:pt x="130000" y="0"/>
                </a:lnTo>
                <a:lnTo>
                  <a:pt x="130000" y="0"/>
                </a:lnTo>
                <a:lnTo>
                  <a:pt x="129288" y="10567"/>
                </a:lnTo>
                <a:lnTo>
                  <a:pt x="127203" y="21134"/>
                </a:lnTo>
                <a:lnTo>
                  <a:pt x="123886" y="31700"/>
                </a:lnTo>
                <a:lnTo>
                  <a:pt x="119560" y="42267"/>
                </a:lnTo>
                <a:lnTo>
                  <a:pt x="114497" y="52834"/>
                </a:lnTo>
                <a:lnTo>
                  <a:pt x="108997" y="63401"/>
                </a:lnTo>
                <a:lnTo>
                  <a:pt x="103356" y="73968"/>
                </a:lnTo>
                <a:lnTo>
                  <a:pt x="97841" y="84534"/>
                </a:lnTo>
                <a:lnTo>
                  <a:pt x="92671" y="95101"/>
                </a:lnTo>
                <a:lnTo>
                  <a:pt x="88006" y="105668"/>
                </a:lnTo>
                <a:lnTo>
                  <a:pt x="83944" y="116235"/>
                </a:lnTo>
                <a:lnTo>
                  <a:pt x="80526" y="126802"/>
                </a:lnTo>
                <a:lnTo>
                  <a:pt x="77742" y="137368"/>
                </a:lnTo>
                <a:lnTo>
                  <a:pt x="75546" y="147935"/>
                </a:lnTo>
                <a:lnTo>
                  <a:pt x="73867" y="158502"/>
                </a:lnTo>
                <a:lnTo>
                  <a:pt x="72624" y="169069"/>
                </a:lnTo>
                <a:lnTo>
                  <a:pt x="71734" y="179636"/>
                </a:lnTo>
                <a:lnTo>
                  <a:pt x="71123" y="190202"/>
                </a:lnTo>
                <a:lnTo>
                  <a:pt x="70724" y="200769"/>
                </a:lnTo>
                <a:lnTo>
                  <a:pt x="70486" y="211336"/>
                </a:lnTo>
                <a:lnTo>
                  <a:pt x="70371" y="221903"/>
                </a:lnTo>
                <a:lnTo>
                  <a:pt x="70353" y="232470"/>
                </a:lnTo>
                <a:lnTo>
                  <a:pt x="70417" y="243036"/>
                </a:lnTo>
                <a:lnTo>
                  <a:pt x="70554" y="253603"/>
                </a:lnTo>
                <a:lnTo>
                  <a:pt x="70761" y="264170"/>
                </a:lnTo>
                <a:lnTo>
                  <a:pt x="71038" y="274737"/>
                </a:lnTo>
                <a:lnTo>
                  <a:pt x="71387" y="285304"/>
                </a:lnTo>
                <a:lnTo>
                  <a:pt x="71807" y="295870"/>
                </a:lnTo>
                <a:lnTo>
                  <a:pt x="72297" y="306437"/>
                </a:lnTo>
                <a:lnTo>
                  <a:pt x="72852" y="317004"/>
                </a:lnTo>
                <a:lnTo>
                  <a:pt x="73463" y="327571"/>
                </a:lnTo>
                <a:lnTo>
                  <a:pt x="74114" y="338138"/>
                </a:lnTo>
                <a:lnTo>
                  <a:pt x="74788" y="348704"/>
                </a:lnTo>
                <a:lnTo>
                  <a:pt x="75458" y="359271"/>
                </a:lnTo>
                <a:lnTo>
                  <a:pt x="76096" y="369838"/>
                </a:lnTo>
                <a:lnTo>
                  <a:pt x="76672" y="380405"/>
                </a:lnTo>
                <a:lnTo>
                  <a:pt x="77157" y="390972"/>
                </a:lnTo>
                <a:lnTo>
                  <a:pt x="77523" y="401538"/>
                </a:lnTo>
                <a:lnTo>
                  <a:pt x="77751" y="412105"/>
                </a:lnTo>
                <a:lnTo>
                  <a:pt x="77830" y="422672"/>
                </a:lnTo>
                <a:lnTo>
                  <a:pt x="77761" y="433239"/>
                </a:lnTo>
                <a:lnTo>
                  <a:pt x="77558" y="443806"/>
                </a:lnTo>
                <a:lnTo>
                  <a:pt x="77245" y="454372"/>
                </a:lnTo>
                <a:lnTo>
                  <a:pt x="76857" y="464939"/>
                </a:lnTo>
                <a:lnTo>
                  <a:pt x="76437" y="475506"/>
                </a:lnTo>
                <a:lnTo>
                  <a:pt x="76030" y="486073"/>
                </a:lnTo>
                <a:lnTo>
                  <a:pt x="75681" y="496640"/>
                </a:lnTo>
                <a:lnTo>
                  <a:pt x="75432" y="507206"/>
                </a:lnTo>
                <a:lnTo>
                  <a:pt x="75313" y="517773"/>
                </a:lnTo>
                <a:lnTo>
                  <a:pt x="75346" y="528340"/>
                </a:lnTo>
                <a:lnTo>
                  <a:pt x="75536" y="538907"/>
                </a:lnTo>
                <a:lnTo>
                  <a:pt x="75875" y="549474"/>
                </a:lnTo>
                <a:lnTo>
                  <a:pt x="76338" y="560040"/>
                </a:lnTo>
                <a:lnTo>
                  <a:pt x="76889" y="570607"/>
                </a:lnTo>
                <a:lnTo>
                  <a:pt x="77481" y="581174"/>
                </a:lnTo>
                <a:lnTo>
                  <a:pt x="78061" y="591741"/>
                </a:lnTo>
                <a:lnTo>
                  <a:pt x="78577" y="602308"/>
                </a:lnTo>
                <a:lnTo>
                  <a:pt x="78978" y="612874"/>
                </a:lnTo>
                <a:lnTo>
                  <a:pt x="79225" y="623441"/>
                </a:lnTo>
                <a:lnTo>
                  <a:pt x="79291" y="634008"/>
                </a:lnTo>
                <a:lnTo>
                  <a:pt x="79164" y="644575"/>
                </a:lnTo>
                <a:lnTo>
                  <a:pt x="78848" y="655142"/>
                </a:lnTo>
                <a:lnTo>
                  <a:pt x="78364" y="665709"/>
                </a:lnTo>
                <a:lnTo>
                  <a:pt x="77744" y="676275"/>
                </a:lnTo>
                <a:lnTo>
                  <a:pt x="77029" y="686842"/>
                </a:lnTo>
                <a:lnTo>
                  <a:pt x="76264" y="697409"/>
                </a:lnTo>
                <a:lnTo>
                  <a:pt x="75494" y="707976"/>
                </a:lnTo>
                <a:lnTo>
                  <a:pt x="74759" y="718543"/>
                </a:lnTo>
                <a:lnTo>
                  <a:pt x="74092" y="729109"/>
                </a:lnTo>
                <a:lnTo>
                  <a:pt x="73517" y="739676"/>
                </a:lnTo>
                <a:lnTo>
                  <a:pt x="73047" y="750243"/>
                </a:lnTo>
                <a:lnTo>
                  <a:pt x="72687" y="760810"/>
                </a:lnTo>
                <a:lnTo>
                  <a:pt x="72431" y="771377"/>
                </a:lnTo>
                <a:lnTo>
                  <a:pt x="72269" y="781943"/>
                </a:lnTo>
                <a:lnTo>
                  <a:pt x="72185" y="792510"/>
                </a:lnTo>
                <a:lnTo>
                  <a:pt x="72159" y="803077"/>
                </a:lnTo>
                <a:lnTo>
                  <a:pt x="72173" y="813644"/>
                </a:lnTo>
                <a:lnTo>
                  <a:pt x="72207" y="824211"/>
                </a:lnTo>
                <a:lnTo>
                  <a:pt x="72243" y="834777"/>
                </a:lnTo>
                <a:lnTo>
                  <a:pt x="72269" y="845344"/>
                </a:lnTo>
                <a:lnTo>
                  <a:pt x="72273" y="855911"/>
                </a:lnTo>
                <a:lnTo>
                  <a:pt x="72247" y="866478"/>
                </a:lnTo>
                <a:lnTo>
                  <a:pt x="72186" y="877045"/>
                </a:lnTo>
                <a:lnTo>
                  <a:pt x="72090" y="887611"/>
                </a:lnTo>
                <a:lnTo>
                  <a:pt x="71958" y="898178"/>
                </a:lnTo>
                <a:lnTo>
                  <a:pt x="71791" y="908745"/>
                </a:lnTo>
                <a:lnTo>
                  <a:pt x="71593" y="919312"/>
                </a:lnTo>
                <a:lnTo>
                  <a:pt x="71367" y="929879"/>
                </a:lnTo>
                <a:lnTo>
                  <a:pt x="71116" y="940445"/>
                </a:lnTo>
                <a:lnTo>
                  <a:pt x="70845" y="951012"/>
                </a:lnTo>
                <a:lnTo>
                  <a:pt x="70558" y="961579"/>
                </a:lnTo>
                <a:lnTo>
                  <a:pt x="70261" y="972146"/>
                </a:lnTo>
                <a:lnTo>
                  <a:pt x="69959" y="982713"/>
                </a:lnTo>
                <a:lnTo>
                  <a:pt x="69659" y="993279"/>
                </a:lnTo>
                <a:lnTo>
                  <a:pt x="69368" y="1003846"/>
                </a:lnTo>
                <a:lnTo>
                  <a:pt x="69094" y="1014413"/>
                </a:lnTo>
                <a:lnTo>
                  <a:pt x="68843" y="1024980"/>
                </a:lnTo>
                <a:lnTo>
                  <a:pt x="68624" y="1035547"/>
                </a:lnTo>
                <a:lnTo>
                  <a:pt x="68446" y="1046113"/>
                </a:lnTo>
                <a:lnTo>
                  <a:pt x="68317" y="1056680"/>
                </a:lnTo>
                <a:lnTo>
                  <a:pt x="68252" y="1067247"/>
                </a:lnTo>
                <a:lnTo>
                  <a:pt x="68264" y="1077814"/>
                </a:lnTo>
                <a:lnTo>
                  <a:pt x="68371" y="1088381"/>
                </a:lnTo>
                <a:lnTo>
                  <a:pt x="68595" y="1098947"/>
                </a:lnTo>
                <a:lnTo>
                  <a:pt x="68959" y="1109514"/>
                </a:lnTo>
                <a:lnTo>
                  <a:pt x="69489" y="1120081"/>
                </a:lnTo>
                <a:lnTo>
                  <a:pt x="70208" y="1130648"/>
                </a:lnTo>
                <a:lnTo>
                  <a:pt x="71136" y="1141215"/>
                </a:lnTo>
                <a:lnTo>
                  <a:pt x="72284" y="1151781"/>
                </a:lnTo>
                <a:lnTo>
                  <a:pt x="73650" y="1162348"/>
                </a:lnTo>
                <a:lnTo>
                  <a:pt x="75218" y="1172915"/>
                </a:lnTo>
                <a:lnTo>
                  <a:pt x="76950" y="1183482"/>
                </a:lnTo>
                <a:lnTo>
                  <a:pt x="78792" y="1194049"/>
                </a:lnTo>
                <a:lnTo>
                  <a:pt x="80670" y="1204615"/>
                </a:lnTo>
                <a:lnTo>
                  <a:pt x="82494" y="1215182"/>
                </a:lnTo>
                <a:lnTo>
                  <a:pt x="84168" y="1225749"/>
                </a:lnTo>
                <a:lnTo>
                  <a:pt x="85596" y="1236316"/>
                </a:lnTo>
                <a:lnTo>
                  <a:pt x="86688" y="1246883"/>
                </a:lnTo>
                <a:lnTo>
                  <a:pt x="87373" y="1257449"/>
                </a:lnTo>
                <a:lnTo>
                  <a:pt x="87607" y="1268016"/>
                </a:lnTo>
                <a:lnTo>
                  <a:pt x="87607" y="1268016"/>
                </a:lnTo>
                <a:close/>
              </a:path>
            </a:pathLst>
          </a:custGeom>
          <a:solidFill>
            <a:srgbClr val="596BC0">
              <a:alpha val="12000"/>
            </a:srgbClr>
          </a:solidFill>
          <a:ln w="6985">
            <a:solidFill>
              <a:srgbClr val="596BC0">
                <a:alpha val="12000"/>
              </a:srgbClr>
            </a:solidFill>
            <a:prstDash val="solid"/>
          </a:ln>
        </p:spPr>
      </p:sp>
      <p:sp>
        <p:nvSpPr>
          <p:cNvPr id="757" name="01_find_only_756">
            <a:extLst>
              <a:ext uri="{FF2B5EF4-FFF2-40B4-BE49-F238E27FC236}">
                <a16:creationId xmlns:a16="http://schemas.microsoft.com/office/drawing/2014/main" id="{291BE996-CC40-4D74-B11C-BBBCA01B72ED}"/>
              </a:ext>
            </a:extLst>
          </p:cNvPr>
          <p:cNvSpPr>
            <a:spLocks noGrp="1"/>
          </p:cNvSpPr>
          <p:nvPr/>
        </p:nvSpPr>
        <p:spPr>
          <a:xfrm>
            <a:off x="2688000" y="420101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758" name="01_find_only_757">
            <a:extLst>
              <a:ext uri="{FF2B5EF4-FFF2-40B4-BE49-F238E27FC236}">
                <a16:creationId xmlns:a16="http://schemas.microsoft.com/office/drawing/2014/main" id="{F852CB9F-5E47-43CE-998C-375A02BD05EB}"/>
              </a:ext>
            </a:extLst>
          </p:cNvPr>
          <p:cNvSpPr>
            <a:spLocks noGrp="1"/>
          </p:cNvSpPr>
          <p:nvPr/>
        </p:nvSpPr>
        <p:spPr>
          <a:xfrm>
            <a:off x="2938000" y="420101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759" name="01_find_only_758">
            <a:extLst>
              <a:ext uri="{FF2B5EF4-FFF2-40B4-BE49-F238E27FC236}">
                <a16:creationId xmlns:a16="http://schemas.microsoft.com/office/drawing/2014/main" id="{26BA8DE7-E9D3-488E-855C-619A6E36C693}"/>
              </a:ext>
            </a:extLst>
          </p:cNvPr>
          <p:cNvSpPr>
            <a:spLocks noGrp="1"/>
          </p:cNvSpPr>
          <p:nvPr/>
        </p:nvSpPr>
        <p:spPr>
          <a:xfrm>
            <a:off x="3188000" y="420101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760" name="01_find_only_759">
            <a:extLst>
              <a:ext uri="{FF2B5EF4-FFF2-40B4-BE49-F238E27FC236}">
                <a16:creationId xmlns:a16="http://schemas.microsoft.com/office/drawing/2014/main" id="{21810CE2-9C69-45AE-A81C-FEB0FB85A5F4}"/>
              </a:ext>
            </a:extLst>
          </p:cNvPr>
          <p:cNvSpPr>
            <a:spLocks noGrp="1"/>
          </p:cNvSpPr>
          <p:nvPr/>
        </p:nvSpPr>
        <p:spPr>
          <a:xfrm>
            <a:off x="3688000" y="420101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761" name="01_find_only_760">
            <a:extLst>
              <a:ext uri="{FF2B5EF4-FFF2-40B4-BE49-F238E27FC236}">
                <a16:creationId xmlns:a16="http://schemas.microsoft.com/office/drawing/2014/main" id="{0EED7357-32F9-4A0E-892B-A54AF486F6C3}"/>
              </a:ext>
            </a:extLst>
          </p:cNvPr>
          <p:cNvSpPr>
            <a:spLocks noGrp="1"/>
          </p:cNvSpPr>
          <p:nvPr/>
        </p:nvSpPr>
        <p:spPr>
          <a:xfrm>
            <a:off x="4188000" y="420101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762" name="01_find_only_761">
            <a:extLst>
              <a:ext uri="{FF2B5EF4-FFF2-40B4-BE49-F238E27FC236}">
                <a16:creationId xmlns:a16="http://schemas.microsoft.com/office/drawing/2014/main" id="{02D2E821-7F2A-4739-AC31-2CC0BF9832E0}"/>
              </a:ext>
            </a:extLst>
          </p:cNvPr>
          <p:cNvSpPr>
            <a:spLocks noGrp="1"/>
          </p:cNvSpPr>
          <p:nvPr/>
        </p:nvSpPr>
        <p:spPr>
          <a:xfrm>
            <a:off x="2673000" y="4137617"/>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763" name="01_find_only_762">
            <a:extLst>
              <a:ext uri="{FF2B5EF4-FFF2-40B4-BE49-F238E27FC236}">
                <a16:creationId xmlns:a16="http://schemas.microsoft.com/office/drawing/2014/main" id="{5B213607-8C05-41F1-95BC-96777535C1D5}"/>
              </a:ext>
            </a:extLst>
          </p:cNvPr>
          <p:cNvSpPr>
            <a:spLocks noGrp="1"/>
          </p:cNvSpPr>
          <p:nvPr/>
        </p:nvSpPr>
        <p:spPr>
          <a:xfrm>
            <a:off x="2634900" y="413761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764" name="text_763">
            <a:extLst>
              <a:ext uri="{FF2B5EF4-FFF2-40B4-BE49-F238E27FC236}">
                <a16:creationId xmlns:a16="http://schemas.microsoft.com/office/drawing/2014/main" id="{3743A05C-D051-42A4-8AAE-B3787DB7DF02}"/>
              </a:ext>
            </a:extLst>
          </p:cNvPr>
          <p:cNvSpPr>
            <a:spLocks noGrp="1"/>
          </p:cNvSpPr>
          <p:nvPr/>
        </p:nvSpPr>
        <p:spPr>
          <a:xfrm>
            <a:off x="2545253" y="4097556"/>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765" name="01_find_only_764">
            <a:extLst>
              <a:ext uri="{FF2B5EF4-FFF2-40B4-BE49-F238E27FC236}">
                <a16:creationId xmlns:a16="http://schemas.microsoft.com/office/drawing/2014/main" id="{5B31F991-42F8-4BBA-AB69-A642AF96CF6C}"/>
              </a:ext>
            </a:extLst>
          </p:cNvPr>
          <p:cNvSpPr>
            <a:spLocks noGrp="1"/>
          </p:cNvSpPr>
          <p:nvPr/>
        </p:nvSpPr>
        <p:spPr>
          <a:xfrm>
            <a:off x="2673000" y="3503609"/>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766" name="01_find_only_765">
            <a:extLst>
              <a:ext uri="{FF2B5EF4-FFF2-40B4-BE49-F238E27FC236}">
                <a16:creationId xmlns:a16="http://schemas.microsoft.com/office/drawing/2014/main" id="{107DBC53-50F1-4CC6-817B-A6057CC9926B}"/>
              </a:ext>
            </a:extLst>
          </p:cNvPr>
          <p:cNvSpPr>
            <a:spLocks noGrp="1"/>
          </p:cNvSpPr>
          <p:nvPr/>
        </p:nvSpPr>
        <p:spPr>
          <a:xfrm>
            <a:off x="2634900" y="3503609"/>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767" name="text_766">
            <a:extLst>
              <a:ext uri="{FF2B5EF4-FFF2-40B4-BE49-F238E27FC236}">
                <a16:creationId xmlns:a16="http://schemas.microsoft.com/office/drawing/2014/main" id="{15682E56-2A2E-4E2F-85F7-16BF9B1EA7B2}"/>
              </a:ext>
            </a:extLst>
          </p:cNvPr>
          <p:cNvSpPr>
            <a:spLocks noGrp="1"/>
          </p:cNvSpPr>
          <p:nvPr/>
        </p:nvSpPr>
        <p:spPr>
          <a:xfrm>
            <a:off x="2493706" y="3463548"/>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768" name="01_find_only_767">
            <a:extLst>
              <a:ext uri="{FF2B5EF4-FFF2-40B4-BE49-F238E27FC236}">
                <a16:creationId xmlns:a16="http://schemas.microsoft.com/office/drawing/2014/main" id="{EEB2C4ED-A190-401F-9DD3-481F4C63CCB8}"/>
              </a:ext>
            </a:extLst>
          </p:cNvPr>
          <p:cNvSpPr>
            <a:spLocks noGrp="1"/>
          </p:cNvSpPr>
          <p:nvPr/>
        </p:nvSpPr>
        <p:spPr>
          <a:xfrm>
            <a:off x="2673000" y="2869601"/>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769" name="01_find_only_768">
            <a:extLst>
              <a:ext uri="{FF2B5EF4-FFF2-40B4-BE49-F238E27FC236}">
                <a16:creationId xmlns:a16="http://schemas.microsoft.com/office/drawing/2014/main" id="{92F86A8A-5B6D-4C07-A924-FD925D7C94A1}"/>
              </a:ext>
            </a:extLst>
          </p:cNvPr>
          <p:cNvSpPr>
            <a:spLocks noGrp="1"/>
          </p:cNvSpPr>
          <p:nvPr/>
        </p:nvSpPr>
        <p:spPr>
          <a:xfrm>
            <a:off x="2634900" y="2869601"/>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770" name="text_769">
            <a:extLst>
              <a:ext uri="{FF2B5EF4-FFF2-40B4-BE49-F238E27FC236}">
                <a16:creationId xmlns:a16="http://schemas.microsoft.com/office/drawing/2014/main" id="{84020FA2-D8B4-43BC-8E5F-810F7A51A778}"/>
              </a:ext>
            </a:extLst>
          </p:cNvPr>
          <p:cNvSpPr>
            <a:spLocks noGrp="1"/>
          </p:cNvSpPr>
          <p:nvPr/>
        </p:nvSpPr>
        <p:spPr>
          <a:xfrm>
            <a:off x="2442160" y="2829540"/>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771" name="01_find_only_770">
            <a:extLst>
              <a:ext uri="{FF2B5EF4-FFF2-40B4-BE49-F238E27FC236}">
                <a16:creationId xmlns:a16="http://schemas.microsoft.com/office/drawing/2014/main" id="{6FED5938-B4C9-472F-B22F-F20D17906826}"/>
              </a:ext>
            </a:extLst>
          </p:cNvPr>
          <p:cNvSpPr>
            <a:spLocks noGrp="1"/>
          </p:cNvSpPr>
          <p:nvPr/>
        </p:nvSpPr>
        <p:spPr>
          <a:xfrm>
            <a:off x="2900623" y="3806414"/>
            <a:ext cx="28398" cy="28398"/>
          </a:xfrm>
          <a:prstGeom prst="ellipse">
            <a:avLst/>
          </a:prstGeom>
          <a:solidFill>
            <a:srgbClr val="7F8C97">
              <a:alpha val="48000"/>
            </a:srgbClr>
          </a:solidFill>
          <a:ln w="0">
            <a:noFill/>
            <a:prstDash val="solid"/>
          </a:ln>
        </p:spPr>
      </p:sp>
      <p:sp>
        <p:nvSpPr>
          <p:cNvPr id="772" name="01_find_only_771">
            <a:extLst>
              <a:ext uri="{FF2B5EF4-FFF2-40B4-BE49-F238E27FC236}">
                <a16:creationId xmlns:a16="http://schemas.microsoft.com/office/drawing/2014/main" id="{FD2DED29-A2FA-434C-9584-55411A7FE497}"/>
              </a:ext>
            </a:extLst>
          </p:cNvPr>
          <p:cNvSpPr>
            <a:spLocks noGrp="1"/>
          </p:cNvSpPr>
          <p:nvPr/>
        </p:nvSpPr>
        <p:spPr>
          <a:xfrm>
            <a:off x="2882310" y="3595078"/>
            <a:ext cx="28398" cy="28398"/>
          </a:xfrm>
          <a:prstGeom prst="ellipse">
            <a:avLst/>
          </a:prstGeom>
          <a:solidFill>
            <a:srgbClr val="7F8C97">
              <a:alpha val="48000"/>
            </a:srgbClr>
          </a:solidFill>
          <a:ln w="0">
            <a:noFill/>
            <a:prstDash val="solid"/>
          </a:ln>
        </p:spPr>
      </p:sp>
      <p:sp>
        <p:nvSpPr>
          <p:cNvPr id="773" name="01_find_only_772">
            <a:extLst>
              <a:ext uri="{FF2B5EF4-FFF2-40B4-BE49-F238E27FC236}">
                <a16:creationId xmlns:a16="http://schemas.microsoft.com/office/drawing/2014/main" id="{A8B70907-D8F3-4769-91DA-57F76F549778}"/>
              </a:ext>
            </a:extLst>
          </p:cNvPr>
          <p:cNvSpPr>
            <a:spLocks noGrp="1"/>
          </p:cNvSpPr>
          <p:nvPr/>
        </p:nvSpPr>
        <p:spPr>
          <a:xfrm>
            <a:off x="2897190" y="3489410"/>
            <a:ext cx="28398" cy="28398"/>
          </a:xfrm>
          <a:prstGeom prst="ellipse">
            <a:avLst/>
          </a:prstGeom>
          <a:solidFill>
            <a:srgbClr val="7F8C97">
              <a:alpha val="48000"/>
            </a:srgbClr>
          </a:solidFill>
          <a:ln w="0">
            <a:noFill/>
            <a:prstDash val="solid"/>
          </a:ln>
        </p:spPr>
      </p:sp>
      <p:sp>
        <p:nvSpPr>
          <p:cNvPr id="774" name="01_find_only_773">
            <a:extLst>
              <a:ext uri="{FF2B5EF4-FFF2-40B4-BE49-F238E27FC236}">
                <a16:creationId xmlns:a16="http://schemas.microsoft.com/office/drawing/2014/main" id="{6E09C504-7264-4F57-869E-F7ED3C26F21E}"/>
              </a:ext>
            </a:extLst>
          </p:cNvPr>
          <p:cNvSpPr>
            <a:spLocks noGrp="1"/>
          </p:cNvSpPr>
          <p:nvPr/>
        </p:nvSpPr>
        <p:spPr>
          <a:xfrm>
            <a:off x="2896808" y="3489410"/>
            <a:ext cx="28398" cy="28398"/>
          </a:xfrm>
          <a:prstGeom prst="ellipse">
            <a:avLst/>
          </a:prstGeom>
          <a:solidFill>
            <a:srgbClr val="7F8C97">
              <a:alpha val="48000"/>
            </a:srgbClr>
          </a:solidFill>
          <a:ln w="0">
            <a:noFill/>
            <a:prstDash val="solid"/>
          </a:ln>
        </p:spPr>
      </p:sp>
      <p:sp>
        <p:nvSpPr>
          <p:cNvPr id="775" name="01_find_only_774">
            <a:extLst>
              <a:ext uri="{FF2B5EF4-FFF2-40B4-BE49-F238E27FC236}">
                <a16:creationId xmlns:a16="http://schemas.microsoft.com/office/drawing/2014/main" id="{AE266A26-A611-4EBD-B8A9-7D7873E56B70}"/>
              </a:ext>
            </a:extLst>
          </p:cNvPr>
          <p:cNvSpPr>
            <a:spLocks noGrp="1"/>
          </p:cNvSpPr>
          <p:nvPr/>
        </p:nvSpPr>
        <p:spPr>
          <a:xfrm>
            <a:off x="2913023" y="3489410"/>
            <a:ext cx="28398" cy="28398"/>
          </a:xfrm>
          <a:prstGeom prst="ellipse">
            <a:avLst/>
          </a:prstGeom>
          <a:solidFill>
            <a:srgbClr val="7F8C97">
              <a:alpha val="48000"/>
            </a:srgbClr>
          </a:solidFill>
          <a:ln w="0">
            <a:noFill/>
            <a:prstDash val="solid"/>
          </a:ln>
        </p:spPr>
      </p:sp>
      <p:sp>
        <p:nvSpPr>
          <p:cNvPr id="776" name="01_find_only_775">
            <a:extLst>
              <a:ext uri="{FF2B5EF4-FFF2-40B4-BE49-F238E27FC236}">
                <a16:creationId xmlns:a16="http://schemas.microsoft.com/office/drawing/2014/main" id="{EF96A642-B7C2-40B0-A931-BAAA85F16DF1}"/>
              </a:ext>
            </a:extLst>
          </p:cNvPr>
          <p:cNvSpPr>
            <a:spLocks noGrp="1"/>
          </p:cNvSpPr>
          <p:nvPr/>
        </p:nvSpPr>
        <p:spPr>
          <a:xfrm>
            <a:off x="2940779" y="4123418"/>
            <a:ext cx="28398" cy="28398"/>
          </a:xfrm>
          <a:prstGeom prst="ellipse">
            <a:avLst/>
          </a:prstGeom>
          <a:solidFill>
            <a:srgbClr val="7F8C97">
              <a:alpha val="48000"/>
            </a:srgbClr>
          </a:solidFill>
          <a:ln w="0">
            <a:noFill/>
            <a:prstDash val="solid"/>
          </a:ln>
        </p:spPr>
      </p:sp>
      <p:sp>
        <p:nvSpPr>
          <p:cNvPr id="777" name="01_find_only_776">
            <a:extLst>
              <a:ext uri="{FF2B5EF4-FFF2-40B4-BE49-F238E27FC236}">
                <a16:creationId xmlns:a16="http://schemas.microsoft.com/office/drawing/2014/main" id="{9A02D74F-DAD8-4D4B-81BD-EEE1B841EC43}"/>
              </a:ext>
            </a:extLst>
          </p:cNvPr>
          <p:cNvSpPr>
            <a:spLocks noGrp="1"/>
          </p:cNvSpPr>
          <p:nvPr/>
        </p:nvSpPr>
        <p:spPr>
          <a:xfrm>
            <a:off x="2958234" y="3489410"/>
            <a:ext cx="28398" cy="28398"/>
          </a:xfrm>
          <a:prstGeom prst="ellipse">
            <a:avLst/>
          </a:prstGeom>
          <a:solidFill>
            <a:srgbClr val="7F8C97">
              <a:alpha val="48000"/>
            </a:srgbClr>
          </a:solidFill>
          <a:ln w="0">
            <a:noFill/>
            <a:prstDash val="solid"/>
          </a:ln>
        </p:spPr>
      </p:sp>
      <p:sp>
        <p:nvSpPr>
          <p:cNvPr id="778" name="01_find_only_777">
            <a:extLst>
              <a:ext uri="{FF2B5EF4-FFF2-40B4-BE49-F238E27FC236}">
                <a16:creationId xmlns:a16="http://schemas.microsoft.com/office/drawing/2014/main" id="{B79305FD-7A56-4954-BA4B-A8BACFBD6739}"/>
              </a:ext>
            </a:extLst>
          </p:cNvPr>
          <p:cNvSpPr>
            <a:spLocks noGrp="1"/>
          </p:cNvSpPr>
          <p:nvPr/>
        </p:nvSpPr>
        <p:spPr>
          <a:xfrm>
            <a:off x="2887365" y="3912082"/>
            <a:ext cx="28398" cy="28398"/>
          </a:xfrm>
          <a:prstGeom prst="ellipse">
            <a:avLst/>
          </a:prstGeom>
          <a:solidFill>
            <a:srgbClr val="7F8C97">
              <a:alpha val="48000"/>
            </a:srgbClr>
          </a:solidFill>
          <a:ln w="0">
            <a:noFill/>
            <a:prstDash val="solid"/>
          </a:ln>
        </p:spPr>
      </p:sp>
      <p:sp>
        <p:nvSpPr>
          <p:cNvPr id="779" name="01_find_only_778">
            <a:extLst>
              <a:ext uri="{FF2B5EF4-FFF2-40B4-BE49-F238E27FC236}">
                <a16:creationId xmlns:a16="http://schemas.microsoft.com/office/drawing/2014/main" id="{32CBD20D-C7D7-4555-BAEB-8E4EC49512A9}"/>
              </a:ext>
            </a:extLst>
          </p:cNvPr>
          <p:cNvSpPr>
            <a:spLocks noGrp="1"/>
          </p:cNvSpPr>
          <p:nvPr/>
        </p:nvSpPr>
        <p:spPr>
          <a:xfrm>
            <a:off x="2930955" y="3489410"/>
            <a:ext cx="28398" cy="28398"/>
          </a:xfrm>
          <a:prstGeom prst="ellipse">
            <a:avLst/>
          </a:prstGeom>
          <a:solidFill>
            <a:srgbClr val="7F8C97">
              <a:alpha val="48000"/>
            </a:srgbClr>
          </a:solidFill>
          <a:ln w="0">
            <a:noFill/>
            <a:prstDash val="solid"/>
          </a:ln>
        </p:spPr>
      </p:sp>
      <p:sp>
        <p:nvSpPr>
          <p:cNvPr id="780" name="01_find_only_779">
            <a:extLst>
              <a:ext uri="{FF2B5EF4-FFF2-40B4-BE49-F238E27FC236}">
                <a16:creationId xmlns:a16="http://schemas.microsoft.com/office/drawing/2014/main" id="{44015680-4E07-47B7-B060-50EC5FC9D18E}"/>
              </a:ext>
            </a:extLst>
          </p:cNvPr>
          <p:cNvSpPr>
            <a:spLocks noGrp="1"/>
          </p:cNvSpPr>
          <p:nvPr/>
        </p:nvSpPr>
        <p:spPr>
          <a:xfrm>
            <a:off x="2887651" y="4123418"/>
            <a:ext cx="28398" cy="28398"/>
          </a:xfrm>
          <a:prstGeom prst="ellipse">
            <a:avLst/>
          </a:prstGeom>
          <a:solidFill>
            <a:srgbClr val="7F8C97">
              <a:alpha val="48000"/>
            </a:srgbClr>
          </a:solidFill>
          <a:ln w="0">
            <a:noFill/>
            <a:prstDash val="solid"/>
          </a:ln>
        </p:spPr>
      </p:sp>
      <p:sp>
        <p:nvSpPr>
          <p:cNvPr id="781" name="01_find_only_780">
            <a:extLst>
              <a:ext uri="{FF2B5EF4-FFF2-40B4-BE49-F238E27FC236}">
                <a16:creationId xmlns:a16="http://schemas.microsoft.com/office/drawing/2014/main" id="{BAD5C4FA-9E9D-4288-A430-F6B7E22DF4F3}"/>
              </a:ext>
            </a:extLst>
          </p:cNvPr>
          <p:cNvSpPr>
            <a:spLocks noGrp="1"/>
          </p:cNvSpPr>
          <p:nvPr/>
        </p:nvSpPr>
        <p:spPr>
          <a:xfrm>
            <a:off x="2877159" y="4123418"/>
            <a:ext cx="28398" cy="28398"/>
          </a:xfrm>
          <a:prstGeom prst="ellipse">
            <a:avLst/>
          </a:prstGeom>
          <a:solidFill>
            <a:srgbClr val="7F8C97">
              <a:alpha val="48000"/>
            </a:srgbClr>
          </a:solidFill>
          <a:ln w="0">
            <a:noFill/>
            <a:prstDash val="solid"/>
          </a:ln>
        </p:spPr>
      </p:sp>
      <p:sp>
        <p:nvSpPr>
          <p:cNvPr id="782" name="01_find_only_781">
            <a:extLst>
              <a:ext uri="{FF2B5EF4-FFF2-40B4-BE49-F238E27FC236}">
                <a16:creationId xmlns:a16="http://schemas.microsoft.com/office/drawing/2014/main" id="{EC411FC7-83EB-4B52-BBD4-9547FB69CD0B}"/>
              </a:ext>
            </a:extLst>
          </p:cNvPr>
          <p:cNvSpPr>
            <a:spLocks noGrp="1"/>
          </p:cNvSpPr>
          <p:nvPr/>
        </p:nvSpPr>
        <p:spPr>
          <a:xfrm>
            <a:off x="2950603" y="3647912"/>
            <a:ext cx="28398" cy="28398"/>
          </a:xfrm>
          <a:prstGeom prst="ellipse">
            <a:avLst/>
          </a:prstGeom>
          <a:solidFill>
            <a:srgbClr val="7F8C97">
              <a:alpha val="48000"/>
            </a:srgbClr>
          </a:solidFill>
          <a:ln w="0">
            <a:noFill/>
            <a:prstDash val="solid"/>
          </a:ln>
        </p:spPr>
      </p:sp>
      <p:sp>
        <p:nvSpPr>
          <p:cNvPr id="783" name="01_find_only_782">
            <a:extLst>
              <a:ext uri="{FF2B5EF4-FFF2-40B4-BE49-F238E27FC236}">
                <a16:creationId xmlns:a16="http://schemas.microsoft.com/office/drawing/2014/main" id="{EA8B2E31-CDC8-4D6E-9106-41D233069A16}"/>
              </a:ext>
            </a:extLst>
          </p:cNvPr>
          <p:cNvSpPr>
            <a:spLocks noGrp="1"/>
          </p:cNvSpPr>
          <p:nvPr/>
        </p:nvSpPr>
        <p:spPr>
          <a:xfrm>
            <a:off x="2970156" y="4123418"/>
            <a:ext cx="28398" cy="28398"/>
          </a:xfrm>
          <a:prstGeom prst="ellipse">
            <a:avLst/>
          </a:prstGeom>
          <a:solidFill>
            <a:srgbClr val="7F8C97">
              <a:alpha val="48000"/>
            </a:srgbClr>
          </a:solidFill>
          <a:ln w="0">
            <a:noFill/>
            <a:prstDash val="solid"/>
          </a:ln>
        </p:spPr>
      </p:sp>
      <p:sp>
        <p:nvSpPr>
          <p:cNvPr id="784" name="01_find_only_783">
            <a:extLst>
              <a:ext uri="{FF2B5EF4-FFF2-40B4-BE49-F238E27FC236}">
                <a16:creationId xmlns:a16="http://schemas.microsoft.com/office/drawing/2014/main" id="{36D0457F-75A0-4ADF-8079-0BF57EB8F02A}"/>
              </a:ext>
            </a:extLst>
          </p:cNvPr>
          <p:cNvSpPr>
            <a:spLocks noGrp="1"/>
          </p:cNvSpPr>
          <p:nvPr/>
        </p:nvSpPr>
        <p:spPr>
          <a:xfrm>
            <a:off x="2912737" y="4123418"/>
            <a:ext cx="28398" cy="28398"/>
          </a:xfrm>
          <a:prstGeom prst="ellipse">
            <a:avLst/>
          </a:prstGeom>
          <a:solidFill>
            <a:srgbClr val="7F8C97">
              <a:alpha val="48000"/>
            </a:srgbClr>
          </a:solidFill>
          <a:ln w="0">
            <a:noFill/>
            <a:prstDash val="solid"/>
          </a:ln>
        </p:spPr>
      </p:sp>
      <p:sp>
        <p:nvSpPr>
          <p:cNvPr id="785" name="01_find_only_784">
            <a:extLst>
              <a:ext uri="{FF2B5EF4-FFF2-40B4-BE49-F238E27FC236}">
                <a16:creationId xmlns:a16="http://schemas.microsoft.com/office/drawing/2014/main" id="{EBECE399-B601-4F13-9421-BD1CCA5DAC64}"/>
              </a:ext>
            </a:extLst>
          </p:cNvPr>
          <p:cNvSpPr>
            <a:spLocks noGrp="1"/>
          </p:cNvSpPr>
          <p:nvPr/>
        </p:nvSpPr>
        <p:spPr>
          <a:xfrm>
            <a:off x="2965006" y="3489410"/>
            <a:ext cx="28398" cy="28398"/>
          </a:xfrm>
          <a:prstGeom prst="ellipse">
            <a:avLst/>
          </a:prstGeom>
          <a:solidFill>
            <a:srgbClr val="7F8C97">
              <a:alpha val="48000"/>
            </a:srgbClr>
          </a:solidFill>
          <a:ln w="0">
            <a:noFill/>
            <a:prstDash val="solid"/>
          </a:ln>
        </p:spPr>
      </p:sp>
      <p:sp>
        <p:nvSpPr>
          <p:cNvPr id="786" name="01_find_only_785">
            <a:extLst>
              <a:ext uri="{FF2B5EF4-FFF2-40B4-BE49-F238E27FC236}">
                <a16:creationId xmlns:a16="http://schemas.microsoft.com/office/drawing/2014/main" id="{0AE81050-6B25-4F42-9E65-B7AE03FB7489}"/>
              </a:ext>
            </a:extLst>
          </p:cNvPr>
          <p:cNvSpPr>
            <a:spLocks noGrp="1"/>
          </p:cNvSpPr>
          <p:nvPr/>
        </p:nvSpPr>
        <p:spPr>
          <a:xfrm>
            <a:off x="2897094" y="3700746"/>
            <a:ext cx="28398" cy="28398"/>
          </a:xfrm>
          <a:prstGeom prst="ellipse">
            <a:avLst/>
          </a:prstGeom>
          <a:solidFill>
            <a:srgbClr val="7F8C97">
              <a:alpha val="48000"/>
            </a:srgbClr>
          </a:solidFill>
          <a:ln w="0">
            <a:noFill/>
            <a:prstDash val="solid"/>
          </a:ln>
        </p:spPr>
      </p:sp>
      <p:sp>
        <p:nvSpPr>
          <p:cNvPr id="787" name="01_find_only_786">
            <a:extLst>
              <a:ext uri="{FF2B5EF4-FFF2-40B4-BE49-F238E27FC236}">
                <a16:creationId xmlns:a16="http://schemas.microsoft.com/office/drawing/2014/main" id="{2AFF90FA-B7FD-42FC-975F-D083FDC81612}"/>
              </a:ext>
            </a:extLst>
          </p:cNvPr>
          <p:cNvSpPr>
            <a:spLocks noGrp="1"/>
          </p:cNvSpPr>
          <p:nvPr/>
        </p:nvSpPr>
        <p:spPr>
          <a:xfrm>
            <a:off x="2915217" y="3594159"/>
            <a:ext cx="28398" cy="28398"/>
          </a:xfrm>
          <a:prstGeom prst="ellipse">
            <a:avLst/>
          </a:prstGeom>
          <a:solidFill>
            <a:srgbClr val="7F8C97">
              <a:alpha val="48000"/>
            </a:srgbClr>
          </a:solidFill>
          <a:ln w="0">
            <a:noFill/>
            <a:prstDash val="solid"/>
          </a:ln>
        </p:spPr>
      </p:sp>
      <p:sp>
        <p:nvSpPr>
          <p:cNvPr id="788" name="01_find_only_787">
            <a:extLst>
              <a:ext uri="{FF2B5EF4-FFF2-40B4-BE49-F238E27FC236}">
                <a16:creationId xmlns:a16="http://schemas.microsoft.com/office/drawing/2014/main" id="{4EA09CEA-9BC1-46B6-A696-3EFAE38051E0}"/>
              </a:ext>
            </a:extLst>
          </p:cNvPr>
          <p:cNvSpPr>
            <a:spLocks noGrp="1"/>
          </p:cNvSpPr>
          <p:nvPr/>
        </p:nvSpPr>
        <p:spPr>
          <a:xfrm>
            <a:off x="2943640" y="3679612"/>
            <a:ext cx="28398" cy="28398"/>
          </a:xfrm>
          <a:prstGeom prst="ellipse">
            <a:avLst/>
          </a:prstGeom>
          <a:solidFill>
            <a:srgbClr val="7F8C97">
              <a:alpha val="48000"/>
            </a:srgbClr>
          </a:solidFill>
          <a:ln w="0">
            <a:noFill/>
            <a:prstDash val="solid"/>
          </a:ln>
        </p:spPr>
      </p:sp>
      <p:sp>
        <p:nvSpPr>
          <p:cNvPr id="789" name="01_find_only_788">
            <a:extLst>
              <a:ext uri="{FF2B5EF4-FFF2-40B4-BE49-F238E27FC236}">
                <a16:creationId xmlns:a16="http://schemas.microsoft.com/office/drawing/2014/main" id="{E193F6FA-4E4A-4AE6-8747-230C8764B486}"/>
              </a:ext>
            </a:extLst>
          </p:cNvPr>
          <p:cNvSpPr>
            <a:spLocks noGrp="1"/>
          </p:cNvSpPr>
          <p:nvPr/>
        </p:nvSpPr>
        <p:spPr>
          <a:xfrm>
            <a:off x="2960714" y="3489410"/>
            <a:ext cx="28398" cy="28398"/>
          </a:xfrm>
          <a:prstGeom prst="ellipse">
            <a:avLst/>
          </a:prstGeom>
          <a:solidFill>
            <a:srgbClr val="7F8C97">
              <a:alpha val="48000"/>
            </a:srgbClr>
          </a:solidFill>
          <a:ln w="0">
            <a:noFill/>
            <a:prstDash val="solid"/>
          </a:ln>
        </p:spPr>
      </p:sp>
      <p:sp>
        <p:nvSpPr>
          <p:cNvPr id="790" name="01_find_only_789">
            <a:extLst>
              <a:ext uri="{FF2B5EF4-FFF2-40B4-BE49-F238E27FC236}">
                <a16:creationId xmlns:a16="http://schemas.microsoft.com/office/drawing/2014/main" id="{4C9773A9-544C-4E6D-8F44-B596FCC14798}"/>
              </a:ext>
            </a:extLst>
          </p:cNvPr>
          <p:cNvSpPr>
            <a:spLocks noGrp="1"/>
          </p:cNvSpPr>
          <p:nvPr/>
        </p:nvSpPr>
        <p:spPr>
          <a:xfrm>
            <a:off x="2969966" y="4123418"/>
            <a:ext cx="28398" cy="28398"/>
          </a:xfrm>
          <a:prstGeom prst="ellipse">
            <a:avLst/>
          </a:prstGeom>
          <a:solidFill>
            <a:srgbClr val="7F8C97">
              <a:alpha val="48000"/>
            </a:srgbClr>
          </a:solidFill>
          <a:ln w="0">
            <a:noFill/>
            <a:prstDash val="solid"/>
          </a:ln>
        </p:spPr>
      </p:sp>
      <p:sp>
        <p:nvSpPr>
          <p:cNvPr id="791" name="01_find_only_790">
            <a:extLst>
              <a:ext uri="{FF2B5EF4-FFF2-40B4-BE49-F238E27FC236}">
                <a16:creationId xmlns:a16="http://schemas.microsoft.com/office/drawing/2014/main" id="{4B76AE34-0668-4B20-AF91-06F41468F9CF}"/>
              </a:ext>
            </a:extLst>
          </p:cNvPr>
          <p:cNvSpPr>
            <a:spLocks noGrp="1"/>
          </p:cNvSpPr>
          <p:nvPr/>
        </p:nvSpPr>
        <p:spPr>
          <a:xfrm>
            <a:off x="2937059" y="3806414"/>
            <a:ext cx="28398" cy="28398"/>
          </a:xfrm>
          <a:prstGeom prst="ellipse">
            <a:avLst/>
          </a:prstGeom>
          <a:solidFill>
            <a:srgbClr val="7F8C97">
              <a:alpha val="48000"/>
            </a:srgbClr>
          </a:solidFill>
          <a:ln w="0">
            <a:noFill/>
            <a:prstDash val="solid"/>
          </a:ln>
        </p:spPr>
      </p:sp>
      <p:sp>
        <p:nvSpPr>
          <p:cNvPr id="792" name="01_find_only_791">
            <a:extLst>
              <a:ext uri="{FF2B5EF4-FFF2-40B4-BE49-F238E27FC236}">
                <a16:creationId xmlns:a16="http://schemas.microsoft.com/office/drawing/2014/main" id="{38961AC0-527B-40A6-BAA7-6E4A0D672082}"/>
              </a:ext>
            </a:extLst>
          </p:cNvPr>
          <p:cNvSpPr>
            <a:spLocks noGrp="1"/>
          </p:cNvSpPr>
          <p:nvPr/>
        </p:nvSpPr>
        <p:spPr>
          <a:xfrm>
            <a:off x="2880498" y="3522779"/>
            <a:ext cx="28398" cy="28398"/>
          </a:xfrm>
          <a:prstGeom prst="ellipse">
            <a:avLst/>
          </a:prstGeom>
          <a:solidFill>
            <a:srgbClr val="7F8C97">
              <a:alpha val="48000"/>
            </a:srgbClr>
          </a:solidFill>
          <a:ln w="0">
            <a:noFill/>
            <a:prstDash val="solid"/>
          </a:ln>
        </p:spPr>
      </p:sp>
      <p:sp>
        <p:nvSpPr>
          <p:cNvPr id="793" name="01_find_only_792">
            <a:extLst>
              <a:ext uri="{FF2B5EF4-FFF2-40B4-BE49-F238E27FC236}">
                <a16:creationId xmlns:a16="http://schemas.microsoft.com/office/drawing/2014/main" id="{9180226D-1302-4E54-9299-318D6CF91690}"/>
              </a:ext>
            </a:extLst>
          </p:cNvPr>
          <p:cNvSpPr>
            <a:spLocks noGrp="1"/>
          </p:cNvSpPr>
          <p:nvPr/>
        </p:nvSpPr>
        <p:spPr>
          <a:xfrm>
            <a:off x="2894614" y="3489410"/>
            <a:ext cx="28398" cy="28398"/>
          </a:xfrm>
          <a:prstGeom prst="ellipse">
            <a:avLst/>
          </a:prstGeom>
          <a:solidFill>
            <a:srgbClr val="7F8C97">
              <a:alpha val="48000"/>
            </a:srgbClr>
          </a:solidFill>
          <a:ln w="0">
            <a:noFill/>
            <a:prstDash val="solid"/>
          </a:ln>
        </p:spPr>
      </p:sp>
      <p:sp>
        <p:nvSpPr>
          <p:cNvPr id="794" name="01_find_only_793">
            <a:extLst>
              <a:ext uri="{FF2B5EF4-FFF2-40B4-BE49-F238E27FC236}">
                <a16:creationId xmlns:a16="http://schemas.microsoft.com/office/drawing/2014/main" id="{2A55E869-B816-41A5-BA83-93D3F23FA8DD}"/>
              </a:ext>
            </a:extLst>
          </p:cNvPr>
          <p:cNvSpPr>
            <a:spLocks noGrp="1"/>
          </p:cNvSpPr>
          <p:nvPr/>
        </p:nvSpPr>
        <p:spPr>
          <a:xfrm>
            <a:off x="2900814" y="4123418"/>
            <a:ext cx="28398" cy="28398"/>
          </a:xfrm>
          <a:prstGeom prst="ellipse">
            <a:avLst/>
          </a:prstGeom>
          <a:solidFill>
            <a:srgbClr val="7F8C97">
              <a:alpha val="48000"/>
            </a:srgbClr>
          </a:solidFill>
          <a:ln w="0">
            <a:noFill/>
            <a:prstDash val="solid"/>
          </a:ln>
        </p:spPr>
      </p:sp>
      <p:sp>
        <p:nvSpPr>
          <p:cNvPr id="795" name="01_find_only_794">
            <a:extLst>
              <a:ext uri="{FF2B5EF4-FFF2-40B4-BE49-F238E27FC236}">
                <a16:creationId xmlns:a16="http://schemas.microsoft.com/office/drawing/2014/main" id="{492D2C0B-E1A4-4DA5-A77E-7805081A7D8B}"/>
              </a:ext>
            </a:extLst>
          </p:cNvPr>
          <p:cNvSpPr>
            <a:spLocks noGrp="1"/>
          </p:cNvSpPr>
          <p:nvPr/>
        </p:nvSpPr>
        <p:spPr>
          <a:xfrm>
            <a:off x="2880307" y="3700746"/>
            <a:ext cx="28398" cy="28398"/>
          </a:xfrm>
          <a:prstGeom prst="ellipse">
            <a:avLst/>
          </a:prstGeom>
          <a:solidFill>
            <a:srgbClr val="7F8C97">
              <a:alpha val="48000"/>
            </a:srgbClr>
          </a:solidFill>
          <a:ln w="0">
            <a:noFill/>
            <a:prstDash val="solid"/>
          </a:ln>
        </p:spPr>
      </p:sp>
      <p:sp>
        <p:nvSpPr>
          <p:cNvPr id="796" name="01_find_only_795">
            <a:extLst>
              <a:ext uri="{FF2B5EF4-FFF2-40B4-BE49-F238E27FC236}">
                <a16:creationId xmlns:a16="http://schemas.microsoft.com/office/drawing/2014/main" id="{5CB41849-A216-465F-AE03-988949C02E71}"/>
              </a:ext>
            </a:extLst>
          </p:cNvPr>
          <p:cNvSpPr>
            <a:spLocks noGrp="1"/>
          </p:cNvSpPr>
          <p:nvPr/>
        </p:nvSpPr>
        <p:spPr>
          <a:xfrm>
            <a:off x="2879735" y="3616211"/>
            <a:ext cx="28398" cy="28398"/>
          </a:xfrm>
          <a:prstGeom prst="ellipse">
            <a:avLst/>
          </a:prstGeom>
          <a:solidFill>
            <a:srgbClr val="7F8C97">
              <a:alpha val="48000"/>
            </a:srgbClr>
          </a:solidFill>
          <a:ln w="0">
            <a:noFill/>
            <a:prstDash val="solid"/>
          </a:ln>
        </p:spPr>
      </p:sp>
      <p:sp>
        <p:nvSpPr>
          <p:cNvPr id="797" name="01_find_only_796">
            <a:extLst>
              <a:ext uri="{FF2B5EF4-FFF2-40B4-BE49-F238E27FC236}">
                <a16:creationId xmlns:a16="http://schemas.microsoft.com/office/drawing/2014/main" id="{9712F0E6-4517-4277-9326-C9F4D929B61D}"/>
              </a:ext>
            </a:extLst>
          </p:cNvPr>
          <p:cNvSpPr>
            <a:spLocks noGrp="1"/>
          </p:cNvSpPr>
          <p:nvPr/>
        </p:nvSpPr>
        <p:spPr>
          <a:xfrm>
            <a:off x="2898239" y="4123418"/>
            <a:ext cx="28398" cy="28398"/>
          </a:xfrm>
          <a:prstGeom prst="ellipse">
            <a:avLst/>
          </a:prstGeom>
          <a:solidFill>
            <a:srgbClr val="7F8C97">
              <a:alpha val="48000"/>
            </a:srgbClr>
          </a:solidFill>
          <a:ln w="0">
            <a:noFill/>
            <a:prstDash val="solid"/>
          </a:ln>
        </p:spPr>
      </p:sp>
      <p:sp>
        <p:nvSpPr>
          <p:cNvPr id="798" name="01_find_only_797">
            <a:extLst>
              <a:ext uri="{FF2B5EF4-FFF2-40B4-BE49-F238E27FC236}">
                <a16:creationId xmlns:a16="http://schemas.microsoft.com/office/drawing/2014/main" id="{25772F25-1185-49FE-A41D-9223A303AE7C}"/>
              </a:ext>
            </a:extLst>
          </p:cNvPr>
          <p:cNvSpPr>
            <a:spLocks noGrp="1"/>
          </p:cNvSpPr>
          <p:nvPr/>
        </p:nvSpPr>
        <p:spPr>
          <a:xfrm>
            <a:off x="2934198" y="3489410"/>
            <a:ext cx="28398" cy="28398"/>
          </a:xfrm>
          <a:prstGeom prst="ellipse">
            <a:avLst/>
          </a:prstGeom>
          <a:solidFill>
            <a:srgbClr val="7F8C97">
              <a:alpha val="48000"/>
            </a:srgbClr>
          </a:solidFill>
          <a:ln w="0">
            <a:noFill/>
            <a:prstDash val="solid"/>
          </a:ln>
        </p:spPr>
      </p:sp>
      <p:sp>
        <p:nvSpPr>
          <p:cNvPr id="799" name="01_find_only_798">
            <a:extLst>
              <a:ext uri="{FF2B5EF4-FFF2-40B4-BE49-F238E27FC236}">
                <a16:creationId xmlns:a16="http://schemas.microsoft.com/office/drawing/2014/main" id="{135C8474-CCAA-4A52-A97D-4281A5ACBF38}"/>
              </a:ext>
            </a:extLst>
          </p:cNvPr>
          <p:cNvSpPr>
            <a:spLocks noGrp="1"/>
          </p:cNvSpPr>
          <p:nvPr/>
        </p:nvSpPr>
        <p:spPr>
          <a:xfrm>
            <a:off x="2893183" y="3700746"/>
            <a:ext cx="28398" cy="28398"/>
          </a:xfrm>
          <a:prstGeom prst="ellipse">
            <a:avLst/>
          </a:prstGeom>
          <a:solidFill>
            <a:srgbClr val="7F8C97">
              <a:alpha val="48000"/>
            </a:srgbClr>
          </a:solidFill>
          <a:ln w="0">
            <a:noFill/>
            <a:prstDash val="solid"/>
          </a:ln>
        </p:spPr>
      </p:sp>
      <p:sp>
        <p:nvSpPr>
          <p:cNvPr id="800" name="01_find_only_799">
            <a:extLst>
              <a:ext uri="{FF2B5EF4-FFF2-40B4-BE49-F238E27FC236}">
                <a16:creationId xmlns:a16="http://schemas.microsoft.com/office/drawing/2014/main" id="{211A018C-B8A1-4D74-BC3B-C646D731265D}"/>
              </a:ext>
            </a:extLst>
          </p:cNvPr>
          <p:cNvSpPr>
            <a:spLocks noGrp="1"/>
          </p:cNvSpPr>
          <p:nvPr/>
        </p:nvSpPr>
        <p:spPr>
          <a:xfrm>
            <a:off x="2921798" y="4123418"/>
            <a:ext cx="28398" cy="28398"/>
          </a:xfrm>
          <a:prstGeom prst="ellipse">
            <a:avLst/>
          </a:prstGeom>
          <a:solidFill>
            <a:srgbClr val="7F8C97">
              <a:alpha val="48000"/>
            </a:srgbClr>
          </a:solidFill>
          <a:ln w="0">
            <a:noFill/>
            <a:prstDash val="solid"/>
          </a:ln>
        </p:spPr>
      </p:sp>
      <p:sp>
        <p:nvSpPr>
          <p:cNvPr id="801" name="01_find_only_800">
            <a:extLst>
              <a:ext uri="{FF2B5EF4-FFF2-40B4-BE49-F238E27FC236}">
                <a16:creationId xmlns:a16="http://schemas.microsoft.com/office/drawing/2014/main" id="{5EC77C9F-ADEB-49CA-B339-87AF0335D8A9}"/>
              </a:ext>
            </a:extLst>
          </p:cNvPr>
          <p:cNvSpPr>
            <a:spLocks noGrp="1"/>
          </p:cNvSpPr>
          <p:nvPr/>
        </p:nvSpPr>
        <p:spPr>
          <a:xfrm>
            <a:off x="2911688" y="4123418"/>
            <a:ext cx="28398" cy="28398"/>
          </a:xfrm>
          <a:prstGeom prst="ellipse">
            <a:avLst/>
          </a:prstGeom>
          <a:solidFill>
            <a:srgbClr val="7F8C97">
              <a:alpha val="48000"/>
            </a:srgbClr>
          </a:solidFill>
          <a:ln w="0">
            <a:noFill/>
            <a:prstDash val="solid"/>
          </a:ln>
        </p:spPr>
      </p:sp>
      <p:sp>
        <p:nvSpPr>
          <p:cNvPr id="802" name="01_find_only_801">
            <a:extLst>
              <a:ext uri="{FF2B5EF4-FFF2-40B4-BE49-F238E27FC236}">
                <a16:creationId xmlns:a16="http://schemas.microsoft.com/office/drawing/2014/main" id="{83BD3DA1-61A4-41A0-948C-F200F9405712}"/>
              </a:ext>
            </a:extLst>
          </p:cNvPr>
          <p:cNvSpPr>
            <a:spLocks noGrp="1"/>
          </p:cNvSpPr>
          <p:nvPr/>
        </p:nvSpPr>
        <p:spPr>
          <a:xfrm>
            <a:off x="2958997" y="4123418"/>
            <a:ext cx="28398" cy="28398"/>
          </a:xfrm>
          <a:prstGeom prst="ellipse">
            <a:avLst/>
          </a:prstGeom>
          <a:solidFill>
            <a:srgbClr val="7F8C97">
              <a:alpha val="48000"/>
            </a:srgbClr>
          </a:solidFill>
          <a:ln w="0">
            <a:noFill/>
            <a:prstDash val="solid"/>
          </a:ln>
        </p:spPr>
      </p:sp>
      <p:sp>
        <p:nvSpPr>
          <p:cNvPr id="803" name="01_find_only_802">
            <a:extLst>
              <a:ext uri="{FF2B5EF4-FFF2-40B4-BE49-F238E27FC236}">
                <a16:creationId xmlns:a16="http://schemas.microsoft.com/office/drawing/2014/main" id="{F408006B-D06D-444E-995D-F416C12BC227}"/>
              </a:ext>
            </a:extLst>
          </p:cNvPr>
          <p:cNvSpPr>
            <a:spLocks noGrp="1"/>
          </p:cNvSpPr>
          <p:nvPr/>
        </p:nvSpPr>
        <p:spPr>
          <a:xfrm>
            <a:off x="2902245" y="4077401"/>
            <a:ext cx="28398" cy="28398"/>
          </a:xfrm>
          <a:prstGeom prst="ellipse">
            <a:avLst/>
          </a:prstGeom>
          <a:solidFill>
            <a:srgbClr val="7F8C97">
              <a:alpha val="48000"/>
            </a:srgbClr>
          </a:solidFill>
          <a:ln w="0">
            <a:noFill/>
            <a:prstDash val="solid"/>
          </a:ln>
        </p:spPr>
      </p:sp>
      <p:sp>
        <p:nvSpPr>
          <p:cNvPr id="804" name="01_find_only_803">
            <a:extLst>
              <a:ext uri="{FF2B5EF4-FFF2-40B4-BE49-F238E27FC236}">
                <a16:creationId xmlns:a16="http://schemas.microsoft.com/office/drawing/2014/main" id="{90967391-484E-480F-9AF2-92574EDD405D}"/>
              </a:ext>
            </a:extLst>
          </p:cNvPr>
          <p:cNvSpPr>
            <a:spLocks noGrp="1"/>
          </p:cNvSpPr>
          <p:nvPr/>
        </p:nvSpPr>
        <p:spPr>
          <a:xfrm>
            <a:off x="2941447" y="3519601"/>
            <a:ext cx="28398" cy="28398"/>
          </a:xfrm>
          <a:prstGeom prst="ellipse">
            <a:avLst/>
          </a:prstGeom>
          <a:solidFill>
            <a:srgbClr val="7F8C97">
              <a:alpha val="48000"/>
            </a:srgbClr>
          </a:solidFill>
          <a:ln w="0">
            <a:noFill/>
            <a:prstDash val="solid"/>
          </a:ln>
        </p:spPr>
      </p:sp>
      <p:sp>
        <p:nvSpPr>
          <p:cNvPr id="805" name="01_find_only_804">
            <a:extLst>
              <a:ext uri="{FF2B5EF4-FFF2-40B4-BE49-F238E27FC236}">
                <a16:creationId xmlns:a16="http://schemas.microsoft.com/office/drawing/2014/main" id="{12A30212-A6D1-4540-9C45-4301713BF9E8}"/>
              </a:ext>
            </a:extLst>
          </p:cNvPr>
          <p:cNvSpPr>
            <a:spLocks noGrp="1"/>
          </p:cNvSpPr>
          <p:nvPr/>
        </p:nvSpPr>
        <p:spPr>
          <a:xfrm>
            <a:off x="2943831" y="4123418"/>
            <a:ext cx="28398" cy="28398"/>
          </a:xfrm>
          <a:prstGeom prst="ellipse">
            <a:avLst/>
          </a:prstGeom>
          <a:solidFill>
            <a:srgbClr val="7F8C97">
              <a:alpha val="48000"/>
            </a:srgbClr>
          </a:solidFill>
          <a:ln w="0">
            <a:noFill/>
            <a:prstDash val="solid"/>
          </a:ln>
        </p:spPr>
      </p:sp>
      <p:sp>
        <p:nvSpPr>
          <p:cNvPr id="806" name="01_find_only_805">
            <a:extLst>
              <a:ext uri="{FF2B5EF4-FFF2-40B4-BE49-F238E27FC236}">
                <a16:creationId xmlns:a16="http://schemas.microsoft.com/office/drawing/2014/main" id="{DD305404-8C56-4D32-AC30-C6D5A762F6E0}"/>
              </a:ext>
            </a:extLst>
          </p:cNvPr>
          <p:cNvSpPr>
            <a:spLocks noGrp="1"/>
          </p:cNvSpPr>
          <p:nvPr/>
        </p:nvSpPr>
        <p:spPr>
          <a:xfrm>
            <a:off x="2880021" y="3489410"/>
            <a:ext cx="28398" cy="28398"/>
          </a:xfrm>
          <a:prstGeom prst="ellipse">
            <a:avLst/>
          </a:prstGeom>
          <a:solidFill>
            <a:srgbClr val="7F8C97">
              <a:alpha val="48000"/>
            </a:srgbClr>
          </a:solidFill>
          <a:ln w="0">
            <a:noFill/>
            <a:prstDash val="solid"/>
          </a:ln>
        </p:spPr>
      </p:sp>
      <p:sp>
        <p:nvSpPr>
          <p:cNvPr id="807" name="01_find_only_806">
            <a:extLst>
              <a:ext uri="{FF2B5EF4-FFF2-40B4-BE49-F238E27FC236}">
                <a16:creationId xmlns:a16="http://schemas.microsoft.com/office/drawing/2014/main" id="{933BCC99-589F-4AA0-A85C-F0362B4DBEBA}"/>
              </a:ext>
            </a:extLst>
          </p:cNvPr>
          <p:cNvSpPr>
            <a:spLocks noGrp="1"/>
          </p:cNvSpPr>
          <p:nvPr/>
        </p:nvSpPr>
        <p:spPr>
          <a:xfrm>
            <a:off x="2957757" y="3489410"/>
            <a:ext cx="28398" cy="28398"/>
          </a:xfrm>
          <a:prstGeom prst="ellipse">
            <a:avLst/>
          </a:prstGeom>
          <a:solidFill>
            <a:srgbClr val="7F8C97">
              <a:alpha val="48000"/>
            </a:srgbClr>
          </a:solidFill>
          <a:ln w="0">
            <a:noFill/>
            <a:prstDash val="solid"/>
          </a:ln>
        </p:spPr>
      </p:sp>
      <p:sp>
        <p:nvSpPr>
          <p:cNvPr id="808" name="01_find_only_807">
            <a:extLst>
              <a:ext uri="{FF2B5EF4-FFF2-40B4-BE49-F238E27FC236}">
                <a16:creationId xmlns:a16="http://schemas.microsoft.com/office/drawing/2014/main" id="{6C195288-E5DB-417C-9FBD-464B2D8293A3}"/>
              </a:ext>
            </a:extLst>
          </p:cNvPr>
          <p:cNvSpPr>
            <a:spLocks noGrp="1"/>
          </p:cNvSpPr>
          <p:nvPr/>
        </p:nvSpPr>
        <p:spPr>
          <a:xfrm>
            <a:off x="2877732" y="4123418"/>
            <a:ext cx="28398" cy="28398"/>
          </a:xfrm>
          <a:prstGeom prst="ellipse">
            <a:avLst/>
          </a:prstGeom>
          <a:solidFill>
            <a:srgbClr val="7F8C97">
              <a:alpha val="48000"/>
            </a:srgbClr>
          </a:solidFill>
          <a:ln w="0">
            <a:noFill/>
            <a:prstDash val="solid"/>
          </a:ln>
        </p:spPr>
      </p:sp>
      <p:sp>
        <p:nvSpPr>
          <p:cNvPr id="809" name="01_find_only_808">
            <a:extLst>
              <a:ext uri="{FF2B5EF4-FFF2-40B4-BE49-F238E27FC236}">
                <a16:creationId xmlns:a16="http://schemas.microsoft.com/office/drawing/2014/main" id="{0C301780-657A-4021-B966-B5BC92AFCD26}"/>
              </a:ext>
            </a:extLst>
          </p:cNvPr>
          <p:cNvSpPr>
            <a:spLocks noGrp="1"/>
          </p:cNvSpPr>
          <p:nvPr/>
        </p:nvSpPr>
        <p:spPr>
          <a:xfrm>
            <a:off x="2957566" y="3806414"/>
            <a:ext cx="28398" cy="28398"/>
          </a:xfrm>
          <a:prstGeom prst="ellipse">
            <a:avLst/>
          </a:prstGeom>
          <a:solidFill>
            <a:srgbClr val="7F8C97">
              <a:alpha val="48000"/>
            </a:srgbClr>
          </a:solidFill>
          <a:ln w="0">
            <a:noFill/>
            <a:prstDash val="solid"/>
          </a:ln>
        </p:spPr>
      </p:sp>
      <p:sp>
        <p:nvSpPr>
          <p:cNvPr id="810" name="01_find_only_809">
            <a:extLst>
              <a:ext uri="{FF2B5EF4-FFF2-40B4-BE49-F238E27FC236}">
                <a16:creationId xmlns:a16="http://schemas.microsoft.com/office/drawing/2014/main" id="{A440C08D-60DD-4787-AEE3-7AE2759525B3}"/>
              </a:ext>
            </a:extLst>
          </p:cNvPr>
          <p:cNvSpPr>
            <a:spLocks noGrp="1"/>
          </p:cNvSpPr>
          <p:nvPr/>
        </p:nvSpPr>
        <p:spPr>
          <a:xfrm>
            <a:off x="2966818" y="4123418"/>
            <a:ext cx="28398" cy="28398"/>
          </a:xfrm>
          <a:prstGeom prst="ellipse">
            <a:avLst/>
          </a:prstGeom>
          <a:solidFill>
            <a:srgbClr val="7F8C97">
              <a:alpha val="48000"/>
            </a:srgbClr>
          </a:solidFill>
          <a:ln w="0">
            <a:noFill/>
            <a:prstDash val="solid"/>
          </a:ln>
        </p:spPr>
      </p:sp>
      <p:sp>
        <p:nvSpPr>
          <p:cNvPr id="811" name="01_find_only_810">
            <a:extLst>
              <a:ext uri="{FF2B5EF4-FFF2-40B4-BE49-F238E27FC236}">
                <a16:creationId xmlns:a16="http://schemas.microsoft.com/office/drawing/2014/main" id="{637A7F70-5337-4E85-949B-B76D7E058A9F}"/>
              </a:ext>
            </a:extLst>
          </p:cNvPr>
          <p:cNvSpPr>
            <a:spLocks noGrp="1"/>
          </p:cNvSpPr>
          <p:nvPr/>
        </p:nvSpPr>
        <p:spPr>
          <a:xfrm>
            <a:off x="2934770" y="4123418"/>
            <a:ext cx="28398" cy="28398"/>
          </a:xfrm>
          <a:prstGeom prst="ellipse">
            <a:avLst/>
          </a:prstGeom>
          <a:solidFill>
            <a:srgbClr val="7F8C97">
              <a:alpha val="48000"/>
            </a:srgbClr>
          </a:solidFill>
          <a:ln w="0">
            <a:noFill/>
            <a:prstDash val="solid"/>
          </a:ln>
        </p:spPr>
      </p:sp>
      <p:sp>
        <p:nvSpPr>
          <p:cNvPr id="812" name="01_find_only_811">
            <a:extLst>
              <a:ext uri="{FF2B5EF4-FFF2-40B4-BE49-F238E27FC236}">
                <a16:creationId xmlns:a16="http://schemas.microsoft.com/office/drawing/2014/main" id="{66EF84D4-CA63-4BAB-8ADD-1A03570F41FA}"/>
              </a:ext>
            </a:extLst>
          </p:cNvPr>
          <p:cNvSpPr>
            <a:spLocks noGrp="1"/>
          </p:cNvSpPr>
          <p:nvPr/>
        </p:nvSpPr>
        <p:spPr>
          <a:xfrm>
            <a:off x="2906155" y="4123418"/>
            <a:ext cx="28398" cy="28398"/>
          </a:xfrm>
          <a:prstGeom prst="ellipse">
            <a:avLst/>
          </a:prstGeom>
          <a:solidFill>
            <a:srgbClr val="7F8C97">
              <a:alpha val="48000"/>
            </a:srgbClr>
          </a:solidFill>
          <a:ln w="0">
            <a:noFill/>
            <a:prstDash val="solid"/>
          </a:ln>
        </p:spPr>
      </p:sp>
      <p:sp>
        <p:nvSpPr>
          <p:cNvPr id="813" name="01_find_only_812">
            <a:extLst>
              <a:ext uri="{FF2B5EF4-FFF2-40B4-BE49-F238E27FC236}">
                <a16:creationId xmlns:a16="http://schemas.microsoft.com/office/drawing/2014/main" id="{3A536C5B-122A-48A9-AAC5-6806B07BB8A1}"/>
              </a:ext>
            </a:extLst>
          </p:cNvPr>
          <p:cNvSpPr>
            <a:spLocks noGrp="1"/>
          </p:cNvSpPr>
          <p:nvPr/>
        </p:nvSpPr>
        <p:spPr>
          <a:xfrm>
            <a:off x="2946120" y="4123418"/>
            <a:ext cx="28398" cy="28398"/>
          </a:xfrm>
          <a:prstGeom prst="ellipse">
            <a:avLst/>
          </a:prstGeom>
          <a:solidFill>
            <a:srgbClr val="7F8C97">
              <a:alpha val="48000"/>
            </a:srgbClr>
          </a:solidFill>
          <a:ln w="0">
            <a:noFill/>
            <a:prstDash val="solid"/>
          </a:ln>
        </p:spPr>
      </p:sp>
      <p:sp>
        <p:nvSpPr>
          <p:cNvPr id="814" name="01_find_only_813">
            <a:extLst>
              <a:ext uri="{FF2B5EF4-FFF2-40B4-BE49-F238E27FC236}">
                <a16:creationId xmlns:a16="http://schemas.microsoft.com/office/drawing/2014/main" id="{2149C08A-9D93-44C8-BB91-C8E1B3605EE1}"/>
              </a:ext>
            </a:extLst>
          </p:cNvPr>
          <p:cNvSpPr>
            <a:spLocks noGrp="1"/>
          </p:cNvSpPr>
          <p:nvPr/>
        </p:nvSpPr>
        <p:spPr>
          <a:xfrm>
            <a:off x="2897571" y="4123418"/>
            <a:ext cx="28398" cy="28398"/>
          </a:xfrm>
          <a:prstGeom prst="ellipse">
            <a:avLst/>
          </a:prstGeom>
          <a:solidFill>
            <a:srgbClr val="7F8C97">
              <a:alpha val="48000"/>
            </a:srgbClr>
          </a:solidFill>
          <a:ln w="0">
            <a:noFill/>
            <a:prstDash val="solid"/>
          </a:ln>
        </p:spPr>
      </p:sp>
      <p:sp>
        <p:nvSpPr>
          <p:cNvPr id="815" name="01_find_only_814">
            <a:extLst>
              <a:ext uri="{FF2B5EF4-FFF2-40B4-BE49-F238E27FC236}">
                <a16:creationId xmlns:a16="http://schemas.microsoft.com/office/drawing/2014/main" id="{2D8BEE4F-E042-402D-AB90-515DC92FB194}"/>
              </a:ext>
            </a:extLst>
          </p:cNvPr>
          <p:cNvSpPr>
            <a:spLocks noGrp="1"/>
          </p:cNvSpPr>
          <p:nvPr/>
        </p:nvSpPr>
        <p:spPr>
          <a:xfrm>
            <a:off x="2922084" y="3806414"/>
            <a:ext cx="28398" cy="28398"/>
          </a:xfrm>
          <a:prstGeom prst="ellipse">
            <a:avLst/>
          </a:prstGeom>
          <a:solidFill>
            <a:srgbClr val="7F8C97">
              <a:alpha val="48000"/>
            </a:srgbClr>
          </a:solidFill>
          <a:ln w="0">
            <a:noFill/>
            <a:prstDash val="solid"/>
          </a:ln>
        </p:spPr>
      </p:sp>
      <p:sp>
        <p:nvSpPr>
          <p:cNvPr id="816" name="01_find_only_815">
            <a:extLst>
              <a:ext uri="{FF2B5EF4-FFF2-40B4-BE49-F238E27FC236}">
                <a16:creationId xmlns:a16="http://schemas.microsoft.com/office/drawing/2014/main" id="{32D6BB99-5B62-49DE-ABF5-4EB6BE181F73}"/>
              </a:ext>
            </a:extLst>
          </p:cNvPr>
          <p:cNvSpPr>
            <a:spLocks noGrp="1"/>
          </p:cNvSpPr>
          <p:nvPr/>
        </p:nvSpPr>
        <p:spPr>
          <a:xfrm>
            <a:off x="2922084" y="3489410"/>
            <a:ext cx="28398" cy="28398"/>
          </a:xfrm>
          <a:prstGeom prst="ellipse">
            <a:avLst/>
          </a:prstGeom>
          <a:solidFill>
            <a:srgbClr val="7F8C97">
              <a:alpha val="48000"/>
            </a:srgbClr>
          </a:solidFill>
          <a:ln w="0">
            <a:noFill/>
            <a:prstDash val="solid"/>
          </a:ln>
        </p:spPr>
      </p:sp>
      <p:sp>
        <p:nvSpPr>
          <p:cNvPr id="817" name="01_find_only_816">
            <a:extLst>
              <a:ext uri="{FF2B5EF4-FFF2-40B4-BE49-F238E27FC236}">
                <a16:creationId xmlns:a16="http://schemas.microsoft.com/office/drawing/2014/main" id="{D69E0EE7-3C4E-4177-8879-F565A948A223}"/>
              </a:ext>
            </a:extLst>
          </p:cNvPr>
          <p:cNvSpPr>
            <a:spLocks noGrp="1"/>
          </p:cNvSpPr>
          <p:nvPr/>
        </p:nvSpPr>
        <p:spPr>
          <a:xfrm>
            <a:off x="2893470" y="3579982"/>
            <a:ext cx="28398" cy="28398"/>
          </a:xfrm>
          <a:prstGeom prst="ellipse">
            <a:avLst/>
          </a:prstGeom>
          <a:solidFill>
            <a:srgbClr val="7F8C97">
              <a:alpha val="48000"/>
            </a:srgbClr>
          </a:solidFill>
          <a:ln w="0">
            <a:noFill/>
            <a:prstDash val="solid"/>
          </a:ln>
        </p:spPr>
      </p:sp>
      <p:sp>
        <p:nvSpPr>
          <p:cNvPr id="818" name="01_find_only_817">
            <a:extLst>
              <a:ext uri="{FF2B5EF4-FFF2-40B4-BE49-F238E27FC236}">
                <a16:creationId xmlns:a16="http://schemas.microsoft.com/office/drawing/2014/main" id="{F432B513-90E4-4E99-9983-F45E3A71134A}"/>
              </a:ext>
            </a:extLst>
          </p:cNvPr>
          <p:cNvSpPr>
            <a:spLocks noGrp="1"/>
          </p:cNvSpPr>
          <p:nvPr/>
        </p:nvSpPr>
        <p:spPr>
          <a:xfrm>
            <a:off x="2959951" y="3616211"/>
            <a:ext cx="28398" cy="28398"/>
          </a:xfrm>
          <a:prstGeom prst="ellipse">
            <a:avLst/>
          </a:prstGeom>
          <a:solidFill>
            <a:srgbClr val="7F8C97">
              <a:alpha val="48000"/>
            </a:srgbClr>
          </a:solidFill>
          <a:ln w="0">
            <a:noFill/>
            <a:prstDash val="solid"/>
          </a:ln>
        </p:spPr>
      </p:sp>
      <p:sp>
        <p:nvSpPr>
          <p:cNvPr id="819" name="01_find_only_818">
            <a:extLst>
              <a:ext uri="{FF2B5EF4-FFF2-40B4-BE49-F238E27FC236}">
                <a16:creationId xmlns:a16="http://schemas.microsoft.com/office/drawing/2014/main" id="{DE716A6B-9D1A-4A2D-9775-6FCA9B832205}"/>
              </a:ext>
            </a:extLst>
          </p:cNvPr>
          <p:cNvSpPr>
            <a:spLocks noGrp="1"/>
          </p:cNvSpPr>
          <p:nvPr/>
        </p:nvSpPr>
        <p:spPr>
          <a:xfrm>
            <a:off x="2907777" y="4123418"/>
            <a:ext cx="28398" cy="28398"/>
          </a:xfrm>
          <a:prstGeom prst="ellipse">
            <a:avLst/>
          </a:prstGeom>
          <a:solidFill>
            <a:srgbClr val="7F8C97">
              <a:alpha val="48000"/>
            </a:srgbClr>
          </a:solidFill>
          <a:ln w="0">
            <a:noFill/>
            <a:prstDash val="solid"/>
          </a:ln>
        </p:spPr>
      </p:sp>
      <p:sp>
        <p:nvSpPr>
          <p:cNvPr id="820" name="01_find_only_819">
            <a:extLst>
              <a:ext uri="{FF2B5EF4-FFF2-40B4-BE49-F238E27FC236}">
                <a16:creationId xmlns:a16="http://schemas.microsoft.com/office/drawing/2014/main" id="{8DA7BA5F-7570-441C-8054-8D1E9A8BDDDE}"/>
              </a:ext>
            </a:extLst>
          </p:cNvPr>
          <p:cNvSpPr>
            <a:spLocks noGrp="1"/>
          </p:cNvSpPr>
          <p:nvPr/>
        </p:nvSpPr>
        <p:spPr>
          <a:xfrm>
            <a:off x="2917029" y="4123418"/>
            <a:ext cx="28398" cy="28398"/>
          </a:xfrm>
          <a:prstGeom prst="ellipse">
            <a:avLst/>
          </a:prstGeom>
          <a:solidFill>
            <a:srgbClr val="7F8C97">
              <a:alpha val="48000"/>
            </a:srgbClr>
          </a:solidFill>
          <a:ln w="0">
            <a:noFill/>
            <a:prstDash val="solid"/>
          </a:ln>
        </p:spPr>
      </p:sp>
      <p:sp>
        <p:nvSpPr>
          <p:cNvPr id="821" name="01_find_only_820">
            <a:extLst>
              <a:ext uri="{FF2B5EF4-FFF2-40B4-BE49-F238E27FC236}">
                <a16:creationId xmlns:a16="http://schemas.microsoft.com/office/drawing/2014/main" id="{34FD6B8B-180E-424F-A94E-2935648D8946}"/>
              </a:ext>
            </a:extLst>
          </p:cNvPr>
          <p:cNvSpPr>
            <a:spLocks noGrp="1"/>
          </p:cNvSpPr>
          <p:nvPr/>
        </p:nvSpPr>
        <p:spPr>
          <a:xfrm>
            <a:off x="2969107" y="3489410"/>
            <a:ext cx="28398" cy="28398"/>
          </a:xfrm>
          <a:prstGeom prst="ellipse">
            <a:avLst/>
          </a:prstGeom>
          <a:solidFill>
            <a:srgbClr val="7F8C97">
              <a:alpha val="48000"/>
            </a:srgbClr>
          </a:solidFill>
          <a:ln w="0">
            <a:noFill/>
            <a:prstDash val="solid"/>
          </a:ln>
        </p:spPr>
      </p:sp>
      <p:sp>
        <p:nvSpPr>
          <p:cNvPr id="822" name="01_find_only_821">
            <a:extLst>
              <a:ext uri="{FF2B5EF4-FFF2-40B4-BE49-F238E27FC236}">
                <a16:creationId xmlns:a16="http://schemas.microsoft.com/office/drawing/2014/main" id="{27AF203F-511B-41EB-A123-2D745F897A7D}"/>
              </a:ext>
            </a:extLst>
          </p:cNvPr>
          <p:cNvSpPr>
            <a:spLocks noGrp="1"/>
          </p:cNvSpPr>
          <p:nvPr/>
        </p:nvSpPr>
        <p:spPr>
          <a:xfrm>
            <a:off x="2940493" y="4123418"/>
            <a:ext cx="28398" cy="28398"/>
          </a:xfrm>
          <a:prstGeom prst="ellipse">
            <a:avLst/>
          </a:prstGeom>
          <a:solidFill>
            <a:srgbClr val="7F8C97">
              <a:alpha val="48000"/>
            </a:srgbClr>
          </a:solidFill>
          <a:ln w="0">
            <a:noFill/>
            <a:prstDash val="solid"/>
          </a:ln>
        </p:spPr>
      </p:sp>
      <p:sp>
        <p:nvSpPr>
          <p:cNvPr id="823" name="01_find_only_822">
            <a:extLst>
              <a:ext uri="{FF2B5EF4-FFF2-40B4-BE49-F238E27FC236}">
                <a16:creationId xmlns:a16="http://schemas.microsoft.com/office/drawing/2014/main" id="{24196C49-C6DC-4B0B-9CE4-C129ED89AABB}"/>
              </a:ext>
            </a:extLst>
          </p:cNvPr>
          <p:cNvSpPr>
            <a:spLocks noGrp="1"/>
          </p:cNvSpPr>
          <p:nvPr/>
        </p:nvSpPr>
        <p:spPr>
          <a:xfrm>
            <a:off x="2965673" y="3942273"/>
            <a:ext cx="28398" cy="28398"/>
          </a:xfrm>
          <a:prstGeom prst="ellipse">
            <a:avLst/>
          </a:prstGeom>
          <a:solidFill>
            <a:srgbClr val="7F8C97">
              <a:alpha val="48000"/>
            </a:srgbClr>
          </a:solidFill>
          <a:ln w="0">
            <a:noFill/>
            <a:prstDash val="solid"/>
          </a:ln>
        </p:spPr>
      </p:sp>
      <p:sp>
        <p:nvSpPr>
          <p:cNvPr id="824" name="01_find_only_823">
            <a:extLst>
              <a:ext uri="{FF2B5EF4-FFF2-40B4-BE49-F238E27FC236}">
                <a16:creationId xmlns:a16="http://schemas.microsoft.com/office/drawing/2014/main" id="{33F838C8-6803-42AE-9466-53B2BD5CB114}"/>
              </a:ext>
            </a:extLst>
          </p:cNvPr>
          <p:cNvSpPr>
            <a:spLocks noGrp="1"/>
          </p:cNvSpPr>
          <p:nvPr/>
        </p:nvSpPr>
        <p:spPr>
          <a:xfrm>
            <a:off x="2881356" y="4123418"/>
            <a:ext cx="28398" cy="28398"/>
          </a:xfrm>
          <a:prstGeom prst="ellipse">
            <a:avLst/>
          </a:prstGeom>
          <a:solidFill>
            <a:srgbClr val="7F8C97">
              <a:alpha val="48000"/>
            </a:srgbClr>
          </a:solidFill>
          <a:ln w="0">
            <a:noFill/>
            <a:prstDash val="solid"/>
          </a:ln>
        </p:spPr>
      </p:sp>
      <p:sp>
        <p:nvSpPr>
          <p:cNvPr id="825" name="01_find_only_824">
            <a:extLst>
              <a:ext uri="{FF2B5EF4-FFF2-40B4-BE49-F238E27FC236}">
                <a16:creationId xmlns:a16="http://schemas.microsoft.com/office/drawing/2014/main" id="{60201D5C-5C0A-4D5D-A176-55A3E7300E19}"/>
              </a:ext>
            </a:extLst>
          </p:cNvPr>
          <p:cNvSpPr>
            <a:spLocks noGrp="1"/>
          </p:cNvSpPr>
          <p:nvPr/>
        </p:nvSpPr>
        <p:spPr>
          <a:xfrm>
            <a:off x="2958615" y="4123418"/>
            <a:ext cx="28398" cy="28398"/>
          </a:xfrm>
          <a:prstGeom prst="ellipse">
            <a:avLst/>
          </a:prstGeom>
          <a:solidFill>
            <a:srgbClr val="7F8C97">
              <a:alpha val="48000"/>
            </a:srgbClr>
          </a:solidFill>
          <a:ln w="0">
            <a:noFill/>
            <a:prstDash val="solid"/>
          </a:ln>
        </p:spPr>
      </p:sp>
      <p:sp>
        <p:nvSpPr>
          <p:cNvPr id="826" name="01_find_only_825">
            <a:extLst>
              <a:ext uri="{FF2B5EF4-FFF2-40B4-BE49-F238E27FC236}">
                <a16:creationId xmlns:a16="http://schemas.microsoft.com/office/drawing/2014/main" id="{304A5BFD-1D24-4DA9-A952-C19C9D048320}"/>
              </a:ext>
            </a:extLst>
          </p:cNvPr>
          <p:cNvSpPr>
            <a:spLocks noGrp="1"/>
          </p:cNvSpPr>
          <p:nvPr/>
        </p:nvSpPr>
        <p:spPr>
          <a:xfrm>
            <a:off x="2946025" y="3806414"/>
            <a:ext cx="28398" cy="28398"/>
          </a:xfrm>
          <a:prstGeom prst="ellipse">
            <a:avLst/>
          </a:prstGeom>
          <a:solidFill>
            <a:srgbClr val="7F8C97">
              <a:alpha val="48000"/>
            </a:srgbClr>
          </a:solidFill>
          <a:ln w="0">
            <a:noFill/>
            <a:prstDash val="solid"/>
          </a:ln>
        </p:spPr>
      </p:sp>
      <p:sp>
        <p:nvSpPr>
          <p:cNvPr id="827" name="01_find_only_826">
            <a:extLst>
              <a:ext uri="{FF2B5EF4-FFF2-40B4-BE49-F238E27FC236}">
                <a16:creationId xmlns:a16="http://schemas.microsoft.com/office/drawing/2014/main" id="{35FEAB9F-19AF-44D5-B1C0-89317D24FFEC}"/>
              </a:ext>
            </a:extLst>
          </p:cNvPr>
          <p:cNvSpPr>
            <a:spLocks noGrp="1"/>
          </p:cNvSpPr>
          <p:nvPr/>
        </p:nvSpPr>
        <p:spPr>
          <a:xfrm>
            <a:off x="2913118" y="4123418"/>
            <a:ext cx="28398" cy="28398"/>
          </a:xfrm>
          <a:prstGeom prst="ellipse">
            <a:avLst/>
          </a:prstGeom>
          <a:solidFill>
            <a:srgbClr val="7F8C97">
              <a:alpha val="48000"/>
            </a:srgbClr>
          </a:solidFill>
          <a:ln w="0">
            <a:noFill/>
            <a:prstDash val="solid"/>
          </a:ln>
        </p:spPr>
      </p:sp>
      <p:sp>
        <p:nvSpPr>
          <p:cNvPr id="828" name="01_find_only_827">
            <a:extLst>
              <a:ext uri="{FF2B5EF4-FFF2-40B4-BE49-F238E27FC236}">
                <a16:creationId xmlns:a16="http://schemas.microsoft.com/office/drawing/2014/main" id="{16FCB37A-F2B9-4D71-8555-C0E0B586788C}"/>
              </a:ext>
            </a:extLst>
          </p:cNvPr>
          <p:cNvSpPr>
            <a:spLocks noGrp="1"/>
          </p:cNvSpPr>
          <p:nvPr/>
        </p:nvSpPr>
        <p:spPr>
          <a:xfrm>
            <a:off x="2949745" y="3806414"/>
            <a:ext cx="28398" cy="28398"/>
          </a:xfrm>
          <a:prstGeom prst="ellipse">
            <a:avLst/>
          </a:prstGeom>
          <a:solidFill>
            <a:srgbClr val="7F8C97">
              <a:alpha val="48000"/>
            </a:srgbClr>
          </a:solidFill>
          <a:ln w="0">
            <a:noFill/>
            <a:prstDash val="solid"/>
          </a:ln>
        </p:spPr>
      </p:sp>
      <p:sp>
        <p:nvSpPr>
          <p:cNvPr id="829" name="01_find_only_828">
            <a:extLst>
              <a:ext uri="{FF2B5EF4-FFF2-40B4-BE49-F238E27FC236}">
                <a16:creationId xmlns:a16="http://schemas.microsoft.com/office/drawing/2014/main" id="{F4EAB19B-65F7-4776-9831-2FD911E0FE81}"/>
              </a:ext>
            </a:extLst>
          </p:cNvPr>
          <p:cNvSpPr>
            <a:spLocks noGrp="1"/>
          </p:cNvSpPr>
          <p:nvPr/>
        </p:nvSpPr>
        <p:spPr>
          <a:xfrm>
            <a:off x="2969584" y="3489410"/>
            <a:ext cx="28398" cy="28398"/>
          </a:xfrm>
          <a:prstGeom prst="ellipse">
            <a:avLst/>
          </a:prstGeom>
          <a:solidFill>
            <a:srgbClr val="7F8C97">
              <a:alpha val="48000"/>
            </a:srgbClr>
          </a:solidFill>
          <a:ln w="0">
            <a:noFill/>
            <a:prstDash val="solid"/>
          </a:ln>
        </p:spPr>
      </p:sp>
      <p:sp>
        <p:nvSpPr>
          <p:cNvPr id="830" name="01_find_only_829">
            <a:extLst>
              <a:ext uri="{FF2B5EF4-FFF2-40B4-BE49-F238E27FC236}">
                <a16:creationId xmlns:a16="http://schemas.microsoft.com/office/drawing/2014/main" id="{71D3AC49-2B2F-42DD-AD88-D2AF1DA9B054}"/>
              </a:ext>
            </a:extLst>
          </p:cNvPr>
          <p:cNvSpPr>
            <a:spLocks noGrp="1"/>
          </p:cNvSpPr>
          <p:nvPr/>
        </p:nvSpPr>
        <p:spPr>
          <a:xfrm>
            <a:off x="2939730" y="3559855"/>
            <a:ext cx="28398" cy="28398"/>
          </a:xfrm>
          <a:prstGeom prst="ellipse">
            <a:avLst/>
          </a:prstGeom>
          <a:solidFill>
            <a:srgbClr val="7F8C97">
              <a:alpha val="48000"/>
            </a:srgbClr>
          </a:solidFill>
          <a:ln w="0">
            <a:noFill/>
            <a:prstDash val="solid"/>
          </a:ln>
        </p:spPr>
      </p:sp>
      <p:sp>
        <p:nvSpPr>
          <p:cNvPr id="831" name="01_find_only_830">
            <a:extLst>
              <a:ext uri="{FF2B5EF4-FFF2-40B4-BE49-F238E27FC236}">
                <a16:creationId xmlns:a16="http://schemas.microsoft.com/office/drawing/2014/main" id="{B1C4BD61-4B69-4CA3-A0E6-00857DD9BFAF}"/>
              </a:ext>
            </a:extLst>
          </p:cNvPr>
          <p:cNvSpPr>
            <a:spLocks noGrp="1"/>
          </p:cNvSpPr>
          <p:nvPr/>
        </p:nvSpPr>
        <p:spPr>
          <a:xfrm>
            <a:off x="2947074" y="3700746"/>
            <a:ext cx="28398" cy="28398"/>
          </a:xfrm>
          <a:prstGeom prst="ellipse">
            <a:avLst/>
          </a:prstGeom>
          <a:solidFill>
            <a:srgbClr val="7F8C97">
              <a:alpha val="48000"/>
            </a:srgbClr>
          </a:solidFill>
          <a:ln w="0">
            <a:noFill/>
            <a:prstDash val="solid"/>
          </a:ln>
        </p:spPr>
      </p:sp>
      <p:sp>
        <p:nvSpPr>
          <p:cNvPr id="832" name="01_find_only_831">
            <a:extLst>
              <a:ext uri="{FF2B5EF4-FFF2-40B4-BE49-F238E27FC236}">
                <a16:creationId xmlns:a16="http://schemas.microsoft.com/office/drawing/2014/main" id="{95347DFB-A9F8-4071-97C8-2841D18BC4B4}"/>
              </a:ext>
            </a:extLst>
          </p:cNvPr>
          <p:cNvSpPr>
            <a:spLocks noGrp="1"/>
          </p:cNvSpPr>
          <p:nvPr/>
        </p:nvSpPr>
        <p:spPr>
          <a:xfrm>
            <a:off x="2946216" y="3841637"/>
            <a:ext cx="28398" cy="28398"/>
          </a:xfrm>
          <a:prstGeom prst="ellipse">
            <a:avLst/>
          </a:prstGeom>
          <a:solidFill>
            <a:srgbClr val="7F8C97">
              <a:alpha val="48000"/>
            </a:srgbClr>
          </a:solidFill>
          <a:ln w="0">
            <a:noFill/>
            <a:prstDash val="solid"/>
          </a:ln>
        </p:spPr>
      </p:sp>
      <p:sp>
        <p:nvSpPr>
          <p:cNvPr id="833" name="01_find_only_832">
            <a:extLst>
              <a:ext uri="{FF2B5EF4-FFF2-40B4-BE49-F238E27FC236}">
                <a16:creationId xmlns:a16="http://schemas.microsoft.com/office/drawing/2014/main" id="{13FC3BC7-D975-4D2A-97AC-D27D57A2EEF1}"/>
              </a:ext>
            </a:extLst>
          </p:cNvPr>
          <p:cNvSpPr>
            <a:spLocks noGrp="1"/>
          </p:cNvSpPr>
          <p:nvPr/>
        </p:nvSpPr>
        <p:spPr>
          <a:xfrm>
            <a:off x="2930955" y="3700746"/>
            <a:ext cx="28398" cy="28398"/>
          </a:xfrm>
          <a:prstGeom prst="ellipse">
            <a:avLst/>
          </a:prstGeom>
          <a:solidFill>
            <a:srgbClr val="7F8C97">
              <a:alpha val="48000"/>
            </a:srgbClr>
          </a:solidFill>
          <a:ln w="0">
            <a:noFill/>
            <a:prstDash val="solid"/>
          </a:ln>
        </p:spPr>
      </p:sp>
      <p:sp>
        <p:nvSpPr>
          <p:cNvPr id="834" name="01_find_only_833">
            <a:extLst>
              <a:ext uri="{FF2B5EF4-FFF2-40B4-BE49-F238E27FC236}">
                <a16:creationId xmlns:a16="http://schemas.microsoft.com/office/drawing/2014/main" id="{96F6C4E0-53B9-4E67-8DE7-7B80378A9D25}"/>
              </a:ext>
            </a:extLst>
          </p:cNvPr>
          <p:cNvSpPr>
            <a:spLocks noGrp="1"/>
          </p:cNvSpPr>
          <p:nvPr/>
        </p:nvSpPr>
        <p:spPr>
          <a:xfrm>
            <a:off x="2904343" y="3743013"/>
            <a:ext cx="28398" cy="28398"/>
          </a:xfrm>
          <a:prstGeom prst="ellipse">
            <a:avLst/>
          </a:prstGeom>
          <a:solidFill>
            <a:srgbClr val="7F8C97">
              <a:alpha val="48000"/>
            </a:srgbClr>
          </a:solidFill>
          <a:ln w="0">
            <a:noFill/>
            <a:prstDash val="solid"/>
          </a:ln>
        </p:spPr>
      </p:sp>
      <p:sp>
        <p:nvSpPr>
          <p:cNvPr id="835" name="01_find_only_834">
            <a:extLst>
              <a:ext uri="{FF2B5EF4-FFF2-40B4-BE49-F238E27FC236}">
                <a16:creationId xmlns:a16="http://schemas.microsoft.com/office/drawing/2014/main" id="{66D3A814-DF35-446F-B4D0-6F5C4448FDFA}"/>
              </a:ext>
            </a:extLst>
          </p:cNvPr>
          <p:cNvSpPr>
            <a:spLocks noGrp="1"/>
          </p:cNvSpPr>
          <p:nvPr/>
        </p:nvSpPr>
        <p:spPr>
          <a:xfrm>
            <a:off x="2962907" y="4123418"/>
            <a:ext cx="28398" cy="28398"/>
          </a:xfrm>
          <a:prstGeom prst="ellipse">
            <a:avLst/>
          </a:prstGeom>
          <a:solidFill>
            <a:srgbClr val="7F8C97">
              <a:alpha val="48000"/>
            </a:srgbClr>
          </a:solidFill>
          <a:ln w="0">
            <a:noFill/>
            <a:prstDash val="solid"/>
          </a:ln>
        </p:spPr>
      </p:sp>
      <p:sp>
        <p:nvSpPr>
          <p:cNvPr id="836" name="01_find_only_835">
            <a:extLst>
              <a:ext uri="{FF2B5EF4-FFF2-40B4-BE49-F238E27FC236}">
                <a16:creationId xmlns:a16="http://schemas.microsoft.com/office/drawing/2014/main" id="{8EA3A474-888B-455B-B734-2FFC65182104}"/>
              </a:ext>
            </a:extLst>
          </p:cNvPr>
          <p:cNvSpPr>
            <a:spLocks noGrp="1"/>
          </p:cNvSpPr>
          <p:nvPr/>
        </p:nvSpPr>
        <p:spPr>
          <a:xfrm>
            <a:off x="2894233" y="3700746"/>
            <a:ext cx="28398" cy="28398"/>
          </a:xfrm>
          <a:prstGeom prst="ellipse">
            <a:avLst/>
          </a:prstGeom>
          <a:solidFill>
            <a:srgbClr val="7F8C97">
              <a:alpha val="48000"/>
            </a:srgbClr>
          </a:solidFill>
          <a:ln w="0">
            <a:noFill/>
            <a:prstDash val="solid"/>
          </a:ln>
        </p:spPr>
      </p:sp>
      <p:sp>
        <p:nvSpPr>
          <p:cNvPr id="837" name="01_find_only_836">
            <a:extLst>
              <a:ext uri="{FF2B5EF4-FFF2-40B4-BE49-F238E27FC236}">
                <a16:creationId xmlns:a16="http://schemas.microsoft.com/office/drawing/2014/main" id="{613E28F4-8CB0-4F1F-B81A-97B0C1C0F9CE}"/>
              </a:ext>
            </a:extLst>
          </p:cNvPr>
          <p:cNvSpPr>
            <a:spLocks noGrp="1"/>
          </p:cNvSpPr>
          <p:nvPr/>
        </p:nvSpPr>
        <p:spPr>
          <a:xfrm>
            <a:off x="2893470" y="4123418"/>
            <a:ext cx="28398" cy="28398"/>
          </a:xfrm>
          <a:prstGeom prst="ellipse">
            <a:avLst/>
          </a:prstGeom>
          <a:solidFill>
            <a:srgbClr val="7F8C97">
              <a:alpha val="48000"/>
            </a:srgbClr>
          </a:solidFill>
          <a:ln w="0">
            <a:noFill/>
            <a:prstDash val="solid"/>
          </a:ln>
        </p:spPr>
      </p:sp>
      <p:sp>
        <p:nvSpPr>
          <p:cNvPr id="838" name="01_find_only_837">
            <a:extLst>
              <a:ext uri="{FF2B5EF4-FFF2-40B4-BE49-F238E27FC236}">
                <a16:creationId xmlns:a16="http://schemas.microsoft.com/office/drawing/2014/main" id="{3215BA19-11A7-4A95-9B91-5202FFDC5813}"/>
              </a:ext>
            </a:extLst>
          </p:cNvPr>
          <p:cNvSpPr>
            <a:spLocks noGrp="1"/>
          </p:cNvSpPr>
          <p:nvPr/>
        </p:nvSpPr>
        <p:spPr>
          <a:xfrm>
            <a:off x="2897762" y="4123418"/>
            <a:ext cx="28398" cy="28398"/>
          </a:xfrm>
          <a:prstGeom prst="ellipse">
            <a:avLst/>
          </a:prstGeom>
          <a:solidFill>
            <a:srgbClr val="7F8C97">
              <a:alpha val="48000"/>
            </a:srgbClr>
          </a:solidFill>
          <a:ln w="0">
            <a:noFill/>
            <a:prstDash val="solid"/>
          </a:ln>
        </p:spPr>
      </p:sp>
      <p:sp>
        <p:nvSpPr>
          <p:cNvPr id="839" name="01_find_only_838">
            <a:extLst>
              <a:ext uri="{FF2B5EF4-FFF2-40B4-BE49-F238E27FC236}">
                <a16:creationId xmlns:a16="http://schemas.microsoft.com/office/drawing/2014/main" id="{F0281E39-AC02-48B1-87BF-D420765E8A68}"/>
              </a:ext>
            </a:extLst>
          </p:cNvPr>
          <p:cNvSpPr>
            <a:spLocks noGrp="1"/>
          </p:cNvSpPr>
          <p:nvPr/>
        </p:nvSpPr>
        <p:spPr>
          <a:xfrm>
            <a:off x="2964243" y="3700746"/>
            <a:ext cx="28398" cy="28398"/>
          </a:xfrm>
          <a:prstGeom prst="ellipse">
            <a:avLst/>
          </a:prstGeom>
          <a:solidFill>
            <a:srgbClr val="7F8C97">
              <a:alpha val="48000"/>
            </a:srgbClr>
          </a:solidFill>
          <a:ln w="0">
            <a:noFill/>
            <a:prstDash val="solid"/>
          </a:ln>
        </p:spPr>
      </p:sp>
      <p:sp>
        <p:nvSpPr>
          <p:cNvPr id="840" name="01_find_only_839">
            <a:extLst>
              <a:ext uri="{FF2B5EF4-FFF2-40B4-BE49-F238E27FC236}">
                <a16:creationId xmlns:a16="http://schemas.microsoft.com/office/drawing/2014/main" id="{D8B0A5D4-37F5-4360-8CA4-EDCE4E486FC1}"/>
              </a:ext>
            </a:extLst>
          </p:cNvPr>
          <p:cNvSpPr>
            <a:spLocks noGrp="1"/>
          </p:cNvSpPr>
          <p:nvPr/>
        </p:nvSpPr>
        <p:spPr>
          <a:xfrm>
            <a:off x="2954132" y="3684489"/>
            <a:ext cx="28398" cy="28398"/>
          </a:xfrm>
          <a:prstGeom prst="ellipse">
            <a:avLst/>
          </a:prstGeom>
          <a:solidFill>
            <a:srgbClr val="7F8C97">
              <a:alpha val="48000"/>
            </a:srgbClr>
          </a:solidFill>
          <a:ln w="0">
            <a:noFill/>
            <a:prstDash val="solid"/>
          </a:ln>
        </p:spPr>
      </p:sp>
      <p:sp>
        <p:nvSpPr>
          <p:cNvPr id="841" name="01_find_only_840">
            <a:extLst>
              <a:ext uri="{FF2B5EF4-FFF2-40B4-BE49-F238E27FC236}">
                <a16:creationId xmlns:a16="http://schemas.microsoft.com/office/drawing/2014/main" id="{B07C5898-67A5-464D-AE0E-19BF0A2A41A4}"/>
              </a:ext>
            </a:extLst>
          </p:cNvPr>
          <p:cNvSpPr>
            <a:spLocks noGrp="1"/>
          </p:cNvSpPr>
          <p:nvPr/>
        </p:nvSpPr>
        <p:spPr>
          <a:xfrm>
            <a:off x="2958234" y="3489410"/>
            <a:ext cx="28398" cy="28398"/>
          </a:xfrm>
          <a:prstGeom prst="ellipse">
            <a:avLst/>
          </a:prstGeom>
          <a:solidFill>
            <a:srgbClr val="7F8C97">
              <a:alpha val="48000"/>
            </a:srgbClr>
          </a:solidFill>
          <a:ln w="0">
            <a:noFill/>
            <a:prstDash val="solid"/>
          </a:ln>
        </p:spPr>
      </p:sp>
      <p:sp>
        <p:nvSpPr>
          <p:cNvPr id="842" name="01_find_only_841">
            <a:extLst>
              <a:ext uri="{FF2B5EF4-FFF2-40B4-BE49-F238E27FC236}">
                <a16:creationId xmlns:a16="http://schemas.microsoft.com/office/drawing/2014/main" id="{2E259DC8-E37D-499B-A6FA-F0F4DFAA8662}"/>
              </a:ext>
            </a:extLst>
          </p:cNvPr>
          <p:cNvSpPr>
            <a:spLocks noGrp="1"/>
          </p:cNvSpPr>
          <p:nvPr/>
        </p:nvSpPr>
        <p:spPr>
          <a:xfrm>
            <a:off x="2946406" y="3662321"/>
            <a:ext cx="28398" cy="28398"/>
          </a:xfrm>
          <a:prstGeom prst="ellipse">
            <a:avLst/>
          </a:prstGeom>
          <a:solidFill>
            <a:srgbClr val="7F8C97">
              <a:alpha val="48000"/>
            </a:srgbClr>
          </a:solidFill>
          <a:ln w="0">
            <a:noFill/>
            <a:prstDash val="solid"/>
          </a:ln>
        </p:spPr>
      </p:sp>
      <p:sp>
        <p:nvSpPr>
          <p:cNvPr id="843" name="01_find_only_842">
            <a:extLst>
              <a:ext uri="{FF2B5EF4-FFF2-40B4-BE49-F238E27FC236}">
                <a16:creationId xmlns:a16="http://schemas.microsoft.com/office/drawing/2014/main" id="{CC6BBBBF-DA06-4148-8EC1-B94ECA71A329}"/>
              </a:ext>
            </a:extLst>
          </p:cNvPr>
          <p:cNvSpPr>
            <a:spLocks noGrp="1"/>
          </p:cNvSpPr>
          <p:nvPr/>
        </p:nvSpPr>
        <p:spPr>
          <a:xfrm>
            <a:off x="2953751" y="4123418"/>
            <a:ext cx="28398" cy="28398"/>
          </a:xfrm>
          <a:prstGeom prst="ellipse">
            <a:avLst/>
          </a:prstGeom>
          <a:solidFill>
            <a:srgbClr val="7F8C97">
              <a:alpha val="48000"/>
            </a:srgbClr>
          </a:solidFill>
          <a:ln w="0">
            <a:noFill/>
            <a:prstDash val="solid"/>
          </a:ln>
        </p:spPr>
      </p:sp>
      <p:sp>
        <p:nvSpPr>
          <p:cNvPr id="844" name="01_find_only_843">
            <a:extLst>
              <a:ext uri="{FF2B5EF4-FFF2-40B4-BE49-F238E27FC236}">
                <a16:creationId xmlns:a16="http://schemas.microsoft.com/office/drawing/2014/main" id="{7B4E8EC0-3DA2-4E57-B1AC-9B3BEC79AE20}"/>
              </a:ext>
            </a:extLst>
          </p:cNvPr>
          <p:cNvSpPr>
            <a:spLocks noGrp="1"/>
          </p:cNvSpPr>
          <p:nvPr/>
        </p:nvSpPr>
        <p:spPr>
          <a:xfrm>
            <a:off x="2961954" y="4123418"/>
            <a:ext cx="28398" cy="28398"/>
          </a:xfrm>
          <a:prstGeom prst="ellipse">
            <a:avLst/>
          </a:prstGeom>
          <a:solidFill>
            <a:srgbClr val="7F8C97">
              <a:alpha val="48000"/>
            </a:srgbClr>
          </a:solidFill>
          <a:ln w="0">
            <a:noFill/>
            <a:prstDash val="solid"/>
          </a:ln>
        </p:spPr>
      </p:sp>
      <p:sp>
        <p:nvSpPr>
          <p:cNvPr id="845" name="01_find_only_844">
            <a:extLst>
              <a:ext uri="{FF2B5EF4-FFF2-40B4-BE49-F238E27FC236}">
                <a16:creationId xmlns:a16="http://schemas.microsoft.com/office/drawing/2014/main" id="{680FB0A9-7B22-4EA5-9D3B-4F0B82132B8D}"/>
              </a:ext>
            </a:extLst>
          </p:cNvPr>
          <p:cNvSpPr>
            <a:spLocks noGrp="1"/>
          </p:cNvSpPr>
          <p:nvPr/>
        </p:nvSpPr>
        <p:spPr>
          <a:xfrm>
            <a:off x="2891944" y="4123418"/>
            <a:ext cx="28398" cy="28398"/>
          </a:xfrm>
          <a:prstGeom prst="ellipse">
            <a:avLst/>
          </a:prstGeom>
          <a:solidFill>
            <a:srgbClr val="7F8C97">
              <a:alpha val="48000"/>
            </a:srgbClr>
          </a:solidFill>
          <a:ln w="0">
            <a:noFill/>
            <a:prstDash val="solid"/>
          </a:ln>
        </p:spPr>
      </p:sp>
      <p:sp>
        <p:nvSpPr>
          <p:cNvPr id="846" name="01_find_only_845">
            <a:extLst>
              <a:ext uri="{FF2B5EF4-FFF2-40B4-BE49-F238E27FC236}">
                <a16:creationId xmlns:a16="http://schemas.microsoft.com/office/drawing/2014/main" id="{16A50A6F-96E6-477F-9AC0-89AED6B87CA3}"/>
              </a:ext>
            </a:extLst>
          </p:cNvPr>
          <p:cNvSpPr>
            <a:spLocks noGrp="1"/>
          </p:cNvSpPr>
          <p:nvPr/>
        </p:nvSpPr>
        <p:spPr>
          <a:xfrm>
            <a:off x="2899479" y="3489410"/>
            <a:ext cx="28398" cy="28398"/>
          </a:xfrm>
          <a:prstGeom prst="ellipse">
            <a:avLst/>
          </a:prstGeom>
          <a:solidFill>
            <a:srgbClr val="7F8C97">
              <a:alpha val="48000"/>
            </a:srgbClr>
          </a:solidFill>
          <a:ln w="0">
            <a:noFill/>
            <a:prstDash val="solid"/>
          </a:ln>
        </p:spPr>
      </p:sp>
      <p:sp>
        <p:nvSpPr>
          <p:cNvPr id="847" name="01_find_only_846">
            <a:extLst>
              <a:ext uri="{FF2B5EF4-FFF2-40B4-BE49-F238E27FC236}">
                <a16:creationId xmlns:a16="http://schemas.microsoft.com/office/drawing/2014/main" id="{C7654264-2688-4F9D-84D9-EFFA85D1315D}"/>
              </a:ext>
            </a:extLst>
          </p:cNvPr>
          <p:cNvSpPr>
            <a:spLocks noGrp="1"/>
          </p:cNvSpPr>
          <p:nvPr/>
        </p:nvSpPr>
        <p:spPr>
          <a:xfrm>
            <a:off x="2944785" y="3733259"/>
            <a:ext cx="28398" cy="28398"/>
          </a:xfrm>
          <a:prstGeom prst="ellipse">
            <a:avLst/>
          </a:prstGeom>
          <a:solidFill>
            <a:srgbClr val="7F8C97">
              <a:alpha val="48000"/>
            </a:srgbClr>
          </a:solidFill>
          <a:ln w="0">
            <a:noFill/>
            <a:prstDash val="solid"/>
          </a:ln>
        </p:spPr>
      </p:sp>
      <p:sp>
        <p:nvSpPr>
          <p:cNvPr id="848" name="01_find_only_847">
            <a:extLst>
              <a:ext uri="{FF2B5EF4-FFF2-40B4-BE49-F238E27FC236}">
                <a16:creationId xmlns:a16="http://schemas.microsoft.com/office/drawing/2014/main" id="{A6AFD3B9-37C1-4F49-991C-6604560D0D51}"/>
              </a:ext>
            </a:extLst>
          </p:cNvPr>
          <p:cNvSpPr>
            <a:spLocks noGrp="1"/>
          </p:cNvSpPr>
          <p:nvPr/>
        </p:nvSpPr>
        <p:spPr>
          <a:xfrm>
            <a:off x="2896808" y="3616211"/>
            <a:ext cx="28398" cy="28398"/>
          </a:xfrm>
          <a:prstGeom prst="ellipse">
            <a:avLst/>
          </a:prstGeom>
          <a:solidFill>
            <a:srgbClr val="7F8C97">
              <a:alpha val="48000"/>
            </a:srgbClr>
          </a:solidFill>
          <a:ln w="0">
            <a:noFill/>
            <a:prstDash val="solid"/>
          </a:ln>
        </p:spPr>
      </p:sp>
      <p:sp>
        <p:nvSpPr>
          <p:cNvPr id="849" name="01_find_only_848">
            <a:extLst>
              <a:ext uri="{FF2B5EF4-FFF2-40B4-BE49-F238E27FC236}">
                <a16:creationId xmlns:a16="http://schemas.microsoft.com/office/drawing/2014/main" id="{1735DA44-DAAC-4049-97A3-1161CB63B525}"/>
              </a:ext>
            </a:extLst>
          </p:cNvPr>
          <p:cNvSpPr>
            <a:spLocks noGrp="1"/>
          </p:cNvSpPr>
          <p:nvPr/>
        </p:nvSpPr>
        <p:spPr>
          <a:xfrm>
            <a:off x="2906060" y="3553730"/>
            <a:ext cx="28398" cy="28398"/>
          </a:xfrm>
          <a:prstGeom prst="ellipse">
            <a:avLst/>
          </a:prstGeom>
          <a:solidFill>
            <a:srgbClr val="7F8C97">
              <a:alpha val="48000"/>
            </a:srgbClr>
          </a:solidFill>
          <a:ln w="0">
            <a:noFill/>
            <a:prstDash val="solid"/>
          </a:ln>
        </p:spPr>
      </p:sp>
      <p:sp>
        <p:nvSpPr>
          <p:cNvPr id="850" name="01_find_only_849">
            <a:extLst>
              <a:ext uri="{FF2B5EF4-FFF2-40B4-BE49-F238E27FC236}">
                <a16:creationId xmlns:a16="http://schemas.microsoft.com/office/drawing/2014/main" id="{3515918C-133C-4E2C-A85B-4FD340BA824F}"/>
              </a:ext>
            </a:extLst>
          </p:cNvPr>
          <p:cNvSpPr>
            <a:spLocks noGrp="1"/>
          </p:cNvSpPr>
          <p:nvPr/>
        </p:nvSpPr>
        <p:spPr>
          <a:xfrm>
            <a:off x="2890417" y="4123418"/>
            <a:ext cx="28398" cy="28398"/>
          </a:xfrm>
          <a:prstGeom prst="ellipse">
            <a:avLst/>
          </a:prstGeom>
          <a:solidFill>
            <a:srgbClr val="7F8C97">
              <a:alpha val="48000"/>
            </a:srgbClr>
          </a:solidFill>
          <a:ln w="0">
            <a:noFill/>
            <a:prstDash val="solid"/>
          </a:ln>
        </p:spPr>
      </p:sp>
      <p:sp>
        <p:nvSpPr>
          <p:cNvPr id="851" name="01_find_only_850">
            <a:extLst>
              <a:ext uri="{FF2B5EF4-FFF2-40B4-BE49-F238E27FC236}">
                <a16:creationId xmlns:a16="http://schemas.microsoft.com/office/drawing/2014/main" id="{8AE18145-2379-4F8A-9D94-03AACDDB052F}"/>
              </a:ext>
            </a:extLst>
          </p:cNvPr>
          <p:cNvSpPr>
            <a:spLocks noGrp="1"/>
          </p:cNvSpPr>
          <p:nvPr/>
        </p:nvSpPr>
        <p:spPr>
          <a:xfrm>
            <a:off x="2900528" y="3727163"/>
            <a:ext cx="28398" cy="28398"/>
          </a:xfrm>
          <a:prstGeom prst="ellipse">
            <a:avLst/>
          </a:prstGeom>
          <a:solidFill>
            <a:srgbClr val="7F8C97">
              <a:alpha val="48000"/>
            </a:srgbClr>
          </a:solidFill>
          <a:ln w="0">
            <a:noFill/>
            <a:prstDash val="solid"/>
          </a:ln>
        </p:spPr>
      </p:sp>
      <p:sp>
        <p:nvSpPr>
          <p:cNvPr id="852" name="01_find_only_851">
            <a:extLst>
              <a:ext uri="{FF2B5EF4-FFF2-40B4-BE49-F238E27FC236}">
                <a16:creationId xmlns:a16="http://schemas.microsoft.com/office/drawing/2014/main" id="{EE710A54-B8E7-40D4-B389-75C2E70C5BCE}"/>
              </a:ext>
            </a:extLst>
          </p:cNvPr>
          <p:cNvSpPr>
            <a:spLocks noGrp="1"/>
          </p:cNvSpPr>
          <p:nvPr/>
        </p:nvSpPr>
        <p:spPr>
          <a:xfrm>
            <a:off x="2904248" y="3761128"/>
            <a:ext cx="28398" cy="28398"/>
          </a:xfrm>
          <a:prstGeom prst="ellipse">
            <a:avLst/>
          </a:prstGeom>
          <a:solidFill>
            <a:srgbClr val="7F8C97">
              <a:alpha val="48000"/>
            </a:srgbClr>
          </a:solidFill>
          <a:ln w="0">
            <a:noFill/>
            <a:prstDash val="solid"/>
          </a:ln>
        </p:spPr>
      </p:sp>
      <p:sp>
        <p:nvSpPr>
          <p:cNvPr id="853" name="01_find_only_852">
            <a:extLst>
              <a:ext uri="{FF2B5EF4-FFF2-40B4-BE49-F238E27FC236}">
                <a16:creationId xmlns:a16="http://schemas.microsoft.com/office/drawing/2014/main" id="{82110621-EAD4-41D2-910D-6D95BA55D713}"/>
              </a:ext>
            </a:extLst>
          </p:cNvPr>
          <p:cNvSpPr>
            <a:spLocks noGrp="1"/>
          </p:cNvSpPr>
          <p:nvPr/>
        </p:nvSpPr>
        <p:spPr>
          <a:xfrm>
            <a:off x="2963480" y="3912082"/>
            <a:ext cx="28398" cy="28398"/>
          </a:xfrm>
          <a:prstGeom prst="ellipse">
            <a:avLst/>
          </a:prstGeom>
          <a:solidFill>
            <a:srgbClr val="7F8C97">
              <a:alpha val="48000"/>
            </a:srgbClr>
          </a:solidFill>
          <a:ln w="0">
            <a:noFill/>
            <a:prstDash val="solid"/>
          </a:ln>
        </p:spPr>
      </p:sp>
      <p:sp>
        <p:nvSpPr>
          <p:cNvPr id="854" name="01_find_only_853">
            <a:extLst>
              <a:ext uri="{FF2B5EF4-FFF2-40B4-BE49-F238E27FC236}">
                <a16:creationId xmlns:a16="http://schemas.microsoft.com/office/drawing/2014/main" id="{27EF750E-D0C6-442D-9AC1-181E79DE76C0}"/>
              </a:ext>
            </a:extLst>
          </p:cNvPr>
          <p:cNvSpPr>
            <a:spLocks noGrp="1"/>
          </p:cNvSpPr>
          <p:nvPr/>
        </p:nvSpPr>
        <p:spPr>
          <a:xfrm>
            <a:off x="2923038" y="3489410"/>
            <a:ext cx="28398" cy="28398"/>
          </a:xfrm>
          <a:prstGeom prst="ellipse">
            <a:avLst/>
          </a:prstGeom>
          <a:solidFill>
            <a:srgbClr val="7F8C97">
              <a:alpha val="48000"/>
            </a:srgbClr>
          </a:solidFill>
          <a:ln w="0">
            <a:noFill/>
            <a:prstDash val="solid"/>
          </a:ln>
        </p:spPr>
      </p:sp>
      <p:sp>
        <p:nvSpPr>
          <p:cNvPr id="855" name="01_find_only_854">
            <a:extLst>
              <a:ext uri="{FF2B5EF4-FFF2-40B4-BE49-F238E27FC236}">
                <a16:creationId xmlns:a16="http://schemas.microsoft.com/office/drawing/2014/main" id="{13A00C21-AF24-4BC7-89B3-7407F9BE04B1}"/>
              </a:ext>
            </a:extLst>
          </p:cNvPr>
          <p:cNvSpPr>
            <a:spLocks noGrp="1"/>
          </p:cNvSpPr>
          <p:nvPr/>
        </p:nvSpPr>
        <p:spPr>
          <a:xfrm>
            <a:off x="2891944" y="3806414"/>
            <a:ext cx="28398" cy="28398"/>
          </a:xfrm>
          <a:prstGeom prst="ellipse">
            <a:avLst/>
          </a:prstGeom>
          <a:solidFill>
            <a:srgbClr val="7F8C97">
              <a:alpha val="48000"/>
            </a:srgbClr>
          </a:solidFill>
          <a:ln w="0">
            <a:noFill/>
            <a:prstDash val="solid"/>
          </a:ln>
        </p:spPr>
      </p:sp>
      <p:sp>
        <p:nvSpPr>
          <p:cNvPr id="856" name="01_find_only_855">
            <a:extLst>
              <a:ext uri="{FF2B5EF4-FFF2-40B4-BE49-F238E27FC236}">
                <a16:creationId xmlns:a16="http://schemas.microsoft.com/office/drawing/2014/main" id="{5D206756-2127-4C44-8D2D-E3207AC9C101}"/>
              </a:ext>
            </a:extLst>
          </p:cNvPr>
          <p:cNvSpPr>
            <a:spLocks noGrp="1"/>
          </p:cNvSpPr>
          <p:nvPr/>
        </p:nvSpPr>
        <p:spPr>
          <a:xfrm>
            <a:off x="2905774" y="3489410"/>
            <a:ext cx="28398" cy="28398"/>
          </a:xfrm>
          <a:prstGeom prst="ellipse">
            <a:avLst/>
          </a:prstGeom>
          <a:solidFill>
            <a:srgbClr val="7F8C97">
              <a:alpha val="48000"/>
            </a:srgbClr>
          </a:solidFill>
          <a:ln w="0">
            <a:noFill/>
            <a:prstDash val="solid"/>
          </a:ln>
        </p:spPr>
      </p:sp>
      <p:sp>
        <p:nvSpPr>
          <p:cNvPr id="857" name="01_find_only_856">
            <a:extLst>
              <a:ext uri="{FF2B5EF4-FFF2-40B4-BE49-F238E27FC236}">
                <a16:creationId xmlns:a16="http://schemas.microsoft.com/office/drawing/2014/main" id="{5515507F-DE42-4AC8-9306-98D68D49E32C}"/>
              </a:ext>
            </a:extLst>
          </p:cNvPr>
          <p:cNvSpPr>
            <a:spLocks noGrp="1"/>
          </p:cNvSpPr>
          <p:nvPr/>
        </p:nvSpPr>
        <p:spPr>
          <a:xfrm>
            <a:off x="2958520" y="3869815"/>
            <a:ext cx="28398" cy="28398"/>
          </a:xfrm>
          <a:prstGeom prst="ellipse">
            <a:avLst/>
          </a:prstGeom>
          <a:solidFill>
            <a:srgbClr val="7F8C97">
              <a:alpha val="48000"/>
            </a:srgbClr>
          </a:solidFill>
          <a:ln w="0">
            <a:noFill/>
            <a:prstDash val="solid"/>
          </a:ln>
        </p:spPr>
      </p:sp>
      <p:sp>
        <p:nvSpPr>
          <p:cNvPr id="858" name="01_find_only_857">
            <a:extLst>
              <a:ext uri="{FF2B5EF4-FFF2-40B4-BE49-F238E27FC236}">
                <a16:creationId xmlns:a16="http://schemas.microsoft.com/office/drawing/2014/main" id="{39ED6E60-084E-4078-96CA-3203E74556A3}"/>
              </a:ext>
            </a:extLst>
          </p:cNvPr>
          <p:cNvSpPr>
            <a:spLocks noGrp="1"/>
          </p:cNvSpPr>
          <p:nvPr/>
        </p:nvSpPr>
        <p:spPr>
          <a:xfrm>
            <a:off x="2940493" y="3489410"/>
            <a:ext cx="28398" cy="28398"/>
          </a:xfrm>
          <a:prstGeom prst="ellipse">
            <a:avLst/>
          </a:prstGeom>
          <a:solidFill>
            <a:srgbClr val="7F8C97">
              <a:alpha val="48000"/>
            </a:srgbClr>
          </a:solidFill>
          <a:ln w="0">
            <a:noFill/>
            <a:prstDash val="solid"/>
          </a:ln>
        </p:spPr>
      </p:sp>
      <p:sp>
        <p:nvSpPr>
          <p:cNvPr id="859" name="01_find_only_858">
            <a:extLst>
              <a:ext uri="{FF2B5EF4-FFF2-40B4-BE49-F238E27FC236}">
                <a16:creationId xmlns:a16="http://schemas.microsoft.com/office/drawing/2014/main" id="{4C0C4A23-AD58-489A-B6AD-65DA897823F1}"/>
              </a:ext>
            </a:extLst>
          </p:cNvPr>
          <p:cNvSpPr>
            <a:spLocks noGrp="1"/>
          </p:cNvSpPr>
          <p:nvPr/>
        </p:nvSpPr>
        <p:spPr>
          <a:xfrm>
            <a:off x="2958138" y="3700746"/>
            <a:ext cx="28398" cy="28398"/>
          </a:xfrm>
          <a:prstGeom prst="ellipse">
            <a:avLst/>
          </a:prstGeom>
          <a:solidFill>
            <a:srgbClr val="7F8C97">
              <a:alpha val="48000"/>
            </a:srgbClr>
          </a:solidFill>
          <a:ln w="0">
            <a:noFill/>
            <a:prstDash val="solid"/>
          </a:ln>
        </p:spPr>
      </p:sp>
      <p:sp>
        <p:nvSpPr>
          <p:cNvPr id="860" name="01_find_only_859">
            <a:extLst>
              <a:ext uri="{FF2B5EF4-FFF2-40B4-BE49-F238E27FC236}">
                <a16:creationId xmlns:a16="http://schemas.microsoft.com/office/drawing/2014/main" id="{99318F77-C7ED-40AF-8150-A4380984D064}"/>
              </a:ext>
            </a:extLst>
          </p:cNvPr>
          <p:cNvSpPr>
            <a:spLocks noGrp="1"/>
          </p:cNvSpPr>
          <p:nvPr/>
        </p:nvSpPr>
        <p:spPr>
          <a:xfrm>
            <a:off x="2897762" y="3489410"/>
            <a:ext cx="28398" cy="28398"/>
          </a:xfrm>
          <a:prstGeom prst="ellipse">
            <a:avLst/>
          </a:prstGeom>
          <a:solidFill>
            <a:srgbClr val="7F8C97">
              <a:alpha val="48000"/>
            </a:srgbClr>
          </a:solidFill>
          <a:ln w="0">
            <a:noFill/>
            <a:prstDash val="solid"/>
          </a:ln>
        </p:spPr>
      </p:sp>
      <p:sp>
        <p:nvSpPr>
          <p:cNvPr id="861" name="01_find_only_860">
            <a:extLst>
              <a:ext uri="{FF2B5EF4-FFF2-40B4-BE49-F238E27FC236}">
                <a16:creationId xmlns:a16="http://schemas.microsoft.com/office/drawing/2014/main" id="{B3EFDF31-9135-45D7-9F73-F22B60216CE7}"/>
              </a:ext>
            </a:extLst>
          </p:cNvPr>
          <p:cNvSpPr>
            <a:spLocks noGrp="1"/>
          </p:cNvSpPr>
          <p:nvPr/>
        </p:nvSpPr>
        <p:spPr>
          <a:xfrm>
            <a:off x="2915694" y="3598722"/>
            <a:ext cx="28398" cy="28398"/>
          </a:xfrm>
          <a:prstGeom prst="ellipse">
            <a:avLst/>
          </a:prstGeom>
          <a:solidFill>
            <a:srgbClr val="7F8C97">
              <a:alpha val="48000"/>
            </a:srgbClr>
          </a:solidFill>
          <a:ln w="0">
            <a:noFill/>
            <a:prstDash val="solid"/>
          </a:ln>
        </p:spPr>
      </p:sp>
      <p:sp>
        <p:nvSpPr>
          <p:cNvPr id="862" name="01_find_only_861">
            <a:extLst>
              <a:ext uri="{FF2B5EF4-FFF2-40B4-BE49-F238E27FC236}">
                <a16:creationId xmlns:a16="http://schemas.microsoft.com/office/drawing/2014/main" id="{56987106-4BF0-4997-A03E-643FEDDCF45A}"/>
              </a:ext>
            </a:extLst>
          </p:cNvPr>
          <p:cNvSpPr>
            <a:spLocks noGrp="1"/>
          </p:cNvSpPr>
          <p:nvPr/>
        </p:nvSpPr>
        <p:spPr>
          <a:xfrm>
            <a:off x="2958806" y="3853185"/>
            <a:ext cx="28398" cy="28398"/>
          </a:xfrm>
          <a:prstGeom prst="ellipse">
            <a:avLst/>
          </a:prstGeom>
          <a:solidFill>
            <a:srgbClr val="7F8C97">
              <a:alpha val="48000"/>
            </a:srgbClr>
          </a:solidFill>
          <a:ln w="0">
            <a:noFill/>
            <a:prstDash val="solid"/>
          </a:ln>
        </p:spPr>
      </p:sp>
      <p:sp>
        <p:nvSpPr>
          <p:cNvPr id="863" name="01_find_only_862">
            <a:extLst>
              <a:ext uri="{FF2B5EF4-FFF2-40B4-BE49-F238E27FC236}">
                <a16:creationId xmlns:a16="http://schemas.microsoft.com/office/drawing/2014/main" id="{3792F8A6-1381-45C9-A88F-65B618833539}"/>
              </a:ext>
            </a:extLst>
          </p:cNvPr>
          <p:cNvSpPr>
            <a:spLocks noGrp="1"/>
          </p:cNvSpPr>
          <p:nvPr/>
        </p:nvSpPr>
        <p:spPr>
          <a:xfrm>
            <a:off x="2958901" y="3489410"/>
            <a:ext cx="28398" cy="28398"/>
          </a:xfrm>
          <a:prstGeom prst="ellipse">
            <a:avLst/>
          </a:prstGeom>
          <a:solidFill>
            <a:srgbClr val="7F8C97">
              <a:alpha val="48000"/>
            </a:srgbClr>
          </a:solidFill>
          <a:ln w="0">
            <a:noFill/>
            <a:prstDash val="solid"/>
          </a:ln>
        </p:spPr>
      </p:sp>
      <p:sp>
        <p:nvSpPr>
          <p:cNvPr id="864" name="01_find_only_863">
            <a:extLst>
              <a:ext uri="{FF2B5EF4-FFF2-40B4-BE49-F238E27FC236}">
                <a16:creationId xmlns:a16="http://schemas.microsoft.com/office/drawing/2014/main" id="{1359CED6-5679-4338-ADD1-009812A8DC85}"/>
              </a:ext>
            </a:extLst>
          </p:cNvPr>
          <p:cNvSpPr>
            <a:spLocks noGrp="1"/>
          </p:cNvSpPr>
          <p:nvPr/>
        </p:nvSpPr>
        <p:spPr>
          <a:xfrm>
            <a:off x="2952988" y="4123418"/>
            <a:ext cx="28398" cy="28398"/>
          </a:xfrm>
          <a:prstGeom prst="ellipse">
            <a:avLst/>
          </a:prstGeom>
          <a:solidFill>
            <a:srgbClr val="7F8C97">
              <a:alpha val="48000"/>
            </a:srgbClr>
          </a:solidFill>
          <a:ln w="0">
            <a:noFill/>
            <a:prstDash val="solid"/>
          </a:ln>
        </p:spPr>
      </p:sp>
      <p:sp>
        <p:nvSpPr>
          <p:cNvPr id="865" name="01_find_only_864">
            <a:extLst>
              <a:ext uri="{FF2B5EF4-FFF2-40B4-BE49-F238E27FC236}">
                <a16:creationId xmlns:a16="http://schemas.microsoft.com/office/drawing/2014/main" id="{1FCD5C57-D502-4FBA-B209-C5CC9F9DC847}"/>
              </a:ext>
            </a:extLst>
          </p:cNvPr>
          <p:cNvSpPr>
            <a:spLocks noGrp="1"/>
          </p:cNvSpPr>
          <p:nvPr/>
        </p:nvSpPr>
        <p:spPr>
          <a:xfrm>
            <a:off x="2961381" y="3489410"/>
            <a:ext cx="28398" cy="28398"/>
          </a:xfrm>
          <a:prstGeom prst="ellipse">
            <a:avLst/>
          </a:prstGeom>
          <a:solidFill>
            <a:srgbClr val="7F8C97">
              <a:alpha val="48000"/>
            </a:srgbClr>
          </a:solidFill>
          <a:ln w="0">
            <a:noFill/>
            <a:prstDash val="solid"/>
          </a:ln>
        </p:spPr>
      </p:sp>
      <p:sp>
        <p:nvSpPr>
          <p:cNvPr id="866" name="01_find_only_865">
            <a:extLst>
              <a:ext uri="{FF2B5EF4-FFF2-40B4-BE49-F238E27FC236}">
                <a16:creationId xmlns:a16="http://schemas.microsoft.com/office/drawing/2014/main" id="{E6411D36-96B2-4269-8227-8B293061D79B}"/>
              </a:ext>
            </a:extLst>
          </p:cNvPr>
          <p:cNvSpPr>
            <a:spLocks noGrp="1"/>
          </p:cNvSpPr>
          <p:nvPr/>
        </p:nvSpPr>
        <p:spPr>
          <a:xfrm>
            <a:off x="2906537" y="3616211"/>
            <a:ext cx="28398" cy="28398"/>
          </a:xfrm>
          <a:prstGeom prst="ellipse">
            <a:avLst/>
          </a:prstGeom>
          <a:solidFill>
            <a:srgbClr val="7F8C97">
              <a:alpha val="48000"/>
            </a:srgbClr>
          </a:solidFill>
          <a:ln w="0">
            <a:noFill/>
            <a:prstDash val="solid"/>
          </a:ln>
        </p:spPr>
      </p:sp>
      <p:sp>
        <p:nvSpPr>
          <p:cNvPr id="867" name="01_find_only_866">
            <a:extLst>
              <a:ext uri="{FF2B5EF4-FFF2-40B4-BE49-F238E27FC236}">
                <a16:creationId xmlns:a16="http://schemas.microsoft.com/office/drawing/2014/main" id="{FBC748B0-1D1D-400E-A839-FA992A193ED7}"/>
              </a:ext>
            </a:extLst>
          </p:cNvPr>
          <p:cNvSpPr>
            <a:spLocks noGrp="1"/>
          </p:cNvSpPr>
          <p:nvPr/>
        </p:nvSpPr>
        <p:spPr>
          <a:xfrm>
            <a:off x="2892134" y="3489410"/>
            <a:ext cx="28398" cy="28398"/>
          </a:xfrm>
          <a:prstGeom prst="ellipse">
            <a:avLst/>
          </a:prstGeom>
          <a:solidFill>
            <a:srgbClr val="7F8C97">
              <a:alpha val="48000"/>
            </a:srgbClr>
          </a:solidFill>
          <a:ln w="0">
            <a:noFill/>
            <a:prstDash val="solid"/>
          </a:ln>
        </p:spPr>
      </p:sp>
      <p:sp>
        <p:nvSpPr>
          <p:cNvPr id="868" name="01_find_only_867">
            <a:extLst>
              <a:ext uri="{FF2B5EF4-FFF2-40B4-BE49-F238E27FC236}">
                <a16:creationId xmlns:a16="http://schemas.microsoft.com/office/drawing/2014/main" id="{64FBB218-FF49-4A42-A50B-0FE83F899A20}"/>
              </a:ext>
            </a:extLst>
          </p:cNvPr>
          <p:cNvSpPr>
            <a:spLocks noGrp="1"/>
          </p:cNvSpPr>
          <p:nvPr/>
        </p:nvSpPr>
        <p:spPr>
          <a:xfrm>
            <a:off x="2947646" y="4123418"/>
            <a:ext cx="28398" cy="28398"/>
          </a:xfrm>
          <a:prstGeom prst="ellipse">
            <a:avLst/>
          </a:prstGeom>
          <a:solidFill>
            <a:srgbClr val="7F8C97">
              <a:alpha val="48000"/>
            </a:srgbClr>
          </a:solidFill>
          <a:ln w="0">
            <a:noFill/>
            <a:prstDash val="solid"/>
          </a:ln>
        </p:spPr>
      </p:sp>
      <p:sp>
        <p:nvSpPr>
          <p:cNvPr id="869" name="01_find_only_868">
            <a:extLst>
              <a:ext uri="{FF2B5EF4-FFF2-40B4-BE49-F238E27FC236}">
                <a16:creationId xmlns:a16="http://schemas.microsoft.com/office/drawing/2014/main" id="{B90B9BD6-95BC-4AA4-BC09-F4C838B1949E}"/>
              </a:ext>
            </a:extLst>
          </p:cNvPr>
          <p:cNvSpPr>
            <a:spLocks noGrp="1"/>
          </p:cNvSpPr>
          <p:nvPr/>
        </p:nvSpPr>
        <p:spPr>
          <a:xfrm>
            <a:off x="2887651" y="3489410"/>
            <a:ext cx="28398" cy="28398"/>
          </a:xfrm>
          <a:prstGeom prst="ellipse">
            <a:avLst/>
          </a:prstGeom>
          <a:solidFill>
            <a:srgbClr val="7F8C97">
              <a:alpha val="48000"/>
            </a:srgbClr>
          </a:solidFill>
          <a:ln w="0">
            <a:noFill/>
            <a:prstDash val="solid"/>
          </a:ln>
        </p:spPr>
      </p:sp>
      <p:sp>
        <p:nvSpPr>
          <p:cNvPr id="870" name="01_find_only_869">
            <a:extLst>
              <a:ext uri="{FF2B5EF4-FFF2-40B4-BE49-F238E27FC236}">
                <a16:creationId xmlns:a16="http://schemas.microsoft.com/office/drawing/2014/main" id="{B6F73CA2-FF82-4036-87F6-E6F6C2EBCE83}"/>
              </a:ext>
            </a:extLst>
          </p:cNvPr>
          <p:cNvSpPr>
            <a:spLocks noGrp="1"/>
          </p:cNvSpPr>
          <p:nvPr/>
        </p:nvSpPr>
        <p:spPr>
          <a:xfrm>
            <a:off x="2893660" y="4123418"/>
            <a:ext cx="28398" cy="28398"/>
          </a:xfrm>
          <a:prstGeom prst="ellipse">
            <a:avLst/>
          </a:prstGeom>
          <a:solidFill>
            <a:srgbClr val="7F8C97">
              <a:alpha val="48000"/>
            </a:srgbClr>
          </a:solidFill>
          <a:ln w="0">
            <a:noFill/>
            <a:prstDash val="solid"/>
          </a:ln>
        </p:spPr>
      </p:sp>
      <p:sp>
        <p:nvSpPr>
          <p:cNvPr id="871" name="01_find_only_870">
            <a:extLst>
              <a:ext uri="{FF2B5EF4-FFF2-40B4-BE49-F238E27FC236}">
                <a16:creationId xmlns:a16="http://schemas.microsoft.com/office/drawing/2014/main" id="{7ACCDCB3-3DEC-43F6-8E96-1D90CFEC2878}"/>
              </a:ext>
            </a:extLst>
          </p:cNvPr>
          <p:cNvSpPr>
            <a:spLocks noGrp="1"/>
          </p:cNvSpPr>
          <p:nvPr/>
        </p:nvSpPr>
        <p:spPr>
          <a:xfrm>
            <a:off x="2950031" y="3489410"/>
            <a:ext cx="28398" cy="28398"/>
          </a:xfrm>
          <a:prstGeom prst="ellipse">
            <a:avLst/>
          </a:prstGeom>
          <a:solidFill>
            <a:srgbClr val="7F8C97">
              <a:alpha val="48000"/>
            </a:srgbClr>
          </a:solidFill>
          <a:ln w="0">
            <a:noFill/>
            <a:prstDash val="solid"/>
          </a:ln>
        </p:spPr>
      </p:sp>
      <p:sp>
        <p:nvSpPr>
          <p:cNvPr id="872" name="01_find_only_871">
            <a:extLst>
              <a:ext uri="{FF2B5EF4-FFF2-40B4-BE49-F238E27FC236}">
                <a16:creationId xmlns:a16="http://schemas.microsoft.com/office/drawing/2014/main" id="{824B6C9A-9B8C-42DE-B147-DCED1C2D2788}"/>
              </a:ext>
            </a:extLst>
          </p:cNvPr>
          <p:cNvSpPr>
            <a:spLocks noGrp="1"/>
          </p:cNvSpPr>
          <p:nvPr/>
        </p:nvSpPr>
        <p:spPr>
          <a:xfrm>
            <a:off x="2888510" y="3489410"/>
            <a:ext cx="28398" cy="28398"/>
          </a:xfrm>
          <a:prstGeom prst="ellipse">
            <a:avLst/>
          </a:prstGeom>
          <a:solidFill>
            <a:srgbClr val="7F8C97">
              <a:alpha val="48000"/>
            </a:srgbClr>
          </a:solidFill>
          <a:ln w="0">
            <a:noFill/>
            <a:prstDash val="solid"/>
          </a:ln>
        </p:spPr>
      </p:sp>
      <p:sp>
        <p:nvSpPr>
          <p:cNvPr id="873" name="01_find_only_872">
            <a:extLst>
              <a:ext uri="{FF2B5EF4-FFF2-40B4-BE49-F238E27FC236}">
                <a16:creationId xmlns:a16="http://schemas.microsoft.com/office/drawing/2014/main" id="{82602FC5-5526-4E98-97B4-3F9EB1CC19B2}"/>
              </a:ext>
            </a:extLst>
          </p:cNvPr>
          <p:cNvSpPr>
            <a:spLocks noGrp="1"/>
          </p:cNvSpPr>
          <p:nvPr/>
        </p:nvSpPr>
        <p:spPr>
          <a:xfrm>
            <a:off x="2968344" y="3489410"/>
            <a:ext cx="28398" cy="28398"/>
          </a:xfrm>
          <a:prstGeom prst="ellipse">
            <a:avLst/>
          </a:prstGeom>
          <a:solidFill>
            <a:srgbClr val="7F8C97">
              <a:alpha val="48000"/>
            </a:srgbClr>
          </a:solidFill>
          <a:ln w="0">
            <a:noFill/>
            <a:prstDash val="solid"/>
          </a:ln>
        </p:spPr>
      </p:sp>
      <p:sp>
        <p:nvSpPr>
          <p:cNvPr id="874" name="01_find_only_873">
            <a:extLst>
              <a:ext uri="{FF2B5EF4-FFF2-40B4-BE49-F238E27FC236}">
                <a16:creationId xmlns:a16="http://schemas.microsoft.com/office/drawing/2014/main" id="{E75AB5C5-A7F4-4549-9800-D910633F5E3D}"/>
              </a:ext>
            </a:extLst>
          </p:cNvPr>
          <p:cNvSpPr>
            <a:spLocks noGrp="1"/>
          </p:cNvSpPr>
          <p:nvPr/>
        </p:nvSpPr>
        <p:spPr>
          <a:xfrm>
            <a:off x="2953751" y="3700746"/>
            <a:ext cx="28398" cy="28398"/>
          </a:xfrm>
          <a:prstGeom prst="ellipse">
            <a:avLst/>
          </a:prstGeom>
          <a:solidFill>
            <a:srgbClr val="7F8C97">
              <a:alpha val="48000"/>
            </a:srgbClr>
          </a:solidFill>
          <a:ln w="0">
            <a:noFill/>
            <a:prstDash val="solid"/>
          </a:ln>
        </p:spPr>
      </p:sp>
      <p:sp>
        <p:nvSpPr>
          <p:cNvPr id="875" name="01_find_only_874">
            <a:extLst>
              <a:ext uri="{FF2B5EF4-FFF2-40B4-BE49-F238E27FC236}">
                <a16:creationId xmlns:a16="http://schemas.microsoft.com/office/drawing/2014/main" id="{3393A193-ACB1-4847-B97A-35405F500CB5}"/>
              </a:ext>
            </a:extLst>
          </p:cNvPr>
          <p:cNvSpPr>
            <a:spLocks noGrp="1"/>
          </p:cNvSpPr>
          <p:nvPr/>
        </p:nvSpPr>
        <p:spPr>
          <a:xfrm>
            <a:off x="2919223" y="3806414"/>
            <a:ext cx="28398" cy="28398"/>
          </a:xfrm>
          <a:prstGeom prst="ellipse">
            <a:avLst/>
          </a:prstGeom>
          <a:solidFill>
            <a:srgbClr val="7F8C97">
              <a:alpha val="48000"/>
            </a:srgbClr>
          </a:solidFill>
          <a:ln w="0">
            <a:noFill/>
            <a:prstDash val="solid"/>
          </a:ln>
        </p:spPr>
      </p:sp>
      <p:sp>
        <p:nvSpPr>
          <p:cNvPr id="876" name="01_find_only_875">
            <a:extLst>
              <a:ext uri="{FF2B5EF4-FFF2-40B4-BE49-F238E27FC236}">
                <a16:creationId xmlns:a16="http://schemas.microsoft.com/office/drawing/2014/main" id="{DF1871FB-0BC3-4D7D-B840-F08CD5333EFF}"/>
              </a:ext>
            </a:extLst>
          </p:cNvPr>
          <p:cNvSpPr>
            <a:spLocks noGrp="1"/>
          </p:cNvSpPr>
          <p:nvPr/>
        </p:nvSpPr>
        <p:spPr>
          <a:xfrm>
            <a:off x="2903103" y="4123418"/>
            <a:ext cx="28398" cy="28398"/>
          </a:xfrm>
          <a:prstGeom prst="ellipse">
            <a:avLst/>
          </a:prstGeom>
          <a:solidFill>
            <a:srgbClr val="7F8C97">
              <a:alpha val="48000"/>
            </a:srgbClr>
          </a:solidFill>
          <a:ln w="0">
            <a:noFill/>
            <a:prstDash val="solid"/>
          </a:ln>
        </p:spPr>
      </p:sp>
      <p:sp>
        <p:nvSpPr>
          <p:cNvPr id="877" name="01_find_only_876">
            <a:extLst>
              <a:ext uri="{FF2B5EF4-FFF2-40B4-BE49-F238E27FC236}">
                <a16:creationId xmlns:a16="http://schemas.microsoft.com/office/drawing/2014/main" id="{D269EDD1-1B57-4CB3-BA68-910F43B6EE58}"/>
              </a:ext>
            </a:extLst>
          </p:cNvPr>
          <p:cNvSpPr>
            <a:spLocks noGrp="1"/>
          </p:cNvSpPr>
          <p:nvPr/>
        </p:nvSpPr>
        <p:spPr>
          <a:xfrm>
            <a:off x="2966913" y="3564400"/>
            <a:ext cx="28398" cy="28398"/>
          </a:xfrm>
          <a:prstGeom prst="ellipse">
            <a:avLst/>
          </a:prstGeom>
          <a:solidFill>
            <a:srgbClr val="7F8C97">
              <a:alpha val="48000"/>
            </a:srgbClr>
          </a:solidFill>
          <a:ln w="0">
            <a:noFill/>
            <a:prstDash val="solid"/>
          </a:ln>
        </p:spPr>
      </p:sp>
      <p:sp>
        <p:nvSpPr>
          <p:cNvPr id="878" name="01_find_only_877">
            <a:extLst>
              <a:ext uri="{FF2B5EF4-FFF2-40B4-BE49-F238E27FC236}">
                <a16:creationId xmlns:a16="http://schemas.microsoft.com/office/drawing/2014/main" id="{13680451-5C2A-44ED-85AF-6CBAC9A357E1}"/>
              </a:ext>
            </a:extLst>
          </p:cNvPr>
          <p:cNvSpPr>
            <a:spLocks noGrp="1"/>
          </p:cNvSpPr>
          <p:nvPr/>
        </p:nvSpPr>
        <p:spPr>
          <a:xfrm>
            <a:off x="2971015" y="3579982"/>
            <a:ext cx="28398" cy="28398"/>
          </a:xfrm>
          <a:prstGeom prst="ellipse">
            <a:avLst/>
          </a:prstGeom>
          <a:solidFill>
            <a:srgbClr val="7F8C97">
              <a:alpha val="48000"/>
            </a:srgbClr>
          </a:solidFill>
          <a:ln w="0">
            <a:noFill/>
            <a:prstDash val="solid"/>
          </a:ln>
        </p:spPr>
      </p:sp>
      <p:sp>
        <p:nvSpPr>
          <p:cNvPr id="879" name="01_find_only_878">
            <a:extLst>
              <a:ext uri="{FF2B5EF4-FFF2-40B4-BE49-F238E27FC236}">
                <a16:creationId xmlns:a16="http://schemas.microsoft.com/office/drawing/2014/main" id="{E0AD4837-2640-4003-A197-655854AA414C}"/>
              </a:ext>
            </a:extLst>
          </p:cNvPr>
          <p:cNvSpPr>
            <a:spLocks noGrp="1"/>
          </p:cNvSpPr>
          <p:nvPr/>
        </p:nvSpPr>
        <p:spPr>
          <a:xfrm>
            <a:off x="2936391" y="4123418"/>
            <a:ext cx="28398" cy="28398"/>
          </a:xfrm>
          <a:prstGeom prst="ellipse">
            <a:avLst/>
          </a:prstGeom>
          <a:solidFill>
            <a:srgbClr val="7F8C97">
              <a:alpha val="48000"/>
            </a:srgbClr>
          </a:solidFill>
          <a:ln w="0">
            <a:noFill/>
            <a:prstDash val="solid"/>
          </a:ln>
        </p:spPr>
      </p:sp>
      <p:sp>
        <p:nvSpPr>
          <p:cNvPr id="880" name="01_find_only_879">
            <a:extLst>
              <a:ext uri="{FF2B5EF4-FFF2-40B4-BE49-F238E27FC236}">
                <a16:creationId xmlns:a16="http://schemas.microsoft.com/office/drawing/2014/main" id="{054AC38E-A351-4EAD-93F5-F79EB27402C7}"/>
              </a:ext>
            </a:extLst>
          </p:cNvPr>
          <p:cNvSpPr>
            <a:spLocks noGrp="1"/>
          </p:cNvSpPr>
          <p:nvPr/>
        </p:nvSpPr>
        <p:spPr>
          <a:xfrm>
            <a:off x="2958138" y="3489410"/>
            <a:ext cx="28398" cy="28398"/>
          </a:xfrm>
          <a:prstGeom prst="ellipse">
            <a:avLst/>
          </a:prstGeom>
          <a:solidFill>
            <a:srgbClr val="7F8C97">
              <a:alpha val="48000"/>
            </a:srgbClr>
          </a:solidFill>
          <a:ln w="0">
            <a:noFill/>
            <a:prstDash val="solid"/>
          </a:ln>
        </p:spPr>
      </p:sp>
      <p:sp>
        <p:nvSpPr>
          <p:cNvPr id="881" name="01_find_only_880">
            <a:extLst>
              <a:ext uri="{FF2B5EF4-FFF2-40B4-BE49-F238E27FC236}">
                <a16:creationId xmlns:a16="http://schemas.microsoft.com/office/drawing/2014/main" id="{DC4FCE1A-884E-46B5-BD17-07FB7A9124F9}"/>
              </a:ext>
            </a:extLst>
          </p:cNvPr>
          <p:cNvSpPr>
            <a:spLocks noGrp="1"/>
          </p:cNvSpPr>
          <p:nvPr/>
        </p:nvSpPr>
        <p:spPr>
          <a:xfrm>
            <a:off x="2891276" y="3616211"/>
            <a:ext cx="28398" cy="28398"/>
          </a:xfrm>
          <a:prstGeom prst="ellipse">
            <a:avLst/>
          </a:prstGeom>
          <a:solidFill>
            <a:srgbClr val="7F8C97">
              <a:alpha val="48000"/>
            </a:srgbClr>
          </a:solidFill>
          <a:ln w="0">
            <a:noFill/>
            <a:prstDash val="solid"/>
          </a:ln>
        </p:spPr>
      </p:sp>
      <p:sp>
        <p:nvSpPr>
          <p:cNvPr id="882" name="01_find_only_881">
            <a:extLst>
              <a:ext uri="{FF2B5EF4-FFF2-40B4-BE49-F238E27FC236}">
                <a16:creationId xmlns:a16="http://schemas.microsoft.com/office/drawing/2014/main" id="{11DFF823-E67A-46CE-8C71-DE223C3AA6C2}"/>
              </a:ext>
            </a:extLst>
          </p:cNvPr>
          <p:cNvSpPr>
            <a:spLocks noGrp="1"/>
          </p:cNvSpPr>
          <p:nvPr/>
        </p:nvSpPr>
        <p:spPr>
          <a:xfrm>
            <a:off x="2918173" y="4123418"/>
            <a:ext cx="28398" cy="28398"/>
          </a:xfrm>
          <a:prstGeom prst="ellipse">
            <a:avLst/>
          </a:prstGeom>
          <a:solidFill>
            <a:srgbClr val="7F8C97">
              <a:alpha val="48000"/>
            </a:srgbClr>
          </a:solidFill>
          <a:ln w="0">
            <a:noFill/>
            <a:prstDash val="solid"/>
          </a:ln>
        </p:spPr>
      </p:sp>
      <p:sp>
        <p:nvSpPr>
          <p:cNvPr id="883" name="01_find_only_882">
            <a:extLst>
              <a:ext uri="{FF2B5EF4-FFF2-40B4-BE49-F238E27FC236}">
                <a16:creationId xmlns:a16="http://schemas.microsoft.com/office/drawing/2014/main" id="{0FBD5C5B-0C8A-44F8-A568-11463FA2CF29}"/>
              </a:ext>
            </a:extLst>
          </p:cNvPr>
          <p:cNvSpPr>
            <a:spLocks noGrp="1"/>
          </p:cNvSpPr>
          <p:nvPr/>
        </p:nvSpPr>
        <p:spPr>
          <a:xfrm>
            <a:off x="2952225" y="3579982"/>
            <a:ext cx="28398" cy="28398"/>
          </a:xfrm>
          <a:prstGeom prst="ellipse">
            <a:avLst/>
          </a:prstGeom>
          <a:solidFill>
            <a:srgbClr val="7F8C97">
              <a:alpha val="48000"/>
            </a:srgbClr>
          </a:solidFill>
          <a:ln w="0">
            <a:noFill/>
            <a:prstDash val="solid"/>
          </a:ln>
        </p:spPr>
      </p:sp>
      <p:sp>
        <p:nvSpPr>
          <p:cNvPr id="884" name="01_find_only_883">
            <a:extLst>
              <a:ext uri="{FF2B5EF4-FFF2-40B4-BE49-F238E27FC236}">
                <a16:creationId xmlns:a16="http://schemas.microsoft.com/office/drawing/2014/main" id="{0A1A2E1C-CE59-4644-AAA4-23B5EB101D97}"/>
              </a:ext>
            </a:extLst>
          </p:cNvPr>
          <p:cNvSpPr>
            <a:spLocks noGrp="1"/>
          </p:cNvSpPr>
          <p:nvPr/>
        </p:nvSpPr>
        <p:spPr>
          <a:xfrm>
            <a:off x="2885458" y="3489410"/>
            <a:ext cx="28398" cy="28398"/>
          </a:xfrm>
          <a:prstGeom prst="ellipse">
            <a:avLst/>
          </a:prstGeom>
          <a:solidFill>
            <a:srgbClr val="7F8C97">
              <a:alpha val="48000"/>
            </a:srgbClr>
          </a:solidFill>
          <a:ln w="0">
            <a:noFill/>
            <a:prstDash val="solid"/>
          </a:ln>
        </p:spPr>
      </p:sp>
      <p:sp>
        <p:nvSpPr>
          <p:cNvPr id="885" name="01_find_only_884">
            <a:extLst>
              <a:ext uri="{FF2B5EF4-FFF2-40B4-BE49-F238E27FC236}">
                <a16:creationId xmlns:a16="http://schemas.microsoft.com/office/drawing/2014/main" id="{0F03A1BE-71BA-4F09-B9D8-71AB580E0366}"/>
              </a:ext>
            </a:extLst>
          </p:cNvPr>
          <p:cNvSpPr>
            <a:spLocks noGrp="1"/>
          </p:cNvSpPr>
          <p:nvPr/>
        </p:nvSpPr>
        <p:spPr>
          <a:xfrm>
            <a:off x="2882024" y="3489410"/>
            <a:ext cx="28398" cy="28398"/>
          </a:xfrm>
          <a:prstGeom prst="ellipse">
            <a:avLst/>
          </a:prstGeom>
          <a:solidFill>
            <a:srgbClr val="7F8C97">
              <a:alpha val="48000"/>
            </a:srgbClr>
          </a:solidFill>
          <a:ln w="0">
            <a:noFill/>
            <a:prstDash val="solid"/>
          </a:ln>
        </p:spPr>
      </p:sp>
      <p:sp>
        <p:nvSpPr>
          <p:cNvPr id="886" name="01_find_only_885">
            <a:extLst>
              <a:ext uri="{FF2B5EF4-FFF2-40B4-BE49-F238E27FC236}">
                <a16:creationId xmlns:a16="http://schemas.microsoft.com/office/drawing/2014/main" id="{9E0B6896-90C7-41AA-8BAD-D04F26795337}"/>
              </a:ext>
            </a:extLst>
          </p:cNvPr>
          <p:cNvSpPr>
            <a:spLocks noGrp="1"/>
          </p:cNvSpPr>
          <p:nvPr/>
        </p:nvSpPr>
        <p:spPr>
          <a:xfrm>
            <a:off x="2938394" y="3489410"/>
            <a:ext cx="28398" cy="28398"/>
          </a:xfrm>
          <a:prstGeom prst="ellipse">
            <a:avLst/>
          </a:prstGeom>
          <a:solidFill>
            <a:srgbClr val="7F8C97">
              <a:alpha val="48000"/>
            </a:srgbClr>
          </a:solidFill>
          <a:ln w="0">
            <a:noFill/>
            <a:prstDash val="solid"/>
          </a:ln>
        </p:spPr>
      </p:sp>
      <p:sp>
        <p:nvSpPr>
          <p:cNvPr id="887" name="01_find_only_886">
            <a:extLst>
              <a:ext uri="{FF2B5EF4-FFF2-40B4-BE49-F238E27FC236}">
                <a16:creationId xmlns:a16="http://schemas.microsoft.com/office/drawing/2014/main" id="{B86B66E0-7D4E-4961-AE63-AB436BE8AA22}"/>
              </a:ext>
            </a:extLst>
          </p:cNvPr>
          <p:cNvSpPr>
            <a:spLocks noGrp="1"/>
          </p:cNvSpPr>
          <p:nvPr/>
        </p:nvSpPr>
        <p:spPr>
          <a:xfrm>
            <a:off x="2966341" y="3637345"/>
            <a:ext cx="28398" cy="28398"/>
          </a:xfrm>
          <a:prstGeom prst="ellipse">
            <a:avLst/>
          </a:prstGeom>
          <a:solidFill>
            <a:srgbClr val="7F8C97">
              <a:alpha val="48000"/>
            </a:srgbClr>
          </a:solidFill>
          <a:ln w="0">
            <a:noFill/>
            <a:prstDash val="solid"/>
          </a:ln>
        </p:spPr>
      </p:sp>
      <p:sp>
        <p:nvSpPr>
          <p:cNvPr id="888" name="01_find_only_887">
            <a:extLst>
              <a:ext uri="{FF2B5EF4-FFF2-40B4-BE49-F238E27FC236}">
                <a16:creationId xmlns:a16="http://schemas.microsoft.com/office/drawing/2014/main" id="{7A88E9C1-E890-46D5-8B4E-57587C475330}"/>
              </a:ext>
            </a:extLst>
          </p:cNvPr>
          <p:cNvSpPr>
            <a:spLocks noGrp="1"/>
          </p:cNvSpPr>
          <p:nvPr/>
        </p:nvSpPr>
        <p:spPr>
          <a:xfrm>
            <a:off x="2877827" y="3489410"/>
            <a:ext cx="28398" cy="28398"/>
          </a:xfrm>
          <a:prstGeom prst="ellipse">
            <a:avLst/>
          </a:prstGeom>
          <a:solidFill>
            <a:srgbClr val="7F8C97">
              <a:alpha val="48000"/>
            </a:srgbClr>
          </a:solidFill>
          <a:ln w="0">
            <a:noFill/>
            <a:prstDash val="solid"/>
          </a:ln>
        </p:spPr>
      </p:sp>
      <p:sp>
        <p:nvSpPr>
          <p:cNvPr id="889" name="01_find_only_888">
            <a:extLst>
              <a:ext uri="{FF2B5EF4-FFF2-40B4-BE49-F238E27FC236}">
                <a16:creationId xmlns:a16="http://schemas.microsoft.com/office/drawing/2014/main" id="{349FE75D-FF89-4E8C-B3C7-252CF3AC74B6}"/>
              </a:ext>
            </a:extLst>
          </p:cNvPr>
          <p:cNvSpPr>
            <a:spLocks noGrp="1"/>
          </p:cNvSpPr>
          <p:nvPr/>
        </p:nvSpPr>
        <p:spPr>
          <a:xfrm>
            <a:off x="2915121" y="4123418"/>
            <a:ext cx="28398" cy="28398"/>
          </a:xfrm>
          <a:prstGeom prst="ellipse">
            <a:avLst/>
          </a:prstGeom>
          <a:solidFill>
            <a:srgbClr val="7F8C97">
              <a:alpha val="48000"/>
            </a:srgbClr>
          </a:solidFill>
          <a:ln w="0">
            <a:noFill/>
            <a:prstDash val="solid"/>
          </a:ln>
        </p:spPr>
      </p:sp>
      <p:sp>
        <p:nvSpPr>
          <p:cNvPr id="890" name="01_find_only_889">
            <a:extLst>
              <a:ext uri="{FF2B5EF4-FFF2-40B4-BE49-F238E27FC236}">
                <a16:creationId xmlns:a16="http://schemas.microsoft.com/office/drawing/2014/main" id="{440567D2-69F1-4AEC-A322-C9CC0A866919}"/>
              </a:ext>
            </a:extLst>
          </p:cNvPr>
          <p:cNvSpPr>
            <a:spLocks noGrp="1"/>
          </p:cNvSpPr>
          <p:nvPr/>
        </p:nvSpPr>
        <p:spPr>
          <a:xfrm>
            <a:off x="2945739" y="4123418"/>
            <a:ext cx="28398" cy="28398"/>
          </a:xfrm>
          <a:prstGeom prst="ellipse">
            <a:avLst/>
          </a:prstGeom>
          <a:solidFill>
            <a:srgbClr val="7F8C97">
              <a:alpha val="48000"/>
            </a:srgbClr>
          </a:solidFill>
          <a:ln w="0">
            <a:noFill/>
            <a:prstDash val="solid"/>
          </a:ln>
        </p:spPr>
      </p:sp>
      <p:sp>
        <p:nvSpPr>
          <p:cNvPr id="891" name="01_find_only_890">
            <a:extLst>
              <a:ext uri="{FF2B5EF4-FFF2-40B4-BE49-F238E27FC236}">
                <a16:creationId xmlns:a16="http://schemas.microsoft.com/office/drawing/2014/main" id="{5B3B4D85-DBB0-49AF-97AB-7AD8204A4A73}"/>
              </a:ext>
            </a:extLst>
          </p:cNvPr>
          <p:cNvSpPr>
            <a:spLocks noGrp="1"/>
          </p:cNvSpPr>
          <p:nvPr/>
        </p:nvSpPr>
        <p:spPr>
          <a:xfrm>
            <a:off x="2917124" y="4123418"/>
            <a:ext cx="28398" cy="28398"/>
          </a:xfrm>
          <a:prstGeom prst="ellipse">
            <a:avLst/>
          </a:prstGeom>
          <a:solidFill>
            <a:srgbClr val="7F8C97">
              <a:alpha val="48000"/>
            </a:srgbClr>
          </a:solidFill>
          <a:ln w="0">
            <a:noFill/>
            <a:prstDash val="solid"/>
          </a:ln>
        </p:spPr>
      </p:sp>
      <p:sp>
        <p:nvSpPr>
          <p:cNvPr id="892" name="01_find_only_891">
            <a:extLst>
              <a:ext uri="{FF2B5EF4-FFF2-40B4-BE49-F238E27FC236}">
                <a16:creationId xmlns:a16="http://schemas.microsoft.com/office/drawing/2014/main" id="{0C9B0678-34A6-44C6-9738-D5EA3B8AD67D}"/>
              </a:ext>
            </a:extLst>
          </p:cNvPr>
          <p:cNvSpPr>
            <a:spLocks noGrp="1"/>
          </p:cNvSpPr>
          <p:nvPr/>
        </p:nvSpPr>
        <p:spPr>
          <a:xfrm>
            <a:off x="2901005" y="3785280"/>
            <a:ext cx="28398" cy="28398"/>
          </a:xfrm>
          <a:prstGeom prst="ellipse">
            <a:avLst/>
          </a:prstGeom>
          <a:solidFill>
            <a:srgbClr val="7F8C97">
              <a:alpha val="48000"/>
            </a:srgbClr>
          </a:solidFill>
          <a:ln w="0">
            <a:noFill/>
            <a:prstDash val="solid"/>
          </a:ln>
        </p:spPr>
      </p:sp>
      <p:sp>
        <p:nvSpPr>
          <p:cNvPr id="893" name="01_find_only_892">
            <a:extLst>
              <a:ext uri="{FF2B5EF4-FFF2-40B4-BE49-F238E27FC236}">
                <a16:creationId xmlns:a16="http://schemas.microsoft.com/office/drawing/2014/main" id="{01246DC1-1E08-41D6-9F1D-65A0E5ADCFCA}"/>
              </a:ext>
            </a:extLst>
          </p:cNvPr>
          <p:cNvSpPr>
            <a:spLocks noGrp="1"/>
          </p:cNvSpPr>
          <p:nvPr/>
        </p:nvSpPr>
        <p:spPr>
          <a:xfrm>
            <a:off x="2938013" y="4017750"/>
            <a:ext cx="28398" cy="28398"/>
          </a:xfrm>
          <a:prstGeom prst="ellipse">
            <a:avLst/>
          </a:prstGeom>
          <a:solidFill>
            <a:srgbClr val="7F8C97">
              <a:alpha val="48000"/>
            </a:srgbClr>
          </a:solidFill>
          <a:ln w="0">
            <a:noFill/>
            <a:prstDash val="solid"/>
          </a:ln>
        </p:spPr>
      </p:sp>
      <p:sp>
        <p:nvSpPr>
          <p:cNvPr id="894" name="01_find_only_893">
            <a:extLst>
              <a:ext uri="{FF2B5EF4-FFF2-40B4-BE49-F238E27FC236}">
                <a16:creationId xmlns:a16="http://schemas.microsoft.com/office/drawing/2014/main" id="{BA967164-77EE-481D-91C9-685DA066EDA8}"/>
              </a:ext>
            </a:extLst>
          </p:cNvPr>
          <p:cNvSpPr>
            <a:spLocks noGrp="1"/>
          </p:cNvSpPr>
          <p:nvPr/>
        </p:nvSpPr>
        <p:spPr>
          <a:xfrm>
            <a:off x="2934961" y="3489410"/>
            <a:ext cx="28398" cy="28398"/>
          </a:xfrm>
          <a:prstGeom prst="ellipse">
            <a:avLst/>
          </a:prstGeom>
          <a:solidFill>
            <a:srgbClr val="7F8C97">
              <a:alpha val="48000"/>
            </a:srgbClr>
          </a:solidFill>
          <a:ln w="0">
            <a:noFill/>
            <a:prstDash val="solid"/>
          </a:ln>
        </p:spPr>
      </p:sp>
      <p:sp>
        <p:nvSpPr>
          <p:cNvPr id="895" name="01_find_only_894">
            <a:extLst>
              <a:ext uri="{FF2B5EF4-FFF2-40B4-BE49-F238E27FC236}">
                <a16:creationId xmlns:a16="http://schemas.microsoft.com/office/drawing/2014/main" id="{4622DC55-ABE7-44F0-A436-C0F5F64275D4}"/>
              </a:ext>
            </a:extLst>
          </p:cNvPr>
          <p:cNvSpPr>
            <a:spLocks noGrp="1"/>
          </p:cNvSpPr>
          <p:nvPr/>
        </p:nvSpPr>
        <p:spPr>
          <a:xfrm>
            <a:off x="2923419" y="3489410"/>
            <a:ext cx="28398" cy="28398"/>
          </a:xfrm>
          <a:prstGeom prst="ellipse">
            <a:avLst/>
          </a:prstGeom>
          <a:solidFill>
            <a:srgbClr val="7F8C97">
              <a:alpha val="48000"/>
            </a:srgbClr>
          </a:solidFill>
          <a:ln w="0">
            <a:noFill/>
            <a:prstDash val="solid"/>
          </a:ln>
        </p:spPr>
      </p:sp>
      <p:sp>
        <p:nvSpPr>
          <p:cNvPr id="896" name="01_find_only_895">
            <a:extLst>
              <a:ext uri="{FF2B5EF4-FFF2-40B4-BE49-F238E27FC236}">
                <a16:creationId xmlns:a16="http://schemas.microsoft.com/office/drawing/2014/main" id="{116506BE-95CF-4C58-992D-DEADC1BF4CB2}"/>
              </a:ext>
            </a:extLst>
          </p:cNvPr>
          <p:cNvSpPr>
            <a:spLocks noGrp="1"/>
          </p:cNvSpPr>
          <p:nvPr/>
        </p:nvSpPr>
        <p:spPr>
          <a:xfrm>
            <a:off x="2932671" y="3489410"/>
            <a:ext cx="28398" cy="28398"/>
          </a:xfrm>
          <a:prstGeom prst="ellipse">
            <a:avLst/>
          </a:prstGeom>
          <a:solidFill>
            <a:srgbClr val="7F8C97">
              <a:alpha val="48000"/>
            </a:srgbClr>
          </a:solidFill>
          <a:ln w="0">
            <a:noFill/>
            <a:prstDash val="solid"/>
          </a:ln>
        </p:spPr>
      </p:sp>
      <p:sp>
        <p:nvSpPr>
          <p:cNvPr id="897" name="01_find_only_896">
            <a:extLst>
              <a:ext uri="{FF2B5EF4-FFF2-40B4-BE49-F238E27FC236}">
                <a16:creationId xmlns:a16="http://schemas.microsoft.com/office/drawing/2014/main" id="{D7332931-9ADA-4352-9703-5F02EE8E67E9}"/>
              </a:ext>
            </a:extLst>
          </p:cNvPr>
          <p:cNvSpPr>
            <a:spLocks noGrp="1"/>
          </p:cNvSpPr>
          <p:nvPr/>
        </p:nvSpPr>
        <p:spPr>
          <a:xfrm>
            <a:off x="2905297" y="4123418"/>
            <a:ext cx="28398" cy="28398"/>
          </a:xfrm>
          <a:prstGeom prst="ellipse">
            <a:avLst/>
          </a:prstGeom>
          <a:solidFill>
            <a:srgbClr val="7F8C97">
              <a:alpha val="48000"/>
            </a:srgbClr>
          </a:solidFill>
          <a:ln w="0">
            <a:noFill/>
            <a:prstDash val="solid"/>
          </a:ln>
        </p:spPr>
      </p:sp>
      <p:sp>
        <p:nvSpPr>
          <p:cNvPr id="898" name="01_find_only_897">
            <a:extLst>
              <a:ext uri="{FF2B5EF4-FFF2-40B4-BE49-F238E27FC236}">
                <a16:creationId xmlns:a16="http://schemas.microsoft.com/office/drawing/2014/main" id="{60786664-F5C3-45EB-8CE8-B585F934C9D9}"/>
              </a:ext>
            </a:extLst>
          </p:cNvPr>
          <p:cNvSpPr>
            <a:spLocks noGrp="1"/>
          </p:cNvSpPr>
          <p:nvPr/>
        </p:nvSpPr>
        <p:spPr>
          <a:xfrm>
            <a:off x="2926662" y="3489410"/>
            <a:ext cx="28398" cy="28398"/>
          </a:xfrm>
          <a:prstGeom prst="ellipse">
            <a:avLst/>
          </a:prstGeom>
          <a:solidFill>
            <a:srgbClr val="7F8C97">
              <a:alpha val="48000"/>
            </a:srgbClr>
          </a:solidFill>
          <a:ln w="0">
            <a:noFill/>
            <a:prstDash val="solid"/>
          </a:ln>
        </p:spPr>
      </p:sp>
      <p:sp>
        <p:nvSpPr>
          <p:cNvPr id="899" name="01_find_only_898">
            <a:extLst>
              <a:ext uri="{FF2B5EF4-FFF2-40B4-BE49-F238E27FC236}">
                <a16:creationId xmlns:a16="http://schemas.microsoft.com/office/drawing/2014/main" id="{F0E20B95-DCFD-42C9-88C7-0BAF6C722B96}"/>
              </a:ext>
            </a:extLst>
          </p:cNvPr>
          <p:cNvSpPr>
            <a:spLocks noGrp="1"/>
          </p:cNvSpPr>
          <p:nvPr/>
        </p:nvSpPr>
        <p:spPr>
          <a:xfrm>
            <a:off x="2906251" y="3616211"/>
            <a:ext cx="28398" cy="28398"/>
          </a:xfrm>
          <a:prstGeom prst="ellipse">
            <a:avLst/>
          </a:prstGeom>
          <a:solidFill>
            <a:srgbClr val="7F8C97">
              <a:alpha val="48000"/>
            </a:srgbClr>
          </a:solidFill>
          <a:ln w="0">
            <a:noFill/>
            <a:prstDash val="solid"/>
          </a:ln>
        </p:spPr>
      </p:sp>
      <p:sp>
        <p:nvSpPr>
          <p:cNvPr id="900" name="01_find_only_899">
            <a:extLst>
              <a:ext uri="{FF2B5EF4-FFF2-40B4-BE49-F238E27FC236}">
                <a16:creationId xmlns:a16="http://schemas.microsoft.com/office/drawing/2014/main" id="{ACA37BF6-0D48-451D-9BD0-1DC70CB2DDD4}"/>
              </a:ext>
            </a:extLst>
          </p:cNvPr>
          <p:cNvSpPr>
            <a:spLocks noGrp="1"/>
          </p:cNvSpPr>
          <p:nvPr/>
        </p:nvSpPr>
        <p:spPr>
          <a:xfrm>
            <a:off x="2914644" y="3806414"/>
            <a:ext cx="28398" cy="28398"/>
          </a:xfrm>
          <a:prstGeom prst="ellipse">
            <a:avLst/>
          </a:prstGeom>
          <a:solidFill>
            <a:srgbClr val="7F8C97">
              <a:alpha val="48000"/>
            </a:srgbClr>
          </a:solidFill>
          <a:ln w="0">
            <a:noFill/>
            <a:prstDash val="solid"/>
          </a:ln>
        </p:spPr>
      </p:sp>
      <p:sp>
        <p:nvSpPr>
          <p:cNvPr id="901" name="01_find_only_900">
            <a:extLst>
              <a:ext uri="{FF2B5EF4-FFF2-40B4-BE49-F238E27FC236}">
                <a16:creationId xmlns:a16="http://schemas.microsoft.com/office/drawing/2014/main" id="{499B2B31-D825-4306-BC63-B201D954F1BB}"/>
              </a:ext>
            </a:extLst>
          </p:cNvPr>
          <p:cNvSpPr>
            <a:spLocks noGrp="1"/>
          </p:cNvSpPr>
          <p:nvPr/>
        </p:nvSpPr>
        <p:spPr>
          <a:xfrm>
            <a:off x="2955849" y="4032845"/>
            <a:ext cx="28398" cy="28398"/>
          </a:xfrm>
          <a:prstGeom prst="ellipse">
            <a:avLst/>
          </a:prstGeom>
          <a:solidFill>
            <a:srgbClr val="7F8C97">
              <a:alpha val="48000"/>
            </a:srgbClr>
          </a:solidFill>
          <a:ln w="0">
            <a:noFill/>
            <a:prstDash val="solid"/>
          </a:ln>
        </p:spPr>
      </p:sp>
      <p:sp>
        <p:nvSpPr>
          <p:cNvPr id="902" name="01_find_only_901">
            <a:extLst>
              <a:ext uri="{FF2B5EF4-FFF2-40B4-BE49-F238E27FC236}">
                <a16:creationId xmlns:a16="http://schemas.microsoft.com/office/drawing/2014/main" id="{445C05EA-9C13-48A9-8D7E-50F1A4DB9C9A}"/>
              </a:ext>
            </a:extLst>
          </p:cNvPr>
          <p:cNvSpPr>
            <a:spLocks noGrp="1"/>
          </p:cNvSpPr>
          <p:nvPr/>
        </p:nvSpPr>
        <p:spPr>
          <a:xfrm>
            <a:off x="2888319" y="3489410"/>
            <a:ext cx="28398" cy="28398"/>
          </a:xfrm>
          <a:prstGeom prst="ellipse">
            <a:avLst/>
          </a:prstGeom>
          <a:solidFill>
            <a:srgbClr val="7F8C97">
              <a:alpha val="48000"/>
            </a:srgbClr>
          </a:solidFill>
          <a:ln w="0">
            <a:noFill/>
            <a:prstDash val="solid"/>
          </a:ln>
        </p:spPr>
      </p:sp>
      <p:sp>
        <p:nvSpPr>
          <p:cNvPr id="903" name="01_find_only_902">
            <a:extLst>
              <a:ext uri="{FF2B5EF4-FFF2-40B4-BE49-F238E27FC236}">
                <a16:creationId xmlns:a16="http://schemas.microsoft.com/office/drawing/2014/main" id="{048C8252-8B42-4053-A949-94D67F563FAF}"/>
              </a:ext>
            </a:extLst>
          </p:cNvPr>
          <p:cNvSpPr>
            <a:spLocks noGrp="1"/>
          </p:cNvSpPr>
          <p:nvPr/>
        </p:nvSpPr>
        <p:spPr>
          <a:xfrm>
            <a:off x="2892707" y="4123418"/>
            <a:ext cx="28398" cy="28398"/>
          </a:xfrm>
          <a:prstGeom prst="ellipse">
            <a:avLst/>
          </a:prstGeom>
          <a:solidFill>
            <a:srgbClr val="7F8C97">
              <a:alpha val="48000"/>
            </a:srgbClr>
          </a:solidFill>
          <a:ln w="0">
            <a:noFill/>
            <a:prstDash val="solid"/>
          </a:ln>
        </p:spPr>
      </p:sp>
      <p:sp>
        <p:nvSpPr>
          <p:cNvPr id="904" name="01_find_only_903">
            <a:extLst>
              <a:ext uri="{FF2B5EF4-FFF2-40B4-BE49-F238E27FC236}">
                <a16:creationId xmlns:a16="http://schemas.microsoft.com/office/drawing/2014/main" id="{295AD25F-ED74-4DE2-A350-0ECCC0C60AAA}"/>
              </a:ext>
            </a:extLst>
          </p:cNvPr>
          <p:cNvSpPr>
            <a:spLocks noGrp="1"/>
          </p:cNvSpPr>
          <p:nvPr/>
        </p:nvSpPr>
        <p:spPr>
          <a:xfrm>
            <a:off x="2932385" y="3489410"/>
            <a:ext cx="28398" cy="28398"/>
          </a:xfrm>
          <a:prstGeom prst="ellipse">
            <a:avLst/>
          </a:prstGeom>
          <a:solidFill>
            <a:srgbClr val="7F8C97">
              <a:alpha val="48000"/>
            </a:srgbClr>
          </a:solidFill>
          <a:ln w="0">
            <a:noFill/>
            <a:prstDash val="solid"/>
          </a:ln>
        </p:spPr>
      </p:sp>
      <p:sp>
        <p:nvSpPr>
          <p:cNvPr id="905" name="01_find_only_904">
            <a:extLst>
              <a:ext uri="{FF2B5EF4-FFF2-40B4-BE49-F238E27FC236}">
                <a16:creationId xmlns:a16="http://schemas.microsoft.com/office/drawing/2014/main" id="{E7D09A05-E934-4F7F-870F-235C30768D77}"/>
              </a:ext>
            </a:extLst>
          </p:cNvPr>
          <p:cNvSpPr>
            <a:spLocks noGrp="1"/>
          </p:cNvSpPr>
          <p:nvPr/>
        </p:nvSpPr>
        <p:spPr>
          <a:xfrm>
            <a:off x="2931527" y="3700746"/>
            <a:ext cx="28398" cy="28398"/>
          </a:xfrm>
          <a:prstGeom prst="ellipse">
            <a:avLst/>
          </a:prstGeom>
          <a:solidFill>
            <a:srgbClr val="7F8C97">
              <a:alpha val="48000"/>
            </a:srgbClr>
          </a:solidFill>
          <a:ln w="0">
            <a:noFill/>
            <a:prstDash val="solid"/>
          </a:ln>
        </p:spPr>
      </p:sp>
      <p:sp>
        <p:nvSpPr>
          <p:cNvPr id="906" name="01_find_only_905">
            <a:extLst>
              <a:ext uri="{FF2B5EF4-FFF2-40B4-BE49-F238E27FC236}">
                <a16:creationId xmlns:a16="http://schemas.microsoft.com/office/drawing/2014/main" id="{C40B9236-FE8A-4A4B-97C3-82C986A2604C}"/>
              </a:ext>
            </a:extLst>
          </p:cNvPr>
          <p:cNvSpPr>
            <a:spLocks noGrp="1"/>
          </p:cNvSpPr>
          <p:nvPr/>
        </p:nvSpPr>
        <p:spPr>
          <a:xfrm>
            <a:off x="2962526" y="3489410"/>
            <a:ext cx="28398" cy="28398"/>
          </a:xfrm>
          <a:prstGeom prst="ellipse">
            <a:avLst/>
          </a:prstGeom>
          <a:solidFill>
            <a:srgbClr val="7F8C97">
              <a:alpha val="48000"/>
            </a:srgbClr>
          </a:solidFill>
          <a:ln w="0">
            <a:noFill/>
            <a:prstDash val="solid"/>
          </a:ln>
        </p:spPr>
      </p:sp>
      <p:sp>
        <p:nvSpPr>
          <p:cNvPr id="907" name="01_find_only_906">
            <a:extLst>
              <a:ext uri="{FF2B5EF4-FFF2-40B4-BE49-F238E27FC236}">
                <a16:creationId xmlns:a16="http://schemas.microsoft.com/office/drawing/2014/main" id="{2A306585-E458-40FE-AADA-7168BB316CA4}"/>
              </a:ext>
            </a:extLst>
          </p:cNvPr>
          <p:cNvSpPr>
            <a:spLocks noGrp="1"/>
          </p:cNvSpPr>
          <p:nvPr/>
        </p:nvSpPr>
        <p:spPr>
          <a:xfrm>
            <a:off x="2948123" y="4123418"/>
            <a:ext cx="28398" cy="28398"/>
          </a:xfrm>
          <a:prstGeom prst="ellipse">
            <a:avLst/>
          </a:prstGeom>
          <a:solidFill>
            <a:srgbClr val="7F8C97">
              <a:alpha val="48000"/>
            </a:srgbClr>
          </a:solidFill>
          <a:ln w="0">
            <a:noFill/>
            <a:prstDash val="solid"/>
          </a:ln>
        </p:spPr>
      </p:sp>
      <p:sp>
        <p:nvSpPr>
          <p:cNvPr id="908" name="01_find_only_907">
            <a:extLst>
              <a:ext uri="{FF2B5EF4-FFF2-40B4-BE49-F238E27FC236}">
                <a16:creationId xmlns:a16="http://schemas.microsoft.com/office/drawing/2014/main" id="{92A6AE4A-991A-436F-ABB4-12684CB2254A}"/>
              </a:ext>
            </a:extLst>
          </p:cNvPr>
          <p:cNvSpPr>
            <a:spLocks noGrp="1"/>
          </p:cNvSpPr>
          <p:nvPr/>
        </p:nvSpPr>
        <p:spPr>
          <a:xfrm>
            <a:off x="2889273" y="4123418"/>
            <a:ext cx="28398" cy="28398"/>
          </a:xfrm>
          <a:prstGeom prst="ellipse">
            <a:avLst/>
          </a:prstGeom>
          <a:solidFill>
            <a:srgbClr val="7F8C97">
              <a:alpha val="48000"/>
            </a:srgbClr>
          </a:solidFill>
          <a:ln w="0">
            <a:noFill/>
            <a:prstDash val="solid"/>
          </a:ln>
        </p:spPr>
      </p:sp>
      <p:sp>
        <p:nvSpPr>
          <p:cNvPr id="909" name="01_find_only_908">
            <a:extLst>
              <a:ext uri="{FF2B5EF4-FFF2-40B4-BE49-F238E27FC236}">
                <a16:creationId xmlns:a16="http://schemas.microsoft.com/office/drawing/2014/main" id="{1064AB5E-54A5-474C-B319-9DFE1E4D3A91}"/>
              </a:ext>
            </a:extLst>
          </p:cNvPr>
          <p:cNvSpPr>
            <a:spLocks noGrp="1"/>
          </p:cNvSpPr>
          <p:nvPr/>
        </p:nvSpPr>
        <p:spPr>
          <a:xfrm>
            <a:off x="2903103" y="3942273"/>
            <a:ext cx="28398" cy="28398"/>
          </a:xfrm>
          <a:prstGeom prst="ellipse">
            <a:avLst/>
          </a:prstGeom>
          <a:solidFill>
            <a:srgbClr val="7F8C97">
              <a:alpha val="48000"/>
            </a:srgbClr>
          </a:solidFill>
          <a:ln w="0">
            <a:noFill/>
            <a:prstDash val="solid"/>
          </a:ln>
        </p:spPr>
      </p:sp>
      <p:sp>
        <p:nvSpPr>
          <p:cNvPr id="910" name="01_find_only_909">
            <a:extLst>
              <a:ext uri="{FF2B5EF4-FFF2-40B4-BE49-F238E27FC236}">
                <a16:creationId xmlns:a16="http://schemas.microsoft.com/office/drawing/2014/main" id="{16CDDD9E-4910-473D-ABD0-CABFCF859FEC}"/>
              </a:ext>
            </a:extLst>
          </p:cNvPr>
          <p:cNvSpPr>
            <a:spLocks noGrp="1"/>
          </p:cNvSpPr>
          <p:nvPr/>
        </p:nvSpPr>
        <p:spPr>
          <a:xfrm>
            <a:off x="2940970" y="3912082"/>
            <a:ext cx="28398" cy="28398"/>
          </a:xfrm>
          <a:prstGeom prst="ellipse">
            <a:avLst/>
          </a:prstGeom>
          <a:solidFill>
            <a:srgbClr val="7F8C97">
              <a:alpha val="48000"/>
            </a:srgbClr>
          </a:solidFill>
          <a:ln w="0">
            <a:noFill/>
            <a:prstDash val="solid"/>
          </a:ln>
        </p:spPr>
      </p:sp>
      <p:sp>
        <p:nvSpPr>
          <p:cNvPr id="911" name="01_find_only_910">
            <a:extLst>
              <a:ext uri="{FF2B5EF4-FFF2-40B4-BE49-F238E27FC236}">
                <a16:creationId xmlns:a16="http://schemas.microsoft.com/office/drawing/2014/main" id="{A793658F-BC55-43C2-A11E-2824BB172D59}"/>
              </a:ext>
            </a:extLst>
          </p:cNvPr>
          <p:cNvSpPr>
            <a:spLocks noGrp="1"/>
          </p:cNvSpPr>
          <p:nvPr/>
        </p:nvSpPr>
        <p:spPr>
          <a:xfrm>
            <a:off x="2883741" y="3489410"/>
            <a:ext cx="28398" cy="28398"/>
          </a:xfrm>
          <a:prstGeom prst="ellipse">
            <a:avLst/>
          </a:prstGeom>
          <a:solidFill>
            <a:srgbClr val="7F8C97">
              <a:alpha val="48000"/>
            </a:srgbClr>
          </a:solidFill>
          <a:ln w="0">
            <a:noFill/>
            <a:prstDash val="solid"/>
          </a:ln>
        </p:spPr>
      </p:sp>
      <p:sp>
        <p:nvSpPr>
          <p:cNvPr id="912" name="01_find_only_911">
            <a:extLst>
              <a:ext uri="{FF2B5EF4-FFF2-40B4-BE49-F238E27FC236}">
                <a16:creationId xmlns:a16="http://schemas.microsoft.com/office/drawing/2014/main" id="{8B929719-9533-4C59-BDAB-15E4562C7693}"/>
              </a:ext>
            </a:extLst>
          </p:cNvPr>
          <p:cNvSpPr>
            <a:spLocks noGrp="1"/>
          </p:cNvSpPr>
          <p:nvPr/>
        </p:nvSpPr>
        <p:spPr>
          <a:xfrm>
            <a:off x="2950031" y="3559855"/>
            <a:ext cx="28398" cy="28398"/>
          </a:xfrm>
          <a:prstGeom prst="ellipse">
            <a:avLst/>
          </a:prstGeom>
          <a:solidFill>
            <a:srgbClr val="7F8C97">
              <a:alpha val="48000"/>
            </a:srgbClr>
          </a:solidFill>
          <a:ln w="0">
            <a:noFill/>
            <a:prstDash val="solid"/>
          </a:ln>
        </p:spPr>
      </p:sp>
      <p:sp>
        <p:nvSpPr>
          <p:cNvPr id="913" name="01_find_only_912">
            <a:extLst>
              <a:ext uri="{FF2B5EF4-FFF2-40B4-BE49-F238E27FC236}">
                <a16:creationId xmlns:a16="http://schemas.microsoft.com/office/drawing/2014/main" id="{626B63CE-E2E2-4E8E-80A7-EF8AE7A61231}"/>
              </a:ext>
            </a:extLst>
          </p:cNvPr>
          <p:cNvSpPr>
            <a:spLocks noGrp="1"/>
          </p:cNvSpPr>
          <p:nvPr/>
        </p:nvSpPr>
        <p:spPr>
          <a:xfrm>
            <a:off x="2953274" y="3489410"/>
            <a:ext cx="28398" cy="28398"/>
          </a:xfrm>
          <a:prstGeom prst="ellipse">
            <a:avLst/>
          </a:prstGeom>
          <a:solidFill>
            <a:srgbClr val="7F8C97">
              <a:alpha val="48000"/>
            </a:srgbClr>
          </a:solidFill>
          <a:ln w="0">
            <a:noFill/>
            <a:prstDash val="solid"/>
          </a:ln>
        </p:spPr>
      </p:sp>
      <p:sp>
        <p:nvSpPr>
          <p:cNvPr id="914" name="01_find_only_913">
            <a:extLst>
              <a:ext uri="{FF2B5EF4-FFF2-40B4-BE49-F238E27FC236}">
                <a16:creationId xmlns:a16="http://schemas.microsoft.com/office/drawing/2014/main" id="{88EA2452-E55E-40B3-9FFF-7D487BC9128D}"/>
              </a:ext>
            </a:extLst>
          </p:cNvPr>
          <p:cNvSpPr>
            <a:spLocks noGrp="1"/>
          </p:cNvSpPr>
          <p:nvPr/>
        </p:nvSpPr>
        <p:spPr>
          <a:xfrm>
            <a:off x="2943163" y="3489410"/>
            <a:ext cx="28398" cy="28398"/>
          </a:xfrm>
          <a:prstGeom prst="ellipse">
            <a:avLst/>
          </a:prstGeom>
          <a:solidFill>
            <a:srgbClr val="7F8C97">
              <a:alpha val="48000"/>
            </a:srgbClr>
          </a:solidFill>
          <a:ln w="0">
            <a:noFill/>
            <a:prstDash val="solid"/>
          </a:ln>
        </p:spPr>
      </p:sp>
      <p:sp>
        <p:nvSpPr>
          <p:cNvPr id="915" name="01_find_only_914">
            <a:extLst>
              <a:ext uri="{FF2B5EF4-FFF2-40B4-BE49-F238E27FC236}">
                <a16:creationId xmlns:a16="http://schemas.microsoft.com/office/drawing/2014/main" id="{1580E612-0429-499B-B5F0-99855AC91DC4}"/>
              </a:ext>
            </a:extLst>
          </p:cNvPr>
          <p:cNvSpPr>
            <a:spLocks noGrp="1"/>
          </p:cNvSpPr>
          <p:nvPr/>
        </p:nvSpPr>
        <p:spPr>
          <a:xfrm>
            <a:off x="2942305" y="3489410"/>
            <a:ext cx="28398" cy="28398"/>
          </a:xfrm>
          <a:prstGeom prst="ellipse">
            <a:avLst/>
          </a:prstGeom>
          <a:solidFill>
            <a:srgbClr val="7F8C97">
              <a:alpha val="48000"/>
            </a:srgbClr>
          </a:solidFill>
          <a:ln w="0">
            <a:noFill/>
            <a:prstDash val="solid"/>
          </a:ln>
        </p:spPr>
      </p:sp>
      <p:sp>
        <p:nvSpPr>
          <p:cNvPr id="916" name="01_find_only_915">
            <a:extLst>
              <a:ext uri="{FF2B5EF4-FFF2-40B4-BE49-F238E27FC236}">
                <a16:creationId xmlns:a16="http://schemas.microsoft.com/office/drawing/2014/main" id="{60EA7462-A65B-4641-9819-4B37998FF1E0}"/>
              </a:ext>
            </a:extLst>
          </p:cNvPr>
          <p:cNvSpPr>
            <a:spLocks noGrp="1"/>
          </p:cNvSpPr>
          <p:nvPr/>
        </p:nvSpPr>
        <p:spPr>
          <a:xfrm>
            <a:off x="2946406" y="4123418"/>
            <a:ext cx="28398" cy="28398"/>
          </a:xfrm>
          <a:prstGeom prst="ellipse">
            <a:avLst/>
          </a:prstGeom>
          <a:solidFill>
            <a:srgbClr val="7F8C97">
              <a:alpha val="48000"/>
            </a:srgbClr>
          </a:solidFill>
          <a:ln w="0">
            <a:noFill/>
            <a:prstDash val="solid"/>
          </a:ln>
        </p:spPr>
      </p:sp>
      <p:sp>
        <p:nvSpPr>
          <p:cNvPr id="917" name="01_find_only_916">
            <a:extLst>
              <a:ext uri="{FF2B5EF4-FFF2-40B4-BE49-F238E27FC236}">
                <a16:creationId xmlns:a16="http://schemas.microsoft.com/office/drawing/2014/main" id="{98C1D935-20FF-47AB-B019-7F13E87CF0B7}"/>
              </a:ext>
            </a:extLst>
          </p:cNvPr>
          <p:cNvSpPr>
            <a:spLocks noGrp="1"/>
          </p:cNvSpPr>
          <p:nvPr/>
        </p:nvSpPr>
        <p:spPr>
          <a:xfrm>
            <a:off x="2928379" y="3647912"/>
            <a:ext cx="28398" cy="28398"/>
          </a:xfrm>
          <a:prstGeom prst="ellipse">
            <a:avLst/>
          </a:prstGeom>
          <a:solidFill>
            <a:srgbClr val="7F8C97">
              <a:alpha val="48000"/>
            </a:srgbClr>
          </a:solidFill>
          <a:ln w="0">
            <a:noFill/>
            <a:prstDash val="solid"/>
          </a:ln>
        </p:spPr>
      </p:sp>
      <p:sp>
        <p:nvSpPr>
          <p:cNvPr id="918" name="01_find_only_917">
            <a:extLst>
              <a:ext uri="{FF2B5EF4-FFF2-40B4-BE49-F238E27FC236}">
                <a16:creationId xmlns:a16="http://schemas.microsoft.com/office/drawing/2014/main" id="{41AC5026-322F-4F14-8EE4-C7852C7461CA}"/>
              </a:ext>
            </a:extLst>
          </p:cNvPr>
          <p:cNvSpPr>
            <a:spLocks noGrp="1"/>
          </p:cNvSpPr>
          <p:nvPr/>
        </p:nvSpPr>
        <p:spPr>
          <a:xfrm>
            <a:off x="2878876" y="3489410"/>
            <a:ext cx="28398" cy="28398"/>
          </a:xfrm>
          <a:prstGeom prst="ellipse">
            <a:avLst/>
          </a:prstGeom>
          <a:solidFill>
            <a:srgbClr val="7F8C97">
              <a:alpha val="48000"/>
            </a:srgbClr>
          </a:solidFill>
          <a:ln w="0">
            <a:noFill/>
            <a:prstDash val="solid"/>
          </a:ln>
        </p:spPr>
      </p:sp>
      <p:sp>
        <p:nvSpPr>
          <p:cNvPr id="919" name="01_find_only_918">
            <a:extLst>
              <a:ext uri="{FF2B5EF4-FFF2-40B4-BE49-F238E27FC236}">
                <a16:creationId xmlns:a16="http://schemas.microsoft.com/office/drawing/2014/main" id="{66AE5AB1-EB61-4B24-B3AB-D865BCEEDF0B}"/>
              </a:ext>
            </a:extLst>
          </p:cNvPr>
          <p:cNvSpPr>
            <a:spLocks noGrp="1"/>
          </p:cNvSpPr>
          <p:nvPr/>
        </p:nvSpPr>
        <p:spPr>
          <a:xfrm>
            <a:off x="2928189" y="3700746"/>
            <a:ext cx="28398" cy="28398"/>
          </a:xfrm>
          <a:prstGeom prst="ellipse">
            <a:avLst/>
          </a:prstGeom>
          <a:solidFill>
            <a:srgbClr val="7F8C97">
              <a:alpha val="48000"/>
            </a:srgbClr>
          </a:solidFill>
          <a:ln w="0">
            <a:noFill/>
            <a:prstDash val="solid"/>
          </a:ln>
        </p:spPr>
      </p:sp>
      <p:sp>
        <p:nvSpPr>
          <p:cNvPr id="920" name="01_find_only_919">
            <a:extLst>
              <a:ext uri="{FF2B5EF4-FFF2-40B4-BE49-F238E27FC236}">
                <a16:creationId xmlns:a16="http://schemas.microsoft.com/office/drawing/2014/main" id="{4D1E15AD-444D-4EF1-94CF-29AAB408F836}"/>
              </a:ext>
            </a:extLst>
          </p:cNvPr>
          <p:cNvSpPr>
            <a:spLocks noGrp="1"/>
          </p:cNvSpPr>
          <p:nvPr/>
        </p:nvSpPr>
        <p:spPr>
          <a:xfrm>
            <a:off x="2891467" y="3489410"/>
            <a:ext cx="28398" cy="28398"/>
          </a:xfrm>
          <a:prstGeom prst="ellipse">
            <a:avLst/>
          </a:prstGeom>
          <a:solidFill>
            <a:srgbClr val="7F8C97">
              <a:alpha val="48000"/>
            </a:srgbClr>
          </a:solidFill>
          <a:ln w="0">
            <a:noFill/>
            <a:prstDash val="solid"/>
          </a:ln>
        </p:spPr>
      </p:sp>
      <p:sp>
        <p:nvSpPr>
          <p:cNvPr id="921" name="01_find_only_920">
            <a:extLst>
              <a:ext uri="{FF2B5EF4-FFF2-40B4-BE49-F238E27FC236}">
                <a16:creationId xmlns:a16="http://schemas.microsoft.com/office/drawing/2014/main" id="{F07936A3-A379-4EBA-8A80-D558D66C8FE8}"/>
              </a:ext>
            </a:extLst>
          </p:cNvPr>
          <p:cNvSpPr>
            <a:spLocks noGrp="1"/>
          </p:cNvSpPr>
          <p:nvPr/>
        </p:nvSpPr>
        <p:spPr>
          <a:xfrm>
            <a:off x="2942687" y="3733259"/>
            <a:ext cx="28398" cy="28398"/>
          </a:xfrm>
          <a:prstGeom prst="ellipse">
            <a:avLst/>
          </a:prstGeom>
          <a:solidFill>
            <a:srgbClr val="7F8C97">
              <a:alpha val="48000"/>
            </a:srgbClr>
          </a:solidFill>
          <a:ln w="0">
            <a:noFill/>
            <a:prstDash val="solid"/>
          </a:ln>
        </p:spPr>
      </p:sp>
      <p:sp>
        <p:nvSpPr>
          <p:cNvPr id="922" name="01_find_only_921">
            <a:extLst>
              <a:ext uri="{FF2B5EF4-FFF2-40B4-BE49-F238E27FC236}">
                <a16:creationId xmlns:a16="http://schemas.microsoft.com/office/drawing/2014/main" id="{8EC2FAFA-6FCB-464B-AA14-25C4C00EAD0A}"/>
              </a:ext>
            </a:extLst>
          </p:cNvPr>
          <p:cNvSpPr>
            <a:spLocks noGrp="1"/>
          </p:cNvSpPr>
          <p:nvPr/>
        </p:nvSpPr>
        <p:spPr>
          <a:xfrm>
            <a:off x="2955277" y="3630301"/>
            <a:ext cx="28398" cy="28398"/>
          </a:xfrm>
          <a:prstGeom prst="ellipse">
            <a:avLst/>
          </a:prstGeom>
          <a:solidFill>
            <a:srgbClr val="7F8C97">
              <a:alpha val="48000"/>
            </a:srgbClr>
          </a:solidFill>
          <a:ln w="0">
            <a:noFill/>
            <a:prstDash val="solid"/>
          </a:ln>
        </p:spPr>
      </p:sp>
      <p:sp>
        <p:nvSpPr>
          <p:cNvPr id="923" name="01_find_only_922">
            <a:extLst>
              <a:ext uri="{FF2B5EF4-FFF2-40B4-BE49-F238E27FC236}">
                <a16:creationId xmlns:a16="http://schemas.microsoft.com/office/drawing/2014/main" id="{5989EE9B-90FB-49F0-B5B0-09070A68F689}"/>
              </a:ext>
            </a:extLst>
          </p:cNvPr>
          <p:cNvSpPr>
            <a:spLocks noGrp="1"/>
          </p:cNvSpPr>
          <p:nvPr/>
        </p:nvSpPr>
        <p:spPr>
          <a:xfrm>
            <a:off x="2889941" y="3700746"/>
            <a:ext cx="28398" cy="28398"/>
          </a:xfrm>
          <a:prstGeom prst="ellipse">
            <a:avLst/>
          </a:prstGeom>
          <a:solidFill>
            <a:srgbClr val="7F8C97">
              <a:alpha val="48000"/>
            </a:srgbClr>
          </a:solidFill>
          <a:ln w="0">
            <a:noFill/>
            <a:prstDash val="solid"/>
          </a:ln>
        </p:spPr>
      </p:sp>
      <p:sp>
        <p:nvSpPr>
          <p:cNvPr id="924" name="01_find_only_923">
            <a:extLst>
              <a:ext uri="{FF2B5EF4-FFF2-40B4-BE49-F238E27FC236}">
                <a16:creationId xmlns:a16="http://schemas.microsoft.com/office/drawing/2014/main" id="{CB691D21-1FD9-434D-8062-614E893AC7FD}"/>
              </a:ext>
            </a:extLst>
          </p:cNvPr>
          <p:cNvSpPr>
            <a:spLocks noGrp="1"/>
          </p:cNvSpPr>
          <p:nvPr/>
        </p:nvSpPr>
        <p:spPr>
          <a:xfrm>
            <a:off x="2943545" y="3538180"/>
            <a:ext cx="28398" cy="28398"/>
          </a:xfrm>
          <a:prstGeom prst="ellipse">
            <a:avLst/>
          </a:prstGeom>
          <a:solidFill>
            <a:srgbClr val="7F8C97">
              <a:alpha val="48000"/>
            </a:srgbClr>
          </a:solidFill>
          <a:ln w="0">
            <a:noFill/>
            <a:prstDash val="solid"/>
          </a:ln>
        </p:spPr>
      </p:sp>
      <p:sp>
        <p:nvSpPr>
          <p:cNvPr id="925" name="01_find_only_924">
            <a:extLst>
              <a:ext uri="{FF2B5EF4-FFF2-40B4-BE49-F238E27FC236}">
                <a16:creationId xmlns:a16="http://schemas.microsoft.com/office/drawing/2014/main" id="{BE3A9113-5D8C-4C9E-A703-C11592462081}"/>
              </a:ext>
            </a:extLst>
          </p:cNvPr>
          <p:cNvSpPr>
            <a:spLocks noGrp="1"/>
          </p:cNvSpPr>
          <p:nvPr/>
        </p:nvSpPr>
        <p:spPr>
          <a:xfrm>
            <a:off x="2894710" y="3489410"/>
            <a:ext cx="28398" cy="28398"/>
          </a:xfrm>
          <a:prstGeom prst="ellipse">
            <a:avLst/>
          </a:prstGeom>
          <a:solidFill>
            <a:srgbClr val="7F8C97">
              <a:alpha val="48000"/>
            </a:srgbClr>
          </a:solidFill>
          <a:ln w="0">
            <a:noFill/>
            <a:prstDash val="solid"/>
          </a:ln>
        </p:spPr>
      </p:sp>
      <p:sp>
        <p:nvSpPr>
          <p:cNvPr id="926" name="01_find_only_925">
            <a:extLst>
              <a:ext uri="{FF2B5EF4-FFF2-40B4-BE49-F238E27FC236}">
                <a16:creationId xmlns:a16="http://schemas.microsoft.com/office/drawing/2014/main" id="{4A951265-BB32-46A1-9E51-40CD45EEB60E}"/>
              </a:ext>
            </a:extLst>
          </p:cNvPr>
          <p:cNvSpPr>
            <a:spLocks noGrp="1"/>
          </p:cNvSpPr>
          <p:nvPr/>
        </p:nvSpPr>
        <p:spPr>
          <a:xfrm>
            <a:off x="2898906" y="3700746"/>
            <a:ext cx="28398" cy="28398"/>
          </a:xfrm>
          <a:prstGeom prst="ellipse">
            <a:avLst/>
          </a:prstGeom>
          <a:solidFill>
            <a:srgbClr val="7F8C97">
              <a:alpha val="48000"/>
            </a:srgbClr>
          </a:solidFill>
          <a:ln w="0">
            <a:noFill/>
            <a:prstDash val="solid"/>
          </a:ln>
        </p:spPr>
      </p:sp>
      <p:sp>
        <p:nvSpPr>
          <p:cNvPr id="927" name="01_find_only_926">
            <a:extLst>
              <a:ext uri="{FF2B5EF4-FFF2-40B4-BE49-F238E27FC236}">
                <a16:creationId xmlns:a16="http://schemas.microsoft.com/office/drawing/2014/main" id="{B0F423CD-290A-457F-9ACD-3777DA149939}"/>
              </a:ext>
            </a:extLst>
          </p:cNvPr>
          <p:cNvSpPr>
            <a:spLocks noGrp="1"/>
          </p:cNvSpPr>
          <p:nvPr/>
        </p:nvSpPr>
        <p:spPr>
          <a:xfrm>
            <a:off x="2887556" y="3700746"/>
            <a:ext cx="28398" cy="28398"/>
          </a:xfrm>
          <a:prstGeom prst="ellipse">
            <a:avLst/>
          </a:prstGeom>
          <a:solidFill>
            <a:srgbClr val="7F8C97">
              <a:alpha val="48000"/>
            </a:srgbClr>
          </a:solidFill>
          <a:ln w="0">
            <a:noFill/>
            <a:prstDash val="solid"/>
          </a:ln>
        </p:spPr>
      </p:sp>
      <p:sp>
        <p:nvSpPr>
          <p:cNvPr id="928" name="01_find_only_927">
            <a:extLst>
              <a:ext uri="{FF2B5EF4-FFF2-40B4-BE49-F238E27FC236}">
                <a16:creationId xmlns:a16="http://schemas.microsoft.com/office/drawing/2014/main" id="{8D1D7E89-342B-419F-934E-3276E1915D5C}"/>
              </a:ext>
            </a:extLst>
          </p:cNvPr>
          <p:cNvSpPr>
            <a:spLocks noGrp="1"/>
          </p:cNvSpPr>
          <p:nvPr/>
        </p:nvSpPr>
        <p:spPr>
          <a:xfrm>
            <a:off x="2942496" y="3489410"/>
            <a:ext cx="28398" cy="28398"/>
          </a:xfrm>
          <a:prstGeom prst="ellipse">
            <a:avLst/>
          </a:prstGeom>
          <a:solidFill>
            <a:srgbClr val="7F8C97">
              <a:alpha val="48000"/>
            </a:srgbClr>
          </a:solidFill>
          <a:ln w="0">
            <a:noFill/>
            <a:prstDash val="solid"/>
          </a:ln>
        </p:spPr>
      </p:sp>
      <p:sp>
        <p:nvSpPr>
          <p:cNvPr id="929" name="01_find_only_928">
            <a:extLst>
              <a:ext uri="{FF2B5EF4-FFF2-40B4-BE49-F238E27FC236}">
                <a16:creationId xmlns:a16="http://schemas.microsoft.com/office/drawing/2014/main" id="{290DCE7B-1CA0-42F5-A268-08333769DACE}"/>
              </a:ext>
            </a:extLst>
          </p:cNvPr>
          <p:cNvSpPr>
            <a:spLocks noGrp="1"/>
          </p:cNvSpPr>
          <p:nvPr/>
        </p:nvSpPr>
        <p:spPr>
          <a:xfrm>
            <a:off x="2967104" y="3489410"/>
            <a:ext cx="28398" cy="28398"/>
          </a:xfrm>
          <a:prstGeom prst="ellipse">
            <a:avLst/>
          </a:prstGeom>
          <a:solidFill>
            <a:srgbClr val="7F8C97">
              <a:alpha val="48000"/>
            </a:srgbClr>
          </a:solidFill>
          <a:ln w="0">
            <a:noFill/>
            <a:prstDash val="solid"/>
          </a:ln>
        </p:spPr>
      </p:sp>
      <p:sp>
        <p:nvSpPr>
          <p:cNvPr id="930" name="01_find_only_929">
            <a:extLst>
              <a:ext uri="{FF2B5EF4-FFF2-40B4-BE49-F238E27FC236}">
                <a16:creationId xmlns:a16="http://schemas.microsoft.com/office/drawing/2014/main" id="{E71B7BA0-0D7A-46E4-8CCC-0175C35782A6}"/>
              </a:ext>
            </a:extLst>
          </p:cNvPr>
          <p:cNvSpPr>
            <a:spLocks noGrp="1"/>
          </p:cNvSpPr>
          <p:nvPr/>
        </p:nvSpPr>
        <p:spPr>
          <a:xfrm>
            <a:off x="2971206" y="3579982"/>
            <a:ext cx="28398" cy="28398"/>
          </a:xfrm>
          <a:prstGeom prst="ellipse">
            <a:avLst/>
          </a:prstGeom>
          <a:solidFill>
            <a:srgbClr val="7F8C97">
              <a:alpha val="48000"/>
            </a:srgbClr>
          </a:solidFill>
          <a:ln w="0">
            <a:noFill/>
            <a:prstDash val="solid"/>
          </a:ln>
        </p:spPr>
      </p:sp>
      <p:sp>
        <p:nvSpPr>
          <p:cNvPr id="931" name="01_find_only_930">
            <a:extLst>
              <a:ext uri="{FF2B5EF4-FFF2-40B4-BE49-F238E27FC236}">
                <a16:creationId xmlns:a16="http://schemas.microsoft.com/office/drawing/2014/main" id="{5121921B-491B-4F97-A53E-24AF5887B915}"/>
              </a:ext>
            </a:extLst>
          </p:cNvPr>
          <p:cNvSpPr>
            <a:spLocks noGrp="1"/>
          </p:cNvSpPr>
          <p:nvPr/>
        </p:nvSpPr>
        <p:spPr>
          <a:xfrm>
            <a:off x="2912260" y="3489410"/>
            <a:ext cx="28398" cy="28398"/>
          </a:xfrm>
          <a:prstGeom prst="ellipse">
            <a:avLst/>
          </a:prstGeom>
          <a:solidFill>
            <a:srgbClr val="7F8C97">
              <a:alpha val="48000"/>
            </a:srgbClr>
          </a:solidFill>
          <a:ln w="0">
            <a:noFill/>
            <a:prstDash val="solid"/>
          </a:ln>
        </p:spPr>
      </p:sp>
      <p:sp>
        <p:nvSpPr>
          <p:cNvPr id="932" name="01_find_only_931">
            <a:extLst>
              <a:ext uri="{FF2B5EF4-FFF2-40B4-BE49-F238E27FC236}">
                <a16:creationId xmlns:a16="http://schemas.microsoft.com/office/drawing/2014/main" id="{1BD667D0-13A5-4FBD-9A5F-CE3B0CDE9DA7}"/>
              </a:ext>
            </a:extLst>
          </p:cNvPr>
          <p:cNvSpPr>
            <a:spLocks noGrp="1"/>
          </p:cNvSpPr>
          <p:nvPr/>
        </p:nvSpPr>
        <p:spPr>
          <a:xfrm>
            <a:off x="2947265" y="4123418"/>
            <a:ext cx="28398" cy="28398"/>
          </a:xfrm>
          <a:prstGeom prst="ellipse">
            <a:avLst/>
          </a:prstGeom>
          <a:solidFill>
            <a:srgbClr val="7F8C97">
              <a:alpha val="48000"/>
            </a:srgbClr>
          </a:solidFill>
          <a:ln w="0">
            <a:noFill/>
            <a:prstDash val="solid"/>
          </a:ln>
        </p:spPr>
      </p:sp>
      <p:sp>
        <p:nvSpPr>
          <p:cNvPr id="933" name="01_find_only_932">
            <a:extLst>
              <a:ext uri="{FF2B5EF4-FFF2-40B4-BE49-F238E27FC236}">
                <a16:creationId xmlns:a16="http://schemas.microsoft.com/office/drawing/2014/main" id="{168B6FEA-D370-482F-84E7-80ED7BAB4148}"/>
              </a:ext>
            </a:extLst>
          </p:cNvPr>
          <p:cNvSpPr>
            <a:spLocks noGrp="1"/>
          </p:cNvSpPr>
          <p:nvPr/>
        </p:nvSpPr>
        <p:spPr>
          <a:xfrm>
            <a:off x="2965769" y="4123418"/>
            <a:ext cx="28398" cy="28398"/>
          </a:xfrm>
          <a:prstGeom prst="ellipse">
            <a:avLst/>
          </a:prstGeom>
          <a:solidFill>
            <a:srgbClr val="7F8C97">
              <a:alpha val="48000"/>
            </a:srgbClr>
          </a:solidFill>
          <a:ln w="0">
            <a:noFill/>
            <a:prstDash val="solid"/>
          </a:ln>
        </p:spPr>
      </p:sp>
      <p:sp>
        <p:nvSpPr>
          <p:cNvPr id="934" name="01_find_only_933">
            <a:extLst>
              <a:ext uri="{FF2B5EF4-FFF2-40B4-BE49-F238E27FC236}">
                <a16:creationId xmlns:a16="http://schemas.microsoft.com/office/drawing/2014/main" id="{E6DFA11F-77F7-483E-8B94-A0C956056E94}"/>
              </a:ext>
            </a:extLst>
          </p:cNvPr>
          <p:cNvSpPr>
            <a:spLocks noGrp="1"/>
          </p:cNvSpPr>
          <p:nvPr/>
        </p:nvSpPr>
        <p:spPr>
          <a:xfrm>
            <a:off x="2954514" y="3700746"/>
            <a:ext cx="28398" cy="28398"/>
          </a:xfrm>
          <a:prstGeom prst="ellipse">
            <a:avLst/>
          </a:prstGeom>
          <a:solidFill>
            <a:srgbClr val="7F8C97">
              <a:alpha val="48000"/>
            </a:srgbClr>
          </a:solidFill>
          <a:ln w="0">
            <a:noFill/>
            <a:prstDash val="solid"/>
          </a:ln>
        </p:spPr>
      </p:sp>
      <p:sp>
        <p:nvSpPr>
          <p:cNvPr id="935" name="01_find_only_934">
            <a:extLst>
              <a:ext uri="{FF2B5EF4-FFF2-40B4-BE49-F238E27FC236}">
                <a16:creationId xmlns:a16="http://schemas.microsoft.com/office/drawing/2014/main" id="{B1D936B8-5C33-4322-8280-380CFBAD89C7}"/>
              </a:ext>
            </a:extLst>
          </p:cNvPr>
          <p:cNvSpPr>
            <a:spLocks noGrp="1"/>
          </p:cNvSpPr>
          <p:nvPr/>
        </p:nvSpPr>
        <p:spPr>
          <a:xfrm>
            <a:off x="2944403" y="4123418"/>
            <a:ext cx="28398" cy="28398"/>
          </a:xfrm>
          <a:prstGeom prst="ellipse">
            <a:avLst/>
          </a:prstGeom>
          <a:solidFill>
            <a:srgbClr val="7F8C97">
              <a:alpha val="48000"/>
            </a:srgbClr>
          </a:solidFill>
          <a:ln w="0">
            <a:noFill/>
            <a:prstDash val="solid"/>
          </a:ln>
        </p:spPr>
      </p:sp>
      <p:sp>
        <p:nvSpPr>
          <p:cNvPr id="936" name="01_find_only_935">
            <a:extLst>
              <a:ext uri="{FF2B5EF4-FFF2-40B4-BE49-F238E27FC236}">
                <a16:creationId xmlns:a16="http://schemas.microsoft.com/office/drawing/2014/main" id="{82D14969-01F0-4E66-9A07-D1708D3D412D}"/>
              </a:ext>
            </a:extLst>
          </p:cNvPr>
          <p:cNvSpPr>
            <a:spLocks noGrp="1"/>
          </p:cNvSpPr>
          <p:nvPr/>
        </p:nvSpPr>
        <p:spPr>
          <a:xfrm>
            <a:off x="2921035" y="3489410"/>
            <a:ext cx="28398" cy="28398"/>
          </a:xfrm>
          <a:prstGeom prst="ellipse">
            <a:avLst/>
          </a:prstGeom>
          <a:solidFill>
            <a:srgbClr val="7F8C97">
              <a:alpha val="48000"/>
            </a:srgbClr>
          </a:solidFill>
          <a:ln w="0">
            <a:noFill/>
            <a:prstDash val="solid"/>
          </a:ln>
        </p:spPr>
      </p:sp>
      <p:sp>
        <p:nvSpPr>
          <p:cNvPr id="937" name="01_find_only_936">
            <a:extLst>
              <a:ext uri="{FF2B5EF4-FFF2-40B4-BE49-F238E27FC236}">
                <a16:creationId xmlns:a16="http://schemas.microsoft.com/office/drawing/2014/main" id="{FA37AC13-7EB8-43E4-A701-7F20365E3B7D}"/>
              </a:ext>
            </a:extLst>
          </p:cNvPr>
          <p:cNvSpPr>
            <a:spLocks noGrp="1"/>
          </p:cNvSpPr>
          <p:nvPr/>
        </p:nvSpPr>
        <p:spPr>
          <a:xfrm>
            <a:off x="2918173" y="3722703"/>
            <a:ext cx="28398" cy="28398"/>
          </a:xfrm>
          <a:prstGeom prst="ellipse">
            <a:avLst/>
          </a:prstGeom>
          <a:solidFill>
            <a:srgbClr val="7F8C97">
              <a:alpha val="48000"/>
            </a:srgbClr>
          </a:solidFill>
          <a:ln w="0">
            <a:noFill/>
            <a:prstDash val="solid"/>
          </a:ln>
        </p:spPr>
      </p:sp>
      <p:sp>
        <p:nvSpPr>
          <p:cNvPr id="938" name="01_find_only_937">
            <a:extLst>
              <a:ext uri="{FF2B5EF4-FFF2-40B4-BE49-F238E27FC236}">
                <a16:creationId xmlns:a16="http://schemas.microsoft.com/office/drawing/2014/main" id="{4EC14785-138E-4271-A2F2-B1FF7CC5D6E2}"/>
              </a:ext>
            </a:extLst>
          </p:cNvPr>
          <p:cNvSpPr>
            <a:spLocks noGrp="1"/>
          </p:cNvSpPr>
          <p:nvPr/>
        </p:nvSpPr>
        <p:spPr>
          <a:xfrm>
            <a:off x="2886411" y="3489410"/>
            <a:ext cx="28398" cy="28398"/>
          </a:xfrm>
          <a:prstGeom prst="ellipse">
            <a:avLst/>
          </a:prstGeom>
          <a:solidFill>
            <a:srgbClr val="7F8C97">
              <a:alpha val="48000"/>
            </a:srgbClr>
          </a:solidFill>
          <a:ln w="0">
            <a:noFill/>
            <a:prstDash val="solid"/>
          </a:ln>
        </p:spPr>
      </p:sp>
      <p:sp>
        <p:nvSpPr>
          <p:cNvPr id="939" name="01_find_only_938">
            <a:extLst>
              <a:ext uri="{FF2B5EF4-FFF2-40B4-BE49-F238E27FC236}">
                <a16:creationId xmlns:a16="http://schemas.microsoft.com/office/drawing/2014/main" id="{F7EB1AB0-EA19-47A6-B1ED-BEF58B9CCABD}"/>
              </a:ext>
            </a:extLst>
          </p:cNvPr>
          <p:cNvSpPr>
            <a:spLocks noGrp="1"/>
          </p:cNvSpPr>
          <p:nvPr/>
        </p:nvSpPr>
        <p:spPr>
          <a:xfrm>
            <a:off x="2966055" y="4123418"/>
            <a:ext cx="28398" cy="28398"/>
          </a:xfrm>
          <a:prstGeom prst="ellipse">
            <a:avLst/>
          </a:prstGeom>
          <a:solidFill>
            <a:srgbClr val="7F8C97">
              <a:alpha val="48000"/>
            </a:srgbClr>
          </a:solidFill>
          <a:ln w="0">
            <a:noFill/>
            <a:prstDash val="solid"/>
          </a:ln>
        </p:spPr>
      </p:sp>
      <p:sp>
        <p:nvSpPr>
          <p:cNvPr id="940" name="01_find_only_939">
            <a:extLst>
              <a:ext uri="{FF2B5EF4-FFF2-40B4-BE49-F238E27FC236}">
                <a16:creationId xmlns:a16="http://schemas.microsoft.com/office/drawing/2014/main" id="{9CCFE265-F679-4B70-8936-AA45333776C8}"/>
              </a:ext>
            </a:extLst>
          </p:cNvPr>
          <p:cNvSpPr>
            <a:spLocks noGrp="1"/>
          </p:cNvSpPr>
          <p:nvPr/>
        </p:nvSpPr>
        <p:spPr>
          <a:xfrm>
            <a:off x="2955945" y="4123418"/>
            <a:ext cx="28398" cy="28398"/>
          </a:xfrm>
          <a:prstGeom prst="ellipse">
            <a:avLst/>
          </a:prstGeom>
          <a:solidFill>
            <a:srgbClr val="7F8C97">
              <a:alpha val="48000"/>
            </a:srgbClr>
          </a:solidFill>
          <a:ln w="0">
            <a:noFill/>
            <a:prstDash val="solid"/>
          </a:ln>
        </p:spPr>
      </p:sp>
      <p:sp>
        <p:nvSpPr>
          <p:cNvPr id="941" name="01_find_only_940">
            <a:extLst>
              <a:ext uri="{FF2B5EF4-FFF2-40B4-BE49-F238E27FC236}">
                <a16:creationId xmlns:a16="http://schemas.microsoft.com/office/drawing/2014/main" id="{B9248EE1-B0FE-4041-B8D9-5FB790FD3201}"/>
              </a:ext>
            </a:extLst>
          </p:cNvPr>
          <p:cNvSpPr>
            <a:spLocks noGrp="1"/>
          </p:cNvSpPr>
          <p:nvPr/>
        </p:nvSpPr>
        <p:spPr>
          <a:xfrm>
            <a:off x="2941542" y="4123418"/>
            <a:ext cx="28398" cy="28398"/>
          </a:xfrm>
          <a:prstGeom prst="ellipse">
            <a:avLst/>
          </a:prstGeom>
          <a:solidFill>
            <a:srgbClr val="7F8C97">
              <a:alpha val="48000"/>
            </a:srgbClr>
          </a:solidFill>
          <a:ln w="0">
            <a:noFill/>
            <a:prstDash val="solid"/>
          </a:ln>
        </p:spPr>
      </p:sp>
      <p:sp>
        <p:nvSpPr>
          <p:cNvPr id="942" name="01_find_only_941">
            <a:extLst>
              <a:ext uri="{FF2B5EF4-FFF2-40B4-BE49-F238E27FC236}">
                <a16:creationId xmlns:a16="http://schemas.microsoft.com/office/drawing/2014/main" id="{48FBCB86-A379-4A46-89E0-7C92852666C1}"/>
              </a:ext>
            </a:extLst>
          </p:cNvPr>
          <p:cNvSpPr>
            <a:spLocks noGrp="1"/>
          </p:cNvSpPr>
          <p:nvPr/>
        </p:nvSpPr>
        <p:spPr>
          <a:xfrm>
            <a:off x="2883073" y="3489410"/>
            <a:ext cx="28398" cy="28398"/>
          </a:xfrm>
          <a:prstGeom prst="ellipse">
            <a:avLst/>
          </a:prstGeom>
          <a:solidFill>
            <a:srgbClr val="7F8C97">
              <a:alpha val="48000"/>
            </a:srgbClr>
          </a:solidFill>
          <a:ln w="0">
            <a:noFill/>
            <a:prstDash val="solid"/>
          </a:ln>
        </p:spPr>
      </p:sp>
      <p:sp>
        <p:nvSpPr>
          <p:cNvPr id="943" name="01_find_only_942">
            <a:extLst>
              <a:ext uri="{FF2B5EF4-FFF2-40B4-BE49-F238E27FC236}">
                <a16:creationId xmlns:a16="http://schemas.microsoft.com/office/drawing/2014/main" id="{EE011411-9FC5-49F4-914C-B23C73E4629D}"/>
              </a:ext>
            </a:extLst>
          </p:cNvPr>
          <p:cNvSpPr>
            <a:spLocks noGrp="1"/>
          </p:cNvSpPr>
          <p:nvPr/>
        </p:nvSpPr>
        <p:spPr>
          <a:xfrm>
            <a:off x="2892325" y="3954349"/>
            <a:ext cx="28398" cy="28398"/>
          </a:xfrm>
          <a:prstGeom prst="ellipse">
            <a:avLst/>
          </a:prstGeom>
          <a:solidFill>
            <a:srgbClr val="7F8C97">
              <a:alpha val="48000"/>
            </a:srgbClr>
          </a:solidFill>
          <a:ln w="0">
            <a:noFill/>
            <a:prstDash val="solid"/>
          </a:ln>
        </p:spPr>
      </p:sp>
      <p:sp>
        <p:nvSpPr>
          <p:cNvPr id="944" name="01_find_only_943">
            <a:extLst>
              <a:ext uri="{FF2B5EF4-FFF2-40B4-BE49-F238E27FC236}">
                <a16:creationId xmlns:a16="http://schemas.microsoft.com/office/drawing/2014/main" id="{43ECB1FE-33DC-4C22-9595-4989682A3145}"/>
              </a:ext>
            </a:extLst>
          </p:cNvPr>
          <p:cNvSpPr>
            <a:spLocks noGrp="1"/>
          </p:cNvSpPr>
          <p:nvPr/>
        </p:nvSpPr>
        <p:spPr>
          <a:xfrm>
            <a:off x="2901577" y="3489410"/>
            <a:ext cx="28398" cy="28398"/>
          </a:xfrm>
          <a:prstGeom prst="ellipse">
            <a:avLst/>
          </a:prstGeom>
          <a:solidFill>
            <a:srgbClr val="7F8C97">
              <a:alpha val="48000"/>
            </a:srgbClr>
          </a:solidFill>
          <a:ln w="0">
            <a:noFill/>
            <a:prstDash val="solid"/>
          </a:ln>
        </p:spPr>
      </p:sp>
      <p:sp>
        <p:nvSpPr>
          <p:cNvPr id="945" name="01_find_only_944">
            <a:extLst>
              <a:ext uri="{FF2B5EF4-FFF2-40B4-BE49-F238E27FC236}">
                <a16:creationId xmlns:a16="http://schemas.microsoft.com/office/drawing/2014/main" id="{06F0B6F3-C3BF-4B20-9DBA-E4598838E49F}"/>
              </a:ext>
            </a:extLst>
          </p:cNvPr>
          <p:cNvSpPr>
            <a:spLocks noGrp="1"/>
          </p:cNvSpPr>
          <p:nvPr/>
        </p:nvSpPr>
        <p:spPr>
          <a:xfrm>
            <a:off x="2942496" y="3489410"/>
            <a:ext cx="28398" cy="28398"/>
          </a:xfrm>
          <a:prstGeom prst="ellipse">
            <a:avLst/>
          </a:prstGeom>
          <a:solidFill>
            <a:srgbClr val="7F8C97">
              <a:alpha val="48000"/>
            </a:srgbClr>
          </a:solidFill>
          <a:ln w="0">
            <a:noFill/>
            <a:prstDash val="solid"/>
          </a:ln>
        </p:spPr>
      </p:sp>
      <p:sp>
        <p:nvSpPr>
          <p:cNvPr id="946" name="01_find_only_945">
            <a:extLst>
              <a:ext uri="{FF2B5EF4-FFF2-40B4-BE49-F238E27FC236}">
                <a16:creationId xmlns:a16="http://schemas.microsoft.com/office/drawing/2014/main" id="{504AB01F-9AC4-4BA3-A3D1-D936AAFCB173}"/>
              </a:ext>
            </a:extLst>
          </p:cNvPr>
          <p:cNvSpPr>
            <a:spLocks noGrp="1"/>
          </p:cNvSpPr>
          <p:nvPr/>
        </p:nvSpPr>
        <p:spPr>
          <a:xfrm>
            <a:off x="2932862" y="3489410"/>
            <a:ext cx="28398" cy="28398"/>
          </a:xfrm>
          <a:prstGeom prst="ellipse">
            <a:avLst/>
          </a:prstGeom>
          <a:solidFill>
            <a:srgbClr val="7F8C97">
              <a:alpha val="48000"/>
            </a:srgbClr>
          </a:solidFill>
          <a:ln w="0">
            <a:noFill/>
            <a:prstDash val="solid"/>
          </a:ln>
        </p:spPr>
      </p:sp>
      <p:sp>
        <p:nvSpPr>
          <p:cNvPr id="947" name="01_find_only_946">
            <a:extLst>
              <a:ext uri="{FF2B5EF4-FFF2-40B4-BE49-F238E27FC236}">
                <a16:creationId xmlns:a16="http://schemas.microsoft.com/office/drawing/2014/main" id="{86D41DB0-2746-4522-B54C-F64C974004BE}"/>
              </a:ext>
            </a:extLst>
          </p:cNvPr>
          <p:cNvSpPr>
            <a:spLocks noGrp="1"/>
          </p:cNvSpPr>
          <p:nvPr/>
        </p:nvSpPr>
        <p:spPr>
          <a:xfrm>
            <a:off x="2896331" y="3700746"/>
            <a:ext cx="28398" cy="28398"/>
          </a:xfrm>
          <a:prstGeom prst="ellipse">
            <a:avLst/>
          </a:prstGeom>
          <a:solidFill>
            <a:srgbClr val="7F8C97">
              <a:alpha val="48000"/>
            </a:srgbClr>
          </a:solidFill>
          <a:ln w="0">
            <a:noFill/>
            <a:prstDash val="solid"/>
          </a:ln>
        </p:spPr>
      </p:sp>
      <p:sp>
        <p:nvSpPr>
          <p:cNvPr id="948" name="01_find_only_947">
            <a:extLst>
              <a:ext uri="{FF2B5EF4-FFF2-40B4-BE49-F238E27FC236}">
                <a16:creationId xmlns:a16="http://schemas.microsoft.com/office/drawing/2014/main" id="{BF962D5E-8DA0-41DB-BA80-FB2B9E62B667}"/>
              </a:ext>
            </a:extLst>
          </p:cNvPr>
          <p:cNvSpPr>
            <a:spLocks noGrp="1"/>
          </p:cNvSpPr>
          <p:nvPr/>
        </p:nvSpPr>
        <p:spPr>
          <a:xfrm>
            <a:off x="2913595" y="3489410"/>
            <a:ext cx="28398" cy="28398"/>
          </a:xfrm>
          <a:prstGeom prst="ellipse">
            <a:avLst/>
          </a:prstGeom>
          <a:solidFill>
            <a:srgbClr val="7F8C97">
              <a:alpha val="48000"/>
            </a:srgbClr>
          </a:solidFill>
          <a:ln w="0">
            <a:noFill/>
            <a:prstDash val="solid"/>
          </a:ln>
        </p:spPr>
      </p:sp>
      <p:sp>
        <p:nvSpPr>
          <p:cNvPr id="949" name="01_find_only_948">
            <a:extLst>
              <a:ext uri="{FF2B5EF4-FFF2-40B4-BE49-F238E27FC236}">
                <a16:creationId xmlns:a16="http://schemas.microsoft.com/office/drawing/2014/main" id="{546AE752-A9A6-49C3-8CC7-3D1AEFF88A7A}"/>
              </a:ext>
            </a:extLst>
          </p:cNvPr>
          <p:cNvSpPr>
            <a:spLocks noGrp="1"/>
          </p:cNvSpPr>
          <p:nvPr/>
        </p:nvSpPr>
        <p:spPr>
          <a:xfrm>
            <a:off x="2879830" y="4078132"/>
            <a:ext cx="28398" cy="28398"/>
          </a:xfrm>
          <a:prstGeom prst="ellipse">
            <a:avLst/>
          </a:prstGeom>
          <a:solidFill>
            <a:srgbClr val="7F8C97">
              <a:alpha val="48000"/>
            </a:srgbClr>
          </a:solidFill>
          <a:ln w="0">
            <a:noFill/>
            <a:prstDash val="solid"/>
          </a:ln>
        </p:spPr>
      </p:sp>
      <p:sp>
        <p:nvSpPr>
          <p:cNvPr id="950" name="01_find_only_949">
            <a:extLst>
              <a:ext uri="{FF2B5EF4-FFF2-40B4-BE49-F238E27FC236}">
                <a16:creationId xmlns:a16="http://schemas.microsoft.com/office/drawing/2014/main" id="{621BD9D6-F634-4BCD-BBAB-A472ABFF618D}"/>
              </a:ext>
            </a:extLst>
          </p:cNvPr>
          <p:cNvSpPr>
            <a:spLocks noGrp="1"/>
          </p:cNvSpPr>
          <p:nvPr/>
        </p:nvSpPr>
        <p:spPr>
          <a:xfrm>
            <a:off x="3150623" y="3172406"/>
            <a:ext cx="28398" cy="28398"/>
          </a:xfrm>
          <a:prstGeom prst="ellipse">
            <a:avLst/>
          </a:prstGeom>
          <a:solidFill>
            <a:srgbClr val="7F8C97">
              <a:alpha val="48000"/>
            </a:srgbClr>
          </a:solidFill>
          <a:ln w="0">
            <a:noFill/>
            <a:prstDash val="solid"/>
          </a:ln>
        </p:spPr>
      </p:sp>
      <p:sp>
        <p:nvSpPr>
          <p:cNvPr id="951" name="01_find_only_950">
            <a:extLst>
              <a:ext uri="{FF2B5EF4-FFF2-40B4-BE49-F238E27FC236}">
                <a16:creationId xmlns:a16="http://schemas.microsoft.com/office/drawing/2014/main" id="{ED42D65B-83CA-4F26-95A3-89974354512D}"/>
              </a:ext>
            </a:extLst>
          </p:cNvPr>
          <p:cNvSpPr>
            <a:spLocks noGrp="1"/>
          </p:cNvSpPr>
          <p:nvPr/>
        </p:nvSpPr>
        <p:spPr>
          <a:xfrm>
            <a:off x="3132310" y="3489410"/>
            <a:ext cx="28398" cy="28398"/>
          </a:xfrm>
          <a:prstGeom prst="ellipse">
            <a:avLst/>
          </a:prstGeom>
          <a:solidFill>
            <a:srgbClr val="7F8C97">
              <a:alpha val="48000"/>
            </a:srgbClr>
          </a:solidFill>
          <a:ln w="0">
            <a:noFill/>
            <a:prstDash val="solid"/>
          </a:ln>
        </p:spPr>
      </p:sp>
      <p:sp>
        <p:nvSpPr>
          <p:cNvPr id="952" name="01_find_only_951">
            <a:extLst>
              <a:ext uri="{FF2B5EF4-FFF2-40B4-BE49-F238E27FC236}">
                <a16:creationId xmlns:a16="http://schemas.microsoft.com/office/drawing/2014/main" id="{1BDEAD0F-C5AF-4AB6-948E-5D88C3C46645}"/>
              </a:ext>
            </a:extLst>
          </p:cNvPr>
          <p:cNvSpPr>
            <a:spLocks noGrp="1"/>
          </p:cNvSpPr>
          <p:nvPr/>
        </p:nvSpPr>
        <p:spPr>
          <a:xfrm>
            <a:off x="3147190" y="2855402"/>
            <a:ext cx="28398" cy="28398"/>
          </a:xfrm>
          <a:prstGeom prst="ellipse">
            <a:avLst/>
          </a:prstGeom>
          <a:solidFill>
            <a:srgbClr val="7F8C97">
              <a:alpha val="48000"/>
            </a:srgbClr>
          </a:solidFill>
          <a:ln w="0">
            <a:noFill/>
            <a:prstDash val="solid"/>
          </a:ln>
        </p:spPr>
      </p:sp>
      <p:sp>
        <p:nvSpPr>
          <p:cNvPr id="953" name="01_find_only_952">
            <a:extLst>
              <a:ext uri="{FF2B5EF4-FFF2-40B4-BE49-F238E27FC236}">
                <a16:creationId xmlns:a16="http://schemas.microsoft.com/office/drawing/2014/main" id="{6727C1AB-2A18-4E74-B632-E0892CAA0313}"/>
              </a:ext>
            </a:extLst>
          </p:cNvPr>
          <p:cNvSpPr>
            <a:spLocks noGrp="1"/>
          </p:cNvSpPr>
          <p:nvPr/>
        </p:nvSpPr>
        <p:spPr>
          <a:xfrm>
            <a:off x="3146808" y="2961070"/>
            <a:ext cx="28398" cy="28398"/>
          </a:xfrm>
          <a:prstGeom prst="ellipse">
            <a:avLst/>
          </a:prstGeom>
          <a:solidFill>
            <a:srgbClr val="7F8C97">
              <a:alpha val="48000"/>
            </a:srgbClr>
          </a:solidFill>
          <a:ln w="0">
            <a:noFill/>
            <a:prstDash val="solid"/>
          </a:ln>
        </p:spPr>
      </p:sp>
      <p:sp>
        <p:nvSpPr>
          <p:cNvPr id="954" name="01_find_only_953">
            <a:extLst>
              <a:ext uri="{FF2B5EF4-FFF2-40B4-BE49-F238E27FC236}">
                <a16:creationId xmlns:a16="http://schemas.microsoft.com/office/drawing/2014/main" id="{8CE07DF1-CB60-452E-BE12-C1DD4D6A02B4}"/>
              </a:ext>
            </a:extLst>
          </p:cNvPr>
          <p:cNvSpPr>
            <a:spLocks noGrp="1"/>
          </p:cNvSpPr>
          <p:nvPr/>
        </p:nvSpPr>
        <p:spPr>
          <a:xfrm>
            <a:off x="3163023" y="2855402"/>
            <a:ext cx="28398" cy="28398"/>
          </a:xfrm>
          <a:prstGeom prst="ellipse">
            <a:avLst/>
          </a:prstGeom>
          <a:solidFill>
            <a:srgbClr val="7F8C97">
              <a:alpha val="48000"/>
            </a:srgbClr>
          </a:solidFill>
          <a:ln w="0">
            <a:noFill/>
            <a:prstDash val="solid"/>
          </a:ln>
        </p:spPr>
      </p:sp>
      <p:sp>
        <p:nvSpPr>
          <p:cNvPr id="955" name="01_find_only_954">
            <a:extLst>
              <a:ext uri="{FF2B5EF4-FFF2-40B4-BE49-F238E27FC236}">
                <a16:creationId xmlns:a16="http://schemas.microsoft.com/office/drawing/2014/main" id="{723A02D5-E40F-491A-AF43-04186306E499}"/>
              </a:ext>
            </a:extLst>
          </p:cNvPr>
          <p:cNvSpPr>
            <a:spLocks noGrp="1"/>
          </p:cNvSpPr>
          <p:nvPr/>
        </p:nvSpPr>
        <p:spPr>
          <a:xfrm>
            <a:off x="3190779" y="3700746"/>
            <a:ext cx="28398" cy="28398"/>
          </a:xfrm>
          <a:prstGeom prst="ellipse">
            <a:avLst/>
          </a:prstGeom>
          <a:solidFill>
            <a:srgbClr val="7F8C97">
              <a:alpha val="48000"/>
            </a:srgbClr>
          </a:solidFill>
          <a:ln w="0">
            <a:noFill/>
            <a:prstDash val="solid"/>
          </a:ln>
        </p:spPr>
      </p:sp>
      <p:sp>
        <p:nvSpPr>
          <p:cNvPr id="956" name="01_find_only_955">
            <a:extLst>
              <a:ext uri="{FF2B5EF4-FFF2-40B4-BE49-F238E27FC236}">
                <a16:creationId xmlns:a16="http://schemas.microsoft.com/office/drawing/2014/main" id="{8F36C275-3B5D-4CCE-B3C6-23D397CC4435}"/>
              </a:ext>
            </a:extLst>
          </p:cNvPr>
          <p:cNvSpPr>
            <a:spLocks noGrp="1"/>
          </p:cNvSpPr>
          <p:nvPr/>
        </p:nvSpPr>
        <p:spPr>
          <a:xfrm>
            <a:off x="3208234" y="2855402"/>
            <a:ext cx="28398" cy="28398"/>
          </a:xfrm>
          <a:prstGeom prst="ellipse">
            <a:avLst/>
          </a:prstGeom>
          <a:solidFill>
            <a:srgbClr val="7F8C97">
              <a:alpha val="48000"/>
            </a:srgbClr>
          </a:solidFill>
          <a:ln w="0">
            <a:noFill/>
            <a:prstDash val="solid"/>
          </a:ln>
        </p:spPr>
      </p:sp>
      <p:sp>
        <p:nvSpPr>
          <p:cNvPr id="957" name="01_find_only_956">
            <a:extLst>
              <a:ext uri="{FF2B5EF4-FFF2-40B4-BE49-F238E27FC236}">
                <a16:creationId xmlns:a16="http://schemas.microsoft.com/office/drawing/2014/main" id="{9BA2FE49-96E9-4649-80BC-5B0D3DE5645C}"/>
              </a:ext>
            </a:extLst>
          </p:cNvPr>
          <p:cNvSpPr>
            <a:spLocks noGrp="1"/>
          </p:cNvSpPr>
          <p:nvPr/>
        </p:nvSpPr>
        <p:spPr>
          <a:xfrm>
            <a:off x="3137365" y="3278074"/>
            <a:ext cx="28398" cy="28398"/>
          </a:xfrm>
          <a:prstGeom prst="ellipse">
            <a:avLst/>
          </a:prstGeom>
          <a:solidFill>
            <a:srgbClr val="7F8C97">
              <a:alpha val="48000"/>
            </a:srgbClr>
          </a:solidFill>
          <a:ln w="0">
            <a:noFill/>
            <a:prstDash val="solid"/>
          </a:ln>
        </p:spPr>
      </p:sp>
      <p:sp>
        <p:nvSpPr>
          <p:cNvPr id="958" name="01_find_only_957">
            <a:extLst>
              <a:ext uri="{FF2B5EF4-FFF2-40B4-BE49-F238E27FC236}">
                <a16:creationId xmlns:a16="http://schemas.microsoft.com/office/drawing/2014/main" id="{6B6AD308-9E31-4D79-88C4-94FB2D41019F}"/>
              </a:ext>
            </a:extLst>
          </p:cNvPr>
          <p:cNvSpPr>
            <a:spLocks noGrp="1"/>
          </p:cNvSpPr>
          <p:nvPr/>
        </p:nvSpPr>
        <p:spPr>
          <a:xfrm>
            <a:off x="3180955" y="2855402"/>
            <a:ext cx="28398" cy="28398"/>
          </a:xfrm>
          <a:prstGeom prst="ellipse">
            <a:avLst/>
          </a:prstGeom>
          <a:solidFill>
            <a:srgbClr val="7F8C97">
              <a:alpha val="48000"/>
            </a:srgbClr>
          </a:solidFill>
          <a:ln w="0">
            <a:noFill/>
            <a:prstDash val="solid"/>
          </a:ln>
        </p:spPr>
      </p:sp>
      <p:sp>
        <p:nvSpPr>
          <p:cNvPr id="959" name="01_find_only_958">
            <a:extLst>
              <a:ext uri="{FF2B5EF4-FFF2-40B4-BE49-F238E27FC236}">
                <a16:creationId xmlns:a16="http://schemas.microsoft.com/office/drawing/2014/main" id="{6A6A6FE3-907D-4769-A321-9C6CC3C4D318}"/>
              </a:ext>
            </a:extLst>
          </p:cNvPr>
          <p:cNvSpPr>
            <a:spLocks noGrp="1"/>
          </p:cNvSpPr>
          <p:nvPr/>
        </p:nvSpPr>
        <p:spPr>
          <a:xfrm>
            <a:off x="3137651" y="4123418"/>
            <a:ext cx="28398" cy="28398"/>
          </a:xfrm>
          <a:prstGeom prst="ellipse">
            <a:avLst/>
          </a:prstGeom>
          <a:solidFill>
            <a:srgbClr val="7F8C97">
              <a:alpha val="48000"/>
            </a:srgbClr>
          </a:solidFill>
          <a:ln w="0">
            <a:noFill/>
            <a:prstDash val="solid"/>
          </a:ln>
        </p:spPr>
      </p:sp>
      <p:sp>
        <p:nvSpPr>
          <p:cNvPr id="960" name="01_find_only_959">
            <a:extLst>
              <a:ext uri="{FF2B5EF4-FFF2-40B4-BE49-F238E27FC236}">
                <a16:creationId xmlns:a16="http://schemas.microsoft.com/office/drawing/2014/main" id="{233B4B1D-4B56-46F0-986C-2B4D0B2E290A}"/>
              </a:ext>
            </a:extLst>
          </p:cNvPr>
          <p:cNvSpPr>
            <a:spLocks noGrp="1"/>
          </p:cNvSpPr>
          <p:nvPr/>
        </p:nvSpPr>
        <p:spPr>
          <a:xfrm>
            <a:off x="3127159" y="4123418"/>
            <a:ext cx="28398" cy="28398"/>
          </a:xfrm>
          <a:prstGeom prst="ellipse">
            <a:avLst/>
          </a:prstGeom>
          <a:solidFill>
            <a:srgbClr val="7F8C97">
              <a:alpha val="48000"/>
            </a:srgbClr>
          </a:solidFill>
          <a:ln w="0">
            <a:noFill/>
            <a:prstDash val="solid"/>
          </a:ln>
        </p:spPr>
      </p:sp>
      <p:sp>
        <p:nvSpPr>
          <p:cNvPr id="961" name="01_find_only_960">
            <a:extLst>
              <a:ext uri="{FF2B5EF4-FFF2-40B4-BE49-F238E27FC236}">
                <a16:creationId xmlns:a16="http://schemas.microsoft.com/office/drawing/2014/main" id="{D6B6ECAD-0182-4AC0-9A4C-4B29094C861B}"/>
              </a:ext>
            </a:extLst>
          </p:cNvPr>
          <p:cNvSpPr>
            <a:spLocks noGrp="1"/>
          </p:cNvSpPr>
          <p:nvPr/>
        </p:nvSpPr>
        <p:spPr>
          <a:xfrm>
            <a:off x="3200603" y="3172406"/>
            <a:ext cx="28398" cy="28398"/>
          </a:xfrm>
          <a:prstGeom prst="ellipse">
            <a:avLst/>
          </a:prstGeom>
          <a:solidFill>
            <a:srgbClr val="7F8C97">
              <a:alpha val="48000"/>
            </a:srgbClr>
          </a:solidFill>
          <a:ln w="0">
            <a:noFill/>
            <a:prstDash val="solid"/>
          </a:ln>
        </p:spPr>
      </p:sp>
      <p:sp>
        <p:nvSpPr>
          <p:cNvPr id="962" name="01_find_only_961">
            <a:extLst>
              <a:ext uri="{FF2B5EF4-FFF2-40B4-BE49-F238E27FC236}">
                <a16:creationId xmlns:a16="http://schemas.microsoft.com/office/drawing/2014/main" id="{BCB8D3CB-418F-40FB-BD67-253CF9582283}"/>
              </a:ext>
            </a:extLst>
          </p:cNvPr>
          <p:cNvSpPr>
            <a:spLocks noGrp="1"/>
          </p:cNvSpPr>
          <p:nvPr/>
        </p:nvSpPr>
        <p:spPr>
          <a:xfrm>
            <a:off x="3220156" y="3700746"/>
            <a:ext cx="28398" cy="28398"/>
          </a:xfrm>
          <a:prstGeom prst="ellipse">
            <a:avLst/>
          </a:prstGeom>
          <a:solidFill>
            <a:srgbClr val="7F8C97">
              <a:alpha val="48000"/>
            </a:srgbClr>
          </a:solidFill>
          <a:ln w="0">
            <a:noFill/>
            <a:prstDash val="solid"/>
          </a:ln>
        </p:spPr>
      </p:sp>
      <p:sp>
        <p:nvSpPr>
          <p:cNvPr id="963" name="01_find_only_962">
            <a:extLst>
              <a:ext uri="{FF2B5EF4-FFF2-40B4-BE49-F238E27FC236}">
                <a16:creationId xmlns:a16="http://schemas.microsoft.com/office/drawing/2014/main" id="{B32C40BF-6218-43F8-B419-7E57B22E46D9}"/>
              </a:ext>
            </a:extLst>
          </p:cNvPr>
          <p:cNvSpPr>
            <a:spLocks noGrp="1"/>
          </p:cNvSpPr>
          <p:nvPr/>
        </p:nvSpPr>
        <p:spPr>
          <a:xfrm>
            <a:off x="3162737" y="2855402"/>
            <a:ext cx="28398" cy="28398"/>
          </a:xfrm>
          <a:prstGeom prst="ellipse">
            <a:avLst/>
          </a:prstGeom>
          <a:solidFill>
            <a:srgbClr val="7F8C97">
              <a:alpha val="48000"/>
            </a:srgbClr>
          </a:solidFill>
          <a:ln w="0">
            <a:noFill/>
            <a:prstDash val="solid"/>
          </a:ln>
        </p:spPr>
      </p:sp>
      <p:sp>
        <p:nvSpPr>
          <p:cNvPr id="964" name="01_find_only_963">
            <a:extLst>
              <a:ext uri="{FF2B5EF4-FFF2-40B4-BE49-F238E27FC236}">
                <a16:creationId xmlns:a16="http://schemas.microsoft.com/office/drawing/2014/main" id="{CAE7BE4E-D177-4A0E-9CED-FB99D3D6F776}"/>
              </a:ext>
            </a:extLst>
          </p:cNvPr>
          <p:cNvSpPr>
            <a:spLocks noGrp="1"/>
          </p:cNvSpPr>
          <p:nvPr/>
        </p:nvSpPr>
        <p:spPr>
          <a:xfrm>
            <a:off x="3215006" y="2855402"/>
            <a:ext cx="28398" cy="28398"/>
          </a:xfrm>
          <a:prstGeom prst="ellipse">
            <a:avLst/>
          </a:prstGeom>
          <a:solidFill>
            <a:srgbClr val="7F8C97">
              <a:alpha val="48000"/>
            </a:srgbClr>
          </a:solidFill>
          <a:ln w="0">
            <a:noFill/>
            <a:prstDash val="solid"/>
          </a:ln>
        </p:spPr>
      </p:sp>
      <p:sp>
        <p:nvSpPr>
          <p:cNvPr id="965" name="01_find_only_964">
            <a:extLst>
              <a:ext uri="{FF2B5EF4-FFF2-40B4-BE49-F238E27FC236}">
                <a16:creationId xmlns:a16="http://schemas.microsoft.com/office/drawing/2014/main" id="{2031DFD0-106E-4F75-94C2-5CE51DB506D1}"/>
              </a:ext>
            </a:extLst>
          </p:cNvPr>
          <p:cNvSpPr>
            <a:spLocks noGrp="1"/>
          </p:cNvSpPr>
          <p:nvPr/>
        </p:nvSpPr>
        <p:spPr>
          <a:xfrm>
            <a:off x="3147094" y="3207629"/>
            <a:ext cx="28398" cy="28398"/>
          </a:xfrm>
          <a:prstGeom prst="ellipse">
            <a:avLst/>
          </a:prstGeom>
          <a:solidFill>
            <a:srgbClr val="7F8C97">
              <a:alpha val="48000"/>
            </a:srgbClr>
          </a:solidFill>
          <a:ln w="0">
            <a:noFill/>
            <a:prstDash val="solid"/>
          </a:ln>
        </p:spPr>
      </p:sp>
      <p:sp>
        <p:nvSpPr>
          <p:cNvPr id="966" name="01_find_only_965">
            <a:extLst>
              <a:ext uri="{FF2B5EF4-FFF2-40B4-BE49-F238E27FC236}">
                <a16:creationId xmlns:a16="http://schemas.microsoft.com/office/drawing/2014/main" id="{44D489DE-729F-4EA3-BA2A-5128C5B2D34A}"/>
              </a:ext>
            </a:extLst>
          </p:cNvPr>
          <p:cNvSpPr>
            <a:spLocks noGrp="1"/>
          </p:cNvSpPr>
          <p:nvPr/>
        </p:nvSpPr>
        <p:spPr>
          <a:xfrm>
            <a:off x="3165217" y="3279912"/>
            <a:ext cx="28398" cy="28398"/>
          </a:xfrm>
          <a:prstGeom prst="ellipse">
            <a:avLst/>
          </a:prstGeom>
          <a:solidFill>
            <a:srgbClr val="7F8C97">
              <a:alpha val="48000"/>
            </a:srgbClr>
          </a:solidFill>
          <a:ln w="0">
            <a:noFill/>
            <a:prstDash val="solid"/>
          </a:ln>
        </p:spPr>
      </p:sp>
      <p:sp>
        <p:nvSpPr>
          <p:cNvPr id="967" name="01_find_only_966">
            <a:extLst>
              <a:ext uri="{FF2B5EF4-FFF2-40B4-BE49-F238E27FC236}">
                <a16:creationId xmlns:a16="http://schemas.microsoft.com/office/drawing/2014/main" id="{322F6911-1AA2-4C04-9F42-BF8B35FE832E}"/>
              </a:ext>
            </a:extLst>
          </p:cNvPr>
          <p:cNvSpPr>
            <a:spLocks noGrp="1"/>
          </p:cNvSpPr>
          <p:nvPr/>
        </p:nvSpPr>
        <p:spPr>
          <a:xfrm>
            <a:off x="3193640" y="3426009"/>
            <a:ext cx="28398" cy="28398"/>
          </a:xfrm>
          <a:prstGeom prst="ellipse">
            <a:avLst/>
          </a:prstGeom>
          <a:solidFill>
            <a:srgbClr val="7F8C97">
              <a:alpha val="48000"/>
            </a:srgbClr>
          </a:solidFill>
          <a:ln w="0">
            <a:noFill/>
            <a:prstDash val="solid"/>
          </a:ln>
        </p:spPr>
      </p:sp>
      <p:sp>
        <p:nvSpPr>
          <p:cNvPr id="968" name="01_find_only_967">
            <a:extLst>
              <a:ext uri="{FF2B5EF4-FFF2-40B4-BE49-F238E27FC236}">
                <a16:creationId xmlns:a16="http://schemas.microsoft.com/office/drawing/2014/main" id="{80458CD4-D958-4962-A8D3-2C6CD311F984}"/>
              </a:ext>
            </a:extLst>
          </p:cNvPr>
          <p:cNvSpPr>
            <a:spLocks noGrp="1"/>
          </p:cNvSpPr>
          <p:nvPr/>
        </p:nvSpPr>
        <p:spPr>
          <a:xfrm>
            <a:off x="3210714" y="2855402"/>
            <a:ext cx="28398" cy="28398"/>
          </a:xfrm>
          <a:prstGeom prst="ellipse">
            <a:avLst/>
          </a:prstGeom>
          <a:solidFill>
            <a:srgbClr val="7F8C97">
              <a:alpha val="48000"/>
            </a:srgbClr>
          </a:solidFill>
          <a:ln w="0">
            <a:noFill/>
            <a:prstDash val="solid"/>
          </a:ln>
        </p:spPr>
      </p:sp>
      <p:sp>
        <p:nvSpPr>
          <p:cNvPr id="969" name="01_find_only_968">
            <a:extLst>
              <a:ext uri="{FF2B5EF4-FFF2-40B4-BE49-F238E27FC236}">
                <a16:creationId xmlns:a16="http://schemas.microsoft.com/office/drawing/2014/main" id="{4D6B26DF-9649-46C8-BE39-BC8807E62546}"/>
              </a:ext>
            </a:extLst>
          </p:cNvPr>
          <p:cNvSpPr>
            <a:spLocks noGrp="1"/>
          </p:cNvSpPr>
          <p:nvPr/>
        </p:nvSpPr>
        <p:spPr>
          <a:xfrm>
            <a:off x="3219966" y="4123418"/>
            <a:ext cx="28398" cy="28398"/>
          </a:xfrm>
          <a:prstGeom prst="ellipse">
            <a:avLst/>
          </a:prstGeom>
          <a:solidFill>
            <a:srgbClr val="7F8C97">
              <a:alpha val="48000"/>
            </a:srgbClr>
          </a:solidFill>
          <a:ln w="0">
            <a:noFill/>
            <a:prstDash val="solid"/>
          </a:ln>
        </p:spPr>
      </p:sp>
      <p:sp>
        <p:nvSpPr>
          <p:cNvPr id="970" name="01_find_only_969">
            <a:extLst>
              <a:ext uri="{FF2B5EF4-FFF2-40B4-BE49-F238E27FC236}">
                <a16:creationId xmlns:a16="http://schemas.microsoft.com/office/drawing/2014/main" id="{5E49342E-007E-4803-BDA5-3FEEC0D64A33}"/>
              </a:ext>
            </a:extLst>
          </p:cNvPr>
          <p:cNvSpPr>
            <a:spLocks noGrp="1"/>
          </p:cNvSpPr>
          <p:nvPr/>
        </p:nvSpPr>
        <p:spPr>
          <a:xfrm>
            <a:off x="3187059" y="3383742"/>
            <a:ext cx="28398" cy="28398"/>
          </a:xfrm>
          <a:prstGeom prst="ellipse">
            <a:avLst/>
          </a:prstGeom>
          <a:solidFill>
            <a:srgbClr val="7F8C97">
              <a:alpha val="48000"/>
            </a:srgbClr>
          </a:solidFill>
          <a:ln w="0">
            <a:noFill/>
            <a:prstDash val="solid"/>
          </a:ln>
        </p:spPr>
      </p:sp>
      <p:sp>
        <p:nvSpPr>
          <p:cNvPr id="971" name="01_find_only_970">
            <a:extLst>
              <a:ext uri="{FF2B5EF4-FFF2-40B4-BE49-F238E27FC236}">
                <a16:creationId xmlns:a16="http://schemas.microsoft.com/office/drawing/2014/main" id="{7D02946F-7ECC-4A2E-A336-540833F6AB1D}"/>
              </a:ext>
            </a:extLst>
          </p:cNvPr>
          <p:cNvSpPr>
            <a:spLocks noGrp="1"/>
          </p:cNvSpPr>
          <p:nvPr/>
        </p:nvSpPr>
        <p:spPr>
          <a:xfrm>
            <a:off x="3130498" y="3389303"/>
            <a:ext cx="28398" cy="28398"/>
          </a:xfrm>
          <a:prstGeom prst="ellipse">
            <a:avLst/>
          </a:prstGeom>
          <a:solidFill>
            <a:srgbClr val="7F8C97">
              <a:alpha val="48000"/>
            </a:srgbClr>
          </a:solidFill>
          <a:ln w="0">
            <a:noFill/>
            <a:prstDash val="solid"/>
          </a:ln>
        </p:spPr>
      </p:sp>
      <p:sp>
        <p:nvSpPr>
          <p:cNvPr id="972" name="01_find_only_971">
            <a:extLst>
              <a:ext uri="{FF2B5EF4-FFF2-40B4-BE49-F238E27FC236}">
                <a16:creationId xmlns:a16="http://schemas.microsoft.com/office/drawing/2014/main" id="{D3C7485C-C12E-4F4B-8EE8-A741070A97ED}"/>
              </a:ext>
            </a:extLst>
          </p:cNvPr>
          <p:cNvSpPr>
            <a:spLocks noGrp="1"/>
          </p:cNvSpPr>
          <p:nvPr/>
        </p:nvSpPr>
        <p:spPr>
          <a:xfrm>
            <a:off x="3144614" y="3172406"/>
            <a:ext cx="28398" cy="28398"/>
          </a:xfrm>
          <a:prstGeom prst="ellipse">
            <a:avLst/>
          </a:prstGeom>
          <a:solidFill>
            <a:srgbClr val="7F8C97">
              <a:alpha val="48000"/>
            </a:srgbClr>
          </a:solidFill>
          <a:ln w="0">
            <a:noFill/>
            <a:prstDash val="solid"/>
          </a:ln>
        </p:spPr>
      </p:sp>
      <p:sp>
        <p:nvSpPr>
          <p:cNvPr id="973" name="01_find_only_972">
            <a:extLst>
              <a:ext uri="{FF2B5EF4-FFF2-40B4-BE49-F238E27FC236}">
                <a16:creationId xmlns:a16="http://schemas.microsoft.com/office/drawing/2014/main" id="{0A79760B-B3B9-4F8C-8156-990A922ECAE1}"/>
              </a:ext>
            </a:extLst>
          </p:cNvPr>
          <p:cNvSpPr>
            <a:spLocks noGrp="1"/>
          </p:cNvSpPr>
          <p:nvPr/>
        </p:nvSpPr>
        <p:spPr>
          <a:xfrm>
            <a:off x="3150814" y="3489410"/>
            <a:ext cx="28398" cy="28398"/>
          </a:xfrm>
          <a:prstGeom prst="ellipse">
            <a:avLst/>
          </a:prstGeom>
          <a:solidFill>
            <a:srgbClr val="7F8C97">
              <a:alpha val="48000"/>
            </a:srgbClr>
          </a:solidFill>
          <a:ln w="0">
            <a:noFill/>
            <a:prstDash val="solid"/>
          </a:ln>
        </p:spPr>
      </p:sp>
      <p:sp>
        <p:nvSpPr>
          <p:cNvPr id="974" name="01_find_only_973">
            <a:extLst>
              <a:ext uri="{FF2B5EF4-FFF2-40B4-BE49-F238E27FC236}">
                <a16:creationId xmlns:a16="http://schemas.microsoft.com/office/drawing/2014/main" id="{D1079F78-017D-4030-9297-2D3BF78822FE}"/>
              </a:ext>
            </a:extLst>
          </p:cNvPr>
          <p:cNvSpPr>
            <a:spLocks noGrp="1"/>
          </p:cNvSpPr>
          <p:nvPr/>
        </p:nvSpPr>
        <p:spPr>
          <a:xfrm>
            <a:off x="3130307" y="3700746"/>
            <a:ext cx="28398" cy="28398"/>
          </a:xfrm>
          <a:prstGeom prst="ellipse">
            <a:avLst/>
          </a:prstGeom>
          <a:solidFill>
            <a:srgbClr val="7F8C97">
              <a:alpha val="48000"/>
            </a:srgbClr>
          </a:solidFill>
          <a:ln w="0">
            <a:noFill/>
            <a:prstDash val="solid"/>
          </a:ln>
        </p:spPr>
      </p:sp>
      <p:sp>
        <p:nvSpPr>
          <p:cNvPr id="975" name="01_find_only_974">
            <a:extLst>
              <a:ext uri="{FF2B5EF4-FFF2-40B4-BE49-F238E27FC236}">
                <a16:creationId xmlns:a16="http://schemas.microsoft.com/office/drawing/2014/main" id="{8FAFD2E1-81EA-47D1-A7CD-0796BC66FFC5}"/>
              </a:ext>
            </a:extLst>
          </p:cNvPr>
          <p:cNvSpPr>
            <a:spLocks noGrp="1"/>
          </p:cNvSpPr>
          <p:nvPr/>
        </p:nvSpPr>
        <p:spPr>
          <a:xfrm>
            <a:off x="3129735" y="3616211"/>
            <a:ext cx="28398" cy="28398"/>
          </a:xfrm>
          <a:prstGeom prst="ellipse">
            <a:avLst/>
          </a:prstGeom>
          <a:solidFill>
            <a:srgbClr val="7F8C97">
              <a:alpha val="48000"/>
            </a:srgbClr>
          </a:solidFill>
          <a:ln w="0">
            <a:noFill/>
            <a:prstDash val="solid"/>
          </a:ln>
        </p:spPr>
      </p:sp>
      <p:sp>
        <p:nvSpPr>
          <p:cNvPr id="976" name="01_find_only_975">
            <a:extLst>
              <a:ext uri="{FF2B5EF4-FFF2-40B4-BE49-F238E27FC236}">
                <a16:creationId xmlns:a16="http://schemas.microsoft.com/office/drawing/2014/main" id="{F5917130-4E2B-4A50-844C-D5E51615FB13}"/>
              </a:ext>
            </a:extLst>
          </p:cNvPr>
          <p:cNvSpPr>
            <a:spLocks noGrp="1"/>
          </p:cNvSpPr>
          <p:nvPr/>
        </p:nvSpPr>
        <p:spPr>
          <a:xfrm>
            <a:off x="3148239" y="4123418"/>
            <a:ext cx="28398" cy="28398"/>
          </a:xfrm>
          <a:prstGeom prst="ellipse">
            <a:avLst/>
          </a:prstGeom>
          <a:solidFill>
            <a:srgbClr val="7F8C97">
              <a:alpha val="48000"/>
            </a:srgbClr>
          </a:solidFill>
          <a:ln w="0">
            <a:noFill/>
            <a:prstDash val="solid"/>
          </a:ln>
        </p:spPr>
      </p:sp>
      <p:sp>
        <p:nvSpPr>
          <p:cNvPr id="977" name="01_find_only_976">
            <a:extLst>
              <a:ext uri="{FF2B5EF4-FFF2-40B4-BE49-F238E27FC236}">
                <a16:creationId xmlns:a16="http://schemas.microsoft.com/office/drawing/2014/main" id="{1ED1C2CD-29B2-4163-84CE-D3AFCAA49E62}"/>
              </a:ext>
            </a:extLst>
          </p:cNvPr>
          <p:cNvSpPr>
            <a:spLocks noGrp="1"/>
          </p:cNvSpPr>
          <p:nvPr/>
        </p:nvSpPr>
        <p:spPr>
          <a:xfrm>
            <a:off x="3184198" y="3489410"/>
            <a:ext cx="28398" cy="28398"/>
          </a:xfrm>
          <a:prstGeom prst="ellipse">
            <a:avLst/>
          </a:prstGeom>
          <a:solidFill>
            <a:srgbClr val="7F8C97">
              <a:alpha val="48000"/>
            </a:srgbClr>
          </a:solidFill>
          <a:ln w="0">
            <a:noFill/>
            <a:prstDash val="solid"/>
          </a:ln>
        </p:spPr>
      </p:sp>
      <p:sp>
        <p:nvSpPr>
          <p:cNvPr id="978" name="01_find_only_977">
            <a:extLst>
              <a:ext uri="{FF2B5EF4-FFF2-40B4-BE49-F238E27FC236}">
                <a16:creationId xmlns:a16="http://schemas.microsoft.com/office/drawing/2014/main" id="{BD3FD589-1903-4E37-BE01-CD5B206A6D02}"/>
              </a:ext>
            </a:extLst>
          </p:cNvPr>
          <p:cNvSpPr>
            <a:spLocks noGrp="1"/>
          </p:cNvSpPr>
          <p:nvPr/>
        </p:nvSpPr>
        <p:spPr>
          <a:xfrm>
            <a:off x="3143184" y="3278074"/>
            <a:ext cx="28398" cy="28398"/>
          </a:xfrm>
          <a:prstGeom prst="ellipse">
            <a:avLst/>
          </a:prstGeom>
          <a:solidFill>
            <a:srgbClr val="7F8C97">
              <a:alpha val="48000"/>
            </a:srgbClr>
          </a:solidFill>
          <a:ln w="0">
            <a:noFill/>
            <a:prstDash val="solid"/>
          </a:ln>
        </p:spPr>
      </p:sp>
      <p:sp>
        <p:nvSpPr>
          <p:cNvPr id="979" name="01_find_only_978">
            <a:extLst>
              <a:ext uri="{FF2B5EF4-FFF2-40B4-BE49-F238E27FC236}">
                <a16:creationId xmlns:a16="http://schemas.microsoft.com/office/drawing/2014/main" id="{EB7A93DB-53CF-4222-A7FF-BF1DBEC880D9}"/>
              </a:ext>
            </a:extLst>
          </p:cNvPr>
          <p:cNvSpPr>
            <a:spLocks noGrp="1"/>
          </p:cNvSpPr>
          <p:nvPr/>
        </p:nvSpPr>
        <p:spPr>
          <a:xfrm>
            <a:off x="3171798" y="3489410"/>
            <a:ext cx="28398" cy="28398"/>
          </a:xfrm>
          <a:prstGeom prst="ellipse">
            <a:avLst/>
          </a:prstGeom>
          <a:solidFill>
            <a:srgbClr val="7F8C97">
              <a:alpha val="48000"/>
            </a:srgbClr>
          </a:solidFill>
          <a:ln w="0">
            <a:noFill/>
            <a:prstDash val="solid"/>
          </a:ln>
        </p:spPr>
      </p:sp>
      <p:sp>
        <p:nvSpPr>
          <p:cNvPr id="980" name="01_find_only_979">
            <a:extLst>
              <a:ext uri="{FF2B5EF4-FFF2-40B4-BE49-F238E27FC236}">
                <a16:creationId xmlns:a16="http://schemas.microsoft.com/office/drawing/2014/main" id="{A9CB87EF-91CE-48C7-AA56-9EA294F3A29D}"/>
              </a:ext>
            </a:extLst>
          </p:cNvPr>
          <p:cNvSpPr>
            <a:spLocks noGrp="1"/>
          </p:cNvSpPr>
          <p:nvPr/>
        </p:nvSpPr>
        <p:spPr>
          <a:xfrm>
            <a:off x="3161688" y="2855402"/>
            <a:ext cx="28398" cy="28398"/>
          </a:xfrm>
          <a:prstGeom prst="ellipse">
            <a:avLst/>
          </a:prstGeom>
          <a:solidFill>
            <a:srgbClr val="7F8C97">
              <a:alpha val="48000"/>
            </a:srgbClr>
          </a:solidFill>
          <a:ln w="0">
            <a:noFill/>
            <a:prstDash val="solid"/>
          </a:ln>
        </p:spPr>
      </p:sp>
      <p:sp>
        <p:nvSpPr>
          <p:cNvPr id="981" name="01_find_only_980">
            <a:extLst>
              <a:ext uri="{FF2B5EF4-FFF2-40B4-BE49-F238E27FC236}">
                <a16:creationId xmlns:a16="http://schemas.microsoft.com/office/drawing/2014/main" id="{36DBAE76-CA3C-487A-8602-00FBF8DB7355}"/>
              </a:ext>
            </a:extLst>
          </p:cNvPr>
          <p:cNvSpPr>
            <a:spLocks noGrp="1"/>
          </p:cNvSpPr>
          <p:nvPr/>
        </p:nvSpPr>
        <p:spPr>
          <a:xfrm>
            <a:off x="3208997" y="4123418"/>
            <a:ext cx="28398" cy="28398"/>
          </a:xfrm>
          <a:prstGeom prst="ellipse">
            <a:avLst/>
          </a:prstGeom>
          <a:solidFill>
            <a:srgbClr val="7F8C97">
              <a:alpha val="48000"/>
            </a:srgbClr>
          </a:solidFill>
          <a:ln w="0">
            <a:noFill/>
            <a:prstDash val="solid"/>
          </a:ln>
        </p:spPr>
      </p:sp>
      <p:sp>
        <p:nvSpPr>
          <p:cNvPr id="982" name="01_find_only_981">
            <a:extLst>
              <a:ext uri="{FF2B5EF4-FFF2-40B4-BE49-F238E27FC236}">
                <a16:creationId xmlns:a16="http://schemas.microsoft.com/office/drawing/2014/main" id="{6D934F7F-1657-41F0-8C30-8C200939AA9A}"/>
              </a:ext>
            </a:extLst>
          </p:cNvPr>
          <p:cNvSpPr>
            <a:spLocks noGrp="1"/>
          </p:cNvSpPr>
          <p:nvPr/>
        </p:nvSpPr>
        <p:spPr>
          <a:xfrm>
            <a:off x="3152245" y="4077401"/>
            <a:ext cx="28398" cy="28398"/>
          </a:xfrm>
          <a:prstGeom prst="ellipse">
            <a:avLst/>
          </a:prstGeom>
          <a:solidFill>
            <a:srgbClr val="7F8C97">
              <a:alpha val="48000"/>
            </a:srgbClr>
          </a:solidFill>
          <a:ln w="0">
            <a:noFill/>
            <a:prstDash val="solid"/>
          </a:ln>
        </p:spPr>
      </p:sp>
      <p:sp>
        <p:nvSpPr>
          <p:cNvPr id="983" name="01_find_only_982">
            <a:extLst>
              <a:ext uri="{FF2B5EF4-FFF2-40B4-BE49-F238E27FC236}">
                <a16:creationId xmlns:a16="http://schemas.microsoft.com/office/drawing/2014/main" id="{3825054D-850F-4CEA-872A-7AAE3C6C06E0}"/>
              </a:ext>
            </a:extLst>
          </p:cNvPr>
          <p:cNvSpPr>
            <a:spLocks noGrp="1"/>
          </p:cNvSpPr>
          <p:nvPr/>
        </p:nvSpPr>
        <p:spPr>
          <a:xfrm>
            <a:off x="3191447" y="3278074"/>
            <a:ext cx="28398" cy="28398"/>
          </a:xfrm>
          <a:prstGeom prst="ellipse">
            <a:avLst/>
          </a:prstGeom>
          <a:solidFill>
            <a:srgbClr val="7F8C97">
              <a:alpha val="48000"/>
            </a:srgbClr>
          </a:solidFill>
          <a:ln w="0">
            <a:noFill/>
            <a:prstDash val="solid"/>
          </a:ln>
        </p:spPr>
      </p:sp>
      <p:sp>
        <p:nvSpPr>
          <p:cNvPr id="984" name="01_find_only_983">
            <a:extLst>
              <a:ext uri="{FF2B5EF4-FFF2-40B4-BE49-F238E27FC236}">
                <a16:creationId xmlns:a16="http://schemas.microsoft.com/office/drawing/2014/main" id="{682F361A-A68E-4C0E-A117-4B13A06B1EC9}"/>
              </a:ext>
            </a:extLst>
          </p:cNvPr>
          <p:cNvSpPr>
            <a:spLocks noGrp="1"/>
          </p:cNvSpPr>
          <p:nvPr/>
        </p:nvSpPr>
        <p:spPr>
          <a:xfrm>
            <a:off x="3193831" y="2855402"/>
            <a:ext cx="28398" cy="28398"/>
          </a:xfrm>
          <a:prstGeom prst="ellipse">
            <a:avLst/>
          </a:prstGeom>
          <a:solidFill>
            <a:srgbClr val="7F8C97">
              <a:alpha val="48000"/>
            </a:srgbClr>
          </a:solidFill>
          <a:ln w="0">
            <a:noFill/>
            <a:prstDash val="solid"/>
          </a:ln>
        </p:spPr>
      </p:sp>
      <p:sp>
        <p:nvSpPr>
          <p:cNvPr id="985" name="01_find_only_984">
            <a:extLst>
              <a:ext uri="{FF2B5EF4-FFF2-40B4-BE49-F238E27FC236}">
                <a16:creationId xmlns:a16="http://schemas.microsoft.com/office/drawing/2014/main" id="{D5DB9465-BBB8-4732-81D3-48155F98D0D4}"/>
              </a:ext>
            </a:extLst>
          </p:cNvPr>
          <p:cNvSpPr>
            <a:spLocks noGrp="1"/>
          </p:cNvSpPr>
          <p:nvPr/>
        </p:nvSpPr>
        <p:spPr>
          <a:xfrm>
            <a:off x="3130021" y="3066738"/>
            <a:ext cx="28398" cy="28398"/>
          </a:xfrm>
          <a:prstGeom prst="ellipse">
            <a:avLst/>
          </a:prstGeom>
          <a:solidFill>
            <a:srgbClr val="7F8C97">
              <a:alpha val="48000"/>
            </a:srgbClr>
          </a:solidFill>
          <a:ln w="0">
            <a:noFill/>
            <a:prstDash val="solid"/>
          </a:ln>
        </p:spPr>
      </p:sp>
      <p:sp>
        <p:nvSpPr>
          <p:cNvPr id="986" name="01_find_only_985">
            <a:extLst>
              <a:ext uri="{FF2B5EF4-FFF2-40B4-BE49-F238E27FC236}">
                <a16:creationId xmlns:a16="http://schemas.microsoft.com/office/drawing/2014/main" id="{9DE5FA11-90A1-4DC1-9BCE-9604895F647C}"/>
              </a:ext>
            </a:extLst>
          </p:cNvPr>
          <p:cNvSpPr>
            <a:spLocks noGrp="1"/>
          </p:cNvSpPr>
          <p:nvPr/>
        </p:nvSpPr>
        <p:spPr>
          <a:xfrm>
            <a:off x="3207757" y="2855402"/>
            <a:ext cx="28398" cy="28398"/>
          </a:xfrm>
          <a:prstGeom prst="ellipse">
            <a:avLst/>
          </a:prstGeom>
          <a:solidFill>
            <a:srgbClr val="7F8C97">
              <a:alpha val="48000"/>
            </a:srgbClr>
          </a:solidFill>
          <a:ln w="0">
            <a:noFill/>
            <a:prstDash val="solid"/>
          </a:ln>
        </p:spPr>
      </p:sp>
      <p:sp>
        <p:nvSpPr>
          <p:cNvPr id="987" name="01_find_only_986">
            <a:extLst>
              <a:ext uri="{FF2B5EF4-FFF2-40B4-BE49-F238E27FC236}">
                <a16:creationId xmlns:a16="http://schemas.microsoft.com/office/drawing/2014/main" id="{CBF0E98B-CDBF-4C58-9063-FCAC0F5B258E}"/>
              </a:ext>
            </a:extLst>
          </p:cNvPr>
          <p:cNvSpPr>
            <a:spLocks noGrp="1"/>
          </p:cNvSpPr>
          <p:nvPr/>
        </p:nvSpPr>
        <p:spPr>
          <a:xfrm>
            <a:off x="3127732" y="4123418"/>
            <a:ext cx="28398" cy="28398"/>
          </a:xfrm>
          <a:prstGeom prst="ellipse">
            <a:avLst/>
          </a:prstGeom>
          <a:solidFill>
            <a:srgbClr val="7F8C97">
              <a:alpha val="48000"/>
            </a:srgbClr>
          </a:solidFill>
          <a:ln w="0">
            <a:noFill/>
            <a:prstDash val="solid"/>
          </a:ln>
        </p:spPr>
      </p:sp>
      <p:sp>
        <p:nvSpPr>
          <p:cNvPr id="988" name="01_find_only_987">
            <a:extLst>
              <a:ext uri="{FF2B5EF4-FFF2-40B4-BE49-F238E27FC236}">
                <a16:creationId xmlns:a16="http://schemas.microsoft.com/office/drawing/2014/main" id="{376C4EB1-2EDB-4BE0-83C8-9698B10D9D8D}"/>
              </a:ext>
            </a:extLst>
          </p:cNvPr>
          <p:cNvSpPr>
            <a:spLocks noGrp="1"/>
          </p:cNvSpPr>
          <p:nvPr/>
        </p:nvSpPr>
        <p:spPr>
          <a:xfrm>
            <a:off x="3207566" y="3806414"/>
            <a:ext cx="28398" cy="28398"/>
          </a:xfrm>
          <a:prstGeom prst="ellipse">
            <a:avLst/>
          </a:prstGeom>
          <a:solidFill>
            <a:srgbClr val="7F8C97">
              <a:alpha val="48000"/>
            </a:srgbClr>
          </a:solidFill>
          <a:ln w="0">
            <a:noFill/>
            <a:prstDash val="solid"/>
          </a:ln>
        </p:spPr>
      </p:sp>
      <p:sp>
        <p:nvSpPr>
          <p:cNvPr id="989" name="01_find_only_988">
            <a:extLst>
              <a:ext uri="{FF2B5EF4-FFF2-40B4-BE49-F238E27FC236}">
                <a16:creationId xmlns:a16="http://schemas.microsoft.com/office/drawing/2014/main" id="{AF4C4555-77DF-4518-8896-DEB062BA7A05}"/>
              </a:ext>
            </a:extLst>
          </p:cNvPr>
          <p:cNvSpPr>
            <a:spLocks noGrp="1"/>
          </p:cNvSpPr>
          <p:nvPr/>
        </p:nvSpPr>
        <p:spPr>
          <a:xfrm>
            <a:off x="3216818" y="2855402"/>
            <a:ext cx="28398" cy="28398"/>
          </a:xfrm>
          <a:prstGeom prst="ellipse">
            <a:avLst/>
          </a:prstGeom>
          <a:solidFill>
            <a:srgbClr val="7F8C97">
              <a:alpha val="48000"/>
            </a:srgbClr>
          </a:solidFill>
          <a:ln w="0">
            <a:noFill/>
            <a:prstDash val="solid"/>
          </a:ln>
        </p:spPr>
      </p:sp>
      <p:sp>
        <p:nvSpPr>
          <p:cNvPr id="990" name="01_find_only_989">
            <a:extLst>
              <a:ext uri="{FF2B5EF4-FFF2-40B4-BE49-F238E27FC236}">
                <a16:creationId xmlns:a16="http://schemas.microsoft.com/office/drawing/2014/main" id="{3CF49011-13BA-4D42-A0C3-7DB45BB0FA4F}"/>
              </a:ext>
            </a:extLst>
          </p:cNvPr>
          <p:cNvSpPr>
            <a:spLocks noGrp="1"/>
          </p:cNvSpPr>
          <p:nvPr/>
        </p:nvSpPr>
        <p:spPr>
          <a:xfrm>
            <a:off x="3184770" y="2855402"/>
            <a:ext cx="28398" cy="28398"/>
          </a:xfrm>
          <a:prstGeom prst="ellipse">
            <a:avLst/>
          </a:prstGeom>
          <a:solidFill>
            <a:srgbClr val="7F8C97">
              <a:alpha val="48000"/>
            </a:srgbClr>
          </a:solidFill>
          <a:ln w="0">
            <a:noFill/>
            <a:prstDash val="solid"/>
          </a:ln>
        </p:spPr>
      </p:sp>
      <p:sp>
        <p:nvSpPr>
          <p:cNvPr id="991" name="01_find_only_990">
            <a:extLst>
              <a:ext uri="{FF2B5EF4-FFF2-40B4-BE49-F238E27FC236}">
                <a16:creationId xmlns:a16="http://schemas.microsoft.com/office/drawing/2014/main" id="{1534A6FD-B899-447C-8A80-6BC202FD5B51}"/>
              </a:ext>
            </a:extLst>
          </p:cNvPr>
          <p:cNvSpPr>
            <a:spLocks noGrp="1"/>
          </p:cNvSpPr>
          <p:nvPr/>
        </p:nvSpPr>
        <p:spPr>
          <a:xfrm>
            <a:off x="3156155" y="2855402"/>
            <a:ext cx="28398" cy="28398"/>
          </a:xfrm>
          <a:prstGeom prst="ellipse">
            <a:avLst/>
          </a:prstGeom>
          <a:solidFill>
            <a:srgbClr val="7F8C97">
              <a:alpha val="48000"/>
            </a:srgbClr>
          </a:solidFill>
          <a:ln w="0">
            <a:noFill/>
            <a:prstDash val="solid"/>
          </a:ln>
        </p:spPr>
      </p:sp>
      <p:sp>
        <p:nvSpPr>
          <p:cNvPr id="992" name="01_find_only_991">
            <a:extLst>
              <a:ext uri="{FF2B5EF4-FFF2-40B4-BE49-F238E27FC236}">
                <a16:creationId xmlns:a16="http://schemas.microsoft.com/office/drawing/2014/main" id="{B934E15D-1AF0-4AF1-B0E1-B77207520944}"/>
              </a:ext>
            </a:extLst>
          </p:cNvPr>
          <p:cNvSpPr>
            <a:spLocks noGrp="1"/>
          </p:cNvSpPr>
          <p:nvPr/>
        </p:nvSpPr>
        <p:spPr>
          <a:xfrm>
            <a:off x="3196120" y="2855402"/>
            <a:ext cx="28398" cy="28398"/>
          </a:xfrm>
          <a:prstGeom prst="ellipse">
            <a:avLst/>
          </a:prstGeom>
          <a:solidFill>
            <a:srgbClr val="7F8C97">
              <a:alpha val="48000"/>
            </a:srgbClr>
          </a:solidFill>
          <a:ln w="0">
            <a:noFill/>
            <a:prstDash val="solid"/>
          </a:ln>
        </p:spPr>
      </p:sp>
      <p:sp>
        <p:nvSpPr>
          <p:cNvPr id="993" name="01_find_only_992">
            <a:extLst>
              <a:ext uri="{FF2B5EF4-FFF2-40B4-BE49-F238E27FC236}">
                <a16:creationId xmlns:a16="http://schemas.microsoft.com/office/drawing/2014/main" id="{823F041E-5199-4ACF-9CD0-EE87415C1A59}"/>
              </a:ext>
            </a:extLst>
          </p:cNvPr>
          <p:cNvSpPr>
            <a:spLocks noGrp="1"/>
          </p:cNvSpPr>
          <p:nvPr/>
        </p:nvSpPr>
        <p:spPr>
          <a:xfrm>
            <a:off x="3147571" y="2855402"/>
            <a:ext cx="28398" cy="28398"/>
          </a:xfrm>
          <a:prstGeom prst="ellipse">
            <a:avLst/>
          </a:prstGeom>
          <a:solidFill>
            <a:srgbClr val="7F8C97">
              <a:alpha val="48000"/>
            </a:srgbClr>
          </a:solidFill>
          <a:ln w="0">
            <a:noFill/>
            <a:prstDash val="solid"/>
          </a:ln>
        </p:spPr>
      </p:sp>
      <p:sp>
        <p:nvSpPr>
          <p:cNvPr id="994" name="01_find_only_993">
            <a:extLst>
              <a:ext uri="{FF2B5EF4-FFF2-40B4-BE49-F238E27FC236}">
                <a16:creationId xmlns:a16="http://schemas.microsoft.com/office/drawing/2014/main" id="{D08984F9-62CE-4A92-A2CC-2595DE7978D6}"/>
              </a:ext>
            </a:extLst>
          </p:cNvPr>
          <p:cNvSpPr>
            <a:spLocks noGrp="1"/>
          </p:cNvSpPr>
          <p:nvPr/>
        </p:nvSpPr>
        <p:spPr>
          <a:xfrm>
            <a:off x="3172084" y="3806414"/>
            <a:ext cx="28398" cy="28398"/>
          </a:xfrm>
          <a:prstGeom prst="ellipse">
            <a:avLst/>
          </a:prstGeom>
          <a:solidFill>
            <a:srgbClr val="7F8C97">
              <a:alpha val="48000"/>
            </a:srgbClr>
          </a:solidFill>
          <a:ln w="0">
            <a:noFill/>
            <a:prstDash val="solid"/>
          </a:ln>
        </p:spPr>
      </p:sp>
      <p:sp>
        <p:nvSpPr>
          <p:cNvPr id="995" name="01_find_only_994">
            <a:extLst>
              <a:ext uri="{FF2B5EF4-FFF2-40B4-BE49-F238E27FC236}">
                <a16:creationId xmlns:a16="http://schemas.microsoft.com/office/drawing/2014/main" id="{2311F126-EDEF-4C3A-A106-68D3D94D862C}"/>
              </a:ext>
            </a:extLst>
          </p:cNvPr>
          <p:cNvSpPr>
            <a:spLocks noGrp="1"/>
          </p:cNvSpPr>
          <p:nvPr/>
        </p:nvSpPr>
        <p:spPr>
          <a:xfrm>
            <a:off x="3172084" y="3489410"/>
            <a:ext cx="28398" cy="28398"/>
          </a:xfrm>
          <a:prstGeom prst="ellipse">
            <a:avLst/>
          </a:prstGeom>
          <a:solidFill>
            <a:srgbClr val="7F8C97">
              <a:alpha val="48000"/>
            </a:srgbClr>
          </a:solidFill>
          <a:ln w="0">
            <a:noFill/>
            <a:prstDash val="solid"/>
          </a:ln>
        </p:spPr>
      </p:sp>
      <p:sp>
        <p:nvSpPr>
          <p:cNvPr id="996" name="01_find_only_995">
            <a:extLst>
              <a:ext uri="{FF2B5EF4-FFF2-40B4-BE49-F238E27FC236}">
                <a16:creationId xmlns:a16="http://schemas.microsoft.com/office/drawing/2014/main" id="{6A0350C5-38F9-4D47-AD6D-237E432ED4D4}"/>
              </a:ext>
            </a:extLst>
          </p:cNvPr>
          <p:cNvSpPr>
            <a:spLocks noGrp="1"/>
          </p:cNvSpPr>
          <p:nvPr/>
        </p:nvSpPr>
        <p:spPr>
          <a:xfrm>
            <a:off x="3143470" y="3398837"/>
            <a:ext cx="28398" cy="28398"/>
          </a:xfrm>
          <a:prstGeom prst="ellipse">
            <a:avLst/>
          </a:prstGeom>
          <a:solidFill>
            <a:srgbClr val="7F8C97">
              <a:alpha val="48000"/>
            </a:srgbClr>
          </a:solidFill>
          <a:ln w="0">
            <a:noFill/>
            <a:prstDash val="solid"/>
          </a:ln>
        </p:spPr>
      </p:sp>
      <p:sp>
        <p:nvSpPr>
          <p:cNvPr id="997" name="01_find_only_996">
            <a:extLst>
              <a:ext uri="{FF2B5EF4-FFF2-40B4-BE49-F238E27FC236}">
                <a16:creationId xmlns:a16="http://schemas.microsoft.com/office/drawing/2014/main" id="{F00E28F2-B521-458F-8458-6CCE325BA1DB}"/>
              </a:ext>
            </a:extLst>
          </p:cNvPr>
          <p:cNvSpPr>
            <a:spLocks noGrp="1"/>
          </p:cNvSpPr>
          <p:nvPr/>
        </p:nvSpPr>
        <p:spPr>
          <a:xfrm>
            <a:off x="3209951" y="3109005"/>
            <a:ext cx="28398" cy="28398"/>
          </a:xfrm>
          <a:prstGeom prst="ellipse">
            <a:avLst/>
          </a:prstGeom>
          <a:solidFill>
            <a:srgbClr val="7F8C97">
              <a:alpha val="48000"/>
            </a:srgbClr>
          </a:solidFill>
          <a:ln w="0">
            <a:noFill/>
            <a:prstDash val="solid"/>
          </a:ln>
        </p:spPr>
      </p:sp>
      <p:sp>
        <p:nvSpPr>
          <p:cNvPr id="998" name="01_find_only_997">
            <a:extLst>
              <a:ext uri="{FF2B5EF4-FFF2-40B4-BE49-F238E27FC236}">
                <a16:creationId xmlns:a16="http://schemas.microsoft.com/office/drawing/2014/main" id="{3300F388-2DA1-47DC-BCBE-D9B678D348BB}"/>
              </a:ext>
            </a:extLst>
          </p:cNvPr>
          <p:cNvSpPr>
            <a:spLocks noGrp="1"/>
          </p:cNvSpPr>
          <p:nvPr/>
        </p:nvSpPr>
        <p:spPr>
          <a:xfrm>
            <a:off x="3157777" y="3700746"/>
            <a:ext cx="28398" cy="28398"/>
          </a:xfrm>
          <a:prstGeom prst="ellipse">
            <a:avLst/>
          </a:prstGeom>
          <a:solidFill>
            <a:srgbClr val="7F8C97">
              <a:alpha val="48000"/>
            </a:srgbClr>
          </a:solidFill>
          <a:ln w="0">
            <a:noFill/>
            <a:prstDash val="solid"/>
          </a:ln>
        </p:spPr>
      </p:sp>
      <p:sp>
        <p:nvSpPr>
          <p:cNvPr id="999" name="01_find_only_998">
            <a:extLst>
              <a:ext uri="{FF2B5EF4-FFF2-40B4-BE49-F238E27FC236}">
                <a16:creationId xmlns:a16="http://schemas.microsoft.com/office/drawing/2014/main" id="{2BD5E910-592C-418D-8DE6-67FFA3A2C85C}"/>
              </a:ext>
            </a:extLst>
          </p:cNvPr>
          <p:cNvSpPr>
            <a:spLocks noGrp="1"/>
          </p:cNvSpPr>
          <p:nvPr/>
        </p:nvSpPr>
        <p:spPr>
          <a:xfrm>
            <a:off x="3167029" y="3700746"/>
            <a:ext cx="28398" cy="28398"/>
          </a:xfrm>
          <a:prstGeom prst="ellipse">
            <a:avLst/>
          </a:prstGeom>
          <a:solidFill>
            <a:srgbClr val="7F8C97">
              <a:alpha val="48000"/>
            </a:srgbClr>
          </a:solidFill>
          <a:ln w="0">
            <a:noFill/>
            <a:prstDash val="solid"/>
          </a:ln>
        </p:spPr>
      </p:sp>
      <p:sp>
        <p:nvSpPr>
          <p:cNvPr id="1000" name="01_find_only_999">
            <a:extLst>
              <a:ext uri="{FF2B5EF4-FFF2-40B4-BE49-F238E27FC236}">
                <a16:creationId xmlns:a16="http://schemas.microsoft.com/office/drawing/2014/main" id="{4A11D42F-A876-46F3-929F-AE68A42EDDF0}"/>
              </a:ext>
            </a:extLst>
          </p:cNvPr>
          <p:cNvSpPr>
            <a:spLocks noGrp="1"/>
          </p:cNvSpPr>
          <p:nvPr/>
        </p:nvSpPr>
        <p:spPr>
          <a:xfrm>
            <a:off x="3219107" y="3489410"/>
            <a:ext cx="28398" cy="28398"/>
          </a:xfrm>
          <a:prstGeom prst="ellipse">
            <a:avLst/>
          </a:prstGeom>
          <a:solidFill>
            <a:srgbClr val="7F8C97">
              <a:alpha val="48000"/>
            </a:srgbClr>
          </a:solidFill>
          <a:ln w="0">
            <a:noFill/>
            <a:prstDash val="solid"/>
          </a:ln>
        </p:spPr>
      </p:sp>
      <p:sp>
        <p:nvSpPr>
          <p:cNvPr id="1001" name="01_find_only_1000">
            <a:extLst>
              <a:ext uri="{FF2B5EF4-FFF2-40B4-BE49-F238E27FC236}">
                <a16:creationId xmlns:a16="http://schemas.microsoft.com/office/drawing/2014/main" id="{0F061288-D4D3-4C10-AC17-EE1B8DFE94D1}"/>
              </a:ext>
            </a:extLst>
          </p:cNvPr>
          <p:cNvSpPr>
            <a:spLocks noGrp="1"/>
          </p:cNvSpPr>
          <p:nvPr/>
        </p:nvSpPr>
        <p:spPr>
          <a:xfrm>
            <a:off x="3190493" y="4123418"/>
            <a:ext cx="28398" cy="28398"/>
          </a:xfrm>
          <a:prstGeom prst="ellipse">
            <a:avLst/>
          </a:prstGeom>
          <a:solidFill>
            <a:srgbClr val="7F8C97">
              <a:alpha val="48000"/>
            </a:srgbClr>
          </a:solidFill>
          <a:ln w="0">
            <a:noFill/>
            <a:prstDash val="solid"/>
          </a:ln>
        </p:spPr>
      </p:sp>
      <p:sp>
        <p:nvSpPr>
          <p:cNvPr id="1002" name="01_find_only_1001">
            <a:extLst>
              <a:ext uri="{FF2B5EF4-FFF2-40B4-BE49-F238E27FC236}">
                <a16:creationId xmlns:a16="http://schemas.microsoft.com/office/drawing/2014/main" id="{3A7D2C46-2AF0-4366-BD00-9670795D222C}"/>
              </a:ext>
            </a:extLst>
          </p:cNvPr>
          <p:cNvSpPr>
            <a:spLocks noGrp="1"/>
          </p:cNvSpPr>
          <p:nvPr/>
        </p:nvSpPr>
        <p:spPr>
          <a:xfrm>
            <a:off x="3215673" y="3942273"/>
            <a:ext cx="28398" cy="28398"/>
          </a:xfrm>
          <a:prstGeom prst="ellipse">
            <a:avLst/>
          </a:prstGeom>
          <a:solidFill>
            <a:srgbClr val="7F8C97">
              <a:alpha val="48000"/>
            </a:srgbClr>
          </a:solidFill>
          <a:ln w="0">
            <a:noFill/>
            <a:prstDash val="solid"/>
          </a:ln>
        </p:spPr>
      </p:sp>
      <p:sp>
        <p:nvSpPr>
          <p:cNvPr id="1003" name="01_find_only_1002">
            <a:extLst>
              <a:ext uri="{FF2B5EF4-FFF2-40B4-BE49-F238E27FC236}">
                <a16:creationId xmlns:a16="http://schemas.microsoft.com/office/drawing/2014/main" id="{50282A16-A494-440F-BFD8-29F39CCDE07B}"/>
              </a:ext>
            </a:extLst>
          </p:cNvPr>
          <p:cNvSpPr>
            <a:spLocks noGrp="1"/>
          </p:cNvSpPr>
          <p:nvPr/>
        </p:nvSpPr>
        <p:spPr>
          <a:xfrm>
            <a:off x="3131356" y="4123418"/>
            <a:ext cx="28398" cy="28398"/>
          </a:xfrm>
          <a:prstGeom prst="ellipse">
            <a:avLst/>
          </a:prstGeom>
          <a:solidFill>
            <a:srgbClr val="7F8C97">
              <a:alpha val="48000"/>
            </a:srgbClr>
          </a:solidFill>
          <a:ln w="0">
            <a:noFill/>
            <a:prstDash val="solid"/>
          </a:ln>
        </p:spPr>
      </p:sp>
      <p:sp>
        <p:nvSpPr>
          <p:cNvPr id="1004" name="01_find_only_1003">
            <a:extLst>
              <a:ext uri="{FF2B5EF4-FFF2-40B4-BE49-F238E27FC236}">
                <a16:creationId xmlns:a16="http://schemas.microsoft.com/office/drawing/2014/main" id="{7EB82CDA-5FDE-48E0-8848-E80DD7646D88}"/>
              </a:ext>
            </a:extLst>
          </p:cNvPr>
          <p:cNvSpPr>
            <a:spLocks noGrp="1"/>
          </p:cNvSpPr>
          <p:nvPr/>
        </p:nvSpPr>
        <p:spPr>
          <a:xfrm>
            <a:off x="3208615" y="4123418"/>
            <a:ext cx="28398" cy="28398"/>
          </a:xfrm>
          <a:prstGeom prst="ellipse">
            <a:avLst/>
          </a:prstGeom>
          <a:solidFill>
            <a:srgbClr val="7F8C97">
              <a:alpha val="48000"/>
            </a:srgbClr>
          </a:solidFill>
          <a:ln w="0">
            <a:noFill/>
            <a:prstDash val="solid"/>
          </a:ln>
        </p:spPr>
      </p:sp>
      <p:sp>
        <p:nvSpPr>
          <p:cNvPr id="1005" name="01_find_only_1004">
            <a:extLst>
              <a:ext uri="{FF2B5EF4-FFF2-40B4-BE49-F238E27FC236}">
                <a16:creationId xmlns:a16="http://schemas.microsoft.com/office/drawing/2014/main" id="{4415607C-F5B3-4BD9-AA96-38774CB3EADF}"/>
              </a:ext>
            </a:extLst>
          </p:cNvPr>
          <p:cNvSpPr>
            <a:spLocks noGrp="1"/>
          </p:cNvSpPr>
          <p:nvPr/>
        </p:nvSpPr>
        <p:spPr>
          <a:xfrm>
            <a:off x="3196025" y="3278074"/>
            <a:ext cx="28398" cy="28398"/>
          </a:xfrm>
          <a:prstGeom prst="ellipse">
            <a:avLst/>
          </a:prstGeom>
          <a:solidFill>
            <a:srgbClr val="7F8C97">
              <a:alpha val="48000"/>
            </a:srgbClr>
          </a:solidFill>
          <a:ln w="0">
            <a:noFill/>
            <a:prstDash val="solid"/>
          </a:ln>
        </p:spPr>
      </p:sp>
      <p:sp>
        <p:nvSpPr>
          <p:cNvPr id="1006" name="01_find_only_1005">
            <a:extLst>
              <a:ext uri="{FF2B5EF4-FFF2-40B4-BE49-F238E27FC236}">
                <a16:creationId xmlns:a16="http://schemas.microsoft.com/office/drawing/2014/main" id="{E5F77351-6479-49CC-B56D-3081669F72E8}"/>
              </a:ext>
            </a:extLst>
          </p:cNvPr>
          <p:cNvSpPr>
            <a:spLocks noGrp="1"/>
          </p:cNvSpPr>
          <p:nvPr/>
        </p:nvSpPr>
        <p:spPr>
          <a:xfrm>
            <a:off x="3163118" y="2855402"/>
            <a:ext cx="28398" cy="28398"/>
          </a:xfrm>
          <a:prstGeom prst="ellipse">
            <a:avLst/>
          </a:prstGeom>
          <a:solidFill>
            <a:srgbClr val="7F8C97">
              <a:alpha val="48000"/>
            </a:srgbClr>
          </a:solidFill>
          <a:ln w="0">
            <a:noFill/>
            <a:prstDash val="solid"/>
          </a:ln>
        </p:spPr>
      </p:sp>
      <p:sp>
        <p:nvSpPr>
          <p:cNvPr id="1007" name="01_find_only_1006">
            <a:extLst>
              <a:ext uri="{FF2B5EF4-FFF2-40B4-BE49-F238E27FC236}">
                <a16:creationId xmlns:a16="http://schemas.microsoft.com/office/drawing/2014/main" id="{9B44D1D8-3C7E-414C-B233-C49B6C6F98C2}"/>
              </a:ext>
            </a:extLst>
          </p:cNvPr>
          <p:cNvSpPr>
            <a:spLocks noGrp="1"/>
          </p:cNvSpPr>
          <p:nvPr/>
        </p:nvSpPr>
        <p:spPr>
          <a:xfrm>
            <a:off x="3199745" y="3806414"/>
            <a:ext cx="28398" cy="28398"/>
          </a:xfrm>
          <a:prstGeom prst="ellipse">
            <a:avLst/>
          </a:prstGeom>
          <a:solidFill>
            <a:srgbClr val="7F8C97">
              <a:alpha val="48000"/>
            </a:srgbClr>
          </a:solidFill>
          <a:ln w="0">
            <a:noFill/>
            <a:prstDash val="solid"/>
          </a:ln>
        </p:spPr>
      </p:sp>
      <p:sp>
        <p:nvSpPr>
          <p:cNvPr id="1008" name="01_find_only_1007">
            <a:extLst>
              <a:ext uri="{FF2B5EF4-FFF2-40B4-BE49-F238E27FC236}">
                <a16:creationId xmlns:a16="http://schemas.microsoft.com/office/drawing/2014/main" id="{3AA38532-6BAE-4089-8DE9-96675E4677C6}"/>
              </a:ext>
            </a:extLst>
          </p:cNvPr>
          <p:cNvSpPr>
            <a:spLocks noGrp="1"/>
          </p:cNvSpPr>
          <p:nvPr/>
        </p:nvSpPr>
        <p:spPr>
          <a:xfrm>
            <a:off x="3219584" y="3489410"/>
            <a:ext cx="28398" cy="28398"/>
          </a:xfrm>
          <a:prstGeom prst="ellipse">
            <a:avLst/>
          </a:prstGeom>
          <a:solidFill>
            <a:srgbClr val="7F8C97">
              <a:alpha val="48000"/>
            </a:srgbClr>
          </a:solidFill>
          <a:ln w="0">
            <a:noFill/>
            <a:prstDash val="solid"/>
          </a:ln>
        </p:spPr>
      </p:sp>
      <p:sp>
        <p:nvSpPr>
          <p:cNvPr id="1009" name="01_find_only_1008">
            <a:extLst>
              <a:ext uri="{FF2B5EF4-FFF2-40B4-BE49-F238E27FC236}">
                <a16:creationId xmlns:a16="http://schemas.microsoft.com/office/drawing/2014/main" id="{B9E04E84-2F22-4BD3-8381-6F0B573ECDD0}"/>
              </a:ext>
            </a:extLst>
          </p:cNvPr>
          <p:cNvSpPr>
            <a:spLocks noGrp="1"/>
          </p:cNvSpPr>
          <p:nvPr/>
        </p:nvSpPr>
        <p:spPr>
          <a:xfrm>
            <a:off x="3189730" y="3278074"/>
            <a:ext cx="28398" cy="28398"/>
          </a:xfrm>
          <a:prstGeom prst="ellipse">
            <a:avLst/>
          </a:prstGeom>
          <a:solidFill>
            <a:srgbClr val="7F8C97">
              <a:alpha val="48000"/>
            </a:srgbClr>
          </a:solidFill>
          <a:ln w="0">
            <a:noFill/>
            <a:prstDash val="solid"/>
          </a:ln>
        </p:spPr>
      </p:sp>
      <p:sp>
        <p:nvSpPr>
          <p:cNvPr id="1010" name="01_find_only_1009">
            <a:extLst>
              <a:ext uri="{FF2B5EF4-FFF2-40B4-BE49-F238E27FC236}">
                <a16:creationId xmlns:a16="http://schemas.microsoft.com/office/drawing/2014/main" id="{4886D9DD-4410-4C8C-9C87-CC9ED16BA377}"/>
              </a:ext>
            </a:extLst>
          </p:cNvPr>
          <p:cNvSpPr>
            <a:spLocks noGrp="1"/>
          </p:cNvSpPr>
          <p:nvPr/>
        </p:nvSpPr>
        <p:spPr>
          <a:xfrm>
            <a:off x="3197074" y="2855402"/>
            <a:ext cx="28398" cy="28398"/>
          </a:xfrm>
          <a:prstGeom prst="ellipse">
            <a:avLst/>
          </a:prstGeom>
          <a:solidFill>
            <a:srgbClr val="7F8C97">
              <a:alpha val="48000"/>
            </a:srgbClr>
          </a:solidFill>
          <a:ln w="0">
            <a:noFill/>
            <a:prstDash val="solid"/>
          </a:ln>
        </p:spPr>
      </p:sp>
      <p:sp>
        <p:nvSpPr>
          <p:cNvPr id="1011" name="01_find_only_1010">
            <a:extLst>
              <a:ext uri="{FF2B5EF4-FFF2-40B4-BE49-F238E27FC236}">
                <a16:creationId xmlns:a16="http://schemas.microsoft.com/office/drawing/2014/main" id="{8AFB7F69-67FA-4436-9A01-F6B04167C33C}"/>
              </a:ext>
            </a:extLst>
          </p:cNvPr>
          <p:cNvSpPr>
            <a:spLocks noGrp="1"/>
          </p:cNvSpPr>
          <p:nvPr/>
        </p:nvSpPr>
        <p:spPr>
          <a:xfrm>
            <a:off x="3196216" y="3841637"/>
            <a:ext cx="28398" cy="28398"/>
          </a:xfrm>
          <a:prstGeom prst="ellipse">
            <a:avLst/>
          </a:prstGeom>
          <a:solidFill>
            <a:srgbClr val="7F8C97">
              <a:alpha val="48000"/>
            </a:srgbClr>
          </a:solidFill>
          <a:ln w="0">
            <a:noFill/>
            <a:prstDash val="solid"/>
          </a:ln>
        </p:spPr>
      </p:sp>
      <p:sp>
        <p:nvSpPr>
          <p:cNvPr id="1012" name="01_find_only_1011">
            <a:extLst>
              <a:ext uri="{FF2B5EF4-FFF2-40B4-BE49-F238E27FC236}">
                <a16:creationId xmlns:a16="http://schemas.microsoft.com/office/drawing/2014/main" id="{0DEB80B2-5980-4FA8-9E01-CAC487B89218}"/>
              </a:ext>
            </a:extLst>
          </p:cNvPr>
          <p:cNvSpPr>
            <a:spLocks noGrp="1"/>
          </p:cNvSpPr>
          <p:nvPr/>
        </p:nvSpPr>
        <p:spPr>
          <a:xfrm>
            <a:off x="3180955" y="3278074"/>
            <a:ext cx="28398" cy="28398"/>
          </a:xfrm>
          <a:prstGeom prst="ellipse">
            <a:avLst/>
          </a:prstGeom>
          <a:solidFill>
            <a:srgbClr val="7F8C97">
              <a:alpha val="48000"/>
            </a:srgbClr>
          </a:solidFill>
          <a:ln w="0">
            <a:noFill/>
            <a:prstDash val="solid"/>
          </a:ln>
        </p:spPr>
      </p:sp>
      <p:sp>
        <p:nvSpPr>
          <p:cNvPr id="1013" name="01_find_only_1012">
            <a:extLst>
              <a:ext uri="{FF2B5EF4-FFF2-40B4-BE49-F238E27FC236}">
                <a16:creationId xmlns:a16="http://schemas.microsoft.com/office/drawing/2014/main" id="{0AD985B9-D7E7-4A55-B8EF-29401E150576}"/>
              </a:ext>
            </a:extLst>
          </p:cNvPr>
          <p:cNvSpPr>
            <a:spLocks noGrp="1"/>
          </p:cNvSpPr>
          <p:nvPr/>
        </p:nvSpPr>
        <p:spPr>
          <a:xfrm>
            <a:off x="3154343" y="3679612"/>
            <a:ext cx="28398" cy="28398"/>
          </a:xfrm>
          <a:prstGeom prst="ellipse">
            <a:avLst/>
          </a:prstGeom>
          <a:solidFill>
            <a:srgbClr val="7F8C97">
              <a:alpha val="48000"/>
            </a:srgbClr>
          </a:solidFill>
          <a:ln w="0">
            <a:noFill/>
            <a:prstDash val="solid"/>
          </a:ln>
        </p:spPr>
      </p:sp>
      <p:sp>
        <p:nvSpPr>
          <p:cNvPr id="1014" name="01_find_only_1013">
            <a:extLst>
              <a:ext uri="{FF2B5EF4-FFF2-40B4-BE49-F238E27FC236}">
                <a16:creationId xmlns:a16="http://schemas.microsoft.com/office/drawing/2014/main" id="{CB2D2E4A-94A3-462E-9F0E-732760628688}"/>
              </a:ext>
            </a:extLst>
          </p:cNvPr>
          <p:cNvSpPr>
            <a:spLocks noGrp="1"/>
          </p:cNvSpPr>
          <p:nvPr/>
        </p:nvSpPr>
        <p:spPr>
          <a:xfrm>
            <a:off x="3212907" y="3278074"/>
            <a:ext cx="28398" cy="28398"/>
          </a:xfrm>
          <a:prstGeom prst="ellipse">
            <a:avLst/>
          </a:prstGeom>
          <a:solidFill>
            <a:srgbClr val="7F8C97">
              <a:alpha val="48000"/>
            </a:srgbClr>
          </a:solidFill>
          <a:ln w="0">
            <a:noFill/>
            <a:prstDash val="solid"/>
          </a:ln>
        </p:spPr>
      </p:sp>
      <p:sp>
        <p:nvSpPr>
          <p:cNvPr id="1015" name="01_find_only_1014">
            <a:extLst>
              <a:ext uri="{FF2B5EF4-FFF2-40B4-BE49-F238E27FC236}">
                <a16:creationId xmlns:a16="http://schemas.microsoft.com/office/drawing/2014/main" id="{E50E37A1-4604-4278-99A2-19D7D72173FE}"/>
              </a:ext>
            </a:extLst>
          </p:cNvPr>
          <p:cNvSpPr>
            <a:spLocks noGrp="1"/>
          </p:cNvSpPr>
          <p:nvPr/>
        </p:nvSpPr>
        <p:spPr>
          <a:xfrm>
            <a:off x="3144233" y="3700746"/>
            <a:ext cx="28398" cy="28398"/>
          </a:xfrm>
          <a:prstGeom prst="ellipse">
            <a:avLst/>
          </a:prstGeom>
          <a:solidFill>
            <a:srgbClr val="7F8C97">
              <a:alpha val="48000"/>
            </a:srgbClr>
          </a:solidFill>
          <a:ln w="0">
            <a:noFill/>
            <a:prstDash val="solid"/>
          </a:ln>
        </p:spPr>
      </p:sp>
      <p:sp>
        <p:nvSpPr>
          <p:cNvPr id="1016" name="01_find_only_1015">
            <a:extLst>
              <a:ext uri="{FF2B5EF4-FFF2-40B4-BE49-F238E27FC236}">
                <a16:creationId xmlns:a16="http://schemas.microsoft.com/office/drawing/2014/main" id="{66618620-4702-4D44-939F-E1D72CC07D9A}"/>
              </a:ext>
            </a:extLst>
          </p:cNvPr>
          <p:cNvSpPr>
            <a:spLocks noGrp="1"/>
          </p:cNvSpPr>
          <p:nvPr/>
        </p:nvSpPr>
        <p:spPr>
          <a:xfrm>
            <a:off x="3143470" y="4123418"/>
            <a:ext cx="28398" cy="28398"/>
          </a:xfrm>
          <a:prstGeom prst="ellipse">
            <a:avLst/>
          </a:prstGeom>
          <a:solidFill>
            <a:srgbClr val="7F8C97">
              <a:alpha val="48000"/>
            </a:srgbClr>
          </a:solidFill>
          <a:ln w="0">
            <a:noFill/>
            <a:prstDash val="solid"/>
          </a:ln>
        </p:spPr>
      </p:sp>
      <p:sp>
        <p:nvSpPr>
          <p:cNvPr id="1017" name="01_find_only_1016">
            <a:extLst>
              <a:ext uri="{FF2B5EF4-FFF2-40B4-BE49-F238E27FC236}">
                <a16:creationId xmlns:a16="http://schemas.microsoft.com/office/drawing/2014/main" id="{C84C8719-501C-4F66-B207-A3A2CA759656}"/>
              </a:ext>
            </a:extLst>
          </p:cNvPr>
          <p:cNvSpPr>
            <a:spLocks noGrp="1"/>
          </p:cNvSpPr>
          <p:nvPr/>
        </p:nvSpPr>
        <p:spPr>
          <a:xfrm>
            <a:off x="3147762" y="4123418"/>
            <a:ext cx="28398" cy="28398"/>
          </a:xfrm>
          <a:prstGeom prst="ellipse">
            <a:avLst/>
          </a:prstGeom>
          <a:solidFill>
            <a:srgbClr val="7F8C97">
              <a:alpha val="48000"/>
            </a:srgbClr>
          </a:solidFill>
          <a:ln w="0">
            <a:noFill/>
            <a:prstDash val="solid"/>
          </a:ln>
        </p:spPr>
      </p:sp>
      <p:sp>
        <p:nvSpPr>
          <p:cNvPr id="1018" name="01_find_only_1017">
            <a:extLst>
              <a:ext uri="{FF2B5EF4-FFF2-40B4-BE49-F238E27FC236}">
                <a16:creationId xmlns:a16="http://schemas.microsoft.com/office/drawing/2014/main" id="{2D1E6E79-2127-40DE-85AF-01B9EB55AFDE}"/>
              </a:ext>
            </a:extLst>
          </p:cNvPr>
          <p:cNvSpPr>
            <a:spLocks noGrp="1"/>
          </p:cNvSpPr>
          <p:nvPr/>
        </p:nvSpPr>
        <p:spPr>
          <a:xfrm>
            <a:off x="3214243" y="3700746"/>
            <a:ext cx="28398" cy="28398"/>
          </a:xfrm>
          <a:prstGeom prst="ellipse">
            <a:avLst/>
          </a:prstGeom>
          <a:solidFill>
            <a:srgbClr val="7F8C97">
              <a:alpha val="48000"/>
            </a:srgbClr>
          </a:solidFill>
          <a:ln w="0">
            <a:noFill/>
            <a:prstDash val="solid"/>
          </a:ln>
        </p:spPr>
      </p:sp>
      <p:sp>
        <p:nvSpPr>
          <p:cNvPr id="1019" name="01_find_only_1018">
            <a:extLst>
              <a:ext uri="{FF2B5EF4-FFF2-40B4-BE49-F238E27FC236}">
                <a16:creationId xmlns:a16="http://schemas.microsoft.com/office/drawing/2014/main" id="{1A7FB321-7ED6-4A13-8737-0739D07D576D}"/>
              </a:ext>
            </a:extLst>
          </p:cNvPr>
          <p:cNvSpPr>
            <a:spLocks noGrp="1"/>
          </p:cNvSpPr>
          <p:nvPr/>
        </p:nvSpPr>
        <p:spPr>
          <a:xfrm>
            <a:off x="3204132" y="3635719"/>
            <a:ext cx="28398" cy="28398"/>
          </a:xfrm>
          <a:prstGeom prst="ellipse">
            <a:avLst/>
          </a:prstGeom>
          <a:solidFill>
            <a:srgbClr val="7F8C97">
              <a:alpha val="48000"/>
            </a:srgbClr>
          </a:solidFill>
          <a:ln w="0">
            <a:noFill/>
            <a:prstDash val="solid"/>
          </a:ln>
        </p:spPr>
      </p:sp>
      <p:sp>
        <p:nvSpPr>
          <p:cNvPr id="1020" name="01_find_only_1019">
            <a:extLst>
              <a:ext uri="{FF2B5EF4-FFF2-40B4-BE49-F238E27FC236}">
                <a16:creationId xmlns:a16="http://schemas.microsoft.com/office/drawing/2014/main" id="{A5AF4AAC-5796-40D5-8139-0D9F682BD923}"/>
              </a:ext>
            </a:extLst>
          </p:cNvPr>
          <p:cNvSpPr>
            <a:spLocks noGrp="1"/>
          </p:cNvSpPr>
          <p:nvPr/>
        </p:nvSpPr>
        <p:spPr>
          <a:xfrm>
            <a:off x="3208234" y="2996292"/>
            <a:ext cx="28398" cy="28398"/>
          </a:xfrm>
          <a:prstGeom prst="ellipse">
            <a:avLst/>
          </a:prstGeom>
          <a:solidFill>
            <a:srgbClr val="7F8C97">
              <a:alpha val="48000"/>
            </a:srgbClr>
          </a:solidFill>
          <a:ln w="0">
            <a:noFill/>
            <a:prstDash val="solid"/>
          </a:ln>
        </p:spPr>
      </p:sp>
      <p:sp>
        <p:nvSpPr>
          <p:cNvPr id="1021" name="01_find_only_1020">
            <a:extLst>
              <a:ext uri="{FF2B5EF4-FFF2-40B4-BE49-F238E27FC236}">
                <a16:creationId xmlns:a16="http://schemas.microsoft.com/office/drawing/2014/main" id="{6A415713-5E94-4839-85FF-7F840EB9FFE5}"/>
              </a:ext>
            </a:extLst>
          </p:cNvPr>
          <p:cNvSpPr>
            <a:spLocks noGrp="1"/>
          </p:cNvSpPr>
          <p:nvPr/>
        </p:nvSpPr>
        <p:spPr>
          <a:xfrm>
            <a:off x="3196406" y="2970676"/>
            <a:ext cx="28398" cy="28398"/>
          </a:xfrm>
          <a:prstGeom prst="ellipse">
            <a:avLst/>
          </a:prstGeom>
          <a:solidFill>
            <a:srgbClr val="7F8C97">
              <a:alpha val="48000"/>
            </a:srgbClr>
          </a:solidFill>
          <a:ln w="0">
            <a:noFill/>
            <a:prstDash val="solid"/>
          </a:ln>
        </p:spPr>
      </p:sp>
      <p:sp>
        <p:nvSpPr>
          <p:cNvPr id="1022" name="01_find_only_1021">
            <a:extLst>
              <a:ext uri="{FF2B5EF4-FFF2-40B4-BE49-F238E27FC236}">
                <a16:creationId xmlns:a16="http://schemas.microsoft.com/office/drawing/2014/main" id="{FCF47A4D-09C1-40B7-AB6B-A201C61458DF}"/>
              </a:ext>
            </a:extLst>
          </p:cNvPr>
          <p:cNvSpPr>
            <a:spLocks noGrp="1"/>
          </p:cNvSpPr>
          <p:nvPr/>
        </p:nvSpPr>
        <p:spPr>
          <a:xfrm>
            <a:off x="3203751" y="4123418"/>
            <a:ext cx="28398" cy="28398"/>
          </a:xfrm>
          <a:prstGeom prst="ellipse">
            <a:avLst/>
          </a:prstGeom>
          <a:solidFill>
            <a:srgbClr val="7F8C97">
              <a:alpha val="48000"/>
            </a:srgbClr>
          </a:solidFill>
          <a:ln w="0">
            <a:noFill/>
            <a:prstDash val="solid"/>
          </a:ln>
        </p:spPr>
      </p:sp>
      <p:sp>
        <p:nvSpPr>
          <p:cNvPr id="1023" name="01_find_only_1022">
            <a:extLst>
              <a:ext uri="{FF2B5EF4-FFF2-40B4-BE49-F238E27FC236}">
                <a16:creationId xmlns:a16="http://schemas.microsoft.com/office/drawing/2014/main" id="{3EA44EF4-EC83-4354-B13F-E053BAB6F2BD}"/>
              </a:ext>
            </a:extLst>
          </p:cNvPr>
          <p:cNvSpPr>
            <a:spLocks noGrp="1"/>
          </p:cNvSpPr>
          <p:nvPr/>
        </p:nvSpPr>
        <p:spPr>
          <a:xfrm>
            <a:off x="3211954" y="4123418"/>
            <a:ext cx="28398" cy="28398"/>
          </a:xfrm>
          <a:prstGeom prst="ellipse">
            <a:avLst/>
          </a:prstGeom>
          <a:solidFill>
            <a:srgbClr val="7F8C97">
              <a:alpha val="48000"/>
            </a:srgbClr>
          </a:solidFill>
          <a:ln w="0">
            <a:noFill/>
            <a:prstDash val="solid"/>
          </a:ln>
        </p:spPr>
      </p:sp>
      <p:sp>
        <p:nvSpPr>
          <p:cNvPr id="1024" name="01_find_only_1023">
            <a:extLst>
              <a:ext uri="{FF2B5EF4-FFF2-40B4-BE49-F238E27FC236}">
                <a16:creationId xmlns:a16="http://schemas.microsoft.com/office/drawing/2014/main" id="{ED70816A-48BF-4455-A6F8-8BF11262611F}"/>
              </a:ext>
            </a:extLst>
          </p:cNvPr>
          <p:cNvSpPr>
            <a:spLocks noGrp="1"/>
          </p:cNvSpPr>
          <p:nvPr/>
        </p:nvSpPr>
        <p:spPr>
          <a:xfrm>
            <a:off x="3141944" y="4123418"/>
            <a:ext cx="28398" cy="28398"/>
          </a:xfrm>
          <a:prstGeom prst="ellipse">
            <a:avLst/>
          </a:prstGeom>
          <a:solidFill>
            <a:srgbClr val="7F8C97">
              <a:alpha val="48000"/>
            </a:srgbClr>
          </a:solidFill>
          <a:ln w="0">
            <a:noFill/>
            <a:prstDash val="solid"/>
          </a:ln>
        </p:spPr>
      </p:sp>
      <p:sp>
        <p:nvSpPr>
          <p:cNvPr id="1025" name="01_find_only_1024">
            <a:extLst>
              <a:ext uri="{FF2B5EF4-FFF2-40B4-BE49-F238E27FC236}">
                <a16:creationId xmlns:a16="http://schemas.microsoft.com/office/drawing/2014/main" id="{D8EE44FD-1B02-4309-896A-3BC53D56954E}"/>
              </a:ext>
            </a:extLst>
          </p:cNvPr>
          <p:cNvSpPr>
            <a:spLocks noGrp="1"/>
          </p:cNvSpPr>
          <p:nvPr/>
        </p:nvSpPr>
        <p:spPr>
          <a:xfrm>
            <a:off x="3149479" y="3489410"/>
            <a:ext cx="28398" cy="28398"/>
          </a:xfrm>
          <a:prstGeom prst="ellipse">
            <a:avLst/>
          </a:prstGeom>
          <a:solidFill>
            <a:srgbClr val="7F8C97">
              <a:alpha val="48000"/>
            </a:srgbClr>
          </a:solidFill>
          <a:ln w="0">
            <a:noFill/>
            <a:prstDash val="solid"/>
          </a:ln>
        </p:spPr>
      </p:sp>
      <p:sp>
        <p:nvSpPr>
          <p:cNvPr id="1026" name="01_find_only_1025">
            <a:extLst>
              <a:ext uri="{FF2B5EF4-FFF2-40B4-BE49-F238E27FC236}">
                <a16:creationId xmlns:a16="http://schemas.microsoft.com/office/drawing/2014/main" id="{E121104C-4614-4274-BBFF-010C1FBF46B9}"/>
              </a:ext>
            </a:extLst>
          </p:cNvPr>
          <p:cNvSpPr>
            <a:spLocks noGrp="1"/>
          </p:cNvSpPr>
          <p:nvPr/>
        </p:nvSpPr>
        <p:spPr>
          <a:xfrm>
            <a:off x="3194785" y="3586950"/>
            <a:ext cx="28398" cy="28398"/>
          </a:xfrm>
          <a:prstGeom prst="ellipse">
            <a:avLst/>
          </a:prstGeom>
          <a:solidFill>
            <a:srgbClr val="7F8C97">
              <a:alpha val="48000"/>
            </a:srgbClr>
          </a:solidFill>
          <a:ln w="0">
            <a:noFill/>
            <a:prstDash val="solid"/>
          </a:ln>
        </p:spPr>
      </p:sp>
      <p:sp>
        <p:nvSpPr>
          <p:cNvPr id="1027" name="01_find_only_1026">
            <a:extLst>
              <a:ext uri="{FF2B5EF4-FFF2-40B4-BE49-F238E27FC236}">
                <a16:creationId xmlns:a16="http://schemas.microsoft.com/office/drawing/2014/main" id="{E87A40A6-07B5-4F1B-9065-8F746FB35799}"/>
              </a:ext>
            </a:extLst>
          </p:cNvPr>
          <p:cNvSpPr>
            <a:spLocks noGrp="1"/>
          </p:cNvSpPr>
          <p:nvPr/>
        </p:nvSpPr>
        <p:spPr>
          <a:xfrm>
            <a:off x="3146808" y="2855402"/>
            <a:ext cx="28398" cy="28398"/>
          </a:xfrm>
          <a:prstGeom prst="ellipse">
            <a:avLst/>
          </a:prstGeom>
          <a:solidFill>
            <a:srgbClr val="7F8C97">
              <a:alpha val="48000"/>
            </a:srgbClr>
          </a:solidFill>
          <a:ln w="0">
            <a:noFill/>
            <a:prstDash val="solid"/>
          </a:ln>
        </p:spPr>
      </p:sp>
      <p:sp>
        <p:nvSpPr>
          <p:cNvPr id="1028" name="01_find_only_1027">
            <a:extLst>
              <a:ext uri="{FF2B5EF4-FFF2-40B4-BE49-F238E27FC236}">
                <a16:creationId xmlns:a16="http://schemas.microsoft.com/office/drawing/2014/main" id="{1B2AC527-C231-4020-AE0B-45D454FC4691}"/>
              </a:ext>
            </a:extLst>
          </p:cNvPr>
          <p:cNvSpPr>
            <a:spLocks noGrp="1"/>
          </p:cNvSpPr>
          <p:nvPr/>
        </p:nvSpPr>
        <p:spPr>
          <a:xfrm>
            <a:off x="3156060" y="3314828"/>
            <a:ext cx="28398" cy="28398"/>
          </a:xfrm>
          <a:prstGeom prst="ellipse">
            <a:avLst/>
          </a:prstGeom>
          <a:solidFill>
            <a:srgbClr val="7F8C97">
              <a:alpha val="48000"/>
            </a:srgbClr>
          </a:solidFill>
          <a:ln w="0">
            <a:noFill/>
            <a:prstDash val="solid"/>
          </a:ln>
        </p:spPr>
      </p:sp>
      <p:sp>
        <p:nvSpPr>
          <p:cNvPr id="1029" name="01_find_only_1028">
            <a:extLst>
              <a:ext uri="{FF2B5EF4-FFF2-40B4-BE49-F238E27FC236}">
                <a16:creationId xmlns:a16="http://schemas.microsoft.com/office/drawing/2014/main" id="{9A35F644-EEF2-4A13-9310-E1B6880E5BE4}"/>
              </a:ext>
            </a:extLst>
          </p:cNvPr>
          <p:cNvSpPr>
            <a:spLocks noGrp="1"/>
          </p:cNvSpPr>
          <p:nvPr/>
        </p:nvSpPr>
        <p:spPr>
          <a:xfrm>
            <a:off x="3140417" y="4123418"/>
            <a:ext cx="28398" cy="28398"/>
          </a:xfrm>
          <a:prstGeom prst="ellipse">
            <a:avLst/>
          </a:prstGeom>
          <a:solidFill>
            <a:srgbClr val="7F8C97">
              <a:alpha val="48000"/>
            </a:srgbClr>
          </a:solidFill>
          <a:ln w="0">
            <a:noFill/>
            <a:prstDash val="solid"/>
          </a:ln>
        </p:spPr>
      </p:sp>
      <p:sp>
        <p:nvSpPr>
          <p:cNvPr id="1030" name="01_find_only_1029">
            <a:extLst>
              <a:ext uri="{FF2B5EF4-FFF2-40B4-BE49-F238E27FC236}">
                <a16:creationId xmlns:a16="http://schemas.microsoft.com/office/drawing/2014/main" id="{B8567344-96B8-45A9-B7E6-7F043A62FF8E}"/>
              </a:ext>
            </a:extLst>
          </p:cNvPr>
          <p:cNvSpPr>
            <a:spLocks noGrp="1"/>
          </p:cNvSpPr>
          <p:nvPr/>
        </p:nvSpPr>
        <p:spPr>
          <a:xfrm>
            <a:off x="3150528" y="3727163"/>
            <a:ext cx="28398" cy="28398"/>
          </a:xfrm>
          <a:prstGeom prst="ellipse">
            <a:avLst/>
          </a:prstGeom>
          <a:solidFill>
            <a:srgbClr val="7F8C97">
              <a:alpha val="48000"/>
            </a:srgbClr>
          </a:solidFill>
          <a:ln w="0">
            <a:noFill/>
            <a:prstDash val="solid"/>
          </a:ln>
        </p:spPr>
      </p:sp>
      <p:sp>
        <p:nvSpPr>
          <p:cNvPr id="1031" name="01_find_only_1030">
            <a:extLst>
              <a:ext uri="{FF2B5EF4-FFF2-40B4-BE49-F238E27FC236}">
                <a16:creationId xmlns:a16="http://schemas.microsoft.com/office/drawing/2014/main" id="{366ADC85-B7B0-4147-AE0A-D5DE086CE5A8}"/>
              </a:ext>
            </a:extLst>
          </p:cNvPr>
          <p:cNvSpPr>
            <a:spLocks noGrp="1"/>
          </p:cNvSpPr>
          <p:nvPr/>
        </p:nvSpPr>
        <p:spPr>
          <a:xfrm>
            <a:off x="3154248" y="3761128"/>
            <a:ext cx="28398" cy="28398"/>
          </a:xfrm>
          <a:prstGeom prst="ellipse">
            <a:avLst/>
          </a:prstGeom>
          <a:solidFill>
            <a:srgbClr val="7F8C97">
              <a:alpha val="48000"/>
            </a:srgbClr>
          </a:solidFill>
          <a:ln w="0">
            <a:noFill/>
            <a:prstDash val="solid"/>
          </a:ln>
        </p:spPr>
      </p:sp>
      <p:sp>
        <p:nvSpPr>
          <p:cNvPr id="1032" name="01_find_only_1031">
            <a:extLst>
              <a:ext uri="{FF2B5EF4-FFF2-40B4-BE49-F238E27FC236}">
                <a16:creationId xmlns:a16="http://schemas.microsoft.com/office/drawing/2014/main" id="{26595BF2-1837-4A4C-977A-60566AD1025C}"/>
              </a:ext>
            </a:extLst>
          </p:cNvPr>
          <p:cNvSpPr>
            <a:spLocks noGrp="1"/>
          </p:cNvSpPr>
          <p:nvPr/>
        </p:nvSpPr>
        <p:spPr>
          <a:xfrm>
            <a:off x="3213480" y="3912082"/>
            <a:ext cx="28398" cy="28398"/>
          </a:xfrm>
          <a:prstGeom prst="ellipse">
            <a:avLst/>
          </a:prstGeom>
          <a:solidFill>
            <a:srgbClr val="7F8C97">
              <a:alpha val="48000"/>
            </a:srgbClr>
          </a:solidFill>
          <a:ln w="0">
            <a:noFill/>
            <a:prstDash val="solid"/>
          </a:ln>
        </p:spPr>
      </p:sp>
      <p:sp>
        <p:nvSpPr>
          <p:cNvPr id="1033" name="01_find_only_1032">
            <a:extLst>
              <a:ext uri="{FF2B5EF4-FFF2-40B4-BE49-F238E27FC236}">
                <a16:creationId xmlns:a16="http://schemas.microsoft.com/office/drawing/2014/main" id="{EDBF355C-C3CA-4548-A820-41074895A521}"/>
              </a:ext>
            </a:extLst>
          </p:cNvPr>
          <p:cNvSpPr>
            <a:spLocks noGrp="1"/>
          </p:cNvSpPr>
          <p:nvPr/>
        </p:nvSpPr>
        <p:spPr>
          <a:xfrm>
            <a:off x="3173038" y="3066738"/>
            <a:ext cx="28398" cy="28398"/>
          </a:xfrm>
          <a:prstGeom prst="ellipse">
            <a:avLst/>
          </a:prstGeom>
          <a:solidFill>
            <a:srgbClr val="7F8C97">
              <a:alpha val="48000"/>
            </a:srgbClr>
          </a:solidFill>
          <a:ln w="0">
            <a:noFill/>
            <a:prstDash val="solid"/>
          </a:ln>
        </p:spPr>
      </p:sp>
      <p:sp>
        <p:nvSpPr>
          <p:cNvPr id="1034" name="01_find_only_1033">
            <a:extLst>
              <a:ext uri="{FF2B5EF4-FFF2-40B4-BE49-F238E27FC236}">
                <a16:creationId xmlns:a16="http://schemas.microsoft.com/office/drawing/2014/main" id="{BF0666A9-0967-4738-969B-BD60B4375C39}"/>
              </a:ext>
            </a:extLst>
          </p:cNvPr>
          <p:cNvSpPr>
            <a:spLocks noGrp="1"/>
          </p:cNvSpPr>
          <p:nvPr/>
        </p:nvSpPr>
        <p:spPr>
          <a:xfrm>
            <a:off x="3141944" y="3806414"/>
            <a:ext cx="28398" cy="28398"/>
          </a:xfrm>
          <a:prstGeom prst="ellipse">
            <a:avLst/>
          </a:prstGeom>
          <a:solidFill>
            <a:srgbClr val="7F8C97">
              <a:alpha val="48000"/>
            </a:srgbClr>
          </a:solidFill>
          <a:ln w="0">
            <a:noFill/>
            <a:prstDash val="solid"/>
          </a:ln>
        </p:spPr>
      </p:sp>
      <p:sp>
        <p:nvSpPr>
          <p:cNvPr id="1035" name="01_find_only_1034">
            <a:extLst>
              <a:ext uri="{FF2B5EF4-FFF2-40B4-BE49-F238E27FC236}">
                <a16:creationId xmlns:a16="http://schemas.microsoft.com/office/drawing/2014/main" id="{22EC62D3-07D4-4AF8-BE70-9F66EBCF3E21}"/>
              </a:ext>
            </a:extLst>
          </p:cNvPr>
          <p:cNvSpPr>
            <a:spLocks noGrp="1"/>
          </p:cNvSpPr>
          <p:nvPr/>
        </p:nvSpPr>
        <p:spPr>
          <a:xfrm>
            <a:off x="3155774" y="3172406"/>
            <a:ext cx="28398" cy="28398"/>
          </a:xfrm>
          <a:prstGeom prst="ellipse">
            <a:avLst/>
          </a:prstGeom>
          <a:solidFill>
            <a:srgbClr val="7F8C97">
              <a:alpha val="48000"/>
            </a:srgbClr>
          </a:solidFill>
          <a:ln w="0">
            <a:noFill/>
            <a:prstDash val="solid"/>
          </a:ln>
        </p:spPr>
      </p:sp>
      <p:sp>
        <p:nvSpPr>
          <p:cNvPr id="1036" name="01_find_only_1035">
            <a:extLst>
              <a:ext uri="{FF2B5EF4-FFF2-40B4-BE49-F238E27FC236}">
                <a16:creationId xmlns:a16="http://schemas.microsoft.com/office/drawing/2014/main" id="{B8423B5C-E21B-4C88-AD23-BF6853599FBE}"/>
              </a:ext>
            </a:extLst>
          </p:cNvPr>
          <p:cNvSpPr>
            <a:spLocks noGrp="1"/>
          </p:cNvSpPr>
          <p:nvPr/>
        </p:nvSpPr>
        <p:spPr>
          <a:xfrm>
            <a:off x="3208520" y="3743013"/>
            <a:ext cx="28398" cy="28398"/>
          </a:xfrm>
          <a:prstGeom prst="ellipse">
            <a:avLst/>
          </a:prstGeom>
          <a:solidFill>
            <a:srgbClr val="7F8C97">
              <a:alpha val="48000"/>
            </a:srgbClr>
          </a:solidFill>
          <a:ln w="0">
            <a:noFill/>
            <a:prstDash val="solid"/>
          </a:ln>
        </p:spPr>
      </p:sp>
      <p:sp>
        <p:nvSpPr>
          <p:cNvPr id="1037" name="01_find_only_1036">
            <a:extLst>
              <a:ext uri="{FF2B5EF4-FFF2-40B4-BE49-F238E27FC236}">
                <a16:creationId xmlns:a16="http://schemas.microsoft.com/office/drawing/2014/main" id="{663B896F-9C3D-4A38-B938-60D44CB3BF8A}"/>
              </a:ext>
            </a:extLst>
          </p:cNvPr>
          <p:cNvSpPr>
            <a:spLocks noGrp="1"/>
          </p:cNvSpPr>
          <p:nvPr/>
        </p:nvSpPr>
        <p:spPr>
          <a:xfrm>
            <a:off x="3190493" y="3278074"/>
            <a:ext cx="28398" cy="28398"/>
          </a:xfrm>
          <a:prstGeom prst="ellipse">
            <a:avLst/>
          </a:prstGeom>
          <a:solidFill>
            <a:srgbClr val="7F8C97">
              <a:alpha val="48000"/>
            </a:srgbClr>
          </a:solidFill>
          <a:ln w="0">
            <a:noFill/>
            <a:prstDash val="solid"/>
          </a:ln>
        </p:spPr>
      </p:sp>
      <p:sp>
        <p:nvSpPr>
          <p:cNvPr id="1038" name="01_find_only_1037">
            <a:extLst>
              <a:ext uri="{FF2B5EF4-FFF2-40B4-BE49-F238E27FC236}">
                <a16:creationId xmlns:a16="http://schemas.microsoft.com/office/drawing/2014/main" id="{AC49BA27-CC99-42B6-9ED0-81633F24CEA4}"/>
              </a:ext>
            </a:extLst>
          </p:cNvPr>
          <p:cNvSpPr>
            <a:spLocks noGrp="1"/>
          </p:cNvSpPr>
          <p:nvPr/>
        </p:nvSpPr>
        <p:spPr>
          <a:xfrm>
            <a:off x="3208138" y="3559855"/>
            <a:ext cx="28398" cy="28398"/>
          </a:xfrm>
          <a:prstGeom prst="ellipse">
            <a:avLst/>
          </a:prstGeom>
          <a:solidFill>
            <a:srgbClr val="7F8C97">
              <a:alpha val="48000"/>
            </a:srgbClr>
          </a:solidFill>
          <a:ln w="0">
            <a:noFill/>
            <a:prstDash val="solid"/>
          </a:ln>
        </p:spPr>
      </p:sp>
      <p:sp>
        <p:nvSpPr>
          <p:cNvPr id="1039" name="01_find_only_1038">
            <a:extLst>
              <a:ext uri="{FF2B5EF4-FFF2-40B4-BE49-F238E27FC236}">
                <a16:creationId xmlns:a16="http://schemas.microsoft.com/office/drawing/2014/main" id="{B51A8485-DB1E-4FD8-9166-677A22AD121D}"/>
              </a:ext>
            </a:extLst>
          </p:cNvPr>
          <p:cNvSpPr>
            <a:spLocks noGrp="1"/>
          </p:cNvSpPr>
          <p:nvPr/>
        </p:nvSpPr>
        <p:spPr>
          <a:xfrm>
            <a:off x="3147762" y="3148021"/>
            <a:ext cx="28398" cy="28398"/>
          </a:xfrm>
          <a:prstGeom prst="ellipse">
            <a:avLst/>
          </a:prstGeom>
          <a:solidFill>
            <a:srgbClr val="7F8C97">
              <a:alpha val="48000"/>
            </a:srgbClr>
          </a:solidFill>
          <a:ln w="0">
            <a:noFill/>
            <a:prstDash val="solid"/>
          </a:ln>
        </p:spPr>
      </p:sp>
      <p:sp>
        <p:nvSpPr>
          <p:cNvPr id="1040" name="01_find_only_1039">
            <a:extLst>
              <a:ext uri="{FF2B5EF4-FFF2-40B4-BE49-F238E27FC236}">
                <a16:creationId xmlns:a16="http://schemas.microsoft.com/office/drawing/2014/main" id="{F3073B04-43EC-4ACA-8340-CCB438763F9E}"/>
              </a:ext>
            </a:extLst>
          </p:cNvPr>
          <p:cNvSpPr>
            <a:spLocks noGrp="1"/>
          </p:cNvSpPr>
          <p:nvPr/>
        </p:nvSpPr>
        <p:spPr>
          <a:xfrm>
            <a:off x="3165694" y="3423823"/>
            <a:ext cx="28398" cy="28398"/>
          </a:xfrm>
          <a:prstGeom prst="ellipse">
            <a:avLst/>
          </a:prstGeom>
          <a:solidFill>
            <a:srgbClr val="7F8C97">
              <a:alpha val="48000"/>
            </a:srgbClr>
          </a:solidFill>
          <a:ln w="0">
            <a:noFill/>
            <a:prstDash val="solid"/>
          </a:ln>
        </p:spPr>
      </p:sp>
      <p:sp>
        <p:nvSpPr>
          <p:cNvPr id="1041" name="01_find_only_1040">
            <a:extLst>
              <a:ext uri="{FF2B5EF4-FFF2-40B4-BE49-F238E27FC236}">
                <a16:creationId xmlns:a16="http://schemas.microsoft.com/office/drawing/2014/main" id="{E8A3E5B2-9C72-4D87-9CB1-4367AE1CFB7F}"/>
              </a:ext>
            </a:extLst>
          </p:cNvPr>
          <p:cNvSpPr>
            <a:spLocks noGrp="1"/>
          </p:cNvSpPr>
          <p:nvPr/>
        </p:nvSpPr>
        <p:spPr>
          <a:xfrm>
            <a:off x="3208806" y="3853185"/>
            <a:ext cx="28398" cy="28398"/>
          </a:xfrm>
          <a:prstGeom prst="ellipse">
            <a:avLst/>
          </a:prstGeom>
          <a:solidFill>
            <a:srgbClr val="7F8C97">
              <a:alpha val="48000"/>
            </a:srgbClr>
          </a:solidFill>
          <a:ln w="0">
            <a:noFill/>
            <a:prstDash val="solid"/>
          </a:ln>
        </p:spPr>
      </p:sp>
      <p:sp>
        <p:nvSpPr>
          <p:cNvPr id="1042" name="01_find_only_1041">
            <a:extLst>
              <a:ext uri="{FF2B5EF4-FFF2-40B4-BE49-F238E27FC236}">
                <a16:creationId xmlns:a16="http://schemas.microsoft.com/office/drawing/2014/main" id="{2DBCE5C4-F154-400F-9E07-DBC872CEC934}"/>
              </a:ext>
            </a:extLst>
          </p:cNvPr>
          <p:cNvSpPr>
            <a:spLocks noGrp="1"/>
          </p:cNvSpPr>
          <p:nvPr/>
        </p:nvSpPr>
        <p:spPr>
          <a:xfrm>
            <a:off x="3208901" y="3489410"/>
            <a:ext cx="28398" cy="28398"/>
          </a:xfrm>
          <a:prstGeom prst="ellipse">
            <a:avLst/>
          </a:prstGeom>
          <a:solidFill>
            <a:srgbClr val="7F8C97">
              <a:alpha val="48000"/>
            </a:srgbClr>
          </a:solidFill>
          <a:ln w="0">
            <a:noFill/>
            <a:prstDash val="solid"/>
          </a:ln>
        </p:spPr>
      </p:sp>
      <p:sp>
        <p:nvSpPr>
          <p:cNvPr id="1043" name="01_find_only_1042">
            <a:extLst>
              <a:ext uri="{FF2B5EF4-FFF2-40B4-BE49-F238E27FC236}">
                <a16:creationId xmlns:a16="http://schemas.microsoft.com/office/drawing/2014/main" id="{A1C0DEB9-A495-4343-AE1C-5002927797FB}"/>
              </a:ext>
            </a:extLst>
          </p:cNvPr>
          <p:cNvSpPr>
            <a:spLocks noGrp="1"/>
          </p:cNvSpPr>
          <p:nvPr/>
        </p:nvSpPr>
        <p:spPr>
          <a:xfrm>
            <a:off x="3202988" y="2855402"/>
            <a:ext cx="28398" cy="28398"/>
          </a:xfrm>
          <a:prstGeom prst="ellipse">
            <a:avLst/>
          </a:prstGeom>
          <a:solidFill>
            <a:srgbClr val="7F8C97">
              <a:alpha val="48000"/>
            </a:srgbClr>
          </a:solidFill>
          <a:ln w="0">
            <a:noFill/>
            <a:prstDash val="solid"/>
          </a:ln>
        </p:spPr>
      </p:sp>
      <p:sp>
        <p:nvSpPr>
          <p:cNvPr id="1044" name="01_find_only_1043">
            <a:extLst>
              <a:ext uri="{FF2B5EF4-FFF2-40B4-BE49-F238E27FC236}">
                <a16:creationId xmlns:a16="http://schemas.microsoft.com/office/drawing/2014/main" id="{B5A5C2F0-BB95-47DE-8A6C-3306AD11FAB0}"/>
              </a:ext>
            </a:extLst>
          </p:cNvPr>
          <p:cNvSpPr>
            <a:spLocks noGrp="1"/>
          </p:cNvSpPr>
          <p:nvPr/>
        </p:nvSpPr>
        <p:spPr>
          <a:xfrm>
            <a:off x="3211381" y="3489410"/>
            <a:ext cx="28398" cy="28398"/>
          </a:xfrm>
          <a:prstGeom prst="ellipse">
            <a:avLst/>
          </a:prstGeom>
          <a:solidFill>
            <a:srgbClr val="7F8C97">
              <a:alpha val="48000"/>
            </a:srgbClr>
          </a:solidFill>
          <a:ln w="0">
            <a:noFill/>
            <a:prstDash val="solid"/>
          </a:ln>
        </p:spPr>
      </p:sp>
      <p:sp>
        <p:nvSpPr>
          <p:cNvPr id="1045" name="01_find_only_1044">
            <a:extLst>
              <a:ext uri="{FF2B5EF4-FFF2-40B4-BE49-F238E27FC236}">
                <a16:creationId xmlns:a16="http://schemas.microsoft.com/office/drawing/2014/main" id="{5417F565-F6F2-4174-9A39-FA975E06DA09}"/>
              </a:ext>
            </a:extLst>
          </p:cNvPr>
          <p:cNvSpPr>
            <a:spLocks noGrp="1"/>
          </p:cNvSpPr>
          <p:nvPr/>
        </p:nvSpPr>
        <p:spPr>
          <a:xfrm>
            <a:off x="3156537" y="3362608"/>
            <a:ext cx="28398" cy="28398"/>
          </a:xfrm>
          <a:prstGeom prst="ellipse">
            <a:avLst/>
          </a:prstGeom>
          <a:solidFill>
            <a:srgbClr val="7F8C97">
              <a:alpha val="48000"/>
            </a:srgbClr>
          </a:solidFill>
          <a:ln w="0">
            <a:noFill/>
            <a:prstDash val="solid"/>
          </a:ln>
        </p:spPr>
      </p:sp>
      <p:sp>
        <p:nvSpPr>
          <p:cNvPr id="1046" name="01_find_only_1045">
            <a:extLst>
              <a:ext uri="{FF2B5EF4-FFF2-40B4-BE49-F238E27FC236}">
                <a16:creationId xmlns:a16="http://schemas.microsoft.com/office/drawing/2014/main" id="{30682A0B-231B-4E42-A862-C48FF1A7F0BB}"/>
              </a:ext>
            </a:extLst>
          </p:cNvPr>
          <p:cNvSpPr>
            <a:spLocks noGrp="1"/>
          </p:cNvSpPr>
          <p:nvPr/>
        </p:nvSpPr>
        <p:spPr>
          <a:xfrm>
            <a:off x="3142134" y="3489410"/>
            <a:ext cx="28398" cy="28398"/>
          </a:xfrm>
          <a:prstGeom prst="ellipse">
            <a:avLst/>
          </a:prstGeom>
          <a:solidFill>
            <a:srgbClr val="7F8C97">
              <a:alpha val="48000"/>
            </a:srgbClr>
          </a:solidFill>
          <a:ln w="0">
            <a:noFill/>
            <a:prstDash val="solid"/>
          </a:ln>
        </p:spPr>
      </p:sp>
      <p:sp>
        <p:nvSpPr>
          <p:cNvPr id="1047" name="01_find_only_1046">
            <a:extLst>
              <a:ext uri="{FF2B5EF4-FFF2-40B4-BE49-F238E27FC236}">
                <a16:creationId xmlns:a16="http://schemas.microsoft.com/office/drawing/2014/main" id="{1F9F2B29-B4E9-4CBC-86B6-0AA9FC601246}"/>
              </a:ext>
            </a:extLst>
          </p:cNvPr>
          <p:cNvSpPr>
            <a:spLocks noGrp="1"/>
          </p:cNvSpPr>
          <p:nvPr/>
        </p:nvSpPr>
        <p:spPr>
          <a:xfrm>
            <a:off x="3197646" y="4123418"/>
            <a:ext cx="28398" cy="28398"/>
          </a:xfrm>
          <a:prstGeom prst="ellipse">
            <a:avLst/>
          </a:prstGeom>
          <a:solidFill>
            <a:srgbClr val="7F8C97">
              <a:alpha val="48000"/>
            </a:srgbClr>
          </a:solidFill>
          <a:ln w="0">
            <a:noFill/>
            <a:prstDash val="solid"/>
          </a:ln>
        </p:spPr>
      </p:sp>
      <p:sp>
        <p:nvSpPr>
          <p:cNvPr id="1048" name="01_find_only_1047">
            <a:extLst>
              <a:ext uri="{FF2B5EF4-FFF2-40B4-BE49-F238E27FC236}">
                <a16:creationId xmlns:a16="http://schemas.microsoft.com/office/drawing/2014/main" id="{F038B7C9-6BCE-4223-AC7C-6730FC6F71AC}"/>
              </a:ext>
            </a:extLst>
          </p:cNvPr>
          <p:cNvSpPr>
            <a:spLocks noGrp="1"/>
          </p:cNvSpPr>
          <p:nvPr/>
        </p:nvSpPr>
        <p:spPr>
          <a:xfrm>
            <a:off x="3137651" y="2855402"/>
            <a:ext cx="28398" cy="28398"/>
          </a:xfrm>
          <a:prstGeom prst="ellipse">
            <a:avLst/>
          </a:prstGeom>
          <a:solidFill>
            <a:srgbClr val="7F8C97">
              <a:alpha val="48000"/>
            </a:srgbClr>
          </a:solidFill>
          <a:ln w="0">
            <a:noFill/>
            <a:prstDash val="solid"/>
          </a:ln>
        </p:spPr>
      </p:sp>
      <p:sp>
        <p:nvSpPr>
          <p:cNvPr id="1049" name="01_find_only_1048">
            <a:extLst>
              <a:ext uri="{FF2B5EF4-FFF2-40B4-BE49-F238E27FC236}">
                <a16:creationId xmlns:a16="http://schemas.microsoft.com/office/drawing/2014/main" id="{390CED8A-1603-4CD9-9E49-6597533797BD}"/>
              </a:ext>
            </a:extLst>
          </p:cNvPr>
          <p:cNvSpPr>
            <a:spLocks noGrp="1"/>
          </p:cNvSpPr>
          <p:nvPr/>
        </p:nvSpPr>
        <p:spPr>
          <a:xfrm>
            <a:off x="3143660" y="4123418"/>
            <a:ext cx="28398" cy="28398"/>
          </a:xfrm>
          <a:prstGeom prst="ellipse">
            <a:avLst/>
          </a:prstGeom>
          <a:solidFill>
            <a:srgbClr val="7F8C97">
              <a:alpha val="48000"/>
            </a:srgbClr>
          </a:solidFill>
          <a:ln w="0">
            <a:noFill/>
            <a:prstDash val="solid"/>
          </a:ln>
        </p:spPr>
      </p:sp>
      <p:sp>
        <p:nvSpPr>
          <p:cNvPr id="1050" name="01_find_only_1049">
            <a:extLst>
              <a:ext uri="{FF2B5EF4-FFF2-40B4-BE49-F238E27FC236}">
                <a16:creationId xmlns:a16="http://schemas.microsoft.com/office/drawing/2014/main" id="{58F4A363-474D-4859-8AA9-E1695B089555}"/>
              </a:ext>
            </a:extLst>
          </p:cNvPr>
          <p:cNvSpPr>
            <a:spLocks noGrp="1"/>
          </p:cNvSpPr>
          <p:nvPr/>
        </p:nvSpPr>
        <p:spPr>
          <a:xfrm>
            <a:off x="3200031" y="3330908"/>
            <a:ext cx="28398" cy="28398"/>
          </a:xfrm>
          <a:prstGeom prst="ellipse">
            <a:avLst/>
          </a:prstGeom>
          <a:solidFill>
            <a:srgbClr val="7F8C97">
              <a:alpha val="48000"/>
            </a:srgbClr>
          </a:solidFill>
          <a:ln w="0">
            <a:noFill/>
            <a:prstDash val="solid"/>
          </a:ln>
        </p:spPr>
      </p:sp>
      <p:sp>
        <p:nvSpPr>
          <p:cNvPr id="1051" name="01_find_only_1050">
            <a:extLst>
              <a:ext uri="{FF2B5EF4-FFF2-40B4-BE49-F238E27FC236}">
                <a16:creationId xmlns:a16="http://schemas.microsoft.com/office/drawing/2014/main" id="{534984EE-C940-4A5D-BC18-0334FE1C017F}"/>
              </a:ext>
            </a:extLst>
          </p:cNvPr>
          <p:cNvSpPr>
            <a:spLocks noGrp="1"/>
          </p:cNvSpPr>
          <p:nvPr/>
        </p:nvSpPr>
        <p:spPr>
          <a:xfrm>
            <a:off x="3138510" y="2855402"/>
            <a:ext cx="28398" cy="28398"/>
          </a:xfrm>
          <a:prstGeom prst="ellipse">
            <a:avLst/>
          </a:prstGeom>
          <a:solidFill>
            <a:srgbClr val="7F8C97">
              <a:alpha val="48000"/>
            </a:srgbClr>
          </a:solidFill>
          <a:ln w="0">
            <a:noFill/>
            <a:prstDash val="solid"/>
          </a:ln>
        </p:spPr>
      </p:sp>
      <p:sp>
        <p:nvSpPr>
          <p:cNvPr id="1052" name="01_find_only_1051">
            <a:extLst>
              <a:ext uri="{FF2B5EF4-FFF2-40B4-BE49-F238E27FC236}">
                <a16:creationId xmlns:a16="http://schemas.microsoft.com/office/drawing/2014/main" id="{A0BCA4A0-4895-4AA3-9643-00623DF647B7}"/>
              </a:ext>
            </a:extLst>
          </p:cNvPr>
          <p:cNvSpPr>
            <a:spLocks noGrp="1"/>
          </p:cNvSpPr>
          <p:nvPr/>
        </p:nvSpPr>
        <p:spPr>
          <a:xfrm>
            <a:off x="3218344" y="3489410"/>
            <a:ext cx="28398" cy="28398"/>
          </a:xfrm>
          <a:prstGeom prst="ellipse">
            <a:avLst/>
          </a:prstGeom>
          <a:solidFill>
            <a:srgbClr val="7F8C97">
              <a:alpha val="48000"/>
            </a:srgbClr>
          </a:solidFill>
          <a:ln w="0">
            <a:noFill/>
            <a:prstDash val="solid"/>
          </a:ln>
        </p:spPr>
      </p:sp>
      <p:sp>
        <p:nvSpPr>
          <p:cNvPr id="1053" name="01_find_only_1052">
            <a:extLst>
              <a:ext uri="{FF2B5EF4-FFF2-40B4-BE49-F238E27FC236}">
                <a16:creationId xmlns:a16="http://schemas.microsoft.com/office/drawing/2014/main" id="{671FC14E-4A5E-41FC-B4D2-46AC28A97E84}"/>
              </a:ext>
            </a:extLst>
          </p:cNvPr>
          <p:cNvSpPr>
            <a:spLocks noGrp="1"/>
          </p:cNvSpPr>
          <p:nvPr/>
        </p:nvSpPr>
        <p:spPr>
          <a:xfrm>
            <a:off x="3203751" y="3700746"/>
            <a:ext cx="28398" cy="28398"/>
          </a:xfrm>
          <a:prstGeom prst="ellipse">
            <a:avLst/>
          </a:prstGeom>
          <a:solidFill>
            <a:srgbClr val="7F8C97">
              <a:alpha val="48000"/>
            </a:srgbClr>
          </a:solidFill>
          <a:ln w="0">
            <a:noFill/>
            <a:prstDash val="solid"/>
          </a:ln>
        </p:spPr>
      </p:sp>
      <p:sp>
        <p:nvSpPr>
          <p:cNvPr id="1054" name="01_find_only_1053">
            <a:extLst>
              <a:ext uri="{FF2B5EF4-FFF2-40B4-BE49-F238E27FC236}">
                <a16:creationId xmlns:a16="http://schemas.microsoft.com/office/drawing/2014/main" id="{468DF765-5C80-40B4-9DAE-DABCCB1CA347}"/>
              </a:ext>
            </a:extLst>
          </p:cNvPr>
          <p:cNvSpPr>
            <a:spLocks noGrp="1"/>
          </p:cNvSpPr>
          <p:nvPr/>
        </p:nvSpPr>
        <p:spPr>
          <a:xfrm>
            <a:off x="3169223" y="3489410"/>
            <a:ext cx="28398" cy="28398"/>
          </a:xfrm>
          <a:prstGeom prst="ellipse">
            <a:avLst/>
          </a:prstGeom>
          <a:solidFill>
            <a:srgbClr val="7F8C97">
              <a:alpha val="48000"/>
            </a:srgbClr>
          </a:solidFill>
          <a:ln w="0">
            <a:noFill/>
            <a:prstDash val="solid"/>
          </a:ln>
        </p:spPr>
      </p:sp>
      <p:sp>
        <p:nvSpPr>
          <p:cNvPr id="1055" name="01_find_only_1054">
            <a:extLst>
              <a:ext uri="{FF2B5EF4-FFF2-40B4-BE49-F238E27FC236}">
                <a16:creationId xmlns:a16="http://schemas.microsoft.com/office/drawing/2014/main" id="{841BF906-BB26-4C85-A955-F521682CE975}"/>
              </a:ext>
            </a:extLst>
          </p:cNvPr>
          <p:cNvSpPr>
            <a:spLocks noGrp="1"/>
          </p:cNvSpPr>
          <p:nvPr/>
        </p:nvSpPr>
        <p:spPr>
          <a:xfrm>
            <a:off x="3153103" y="2855402"/>
            <a:ext cx="28398" cy="28398"/>
          </a:xfrm>
          <a:prstGeom prst="ellipse">
            <a:avLst/>
          </a:prstGeom>
          <a:solidFill>
            <a:srgbClr val="7F8C97">
              <a:alpha val="48000"/>
            </a:srgbClr>
          </a:solidFill>
          <a:ln w="0">
            <a:noFill/>
            <a:prstDash val="solid"/>
          </a:ln>
        </p:spPr>
      </p:sp>
      <p:sp>
        <p:nvSpPr>
          <p:cNvPr id="1056" name="01_find_only_1055">
            <a:extLst>
              <a:ext uri="{FF2B5EF4-FFF2-40B4-BE49-F238E27FC236}">
                <a16:creationId xmlns:a16="http://schemas.microsoft.com/office/drawing/2014/main" id="{D7F52177-BA69-4ED5-A18F-54D97E129C31}"/>
              </a:ext>
            </a:extLst>
          </p:cNvPr>
          <p:cNvSpPr>
            <a:spLocks noGrp="1"/>
          </p:cNvSpPr>
          <p:nvPr/>
        </p:nvSpPr>
        <p:spPr>
          <a:xfrm>
            <a:off x="3216913" y="3168997"/>
            <a:ext cx="28398" cy="28398"/>
          </a:xfrm>
          <a:prstGeom prst="ellipse">
            <a:avLst/>
          </a:prstGeom>
          <a:solidFill>
            <a:srgbClr val="7F8C97">
              <a:alpha val="48000"/>
            </a:srgbClr>
          </a:solidFill>
          <a:ln w="0">
            <a:noFill/>
            <a:prstDash val="solid"/>
          </a:ln>
        </p:spPr>
      </p:sp>
      <p:sp>
        <p:nvSpPr>
          <p:cNvPr id="1057" name="01_find_only_1056">
            <a:extLst>
              <a:ext uri="{FF2B5EF4-FFF2-40B4-BE49-F238E27FC236}">
                <a16:creationId xmlns:a16="http://schemas.microsoft.com/office/drawing/2014/main" id="{F7A8B031-144E-48C1-B8FD-32B5318AAA9D}"/>
              </a:ext>
            </a:extLst>
          </p:cNvPr>
          <p:cNvSpPr>
            <a:spLocks noGrp="1"/>
          </p:cNvSpPr>
          <p:nvPr/>
        </p:nvSpPr>
        <p:spPr>
          <a:xfrm>
            <a:off x="3221015" y="3217692"/>
            <a:ext cx="28398" cy="28398"/>
          </a:xfrm>
          <a:prstGeom prst="ellipse">
            <a:avLst/>
          </a:prstGeom>
          <a:solidFill>
            <a:srgbClr val="7F8C97">
              <a:alpha val="48000"/>
            </a:srgbClr>
          </a:solidFill>
          <a:ln w="0">
            <a:noFill/>
            <a:prstDash val="solid"/>
          </a:ln>
        </p:spPr>
      </p:sp>
      <p:sp>
        <p:nvSpPr>
          <p:cNvPr id="1058" name="01_find_only_1057">
            <a:extLst>
              <a:ext uri="{FF2B5EF4-FFF2-40B4-BE49-F238E27FC236}">
                <a16:creationId xmlns:a16="http://schemas.microsoft.com/office/drawing/2014/main" id="{9965F1F5-FC64-406F-A068-EF0A1294194C}"/>
              </a:ext>
            </a:extLst>
          </p:cNvPr>
          <p:cNvSpPr>
            <a:spLocks noGrp="1"/>
          </p:cNvSpPr>
          <p:nvPr/>
        </p:nvSpPr>
        <p:spPr>
          <a:xfrm>
            <a:off x="3186391" y="4123418"/>
            <a:ext cx="28398" cy="28398"/>
          </a:xfrm>
          <a:prstGeom prst="ellipse">
            <a:avLst/>
          </a:prstGeom>
          <a:solidFill>
            <a:srgbClr val="7F8C97">
              <a:alpha val="48000"/>
            </a:srgbClr>
          </a:solidFill>
          <a:ln w="0">
            <a:noFill/>
            <a:prstDash val="solid"/>
          </a:ln>
        </p:spPr>
      </p:sp>
      <p:sp>
        <p:nvSpPr>
          <p:cNvPr id="1059" name="01_find_only_1058">
            <a:extLst>
              <a:ext uri="{FF2B5EF4-FFF2-40B4-BE49-F238E27FC236}">
                <a16:creationId xmlns:a16="http://schemas.microsoft.com/office/drawing/2014/main" id="{33878A90-96CA-426B-A3E1-33BBBDA8E0F5}"/>
              </a:ext>
            </a:extLst>
          </p:cNvPr>
          <p:cNvSpPr>
            <a:spLocks noGrp="1"/>
          </p:cNvSpPr>
          <p:nvPr/>
        </p:nvSpPr>
        <p:spPr>
          <a:xfrm>
            <a:off x="3208138" y="3489410"/>
            <a:ext cx="28398" cy="28398"/>
          </a:xfrm>
          <a:prstGeom prst="ellipse">
            <a:avLst/>
          </a:prstGeom>
          <a:solidFill>
            <a:srgbClr val="7F8C97">
              <a:alpha val="48000"/>
            </a:srgbClr>
          </a:solidFill>
          <a:ln w="0">
            <a:noFill/>
            <a:prstDash val="solid"/>
          </a:ln>
        </p:spPr>
      </p:sp>
      <p:sp>
        <p:nvSpPr>
          <p:cNvPr id="1060" name="01_find_only_1059">
            <a:extLst>
              <a:ext uri="{FF2B5EF4-FFF2-40B4-BE49-F238E27FC236}">
                <a16:creationId xmlns:a16="http://schemas.microsoft.com/office/drawing/2014/main" id="{DCDA06DB-63FD-45BD-8FE7-237F77A56428}"/>
              </a:ext>
            </a:extLst>
          </p:cNvPr>
          <p:cNvSpPr>
            <a:spLocks noGrp="1"/>
          </p:cNvSpPr>
          <p:nvPr/>
        </p:nvSpPr>
        <p:spPr>
          <a:xfrm>
            <a:off x="3141276" y="3109005"/>
            <a:ext cx="28398" cy="28398"/>
          </a:xfrm>
          <a:prstGeom prst="ellipse">
            <a:avLst/>
          </a:prstGeom>
          <a:solidFill>
            <a:srgbClr val="7F8C97">
              <a:alpha val="48000"/>
            </a:srgbClr>
          </a:solidFill>
          <a:ln w="0">
            <a:noFill/>
            <a:prstDash val="solid"/>
          </a:ln>
        </p:spPr>
      </p:sp>
      <p:sp>
        <p:nvSpPr>
          <p:cNvPr id="1061" name="01_find_only_1060">
            <a:extLst>
              <a:ext uri="{FF2B5EF4-FFF2-40B4-BE49-F238E27FC236}">
                <a16:creationId xmlns:a16="http://schemas.microsoft.com/office/drawing/2014/main" id="{192B33B8-DBD0-4872-B30B-31DCF0FE157A}"/>
              </a:ext>
            </a:extLst>
          </p:cNvPr>
          <p:cNvSpPr>
            <a:spLocks noGrp="1"/>
          </p:cNvSpPr>
          <p:nvPr/>
        </p:nvSpPr>
        <p:spPr>
          <a:xfrm>
            <a:off x="3168173" y="2855402"/>
            <a:ext cx="28398" cy="28398"/>
          </a:xfrm>
          <a:prstGeom prst="ellipse">
            <a:avLst/>
          </a:prstGeom>
          <a:solidFill>
            <a:srgbClr val="7F8C97">
              <a:alpha val="48000"/>
            </a:srgbClr>
          </a:solidFill>
          <a:ln w="0">
            <a:noFill/>
            <a:prstDash val="solid"/>
          </a:ln>
        </p:spPr>
      </p:sp>
      <p:sp>
        <p:nvSpPr>
          <p:cNvPr id="1062" name="01_find_only_1061">
            <a:extLst>
              <a:ext uri="{FF2B5EF4-FFF2-40B4-BE49-F238E27FC236}">
                <a16:creationId xmlns:a16="http://schemas.microsoft.com/office/drawing/2014/main" id="{72F4F59C-15EF-4E91-9952-A25C6D88E357}"/>
              </a:ext>
            </a:extLst>
          </p:cNvPr>
          <p:cNvSpPr>
            <a:spLocks noGrp="1"/>
          </p:cNvSpPr>
          <p:nvPr/>
        </p:nvSpPr>
        <p:spPr>
          <a:xfrm>
            <a:off x="3202225" y="3579982"/>
            <a:ext cx="28398" cy="28398"/>
          </a:xfrm>
          <a:prstGeom prst="ellipse">
            <a:avLst/>
          </a:prstGeom>
          <a:solidFill>
            <a:srgbClr val="7F8C97">
              <a:alpha val="48000"/>
            </a:srgbClr>
          </a:solidFill>
          <a:ln w="0">
            <a:noFill/>
            <a:prstDash val="solid"/>
          </a:ln>
        </p:spPr>
      </p:sp>
      <p:sp>
        <p:nvSpPr>
          <p:cNvPr id="1063" name="01_find_only_1062">
            <a:extLst>
              <a:ext uri="{FF2B5EF4-FFF2-40B4-BE49-F238E27FC236}">
                <a16:creationId xmlns:a16="http://schemas.microsoft.com/office/drawing/2014/main" id="{A9390857-50D3-4D98-91B9-05F87E7AF8ED}"/>
              </a:ext>
            </a:extLst>
          </p:cNvPr>
          <p:cNvSpPr>
            <a:spLocks noGrp="1"/>
          </p:cNvSpPr>
          <p:nvPr/>
        </p:nvSpPr>
        <p:spPr>
          <a:xfrm>
            <a:off x="3135458" y="2855402"/>
            <a:ext cx="28398" cy="28398"/>
          </a:xfrm>
          <a:prstGeom prst="ellipse">
            <a:avLst/>
          </a:prstGeom>
          <a:solidFill>
            <a:srgbClr val="7F8C97">
              <a:alpha val="48000"/>
            </a:srgbClr>
          </a:solidFill>
          <a:ln w="0">
            <a:noFill/>
            <a:prstDash val="solid"/>
          </a:ln>
        </p:spPr>
      </p:sp>
      <p:sp>
        <p:nvSpPr>
          <p:cNvPr id="1064" name="01_find_only_1063">
            <a:extLst>
              <a:ext uri="{FF2B5EF4-FFF2-40B4-BE49-F238E27FC236}">
                <a16:creationId xmlns:a16="http://schemas.microsoft.com/office/drawing/2014/main" id="{F0876C2B-9D1D-40C8-8EEA-AD0FFBA22C51}"/>
              </a:ext>
            </a:extLst>
          </p:cNvPr>
          <p:cNvSpPr>
            <a:spLocks noGrp="1"/>
          </p:cNvSpPr>
          <p:nvPr/>
        </p:nvSpPr>
        <p:spPr>
          <a:xfrm>
            <a:off x="3132024" y="3489410"/>
            <a:ext cx="28398" cy="28398"/>
          </a:xfrm>
          <a:prstGeom prst="ellipse">
            <a:avLst/>
          </a:prstGeom>
          <a:solidFill>
            <a:srgbClr val="7F8C97">
              <a:alpha val="48000"/>
            </a:srgbClr>
          </a:solidFill>
          <a:ln w="0">
            <a:noFill/>
            <a:prstDash val="solid"/>
          </a:ln>
        </p:spPr>
      </p:sp>
      <p:sp>
        <p:nvSpPr>
          <p:cNvPr id="1065" name="01_find_only_1064">
            <a:extLst>
              <a:ext uri="{FF2B5EF4-FFF2-40B4-BE49-F238E27FC236}">
                <a16:creationId xmlns:a16="http://schemas.microsoft.com/office/drawing/2014/main" id="{BD92F2C8-9EF4-455C-8951-B5856E806629}"/>
              </a:ext>
            </a:extLst>
          </p:cNvPr>
          <p:cNvSpPr>
            <a:spLocks noGrp="1"/>
          </p:cNvSpPr>
          <p:nvPr/>
        </p:nvSpPr>
        <p:spPr>
          <a:xfrm>
            <a:off x="3188394" y="3278074"/>
            <a:ext cx="28398" cy="28398"/>
          </a:xfrm>
          <a:prstGeom prst="ellipse">
            <a:avLst/>
          </a:prstGeom>
          <a:solidFill>
            <a:srgbClr val="7F8C97">
              <a:alpha val="48000"/>
            </a:srgbClr>
          </a:solidFill>
          <a:ln w="0">
            <a:noFill/>
            <a:prstDash val="solid"/>
          </a:ln>
        </p:spPr>
      </p:sp>
      <p:sp>
        <p:nvSpPr>
          <p:cNvPr id="1066" name="01_find_only_1065">
            <a:extLst>
              <a:ext uri="{FF2B5EF4-FFF2-40B4-BE49-F238E27FC236}">
                <a16:creationId xmlns:a16="http://schemas.microsoft.com/office/drawing/2014/main" id="{1E1B262E-8067-4019-B79B-999D4E2FA57D}"/>
              </a:ext>
            </a:extLst>
          </p:cNvPr>
          <p:cNvSpPr>
            <a:spLocks noGrp="1"/>
          </p:cNvSpPr>
          <p:nvPr/>
        </p:nvSpPr>
        <p:spPr>
          <a:xfrm>
            <a:off x="3216341" y="3278074"/>
            <a:ext cx="28398" cy="28398"/>
          </a:xfrm>
          <a:prstGeom prst="ellipse">
            <a:avLst/>
          </a:prstGeom>
          <a:solidFill>
            <a:srgbClr val="7F8C97">
              <a:alpha val="48000"/>
            </a:srgbClr>
          </a:solidFill>
          <a:ln w="0">
            <a:noFill/>
            <a:prstDash val="solid"/>
          </a:ln>
        </p:spPr>
      </p:sp>
      <p:sp>
        <p:nvSpPr>
          <p:cNvPr id="1067" name="01_find_only_1066">
            <a:extLst>
              <a:ext uri="{FF2B5EF4-FFF2-40B4-BE49-F238E27FC236}">
                <a16:creationId xmlns:a16="http://schemas.microsoft.com/office/drawing/2014/main" id="{F836731B-0E09-4233-934C-BEBE73B75691}"/>
              </a:ext>
            </a:extLst>
          </p:cNvPr>
          <p:cNvSpPr>
            <a:spLocks noGrp="1"/>
          </p:cNvSpPr>
          <p:nvPr/>
        </p:nvSpPr>
        <p:spPr>
          <a:xfrm>
            <a:off x="3127827" y="3489410"/>
            <a:ext cx="28398" cy="28398"/>
          </a:xfrm>
          <a:prstGeom prst="ellipse">
            <a:avLst/>
          </a:prstGeom>
          <a:solidFill>
            <a:srgbClr val="7F8C97">
              <a:alpha val="48000"/>
            </a:srgbClr>
          </a:solidFill>
          <a:ln w="0">
            <a:noFill/>
            <a:prstDash val="solid"/>
          </a:ln>
        </p:spPr>
      </p:sp>
      <p:sp>
        <p:nvSpPr>
          <p:cNvPr id="1068" name="01_find_only_1067">
            <a:extLst>
              <a:ext uri="{FF2B5EF4-FFF2-40B4-BE49-F238E27FC236}">
                <a16:creationId xmlns:a16="http://schemas.microsoft.com/office/drawing/2014/main" id="{42E5130A-F3A8-4C7A-A158-E11C0F4FBC9E}"/>
              </a:ext>
            </a:extLst>
          </p:cNvPr>
          <p:cNvSpPr>
            <a:spLocks noGrp="1"/>
          </p:cNvSpPr>
          <p:nvPr/>
        </p:nvSpPr>
        <p:spPr>
          <a:xfrm>
            <a:off x="3165121" y="3489410"/>
            <a:ext cx="28398" cy="28398"/>
          </a:xfrm>
          <a:prstGeom prst="ellipse">
            <a:avLst/>
          </a:prstGeom>
          <a:solidFill>
            <a:srgbClr val="7F8C97">
              <a:alpha val="48000"/>
            </a:srgbClr>
          </a:solidFill>
          <a:ln w="0">
            <a:noFill/>
            <a:prstDash val="solid"/>
          </a:ln>
        </p:spPr>
      </p:sp>
      <p:sp>
        <p:nvSpPr>
          <p:cNvPr id="1069" name="01_find_only_1068">
            <a:extLst>
              <a:ext uri="{FF2B5EF4-FFF2-40B4-BE49-F238E27FC236}">
                <a16:creationId xmlns:a16="http://schemas.microsoft.com/office/drawing/2014/main" id="{0B42ABCD-8E51-487D-94DE-47195DD292F7}"/>
              </a:ext>
            </a:extLst>
          </p:cNvPr>
          <p:cNvSpPr>
            <a:spLocks noGrp="1"/>
          </p:cNvSpPr>
          <p:nvPr/>
        </p:nvSpPr>
        <p:spPr>
          <a:xfrm>
            <a:off x="3195739" y="4123418"/>
            <a:ext cx="28398" cy="28398"/>
          </a:xfrm>
          <a:prstGeom prst="ellipse">
            <a:avLst/>
          </a:prstGeom>
          <a:solidFill>
            <a:srgbClr val="7F8C97">
              <a:alpha val="48000"/>
            </a:srgbClr>
          </a:solidFill>
          <a:ln w="0">
            <a:noFill/>
            <a:prstDash val="solid"/>
          </a:ln>
        </p:spPr>
      </p:sp>
      <p:sp>
        <p:nvSpPr>
          <p:cNvPr id="1070" name="01_find_only_1069">
            <a:extLst>
              <a:ext uri="{FF2B5EF4-FFF2-40B4-BE49-F238E27FC236}">
                <a16:creationId xmlns:a16="http://schemas.microsoft.com/office/drawing/2014/main" id="{3812386B-FC32-4191-8F3E-C8447F0F90B9}"/>
              </a:ext>
            </a:extLst>
          </p:cNvPr>
          <p:cNvSpPr>
            <a:spLocks noGrp="1"/>
          </p:cNvSpPr>
          <p:nvPr/>
        </p:nvSpPr>
        <p:spPr>
          <a:xfrm>
            <a:off x="3167124" y="4123418"/>
            <a:ext cx="28398" cy="28398"/>
          </a:xfrm>
          <a:prstGeom prst="ellipse">
            <a:avLst/>
          </a:prstGeom>
          <a:solidFill>
            <a:srgbClr val="7F8C97">
              <a:alpha val="48000"/>
            </a:srgbClr>
          </a:solidFill>
          <a:ln w="0">
            <a:noFill/>
            <a:prstDash val="solid"/>
          </a:ln>
        </p:spPr>
      </p:sp>
      <p:sp>
        <p:nvSpPr>
          <p:cNvPr id="1071" name="01_find_only_1070">
            <a:extLst>
              <a:ext uri="{FF2B5EF4-FFF2-40B4-BE49-F238E27FC236}">
                <a16:creationId xmlns:a16="http://schemas.microsoft.com/office/drawing/2014/main" id="{C21C812E-9191-4ECA-847C-9CC6D951B82B}"/>
              </a:ext>
            </a:extLst>
          </p:cNvPr>
          <p:cNvSpPr>
            <a:spLocks noGrp="1"/>
          </p:cNvSpPr>
          <p:nvPr/>
        </p:nvSpPr>
        <p:spPr>
          <a:xfrm>
            <a:off x="3151005" y="3785280"/>
            <a:ext cx="28398" cy="28398"/>
          </a:xfrm>
          <a:prstGeom prst="ellipse">
            <a:avLst/>
          </a:prstGeom>
          <a:solidFill>
            <a:srgbClr val="7F8C97">
              <a:alpha val="48000"/>
            </a:srgbClr>
          </a:solidFill>
          <a:ln w="0">
            <a:noFill/>
            <a:prstDash val="solid"/>
          </a:ln>
        </p:spPr>
      </p:sp>
      <p:sp>
        <p:nvSpPr>
          <p:cNvPr id="1072" name="01_find_only_1071">
            <a:extLst>
              <a:ext uri="{FF2B5EF4-FFF2-40B4-BE49-F238E27FC236}">
                <a16:creationId xmlns:a16="http://schemas.microsoft.com/office/drawing/2014/main" id="{B26EDBAF-67AE-49E4-9402-25EC2A0C4266}"/>
              </a:ext>
            </a:extLst>
          </p:cNvPr>
          <p:cNvSpPr>
            <a:spLocks noGrp="1"/>
          </p:cNvSpPr>
          <p:nvPr/>
        </p:nvSpPr>
        <p:spPr>
          <a:xfrm>
            <a:off x="3188013" y="3700746"/>
            <a:ext cx="28398" cy="28398"/>
          </a:xfrm>
          <a:prstGeom prst="ellipse">
            <a:avLst/>
          </a:prstGeom>
          <a:solidFill>
            <a:srgbClr val="7F8C97">
              <a:alpha val="48000"/>
            </a:srgbClr>
          </a:solidFill>
          <a:ln w="0">
            <a:noFill/>
            <a:prstDash val="solid"/>
          </a:ln>
        </p:spPr>
      </p:sp>
      <p:sp>
        <p:nvSpPr>
          <p:cNvPr id="1073" name="01_find_only_1072">
            <a:extLst>
              <a:ext uri="{FF2B5EF4-FFF2-40B4-BE49-F238E27FC236}">
                <a16:creationId xmlns:a16="http://schemas.microsoft.com/office/drawing/2014/main" id="{88442AC9-10E1-42A9-AF3B-018BD8840FAB}"/>
              </a:ext>
            </a:extLst>
          </p:cNvPr>
          <p:cNvSpPr>
            <a:spLocks noGrp="1"/>
          </p:cNvSpPr>
          <p:nvPr/>
        </p:nvSpPr>
        <p:spPr>
          <a:xfrm>
            <a:off x="3184961" y="3489410"/>
            <a:ext cx="28398" cy="28398"/>
          </a:xfrm>
          <a:prstGeom prst="ellipse">
            <a:avLst/>
          </a:prstGeom>
          <a:solidFill>
            <a:srgbClr val="7F8C97">
              <a:alpha val="48000"/>
            </a:srgbClr>
          </a:solidFill>
          <a:ln w="0">
            <a:noFill/>
            <a:prstDash val="solid"/>
          </a:ln>
        </p:spPr>
      </p:sp>
      <p:sp>
        <p:nvSpPr>
          <p:cNvPr id="1074" name="01_find_only_1073">
            <a:extLst>
              <a:ext uri="{FF2B5EF4-FFF2-40B4-BE49-F238E27FC236}">
                <a16:creationId xmlns:a16="http://schemas.microsoft.com/office/drawing/2014/main" id="{0F7FA416-7C38-465C-BACA-5D1EC8BF9DE4}"/>
              </a:ext>
            </a:extLst>
          </p:cNvPr>
          <p:cNvSpPr>
            <a:spLocks noGrp="1"/>
          </p:cNvSpPr>
          <p:nvPr/>
        </p:nvSpPr>
        <p:spPr>
          <a:xfrm>
            <a:off x="3173419" y="2855402"/>
            <a:ext cx="28398" cy="28398"/>
          </a:xfrm>
          <a:prstGeom prst="ellipse">
            <a:avLst/>
          </a:prstGeom>
          <a:solidFill>
            <a:srgbClr val="7F8C97">
              <a:alpha val="48000"/>
            </a:srgbClr>
          </a:solidFill>
          <a:ln w="0">
            <a:noFill/>
            <a:prstDash val="solid"/>
          </a:ln>
        </p:spPr>
      </p:sp>
      <p:sp>
        <p:nvSpPr>
          <p:cNvPr id="1075" name="01_find_only_1074">
            <a:extLst>
              <a:ext uri="{FF2B5EF4-FFF2-40B4-BE49-F238E27FC236}">
                <a16:creationId xmlns:a16="http://schemas.microsoft.com/office/drawing/2014/main" id="{AAE37275-B7C0-4CF2-B81E-8E4C8450796F}"/>
              </a:ext>
            </a:extLst>
          </p:cNvPr>
          <p:cNvSpPr>
            <a:spLocks noGrp="1"/>
          </p:cNvSpPr>
          <p:nvPr/>
        </p:nvSpPr>
        <p:spPr>
          <a:xfrm>
            <a:off x="3182671" y="2855402"/>
            <a:ext cx="28398" cy="28398"/>
          </a:xfrm>
          <a:prstGeom prst="ellipse">
            <a:avLst/>
          </a:prstGeom>
          <a:solidFill>
            <a:srgbClr val="7F8C97">
              <a:alpha val="48000"/>
            </a:srgbClr>
          </a:solidFill>
          <a:ln w="0">
            <a:noFill/>
            <a:prstDash val="solid"/>
          </a:ln>
        </p:spPr>
      </p:sp>
      <p:sp>
        <p:nvSpPr>
          <p:cNvPr id="1076" name="01_find_only_1075">
            <a:extLst>
              <a:ext uri="{FF2B5EF4-FFF2-40B4-BE49-F238E27FC236}">
                <a16:creationId xmlns:a16="http://schemas.microsoft.com/office/drawing/2014/main" id="{6E6DCC54-61DB-4055-B459-404BCCF0BE8F}"/>
              </a:ext>
            </a:extLst>
          </p:cNvPr>
          <p:cNvSpPr>
            <a:spLocks noGrp="1"/>
          </p:cNvSpPr>
          <p:nvPr/>
        </p:nvSpPr>
        <p:spPr>
          <a:xfrm>
            <a:off x="3155297" y="4123418"/>
            <a:ext cx="28398" cy="28398"/>
          </a:xfrm>
          <a:prstGeom prst="ellipse">
            <a:avLst/>
          </a:prstGeom>
          <a:solidFill>
            <a:srgbClr val="7F8C97">
              <a:alpha val="48000"/>
            </a:srgbClr>
          </a:solidFill>
          <a:ln w="0">
            <a:noFill/>
            <a:prstDash val="solid"/>
          </a:ln>
        </p:spPr>
      </p:sp>
      <p:sp>
        <p:nvSpPr>
          <p:cNvPr id="1077" name="01_find_only_1076">
            <a:extLst>
              <a:ext uri="{FF2B5EF4-FFF2-40B4-BE49-F238E27FC236}">
                <a16:creationId xmlns:a16="http://schemas.microsoft.com/office/drawing/2014/main" id="{351A0482-6D37-43AB-BF01-28E5D465D8B9}"/>
              </a:ext>
            </a:extLst>
          </p:cNvPr>
          <p:cNvSpPr>
            <a:spLocks noGrp="1"/>
          </p:cNvSpPr>
          <p:nvPr/>
        </p:nvSpPr>
        <p:spPr>
          <a:xfrm>
            <a:off x="3176662" y="3489410"/>
            <a:ext cx="28398" cy="28398"/>
          </a:xfrm>
          <a:prstGeom prst="ellipse">
            <a:avLst/>
          </a:prstGeom>
          <a:solidFill>
            <a:srgbClr val="7F8C97">
              <a:alpha val="48000"/>
            </a:srgbClr>
          </a:solidFill>
          <a:ln w="0">
            <a:noFill/>
            <a:prstDash val="solid"/>
          </a:ln>
        </p:spPr>
      </p:sp>
      <p:sp>
        <p:nvSpPr>
          <p:cNvPr id="1078" name="01_find_only_1077">
            <a:extLst>
              <a:ext uri="{FF2B5EF4-FFF2-40B4-BE49-F238E27FC236}">
                <a16:creationId xmlns:a16="http://schemas.microsoft.com/office/drawing/2014/main" id="{550FF756-1AD2-4088-A7CC-C17CAFFDA85D}"/>
              </a:ext>
            </a:extLst>
          </p:cNvPr>
          <p:cNvSpPr>
            <a:spLocks noGrp="1"/>
          </p:cNvSpPr>
          <p:nvPr/>
        </p:nvSpPr>
        <p:spPr>
          <a:xfrm>
            <a:off x="3156251" y="3109005"/>
            <a:ext cx="28398" cy="28398"/>
          </a:xfrm>
          <a:prstGeom prst="ellipse">
            <a:avLst/>
          </a:prstGeom>
          <a:solidFill>
            <a:srgbClr val="7F8C97">
              <a:alpha val="48000"/>
            </a:srgbClr>
          </a:solidFill>
          <a:ln w="0">
            <a:noFill/>
            <a:prstDash val="solid"/>
          </a:ln>
        </p:spPr>
      </p:sp>
      <p:sp>
        <p:nvSpPr>
          <p:cNvPr id="1079" name="01_find_only_1078">
            <a:extLst>
              <a:ext uri="{FF2B5EF4-FFF2-40B4-BE49-F238E27FC236}">
                <a16:creationId xmlns:a16="http://schemas.microsoft.com/office/drawing/2014/main" id="{D015106F-244E-472D-AB14-01D53681FE71}"/>
              </a:ext>
            </a:extLst>
          </p:cNvPr>
          <p:cNvSpPr>
            <a:spLocks noGrp="1"/>
          </p:cNvSpPr>
          <p:nvPr/>
        </p:nvSpPr>
        <p:spPr>
          <a:xfrm>
            <a:off x="3164644" y="3806414"/>
            <a:ext cx="28398" cy="28398"/>
          </a:xfrm>
          <a:prstGeom prst="ellipse">
            <a:avLst/>
          </a:prstGeom>
          <a:solidFill>
            <a:srgbClr val="7F8C97">
              <a:alpha val="48000"/>
            </a:srgbClr>
          </a:solidFill>
          <a:ln w="0">
            <a:noFill/>
            <a:prstDash val="solid"/>
          </a:ln>
        </p:spPr>
      </p:sp>
      <p:sp>
        <p:nvSpPr>
          <p:cNvPr id="1080" name="01_find_only_1079">
            <a:extLst>
              <a:ext uri="{FF2B5EF4-FFF2-40B4-BE49-F238E27FC236}">
                <a16:creationId xmlns:a16="http://schemas.microsoft.com/office/drawing/2014/main" id="{4A48EEC6-2157-4945-88DA-2E6B106B533E}"/>
              </a:ext>
            </a:extLst>
          </p:cNvPr>
          <p:cNvSpPr>
            <a:spLocks noGrp="1"/>
          </p:cNvSpPr>
          <p:nvPr/>
        </p:nvSpPr>
        <p:spPr>
          <a:xfrm>
            <a:off x="3205849" y="4032845"/>
            <a:ext cx="28398" cy="28398"/>
          </a:xfrm>
          <a:prstGeom prst="ellipse">
            <a:avLst/>
          </a:prstGeom>
          <a:solidFill>
            <a:srgbClr val="7F8C97">
              <a:alpha val="48000"/>
            </a:srgbClr>
          </a:solidFill>
          <a:ln w="0">
            <a:noFill/>
            <a:prstDash val="solid"/>
          </a:ln>
        </p:spPr>
      </p:sp>
      <p:sp>
        <p:nvSpPr>
          <p:cNvPr id="1081" name="01_find_only_1080">
            <a:extLst>
              <a:ext uri="{FF2B5EF4-FFF2-40B4-BE49-F238E27FC236}">
                <a16:creationId xmlns:a16="http://schemas.microsoft.com/office/drawing/2014/main" id="{D42FDAE9-5EAE-4E62-AB52-65186B0C8A7C}"/>
              </a:ext>
            </a:extLst>
          </p:cNvPr>
          <p:cNvSpPr>
            <a:spLocks noGrp="1"/>
          </p:cNvSpPr>
          <p:nvPr/>
        </p:nvSpPr>
        <p:spPr>
          <a:xfrm>
            <a:off x="3138319" y="3489410"/>
            <a:ext cx="28398" cy="28398"/>
          </a:xfrm>
          <a:prstGeom prst="ellipse">
            <a:avLst/>
          </a:prstGeom>
          <a:solidFill>
            <a:srgbClr val="7F8C97">
              <a:alpha val="48000"/>
            </a:srgbClr>
          </a:solidFill>
          <a:ln w="0">
            <a:noFill/>
            <a:prstDash val="solid"/>
          </a:ln>
        </p:spPr>
      </p:sp>
      <p:sp>
        <p:nvSpPr>
          <p:cNvPr id="1082" name="01_find_only_1081">
            <a:extLst>
              <a:ext uri="{FF2B5EF4-FFF2-40B4-BE49-F238E27FC236}">
                <a16:creationId xmlns:a16="http://schemas.microsoft.com/office/drawing/2014/main" id="{26273B81-3122-416C-BCD9-601A212DB508}"/>
              </a:ext>
            </a:extLst>
          </p:cNvPr>
          <p:cNvSpPr>
            <a:spLocks noGrp="1"/>
          </p:cNvSpPr>
          <p:nvPr/>
        </p:nvSpPr>
        <p:spPr>
          <a:xfrm>
            <a:off x="3142707" y="3700746"/>
            <a:ext cx="28398" cy="28398"/>
          </a:xfrm>
          <a:prstGeom prst="ellipse">
            <a:avLst/>
          </a:prstGeom>
          <a:solidFill>
            <a:srgbClr val="7F8C97">
              <a:alpha val="48000"/>
            </a:srgbClr>
          </a:solidFill>
          <a:ln w="0">
            <a:noFill/>
            <a:prstDash val="solid"/>
          </a:ln>
        </p:spPr>
      </p:sp>
      <p:sp>
        <p:nvSpPr>
          <p:cNvPr id="1083" name="01_find_only_1082">
            <a:extLst>
              <a:ext uri="{FF2B5EF4-FFF2-40B4-BE49-F238E27FC236}">
                <a16:creationId xmlns:a16="http://schemas.microsoft.com/office/drawing/2014/main" id="{6EF4B5B0-893D-4046-B4DD-DB4E48550B87}"/>
              </a:ext>
            </a:extLst>
          </p:cNvPr>
          <p:cNvSpPr>
            <a:spLocks noGrp="1"/>
          </p:cNvSpPr>
          <p:nvPr/>
        </p:nvSpPr>
        <p:spPr>
          <a:xfrm>
            <a:off x="3182385" y="2855402"/>
            <a:ext cx="28398" cy="28398"/>
          </a:xfrm>
          <a:prstGeom prst="ellipse">
            <a:avLst/>
          </a:prstGeom>
          <a:solidFill>
            <a:srgbClr val="7F8C97">
              <a:alpha val="48000"/>
            </a:srgbClr>
          </a:solidFill>
          <a:ln w="0">
            <a:noFill/>
            <a:prstDash val="solid"/>
          </a:ln>
        </p:spPr>
      </p:sp>
      <p:sp>
        <p:nvSpPr>
          <p:cNvPr id="1084" name="01_find_only_1083">
            <a:extLst>
              <a:ext uri="{FF2B5EF4-FFF2-40B4-BE49-F238E27FC236}">
                <a16:creationId xmlns:a16="http://schemas.microsoft.com/office/drawing/2014/main" id="{265E2C89-D552-4A11-A914-C35A3D496BBB}"/>
              </a:ext>
            </a:extLst>
          </p:cNvPr>
          <p:cNvSpPr>
            <a:spLocks noGrp="1"/>
          </p:cNvSpPr>
          <p:nvPr/>
        </p:nvSpPr>
        <p:spPr>
          <a:xfrm>
            <a:off x="3181527" y="3278074"/>
            <a:ext cx="28398" cy="28398"/>
          </a:xfrm>
          <a:prstGeom prst="ellipse">
            <a:avLst/>
          </a:prstGeom>
          <a:solidFill>
            <a:srgbClr val="7F8C97">
              <a:alpha val="48000"/>
            </a:srgbClr>
          </a:solidFill>
          <a:ln w="0">
            <a:noFill/>
            <a:prstDash val="solid"/>
          </a:ln>
        </p:spPr>
      </p:sp>
      <p:sp>
        <p:nvSpPr>
          <p:cNvPr id="1085" name="01_find_only_1084">
            <a:extLst>
              <a:ext uri="{FF2B5EF4-FFF2-40B4-BE49-F238E27FC236}">
                <a16:creationId xmlns:a16="http://schemas.microsoft.com/office/drawing/2014/main" id="{BB9B41B8-316D-41FC-9CCA-A0BB4E83E0B1}"/>
              </a:ext>
            </a:extLst>
          </p:cNvPr>
          <p:cNvSpPr>
            <a:spLocks noGrp="1"/>
          </p:cNvSpPr>
          <p:nvPr/>
        </p:nvSpPr>
        <p:spPr>
          <a:xfrm>
            <a:off x="3212526" y="3489410"/>
            <a:ext cx="28398" cy="28398"/>
          </a:xfrm>
          <a:prstGeom prst="ellipse">
            <a:avLst/>
          </a:prstGeom>
          <a:solidFill>
            <a:srgbClr val="7F8C97">
              <a:alpha val="48000"/>
            </a:srgbClr>
          </a:solidFill>
          <a:ln w="0">
            <a:noFill/>
            <a:prstDash val="solid"/>
          </a:ln>
        </p:spPr>
      </p:sp>
      <p:sp>
        <p:nvSpPr>
          <p:cNvPr id="1086" name="01_find_only_1085">
            <a:extLst>
              <a:ext uri="{FF2B5EF4-FFF2-40B4-BE49-F238E27FC236}">
                <a16:creationId xmlns:a16="http://schemas.microsoft.com/office/drawing/2014/main" id="{D5CCEC74-6C2B-44A6-A4FB-F484352C1372}"/>
              </a:ext>
            </a:extLst>
          </p:cNvPr>
          <p:cNvSpPr>
            <a:spLocks noGrp="1"/>
          </p:cNvSpPr>
          <p:nvPr/>
        </p:nvSpPr>
        <p:spPr>
          <a:xfrm>
            <a:off x="3198123" y="3489410"/>
            <a:ext cx="28398" cy="28398"/>
          </a:xfrm>
          <a:prstGeom prst="ellipse">
            <a:avLst/>
          </a:prstGeom>
          <a:solidFill>
            <a:srgbClr val="7F8C97">
              <a:alpha val="48000"/>
            </a:srgbClr>
          </a:solidFill>
          <a:ln w="0">
            <a:noFill/>
            <a:prstDash val="solid"/>
          </a:ln>
        </p:spPr>
      </p:sp>
      <p:sp>
        <p:nvSpPr>
          <p:cNvPr id="1087" name="01_find_only_1086">
            <a:extLst>
              <a:ext uri="{FF2B5EF4-FFF2-40B4-BE49-F238E27FC236}">
                <a16:creationId xmlns:a16="http://schemas.microsoft.com/office/drawing/2014/main" id="{B485F006-8544-4650-800E-376E0B1D5CE1}"/>
              </a:ext>
            </a:extLst>
          </p:cNvPr>
          <p:cNvSpPr>
            <a:spLocks noGrp="1"/>
          </p:cNvSpPr>
          <p:nvPr/>
        </p:nvSpPr>
        <p:spPr>
          <a:xfrm>
            <a:off x="3139273" y="4123418"/>
            <a:ext cx="28398" cy="28398"/>
          </a:xfrm>
          <a:prstGeom prst="ellipse">
            <a:avLst/>
          </a:prstGeom>
          <a:solidFill>
            <a:srgbClr val="7F8C97">
              <a:alpha val="48000"/>
            </a:srgbClr>
          </a:solidFill>
          <a:ln w="0">
            <a:noFill/>
            <a:prstDash val="solid"/>
          </a:ln>
        </p:spPr>
      </p:sp>
      <p:sp>
        <p:nvSpPr>
          <p:cNvPr id="1088" name="01_find_only_1087">
            <a:extLst>
              <a:ext uri="{FF2B5EF4-FFF2-40B4-BE49-F238E27FC236}">
                <a16:creationId xmlns:a16="http://schemas.microsoft.com/office/drawing/2014/main" id="{F0FAE3F4-343F-466A-917D-93932CA6BBCB}"/>
              </a:ext>
            </a:extLst>
          </p:cNvPr>
          <p:cNvSpPr>
            <a:spLocks noGrp="1"/>
          </p:cNvSpPr>
          <p:nvPr/>
        </p:nvSpPr>
        <p:spPr>
          <a:xfrm>
            <a:off x="3153103" y="3579982"/>
            <a:ext cx="28398" cy="28398"/>
          </a:xfrm>
          <a:prstGeom prst="ellipse">
            <a:avLst/>
          </a:prstGeom>
          <a:solidFill>
            <a:srgbClr val="7F8C97">
              <a:alpha val="48000"/>
            </a:srgbClr>
          </a:solidFill>
          <a:ln w="0">
            <a:noFill/>
            <a:prstDash val="solid"/>
          </a:ln>
        </p:spPr>
      </p:sp>
      <p:sp>
        <p:nvSpPr>
          <p:cNvPr id="1089" name="01_find_only_1088">
            <a:extLst>
              <a:ext uri="{FF2B5EF4-FFF2-40B4-BE49-F238E27FC236}">
                <a16:creationId xmlns:a16="http://schemas.microsoft.com/office/drawing/2014/main" id="{763D83A7-F25B-49F4-8438-3B4019025675}"/>
              </a:ext>
            </a:extLst>
          </p:cNvPr>
          <p:cNvSpPr>
            <a:spLocks noGrp="1"/>
          </p:cNvSpPr>
          <p:nvPr/>
        </p:nvSpPr>
        <p:spPr>
          <a:xfrm>
            <a:off x="3190970" y="3489410"/>
            <a:ext cx="28398" cy="28398"/>
          </a:xfrm>
          <a:prstGeom prst="ellipse">
            <a:avLst/>
          </a:prstGeom>
          <a:solidFill>
            <a:srgbClr val="7F8C97">
              <a:alpha val="48000"/>
            </a:srgbClr>
          </a:solidFill>
          <a:ln w="0">
            <a:noFill/>
            <a:prstDash val="solid"/>
          </a:ln>
        </p:spPr>
      </p:sp>
      <p:sp>
        <p:nvSpPr>
          <p:cNvPr id="1090" name="01_find_only_1089">
            <a:extLst>
              <a:ext uri="{FF2B5EF4-FFF2-40B4-BE49-F238E27FC236}">
                <a16:creationId xmlns:a16="http://schemas.microsoft.com/office/drawing/2014/main" id="{CA4C1234-EA56-4462-9244-1C7CF896AB69}"/>
              </a:ext>
            </a:extLst>
          </p:cNvPr>
          <p:cNvSpPr>
            <a:spLocks noGrp="1"/>
          </p:cNvSpPr>
          <p:nvPr/>
        </p:nvSpPr>
        <p:spPr>
          <a:xfrm>
            <a:off x="3133741" y="2855402"/>
            <a:ext cx="28398" cy="28398"/>
          </a:xfrm>
          <a:prstGeom prst="ellipse">
            <a:avLst/>
          </a:prstGeom>
          <a:solidFill>
            <a:srgbClr val="7F8C97">
              <a:alpha val="48000"/>
            </a:srgbClr>
          </a:solidFill>
          <a:ln w="0">
            <a:noFill/>
            <a:prstDash val="solid"/>
          </a:ln>
        </p:spPr>
      </p:sp>
      <p:sp>
        <p:nvSpPr>
          <p:cNvPr id="1091" name="01_find_only_1090">
            <a:extLst>
              <a:ext uri="{FF2B5EF4-FFF2-40B4-BE49-F238E27FC236}">
                <a16:creationId xmlns:a16="http://schemas.microsoft.com/office/drawing/2014/main" id="{ABEDDF5B-B2E9-460E-AB27-7C2A07376F8B}"/>
              </a:ext>
            </a:extLst>
          </p:cNvPr>
          <p:cNvSpPr>
            <a:spLocks noGrp="1"/>
          </p:cNvSpPr>
          <p:nvPr/>
        </p:nvSpPr>
        <p:spPr>
          <a:xfrm>
            <a:off x="3200031" y="3278074"/>
            <a:ext cx="28398" cy="28398"/>
          </a:xfrm>
          <a:prstGeom prst="ellipse">
            <a:avLst/>
          </a:prstGeom>
          <a:solidFill>
            <a:srgbClr val="7F8C97">
              <a:alpha val="48000"/>
            </a:srgbClr>
          </a:solidFill>
          <a:ln w="0">
            <a:noFill/>
            <a:prstDash val="solid"/>
          </a:ln>
        </p:spPr>
      </p:sp>
      <p:sp>
        <p:nvSpPr>
          <p:cNvPr id="1092" name="01_find_only_1091">
            <a:extLst>
              <a:ext uri="{FF2B5EF4-FFF2-40B4-BE49-F238E27FC236}">
                <a16:creationId xmlns:a16="http://schemas.microsoft.com/office/drawing/2014/main" id="{8446E2FB-ACDF-438B-B782-74A693D792C9}"/>
              </a:ext>
            </a:extLst>
          </p:cNvPr>
          <p:cNvSpPr>
            <a:spLocks noGrp="1"/>
          </p:cNvSpPr>
          <p:nvPr/>
        </p:nvSpPr>
        <p:spPr>
          <a:xfrm>
            <a:off x="3203274" y="2855402"/>
            <a:ext cx="28398" cy="28398"/>
          </a:xfrm>
          <a:prstGeom prst="ellipse">
            <a:avLst/>
          </a:prstGeom>
          <a:solidFill>
            <a:srgbClr val="7F8C97">
              <a:alpha val="48000"/>
            </a:srgbClr>
          </a:solidFill>
          <a:ln w="0">
            <a:noFill/>
            <a:prstDash val="solid"/>
          </a:ln>
        </p:spPr>
      </p:sp>
      <p:sp>
        <p:nvSpPr>
          <p:cNvPr id="1093" name="01_find_only_1092">
            <a:extLst>
              <a:ext uri="{FF2B5EF4-FFF2-40B4-BE49-F238E27FC236}">
                <a16:creationId xmlns:a16="http://schemas.microsoft.com/office/drawing/2014/main" id="{7F1BCE23-6D2D-4CD6-83BE-978CAF801349}"/>
              </a:ext>
            </a:extLst>
          </p:cNvPr>
          <p:cNvSpPr>
            <a:spLocks noGrp="1"/>
          </p:cNvSpPr>
          <p:nvPr/>
        </p:nvSpPr>
        <p:spPr>
          <a:xfrm>
            <a:off x="3193163" y="3172406"/>
            <a:ext cx="28398" cy="28398"/>
          </a:xfrm>
          <a:prstGeom prst="ellipse">
            <a:avLst/>
          </a:prstGeom>
          <a:solidFill>
            <a:srgbClr val="7F8C97">
              <a:alpha val="48000"/>
            </a:srgbClr>
          </a:solidFill>
          <a:ln w="0">
            <a:noFill/>
            <a:prstDash val="solid"/>
          </a:ln>
        </p:spPr>
      </p:sp>
      <p:sp>
        <p:nvSpPr>
          <p:cNvPr id="1094" name="01_find_only_1093">
            <a:extLst>
              <a:ext uri="{FF2B5EF4-FFF2-40B4-BE49-F238E27FC236}">
                <a16:creationId xmlns:a16="http://schemas.microsoft.com/office/drawing/2014/main" id="{AB53E035-EB87-4CA9-AA24-AE372C47F535}"/>
              </a:ext>
            </a:extLst>
          </p:cNvPr>
          <p:cNvSpPr>
            <a:spLocks noGrp="1"/>
          </p:cNvSpPr>
          <p:nvPr/>
        </p:nvSpPr>
        <p:spPr>
          <a:xfrm>
            <a:off x="3192305" y="3172406"/>
            <a:ext cx="28398" cy="28398"/>
          </a:xfrm>
          <a:prstGeom prst="ellipse">
            <a:avLst/>
          </a:prstGeom>
          <a:solidFill>
            <a:srgbClr val="7F8C97">
              <a:alpha val="48000"/>
            </a:srgbClr>
          </a:solidFill>
          <a:ln w="0">
            <a:noFill/>
            <a:prstDash val="solid"/>
          </a:ln>
        </p:spPr>
      </p:sp>
      <p:sp>
        <p:nvSpPr>
          <p:cNvPr id="1095" name="01_find_only_1094">
            <a:extLst>
              <a:ext uri="{FF2B5EF4-FFF2-40B4-BE49-F238E27FC236}">
                <a16:creationId xmlns:a16="http://schemas.microsoft.com/office/drawing/2014/main" id="{04020494-D95D-4196-9401-D211D84726A1}"/>
              </a:ext>
            </a:extLst>
          </p:cNvPr>
          <p:cNvSpPr>
            <a:spLocks noGrp="1"/>
          </p:cNvSpPr>
          <p:nvPr/>
        </p:nvSpPr>
        <p:spPr>
          <a:xfrm>
            <a:off x="3196406" y="4123418"/>
            <a:ext cx="28398" cy="28398"/>
          </a:xfrm>
          <a:prstGeom prst="ellipse">
            <a:avLst/>
          </a:prstGeom>
          <a:solidFill>
            <a:srgbClr val="7F8C97">
              <a:alpha val="48000"/>
            </a:srgbClr>
          </a:solidFill>
          <a:ln w="0">
            <a:noFill/>
            <a:prstDash val="solid"/>
          </a:ln>
        </p:spPr>
      </p:sp>
      <p:sp>
        <p:nvSpPr>
          <p:cNvPr id="1096" name="01_find_only_1095">
            <a:extLst>
              <a:ext uri="{FF2B5EF4-FFF2-40B4-BE49-F238E27FC236}">
                <a16:creationId xmlns:a16="http://schemas.microsoft.com/office/drawing/2014/main" id="{7332588C-3D6B-4310-B193-1FA5847AFC5E}"/>
              </a:ext>
            </a:extLst>
          </p:cNvPr>
          <p:cNvSpPr>
            <a:spLocks noGrp="1"/>
          </p:cNvSpPr>
          <p:nvPr/>
        </p:nvSpPr>
        <p:spPr>
          <a:xfrm>
            <a:off x="3178379" y="3489410"/>
            <a:ext cx="28398" cy="28398"/>
          </a:xfrm>
          <a:prstGeom prst="ellipse">
            <a:avLst/>
          </a:prstGeom>
          <a:solidFill>
            <a:srgbClr val="7F8C97">
              <a:alpha val="48000"/>
            </a:srgbClr>
          </a:solidFill>
          <a:ln w="0">
            <a:noFill/>
            <a:prstDash val="solid"/>
          </a:ln>
        </p:spPr>
      </p:sp>
      <p:sp>
        <p:nvSpPr>
          <p:cNvPr id="1097" name="01_find_only_1096">
            <a:extLst>
              <a:ext uri="{FF2B5EF4-FFF2-40B4-BE49-F238E27FC236}">
                <a16:creationId xmlns:a16="http://schemas.microsoft.com/office/drawing/2014/main" id="{31776D0E-38BB-4400-8125-7A7B1BD9460C}"/>
              </a:ext>
            </a:extLst>
          </p:cNvPr>
          <p:cNvSpPr>
            <a:spLocks noGrp="1"/>
          </p:cNvSpPr>
          <p:nvPr/>
        </p:nvSpPr>
        <p:spPr>
          <a:xfrm>
            <a:off x="3128876" y="3489410"/>
            <a:ext cx="28398" cy="28398"/>
          </a:xfrm>
          <a:prstGeom prst="ellipse">
            <a:avLst/>
          </a:prstGeom>
          <a:solidFill>
            <a:srgbClr val="7F8C97">
              <a:alpha val="48000"/>
            </a:srgbClr>
          </a:solidFill>
          <a:ln w="0">
            <a:noFill/>
            <a:prstDash val="solid"/>
          </a:ln>
        </p:spPr>
      </p:sp>
      <p:sp>
        <p:nvSpPr>
          <p:cNvPr id="1098" name="01_find_only_1097">
            <a:extLst>
              <a:ext uri="{FF2B5EF4-FFF2-40B4-BE49-F238E27FC236}">
                <a16:creationId xmlns:a16="http://schemas.microsoft.com/office/drawing/2014/main" id="{E646629C-6E39-44C9-A50A-FEEDB78268EF}"/>
              </a:ext>
            </a:extLst>
          </p:cNvPr>
          <p:cNvSpPr>
            <a:spLocks noGrp="1"/>
          </p:cNvSpPr>
          <p:nvPr/>
        </p:nvSpPr>
        <p:spPr>
          <a:xfrm>
            <a:off x="3178189" y="3278074"/>
            <a:ext cx="28398" cy="28398"/>
          </a:xfrm>
          <a:prstGeom prst="ellipse">
            <a:avLst/>
          </a:prstGeom>
          <a:solidFill>
            <a:srgbClr val="7F8C97">
              <a:alpha val="48000"/>
            </a:srgbClr>
          </a:solidFill>
          <a:ln w="0">
            <a:noFill/>
            <a:prstDash val="solid"/>
          </a:ln>
        </p:spPr>
      </p:sp>
      <p:sp>
        <p:nvSpPr>
          <p:cNvPr id="1099" name="01_find_only_1098">
            <a:extLst>
              <a:ext uri="{FF2B5EF4-FFF2-40B4-BE49-F238E27FC236}">
                <a16:creationId xmlns:a16="http://schemas.microsoft.com/office/drawing/2014/main" id="{2491655E-8986-476E-A2F5-08200EFC0A3F}"/>
              </a:ext>
            </a:extLst>
          </p:cNvPr>
          <p:cNvSpPr>
            <a:spLocks noGrp="1"/>
          </p:cNvSpPr>
          <p:nvPr/>
        </p:nvSpPr>
        <p:spPr>
          <a:xfrm>
            <a:off x="3141467" y="3489410"/>
            <a:ext cx="28398" cy="28398"/>
          </a:xfrm>
          <a:prstGeom prst="ellipse">
            <a:avLst/>
          </a:prstGeom>
          <a:solidFill>
            <a:srgbClr val="7F8C97">
              <a:alpha val="48000"/>
            </a:srgbClr>
          </a:solidFill>
          <a:ln w="0">
            <a:noFill/>
            <a:prstDash val="solid"/>
          </a:ln>
        </p:spPr>
      </p:sp>
      <p:sp>
        <p:nvSpPr>
          <p:cNvPr id="1100" name="01_find_only_1099">
            <a:extLst>
              <a:ext uri="{FF2B5EF4-FFF2-40B4-BE49-F238E27FC236}">
                <a16:creationId xmlns:a16="http://schemas.microsoft.com/office/drawing/2014/main" id="{DD38BAF7-C3AE-4B1B-9C75-8F2AC34F084F}"/>
              </a:ext>
            </a:extLst>
          </p:cNvPr>
          <p:cNvSpPr>
            <a:spLocks noGrp="1"/>
          </p:cNvSpPr>
          <p:nvPr/>
        </p:nvSpPr>
        <p:spPr>
          <a:xfrm>
            <a:off x="3192687" y="3635719"/>
            <a:ext cx="28398" cy="28398"/>
          </a:xfrm>
          <a:prstGeom prst="ellipse">
            <a:avLst/>
          </a:prstGeom>
          <a:solidFill>
            <a:srgbClr val="7F8C97">
              <a:alpha val="48000"/>
            </a:srgbClr>
          </a:solidFill>
          <a:ln w="0">
            <a:noFill/>
            <a:prstDash val="solid"/>
          </a:ln>
        </p:spPr>
      </p:sp>
      <p:sp>
        <p:nvSpPr>
          <p:cNvPr id="1101" name="01_find_only_1100">
            <a:extLst>
              <a:ext uri="{FF2B5EF4-FFF2-40B4-BE49-F238E27FC236}">
                <a16:creationId xmlns:a16="http://schemas.microsoft.com/office/drawing/2014/main" id="{88F413F1-3C50-4CC8-8593-7556F4292492}"/>
              </a:ext>
            </a:extLst>
          </p:cNvPr>
          <p:cNvSpPr>
            <a:spLocks noGrp="1"/>
          </p:cNvSpPr>
          <p:nvPr/>
        </p:nvSpPr>
        <p:spPr>
          <a:xfrm>
            <a:off x="3205277" y="3489410"/>
            <a:ext cx="28398" cy="28398"/>
          </a:xfrm>
          <a:prstGeom prst="ellipse">
            <a:avLst/>
          </a:prstGeom>
          <a:solidFill>
            <a:srgbClr val="7F8C97">
              <a:alpha val="48000"/>
            </a:srgbClr>
          </a:solidFill>
          <a:ln w="0">
            <a:noFill/>
            <a:prstDash val="solid"/>
          </a:ln>
        </p:spPr>
      </p:sp>
      <p:sp>
        <p:nvSpPr>
          <p:cNvPr id="1102" name="01_find_only_1101">
            <a:extLst>
              <a:ext uri="{FF2B5EF4-FFF2-40B4-BE49-F238E27FC236}">
                <a16:creationId xmlns:a16="http://schemas.microsoft.com/office/drawing/2014/main" id="{D5A95C5F-68F2-4262-8B94-21DE7472C84E}"/>
              </a:ext>
            </a:extLst>
          </p:cNvPr>
          <p:cNvSpPr>
            <a:spLocks noGrp="1"/>
          </p:cNvSpPr>
          <p:nvPr/>
        </p:nvSpPr>
        <p:spPr>
          <a:xfrm>
            <a:off x="3139941" y="2855402"/>
            <a:ext cx="28398" cy="28398"/>
          </a:xfrm>
          <a:prstGeom prst="ellipse">
            <a:avLst/>
          </a:prstGeom>
          <a:solidFill>
            <a:srgbClr val="7F8C97">
              <a:alpha val="48000"/>
            </a:srgbClr>
          </a:solidFill>
          <a:ln w="0">
            <a:noFill/>
            <a:prstDash val="solid"/>
          </a:ln>
        </p:spPr>
      </p:sp>
      <p:sp>
        <p:nvSpPr>
          <p:cNvPr id="1103" name="01_find_only_1102">
            <a:extLst>
              <a:ext uri="{FF2B5EF4-FFF2-40B4-BE49-F238E27FC236}">
                <a16:creationId xmlns:a16="http://schemas.microsoft.com/office/drawing/2014/main" id="{0486AC41-5C6D-4242-91EF-C59710B429D9}"/>
              </a:ext>
            </a:extLst>
          </p:cNvPr>
          <p:cNvSpPr>
            <a:spLocks noGrp="1"/>
          </p:cNvSpPr>
          <p:nvPr/>
        </p:nvSpPr>
        <p:spPr>
          <a:xfrm>
            <a:off x="3193545" y="2904172"/>
            <a:ext cx="28398" cy="28398"/>
          </a:xfrm>
          <a:prstGeom prst="ellipse">
            <a:avLst/>
          </a:prstGeom>
          <a:solidFill>
            <a:srgbClr val="7F8C97">
              <a:alpha val="48000"/>
            </a:srgbClr>
          </a:solidFill>
          <a:ln w="0">
            <a:noFill/>
            <a:prstDash val="solid"/>
          </a:ln>
        </p:spPr>
      </p:sp>
      <p:sp>
        <p:nvSpPr>
          <p:cNvPr id="1104" name="01_find_only_1103">
            <a:extLst>
              <a:ext uri="{FF2B5EF4-FFF2-40B4-BE49-F238E27FC236}">
                <a16:creationId xmlns:a16="http://schemas.microsoft.com/office/drawing/2014/main" id="{B9360AE9-2739-4BA2-AAE2-C4B29A434382}"/>
              </a:ext>
            </a:extLst>
          </p:cNvPr>
          <p:cNvSpPr>
            <a:spLocks noGrp="1"/>
          </p:cNvSpPr>
          <p:nvPr/>
        </p:nvSpPr>
        <p:spPr>
          <a:xfrm>
            <a:off x="3144710" y="3489410"/>
            <a:ext cx="28398" cy="28398"/>
          </a:xfrm>
          <a:prstGeom prst="ellipse">
            <a:avLst/>
          </a:prstGeom>
          <a:solidFill>
            <a:srgbClr val="7F8C97">
              <a:alpha val="48000"/>
            </a:srgbClr>
          </a:solidFill>
          <a:ln w="0">
            <a:noFill/>
            <a:prstDash val="solid"/>
          </a:ln>
        </p:spPr>
      </p:sp>
      <p:sp>
        <p:nvSpPr>
          <p:cNvPr id="1105" name="01_find_only_1104">
            <a:extLst>
              <a:ext uri="{FF2B5EF4-FFF2-40B4-BE49-F238E27FC236}">
                <a16:creationId xmlns:a16="http://schemas.microsoft.com/office/drawing/2014/main" id="{0EC02F43-5A10-4C7F-839B-9216E4BB8EE7}"/>
              </a:ext>
            </a:extLst>
          </p:cNvPr>
          <p:cNvSpPr>
            <a:spLocks noGrp="1"/>
          </p:cNvSpPr>
          <p:nvPr/>
        </p:nvSpPr>
        <p:spPr>
          <a:xfrm>
            <a:off x="3148906" y="3278074"/>
            <a:ext cx="28398" cy="28398"/>
          </a:xfrm>
          <a:prstGeom prst="ellipse">
            <a:avLst/>
          </a:prstGeom>
          <a:solidFill>
            <a:srgbClr val="7F8C97">
              <a:alpha val="48000"/>
            </a:srgbClr>
          </a:solidFill>
          <a:ln w="0">
            <a:noFill/>
            <a:prstDash val="solid"/>
          </a:ln>
        </p:spPr>
      </p:sp>
      <p:sp>
        <p:nvSpPr>
          <p:cNvPr id="1106" name="01_find_only_1105">
            <a:extLst>
              <a:ext uri="{FF2B5EF4-FFF2-40B4-BE49-F238E27FC236}">
                <a16:creationId xmlns:a16="http://schemas.microsoft.com/office/drawing/2014/main" id="{EB39137C-AB96-4F08-9BC8-64B5DBB650FB}"/>
              </a:ext>
            </a:extLst>
          </p:cNvPr>
          <p:cNvSpPr>
            <a:spLocks noGrp="1"/>
          </p:cNvSpPr>
          <p:nvPr/>
        </p:nvSpPr>
        <p:spPr>
          <a:xfrm>
            <a:off x="3137556" y="3278074"/>
            <a:ext cx="28398" cy="28398"/>
          </a:xfrm>
          <a:prstGeom prst="ellipse">
            <a:avLst/>
          </a:prstGeom>
          <a:solidFill>
            <a:srgbClr val="7F8C97">
              <a:alpha val="48000"/>
            </a:srgbClr>
          </a:solidFill>
          <a:ln w="0">
            <a:noFill/>
            <a:prstDash val="solid"/>
          </a:ln>
        </p:spPr>
      </p:sp>
      <p:sp>
        <p:nvSpPr>
          <p:cNvPr id="1107" name="01_find_only_1106">
            <a:extLst>
              <a:ext uri="{FF2B5EF4-FFF2-40B4-BE49-F238E27FC236}">
                <a16:creationId xmlns:a16="http://schemas.microsoft.com/office/drawing/2014/main" id="{167A716D-7493-4FEF-9F56-521458B09842}"/>
              </a:ext>
            </a:extLst>
          </p:cNvPr>
          <p:cNvSpPr>
            <a:spLocks noGrp="1"/>
          </p:cNvSpPr>
          <p:nvPr/>
        </p:nvSpPr>
        <p:spPr>
          <a:xfrm>
            <a:off x="3192496" y="3013904"/>
            <a:ext cx="28398" cy="28398"/>
          </a:xfrm>
          <a:prstGeom prst="ellipse">
            <a:avLst/>
          </a:prstGeom>
          <a:solidFill>
            <a:srgbClr val="7F8C97">
              <a:alpha val="48000"/>
            </a:srgbClr>
          </a:solidFill>
          <a:ln w="0">
            <a:noFill/>
            <a:prstDash val="solid"/>
          </a:ln>
        </p:spPr>
      </p:sp>
      <p:sp>
        <p:nvSpPr>
          <p:cNvPr id="1108" name="01_find_only_1107">
            <a:extLst>
              <a:ext uri="{FF2B5EF4-FFF2-40B4-BE49-F238E27FC236}">
                <a16:creationId xmlns:a16="http://schemas.microsoft.com/office/drawing/2014/main" id="{189584DC-7429-4C9D-8D5C-4546BD3F9253}"/>
              </a:ext>
            </a:extLst>
          </p:cNvPr>
          <p:cNvSpPr>
            <a:spLocks noGrp="1"/>
          </p:cNvSpPr>
          <p:nvPr/>
        </p:nvSpPr>
        <p:spPr>
          <a:xfrm>
            <a:off x="3217104" y="2855402"/>
            <a:ext cx="28398" cy="28398"/>
          </a:xfrm>
          <a:prstGeom prst="ellipse">
            <a:avLst/>
          </a:prstGeom>
          <a:solidFill>
            <a:srgbClr val="7F8C97">
              <a:alpha val="48000"/>
            </a:srgbClr>
          </a:solidFill>
          <a:ln w="0">
            <a:noFill/>
            <a:prstDash val="solid"/>
          </a:ln>
        </p:spPr>
      </p:sp>
      <p:sp>
        <p:nvSpPr>
          <p:cNvPr id="1109" name="01_find_only_1108">
            <a:extLst>
              <a:ext uri="{FF2B5EF4-FFF2-40B4-BE49-F238E27FC236}">
                <a16:creationId xmlns:a16="http://schemas.microsoft.com/office/drawing/2014/main" id="{1E35BB8A-E215-4282-B5BC-4AEAED1CFEAE}"/>
              </a:ext>
            </a:extLst>
          </p:cNvPr>
          <p:cNvSpPr>
            <a:spLocks noGrp="1"/>
          </p:cNvSpPr>
          <p:nvPr/>
        </p:nvSpPr>
        <p:spPr>
          <a:xfrm>
            <a:off x="3221206" y="3579982"/>
            <a:ext cx="28398" cy="28398"/>
          </a:xfrm>
          <a:prstGeom prst="ellipse">
            <a:avLst/>
          </a:prstGeom>
          <a:solidFill>
            <a:srgbClr val="7F8C97">
              <a:alpha val="48000"/>
            </a:srgbClr>
          </a:solidFill>
          <a:ln w="0">
            <a:noFill/>
            <a:prstDash val="solid"/>
          </a:ln>
        </p:spPr>
      </p:sp>
      <p:sp>
        <p:nvSpPr>
          <p:cNvPr id="1110" name="01_find_only_1109">
            <a:extLst>
              <a:ext uri="{FF2B5EF4-FFF2-40B4-BE49-F238E27FC236}">
                <a16:creationId xmlns:a16="http://schemas.microsoft.com/office/drawing/2014/main" id="{AD0D3E51-9112-4340-91FA-92BAC0D0A318}"/>
              </a:ext>
            </a:extLst>
          </p:cNvPr>
          <p:cNvSpPr>
            <a:spLocks noGrp="1"/>
          </p:cNvSpPr>
          <p:nvPr/>
        </p:nvSpPr>
        <p:spPr>
          <a:xfrm>
            <a:off x="3162260" y="2855402"/>
            <a:ext cx="28398" cy="28398"/>
          </a:xfrm>
          <a:prstGeom prst="ellipse">
            <a:avLst/>
          </a:prstGeom>
          <a:solidFill>
            <a:srgbClr val="7F8C97">
              <a:alpha val="48000"/>
            </a:srgbClr>
          </a:solidFill>
          <a:ln w="0">
            <a:noFill/>
            <a:prstDash val="solid"/>
          </a:ln>
        </p:spPr>
      </p:sp>
      <p:sp>
        <p:nvSpPr>
          <p:cNvPr id="1111" name="01_find_only_1110">
            <a:extLst>
              <a:ext uri="{FF2B5EF4-FFF2-40B4-BE49-F238E27FC236}">
                <a16:creationId xmlns:a16="http://schemas.microsoft.com/office/drawing/2014/main" id="{3C166DAE-7AE4-4829-99DA-FC93EB158B91}"/>
              </a:ext>
            </a:extLst>
          </p:cNvPr>
          <p:cNvSpPr>
            <a:spLocks noGrp="1"/>
          </p:cNvSpPr>
          <p:nvPr/>
        </p:nvSpPr>
        <p:spPr>
          <a:xfrm>
            <a:off x="3197265" y="3700746"/>
            <a:ext cx="28398" cy="28398"/>
          </a:xfrm>
          <a:prstGeom prst="ellipse">
            <a:avLst/>
          </a:prstGeom>
          <a:solidFill>
            <a:srgbClr val="7F8C97">
              <a:alpha val="48000"/>
            </a:srgbClr>
          </a:solidFill>
          <a:ln w="0">
            <a:noFill/>
            <a:prstDash val="solid"/>
          </a:ln>
        </p:spPr>
      </p:sp>
      <p:sp>
        <p:nvSpPr>
          <p:cNvPr id="1112" name="01_find_only_1111">
            <a:extLst>
              <a:ext uri="{FF2B5EF4-FFF2-40B4-BE49-F238E27FC236}">
                <a16:creationId xmlns:a16="http://schemas.microsoft.com/office/drawing/2014/main" id="{FFB85862-4338-47F2-9848-86D59404A496}"/>
              </a:ext>
            </a:extLst>
          </p:cNvPr>
          <p:cNvSpPr>
            <a:spLocks noGrp="1"/>
          </p:cNvSpPr>
          <p:nvPr/>
        </p:nvSpPr>
        <p:spPr>
          <a:xfrm>
            <a:off x="3215769" y="2855402"/>
            <a:ext cx="28398" cy="28398"/>
          </a:xfrm>
          <a:prstGeom prst="ellipse">
            <a:avLst/>
          </a:prstGeom>
          <a:solidFill>
            <a:srgbClr val="7F8C97">
              <a:alpha val="48000"/>
            </a:srgbClr>
          </a:solidFill>
          <a:ln w="0">
            <a:noFill/>
            <a:prstDash val="solid"/>
          </a:ln>
        </p:spPr>
      </p:sp>
      <p:sp>
        <p:nvSpPr>
          <p:cNvPr id="1113" name="01_find_only_1112">
            <a:extLst>
              <a:ext uri="{FF2B5EF4-FFF2-40B4-BE49-F238E27FC236}">
                <a16:creationId xmlns:a16="http://schemas.microsoft.com/office/drawing/2014/main" id="{A34D54C9-BA4D-4FC2-8D89-75A90D7AB496}"/>
              </a:ext>
            </a:extLst>
          </p:cNvPr>
          <p:cNvSpPr>
            <a:spLocks noGrp="1"/>
          </p:cNvSpPr>
          <p:nvPr/>
        </p:nvSpPr>
        <p:spPr>
          <a:xfrm>
            <a:off x="3204514" y="3278074"/>
            <a:ext cx="28398" cy="28398"/>
          </a:xfrm>
          <a:prstGeom prst="ellipse">
            <a:avLst/>
          </a:prstGeom>
          <a:solidFill>
            <a:srgbClr val="7F8C97">
              <a:alpha val="48000"/>
            </a:srgbClr>
          </a:solidFill>
          <a:ln w="0">
            <a:noFill/>
            <a:prstDash val="solid"/>
          </a:ln>
        </p:spPr>
      </p:sp>
      <p:sp>
        <p:nvSpPr>
          <p:cNvPr id="1114" name="01_find_only_1113">
            <a:extLst>
              <a:ext uri="{FF2B5EF4-FFF2-40B4-BE49-F238E27FC236}">
                <a16:creationId xmlns:a16="http://schemas.microsoft.com/office/drawing/2014/main" id="{8BE1451B-FF45-423B-A525-D492FEDE3F3F}"/>
              </a:ext>
            </a:extLst>
          </p:cNvPr>
          <p:cNvSpPr>
            <a:spLocks noGrp="1"/>
          </p:cNvSpPr>
          <p:nvPr/>
        </p:nvSpPr>
        <p:spPr>
          <a:xfrm>
            <a:off x="3194403" y="4123418"/>
            <a:ext cx="28398" cy="28398"/>
          </a:xfrm>
          <a:prstGeom prst="ellipse">
            <a:avLst/>
          </a:prstGeom>
          <a:solidFill>
            <a:srgbClr val="7F8C97">
              <a:alpha val="48000"/>
            </a:srgbClr>
          </a:solidFill>
          <a:ln w="0">
            <a:noFill/>
            <a:prstDash val="solid"/>
          </a:ln>
        </p:spPr>
      </p:sp>
      <p:sp>
        <p:nvSpPr>
          <p:cNvPr id="1115" name="01_find_only_1114">
            <a:extLst>
              <a:ext uri="{FF2B5EF4-FFF2-40B4-BE49-F238E27FC236}">
                <a16:creationId xmlns:a16="http://schemas.microsoft.com/office/drawing/2014/main" id="{C3D157B3-7440-4A5C-9674-2DD86DC28CE2}"/>
              </a:ext>
            </a:extLst>
          </p:cNvPr>
          <p:cNvSpPr>
            <a:spLocks noGrp="1"/>
          </p:cNvSpPr>
          <p:nvPr/>
        </p:nvSpPr>
        <p:spPr>
          <a:xfrm>
            <a:off x="3171035" y="2855402"/>
            <a:ext cx="28398" cy="28398"/>
          </a:xfrm>
          <a:prstGeom prst="ellipse">
            <a:avLst/>
          </a:prstGeom>
          <a:solidFill>
            <a:srgbClr val="7F8C97">
              <a:alpha val="48000"/>
            </a:srgbClr>
          </a:solidFill>
          <a:ln w="0">
            <a:noFill/>
            <a:prstDash val="solid"/>
          </a:ln>
        </p:spPr>
      </p:sp>
      <p:sp>
        <p:nvSpPr>
          <p:cNvPr id="1116" name="01_find_only_1115">
            <a:extLst>
              <a:ext uri="{FF2B5EF4-FFF2-40B4-BE49-F238E27FC236}">
                <a16:creationId xmlns:a16="http://schemas.microsoft.com/office/drawing/2014/main" id="{22651E26-6395-4949-97F4-56768A0D0B96}"/>
              </a:ext>
            </a:extLst>
          </p:cNvPr>
          <p:cNvSpPr>
            <a:spLocks noGrp="1"/>
          </p:cNvSpPr>
          <p:nvPr/>
        </p:nvSpPr>
        <p:spPr>
          <a:xfrm>
            <a:off x="3168173" y="3409816"/>
            <a:ext cx="28398" cy="28398"/>
          </a:xfrm>
          <a:prstGeom prst="ellipse">
            <a:avLst/>
          </a:prstGeom>
          <a:solidFill>
            <a:srgbClr val="7F8C97">
              <a:alpha val="48000"/>
            </a:srgbClr>
          </a:solidFill>
          <a:ln w="0">
            <a:noFill/>
            <a:prstDash val="solid"/>
          </a:ln>
        </p:spPr>
      </p:sp>
      <p:sp>
        <p:nvSpPr>
          <p:cNvPr id="1117" name="01_find_only_1116">
            <a:extLst>
              <a:ext uri="{FF2B5EF4-FFF2-40B4-BE49-F238E27FC236}">
                <a16:creationId xmlns:a16="http://schemas.microsoft.com/office/drawing/2014/main" id="{5ABD7DB3-3047-47EB-A606-E5640C50F0A7}"/>
              </a:ext>
            </a:extLst>
          </p:cNvPr>
          <p:cNvSpPr>
            <a:spLocks noGrp="1"/>
          </p:cNvSpPr>
          <p:nvPr/>
        </p:nvSpPr>
        <p:spPr>
          <a:xfrm>
            <a:off x="3136411" y="3489410"/>
            <a:ext cx="28398" cy="28398"/>
          </a:xfrm>
          <a:prstGeom prst="ellipse">
            <a:avLst/>
          </a:prstGeom>
          <a:solidFill>
            <a:srgbClr val="7F8C97">
              <a:alpha val="48000"/>
            </a:srgbClr>
          </a:solidFill>
          <a:ln w="0">
            <a:noFill/>
            <a:prstDash val="solid"/>
          </a:ln>
        </p:spPr>
      </p:sp>
      <p:sp>
        <p:nvSpPr>
          <p:cNvPr id="1118" name="01_find_only_1117">
            <a:extLst>
              <a:ext uri="{FF2B5EF4-FFF2-40B4-BE49-F238E27FC236}">
                <a16:creationId xmlns:a16="http://schemas.microsoft.com/office/drawing/2014/main" id="{D5A33166-149D-4992-B925-6BF33B718D3A}"/>
              </a:ext>
            </a:extLst>
          </p:cNvPr>
          <p:cNvSpPr>
            <a:spLocks noGrp="1"/>
          </p:cNvSpPr>
          <p:nvPr/>
        </p:nvSpPr>
        <p:spPr>
          <a:xfrm>
            <a:off x="3216055" y="2855402"/>
            <a:ext cx="28398" cy="28398"/>
          </a:xfrm>
          <a:prstGeom prst="ellipse">
            <a:avLst/>
          </a:prstGeom>
          <a:solidFill>
            <a:srgbClr val="7F8C97">
              <a:alpha val="48000"/>
            </a:srgbClr>
          </a:solidFill>
          <a:ln w="0">
            <a:noFill/>
            <a:prstDash val="solid"/>
          </a:ln>
        </p:spPr>
      </p:sp>
      <p:sp>
        <p:nvSpPr>
          <p:cNvPr id="1119" name="01_find_only_1118">
            <a:extLst>
              <a:ext uri="{FF2B5EF4-FFF2-40B4-BE49-F238E27FC236}">
                <a16:creationId xmlns:a16="http://schemas.microsoft.com/office/drawing/2014/main" id="{FC70C4BE-925D-4F9F-A94A-DD90D5730A7F}"/>
              </a:ext>
            </a:extLst>
          </p:cNvPr>
          <p:cNvSpPr>
            <a:spLocks noGrp="1"/>
          </p:cNvSpPr>
          <p:nvPr/>
        </p:nvSpPr>
        <p:spPr>
          <a:xfrm>
            <a:off x="3205945" y="2855402"/>
            <a:ext cx="28398" cy="28398"/>
          </a:xfrm>
          <a:prstGeom prst="ellipse">
            <a:avLst/>
          </a:prstGeom>
          <a:solidFill>
            <a:srgbClr val="7F8C97">
              <a:alpha val="48000"/>
            </a:srgbClr>
          </a:solidFill>
          <a:ln w="0">
            <a:noFill/>
            <a:prstDash val="solid"/>
          </a:ln>
        </p:spPr>
      </p:sp>
      <p:sp>
        <p:nvSpPr>
          <p:cNvPr id="1120" name="01_find_only_1119">
            <a:extLst>
              <a:ext uri="{FF2B5EF4-FFF2-40B4-BE49-F238E27FC236}">
                <a16:creationId xmlns:a16="http://schemas.microsoft.com/office/drawing/2014/main" id="{B967A8D1-DA6B-4004-9B64-0011AF98EAE3}"/>
              </a:ext>
            </a:extLst>
          </p:cNvPr>
          <p:cNvSpPr>
            <a:spLocks noGrp="1"/>
          </p:cNvSpPr>
          <p:nvPr/>
        </p:nvSpPr>
        <p:spPr>
          <a:xfrm>
            <a:off x="3191542" y="2855402"/>
            <a:ext cx="28398" cy="28398"/>
          </a:xfrm>
          <a:prstGeom prst="ellipse">
            <a:avLst/>
          </a:prstGeom>
          <a:solidFill>
            <a:srgbClr val="7F8C97">
              <a:alpha val="48000"/>
            </a:srgbClr>
          </a:solidFill>
          <a:ln w="0">
            <a:noFill/>
            <a:prstDash val="solid"/>
          </a:ln>
        </p:spPr>
      </p:sp>
      <p:sp>
        <p:nvSpPr>
          <p:cNvPr id="1121" name="01_find_only_1120">
            <a:extLst>
              <a:ext uri="{FF2B5EF4-FFF2-40B4-BE49-F238E27FC236}">
                <a16:creationId xmlns:a16="http://schemas.microsoft.com/office/drawing/2014/main" id="{1F0C7C7B-FA02-43C4-8633-B3461F2DECA1}"/>
              </a:ext>
            </a:extLst>
          </p:cNvPr>
          <p:cNvSpPr>
            <a:spLocks noGrp="1"/>
          </p:cNvSpPr>
          <p:nvPr/>
        </p:nvSpPr>
        <p:spPr>
          <a:xfrm>
            <a:off x="3133073" y="2855402"/>
            <a:ext cx="28398" cy="28398"/>
          </a:xfrm>
          <a:prstGeom prst="ellipse">
            <a:avLst/>
          </a:prstGeom>
          <a:solidFill>
            <a:srgbClr val="7F8C97">
              <a:alpha val="48000"/>
            </a:srgbClr>
          </a:solidFill>
          <a:ln w="0">
            <a:noFill/>
            <a:prstDash val="solid"/>
          </a:ln>
        </p:spPr>
      </p:sp>
      <p:sp>
        <p:nvSpPr>
          <p:cNvPr id="1122" name="01_find_only_1121">
            <a:extLst>
              <a:ext uri="{FF2B5EF4-FFF2-40B4-BE49-F238E27FC236}">
                <a16:creationId xmlns:a16="http://schemas.microsoft.com/office/drawing/2014/main" id="{07991CB0-473B-4A2A-AB71-B4D5BCCD07E3}"/>
              </a:ext>
            </a:extLst>
          </p:cNvPr>
          <p:cNvSpPr>
            <a:spLocks noGrp="1"/>
          </p:cNvSpPr>
          <p:nvPr/>
        </p:nvSpPr>
        <p:spPr>
          <a:xfrm>
            <a:off x="3142325" y="3954349"/>
            <a:ext cx="28398" cy="28398"/>
          </a:xfrm>
          <a:prstGeom prst="ellipse">
            <a:avLst/>
          </a:prstGeom>
          <a:solidFill>
            <a:srgbClr val="7F8C97">
              <a:alpha val="48000"/>
            </a:srgbClr>
          </a:solidFill>
          <a:ln w="0">
            <a:noFill/>
            <a:prstDash val="solid"/>
          </a:ln>
        </p:spPr>
      </p:sp>
      <p:sp>
        <p:nvSpPr>
          <p:cNvPr id="1123" name="01_find_only_1122">
            <a:extLst>
              <a:ext uri="{FF2B5EF4-FFF2-40B4-BE49-F238E27FC236}">
                <a16:creationId xmlns:a16="http://schemas.microsoft.com/office/drawing/2014/main" id="{811F896E-6A54-4438-B0B5-BD80172C3F03}"/>
              </a:ext>
            </a:extLst>
          </p:cNvPr>
          <p:cNvSpPr>
            <a:spLocks noGrp="1"/>
          </p:cNvSpPr>
          <p:nvPr/>
        </p:nvSpPr>
        <p:spPr>
          <a:xfrm>
            <a:off x="3151577" y="3066738"/>
            <a:ext cx="28398" cy="28398"/>
          </a:xfrm>
          <a:prstGeom prst="ellipse">
            <a:avLst/>
          </a:prstGeom>
          <a:solidFill>
            <a:srgbClr val="7F8C97">
              <a:alpha val="48000"/>
            </a:srgbClr>
          </a:solidFill>
          <a:ln w="0">
            <a:noFill/>
            <a:prstDash val="solid"/>
          </a:ln>
        </p:spPr>
      </p:sp>
      <p:sp>
        <p:nvSpPr>
          <p:cNvPr id="1124" name="01_find_only_1123">
            <a:extLst>
              <a:ext uri="{FF2B5EF4-FFF2-40B4-BE49-F238E27FC236}">
                <a16:creationId xmlns:a16="http://schemas.microsoft.com/office/drawing/2014/main" id="{87CA167E-1038-42BA-AFBD-C7B12C8EBCC6}"/>
              </a:ext>
            </a:extLst>
          </p:cNvPr>
          <p:cNvSpPr>
            <a:spLocks noGrp="1"/>
          </p:cNvSpPr>
          <p:nvPr/>
        </p:nvSpPr>
        <p:spPr>
          <a:xfrm>
            <a:off x="3192496" y="2855402"/>
            <a:ext cx="28398" cy="28398"/>
          </a:xfrm>
          <a:prstGeom prst="ellipse">
            <a:avLst/>
          </a:prstGeom>
          <a:solidFill>
            <a:srgbClr val="7F8C97">
              <a:alpha val="48000"/>
            </a:srgbClr>
          </a:solidFill>
          <a:ln w="0">
            <a:noFill/>
            <a:prstDash val="solid"/>
          </a:ln>
        </p:spPr>
      </p:sp>
      <p:sp>
        <p:nvSpPr>
          <p:cNvPr id="1125" name="01_find_only_1124">
            <a:extLst>
              <a:ext uri="{FF2B5EF4-FFF2-40B4-BE49-F238E27FC236}">
                <a16:creationId xmlns:a16="http://schemas.microsoft.com/office/drawing/2014/main" id="{1DCA939D-BA93-4D6F-B7D7-231EA5504C38}"/>
              </a:ext>
            </a:extLst>
          </p:cNvPr>
          <p:cNvSpPr>
            <a:spLocks noGrp="1"/>
          </p:cNvSpPr>
          <p:nvPr/>
        </p:nvSpPr>
        <p:spPr>
          <a:xfrm>
            <a:off x="3182862" y="3489410"/>
            <a:ext cx="28398" cy="28398"/>
          </a:xfrm>
          <a:prstGeom prst="ellipse">
            <a:avLst/>
          </a:prstGeom>
          <a:solidFill>
            <a:srgbClr val="7F8C97">
              <a:alpha val="48000"/>
            </a:srgbClr>
          </a:solidFill>
          <a:ln w="0">
            <a:noFill/>
            <a:prstDash val="solid"/>
          </a:ln>
        </p:spPr>
      </p:sp>
      <p:sp>
        <p:nvSpPr>
          <p:cNvPr id="1126" name="01_find_only_1125">
            <a:extLst>
              <a:ext uri="{FF2B5EF4-FFF2-40B4-BE49-F238E27FC236}">
                <a16:creationId xmlns:a16="http://schemas.microsoft.com/office/drawing/2014/main" id="{D737EF48-6654-4F91-8F67-F9D665D93B2F}"/>
              </a:ext>
            </a:extLst>
          </p:cNvPr>
          <p:cNvSpPr>
            <a:spLocks noGrp="1"/>
          </p:cNvSpPr>
          <p:nvPr/>
        </p:nvSpPr>
        <p:spPr>
          <a:xfrm>
            <a:off x="3146331" y="3278074"/>
            <a:ext cx="28398" cy="28398"/>
          </a:xfrm>
          <a:prstGeom prst="ellipse">
            <a:avLst/>
          </a:prstGeom>
          <a:solidFill>
            <a:srgbClr val="7F8C97">
              <a:alpha val="48000"/>
            </a:srgbClr>
          </a:solidFill>
          <a:ln w="0">
            <a:noFill/>
            <a:prstDash val="solid"/>
          </a:ln>
        </p:spPr>
      </p:sp>
      <p:sp>
        <p:nvSpPr>
          <p:cNvPr id="1127" name="01_find_only_1126">
            <a:extLst>
              <a:ext uri="{FF2B5EF4-FFF2-40B4-BE49-F238E27FC236}">
                <a16:creationId xmlns:a16="http://schemas.microsoft.com/office/drawing/2014/main" id="{52F386EA-EFA7-43C5-9FAC-9D3AC707B670}"/>
              </a:ext>
            </a:extLst>
          </p:cNvPr>
          <p:cNvSpPr>
            <a:spLocks noGrp="1"/>
          </p:cNvSpPr>
          <p:nvPr/>
        </p:nvSpPr>
        <p:spPr>
          <a:xfrm>
            <a:off x="3163595" y="3489410"/>
            <a:ext cx="28398" cy="28398"/>
          </a:xfrm>
          <a:prstGeom prst="ellipse">
            <a:avLst/>
          </a:prstGeom>
          <a:solidFill>
            <a:srgbClr val="7F8C97">
              <a:alpha val="48000"/>
            </a:srgbClr>
          </a:solidFill>
          <a:ln w="0">
            <a:noFill/>
            <a:prstDash val="solid"/>
          </a:ln>
        </p:spPr>
      </p:sp>
      <p:sp>
        <p:nvSpPr>
          <p:cNvPr id="1128" name="01_find_only_1127">
            <a:extLst>
              <a:ext uri="{FF2B5EF4-FFF2-40B4-BE49-F238E27FC236}">
                <a16:creationId xmlns:a16="http://schemas.microsoft.com/office/drawing/2014/main" id="{927FC731-46F5-47B3-A088-FBA26240CDD0}"/>
              </a:ext>
            </a:extLst>
          </p:cNvPr>
          <p:cNvSpPr>
            <a:spLocks noGrp="1"/>
          </p:cNvSpPr>
          <p:nvPr/>
        </p:nvSpPr>
        <p:spPr>
          <a:xfrm>
            <a:off x="3129830" y="4078132"/>
            <a:ext cx="28398" cy="28398"/>
          </a:xfrm>
          <a:prstGeom prst="ellipse">
            <a:avLst/>
          </a:prstGeom>
          <a:solidFill>
            <a:srgbClr val="7F8C97">
              <a:alpha val="48000"/>
            </a:srgbClr>
          </a:solidFill>
          <a:ln w="0">
            <a:noFill/>
            <a:prstDash val="solid"/>
          </a:ln>
        </p:spPr>
      </p:sp>
      <p:sp>
        <p:nvSpPr>
          <p:cNvPr id="1129" name="01_find_only_1128">
            <a:extLst>
              <a:ext uri="{FF2B5EF4-FFF2-40B4-BE49-F238E27FC236}">
                <a16:creationId xmlns:a16="http://schemas.microsoft.com/office/drawing/2014/main" id="{C14C794F-49F1-4742-AFA3-BAF119C06C80}"/>
              </a:ext>
            </a:extLst>
          </p:cNvPr>
          <p:cNvSpPr>
            <a:spLocks noGrp="1"/>
          </p:cNvSpPr>
          <p:nvPr/>
        </p:nvSpPr>
        <p:spPr>
          <a:xfrm>
            <a:off x="3650623" y="2855402"/>
            <a:ext cx="28398" cy="28398"/>
          </a:xfrm>
          <a:prstGeom prst="ellipse">
            <a:avLst/>
          </a:prstGeom>
          <a:solidFill>
            <a:srgbClr val="7F8C97">
              <a:alpha val="48000"/>
            </a:srgbClr>
          </a:solidFill>
          <a:ln w="0">
            <a:noFill/>
            <a:prstDash val="solid"/>
          </a:ln>
        </p:spPr>
      </p:sp>
      <p:sp>
        <p:nvSpPr>
          <p:cNvPr id="1130" name="01_find_only_1129">
            <a:extLst>
              <a:ext uri="{FF2B5EF4-FFF2-40B4-BE49-F238E27FC236}">
                <a16:creationId xmlns:a16="http://schemas.microsoft.com/office/drawing/2014/main" id="{FE21B94B-6401-406C-A00A-327D87EC8914}"/>
              </a:ext>
            </a:extLst>
          </p:cNvPr>
          <p:cNvSpPr>
            <a:spLocks noGrp="1"/>
          </p:cNvSpPr>
          <p:nvPr/>
        </p:nvSpPr>
        <p:spPr>
          <a:xfrm>
            <a:off x="3632310" y="3489410"/>
            <a:ext cx="28398" cy="28398"/>
          </a:xfrm>
          <a:prstGeom prst="ellipse">
            <a:avLst/>
          </a:prstGeom>
          <a:solidFill>
            <a:srgbClr val="7F8C97">
              <a:alpha val="48000"/>
            </a:srgbClr>
          </a:solidFill>
          <a:ln w="0">
            <a:noFill/>
            <a:prstDash val="solid"/>
          </a:ln>
        </p:spPr>
      </p:sp>
      <p:sp>
        <p:nvSpPr>
          <p:cNvPr id="1131" name="01_find_only_1130">
            <a:extLst>
              <a:ext uri="{FF2B5EF4-FFF2-40B4-BE49-F238E27FC236}">
                <a16:creationId xmlns:a16="http://schemas.microsoft.com/office/drawing/2014/main" id="{BAC08835-E8CA-4D86-93DF-F1A718C9403F}"/>
              </a:ext>
            </a:extLst>
          </p:cNvPr>
          <p:cNvSpPr>
            <a:spLocks noGrp="1"/>
          </p:cNvSpPr>
          <p:nvPr/>
        </p:nvSpPr>
        <p:spPr>
          <a:xfrm>
            <a:off x="3647190" y="2855402"/>
            <a:ext cx="28398" cy="28398"/>
          </a:xfrm>
          <a:prstGeom prst="ellipse">
            <a:avLst/>
          </a:prstGeom>
          <a:solidFill>
            <a:srgbClr val="7F8C97">
              <a:alpha val="48000"/>
            </a:srgbClr>
          </a:solidFill>
          <a:ln w="0">
            <a:noFill/>
            <a:prstDash val="solid"/>
          </a:ln>
        </p:spPr>
      </p:sp>
      <p:sp>
        <p:nvSpPr>
          <p:cNvPr id="1132" name="01_find_only_1131">
            <a:extLst>
              <a:ext uri="{FF2B5EF4-FFF2-40B4-BE49-F238E27FC236}">
                <a16:creationId xmlns:a16="http://schemas.microsoft.com/office/drawing/2014/main" id="{51188A4A-CB3A-414A-BD10-14F7F7468C72}"/>
              </a:ext>
            </a:extLst>
          </p:cNvPr>
          <p:cNvSpPr>
            <a:spLocks noGrp="1"/>
          </p:cNvSpPr>
          <p:nvPr/>
        </p:nvSpPr>
        <p:spPr>
          <a:xfrm>
            <a:off x="3646808" y="2961070"/>
            <a:ext cx="28398" cy="28398"/>
          </a:xfrm>
          <a:prstGeom prst="ellipse">
            <a:avLst/>
          </a:prstGeom>
          <a:solidFill>
            <a:srgbClr val="7F8C97">
              <a:alpha val="48000"/>
            </a:srgbClr>
          </a:solidFill>
          <a:ln w="0">
            <a:noFill/>
            <a:prstDash val="solid"/>
          </a:ln>
        </p:spPr>
      </p:sp>
      <p:sp>
        <p:nvSpPr>
          <p:cNvPr id="1133" name="01_find_only_1132">
            <a:extLst>
              <a:ext uri="{FF2B5EF4-FFF2-40B4-BE49-F238E27FC236}">
                <a16:creationId xmlns:a16="http://schemas.microsoft.com/office/drawing/2014/main" id="{9CFC3C68-F37C-4981-9E00-89D72164F33E}"/>
              </a:ext>
            </a:extLst>
          </p:cNvPr>
          <p:cNvSpPr>
            <a:spLocks noGrp="1"/>
          </p:cNvSpPr>
          <p:nvPr/>
        </p:nvSpPr>
        <p:spPr>
          <a:xfrm>
            <a:off x="3663023" y="2855402"/>
            <a:ext cx="28398" cy="28398"/>
          </a:xfrm>
          <a:prstGeom prst="ellipse">
            <a:avLst/>
          </a:prstGeom>
          <a:solidFill>
            <a:srgbClr val="7F8C97">
              <a:alpha val="48000"/>
            </a:srgbClr>
          </a:solidFill>
          <a:ln w="0">
            <a:noFill/>
            <a:prstDash val="solid"/>
          </a:ln>
        </p:spPr>
      </p:sp>
      <p:sp>
        <p:nvSpPr>
          <p:cNvPr id="1134" name="01_find_only_1133">
            <a:extLst>
              <a:ext uri="{FF2B5EF4-FFF2-40B4-BE49-F238E27FC236}">
                <a16:creationId xmlns:a16="http://schemas.microsoft.com/office/drawing/2014/main" id="{67FD86C8-260E-4940-950E-5381F1C83016}"/>
              </a:ext>
            </a:extLst>
          </p:cNvPr>
          <p:cNvSpPr>
            <a:spLocks noGrp="1"/>
          </p:cNvSpPr>
          <p:nvPr/>
        </p:nvSpPr>
        <p:spPr>
          <a:xfrm>
            <a:off x="3690779" y="3278074"/>
            <a:ext cx="28398" cy="28398"/>
          </a:xfrm>
          <a:prstGeom prst="ellipse">
            <a:avLst/>
          </a:prstGeom>
          <a:solidFill>
            <a:srgbClr val="7F8C97">
              <a:alpha val="48000"/>
            </a:srgbClr>
          </a:solidFill>
          <a:ln w="0">
            <a:noFill/>
            <a:prstDash val="solid"/>
          </a:ln>
        </p:spPr>
      </p:sp>
      <p:sp>
        <p:nvSpPr>
          <p:cNvPr id="1135" name="01_find_only_1134">
            <a:extLst>
              <a:ext uri="{FF2B5EF4-FFF2-40B4-BE49-F238E27FC236}">
                <a16:creationId xmlns:a16="http://schemas.microsoft.com/office/drawing/2014/main" id="{EF2D8ACE-EF37-48CC-ABEF-937D4BBC4028}"/>
              </a:ext>
            </a:extLst>
          </p:cNvPr>
          <p:cNvSpPr>
            <a:spLocks noGrp="1"/>
          </p:cNvSpPr>
          <p:nvPr/>
        </p:nvSpPr>
        <p:spPr>
          <a:xfrm>
            <a:off x="3708234" y="2855402"/>
            <a:ext cx="28398" cy="28398"/>
          </a:xfrm>
          <a:prstGeom prst="ellipse">
            <a:avLst/>
          </a:prstGeom>
          <a:solidFill>
            <a:srgbClr val="7F8C97">
              <a:alpha val="48000"/>
            </a:srgbClr>
          </a:solidFill>
          <a:ln w="0">
            <a:noFill/>
            <a:prstDash val="solid"/>
          </a:ln>
        </p:spPr>
      </p:sp>
      <p:sp>
        <p:nvSpPr>
          <p:cNvPr id="1136" name="01_find_only_1135">
            <a:extLst>
              <a:ext uri="{FF2B5EF4-FFF2-40B4-BE49-F238E27FC236}">
                <a16:creationId xmlns:a16="http://schemas.microsoft.com/office/drawing/2014/main" id="{8ADC0F03-0103-4A05-844B-732E1D2CF372}"/>
              </a:ext>
            </a:extLst>
          </p:cNvPr>
          <p:cNvSpPr>
            <a:spLocks noGrp="1"/>
          </p:cNvSpPr>
          <p:nvPr/>
        </p:nvSpPr>
        <p:spPr>
          <a:xfrm>
            <a:off x="3637365" y="2855402"/>
            <a:ext cx="28398" cy="28398"/>
          </a:xfrm>
          <a:prstGeom prst="ellipse">
            <a:avLst/>
          </a:prstGeom>
          <a:solidFill>
            <a:srgbClr val="7F8C97">
              <a:alpha val="48000"/>
            </a:srgbClr>
          </a:solidFill>
          <a:ln w="0">
            <a:noFill/>
            <a:prstDash val="solid"/>
          </a:ln>
        </p:spPr>
      </p:sp>
      <p:sp>
        <p:nvSpPr>
          <p:cNvPr id="1137" name="01_find_only_1136">
            <a:extLst>
              <a:ext uri="{FF2B5EF4-FFF2-40B4-BE49-F238E27FC236}">
                <a16:creationId xmlns:a16="http://schemas.microsoft.com/office/drawing/2014/main" id="{4E2A4B01-AD56-41FB-A979-5F79A23754A7}"/>
              </a:ext>
            </a:extLst>
          </p:cNvPr>
          <p:cNvSpPr>
            <a:spLocks noGrp="1"/>
          </p:cNvSpPr>
          <p:nvPr/>
        </p:nvSpPr>
        <p:spPr>
          <a:xfrm>
            <a:off x="3680955" y="2855402"/>
            <a:ext cx="28398" cy="28398"/>
          </a:xfrm>
          <a:prstGeom prst="ellipse">
            <a:avLst/>
          </a:prstGeom>
          <a:solidFill>
            <a:srgbClr val="7F8C97">
              <a:alpha val="48000"/>
            </a:srgbClr>
          </a:solidFill>
          <a:ln w="0">
            <a:noFill/>
            <a:prstDash val="solid"/>
          </a:ln>
        </p:spPr>
      </p:sp>
      <p:sp>
        <p:nvSpPr>
          <p:cNvPr id="1138" name="01_find_only_1137">
            <a:extLst>
              <a:ext uri="{FF2B5EF4-FFF2-40B4-BE49-F238E27FC236}">
                <a16:creationId xmlns:a16="http://schemas.microsoft.com/office/drawing/2014/main" id="{BEC28523-C13D-44B7-8146-FC8ACA5F8EB0}"/>
              </a:ext>
            </a:extLst>
          </p:cNvPr>
          <p:cNvSpPr>
            <a:spLocks noGrp="1"/>
          </p:cNvSpPr>
          <p:nvPr/>
        </p:nvSpPr>
        <p:spPr>
          <a:xfrm>
            <a:off x="3637651" y="4123418"/>
            <a:ext cx="28398" cy="28398"/>
          </a:xfrm>
          <a:prstGeom prst="ellipse">
            <a:avLst/>
          </a:prstGeom>
          <a:solidFill>
            <a:srgbClr val="7F8C97">
              <a:alpha val="48000"/>
            </a:srgbClr>
          </a:solidFill>
          <a:ln w="0">
            <a:noFill/>
            <a:prstDash val="solid"/>
          </a:ln>
        </p:spPr>
      </p:sp>
      <p:sp>
        <p:nvSpPr>
          <p:cNvPr id="1139" name="01_find_only_1138">
            <a:extLst>
              <a:ext uri="{FF2B5EF4-FFF2-40B4-BE49-F238E27FC236}">
                <a16:creationId xmlns:a16="http://schemas.microsoft.com/office/drawing/2014/main" id="{546FC062-614D-49F2-ACE5-830BC7CC5350}"/>
              </a:ext>
            </a:extLst>
          </p:cNvPr>
          <p:cNvSpPr>
            <a:spLocks noGrp="1"/>
          </p:cNvSpPr>
          <p:nvPr/>
        </p:nvSpPr>
        <p:spPr>
          <a:xfrm>
            <a:off x="3627159" y="2855402"/>
            <a:ext cx="28398" cy="28398"/>
          </a:xfrm>
          <a:prstGeom prst="ellipse">
            <a:avLst/>
          </a:prstGeom>
          <a:solidFill>
            <a:srgbClr val="7F8C97">
              <a:alpha val="48000"/>
            </a:srgbClr>
          </a:solidFill>
          <a:ln w="0">
            <a:noFill/>
            <a:prstDash val="solid"/>
          </a:ln>
        </p:spPr>
      </p:sp>
      <p:sp>
        <p:nvSpPr>
          <p:cNvPr id="1140" name="01_find_only_1139">
            <a:extLst>
              <a:ext uri="{FF2B5EF4-FFF2-40B4-BE49-F238E27FC236}">
                <a16:creationId xmlns:a16="http://schemas.microsoft.com/office/drawing/2014/main" id="{E65854CC-1B6F-42DC-9424-7EBBE4D17478}"/>
              </a:ext>
            </a:extLst>
          </p:cNvPr>
          <p:cNvSpPr>
            <a:spLocks noGrp="1"/>
          </p:cNvSpPr>
          <p:nvPr/>
        </p:nvSpPr>
        <p:spPr>
          <a:xfrm>
            <a:off x="3700603" y="3013904"/>
            <a:ext cx="28398" cy="28398"/>
          </a:xfrm>
          <a:prstGeom prst="ellipse">
            <a:avLst/>
          </a:prstGeom>
          <a:solidFill>
            <a:srgbClr val="7F8C97">
              <a:alpha val="48000"/>
            </a:srgbClr>
          </a:solidFill>
          <a:ln w="0">
            <a:noFill/>
            <a:prstDash val="solid"/>
          </a:ln>
        </p:spPr>
      </p:sp>
      <p:sp>
        <p:nvSpPr>
          <p:cNvPr id="1141" name="01_find_only_1140">
            <a:extLst>
              <a:ext uri="{FF2B5EF4-FFF2-40B4-BE49-F238E27FC236}">
                <a16:creationId xmlns:a16="http://schemas.microsoft.com/office/drawing/2014/main" id="{295DBF99-5275-42DB-8668-51C6A995CCEF}"/>
              </a:ext>
            </a:extLst>
          </p:cNvPr>
          <p:cNvSpPr>
            <a:spLocks noGrp="1"/>
          </p:cNvSpPr>
          <p:nvPr/>
        </p:nvSpPr>
        <p:spPr>
          <a:xfrm>
            <a:off x="3720156" y="3700746"/>
            <a:ext cx="28398" cy="28398"/>
          </a:xfrm>
          <a:prstGeom prst="ellipse">
            <a:avLst/>
          </a:prstGeom>
          <a:solidFill>
            <a:srgbClr val="7F8C97">
              <a:alpha val="48000"/>
            </a:srgbClr>
          </a:solidFill>
          <a:ln w="0">
            <a:noFill/>
            <a:prstDash val="solid"/>
          </a:ln>
        </p:spPr>
      </p:sp>
      <p:sp>
        <p:nvSpPr>
          <p:cNvPr id="1142" name="01_find_only_1141">
            <a:extLst>
              <a:ext uri="{FF2B5EF4-FFF2-40B4-BE49-F238E27FC236}">
                <a16:creationId xmlns:a16="http://schemas.microsoft.com/office/drawing/2014/main" id="{DB64C877-FBC6-45CD-B5F9-013B23F181B5}"/>
              </a:ext>
            </a:extLst>
          </p:cNvPr>
          <p:cNvSpPr>
            <a:spLocks noGrp="1"/>
          </p:cNvSpPr>
          <p:nvPr/>
        </p:nvSpPr>
        <p:spPr>
          <a:xfrm>
            <a:off x="3662737" y="2855402"/>
            <a:ext cx="28398" cy="28398"/>
          </a:xfrm>
          <a:prstGeom prst="ellipse">
            <a:avLst/>
          </a:prstGeom>
          <a:solidFill>
            <a:srgbClr val="7F8C97">
              <a:alpha val="48000"/>
            </a:srgbClr>
          </a:solidFill>
          <a:ln w="0">
            <a:noFill/>
            <a:prstDash val="solid"/>
          </a:ln>
        </p:spPr>
      </p:sp>
      <p:sp>
        <p:nvSpPr>
          <p:cNvPr id="1143" name="01_find_only_1142">
            <a:extLst>
              <a:ext uri="{FF2B5EF4-FFF2-40B4-BE49-F238E27FC236}">
                <a16:creationId xmlns:a16="http://schemas.microsoft.com/office/drawing/2014/main" id="{11A390B2-8A24-4AFD-8337-F390EEA0CA08}"/>
              </a:ext>
            </a:extLst>
          </p:cNvPr>
          <p:cNvSpPr>
            <a:spLocks noGrp="1"/>
          </p:cNvSpPr>
          <p:nvPr/>
        </p:nvSpPr>
        <p:spPr>
          <a:xfrm>
            <a:off x="3715006" y="2855402"/>
            <a:ext cx="28398" cy="28398"/>
          </a:xfrm>
          <a:prstGeom prst="ellipse">
            <a:avLst/>
          </a:prstGeom>
          <a:solidFill>
            <a:srgbClr val="7F8C97">
              <a:alpha val="48000"/>
            </a:srgbClr>
          </a:solidFill>
          <a:ln w="0">
            <a:noFill/>
            <a:prstDash val="solid"/>
          </a:ln>
        </p:spPr>
      </p:sp>
      <p:sp>
        <p:nvSpPr>
          <p:cNvPr id="1144" name="01_find_only_1143">
            <a:extLst>
              <a:ext uri="{FF2B5EF4-FFF2-40B4-BE49-F238E27FC236}">
                <a16:creationId xmlns:a16="http://schemas.microsoft.com/office/drawing/2014/main" id="{AE683825-FB38-43DF-B823-B84FF102543E}"/>
              </a:ext>
            </a:extLst>
          </p:cNvPr>
          <p:cNvSpPr>
            <a:spLocks noGrp="1"/>
          </p:cNvSpPr>
          <p:nvPr/>
        </p:nvSpPr>
        <p:spPr>
          <a:xfrm>
            <a:off x="3647094" y="3207629"/>
            <a:ext cx="28398" cy="28398"/>
          </a:xfrm>
          <a:prstGeom prst="ellipse">
            <a:avLst/>
          </a:prstGeom>
          <a:solidFill>
            <a:srgbClr val="7F8C97">
              <a:alpha val="48000"/>
            </a:srgbClr>
          </a:solidFill>
          <a:ln w="0">
            <a:noFill/>
            <a:prstDash val="solid"/>
          </a:ln>
        </p:spPr>
      </p:sp>
      <p:sp>
        <p:nvSpPr>
          <p:cNvPr id="1145" name="01_find_only_1144">
            <a:extLst>
              <a:ext uri="{FF2B5EF4-FFF2-40B4-BE49-F238E27FC236}">
                <a16:creationId xmlns:a16="http://schemas.microsoft.com/office/drawing/2014/main" id="{6A33ACDF-BBB1-4D3C-824A-8CD33123232E}"/>
              </a:ext>
            </a:extLst>
          </p:cNvPr>
          <p:cNvSpPr>
            <a:spLocks noGrp="1"/>
          </p:cNvSpPr>
          <p:nvPr/>
        </p:nvSpPr>
        <p:spPr>
          <a:xfrm>
            <a:off x="3665217" y="3279912"/>
            <a:ext cx="28398" cy="28398"/>
          </a:xfrm>
          <a:prstGeom prst="ellipse">
            <a:avLst/>
          </a:prstGeom>
          <a:solidFill>
            <a:srgbClr val="7F8C97">
              <a:alpha val="48000"/>
            </a:srgbClr>
          </a:solidFill>
          <a:ln w="0">
            <a:noFill/>
            <a:prstDash val="solid"/>
          </a:ln>
        </p:spPr>
      </p:sp>
      <p:sp>
        <p:nvSpPr>
          <p:cNvPr id="1146" name="01_find_only_1145">
            <a:extLst>
              <a:ext uri="{FF2B5EF4-FFF2-40B4-BE49-F238E27FC236}">
                <a16:creationId xmlns:a16="http://schemas.microsoft.com/office/drawing/2014/main" id="{374CE679-B79A-4CCA-B4C0-9D0C35B43066}"/>
              </a:ext>
            </a:extLst>
          </p:cNvPr>
          <p:cNvSpPr>
            <a:spLocks noGrp="1"/>
          </p:cNvSpPr>
          <p:nvPr/>
        </p:nvSpPr>
        <p:spPr>
          <a:xfrm>
            <a:off x="3693640" y="3426009"/>
            <a:ext cx="28398" cy="28398"/>
          </a:xfrm>
          <a:prstGeom prst="ellipse">
            <a:avLst/>
          </a:prstGeom>
          <a:solidFill>
            <a:srgbClr val="7F8C97">
              <a:alpha val="48000"/>
            </a:srgbClr>
          </a:solidFill>
          <a:ln w="0">
            <a:noFill/>
            <a:prstDash val="solid"/>
          </a:ln>
        </p:spPr>
      </p:sp>
      <p:sp>
        <p:nvSpPr>
          <p:cNvPr id="1147" name="01_find_only_1146">
            <a:extLst>
              <a:ext uri="{FF2B5EF4-FFF2-40B4-BE49-F238E27FC236}">
                <a16:creationId xmlns:a16="http://schemas.microsoft.com/office/drawing/2014/main" id="{73453101-7440-49D2-9423-E11FA080CEA1}"/>
              </a:ext>
            </a:extLst>
          </p:cNvPr>
          <p:cNvSpPr>
            <a:spLocks noGrp="1"/>
          </p:cNvSpPr>
          <p:nvPr/>
        </p:nvSpPr>
        <p:spPr>
          <a:xfrm>
            <a:off x="3710714" y="2855402"/>
            <a:ext cx="28398" cy="28398"/>
          </a:xfrm>
          <a:prstGeom prst="ellipse">
            <a:avLst/>
          </a:prstGeom>
          <a:solidFill>
            <a:srgbClr val="7F8C97">
              <a:alpha val="48000"/>
            </a:srgbClr>
          </a:solidFill>
          <a:ln w="0">
            <a:noFill/>
            <a:prstDash val="solid"/>
          </a:ln>
        </p:spPr>
      </p:sp>
      <p:sp>
        <p:nvSpPr>
          <p:cNvPr id="1148" name="01_find_only_1147">
            <a:extLst>
              <a:ext uri="{FF2B5EF4-FFF2-40B4-BE49-F238E27FC236}">
                <a16:creationId xmlns:a16="http://schemas.microsoft.com/office/drawing/2014/main" id="{75C1F1B1-30B5-4449-90C0-431DD2A1371D}"/>
              </a:ext>
            </a:extLst>
          </p:cNvPr>
          <p:cNvSpPr>
            <a:spLocks noGrp="1"/>
          </p:cNvSpPr>
          <p:nvPr/>
        </p:nvSpPr>
        <p:spPr>
          <a:xfrm>
            <a:off x="3719966" y="3066738"/>
            <a:ext cx="28398" cy="28398"/>
          </a:xfrm>
          <a:prstGeom prst="ellipse">
            <a:avLst/>
          </a:prstGeom>
          <a:solidFill>
            <a:srgbClr val="7F8C97">
              <a:alpha val="48000"/>
            </a:srgbClr>
          </a:solidFill>
          <a:ln w="0">
            <a:noFill/>
            <a:prstDash val="solid"/>
          </a:ln>
        </p:spPr>
      </p:sp>
      <p:sp>
        <p:nvSpPr>
          <p:cNvPr id="1149" name="01_find_only_1148">
            <a:extLst>
              <a:ext uri="{FF2B5EF4-FFF2-40B4-BE49-F238E27FC236}">
                <a16:creationId xmlns:a16="http://schemas.microsoft.com/office/drawing/2014/main" id="{7F4B9088-45FC-48AA-88F9-FCEA477B05F8}"/>
              </a:ext>
            </a:extLst>
          </p:cNvPr>
          <p:cNvSpPr>
            <a:spLocks noGrp="1"/>
          </p:cNvSpPr>
          <p:nvPr/>
        </p:nvSpPr>
        <p:spPr>
          <a:xfrm>
            <a:off x="3687059" y="2855402"/>
            <a:ext cx="28398" cy="28398"/>
          </a:xfrm>
          <a:prstGeom prst="ellipse">
            <a:avLst/>
          </a:prstGeom>
          <a:solidFill>
            <a:srgbClr val="7F8C97">
              <a:alpha val="48000"/>
            </a:srgbClr>
          </a:solidFill>
          <a:ln w="0">
            <a:noFill/>
            <a:prstDash val="solid"/>
          </a:ln>
        </p:spPr>
      </p:sp>
      <p:sp>
        <p:nvSpPr>
          <p:cNvPr id="1150" name="01_find_only_1149">
            <a:extLst>
              <a:ext uri="{FF2B5EF4-FFF2-40B4-BE49-F238E27FC236}">
                <a16:creationId xmlns:a16="http://schemas.microsoft.com/office/drawing/2014/main" id="{3817BC47-D69B-4797-B90A-DF566766A661}"/>
              </a:ext>
            </a:extLst>
          </p:cNvPr>
          <p:cNvSpPr>
            <a:spLocks noGrp="1"/>
          </p:cNvSpPr>
          <p:nvPr/>
        </p:nvSpPr>
        <p:spPr>
          <a:xfrm>
            <a:off x="3630498" y="3389303"/>
            <a:ext cx="28398" cy="28398"/>
          </a:xfrm>
          <a:prstGeom prst="ellipse">
            <a:avLst/>
          </a:prstGeom>
          <a:solidFill>
            <a:srgbClr val="7F8C97">
              <a:alpha val="48000"/>
            </a:srgbClr>
          </a:solidFill>
          <a:ln w="0">
            <a:noFill/>
            <a:prstDash val="solid"/>
          </a:ln>
        </p:spPr>
      </p:sp>
      <p:sp>
        <p:nvSpPr>
          <p:cNvPr id="1151" name="01_find_only_1150">
            <a:extLst>
              <a:ext uri="{FF2B5EF4-FFF2-40B4-BE49-F238E27FC236}">
                <a16:creationId xmlns:a16="http://schemas.microsoft.com/office/drawing/2014/main" id="{CF8CBD25-C5C6-4699-A750-7FF5C0F9EFE5}"/>
              </a:ext>
            </a:extLst>
          </p:cNvPr>
          <p:cNvSpPr>
            <a:spLocks noGrp="1"/>
          </p:cNvSpPr>
          <p:nvPr/>
        </p:nvSpPr>
        <p:spPr>
          <a:xfrm>
            <a:off x="3644614" y="3172406"/>
            <a:ext cx="28398" cy="28398"/>
          </a:xfrm>
          <a:prstGeom prst="ellipse">
            <a:avLst/>
          </a:prstGeom>
          <a:solidFill>
            <a:srgbClr val="7F8C97">
              <a:alpha val="48000"/>
            </a:srgbClr>
          </a:solidFill>
          <a:ln w="0">
            <a:noFill/>
            <a:prstDash val="solid"/>
          </a:ln>
        </p:spPr>
      </p:sp>
      <p:sp>
        <p:nvSpPr>
          <p:cNvPr id="1152" name="01_find_only_1151">
            <a:extLst>
              <a:ext uri="{FF2B5EF4-FFF2-40B4-BE49-F238E27FC236}">
                <a16:creationId xmlns:a16="http://schemas.microsoft.com/office/drawing/2014/main" id="{B71C1212-D4B7-4941-AB73-BE26D5E88001}"/>
              </a:ext>
            </a:extLst>
          </p:cNvPr>
          <p:cNvSpPr>
            <a:spLocks noGrp="1"/>
          </p:cNvSpPr>
          <p:nvPr/>
        </p:nvSpPr>
        <p:spPr>
          <a:xfrm>
            <a:off x="3650814" y="3489410"/>
            <a:ext cx="28398" cy="28398"/>
          </a:xfrm>
          <a:prstGeom prst="ellipse">
            <a:avLst/>
          </a:prstGeom>
          <a:solidFill>
            <a:srgbClr val="7F8C97">
              <a:alpha val="48000"/>
            </a:srgbClr>
          </a:solidFill>
          <a:ln w="0">
            <a:noFill/>
            <a:prstDash val="solid"/>
          </a:ln>
        </p:spPr>
      </p:sp>
      <p:sp>
        <p:nvSpPr>
          <p:cNvPr id="1153" name="01_find_only_1152">
            <a:extLst>
              <a:ext uri="{FF2B5EF4-FFF2-40B4-BE49-F238E27FC236}">
                <a16:creationId xmlns:a16="http://schemas.microsoft.com/office/drawing/2014/main" id="{EAC806A4-2FE5-4A88-9991-92755B6B962E}"/>
              </a:ext>
            </a:extLst>
          </p:cNvPr>
          <p:cNvSpPr>
            <a:spLocks noGrp="1"/>
          </p:cNvSpPr>
          <p:nvPr/>
        </p:nvSpPr>
        <p:spPr>
          <a:xfrm>
            <a:off x="3630307" y="3700746"/>
            <a:ext cx="28398" cy="28398"/>
          </a:xfrm>
          <a:prstGeom prst="ellipse">
            <a:avLst/>
          </a:prstGeom>
          <a:solidFill>
            <a:srgbClr val="7F8C97">
              <a:alpha val="48000"/>
            </a:srgbClr>
          </a:solidFill>
          <a:ln w="0">
            <a:noFill/>
            <a:prstDash val="solid"/>
          </a:ln>
        </p:spPr>
      </p:sp>
      <p:sp>
        <p:nvSpPr>
          <p:cNvPr id="1154" name="01_find_only_1153">
            <a:extLst>
              <a:ext uri="{FF2B5EF4-FFF2-40B4-BE49-F238E27FC236}">
                <a16:creationId xmlns:a16="http://schemas.microsoft.com/office/drawing/2014/main" id="{E406C5BB-68F5-435F-B240-A856DED0ECA4}"/>
              </a:ext>
            </a:extLst>
          </p:cNvPr>
          <p:cNvSpPr>
            <a:spLocks noGrp="1"/>
          </p:cNvSpPr>
          <p:nvPr/>
        </p:nvSpPr>
        <p:spPr>
          <a:xfrm>
            <a:off x="3629735" y="3616211"/>
            <a:ext cx="28398" cy="28398"/>
          </a:xfrm>
          <a:prstGeom prst="ellipse">
            <a:avLst/>
          </a:prstGeom>
          <a:solidFill>
            <a:srgbClr val="7F8C97">
              <a:alpha val="48000"/>
            </a:srgbClr>
          </a:solidFill>
          <a:ln w="0">
            <a:noFill/>
            <a:prstDash val="solid"/>
          </a:ln>
        </p:spPr>
      </p:sp>
      <p:sp>
        <p:nvSpPr>
          <p:cNvPr id="1155" name="01_find_only_1154">
            <a:extLst>
              <a:ext uri="{FF2B5EF4-FFF2-40B4-BE49-F238E27FC236}">
                <a16:creationId xmlns:a16="http://schemas.microsoft.com/office/drawing/2014/main" id="{4756446C-EF96-4CE9-AA62-C1403CCF47C8}"/>
              </a:ext>
            </a:extLst>
          </p:cNvPr>
          <p:cNvSpPr>
            <a:spLocks noGrp="1"/>
          </p:cNvSpPr>
          <p:nvPr/>
        </p:nvSpPr>
        <p:spPr>
          <a:xfrm>
            <a:off x="3648239" y="4123418"/>
            <a:ext cx="28398" cy="28398"/>
          </a:xfrm>
          <a:prstGeom prst="ellipse">
            <a:avLst/>
          </a:prstGeom>
          <a:solidFill>
            <a:srgbClr val="7F8C97">
              <a:alpha val="48000"/>
            </a:srgbClr>
          </a:solidFill>
          <a:ln w="0">
            <a:noFill/>
            <a:prstDash val="solid"/>
          </a:ln>
        </p:spPr>
      </p:sp>
      <p:sp>
        <p:nvSpPr>
          <p:cNvPr id="1156" name="01_find_only_1155">
            <a:extLst>
              <a:ext uri="{FF2B5EF4-FFF2-40B4-BE49-F238E27FC236}">
                <a16:creationId xmlns:a16="http://schemas.microsoft.com/office/drawing/2014/main" id="{7C6F535D-7116-4949-BBDE-9A23FB5CAE1F}"/>
              </a:ext>
            </a:extLst>
          </p:cNvPr>
          <p:cNvSpPr>
            <a:spLocks noGrp="1"/>
          </p:cNvSpPr>
          <p:nvPr/>
        </p:nvSpPr>
        <p:spPr>
          <a:xfrm>
            <a:off x="3684198" y="3489410"/>
            <a:ext cx="28398" cy="28398"/>
          </a:xfrm>
          <a:prstGeom prst="ellipse">
            <a:avLst/>
          </a:prstGeom>
          <a:solidFill>
            <a:srgbClr val="7F8C97">
              <a:alpha val="48000"/>
            </a:srgbClr>
          </a:solidFill>
          <a:ln w="0">
            <a:noFill/>
            <a:prstDash val="solid"/>
          </a:ln>
        </p:spPr>
      </p:sp>
      <p:sp>
        <p:nvSpPr>
          <p:cNvPr id="1157" name="01_find_only_1156">
            <a:extLst>
              <a:ext uri="{FF2B5EF4-FFF2-40B4-BE49-F238E27FC236}">
                <a16:creationId xmlns:a16="http://schemas.microsoft.com/office/drawing/2014/main" id="{51FDB4BC-2179-4E7B-96CF-8EC54F1F15B5}"/>
              </a:ext>
            </a:extLst>
          </p:cNvPr>
          <p:cNvSpPr>
            <a:spLocks noGrp="1"/>
          </p:cNvSpPr>
          <p:nvPr/>
        </p:nvSpPr>
        <p:spPr>
          <a:xfrm>
            <a:off x="3643183" y="3278074"/>
            <a:ext cx="28398" cy="28398"/>
          </a:xfrm>
          <a:prstGeom prst="ellipse">
            <a:avLst/>
          </a:prstGeom>
          <a:solidFill>
            <a:srgbClr val="7F8C97">
              <a:alpha val="48000"/>
            </a:srgbClr>
          </a:solidFill>
          <a:ln w="0">
            <a:noFill/>
            <a:prstDash val="solid"/>
          </a:ln>
        </p:spPr>
      </p:sp>
      <p:sp>
        <p:nvSpPr>
          <p:cNvPr id="1158" name="01_find_only_1157">
            <a:extLst>
              <a:ext uri="{FF2B5EF4-FFF2-40B4-BE49-F238E27FC236}">
                <a16:creationId xmlns:a16="http://schemas.microsoft.com/office/drawing/2014/main" id="{6C9EA615-6A4D-42FE-8AF3-8D9017CA5EE0}"/>
              </a:ext>
            </a:extLst>
          </p:cNvPr>
          <p:cNvSpPr>
            <a:spLocks noGrp="1"/>
          </p:cNvSpPr>
          <p:nvPr/>
        </p:nvSpPr>
        <p:spPr>
          <a:xfrm>
            <a:off x="3671798" y="3489410"/>
            <a:ext cx="28398" cy="28398"/>
          </a:xfrm>
          <a:prstGeom prst="ellipse">
            <a:avLst/>
          </a:prstGeom>
          <a:solidFill>
            <a:srgbClr val="7F8C97">
              <a:alpha val="48000"/>
            </a:srgbClr>
          </a:solidFill>
          <a:ln w="0">
            <a:noFill/>
            <a:prstDash val="solid"/>
          </a:ln>
        </p:spPr>
      </p:sp>
      <p:sp>
        <p:nvSpPr>
          <p:cNvPr id="1159" name="01_find_only_1158">
            <a:extLst>
              <a:ext uri="{FF2B5EF4-FFF2-40B4-BE49-F238E27FC236}">
                <a16:creationId xmlns:a16="http://schemas.microsoft.com/office/drawing/2014/main" id="{99D0914B-0D70-467D-943F-D66B034E5194}"/>
              </a:ext>
            </a:extLst>
          </p:cNvPr>
          <p:cNvSpPr>
            <a:spLocks noGrp="1"/>
          </p:cNvSpPr>
          <p:nvPr/>
        </p:nvSpPr>
        <p:spPr>
          <a:xfrm>
            <a:off x="3661688" y="2855402"/>
            <a:ext cx="28398" cy="28398"/>
          </a:xfrm>
          <a:prstGeom prst="ellipse">
            <a:avLst/>
          </a:prstGeom>
          <a:solidFill>
            <a:srgbClr val="7F8C97">
              <a:alpha val="48000"/>
            </a:srgbClr>
          </a:solidFill>
          <a:ln w="0">
            <a:noFill/>
            <a:prstDash val="solid"/>
          </a:ln>
        </p:spPr>
      </p:sp>
      <p:sp>
        <p:nvSpPr>
          <p:cNvPr id="1160" name="01_find_only_1159">
            <a:extLst>
              <a:ext uri="{FF2B5EF4-FFF2-40B4-BE49-F238E27FC236}">
                <a16:creationId xmlns:a16="http://schemas.microsoft.com/office/drawing/2014/main" id="{657EB740-ADDC-4261-AE22-0A784275645B}"/>
              </a:ext>
            </a:extLst>
          </p:cNvPr>
          <p:cNvSpPr>
            <a:spLocks noGrp="1"/>
          </p:cNvSpPr>
          <p:nvPr/>
        </p:nvSpPr>
        <p:spPr>
          <a:xfrm>
            <a:off x="3708997" y="4123418"/>
            <a:ext cx="28398" cy="28398"/>
          </a:xfrm>
          <a:prstGeom prst="ellipse">
            <a:avLst/>
          </a:prstGeom>
          <a:solidFill>
            <a:srgbClr val="7F8C97">
              <a:alpha val="48000"/>
            </a:srgbClr>
          </a:solidFill>
          <a:ln w="0">
            <a:noFill/>
            <a:prstDash val="solid"/>
          </a:ln>
        </p:spPr>
      </p:sp>
      <p:sp>
        <p:nvSpPr>
          <p:cNvPr id="1161" name="01_find_only_1160">
            <a:extLst>
              <a:ext uri="{FF2B5EF4-FFF2-40B4-BE49-F238E27FC236}">
                <a16:creationId xmlns:a16="http://schemas.microsoft.com/office/drawing/2014/main" id="{365B85A5-D2DB-4415-BC79-442E621A6C00}"/>
              </a:ext>
            </a:extLst>
          </p:cNvPr>
          <p:cNvSpPr>
            <a:spLocks noGrp="1"/>
          </p:cNvSpPr>
          <p:nvPr/>
        </p:nvSpPr>
        <p:spPr>
          <a:xfrm>
            <a:off x="3652245" y="4077401"/>
            <a:ext cx="28398" cy="28398"/>
          </a:xfrm>
          <a:prstGeom prst="ellipse">
            <a:avLst/>
          </a:prstGeom>
          <a:solidFill>
            <a:srgbClr val="7F8C97">
              <a:alpha val="48000"/>
            </a:srgbClr>
          </a:solidFill>
          <a:ln w="0">
            <a:noFill/>
            <a:prstDash val="solid"/>
          </a:ln>
        </p:spPr>
      </p:sp>
      <p:sp>
        <p:nvSpPr>
          <p:cNvPr id="1162" name="01_find_only_1161">
            <a:extLst>
              <a:ext uri="{FF2B5EF4-FFF2-40B4-BE49-F238E27FC236}">
                <a16:creationId xmlns:a16="http://schemas.microsoft.com/office/drawing/2014/main" id="{AC601FA7-F788-46B7-973F-4D94ABA7F14C}"/>
              </a:ext>
            </a:extLst>
          </p:cNvPr>
          <p:cNvSpPr>
            <a:spLocks noGrp="1"/>
          </p:cNvSpPr>
          <p:nvPr/>
        </p:nvSpPr>
        <p:spPr>
          <a:xfrm>
            <a:off x="3691447" y="3278074"/>
            <a:ext cx="28398" cy="28398"/>
          </a:xfrm>
          <a:prstGeom prst="ellipse">
            <a:avLst/>
          </a:prstGeom>
          <a:solidFill>
            <a:srgbClr val="7F8C97">
              <a:alpha val="48000"/>
            </a:srgbClr>
          </a:solidFill>
          <a:ln w="0">
            <a:noFill/>
            <a:prstDash val="solid"/>
          </a:ln>
        </p:spPr>
      </p:sp>
      <p:sp>
        <p:nvSpPr>
          <p:cNvPr id="1163" name="01_find_only_1162">
            <a:extLst>
              <a:ext uri="{FF2B5EF4-FFF2-40B4-BE49-F238E27FC236}">
                <a16:creationId xmlns:a16="http://schemas.microsoft.com/office/drawing/2014/main" id="{4A57EFB4-8254-4E54-9888-EFB246EF8265}"/>
              </a:ext>
            </a:extLst>
          </p:cNvPr>
          <p:cNvSpPr>
            <a:spLocks noGrp="1"/>
          </p:cNvSpPr>
          <p:nvPr/>
        </p:nvSpPr>
        <p:spPr>
          <a:xfrm>
            <a:off x="3693831" y="2855402"/>
            <a:ext cx="28398" cy="28398"/>
          </a:xfrm>
          <a:prstGeom prst="ellipse">
            <a:avLst/>
          </a:prstGeom>
          <a:solidFill>
            <a:srgbClr val="7F8C97">
              <a:alpha val="48000"/>
            </a:srgbClr>
          </a:solidFill>
          <a:ln w="0">
            <a:noFill/>
            <a:prstDash val="solid"/>
          </a:ln>
        </p:spPr>
      </p:sp>
      <p:sp>
        <p:nvSpPr>
          <p:cNvPr id="1164" name="01_find_only_1163">
            <a:extLst>
              <a:ext uri="{FF2B5EF4-FFF2-40B4-BE49-F238E27FC236}">
                <a16:creationId xmlns:a16="http://schemas.microsoft.com/office/drawing/2014/main" id="{36739264-BA35-44E3-8735-B9608C94A5B0}"/>
              </a:ext>
            </a:extLst>
          </p:cNvPr>
          <p:cNvSpPr>
            <a:spLocks noGrp="1"/>
          </p:cNvSpPr>
          <p:nvPr/>
        </p:nvSpPr>
        <p:spPr>
          <a:xfrm>
            <a:off x="3630021" y="3066738"/>
            <a:ext cx="28398" cy="28398"/>
          </a:xfrm>
          <a:prstGeom prst="ellipse">
            <a:avLst/>
          </a:prstGeom>
          <a:solidFill>
            <a:srgbClr val="7F8C97">
              <a:alpha val="48000"/>
            </a:srgbClr>
          </a:solidFill>
          <a:ln w="0">
            <a:noFill/>
            <a:prstDash val="solid"/>
          </a:ln>
        </p:spPr>
      </p:sp>
      <p:sp>
        <p:nvSpPr>
          <p:cNvPr id="1165" name="01_find_only_1164">
            <a:extLst>
              <a:ext uri="{FF2B5EF4-FFF2-40B4-BE49-F238E27FC236}">
                <a16:creationId xmlns:a16="http://schemas.microsoft.com/office/drawing/2014/main" id="{9CE32CD0-551E-4471-B997-59F39416D7B2}"/>
              </a:ext>
            </a:extLst>
          </p:cNvPr>
          <p:cNvSpPr>
            <a:spLocks noGrp="1"/>
          </p:cNvSpPr>
          <p:nvPr/>
        </p:nvSpPr>
        <p:spPr>
          <a:xfrm>
            <a:off x="3707757" y="2855402"/>
            <a:ext cx="28398" cy="28398"/>
          </a:xfrm>
          <a:prstGeom prst="ellipse">
            <a:avLst/>
          </a:prstGeom>
          <a:solidFill>
            <a:srgbClr val="7F8C97">
              <a:alpha val="48000"/>
            </a:srgbClr>
          </a:solidFill>
          <a:ln w="0">
            <a:noFill/>
            <a:prstDash val="solid"/>
          </a:ln>
        </p:spPr>
      </p:sp>
      <p:sp>
        <p:nvSpPr>
          <p:cNvPr id="1166" name="01_find_only_1165">
            <a:extLst>
              <a:ext uri="{FF2B5EF4-FFF2-40B4-BE49-F238E27FC236}">
                <a16:creationId xmlns:a16="http://schemas.microsoft.com/office/drawing/2014/main" id="{B267B2F5-362B-4350-99F8-1A646F8AC37E}"/>
              </a:ext>
            </a:extLst>
          </p:cNvPr>
          <p:cNvSpPr>
            <a:spLocks noGrp="1"/>
          </p:cNvSpPr>
          <p:nvPr/>
        </p:nvSpPr>
        <p:spPr>
          <a:xfrm>
            <a:off x="3627732" y="4123418"/>
            <a:ext cx="28398" cy="28398"/>
          </a:xfrm>
          <a:prstGeom prst="ellipse">
            <a:avLst/>
          </a:prstGeom>
          <a:solidFill>
            <a:srgbClr val="7F8C97">
              <a:alpha val="48000"/>
            </a:srgbClr>
          </a:solidFill>
          <a:ln w="0">
            <a:noFill/>
            <a:prstDash val="solid"/>
          </a:ln>
        </p:spPr>
      </p:sp>
      <p:sp>
        <p:nvSpPr>
          <p:cNvPr id="1167" name="01_find_only_1166">
            <a:extLst>
              <a:ext uri="{FF2B5EF4-FFF2-40B4-BE49-F238E27FC236}">
                <a16:creationId xmlns:a16="http://schemas.microsoft.com/office/drawing/2014/main" id="{4C1F4AD4-D1D2-47CA-B6F5-7F67EB2A0FB0}"/>
              </a:ext>
            </a:extLst>
          </p:cNvPr>
          <p:cNvSpPr>
            <a:spLocks noGrp="1"/>
          </p:cNvSpPr>
          <p:nvPr/>
        </p:nvSpPr>
        <p:spPr>
          <a:xfrm>
            <a:off x="3707566" y="3806414"/>
            <a:ext cx="28398" cy="28398"/>
          </a:xfrm>
          <a:prstGeom prst="ellipse">
            <a:avLst/>
          </a:prstGeom>
          <a:solidFill>
            <a:srgbClr val="7F8C97">
              <a:alpha val="48000"/>
            </a:srgbClr>
          </a:solidFill>
          <a:ln w="0">
            <a:noFill/>
            <a:prstDash val="solid"/>
          </a:ln>
        </p:spPr>
      </p:sp>
      <p:sp>
        <p:nvSpPr>
          <p:cNvPr id="1168" name="01_find_only_1167">
            <a:extLst>
              <a:ext uri="{FF2B5EF4-FFF2-40B4-BE49-F238E27FC236}">
                <a16:creationId xmlns:a16="http://schemas.microsoft.com/office/drawing/2014/main" id="{5F3710E7-78F5-442C-BD13-D8650D11BC8F}"/>
              </a:ext>
            </a:extLst>
          </p:cNvPr>
          <p:cNvSpPr>
            <a:spLocks noGrp="1"/>
          </p:cNvSpPr>
          <p:nvPr/>
        </p:nvSpPr>
        <p:spPr>
          <a:xfrm>
            <a:off x="3716818" y="2855402"/>
            <a:ext cx="28398" cy="28398"/>
          </a:xfrm>
          <a:prstGeom prst="ellipse">
            <a:avLst/>
          </a:prstGeom>
          <a:solidFill>
            <a:srgbClr val="7F8C97">
              <a:alpha val="48000"/>
            </a:srgbClr>
          </a:solidFill>
          <a:ln w="0">
            <a:noFill/>
            <a:prstDash val="solid"/>
          </a:ln>
        </p:spPr>
      </p:sp>
      <p:sp>
        <p:nvSpPr>
          <p:cNvPr id="1169" name="01_find_only_1168">
            <a:extLst>
              <a:ext uri="{FF2B5EF4-FFF2-40B4-BE49-F238E27FC236}">
                <a16:creationId xmlns:a16="http://schemas.microsoft.com/office/drawing/2014/main" id="{BFB099BE-8E58-4DD9-A052-E54DA7161CB6}"/>
              </a:ext>
            </a:extLst>
          </p:cNvPr>
          <p:cNvSpPr>
            <a:spLocks noGrp="1"/>
          </p:cNvSpPr>
          <p:nvPr/>
        </p:nvSpPr>
        <p:spPr>
          <a:xfrm>
            <a:off x="3684770" y="2855402"/>
            <a:ext cx="28398" cy="28398"/>
          </a:xfrm>
          <a:prstGeom prst="ellipse">
            <a:avLst/>
          </a:prstGeom>
          <a:solidFill>
            <a:srgbClr val="7F8C97">
              <a:alpha val="48000"/>
            </a:srgbClr>
          </a:solidFill>
          <a:ln w="0">
            <a:noFill/>
            <a:prstDash val="solid"/>
          </a:ln>
        </p:spPr>
      </p:sp>
      <p:sp>
        <p:nvSpPr>
          <p:cNvPr id="1170" name="01_find_only_1169">
            <a:extLst>
              <a:ext uri="{FF2B5EF4-FFF2-40B4-BE49-F238E27FC236}">
                <a16:creationId xmlns:a16="http://schemas.microsoft.com/office/drawing/2014/main" id="{E382683A-9849-4876-9561-C6A5BD7C2D24}"/>
              </a:ext>
            </a:extLst>
          </p:cNvPr>
          <p:cNvSpPr>
            <a:spLocks noGrp="1"/>
          </p:cNvSpPr>
          <p:nvPr/>
        </p:nvSpPr>
        <p:spPr>
          <a:xfrm>
            <a:off x="3656155" y="2855402"/>
            <a:ext cx="28398" cy="28398"/>
          </a:xfrm>
          <a:prstGeom prst="ellipse">
            <a:avLst/>
          </a:prstGeom>
          <a:solidFill>
            <a:srgbClr val="7F8C97">
              <a:alpha val="48000"/>
            </a:srgbClr>
          </a:solidFill>
          <a:ln w="0">
            <a:noFill/>
            <a:prstDash val="solid"/>
          </a:ln>
        </p:spPr>
      </p:sp>
      <p:sp>
        <p:nvSpPr>
          <p:cNvPr id="1171" name="01_find_only_1170">
            <a:extLst>
              <a:ext uri="{FF2B5EF4-FFF2-40B4-BE49-F238E27FC236}">
                <a16:creationId xmlns:a16="http://schemas.microsoft.com/office/drawing/2014/main" id="{F50F2580-17DE-45E1-8C1B-80366CA42130}"/>
              </a:ext>
            </a:extLst>
          </p:cNvPr>
          <p:cNvSpPr>
            <a:spLocks noGrp="1"/>
          </p:cNvSpPr>
          <p:nvPr/>
        </p:nvSpPr>
        <p:spPr>
          <a:xfrm>
            <a:off x="3696120" y="2855402"/>
            <a:ext cx="28398" cy="28398"/>
          </a:xfrm>
          <a:prstGeom prst="ellipse">
            <a:avLst/>
          </a:prstGeom>
          <a:solidFill>
            <a:srgbClr val="7F8C97">
              <a:alpha val="48000"/>
            </a:srgbClr>
          </a:solidFill>
          <a:ln w="0">
            <a:noFill/>
            <a:prstDash val="solid"/>
          </a:ln>
        </p:spPr>
      </p:sp>
      <p:sp>
        <p:nvSpPr>
          <p:cNvPr id="1172" name="01_find_only_1171">
            <a:extLst>
              <a:ext uri="{FF2B5EF4-FFF2-40B4-BE49-F238E27FC236}">
                <a16:creationId xmlns:a16="http://schemas.microsoft.com/office/drawing/2014/main" id="{EF96423A-F656-4002-B4AC-76CCB0BD3946}"/>
              </a:ext>
            </a:extLst>
          </p:cNvPr>
          <p:cNvSpPr>
            <a:spLocks noGrp="1"/>
          </p:cNvSpPr>
          <p:nvPr/>
        </p:nvSpPr>
        <p:spPr>
          <a:xfrm>
            <a:off x="3647571" y="2855402"/>
            <a:ext cx="28398" cy="28398"/>
          </a:xfrm>
          <a:prstGeom prst="ellipse">
            <a:avLst/>
          </a:prstGeom>
          <a:solidFill>
            <a:srgbClr val="7F8C97">
              <a:alpha val="48000"/>
            </a:srgbClr>
          </a:solidFill>
          <a:ln w="0">
            <a:noFill/>
            <a:prstDash val="solid"/>
          </a:ln>
        </p:spPr>
      </p:sp>
      <p:sp>
        <p:nvSpPr>
          <p:cNvPr id="1173" name="01_find_only_1172">
            <a:extLst>
              <a:ext uri="{FF2B5EF4-FFF2-40B4-BE49-F238E27FC236}">
                <a16:creationId xmlns:a16="http://schemas.microsoft.com/office/drawing/2014/main" id="{5E82C6DD-205C-4222-9512-EE61D738183F}"/>
              </a:ext>
            </a:extLst>
          </p:cNvPr>
          <p:cNvSpPr>
            <a:spLocks noGrp="1"/>
          </p:cNvSpPr>
          <p:nvPr/>
        </p:nvSpPr>
        <p:spPr>
          <a:xfrm>
            <a:off x="3672084" y="2855402"/>
            <a:ext cx="28398" cy="28398"/>
          </a:xfrm>
          <a:prstGeom prst="ellipse">
            <a:avLst/>
          </a:prstGeom>
          <a:solidFill>
            <a:srgbClr val="7F8C97">
              <a:alpha val="48000"/>
            </a:srgbClr>
          </a:solidFill>
          <a:ln w="0">
            <a:noFill/>
            <a:prstDash val="solid"/>
          </a:ln>
        </p:spPr>
      </p:sp>
      <p:sp>
        <p:nvSpPr>
          <p:cNvPr id="1174" name="01_find_only_1173">
            <a:extLst>
              <a:ext uri="{FF2B5EF4-FFF2-40B4-BE49-F238E27FC236}">
                <a16:creationId xmlns:a16="http://schemas.microsoft.com/office/drawing/2014/main" id="{0E6BB4D3-CA89-4F52-94E1-A23D6B7B10C4}"/>
              </a:ext>
            </a:extLst>
          </p:cNvPr>
          <p:cNvSpPr>
            <a:spLocks noGrp="1"/>
          </p:cNvSpPr>
          <p:nvPr/>
        </p:nvSpPr>
        <p:spPr>
          <a:xfrm>
            <a:off x="3672084" y="3489410"/>
            <a:ext cx="28398" cy="28398"/>
          </a:xfrm>
          <a:prstGeom prst="ellipse">
            <a:avLst/>
          </a:prstGeom>
          <a:solidFill>
            <a:srgbClr val="7F8C97">
              <a:alpha val="48000"/>
            </a:srgbClr>
          </a:solidFill>
          <a:ln w="0">
            <a:noFill/>
            <a:prstDash val="solid"/>
          </a:ln>
        </p:spPr>
      </p:sp>
      <p:sp>
        <p:nvSpPr>
          <p:cNvPr id="1175" name="01_find_only_1174">
            <a:extLst>
              <a:ext uri="{FF2B5EF4-FFF2-40B4-BE49-F238E27FC236}">
                <a16:creationId xmlns:a16="http://schemas.microsoft.com/office/drawing/2014/main" id="{A7FB8342-CE40-4F73-BD7A-98507696413C}"/>
              </a:ext>
            </a:extLst>
          </p:cNvPr>
          <p:cNvSpPr>
            <a:spLocks noGrp="1"/>
          </p:cNvSpPr>
          <p:nvPr/>
        </p:nvSpPr>
        <p:spPr>
          <a:xfrm>
            <a:off x="3643470" y="3036547"/>
            <a:ext cx="28398" cy="28398"/>
          </a:xfrm>
          <a:prstGeom prst="ellipse">
            <a:avLst/>
          </a:prstGeom>
          <a:solidFill>
            <a:srgbClr val="7F8C97">
              <a:alpha val="48000"/>
            </a:srgbClr>
          </a:solidFill>
          <a:ln w="0">
            <a:noFill/>
            <a:prstDash val="solid"/>
          </a:ln>
        </p:spPr>
      </p:sp>
      <p:sp>
        <p:nvSpPr>
          <p:cNvPr id="1176" name="01_find_only_1175">
            <a:extLst>
              <a:ext uri="{FF2B5EF4-FFF2-40B4-BE49-F238E27FC236}">
                <a16:creationId xmlns:a16="http://schemas.microsoft.com/office/drawing/2014/main" id="{DA345CED-997A-43E0-A85F-14CA61558240}"/>
              </a:ext>
            </a:extLst>
          </p:cNvPr>
          <p:cNvSpPr>
            <a:spLocks noGrp="1"/>
          </p:cNvSpPr>
          <p:nvPr/>
        </p:nvSpPr>
        <p:spPr>
          <a:xfrm>
            <a:off x="3709951" y="2855402"/>
            <a:ext cx="28398" cy="28398"/>
          </a:xfrm>
          <a:prstGeom prst="ellipse">
            <a:avLst/>
          </a:prstGeom>
          <a:solidFill>
            <a:srgbClr val="7F8C97">
              <a:alpha val="48000"/>
            </a:srgbClr>
          </a:solidFill>
          <a:ln w="0">
            <a:noFill/>
            <a:prstDash val="solid"/>
          </a:ln>
        </p:spPr>
      </p:sp>
      <p:sp>
        <p:nvSpPr>
          <p:cNvPr id="1177" name="01_find_only_1176">
            <a:extLst>
              <a:ext uri="{FF2B5EF4-FFF2-40B4-BE49-F238E27FC236}">
                <a16:creationId xmlns:a16="http://schemas.microsoft.com/office/drawing/2014/main" id="{5DF16DA6-0C77-41B1-BA8C-257F628FC852}"/>
              </a:ext>
            </a:extLst>
          </p:cNvPr>
          <p:cNvSpPr>
            <a:spLocks noGrp="1"/>
          </p:cNvSpPr>
          <p:nvPr/>
        </p:nvSpPr>
        <p:spPr>
          <a:xfrm>
            <a:off x="3657777" y="3700746"/>
            <a:ext cx="28398" cy="28398"/>
          </a:xfrm>
          <a:prstGeom prst="ellipse">
            <a:avLst/>
          </a:prstGeom>
          <a:solidFill>
            <a:srgbClr val="7F8C97">
              <a:alpha val="48000"/>
            </a:srgbClr>
          </a:solidFill>
          <a:ln w="0">
            <a:noFill/>
            <a:prstDash val="solid"/>
          </a:ln>
        </p:spPr>
      </p:sp>
      <p:sp>
        <p:nvSpPr>
          <p:cNvPr id="1178" name="01_find_only_1177">
            <a:extLst>
              <a:ext uri="{FF2B5EF4-FFF2-40B4-BE49-F238E27FC236}">
                <a16:creationId xmlns:a16="http://schemas.microsoft.com/office/drawing/2014/main" id="{20E3227E-C297-473F-82B3-6B23A8613359}"/>
              </a:ext>
            </a:extLst>
          </p:cNvPr>
          <p:cNvSpPr>
            <a:spLocks noGrp="1"/>
          </p:cNvSpPr>
          <p:nvPr/>
        </p:nvSpPr>
        <p:spPr>
          <a:xfrm>
            <a:off x="3667029" y="3278074"/>
            <a:ext cx="28398" cy="28398"/>
          </a:xfrm>
          <a:prstGeom prst="ellipse">
            <a:avLst/>
          </a:prstGeom>
          <a:solidFill>
            <a:srgbClr val="7F8C97">
              <a:alpha val="48000"/>
            </a:srgbClr>
          </a:solidFill>
          <a:ln w="0">
            <a:noFill/>
            <a:prstDash val="solid"/>
          </a:ln>
        </p:spPr>
      </p:sp>
      <p:sp>
        <p:nvSpPr>
          <p:cNvPr id="1179" name="01_find_only_1178">
            <a:extLst>
              <a:ext uri="{FF2B5EF4-FFF2-40B4-BE49-F238E27FC236}">
                <a16:creationId xmlns:a16="http://schemas.microsoft.com/office/drawing/2014/main" id="{4C8149AE-AC3E-4B50-AC6C-D5D8A62EBF32}"/>
              </a:ext>
            </a:extLst>
          </p:cNvPr>
          <p:cNvSpPr>
            <a:spLocks noGrp="1"/>
          </p:cNvSpPr>
          <p:nvPr/>
        </p:nvSpPr>
        <p:spPr>
          <a:xfrm>
            <a:off x="3719107" y="2855402"/>
            <a:ext cx="28398" cy="28398"/>
          </a:xfrm>
          <a:prstGeom prst="ellipse">
            <a:avLst/>
          </a:prstGeom>
          <a:solidFill>
            <a:srgbClr val="7F8C97">
              <a:alpha val="48000"/>
            </a:srgbClr>
          </a:solidFill>
          <a:ln w="0">
            <a:noFill/>
            <a:prstDash val="solid"/>
          </a:ln>
        </p:spPr>
      </p:sp>
      <p:sp>
        <p:nvSpPr>
          <p:cNvPr id="1180" name="01_find_only_1179">
            <a:extLst>
              <a:ext uri="{FF2B5EF4-FFF2-40B4-BE49-F238E27FC236}">
                <a16:creationId xmlns:a16="http://schemas.microsoft.com/office/drawing/2014/main" id="{63582FC4-09BE-4EE2-904C-2E6F779EA0C1}"/>
              </a:ext>
            </a:extLst>
          </p:cNvPr>
          <p:cNvSpPr>
            <a:spLocks noGrp="1"/>
          </p:cNvSpPr>
          <p:nvPr/>
        </p:nvSpPr>
        <p:spPr>
          <a:xfrm>
            <a:off x="3690493" y="4123418"/>
            <a:ext cx="28398" cy="28398"/>
          </a:xfrm>
          <a:prstGeom prst="ellipse">
            <a:avLst/>
          </a:prstGeom>
          <a:solidFill>
            <a:srgbClr val="7F8C97">
              <a:alpha val="48000"/>
            </a:srgbClr>
          </a:solidFill>
          <a:ln w="0">
            <a:noFill/>
            <a:prstDash val="solid"/>
          </a:ln>
        </p:spPr>
      </p:sp>
      <p:sp>
        <p:nvSpPr>
          <p:cNvPr id="1181" name="01_find_only_1180">
            <a:extLst>
              <a:ext uri="{FF2B5EF4-FFF2-40B4-BE49-F238E27FC236}">
                <a16:creationId xmlns:a16="http://schemas.microsoft.com/office/drawing/2014/main" id="{0AA56CC2-0460-4E86-BDAA-D4B1A32F898D}"/>
              </a:ext>
            </a:extLst>
          </p:cNvPr>
          <p:cNvSpPr>
            <a:spLocks noGrp="1"/>
          </p:cNvSpPr>
          <p:nvPr/>
        </p:nvSpPr>
        <p:spPr>
          <a:xfrm>
            <a:off x="3715673" y="3942273"/>
            <a:ext cx="28398" cy="28398"/>
          </a:xfrm>
          <a:prstGeom prst="ellipse">
            <a:avLst/>
          </a:prstGeom>
          <a:solidFill>
            <a:srgbClr val="7F8C97">
              <a:alpha val="48000"/>
            </a:srgbClr>
          </a:solidFill>
          <a:ln w="0">
            <a:noFill/>
            <a:prstDash val="solid"/>
          </a:ln>
        </p:spPr>
      </p:sp>
      <p:sp>
        <p:nvSpPr>
          <p:cNvPr id="1182" name="01_find_only_1181">
            <a:extLst>
              <a:ext uri="{FF2B5EF4-FFF2-40B4-BE49-F238E27FC236}">
                <a16:creationId xmlns:a16="http://schemas.microsoft.com/office/drawing/2014/main" id="{6BDAC259-0561-407B-B5AB-49728D0918EF}"/>
              </a:ext>
            </a:extLst>
          </p:cNvPr>
          <p:cNvSpPr>
            <a:spLocks noGrp="1"/>
          </p:cNvSpPr>
          <p:nvPr/>
        </p:nvSpPr>
        <p:spPr>
          <a:xfrm>
            <a:off x="3631356" y="4123418"/>
            <a:ext cx="28398" cy="28398"/>
          </a:xfrm>
          <a:prstGeom prst="ellipse">
            <a:avLst/>
          </a:prstGeom>
          <a:solidFill>
            <a:srgbClr val="7F8C97">
              <a:alpha val="48000"/>
            </a:srgbClr>
          </a:solidFill>
          <a:ln w="0">
            <a:noFill/>
            <a:prstDash val="solid"/>
          </a:ln>
        </p:spPr>
      </p:sp>
      <p:sp>
        <p:nvSpPr>
          <p:cNvPr id="1183" name="01_find_only_1182">
            <a:extLst>
              <a:ext uri="{FF2B5EF4-FFF2-40B4-BE49-F238E27FC236}">
                <a16:creationId xmlns:a16="http://schemas.microsoft.com/office/drawing/2014/main" id="{6CF92A79-7FF0-4E8F-8BC2-C15B36EDF4C8}"/>
              </a:ext>
            </a:extLst>
          </p:cNvPr>
          <p:cNvSpPr>
            <a:spLocks noGrp="1"/>
          </p:cNvSpPr>
          <p:nvPr/>
        </p:nvSpPr>
        <p:spPr>
          <a:xfrm>
            <a:off x="3708615" y="4123418"/>
            <a:ext cx="28398" cy="28398"/>
          </a:xfrm>
          <a:prstGeom prst="ellipse">
            <a:avLst/>
          </a:prstGeom>
          <a:solidFill>
            <a:srgbClr val="7F8C97">
              <a:alpha val="48000"/>
            </a:srgbClr>
          </a:solidFill>
          <a:ln w="0">
            <a:noFill/>
            <a:prstDash val="solid"/>
          </a:ln>
        </p:spPr>
      </p:sp>
      <p:sp>
        <p:nvSpPr>
          <p:cNvPr id="1184" name="01_find_only_1183">
            <a:extLst>
              <a:ext uri="{FF2B5EF4-FFF2-40B4-BE49-F238E27FC236}">
                <a16:creationId xmlns:a16="http://schemas.microsoft.com/office/drawing/2014/main" id="{38A44FB3-D6C4-4F5F-80DC-2D7F1B26F4B5}"/>
              </a:ext>
            </a:extLst>
          </p:cNvPr>
          <p:cNvSpPr>
            <a:spLocks noGrp="1"/>
          </p:cNvSpPr>
          <p:nvPr/>
        </p:nvSpPr>
        <p:spPr>
          <a:xfrm>
            <a:off x="3696025" y="3278074"/>
            <a:ext cx="28398" cy="28398"/>
          </a:xfrm>
          <a:prstGeom prst="ellipse">
            <a:avLst/>
          </a:prstGeom>
          <a:solidFill>
            <a:srgbClr val="7F8C97">
              <a:alpha val="48000"/>
            </a:srgbClr>
          </a:solidFill>
          <a:ln w="0">
            <a:noFill/>
            <a:prstDash val="solid"/>
          </a:ln>
        </p:spPr>
      </p:sp>
      <p:sp>
        <p:nvSpPr>
          <p:cNvPr id="1185" name="01_find_only_1184">
            <a:extLst>
              <a:ext uri="{FF2B5EF4-FFF2-40B4-BE49-F238E27FC236}">
                <a16:creationId xmlns:a16="http://schemas.microsoft.com/office/drawing/2014/main" id="{EC88FE19-0A31-4884-8E00-3C456D81C8F6}"/>
              </a:ext>
            </a:extLst>
          </p:cNvPr>
          <p:cNvSpPr>
            <a:spLocks noGrp="1"/>
          </p:cNvSpPr>
          <p:nvPr/>
        </p:nvSpPr>
        <p:spPr>
          <a:xfrm>
            <a:off x="3663118" y="2855402"/>
            <a:ext cx="28398" cy="28398"/>
          </a:xfrm>
          <a:prstGeom prst="ellipse">
            <a:avLst/>
          </a:prstGeom>
          <a:solidFill>
            <a:srgbClr val="7F8C97">
              <a:alpha val="48000"/>
            </a:srgbClr>
          </a:solidFill>
          <a:ln w="0">
            <a:noFill/>
            <a:prstDash val="solid"/>
          </a:ln>
        </p:spPr>
      </p:sp>
      <p:sp>
        <p:nvSpPr>
          <p:cNvPr id="1186" name="01_find_only_1185">
            <a:extLst>
              <a:ext uri="{FF2B5EF4-FFF2-40B4-BE49-F238E27FC236}">
                <a16:creationId xmlns:a16="http://schemas.microsoft.com/office/drawing/2014/main" id="{F31C6655-AE1D-4B62-AF42-ECAFDF4EB42E}"/>
              </a:ext>
            </a:extLst>
          </p:cNvPr>
          <p:cNvSpPr>
            <a:spLocks noGrp="1"/>
          </p:cNvSpPr>
          <p:nvPr/>
        </p:nvSpPr>
        <p:spPr>
          <a:xfrm>
            <a:off x="3699745" y="3806414"/>
            <a:ext cx="28398" cy="28398"/>
          </a:xfrm>
          <a:prstGeom prst="ellipse">
            <a:avLst/>
          </a:prstGeom>
          <a:solidFill>
            <a:srgbClr val="7F8C97">
              <a:alpha val="48000"/>
            </a:srgbClr>
          </a:solidFill>
          <a:ln w="0">
            <a:noFill/>
            <a:prstDash val="solid"/>
          </a:ln>
        </p:spPr>
      </p:sp>
      <p:sp>
        <p:nvSpPr>
          <p:cNvPr id="1187" name="01_find_only_1186">
            <a:extLst>
              <a:ext uri="{FF2B5EF4-FFF2-40B4-BE49-F238E27FC236}">
                <a16:creationId xmlns:a16="http://schemas.microsoft.com/office/drawing/2014/main" id="{68D7C537-BF19-4451-AC58-B3A26BF23B85}"/>
              </a:ext>
            </a:extLst>
          </p:cNvPr>
          <p:cNvSpPr>
            <a:spLocks noGrp="1"/>
          </p:cNvSpPr>
          <p:nvPr/>
        </p:nvSpPr>
        <p:spPr>
          <a:xfrm>
            <a:off x="3719584" y="3489410"/>
            <a:ext cx="28398" cy="28398"/>
          </a:xfrm>
          <a:prstGeom prst="ellipse">
            <a:avLst/>
          </a:prstGeom>
          <a:solidFill>
            <a:srgbClr val="7F8C97">
              <a:alpha val="48000"/>
            </a:srgbClr>
          </a:solidFill>
          <a:ln w="0">
            <a:noFill/>
            <a:prstDash val="solid"/>
          </a:ln>
        </p:spPr>
      </p:sp>
      <p:sp>
        <p:nvSpPr>
          <p:cNvPr id="1188" name="01_find_only_1187">
            <a:extLst>
              <a:ext uri="{FF2B5EF4-FFF2-40B4-BE49-F238E27FC236}">
                <a16:creationId xmlns:a16="http://schemas.microsoft.com/office/drawing/2014/main" id="{964D8D1B-4CD5-46C8-B5EE-4BF1AF46ED37}"/>
              </a:ext>
            </a:extLst>
          </p:cNvPr>
          <p:cNvSpPr>
            <a:spLocks noGrp="1"/>
          </p:cNvSpPr>
          <p:nvPr/>
        </p:nvSpPr>
        <p:spPr>
          <a:xfrm>
            <a:off x="3689730" y="3278074"/>
            <a:ext cx="28398" cy="28398"/>
          </a:xfrm>
          <a:prstGeom prst="ellipse">
            <a:avLst/>
          </a:prstGeom>
          <a:solidFill>
            <a:srgbClr val="7F8C97">
              <a:alpha val="48000"/>
            </a:srgbClr>
          </a:solidFill>
          <a:ln w="0">
            <a:noFill/>
            <a:prstDash val="solid"/>
          </a:ln>
        </p:spPr>
      </p:sp>
      <p:sp>
        <p:nvSpPr>
          <p:cNvPr id="1189" name="01_find_only_1188">
            <a:extLst>
              <a:ext uri="{FF2B5EF4-FFF2-40B4-BE49-F238E27FC236}">
                <a16:creationId xmlns:a16="http://schemas.microsoft.com/office/drawing/2014/main" id="{73B534BA-D494-4756-84B3-B61D5CA22EDE}"/>
              </a:ext>
            </a:extLst>
          </p:cNvPr>
          <p:cNvSpPr>
            <a:spLocks noGrp="1"/>
          </p:cNvSpPr>
          <p:nvPr/>
        </p:nvSpPr>
        <p:spPr>
          <a:xfrm>
            <a:off x="3697074" y="2855402"/>
            <a:ext cx="28398" cy="28398"/>
          </a:xfrm>
          <a:prstGeom prst="ellipse">
            <a:avLst/>
          </a:prstGeom>
          <a:solidFill>
            <a:srgbClr val="7F8C97">
              <a:alpha val="48000"/>
            </a:srgbClr>
          </a:solidFill>
          <a:ln w="0">
            <a:noFill/>
            <a:prstDash val="solid"/>
          </a:ln>
        </p:spPr>
      </p:sp>
      <p:sp>
        <p:nvSpPr>
          <p:cNvPr id="1190" name="01_find_only_1189">
            <a:extLst>
              <a:ext uri="{FF2B5EF4-FFF2-40B4-BE49-F238E27FC236}">
                <a16:creationId xmlns:a16="http://schemas.microsoft.com/office/drawing/2014/main" id="{5B27CBB2-F291-4645-A886-05094919D955}"/>
              </a:ext>
            </a:extLst>
          </p:cNvPr>
          <p:cNvSpPr>
            <a:spLocks noGrp="1"/>
          </p:cNvSpPr>
          <p:nvPr/>
        </p:nvSpPr>
        <p:spPr>
          <a:xfrm>
            <a:off x="3696216" y="3841637"/>
            <a:ext cx="28398" cy="28398"/>
          </a:xfrm>
          <a:prstGeom prst="ellipse">
            <a:avLst/>
          </a:prstGeom>
          <a:solidFill>
            <a:srgbClr val="7F8C97">
              <a:alpha val="48000"/>
            </a:srgbClr>
          </a:solidFill>
          <a:ln w="0">
            <a:noFill/>
            <a:prstDash val="solid"/>
          </a:ln>
        </p:spPr>
      </p:sp>
      <p:sp>
        <p:nvSpPr>
          <p:cNvPr id="1191" name="01_find_only_1190">
            <a:extLst>
              <a:ext uri="{FF2B5EF4-FFF2-40B4-BE49-F238E27FC236}">
                <a16:creationId xmlns:a16="http://schemas.microsoft.com/office/drawing/2014/main" id="{E1DFC827-9783-4878-882B-793F77C3D493}"/>
              </a:ext>
            </a:extLst>
          </p:cNvPr>
          <p:cNvSpPr>
            <a:spLocks noGrp="1"/>
          </p:cNvSpPr>
          <p:nvPr/>
        </p:nvSpPr>
        <p:spPr>
          <a:xfrm>
            <a:off x="3680955" y="3278074"/>
            <a:ext cx="28398" cy="28398"/>
          </a:xfrm>
          <a:prstGeom prst="ellipse">
            <a:avLst/>
          </a:prstGeom>
          <a:solidFill>
            <a:srgbClr val="7F8C97">
              <a:alpha val="48000"/>
            </a:srgbClr>
          </a:solidFill>
          <a:ln w="0">
            <a:noFill/>
            <a:prstDash val="solid"/>
          </a:ln>
        </p:spPr>
      </p:sp>
      <p:sp>
        <p:nvSpPr>
          <p:cNvPr id="1192" name="01_find_only_1191">
            <a:extLst>
              <a:ext uri="{FF2B5EF4-FFF2-40B4-BE49-F238E27FC236}">
                <a16:creationId xmlns:a16="http://schemas.microsoft.com/office/drawing/2014/main" id="{E1978932-E42A-45C1-B315-565C1797A3AE}"/>
              </a:ext>
            </a:extLst>
          </p:cNvPr>
          <p:cNvSpPr>
            <a:spLocks noGrp="1"/>
          </p:cNvSpPr>
          <p:nvPr/>
        </p:nvSpPr>
        <p:spPr>
          <a:xfrm>
            <a:off x="3654343" y="3679612"/>
            <a:ext cx="28398" cy="28398"/>
          </a:xfrm>
          <a:prstGeom prst="ellipse">
            <a:avLst/>
          </a:prstGeom>
          <a:solidFill>
            <a:srgbClr val="7F8C97">
              <a:alpha val="48000"/>
            </a:srgbClr>
          </a:solidFill>
          <a:ln w="0">
            <a:noFill/>
            <a:prstDash val="solid"/>
          </a:ln>
        </p:spPr>
      </p:sp>
      <p:sp>
        <p:nvSpPr>
          <p:cNvPr id="1193" name="01_find_only_1192">
            <a:extLst>
              <a:ext uri="{FF2B5EF4-FFF2-40B4-BE49-F238E27FC236}">
                <a16:creationId xmlns:a16="http://schemas.microsoft.com/office/drawing/2014/main" id="{AFEA4B5D-9938-415D-B199-5A1B301D1A3A}"/>
              </a:ext>
            </a:extLst>
          </p:cNvPr>
          <p:cNvSpPr>
            <a:spLocks noGrp="1"/>
          </p:cNvSpPr>
          <p:nvPr/>
        </p:nvSpPr>
        <p:spPr>
          <a:xfrm>
            <a:off x="3712907" y="3278074"/>
            <a:ext cx="28398" cy="28398"/>
          </a:xfrm>
          <a:prstGeom prst="ellipse">
            <a:avLst/>
          </a:prstGeom>
          <a:solidFill>
            <a:srgbClr val="7F8C97">
              <a:alpha val="48000"/>
            </a:srgbClr>
          </a:solidFill>
          <a:ln w="0">
            <a:noFill/>
            <a:prstDash val="solid"/>
          </a:ln>
        </p:spPr>
      </p:sp>
      <p:sp>
        <p:nvSpPr>
          <p:cNvPr id="1194" name="01_find_only_1193">
            <a:extLst>
              <a:ext uri="{FF2B5EF4-FFF2-40B4-BE49-F238E27FC236}">
                <a16:creationId xmlns:a16="http://schemas.microsoft.com/office/drawing/2014/main" id="{FEF614D4-C947-4B83-AF43-ED4C9A2D1C88}"/>
              </a:ext>
            </a:extLst>
          </p:cNvPr>
          <p:cNvSpPr>
            <a:spLocks noGrp="1"/>
          </p:cNvSpPr>
          <p:nvPr/>
        </p:nvSpPr>
        <p:spPr>
          <a:xfrm>
            <a:off x="3644233" y="3489410"/>
            <a:ext cx="28398" cy="28398"/>
          </a:xfrm>
          <a:prstGeom prst="ellipse">
            <a:avLst/>
          </a:prstGeom>
          <a:solidFill>
            <a:srgbClr val="7F8C97">
              <a:alpha val="48000"/>
            </a:srgbClr>
          </a:solidFill>
          <a:ln w="0">
            <a:noFill/>
            <a:prstDash val="solid"/>
          </a:ln>
        </p:spPr>
      </p:sp>
      <p:sp>
        <p:nvSpPr>
          <p:cNvPr id="1195" name="01_find_only_1194">
            <a:extLst>
              <a:ext uri="{FF2B5EF4-FFF2-40B4-BE49-F238E27FC236}">
                <a16:creationId xmlns:a16="http://schemas.microsoft.com/office/drawing/2014/main" id="{335F410A-61DB-48A8-8CA6-A24D9F15F831}"/>
              </a:ext>
            </a:extLst>
          </p:cNvPr>
          <p:cNvSpPr>
            <a:spLocks noGrp="1"/>
          </p:cNvSpPr>
          <p:nvPr/>
        </p:nvSpPr>
        <p:spPr>
          <a:xfrm>
            <a:off x="3643470" y="4123418"/>
            <a:ext cx="28398" cy="28398"/>
          </a:xfrm>
          <a:prstGeom prst="ellipse">
            <a:avLst/>
          </a:prstGeom>
          <a:solidFill>
            <a:srgbClr val="7F8C97">
              <a:alpha val="48000"/>
            </a:srgbClr>
          </a:solidFill>
          <a:ln w="0">
            <a:noFill/>
            <a:prstDash val="solid"/>
          </a:ln>
        </p:spPr>
      </p:sp>
      <p:sp>
        <p:nvSpPr>
          <p:cNvPr id="1196" name="01_find_only_1195">
            <a:extLst>
              <a:ext uri="{FF2B5EF4-FFF2-40B4-BE49-F238E27FC236}">
                <a16:creationId xmlns:a16="http://schemas.microsoft.com/office/drawing/2014/main" id="{7C78E3DA-DE91-4F64-AE31-99155F61967A}"/>
              </a:ext>
            </a:extLst>
          </p:cNvPr>
          <p:cNvSpPr>
            <a:spLocks noGrp="1"/>
          </p:cNvSpPr>
          <p:nvPr/>
        </p:nvSpPr>
        <p:spPr>
          <a:xfrm>
            <a:off x="3647762" y="4123418"/>
            <a:ext cx="28398" cy="28398"/>
          </a:xfrm>
          <a:prstGeom prst="ellipse">
            <a:avLst/>
          </a:prstGeom>
          <a:solidFill>
            <a:srgbClr val="7F8C97">
              <a:alpha val="48000"/>
            </a:srgbClr>
          </a:solidFill>
          <a:ln w="0">
            <a:noFill/>
            <a:prstDash val="solid"/>
          </a:ln>
        </p:spPr>
      </p:sp>
      <p:sp>
        <p:nvSpPr>
          <p:cNvPr id="1197" name="01_find_only_1196">
            <a:extLst>
              <a:ext uri="{FF2B5EF4-FFF2-40B4-BE49-F238E27FC236}">
                <a16:creationId xmlns:a16="http://schemas.microsoft.com/office/drawing/2014/main" id="{72A75D54-DFCE-401D-8A64-7794E8358622}"/>
              </a:ext>
            </a:extLst>
          </p:cNvPr>
          <p:cNvSpPr>
            <a:spLocks noGrp="1"/>
          </p:cNvSpPr>
          <p:nvPr/>
        </p:nvSpPr>
        <p:spPr>
          <a:xfrm>
            <a:off x="3714243" y="3700746"/>
            <a:ext cx="28398" cy="28398"/>
          </a:xfrm>
          <a:prstGeom prst="ellipse">
            <a:avLst/>
          </a:prstGeom>
          <a:solidFill>
            <a:srgbClr val="7F8C97">
              <a:alpha val="48000"/>
            </a:srgbClr>
          </a:solidFill>
          <a:ln w="0">
            <a:noFill/>
            <a:prstDash val="solid"/>
          </a:ln>
        </p:spPr>
      </p:sp>
      <p:sp>
        <p:nvSpPr>
          <p:cNvPr id="1198" name="01_find_only_1197">
            <a:extLst>
              <a:ext uri="{FF2B5EF4-FFF2-40B4-BE49-F238E27FC236}">
                <a16:creationId xmlns:a16="http://schemas.microsoft.com/office/drawing/2014/main" id="{75BFB1C7-55A0-4946-A026-D075AD0E6564}"/>
              </a:ext>
            </a:extLst>
          </p:cNvPr>
          <p:cNvSpPr>
            <a:spLocks noGrp="1"/>
          </p:cNvSpPr>
          <p:nvPr/>
        </p:nvSpPr>
        <p:spPr>
          <a:xfrm>
            <a:off x="3704132" y="3635719"/>
            <a:ext cx="28398" cy="28398"/>
          </a:xfrm>
          <a:prstGeom prst="ellipse">
            <a:avLst/>
          </a:prstGeom>
          <a:solidFill>
            <a:srgbClr val="7F8C97">
              <a:alpha val="48000"/>
            </a:srgbClr>
          </a:solidFill>
          <a:ln w="0">
            <a:noFill/>
            <a:prstDash val="solid"/>
          </a:ln>
        </p:spPr>
      </p:sp>
      <p:sp>
        <p:nvSpPr>
          <p:cNvPr id="1199" name="01_find_only_1198">
            <a:extLst>
              <a:ext uri="{FF2B5EF4-FFF2-40B4-BE49-F238E27FC236}">
                <a16:creationId xmlns:a16="http://schemas.microsoft.com/office/drawing/2014/main" id="{D13D0232-D6E4-4176-A8BE-CB83070D6DA5}"/>
              </a:ext>
            </a:extLst>
          </p:cNvPr>
          <p:cNvSpPr>
            <a:spLocks noGrp="1"/>
          </p:cNvSpPr>
          <p:nvPr/>
        </p:nvSpPr>
        <p:spPr>
          <a:xfrm>
            <a:off x="3708234" y="2996292"/>
            <a:ext cx="28398" cy="28398"/>
          </a:xfrm>
          <a:prstGeom prst="ellipse">
            <a:avLst/>
          </a:prstGeom>
          <a:solidFill>
            <a:srgbClr val="7F8C97">
              <a:alpha val="48000"/>
            </a:srgbClr>
          </a:solidFill>
          <a:ln w="0">
            <a:noFill/>
            <a:prstDash val="solid"/>
          </a:ln>
        </p:spPr>
      </p:sp>
      <p:sp>
        <p:nvSpPr>
          <p:cNvPr id="1200" name="01_find_only_1199">
            <a:extLst>
              <a:ext uri="{FF2B5EF4-FFF2-40B4-BE49-F238E27FC236}">
                <a16:creationId xmlns:a16="http://schemas.microsoft.com/office/drawing/2014/main" id="{3EEA78B2-F429-4D20-B725-313A817F9326}"/>
              </a:ext>
            </a:extLst>
          </p:cNvPr>
          <p:cNvSpPr>
            <a:spLocks noGrp="1"/>
          </p:cNvSpPr>
          <p:nvPr/>
        </p:nvSpPr>
        <p:spPr>
          <a:xfrm>
            <a:off x="3696406" y="2855402"/>
            <a:ext cx="28398" cy="28398"/>
          </a:xfrm>
          <a:prstGeom prst="ellipse">
            <a:avLst/>
          </a:prstGeom>
          <a:solidFill>
            <a:srgbClr val="7F8C97">
              <a:alpha val="48000"/>
            </a:srgbClr>
          </a:solidFill>
          <a:ln w="0">
            <a:noFill/>
            <a:prstDash val="solid"/>
          </a:ln>
        </p:spPr>
      </p:sp>
      <p:sp>
        <p:nvSpPr>
          <p:cNvPr id="1201" name="01_find_only_1200">
            <a:extLst>
              <a:ext uri="{FF2B5EF4-FFF2-40B4-BE49-F238E27FC236}">
                <a16:creationId xmlns:a16="http://schemas.microsoft.com/office/drawing/2014/main" id="{FFFAEB7B-5F37-4229-A5C1-C5E227F62442}"/>
              </a:ext>
            </a:extLst>
          </p:cNvPr>
          <p:cNvSpPr>
            <a:spLocks noGrp="1"/>
          </p:cNvSpPr>
          <p:nvPr/>
        </p:nvSpPr>
        <p:spPr>
          <a:xfrm>
            <a:off x="3703751" y="4123418"/>
            <a:ext cx="28398" cy="28398"/>
          </a:xfrm>
          <a:prstGeom prst="ellipse">
            <a:avLst/>
          </a:prstGeom>
          <a:solidFill>
            <a:srgbClr val="7F8C97">
              <a:alpha val="48000"/>
            </a:srgbClr>
          </a:solidFill>
          <a:ln w="0">
            <a:noFill/>
            <a:prstDash val="solid"/>
          </a:ln>
        </p:spPr>
      </p:sp>
      <p:sp>
        <p:nvSpPr>
          <p:cNvPr id="1202" name="01_find_only_1201">
            <a:extLst>
              <a:ext uri="{FF2B5EF4-FFF2-40B4-BE49-F238E27FC236}">
                <a16:creationId xmlns:a16="http://schemas.microsoft.com/office/drawing/2014/main" id="{76C20C6E-08B6-4C9E-9BB0-FB84BC898368}"/>
              </a:ext>
            </a:extLst>
          </p:cNvPr>
          <p:cNvSpPr>
            <a:spLocks noGrp="1"/>
          </p:cNvSpPr>
          <p:nvPr/>
        </p:nvSpPr>
        <p:spPr>
          <a:xfrm>
            <a:off x="3711954" y="4123418"/>
            <a:ext cx="28398" cy="28398"/>
          </a:xfrm>
          <a:prstGeom prst="ellipse">
            <a:avLst/>
          </a:prstGeom>
          <a:solidFill>
            <a:srgbClr val="7F8C97">
              <a:alpha val="48000"/>
            </a:srgbClr>
          </a:solidFill>
          <a:ln w="0">
            <a:noFill/>
            <a:prstDash val="solid"/>
          </a:ln>
        </p:spPr>
      </p:sp>
      <p:sp>
        <p:nvSpPr>
          <p:cNvPr id="1203" name="01_find_only_1202">
            <a:extLst>
              <a:ext uri="{FF2B5EF4-FFF2-40B4-BE49-F238E27FC236}">
                <a16:creationId xmlns:a16="http://schemas.microsoft.com/office/drawing/2014/main" id="{0B283C5D-507B-402A-B00F-891FF370B262}"/>
              </a:ext>
            </a:extLst>
          </p:cNvPr>
          <p:cNvSpPr>
            <a:spLocks noGrp="1"/>
          </p:cNvSpPr>
          <p:nvPr/>
        </p:nvSpPr>
        <p:spPr>
          <a:xfrm>
            <a:off x="3641944" y="4123418"/>
            <a:ext cx="28398" cy="28398"/>
          </a:xfrm>
          <a:prstGeom prst="ellipse">
            <a:avLst/>
          </a:prstGeom>
          <a:solidFill>
            <a:srgbClr val="7F8C97">
              <a:alpha val="48000"/>
            </a:srgbClr>
          </a:solidFill>
          <a:ln w="0">
            <a:noFill/>
            <a:prstDash val="solid"/>
          </a:ln>
        </p:spPr>
      </p:sp>
      <p:sp>
        <p:nvSpPr>
          <p:cNvPr id="1204" name="01_find_only_1203">
            <a:extLst>
              <a:ext uri="{FF2B5EF4-FFF2-40B4-BE49-F238E27FC236}">
                <a16:creationId xmlns:a16="http://schemas.microsoft.com/office/drawing/2014/main" id="{3574E9DB-8354-4F34-BD86-0064C9C9FBF0}"/>
              </a:ext>
            </a:extLst>
          </p:cNvPr>
          <p:cNvSpPr>
            <a:spLocks noGrp="1"/>
          </p:cNvSpPr>
          <p:nvPr/>
        </p:nvSpPr>
        <p:spPr>
          <a:xfrm>
            <a:off x="3649479" y="3489410"/>
            <a:ext cx="28398" cy="28398"/>
          </a:xfrm>
          <a:prstGeom prst="ellipse">
            <a:avLst/>
          </a:prstGeom>
          <a:solidFill>
            <a:srgbClr val="7F8C97">
              <a:alpha val="48000"/>
            </a:srgbClr>
          </a:solidFill>
          <a:ln w="0">
            <a:noFill/>
            <a:prstDash val="solid"/>
          </a:ln>
        </p:spPr>
      </p:sp>
      <p:sp>
        <p:nvSpPr>
          <p:cNvPr id="1205" name="01_find_only_1204">
            <a:extLst>
              <a:ext uri="{FF2B5EF4-FFF2-40B4-BE49-F238E27FC236}">
                <a16:creationId xmlns:a16="http://schemas.microsoft.com/office/drawing/2014/main" id="{66637C13-599B-4BDC-AD18-86BB4BA2E4C6}"/>
              </a:ext>
            </a:extLst>
          </p:cNvPr>
          <p:cNvSpPr>
            <a:spLocks noGrp="1"/>
          </p:cNvSpPr>
          <p:nvPr/>
        </p:nvSpPr>
        <p:spPr>
          <a:xfrm>
            <a:off x="3694785" y="3586950"/>
            <a:ext cx="28398" cy="28398"/>
          </a:xfrm>
          <a:prstGeom prst="ellipse">
            <a:avLst/>
          </a:prstGeom>
          <a:solidFill>
            <a:srgbClr val="7F8C97">
              <a:alpha val="48000"/>
            </a:srgbClr>
          </a:solidFill>
          <a:ln w="0">
            <a:noFill/>
            <a:prstDash val="solid"/>
          </a:ln>
        </p:spPr>
      </p:sp>
      <p:sp>
        <p:nvSpPr>
          <p:cNvPr id="1206" name="01_find_only_1205">
            <a:extLst>
              <a:ext uri="{FF2B5EF4-FFF2-40B4-BE49-F238E27FC236}">
                <a16:creationId xmlns:a16="http://schemas.microsoft.com/office/drawing/2014/main" id="{A25103F9-F756-4041-824D-CAD4E9ED5891}"/>
              </a:ext>
            </a:extLst>
          </p:cNvPr>
          <p:cNvSpPr>
            <a:spLocks noGrp="1"/>
          </p:cNvSpPr>
          <p:nvPr/>
        </p:nvSpPr>
        <p:spPr>
          <a:xfrm>
            <a:off x="3646808" y="2855402"/>
            <a:ext cx="28398" cy="28398"/>
          </a:xfrm>
          <a:prstGeom prst="ellipse">
            <a:avLst/>
          </a:prstGeom>
          <a:solidFill>
            <a:srgbClr val="7F8C97">
              <a:alpha val="48000"/>
            </a:srgbClr>
          </a:solidFill>
          <a:ln w="0">
            <a:noFill/>
            <a:prstDash val="solid"/>
          </a:ln>
        </p:spPr>
      </p:sp>
      <p:sp>
        <p:nvSpPr>
          <p:cNvPr id="1207" name="01_find_only_1206">
            <a:extLst>
              <a:ext uri="{FF2B5EF4-FFF2-40B4-BE49-F238E27FC236}">
                <a16:creationId xmlns:a16="http://schemas.microsoft.com/office/drawing/2014/main" id="{111AAE25-0778-4827-8C29-0C328001FD9E}"/>
              </a:ext>
            </a:extLst>
          </p:cNvPr>
          <p:cNvSpPr>
            <a:spLocks noGrp="1"/>
          </p:cNvSpPr>
          <p:nvPr/>
        </p:nvSpPr>
        <p:spPr>
          <a:xfrm>
            <a:off x="3656060" y="3314828"/>
            <a:ext cx="28398" cy="28398"/>
          </a:xfrm>
          <a:prstGeom prst="ellipse">
            <a:avLst/>
          </a:prstGeom>
          <a:solidFill>
            <a:srgbClr val="7F8C97">
              <a:alpha val="48000"/>
            </a:srgbClr>
          </a:solidFill>
          <a:ln w="0">
            <a:noFill/>
            <a:prstDash val="solid"/>
          </a:ln>
        </p:spPr>
      </p:sp>
      <p:sp>
        <p:nvSpPr>
          <p:cNvPr id="1208" name="01_find_only_1207">
            <a:extLst>
              <a:ext uri="{FF2B5EF4-FFF2-40B4-BE49-F238E27FC236}">
                <a16:creationId xmlns:a16="http://schemas.microsoft.com/office/drawing/2014/main" id="{2957991F-7A78-4539-A702-6FA3BB544850}"/>
              </a:ext>
            </a:extLst>
          </p:cNvPr>
          <p:cNvSpPr>
            <a:spLocks noGrp="1"/>
          </p:cNvSpPr>
          <p:nvPr/>
        </p:nvSpPr>
        <p:spPr>
          <a:xfrm>
            <a:off x="3640417" y="2855402"/>
            <a:ext cx="28398" cy="28398"/>
          </a:xfrm>
          <a:prstGeom prst="ellipse">
            <a:avLst/>
          </a:prstGeom>
          <a:solidFill>
            <a:srgbClr val="7F8C97">
              <a:alpha val="48000"/>
            </a:srgbClr>
          </a:solidFill>
          <a:ln w="0">
            <a:noFill/>
            <a:prstDash val="solid"/>
          </a:ln>
        </p:spPr>
      </p:sp>
      <p:sp>
        <p:nvSpPr>
          <p:cNvPr id="1209" name="01_find_only_1208">
            <a:extLst>
              <a:ext uri="{FF2B5EF4-FFF2-40B4-BE49-F238E27FC236}">
                <a16:creationId xmlns:a16="http://schemas.microsoft.com/office/drawing/2014/main" id="{4C37B5C5-BF5D-4692-BBA2-F1B6BC67FD74}"/>
              </a:ext>
            </a:extLst>
          </p:cNvPr>
          <p:cNvSpPr>
            <a:spLocks noGrp="1"/>
          </p:cNvSpPr>
          <p:nvPr/>
        </p:nvSpPr>
        <p:spPr>
          <a:xfrm>
            <a:off x="3650528" y="3727163"/>
            <a:ext cx="28398" cy="28398"/>
          </a:xfrm>
          <a:prstGeom prst="ellipse">
            <a:avLst/>
          </a:prstGeom>
          <a:solidFill>
            <a:srgbClr val="7F8C97">
              <a:alpha val="48000"/>
            </a:srgbClr>
          </a:solidFill>
          <a:ln w="0">
            <a:noFill/>
            <a:prstDash val="solid"/>
          </a:ln>
        </p:spPr>
      </p:sp>
      <p:sp>
        <p:nvSpPr>
          <p:cNvPr id="1210" name="01_find_only_1209">
            <a:extLst>
              <a:ext uri="{FF2B5EF4-FFF2-40B4-BE49-F238E27FC236}">
                <a16:creationId xmlns:a16="http://schemas.microsoft.com/office/drawing/2014/main" id="{0281BA5E-C607-483F-9CE5-1B064C046A0C}"/>
              </a:ext>
            </a:extLst>
          </p:cNvPr>
          <p:cNvSpPr>
            <a:spLocks noGrp="1"/>
          </p:cNvSpPr>
          <p:nvPr/>
        </p:nvSpPr>
        <p:spPr>
          <a:xfrm>
            <a:off x="3654248" y="3761128"/>
            <a:ext cx="28398" cy="28398"/>
          </a:xfrm>
          <a:prstGeom prst="ellipse">
            <a:avLst/>
          </a:prstGeom>
          <a:solidFill>
            <a:srgbClr val="7F8C97">
              <a:alpha val="48000"/>
            </a:srgbClr>
          </a:solidFill>
          <a:ln w="0">
            <a:noFill/>
            <a:prstDash val="solid"/>
          </a:ln>
        </p:spPr>
      </p:sp>
      <p:sp>
        <p:nvSpPr>
          <p:cNvPr id="1211" name="01_find_only_1210">
            <a:extLst>
              <a:ext uri="{FF2B5EF4-FFF2-40B4-BE49-F238E27FC236}">
                <a16:creationId xmlns:a16="http://schemas.microsoft.com/office/drawing/2014/main" id="{7A15CB1A-3425-4242-A19A-F0CDE4D8EAAA}"/>
              </a:ext>
            </a:extLst>
          </p:cNvPr>
          <p:cNvSpPr>
            <a:spLocks noGrp="1"/>
          </p:cNvSpPr>
          <p:nvPr/>
        </p:nvSpPr>
        <p:spPr>
          <a:xfrm>
            <a:off x="3713480" y="3912082"/>
            <a:ext cx="28398" cy="28398"/>
          </a:xfrm>
          <a:prstGeom prst="ellipse">
            <a:avLst/>
          </a:prstGeom>
          <a:solidFill>
            <a:srgbClr val="7F8C97">
              <a:alpha val="48000"/>
            </a:srgbClr>
          </a:solidFill>
          <a:ln w="0">
            <a:noFill/>
            <a:prstDash val="solid"/>
          </a:ln>
        </p:spPr>
      </p:sp>
      <p:sp>
        <p:nvSpPr>
          <p:cNvPr id="1212" name="01_find_only_1211">
            <a:extLst>
              <a:ext uri="{FF2B5EF4-FFF2-40B4-BE49-F238E27FC236}">
                <a16:creationId xmlns:a16="http://schemas.microsoft.com/office/drawing/2014/main" id="{7A65103E-78D7-4A6D-BAFB-1CC3DD1DAD63}"/>
              </a:ext>
            </a:extLst>
          </p:cNvPr>
          <p:cNvSpPr>
            <a:spLocks noGrp="1"/>
          </p:cNvSpPr>
          <p:nvPr/>
        </p:nvSpPr>
        <p:spPr>
          <a:xfrm>
            <a:off x="3673038" y="2855402"/>
            <a:ext cx="28398" cy="28398"/>
          </a:xfrm>
          <a:prstGeom prst="ellipse">
            <a:avLst/>
          </a:prstGeom>
          <a:solidFill>
            <a:srgbClr val="7F8C97">
              <a:alpha val="48000"/>
            </a:srgbClr>
          </a:solidFill>
          <a:ln w="0">
            <a:noFill/>
            <a:prstDash val="solid"/>
          </a:ln>
        </p:spPr>
      </p:sp>
      <p:sp>
        <p:nvSpPr>
          <p:cNvPr id="1213" name="01_find_only_1212">
            <a:extLst>
              <a:ext uri="{FF2B5EF4-FFF2-40B4-BE49-F238E27FC236}">
                <a16:creationId xmlns:a16="http://schemas.microsoft.com/office/drawing/2014/main" id="{74985E60-2FFD-4B56-BA48-F67C012A570C}"/>
              </a:ext>
            </a:extLst>
          </p:cNvPr>
          <p:cNvSpPr>
            <a:spLocks noGrp="1"/>
          </p:cNvSpPr>
          <p:nvPr/>
        </p:nvSpPr>
        <p:spPr>
          <a:xfrm>
            <a:off x="3641944" y="3806414"/>
            <a:ext cx="28398" cy="28398"/>
          </a:xfrm>
          <a:prstGeom prst="ellipse">
            <a:avLst/>
          </a:prstGeom>
          <a:solidFill>
            <a:srgbClr val="7F8C97">
              <a:alpha val="48000"/>
            </a:srgbClr>
          </a:solidFill>
          <a:ln w="0">
            <a:noFill/>
            <a:prstDash val="solid"/>
          </a:ln>
        </p:spPr>
      </p:sp>
      <p:sp>
        <p:nvSpPr>
          <p:cNvPr id="1214" name="01_find_only_1213">
            <a:extLst>
              <a:ext uri="{FF2B5EF4-FFF2-40B4-BE49-F238E27FC236}">
                <a16:creationId xmlns:a16="http://schemas.microsoft.com/office/drawing/2014/main" id="{1DA9913C-58E6-44E1-88FB-798ABEFC4B88}"/>
              </a:ext>
            </a:extLst>
          </p:cNvPr>
          <p:cNvSpPr>
            <a:spLocks noGrp="1"/>
          </p:cNvSpPr>
          <p:nvPr/>
        </p:nvSpPr>
        <p:spPr>
          <a:xfrm>
            <a:off x="3655774" y="3172406"/>
            <a:ext cx="28398" cy="28398"/>
          </a:xfrm>
          <a:prstGeom prst="ellipse">
            <a:avLst/>
          </a:prstGeom>
          <a:solidFill>
            <a:srgbClr val="7F8C97">
              <a:alpha val="48000"/>
            </a:srgbClr>
          </a:solidFill>
          <a:ln w="0">
            <a:noFill/>
            <a:prstDash val="solid"/>
          </a:ln>
        </p:spPr>
      </p:sp>
      <p:sp>
        <p:nvSpPr>
          <p:cNvPr id="1215" name="01_find_only_1214">
            <a:extLst>
              <a:ext uri="{FF2B5EF4-FFF2-40B4-BE49-F238E27FC236}">
                <a16:creationId xmlns:a16="http://schemas.microsoft.com/office/drawing/2014/main" id="{19C8D582-A0E5-417B-B7FD-653CE33F0BA6}"/>
              </a:ext>
            </a:extLst>
          </p:cNvPr>
          <p:cNvSpPr>
            <a:spLocks noGrp="1"/>
          </p:cNvSpPr>
          <p:nvPr/>
        </p:nvSpPr>
        <p:spPr>
          <a:xfrm>
            <a:off x="3708520" y="3743013"/>
            <a:ext cx="28398" cy="28398"/>
          </a:xfrm>
          <a:prstGeom prst="ellipse">
            <a:avLst/>
          </a:prstGeom>
          <a:solidFill>
            <a:srgbClr val="7F8C97">
              <a:alpha val="48000"/>
            </a:srgbClr>
          </a:solidFill>
          <a:ln w="0">
            <a:noFill/>
            <a:prstDash val="solid"/>
          </a:ln>
        </p:spPr>
      </p:sp>
      <p:sp>
        <p:nvSpPr>
          <p:cNvPr id="1216" name="01_find_only_1215">
            <a:extLst>
              <a:ext uri="{FF2B5EF4-FFF2-40B4-BE49-F238E27FC236}">
                <a16:creationId xmlns:a16="http://schemas.microsoft.com/office/drawing/2014/main" id="{C26A162A-4D5D-4DAC-B62E-E013871B7450}"/>
              </a:ext>
            </a:extLst>
          </p:cNvPr>
          <p:cNvSpPr>
            <a:spLocks noGrp="1"/>
          </p:cNvSpPr>
          <p:nvPr/>
        </p:nvSpPr>
        <p:spPr>
          <a:xfrm>
            <a:off x="3690493" y="3278074"/>
            <a:ext cx="28398" cy="28398"/>
          </a:xfrm>
          <a:prstGeom prst="ellipse">
            <a:avLst/>
          </a:prstGeom>
          <a:solidFill>
            <a:srgbClr val="7F8C97">
              <a:alpha val="48000"/>
            </a:srgbClr>
          </a:solidFill>
          <a:ln w="0">
            <a:noFill/>
            <a:prstDash val="solid"/>
          </a:ln>
        </p:spPr>
      </p:sp>
      <p:sp>
        <p:nvSpPr>
          <p:cNvPr id="1217" name="01_find_only_1216">
            <a:extLst>
              <a:ext uri="{FF2B5EF4-FFF2-40B4-BE49-F238E27FC236}">
                <a16:creationId xmlns:a16="http://schemas.microsoft.com/office/drawing/2014/main" id="{1AAC8AEE-113B-4F95-B905-672C5F7F360B}"/>
              </a:ext>
            </a:extLst>
          </p:cNvPr>
          <p:cNvSpPr>
            <a:spLocks noGrp="1"/>
          </p:cNvSpPr>
          <p:nvPr/>
        </p:nvSpPr>
        <p:spPr>
          <a:xfrm>
            <a:off x="3708138" y="3559855"/>
            <a:ext cx="28398" cy="28398"/>
          </a:xfrm>
          <a:prstGeom prst="ellipse">
            <a:avLst/>
          </a:prstGeom>
          <a:solidFill>
            <a:srgbClr val="7F8C97">
              <a:alpha val="48000"/>
            </a:srgbClr>
          </a:solidFill>
          <a:ln w="0">
            <a:noFill/>
            <a:prstDash val="solid"/>
          </a:ln>
        </p:spPr>
      </p:sp>
      <p:sp>
        <p:nvSpPr>
          <p:cNvPr id="1218" name="01_find_only_1217">
            <a:extLst>
              <a:ext uri="{FF2B5EF4-FFF2-40B4-BE49-F238E27FC236}">
                <a16:creationId xmlns:a16="http://schemas.microsoft.com/office/drawing/2014/main" id="{0A68A0A7-88F0-457C-8005-0F22E32C6464}"/>
              </a:ext>
            </a:extLst>
          </p:cNvPr>
          <p:cNvSpPr>
            <a:spLocks noGrp="1"/>
          </p:cNvSpPr>
          <p:nvPr/>
        </p:nvSpPr>
        <p:spPr>
          <a:xfrm>
            <a:off x="3647762" y="3148021"/>
            <a:ext cx="28398" cy="28398"/>
          </a:xfrm>
          <a:prstGeom prst="ellipse">
            <a:avLst/>
          </a:prstGeom>
          <a:solidFill>
            <a:srgbClr val="7F8C97">
              <a:alpha val="48000"/>
            </a:srgbClr>
          </a:solidFill>
          <a:ln w="0">
            <a:noFill/>
            <a:prstDash val="solid"/>
          </a:ln>
        </p:spPr>
      </p:sp>
      <p:sp>
        <p:nvSpPr>
          <p:cNvPr id="1219" name="01_find_only_1218">
            <a:extLst>
              <a:ext uri="{FF2B5EF4-FFF2-40B4-BE49-F238E27FC236}">
                <a16:creationId xmlns:a16="http://schemas.microsoft.com/office/drawing/2014/main" id="{3B16FBBE-62D6-43C0-81C3-2E8C668FF7B4}"/>
              </a:ext>
            </a:extLst>
          </p:cNvPr>
          <p:cNvSpPr>
            <a:spLocks noGrp="1"/>
          </p:cNvSpPr>
          <p:nvPr/>
        </p:nvSpPr>
        <p:spPr>
          <a:xfrm>
            <a:off x="3665694" y="3423823"/>
            <a:ext cx="28398" cy="28398"/>
          </a:xfrm>
          <a:prstGeom prst="ellipse">
            <a:avLst/>
          </a:prstGeom>
          <a:solidFill>
            <a:srgbClr val="7F8C97">
              <a:alpha val="48000"/>
            </a:srgbClr>
          </a:solidFill>
          <a:ln w="0">
            <a:noFill/>
            <a:prstDash val="solid"/>
          </a:ln>
        </p:spPr>
      </p:sp>
      <p:sp>
        <p:nvSpPr>
          <p:cNvPr id="1220" name="01_find_only_1219">
            <a:extLst>
              <a:ext uri="{FF2B5EF4-FFF2-40B4-BE49-F238E27FC236}">
                <a16:creationId xmlns:a16="http://schemas.microsoft.com/office/drawing/2014/main" id="{10D7EE3F-E6EB-4B77-99E7-34E36F85770F}"/>
              </a:ext>
            </a:extLst>
          </p:cNvPr>
          <p:cNvSpPr>
            <a:spLocks noGrp="1"/>
          </p:cNvSpPr>
          <p:nvPr/>
        </p:nvSpPr>
        <p:spPr>
          <a:xfrm>
            <a:off x="3708806" y="3853185"/>
            <a:ext cx="28398" cy="28398"/>
          </a:xfrm>
          <a:prstGeom prst="ellipse">
            <a:avLst/>
          </a:prstGeom>
          <a:solidFill>
            <a:srgbClr val="7F8C97">
              <a:alpha val="48000"/>
            </a:srgbClr>
          </a:solidFill>
          <a:ln w="0">
            <a:noFill/>
            <a:prstDash val="solid"/>
          </a:ln>
        </p:spPr>
      </p:sp>
      <p:sp>
        <p:nvSpPr>
          <p:cNvPr id="1221" name="01_find_only_1220">
            <a:extLst>
              <a:ext uri="{FF2B5EF4-FFF2-40B4-BE49-F238E27FC236}">
                <a16:creationId xmlns:a16="http://schemas.microsoft.com/office/drawing/2014/main" id="{4520A63D-2365-48A3-B4BC-1A4BF1E23E1D}"/>
              </a:ext>
            </a:extLst>
          </p:cNvPr>
          <p:cNvSpPr>
            <a:spLocks noGrp="1"/>
          </p:cNvSpPr>
          <p:nvPr/>
        </p:nvSpPr>
        <p:spPr>
          <a:xfrm>
            <a:off x="3708901" y="3489410"/>
            <a:ext cx="28398" cy="28398"/>
          </a:xfrm>
          <a:prstGeom prst="ellipse">
            <a:avLst/>
          </a:prstGeom>
          <a:solidFill>
            <a:srgbClr val="7F8C97">
              <a:alpha val="48000"/>
            </a:srgbClr>
          </a:solidFill>
          <a:ln w="0">
            <a:noFill/>
            <a:prstDash val="solid"/>
          </a:ln>
        </p:spPr>
      </p:sp>
      <p:sp>
        <p:nvSpPr>
          <p:cNvPr id="1222" name="01_find_only_1221">
            <a:extLst>
              <a:ext uri="{FF2B5EF4-FFF2-40B4-BE49-F238E27FC236}">
                <a16:creationId xmlns:a16="http://schemas.microsoft.com/office/drawing/2014/main" id="{CA38C8F6-76E8-4CA1-8917-DCFAA4BCAB2A}"/>
              </a:ext>
            </a:extLst>
          </p:cNvPr>
          <p:cNvSpPr>
            <a:spLocks noGrp="1"/>
          </p:cNvSpPr>
          <p:nvPr/>
        </p:nvSpPr>
        <p:spPr>
          <a:xfrm>
            <a:off x="3702988" y="2855402"/>
            <a:ext cx="28398" cy="28398"/>
          </a:xfrm>
          <a:prstGeom prst="ellipse">
            <a:avLst/>
          </a:prstGeom>
          <a:solidFill>
            <a:srgbClr val="7F8C97">
              <a:alpha val="48000"/>
            </a:srgbClr>
          </a:solidFill>
          <a:ln w="0">
            <a:noFill/>
            <a:prstDash val="solid"/>
          </a:ln>
        </p:spPr>
      </p:sp>
      <p:sp>
        <p:nvSpPr>
          <p:cNvPr id="1223" name="01_find_only_1222">
            <a:extLst>
              <a:ext uri="{FF2B5EF4-FFF2-40B4-BE49-F238E27FC236}">
                <a16:creationId xmlns:a16="http://schemas.microsoft.com/office/drawing/2014/main" id="{84947922-D1A3-472A-8FB4-77C798BAEFAA}"/>
              </a:ext>
            </a:extLst>
          </p:cNvPr>
          <p:cNvSpPr>
            <a:spLocks noGrp="1"/>
          </p:cNvSpPr>
          <p:nvPr/>
        </p:nvSpPr>
        <p:spPr>
          <a:xfrm>
            <a:off x="3711381" y="3489410"/>
            <a:ext cx="28398" cy="28398"/>
          </a:xfrm>
          <a:prstGeom prst="ellipse">
            <a:avLst/>
          </a:prstGeom>
          <a:solidFill>
            <a:srgbClr val="7F8C97">
              <a:alpha val="48000"/>
            </a:srgbClr>
          </a:solidFill>
          <a:ln w="0">
            <a:noFill/>
            <a:prstDash val="solid"/>
          </a:ln>
        </p:spPr>
      </p:sp>
      <p:sp>
        <p:nvSpPr>
          <p:cNvPr id="1224" name="01_find_only_1223">
            <a:extLst>
              <a:ext uri="{FF2B5EF4-FFF2-40B4-BE49-F238E27FC236}">
                <a16:creationId xmlns:a16="http://schemas.microsoft.com/office/drawing/2014/main" id="{070A232B-FAEB-432A-8B83-232C86FC1A4A}"/>
              </a:ext>
            </a:extLst>
          </p:cNvPr>
          <p:cNvSpPr>
            <a:spLocks noGrp="1"/>
          </p:cNvSpPr>
          <p:nvPr/>
        </p:nvSpPr>
        <p:spPr>
          <a:xfrm>
            <a:off x="3656537" y="3362608"/>
            <a:ext cx="28398" cy="28398"/>
          </a:xfrm>
          <a:prstGeom prst="ellipse">
            <a:avLst/>
          </a:prstGeom>
          <a:solidFill>
            <a:srgbClr val="7F8C97">
              <a:alpha val="48000"/>
            </a:srgbClr>
          </a:solidFill>
          <a:ln w="0">
            <a:noFill/>
            <a:prstDash val="solid"/>
          </a:ln>
        </p:spPr>
      </p:sp>
      <p:sp>
        <p:nvSpPr>
          <p:cNvPr id="1225" name="01_find_only_1224">
            <a:extLst>
              <a:ext uri="{FF2B5EF4-FFF2-40B4-BE49-F238E27FC236}">
                <a16:creationId xmlns:a16="http://schemas.microsoft.com/office/drawing/2014/main" id="{DD5ACF9D-19CF-4BEC-81CD-0D046D93417F}"/>
              </a:ext>
            </a:extLst>
          </p:cNvPr>
          <p:cNvSpPr>
            <a:spLocks noGrp="1"/>
          </p:cNvSpPr>
          <p:nvPr/>
        </p:nvSpPr>
        <p:spPr>
          <a:xfrm>
            <a:off x="3642134" y="3489410"/>
            <a:ext cx="28398" cy="28398"/>
          </a:xfrm>
          <a:prstGeom prst="ellipse">
            <a:avLst/>
          </a:prstGeom>
          <a:solidFill>
            <a:srgbClr val="7F8C97">
              <a:alpha val="48000"/>
            </a:srgbClr>
          </a:solidFill>
          <a:ln w="0">
            <a:noFill/>
            <a:prstDash val="solid"/>
          </a:ln>
        </p:spPr>
      </p:sp>
      <p:sp>
        <p:nvSpPr>
          <p:cNvPr id="1226" name="01_find_only_1225">
            <a:extLst>
              <a:ext uri="{FF2B5EF4-FFF2-40B4-BE49-F238E27FC236}">
                <a16:creationId xmlns:a16="http://schemas.microsoft.com/office/drawing/2014/main" id="{8C3CAAEF-FB17-4FDC-874D-91BDB0B3447F}"/>
              </a:ext>
            </a:extLst>
          </p:cNvPr>
          <p:cNvSpPr>
            <a:spLocks noGrp="1"/>
          </p:cNvSpPr>
          <p:nvPr/>
        </p:nvSpPr>
        <p:spPr>
          <a:xfrm>
            <a:off x="3697646" y="4123418"/>
            <a:ext cx="28398" cy="28398"/>
          </a:xfrm>
          <a:prstGeom prst="ellipse">
            <a:avLst/>
          </a:prstGeom>
          <a:solidFill>
            <a:srgbClr val="7F8C97">
              <a:alpha val="48000"/>
            </a:srgbClr>
          </a:solidFill>
          <a:ln w="0">
            <a:noFill/>
            <a:prstDash val="solid"/>
          </a:ln>
        </p:spPr>
      </p:sp>
      <p:sp>
        <p:nvSpPr>
          <p:cNvPr id="1227" name="01_find_only_1226">
            <a:extLst>
              <a:ext uri="{FF2B5EF4-FFF2-40B4-BE49-F238E27FC236}">
                <a16:creationId xmlns:a16="http://schemas.microsoft.com/office/drawing/2014/main" id="{D24F90D6-519E-4AFE-92A5-1E347936BD76}"/>
              </a:ext>
            </a:extLst>
          </p:cNvPr>
          <p:cNvSpPr>
            <a:spLocks noGrp="1"/>
          </p:cNvSpPr>
          <p:nvPr/>
        </p:nvSpPr>
        <p:spPr>
          <a:xfrm>
            <a:off x="3637651" y="2855402"/>
            <a:ext cx="28398" cy="28398"/>
          </a:xfrm>
          <a:prstGeom prst="ellipse">
            <a:avLst/>
          </a:prstGeom>
          <a:solidFill>
            <a:srgbClr val="7F8C97">
              <a:alpha val="48000"/>
            </a:srgbClr>
          </a:solidFill>
          <a:ln w="0">
            <a:noFill/>
            <a:prstDash val="solid"/>
          </a:ln>
        </p:spPr>
      </p:sp>
      <p:sp>
        <p:nvSpPr>
          <p:cNvPr id="1228" name="01_find_only_1227">
            <a:extLst>
              <a:ext uri="{FF2B5EF4-FFF2-40B4-BE49-F238E27FC236}">
                <a16:creationId xmlns:a16="http://schemas.microsoft.com/office/drawing/2014/main" id="{28BB9B48-7A33-4051-89A6-3335289A2F54}"/>
              </a:ext>
            </a:extLst>
          </p:cNvPr>
          <p:cNvSpPr>
            <a:spLocks noGrp="1"/>
          </p:cNvSpPr>
          <p:nvPr/>
        </p:nvSpPr>
        <p:spPr>
          <a:xfrm>
            <a:off x="3643660" y="4123418"/>
            <a:ext cx="28398" cy="28398"/>
          </a:xfrm>
          <a:prstGeom prst="ellipse">
            <a:avLst/>
          </a:prstGeom>
          <a:solidFill>
            <a:srgbClr val="7F8C97">
              <a:alpha val="48000"/>
            </a:srgbClr>
          </a:solidFill>
          <a:ln w="0">
            <a:noFill/>
            <a:prstDash val="solid"/>
          </a:ln>
        </p:spPr>
      </p:sp>
      <p:sp>
        <p:nvSpPr>
          <p:cNvPr id="1229" name="01_find_only_1228">
            <a:extLst>
              <a:ext uri="{FF2B5EF4-FFF2-40B4-BE49-F238E27FC236}">
                <a16:creationId xmlns:a16="http://schemas.microsoft.com/office/drawing/2014/main" id="{D238397B-539F-4325-986C-95D6E3D87A43}"/>
              </a:ext>
            </a:extLst>
          </p:cNvPr>
          <p:cNvSpPr>
            <a:spLocks noGrp="1"/>
          </p:cNvSpPr>
          <p:nvPr/>
        </p:nvSpPr>
        <p:spPr>
          <a:xfrm>
            <a:off x="3700031" y="3330908"/>
            <a:ext cx="28398" cy="28398"/>
          </a:xfrm>
          <a:prstGeom prst="ellipse">
            <a:avLst/>
          </a:prstGeom>
          <a:solidFill>
            <a:srgbClr val="7F8C97">
              <a:alpha val="48000"/>
            </a:srgbClr>
          </a:solidFill>
          <a:ln w="0">
            <a:noFill/>
            <a:prstDash val="solid"/>
          </a:ln>
        </p:spPr>
      </p:sp>
      <p:sp>
        <p:nvSpPr>
          <p:cNvPr id="1230" name="01_find_only_1229">
            <a:extLst>
              <a:ext uri="{FF2B5EF4-FFF2-40B4-BE49-F238E27FC236}">
                <a16:creationId xmlns:a16="http://schemas.microsoft.com/office/drawing/2014/main" id="{2554B3BC-C50A-4589-B535-A6AC1B99543E}"/>
              </a:ext>
            </a:extLst>
          </p:cNvPr>
          <p:cNvSpPr>
            <a:spLocks noGrp="1"/>
          </p:cNvSpPr>
          <p:nvPr/>
        </p:nvSpPr>
        <p:spPr>
          <a:xfrm>
            <a:off x="3638510" y="2855402"/>
            <a:ext cx="28398" cy="28398"/>
          </a:xfrm>
          <a:prstGeom prst="ellipse">
            <a:avLst/>
          </a:prstGeom>
          <a:solidFill>
            <a:srgbClr val="7F8C97">
              <a:alpha val="48000"/>
            </a:srgbClr>
          </a:solidFill>
          <a:ln w="0">
            <a:noFill/>
            <a:prstDash val="solid"/>
          </a:ln>
        </p:spPr>
      </p:sp>
      <p:sp>
        <p:nvSpPr>
          <p:cNvPr id="1231" name="01_find_only_1230">
            <a:extLst>
              <a:ext uri="{FF2B5EF4-FFF2-40B4-BE49-F238E27FC236}">
                <a16:creationId xmlns:a16="http://schemas.microsoft.com/office/drawing/2014/main" id="{263A48E0-4FEA-4351-A7D9-61CC94AE9612}"/>
              </a:ext>
            </a:extLst>
          </p:cNvPr>
          <p:cNvSpPr>
            <a:spLocks noGrp="1"/>
          </p:cNvSpPr>
          <p:nvPr/>
        </p:nvSpPr>
        <p:spPr>
          <a:xfrm>
            <a:off x="3718344" y="3489410"/>
            <a:ext cx="28398" cy="28398"/>
          </a:xfrm>
          <a:prstGeom prst="ellipse">
            <a:avLst/>
          </a:prstGeom>
          <a:solidFill>
            <a:srgbClr val="7F8C97">
              <a:alpha val="48000"/>
            </a:srgbClr>
          </a:solidFill>
          <a:ln w="0">
            <a:noFill/>
            <a:prstDash val="solid"/>
          </a:ln>
        </p:spPr>
      </p:sp>
      <p:sp>
        <p:nvSpPr>
          <p:cNvPr id="1232" name="01_find_only_1231">
            <a:extLst>
              <a:ext uri="{FF2B5EF4-FFF2-40B4-BE49-F238E27FC236}">
                <a16:creationId xmlns:a16="http://schemas.microsoft.com/office/drawing/2014/main" id="{E248BCF1-ECC5-4611-822D-0C8780CC27AE}"/>
              </a:ext>
            </a:extLst>
          </p:cNvPr>
          <p:cNvSpPr>
            <a:spLocks noGrp="1"/>
          </p:cNvSpPr>
          <p:nvPr/>
        </p:nvSpPr>
        <p:spPr>
          <a:xfrm>
            <a:off x="3703751" y="3700746"/>
            <a:ext cx="28398" cy="28398"/>
          </a:xfrm>
          <a:prstGeom prst="ellipse">
            <a:avLst/>
          </a:prstGeom>
          <a:solidFill>
            <a:srgbClr val="7F8C97">
              <a:alpha val="48000"/>
            </a:srgbClr>
          </a:solidFill>
          <a:ln w="0">
            <a:noFill/>
            <a:prstDash val="solid"/>
          </a:ln>
        </p:spPr>
      </p:sp>
      <p:sp>
        <p:nvSpPr>
          <p:cNvPr id="1233" name="01_find_only_1232">
            <a:extLst>
              <a:ext uri="{FF2B5EF4-FFF2-40B4-BE49-F238E27FC236}">
                <a16:creationId xmlns:a16="http://schemas.microsoft.com/office/drawing/2014/main" id="{DC2498BD-55E0-402A-9144-EE2216DB9F3A}"/>
              </a:ext>
            </a:extLst>
          </p:cNvPr>
          <p:cNvSpPr>
            <a:spLocks noGrp="1"/>
          </p:cNvSpPr>
          <p:nvPr/>
        </p:nvSpPr>
        <p:spPr>
          <a:xfrm>
            <a:off x="3669223" y="3489410"/>
            <a:ext cx="28398" cy="28398"/>
          </a:xfrm>
          <a:prstGeom prst="ellipse">
            <a:avLst/>
          </a:prstGeom>
          <a:solidFill>
            <a:srgbClr val="7F8C97">
              <a:alpha val="48000"/>
            </a:srgbClr>
          </a:solidFill>
          <a:ln w="0">
            <a:noFill/>
            <a:prstDash val="solid"/>
          </a:ln>
        </p:spPr>
      </p:sp>
      <p:sp>
        <p:nvSpPr>
          <p:cNvPr id="1234" name="01_find_only_1233">
            <a:extLst>
              <a:ext uri="{FF2B5EF4-FFF2-40B4-BE49-F238E27FC236}">
                <a16:creationId xmlns:a16="http://schemas.microsoft.com/office/drawing/2014/main" id="{0FFA30A9-9A59-414A-B0D4-AEED0F98CDE3}"/>
              </a:ext>
            </a:extLst>
          </p:cNvPr>
          <p:cNvSpPr>
            <a:spLocks noGrp="1"/>
          </p:cNvSpPr>
          <p:nvPr/>
        </p:nvSpPr>
        <p:spPr>
          <a:xfrm>
            <a:off x="3653103" y="2855402"/>
            <a:ext cx="28398" cy="28398"/>
          </a:xfrm>
          <a:prstGeom prst="ellipse">
            <a:avLst/>
          </a:prstGeom>
          <a:solidFill>
            <a:srgbClr val="7F8C97">
              <a:alpha val="48000"/>
            </a:srgbClr>
          </a:solidFill>
          <a:ln w="0">
            <a:noFill/>
            <a:prstDash val="solid"/>
          </a:ln>
        </p:spPr>
      </p:sp>
      <p:sp>
        <p:nvSpPr>
          <p:cNvPr id="1235" name="01_find_only_1234">
            <a:extLst>
              <a:ext uri="{FF2B5EF4-FFF2-40B4-BE49-F238E27FC236}">
                <a16:creationId xmlns:a16="http://schemas.microsoft.com/office/drawing/2014/main" id="{54C33186-F05F-4F47-A997-CF93E46B5A05}"/>
              </a:ext>
            </a:extLst>
          </p:cNvPr>
          <p:cNvSpPr>
            <a:spLocks noGrp="1"/>
          </p:cNvSpPr>
          <p:nvPr/>
        </p:nvSpPr>
        <p:spPr>
          <a:xfrm>
            <a:off x="3716913" y="3168997"/>
            <a:ext cx="28398" cy="28398"/>
          </a:xfrm>
          <a:prstGeom prst="ellipse">
            <a:avLst/>
          </a:prstGeom>
          <a:solidFill>
            <a:srgbClr val="7F8C97">
              <a:alpha val="48000"/>
            </a:srgbClr>
          </a:solidFill>
          <a:ln w="0">
            <a:noFill/>
            <a:prstDash val="solid"/>
          </a:ln>
        </p:spPr>
      </p:sp>
      <p:sp>
        <p:nvSpPr>
          <p:cNvPr id="1236" name="01_find_only_1235">
            <a:extLst>
              <a:ext uri="{FF2B5EF4-FFF2-40B4-BE49-F238E27FC236}">
                <a16:creationId xmlns:a16="http://schemas.microsoft.com/office/drawing/2014/main" id="{09D6D423-17B5-4DF0-A69B-62F4364BEFCA}"/>
              </a:ext>
            </a:extLst>
          </p:cNvPr>
          <p:cNvSpPr>
            <a:spLocks noGrp="1"/>
          </p:cNvSpPr>
          <p:nvPr/>
        </p:nvSpPr>
        <p:spPr>
          <a:xfrm>
            <a:off x="3721015" y="3217692"/>
            <a:ext cx="28398" cy="28398"/>
          </a:xfrm>
          <a:prstGeom prst="ellipse">
            <a:avLst/>
          </a:prstGeom>
          <a:solidFill>
            <a:srgbClr val="7F8C97">
              <a:alpha val="48000"/>
            </a:srgbClr>
          </a:solidFill>
          <a:ln w="0">
            <a:noFill/>
            <a:prstDash val="solid"/>
          </a:ln>
        </p:spPr>
      </p:sp>
      <p:sp>
        <p:nvSpPr>
          <p:cNvPr id="1237" name="01_find_only_1236">
            <a:extLst>
              <a:ext uri="{FF2B5EF4-FFF2-40B4-BE49-F238E27FC236}">
                <a16:creationId xmlns:a16="http://schemas.microsoft.com/office/drawing/2014/main" id="{9C4C759E-E2FB-42D1-88C2-B1FEBF2C55F8}"/>
              </a:ext>
            </a:extLst>
          </p:cNvPr>
          <p:cNvSpPr>
            <a:spLocks noGrp="1"/>
          </p:cNvSpPr>
          <p:nvPr/>
        </p:nvSpPr>
        <p:spPr>
          <a:xfrm>
            <a:off x="3686391" y="4123418"/>
            <a:ext cx="28398" cy="28398"/>
          </a:xfrm>
          <a:prstGeom prst="ellipse">
            <a:avLst/>
          </a:prstGeom>
          <a:solidFill>
            <a:srgbClr val="7F8C97">
              <a:alpha val="48000"/>
            </a:srgbClr>
          </a:solidFill>
          <a:ln w="0">
            <a:noFill/>
            <a:prstDash val="solid"/>
          </a:ln>
        </p:spPr>
      </p:sp>
      <p:sp>
        <p:nvSpPr>
          <p:cNvPr id="1238" name="01_find_only_1237">
            <a:extLst>
              <a:ext uri="{FF2B5EF4-FFF2-40B4-BE49-F238E27FC236}">
                <a16:creationId xmlns:a16="http://schemas.microsoft.com/office/drawing/2014/main" id="{D6407AC3-4366-46EA-AE7D-5AE9F3755BE1}"/>
              </a:ext>
            </a:extLst>
          </p:cNvPr>
          <p:cNvSpPr>
            <a:spLocks noGrp="1"/>
          </p:cNvSpPr>
          <p:nvPr/>
        </p:nvSpPr>
        <p:spPr>
          <a:xfrm>
            <a:off x="3708138" y="3489410"/>
            <a:ext cx="28398" cy="28398"/>
          </a:xfrm>
          <a:prstGeom prst="ellipse">
            <a:avLst/>
          </a:prstGeom>
          <a:solidFill>
            <a:srgbClr val="7F8C97">
              <a:alpha val="48000"/>
            </a:srgbClr>
          </a:solidFill>
          <a:ln w="0">
            <a:noFill/>
            <a:prstDash val="solid"/>
          </a:ln>
        </p:spPr>
      </p:sp>
      <p:sp>
        <p:nvSpPr>
          <p:cNvPr id="1239" name="01_find_only_1238">
            <a:extLst>
              <a:ext uri="{FF2B5EF4-FFF2-40B4-BE49-F238E27FC236}">
                <a16:creationId xmlns:a16="http://schemas.microsoft.com/office/drawing/2014/main" id="{1BA23E23-AC63-47A4-B2B7-09043B4AD76B}"/>
              </a:ext>
            </a:extLst>
          </p:cNvPr>
          <p:cNvSpPr>
            <a:spLocks noGrp="1"/>
          </p:cNvSpPr>
          <p:nvPr/>
        </p:nvSpPr>
        <p:spPr>
          <a:xfrm>
            <a:off x="3641276" y="2855402"/>
            <a:ext cx="28398" cy="28398"/>
          </a:xfrm>
          <a:prstGeom prst="ellipse">
            <a:avLst/>
          </a:prstGeom>
          <a:solidFill>
            <a:srgbClr val="7F8C97">
              <a:alpha val="48000"/>
            </a:srgbClr>
          </a:solidFill>
          <a:ln w="0">
            <a:noFill/>
            <a:prstDash val="solid"/>
          </a:ln>
        </p:spPr>
      </p:sp>
      <p:sp>
        <p:nvSpPr>
          <p:cNvPr id="1240" name="01_find_only_1239">
            <a:extLst>
              <a:ext uri="{FF2B5EF4-FFF2-40B4-BE49-F238E27FC236}">
                <a16:creationId xmlns:a16="http://schemas.microsoft.com/office/drawing/2014/main" id="{96E7163E-0BAF-4E69-AC70-2F982CCA087E}"/>
              </a:ext>
            </a:extLst>
          </p:cNvPr>
          <p:cNvSpPr>
            <a:spLocks noGrp="1"/>
          </p:cNvSpPr>
          <p:nvPr/>
        </p:nvSpPr>
        <p:spPr>
          <a:xfrm>
            <a:off x="3668173" y="2855402"/>
            <a:ext cx="28398" cy="28398"/>
          </a:xfrm>
          <a:prstGeom prst="ellipse">
            <a:avLst/>
          </a:prstGeom>
          <a:solidFill>
            <a:srgbClr val="7F8C97">
              <a:alpha val="48000"/>
            </a:srgbClr>
          </a:solidFill>
          <a:ln w="0">
            <a:noFill/>
            <a:prstDash val="solid"/>
          </a:ln>
        </p:spPr>
      </p:sp>
      <p:sp>
        <p:nvSpPr>
          <p:cNvPr id="1241" name="01_find_only_1240">
            <a:extLst>
              <a:ext uri="{FF2B5EF4-FFF2-40B4-BE49-F238E27FC236}">
                <a16:creationId xmlns:a16="http://schemas.microsoft.com/office/drawing/2014/main" id="{9349D9C5-7B90-4C2A-9307-1342B4578C2D}"/>
              </a:ext>
            </a:extLst>
          </p:cNvPr>
          <p:cNvSpPr>
            <a:spLocks noGrp="1"/>
          </p:cNvSpPr>
          <p:nvPr/>
        </p:nvSpPr>
        <p:spPr>
          <a:xfrm>
            <a:off x="3702225" y="3579982"/>
            <a:ext cx="28398" cy="28398"/>
          </a:xfrm>
          <a:prstGeom prst="ellipse">
            <a:avLst/>
          </a:prstGeom>
          <a:solidFill>
            <a:srgbClr val="7F8C97">
              <a:alpha val="48000"/>
            </a:srgbClr>
          </a:solidFill>
          <a:ln w="0">
            <a:noFill/>
            <a:prstDash val="solid"/>
          </a:ln>
        </p:spPr>
      </p:sp>
      <p:sp>
        <p:nvSpPr>
          <p:cNvPr id="1242" name="01_find_only_1241">
            <a:extLst>
              <a:ext uri="{FF2B5EF4-FFF2-40B4-BE49-F238E27FC236}">
                <a16:creationId xmlns:a16="http://schemas.microsoft.com/office/drawing/2014/main" id="{F44BD1BB-2C9C-44F9-82B5-93CDB134C541}"/>
              </a:ext>
            </a:extLst>
          </p:cNvPr>
          <p:cNvSpPr>
            <a:spLocks noGrp="1"/>
          </p:cNvSpPr>
          <p:nvPr/>
        </p:nvSpPr>
        <p:spPr>
          <a:xfrm>
            <a:off x="3635458" y="2855402"/>
            <a:ext cx="28398" cy="28398"/>
          </a:xfrm>
          <a:prstGeom prst="ellipse">
            <a:avLst/>
          </a:prstGeom>
          <a:solidFill>
            <a:srgbClr val="7F8C97">
              <a:alpha val="48000"/>
            </a:srgbClr>
          </a:solidFill>
          <a:ln w="0">
            <a:noFill/>
            <a:prstDash val="solid"/>
          </a:ln>
        </p:spPr>
      </p:sp>
      <p:sp>
        <p:nvSpPr>
          <p:cNvPr id="1243" name="01_find_only_1242">
            <a:extLst>
              <a:ext uri="{FF2B5EF4-FFF2-40B4-BE49-F238E27FC236}">
                <a16:creationId xmlns:a16="http://schemas.microsoft.com/office/drawing/2014/main" id="{6A97892D-B336-4374-BDDA-B8486C36424A}"/>
              </a:ext>
            </a:extLst>
          </p:cNvPr>
          <p:cNvSpPr>
            <a:spLocks noGrp="1"/>
          </p:cNvSpPr>
          <p:nvPr/>
        </p:nvSpPr>
        <p:spPr>
          <a:xfrm>
            <a:off x="3632024" y="2855402"/>
            <a:ext cx="28398" cy="28398"/>
          </a:xfrm>
          <a:prstGeom prst="ellipse">
            <a:avLst/>
          </a:prstGeom>
          <a:solidFill>
            <a:srgbClr val="7F8C97">
              <a:alpha val="48000"/>
            </a:srgbClr>
          </a:solidFill>
          <a:ln w="0">
            <a:noFill/>
            <a:prstDash val="solid"/>
          </a:ln>
        </p:spPr>
      </p:sp>
      <p:sp>
        <p:nvSpPr>
          <p:cNvPr id="1244" name="01_find_only_1243">
            <a:extLst>
              <a:ext uri="{FF2B5EF4-FFF2-40B4-BE49-F238E27FC236}">
                <a16:creationId xmlns:a16="http://schemas.microsoft.com/office/drawing/2014/main" id="{74DBD69A-F1F7-4A10-8B52-F64B4F29C92B}"/>
              </a:ext>
            </a:extLst>
          </p:cNvPr>
          <p:cNvSpPr>
            <a:spLocks noGrp="1"/>
          </p:cNvSpPr>
          <p:nvPr/>
        </p:nvSpPr>
        <p:spPr>
          <a:xfrm>
            <a:off x="3688394" y="3278074"/>
            <a:ext cx="28398" cy="28398"/>
          </a:xfrm>
          <a:prstGeom prst="ellipse">
            <a:avLst/>
          </a:prstGeom>
          <a:solidFill>
            <a:srgbClr val="7F8C97">
              <a:alpha val="48000"/>
            </a:srgbClr>
          </a:solidFill>
          <a:ln w="0">
            <a:noFill/>
            <a:prstDash val="solid"/>
          </a:ln>
        </p:spPr>
      </p:sp>
      <p:sp>
        <p:nvSpPr>
          <p:cNvPr id="1245" name="01_find_only_1244">
            <a:extLst>
              <a:ext uri="{FF2B5EF4-FFF2-40B4-BE49-F238E27FC236}">
                <a16:creationId xmlns:a16="http://schemas.microsoft.com/office/drawing/2014/main" id="{F9EC7E91-BF79-4F2B-8DAE-E02998B3EA13}"/>
              </a:ext>
            </a:extLst>
          </p:cNvPr>
          <p:cNvSpPr>
            <a:spLocks noGrp="1"/>
          </p:cNvSpPr>
          <p:nvPr/>
        </p:nvSpPr>
        <p:spPr>
          <a:xfrm>
            <a:off x="3716341" y="2897669"/>
            <a:ext cx="28398" cy="28398"/>
          </a:xfrm>
          <a:prstGeom prst="ellipse">
            <a:avLst/>
          </a:prstGeom>
          <a:solidFill>
            <a:srgbClr val="7F8C97">
              <a:alpha val="48000"/>
            </a:srgbClr>
          </a:solidFill>
          <a:ln w="0">
            <a:noFill/>
            <a:prstDash val="solid"/>
          </a:ln>
        </p:spPr>
      </p:sp>
      <p:sp>
        <p:nvSpPr>
          <p:cNvPr id="1246" name="01_find_only_1245">
            <a:extLst>
              <a:ext uri="{FF2B5EF4-FFF2-40B4-BE49-F238E27FC236}">
                <a16:creationId xmlns:a16="http://schemas.microsoft.com/office/drawing/2014/main" id="{D227056B-C97E-455F-9E29-212885DADD96}"/>
              </a:ext>
            </a:extLst>
          </p:cNvPr>
          <p:cNvSpPr>
            <a:spLocks noGrp="1"/>
          </p:cNvSpPr>
          <p:nvPr/>
        </p:nvSpPr>
        <p:spPr>
          <a:xfrm>
            <a:off x="3627827" y="3489410"/>
            <a:ext cx="28398" cy="28398"/>
          </a:xfrm>
          <a:prstGeom prst="ellipse">
            <a:avLst/>
          </a:prstGeom>
          <a:solidFill>
            <a:srgbClr val="7F8C97">
              <a:alpha val="48000"/>
            </a:srgbClr>
          </a:solidFill>
          <a:ln w="0">
            <a:noFill/>
            <a:prstDash val="solid"/>
          </a:ln>
        </p:spPr>
      </p:sp>
      <p:sp>
        <p:nvSpPr>
          <p:cNvPr id="1247" name="01_find_only_1246">
            <a:extLst>
              <a:ext uri="{FF2B5EF4-FFF2-40B4-BE49-F238E27FC236}">
                <a16:creationId xmlns:a16="http://schemas.microsoft.com/office/drawing/2014/main" id="{A9B26296-43FD-4558-9B93-8C643CCB9D2E}"/>
              </a:ext>
            </a:extLst>
          </p:cNvPr>
          <p:cNvSpPr>
            <a:spLocks noGrp="1"/>
          </p:cNvSpPr>
          <p:nvPr/>
        </p:nvSpPr>
        <p:spPr>
          <a:xfrm>
            <a:off x="3665121" y="2855402"/>
            <a:ext cx="28398" cy="28398"/>
          </a:xfrm>
          <a:prstGeom prst="ellipse">
            <a:avLst/>
          </a:prstGeom>
          <a:solidFill>
            <a:srgbClr val="7F8C97">
              <a:alpha val="48000"/>
            </a:srgbClr>
          </a:solidFill>
          <a:ln w="0">
            <a:noFill/>
            <a:prstDash val="solid"/>
          </a:ln>
        </p:spPr>
      </p:sp>
      <p:sp>
        <p:nvSpPr>
          <p:cNvPr id="1248" name="01_find_only_1247">
            <a:extLst>
              <a:ext uri="{FF2B5EF4-FFF2-40B4-BE49-F238E27FC236}">
                <a16:creationId xmlns:a16="http://schemas.microsoft.com/office/drawing/2014/main" id="{F627716B-C357-4EE1-A917-521BEFC50C7A}"/>
              </a:ext>
            </a:extLst>
          </p:cNvPr>
          <p:cNvSpPr>
            <a:spLocks noGrp="1"/>
          </p:cNvSpPr>
          <p:nvPr/>
        </p:nvSpPr>
        <p:spPr>
          <a:xfrm>
            <a:off x="3695739" y="4123418"/>
            <a:ext cx="28398" cy="28398"/>
          </a:xfrm>
          <a:prstGeom prst="ellipse">
            <a:avLst/>
          </a:prstGeom>
          <a:solidFill>
            <a:srgbClr val="7F8C97">
              <a:alpha val="48000"/>
            </a:srgbClr>
          </a:solidFill>
          <a:ln w="0">
            <a:noFill/>
            <a:prstDash val="solid"/>
          </a:ln>
        </p:spPr>
      </p:sp>
      <p:sp>
        <p:nvSpPr>
          <p:cNvPr id="1249" name="01_find_only_1248">
            <a:extLst>
              <a:ext uri="{FF2B5EF4-FFF2-40B4-BE49-F238E27FC236}">
                <a16:creationId xmlns:a16="http://schemas.microsoft.com/office/drawing/2014/main" id="{20BC2972-72D8-4CBC-8CE4-78B9478A421E}"/>
              </a:ext>
            </a:extLst>
          </p:cNvPr>
          <p:cNvSpPr>
            <a:spLocks noGrp="1"/>
          </p:cNvSpPr>
          <p:nvPr/>
        </p:nvSpPr>
        <p:spPr>
          <a:xfrm>
            <a:off x="3667124" y="4123418"/>
            <a:ext cx="28398" cy="28398"/>
          </a:xfrm>
          <a:prstGeom prst="ellipse">
            <a:avLst/>
          </a:prstGeom>
          <a:solidFill>
            <a:srgbClr val="7F8C97">
              <a:alpha val="48000"/>
            </a:srgbClr>
          </a:solidFill>
          <a:ln w="0">
            <a:noFill/>
            <a:prstDash val="solid"/>
          </a:ln>
        </p:spPr>
      </p:sp>
      <p:sp>
        <p:nvSpPr>
          <p:cNvPr id="1250" name="01_find_only_1249">
            <a:extLst>
              <a:ext uri="{FF2B5EF4-FFF2-40B4-BE49-F238E27FC236}">
                <a16:creationId xmlns:a16="http://schemas.microsoft.com/office/drawing/2014/main" id="{B9F068AB-F492-4CFD-B44B-B3D29C8C5881}"/>
              </a:ext>
            </a:extLst>
          </p:cNvPr>
          <p:cNvSpPr>
            <a:spLocks noGrp="1"/>
          </p:cNvSpPr>
          <p:nvPr/>
        </p:nvSpPr>
        <p:spPr>
          <a:xfrm>
            <a:off x="3651005" y="3785280"/>
            <a:ext cx="28398" cy="28398"/>
          </a:xfrm>
          <a:prstGeom prst="ellipse">
            <a:avLst/>
          </a:prstGeom>
          <a:solidFill>
            <a:srgbClr val="7F8C97">
              <a:alpha val="48000"/>
            </a:srgbClr>
          </a:solidFill>
          <a:ln w="0">
            <a:noFill/>
            <a:prstDash val="solid"/>
          </a:ln>
        </p:spPr>
      </p:sp>
      <p:sp>
        <p:nvSpPr>
          <p:cNvPr id="1251" name="01_find_only_1250">
            <a:extLst>
              <a:ext uri="{FF2B5EF4-FFF2-40B4-BE49-F238E27FC236}">
                <a16:creationId xmlns:a16="http://schemas.microsoft.com/office/drawing/2014/main" id="{46645D76-D4F1-4688-AADF-419A31B917F1}"/>
              </a:ext>
            </a:extLst>
          </p:cNvPr>
          <p:cNvSpPr>
            <a:spLocks noGrp="1"/>
          </p:cNvSpPr>
          <p:nvPr/>
        </p:nvSpPr>
        <p:spPr>
          <a:xfrm>
            <a:off x="3688013" y="3383742"/>
            <a:ext cx="28398" cy="28398"/>
          </a:xfrm>
          <a:prstGeom prst="ellipse">
            <a:avLst/>
          </a:prstGeom>
          <a:solidFill>
            <a:srgbClr val="7F8C97">
              <a:alpha val="48000"/>
            </a:srgbClr>
          </a:solidFill>
          <a:ln w="0">
            <a:noFill/>
            <a:prstDash val="solid"/>
          </a:ln>
        </p:spPr>
      </p:sp>
      <p:sp>
        <p:nvSpPr>
          <p:cNvPr id="1252" name="01_find_only_1251">
            <a:extLst>
              <a:ext uri="{FF2B5EF4-FFF2-40B4-BE49-F238E27FC236}">
                <a16:creationId xmlns:a16="http://schemas.microsoft.com/office/drawing/2014/main" id="{7388E9A7-67C0-4850-B8C1-B6149F899BEB}"/>
              </a:ext>
            </a:extLst>
          </p:cNvPr>
          <p:cNvSpPr>
            <a:spLocks noGrp="1"/>
          </p:cNvSpPr>
          <p:nvPr/>
        </p:nvSpPr>
        <p:spPr>
          <a:xfrm>
            <a:off x="3684961" y="3489410"/>
            <a:ext cx="28398" cy="28398"/>
          </a:xfrm>
          <a:prstGeom prst="ellipse">
            <a:avLst/>
          </a:prstGeom>
          <a:solidFill>
            <a:srgbClr val="7F8C97">
              <a:alpha val="48000"/>
            </a:srgbClr>
          </a:solidFill>
          <a:ln w="0">
            <a:noFill/>
            <a:prstDash val="solid"/>
          </a:ln>
        </p:spPr>
      </p:sp>
      <p:sp>
        <p:nvSpPr>
          <p:cNvPr id="1253" name="01_find_only_1252">
            <a:extLst>
              <a:ext uri="{FF2B5EF4-FFF2-40B4-BE49-F238E27FC236}">
                <a16:creationId xmlns:a16="http://schemas.microsoft.com/office/drawing/2014/main" id="{4AED7634-5A06-406E-AB26-944C7FBCBDBB}"/>
              </a:ext>
            </a:extLst>
          </p:cNvPr>
          <p:cNvSpPr>
            <a:spLocks noGrp="1"/>
          </p:cNvSpPr>
          <p:nvPr/>
        </p:nvSpPr>
        <p:spPr>
          <a:xfrm>
            <a:off x="3673419" y="2855402"/>
            <a:ext cx="28398" cy="28398"/>
          </a:xfrm>
          <a:prstGeom prst="ellipse">
            <a:avLst/>
          </a:prstGeom>
          <a:solidFill>
            <a:srgbClr val="7F8C97">
              <a:alpha val="48000"/>
            </a:srgbClr>
          </a:solidFill>
          <a:ln w="0">
            <a:noFill/>
            <a:prstDash val="solid"/>
          </a:ln>
        </p:spPr>
      </p:sp>
      <p:sp>
        <p:nvSpPr>
          <p:cNvPr id="1254" name="01_find_only_1253">
            <a:extLst>
              <a:ext uri="{FF2B5EF4-FFF2-40B4-BE49-F238E27FC236}">
                <a16:creationId xmlns:a16="http://schemas.microsoft.com/office/drawing/2014/main" id="{5E482121-0823-49F5-92AF-F71DB69E6C49}"/>
              </a:ext>
            </a:extLst>
          </p:cNvPr>
          <p:cNvSpPr>
            <a:spLocks noGrp="1"/>
          </p:cNvSpPr>
          <p:nvPr/>
        </p:nvSpPr>
        <p:spPr>
          <a:xfrm>
            <a:off x="3682671" y="2855402"/>
            <a:ext cx="28398" cy="28398"/>
          </a:xfrm>
          <a:prstGeom prst="ellipse">
            <a:avLst/>
          </a:prstGeom>
          <a:solidFill>
            <a:srgbClr val="7F8C97">
              <a:alpha val="48000"/>
            </a:srgbClr>
          </a:solidFill>
          <a:ln w="0">
            <a:noFill/>
            <a:prstDash val="solid"/>
          </a:ln>
        </p:spPr>
      </p:sp>
      <p:sp>
        <p:nvSpPr>
          <p:cNvPr id="1255" name="01_find_only_1254">
            <a:extLst>
              <a:ext uri="{FF2B5EF4-FFF2-40B4-BE49-F238E27FC236}">
                <a16:creationId xmlns:a16="http://schemas.microsoft.com/office/drawing/2014/main" id="{40E75442-889E-4E19-BFD7-CC3B8E241657}"/>
              </a:ext>
            </a:extLst>
          </p:cNvPr>
          <p:cNvSpPr>
            <a:spLocks noGrp="1"/>
          </p:cNvSpPr>
          <p:nvPr/>
        </p:nvSpPr>
        <p:spPr>
          <a:xfrm>
            <a:off x="3655297" y="4123418"/>
            <a:ext cx="28398" cy="28398"/>
          </a:xfrm>
          <a:prstGeom prst="ellipse">
            <a:avLst/>
          </a:prstGeom>
          <a:solidFill>
            <a:srgbClr val="7F8C97">
              <a:alpha val="48000"/>
            </a:srgbClr>
          </a:solidFill>
          <a:ln w="0">
            <a:noFill/>
            <a:prstDash val="solid"/>
          </a:ln>
        </p:spPr>
      </p:sp>
      <p:sp>
        <p:nvSpPr>
          <p:cNvPr id="1256" name="01_find_only_1255">
            <a:extLst>
              <a:ext uri="{FF2B5EF4-FFF2-40B4-BE49-F238E27FC236}">
                <a16:creationId xmlns:a16="http://schemas.microsoft.com/office/drawing/2014/main" id="{12F2A8DC-145E-4F8C-A4C8-1E1EF382C336}"/>
              </a:ext>
            </a:extLst>
          </p:cNvPr>
          <p:cNvSpPr>
            <a:spLocks noGrp="1"/>
          </p:cNvSpPr>
          <p:nvPr/>
        </p:nvSpPr>
        <p:spPr>
          <a:xfrm>
            <a:off x="3676662" y="3489410"/>
            <a:ext cx="28398" cy="28398"/>
          </a:xfrm>
          <a:prstGeom prst="ellipse">
            <a:avLst/>
          </a:prstGeom>
          <a:solidFill>
            <a:srgbClr val="7F8C97">
              <a:alpha val="48000"/>
            </a:srgbClr>
          </a:solidFill>
          <a:ln w="0">
            <a:noFill/>
            <a:prstDash val="solid"/>
          </a:ln>
        </p:spPr>
      </p:sp>
      <p:sp>
        <p:nvSpPr>
          <p:cNvPr id="1257" name="01_find_only_1256">
            <a:extLst>
              <a:ext uri="{FF2B5EF4-FFF2-40B4-BE49-F238E27FC236}">
                <a16:creationId xmlns:a16="http://schemas.microsoft.com/office/drawing/2014/main" id="{655639EB-2D31-45D4-B1E7-881EEDCBA664}"/>
              </a:ext>
            </a:extLst>
          </p:cNvPr>
          <p:cNvSpPr>
            <a:spLocks noGrp="1"/>
          </p:cNvSpPr>
          <p:nvPr/>
        </p:nvSpPr>
        <p:spPr>
          <a:xfrm>
            <a:off x="3656251" y="3109005"/>
            <a:ext cx="28398" cy="28398"/>
          </a:xfrm>
          <a:prstGeom prst="ellipse">
            <a:avLst/>
          </a:prstGeom>
          <a:solidFill>
            <a:srgbClr val="7F8C97">
              <a:alpha val="48000"/>
            </a:srgbClr>
          </a:solidFill>
          <a:ln w="0">
            <a:noFill/>
            <a:prstDash val="solid"/>
          </a:ln>
        </p:spPr>
      </p:sp>
      <p:sp>
        <p:nvSpPr>
          <p:cNvPr id="1258" name="01_find_only_1257">
            <a:extLst>
              <a:ext uri="{FF2B5EF4-FFF2-40B4-BE49-F238E27FC236}">
                <a16:creationId xmlns:a16="http://schemas.microsoft.com/office/drawing/2014/main" id="{7684D068-C386-4098-A8E9-FE2DAF0CAC6B}"/>
              </a:ext>
            </a:extLst>
          </p:cNvPr>
          <p:cNvSpPr>
            <a:spLocks noGrp="1"/>
          </p:cNvSpPr>
          <p:nvPr/>
        </p:nvSpPr>
        <p:spPr>
          <a:xfrm>
            <a:off x="3664644" y="3806414"/>
            <a:ext cx="28398" cy="28398"/>
          </a:xfrm>
          <a:prstGeom prst="ellipse">
            <a:avLst/>
          </a:prstGeom>
          <a:solidFill>
            <a:srgbClr val="7F8C97">
              <a:alpha val="48000"/>
            </a:srgbClr>
          </a:solidFill>
          <a:ln w="0">
            <a:noFill/>
            <a:prstDash val="solid"/>
          </a:ln>
        </p:spPr>
      </p:sp>
      <p:sp>
        <p:nvSpPr>
          <p:cNvPr id="1259" name="01_find_only_1258">
            <a:extLst>
              <a:ext uri="{FF2B5EF4-FFF2-40B4-BE49-F238E27FC236}">
                <a16:creationId xmlns:a16="http://schemas.microsoft.com/office/drawing/2014/main" id="{8F8ACEB0-6013-4D48-BD69-61860828C8B3}"/>
              </a:ext>
            </a:extLst>
          </p:cNvPr>
          <p:cNvSpPr>
            <a:spLocks noGrp="1"/>
          </p:cNvSpPr>
          <p:nvPr/>
        </p:nvSpPr>
        <p:spPr>
          <a:xfrm>
            <a:off x="3705849" y="4032845"/>
            <a:ext cx="28398" cy="28398"/>
          </a:xfrm>
          <a:prstGeom prst="ellipse">
            <a:avLst/>
          </a:prstGeom>
          <a:solidFill>
            <a:srgbClr val="7F8C97">
              <a:alpha val="48000"/>
            </a:srgbClr>
          </a:solidFill>
          <a:ln w="0">
            <a:noFill/>
            <a:prstDash val="solid"/>
          </a:ln>
        </p:spPr>
      </p:sp>
      <p:sp>
        <p:nvSpPr>
          <p:cNvPr id="1260" name="01_find_only_1259">
            <a:extLst>
              <a:ext uri="{FF2B5EF4-FFF2-40B4-BE49-F238E27FC236}">
                <a16:creationId xmlns:a16="http://schemas.microsoft.com/office/drawing/2014/main" id="{C33C68B6-0D45-45E5-B723-AFFF63541F71}"/>
              </a:ext>
            </a:extLst>
          </p:cNvPr>
          <p:cNvSpPr>
            <a:spLocks noGrp="1"/>
          </p:cNvSpPr>
          <p:nvPr/>
        </p:nvSpPr>
        <p:spPr>
          <a:xfrm>
            <a:off x="3638319" y="3489410"/>
            <a:ext cx="28398" cy="28398"/>
          </a:xfrm>
          <a:prstGeom prst="ellipse">
            <a:avLst/>
          </a:prstGeom>
          <a:solidFill>
            <a:srgbClr val="7F8C97">
              <a:alpha val="48000"/>
            </a:srgbClr>
          </a:solidFill>
          <a:ln w="0">
            <a:noFill/>
            <a:prstDash val="solid"/>
          </a:ln>
        </p:spPr>
      </p:sp>
      <p:sp>
        <p:nvSpPr>
          <p:cNvPr id="1261" name="01_find_only_1260">
            <a:extLst>
              <a:ext uri="{FF2B5EF4-FFF2-40B4-BE49-F238E27FC236}">
                <a16:creationId xmlns:a16="http://schemas.microsoft.com/office/drawing/2014/main" id="{90A3F83F-BB35-4F85-B0FD-38D3341B999C}"/>
              </a:ext>
            </a:extLst>
          </p:cNvPr>
          <p:cNvSpPr>
            <a:spLocks noGrp="1"/>
          </p:cNvSpPr>
          <p:nvPr/>
        </p:nvSpPr>
        <p:spPr>
          <a:xfrm>
            <a:off x="3642707" y="3700746"/>
            <a:ext cx="28398" cy="28398"/>
          </a:xfrm>
          <a:prstGeom prst="ellipse">
            <a:avLst/>
          </a:prstGeom>
          <a:solidFill>
            <a:srgbClr val="7F8C97">
              <a:alpha val="48000"/>
            </a:srgbClr>
          </a:solidFill>
          <a:ln w="0">
            <a:noFill/>
            <a:prstDash val="solid"/>
          </a:ln>
        </p:spPr>
      </p:sp>
      <p:sp>
        <p:nvSpPr>
          <p:cNvPr id="1262" name="01_find_only_1261">
            <a:extLst>
              <a:ext uri="{FF2B5EF4-FFF2-40B4-BE49-F238E27FC236}">
                <a16:creationId xmlns:a16="http://schemas.microsoft.com/office/drawing/2014/main" id="{EF5A1C3D-E840-46B6-81CD-4AA173FBA243}"/>
              </a:ext>
            </a:extLst>
          </p:cNvPr>
          <p:cNvSpPr>
            <a:spLocks noGrp="1"/>
          </p:cNvSpPr>
          <p:nvPr/>
        </p:nvSpPr>
        <p:spPr>
          <a:xfrm>
            <a:off x="3682385" y="2855402"/>
            <a:ext cx="28398" cy="28398"/>
          </a:xfrm>
          <a:prstGeom prst="ellipse">
            <a:avLst/>
          </a:prstGeom>
          <a:solidFill>
            <a:srgbClr val="7F8C97">
              <a:alpha val="48000"/>
            </a:srgbClr>
          </a:solidFill>
          <a:ln w="0">
            <a:noFill/>
            <a:prstDash val="solid"/>
          </a:ln>
        </p:spPr>
      </p:sp>
      <p:sp>
        <p:nvSpPr>
          <p:cNvPr id="1263" name="01_find_only_1262">
            <a:extLst>
              <a:ext uri="{FF2B5EF4-FFF2-40B4-BE49-F238E27FC236}">
                <a16:creationId xmlns:a16="http://schemas.microsoft.com/office/drawing/2014/main" id="{5B15677C-6FBB-46C0-A6C9-0BC12DAD918D}"/>
              </a:ext>
            </a:extLst>
          </p:cNvPr>
          <p:cNvSpPr>
            <a:spLocks noGrp="1"/>
          </p:cNvSpPr>
          <p:nvPr/>
        </p:nvSpPr>
        <p:spPr>
          <a:xfrm>
            <a:off x="3681527" y="3278074"/>
            <a:ext cx="28398" cy="28398"/>
          </a:xfrm>
          <a:prstGeom prst="ellipse">
            <a:avLst/>
          </a:prstGeom>
          <a:solidFill>
            <a:srgbClr val="7F8C97">
              <a:alpha val="48000"/>
            </a:srgbClr>
          </a:solidFill>
          <a:ln w="0">
            <a:noFill/>
            <a:prstDash val="solid"/>
          </a:ln>
        </p:spPr>
      </p:sp>
      <p:sp>
        <p:nvSpPr>
          <p:cNvPr id="1264" name="01_find_only_1263">
            <a:extLst>
              <a:ext uri="{FF2B5EF4-FFF2-40B4-BE49-F238E27FC236}">
                <a16:creationId xmlns:a16="http://schemas.microsoft.com/office/drawing/2014/main" id="{ACD29539-2EC1-4BB7-95C3-984138A8CDA0}"/>
              </a:ext>
            </a:extLst>
          </p:cNvPr>
          <p:cNvSpPr>
            <a:spLocks noGrp="1"/>
          </p:cNvSpPr>
          <p:nvPr/>
        </p:nvSpPr>
        <p:spPr>
          <a:xfrm>
            <a:off x="3712526" y="3489410"/>
            <a:ext cx="28398" cy="28398"/>
          </a:xfrm>
          <a:prstGeom prst="ellipse">
            <a:avLst/>
          </a:prstGeom>
          <a:solidFill>
            <a:srgbClr val="7F8C97">
              <a:alpha val="48000"/>
            </a:srgbClr>
          </a:solidFill>
          <a:ln w="0">
            <a:noFill/>
            <a:prstDash val="solid"/>
          </a:ln>
        </p:spPr>
      </p:sp>
      <p:sp>
        <p:nvSpPr>
          <p:cNvPr id="1265" name="01_find_only_1264">
            <a:extLst>
              <a:ext uri="{FF2B5EF4-FFF2-40B4-BE49-F238E27FC236}">
                <a16:creationId xmlns:a16="http://schemas.microsoft.com/office/drawing/2014/main" id="{16EC27FC-6C44-40E6-8783-7C157D24C991}"/>
              </a:ext>
            </a:extLst>
          </p:cNvPr>
          <p:cNvSpPr>
            <a:spLocks noGrp="1"/>
          </p:cNvSpPr>
          <p:nvPr/>
        </p:nvSpPr>
        <p:spPr>
          <a:xfrm>
            <a:off x="3698123" y="3489410"/>
            <a:ext cx="28398" cy="28398"/>
          </a:xfrm>
          <a:prstGeom prst="ellipse">
            <a:avLst/>
          </a:prstGeom>
          <a:solidFill>
            <a:srgbClr val="7F8C97">
              <a:alpha val="48000"/>
            </a:srgbClr>
          </a:solidFill>
          <a:ln w="0">
            <a:noFill/>
            <a:prstDash val="solid"/>
          </a:ln>
        </p:spPr>
      </p:sp>
      <p:sp>
        <p:nvSpPr>
          <p:cNvPr id="1266" name="01_find_only_1265">
            <a:extLst>
              <a:ext uri="{FF2B5EF4-FFF2-40B4-BE49-F238E27FC236}">
                <a16:creationId xmlns:a16="http://schemas.microsoft.com/office/drawing/2014/main" id="{40BB62B9-D2CF-4312-9596-B11FBA11205D}"/>
              </a:ext>
            </a:extLst>
          </p:cNvPr>
          <p:cNvSpPr>
            <a:spLocks noGrp="1"/>
          </p:cNvSpPr>
          <p:nvPr/>
        </p:nvSpPr>
        <p:spPr>
          <a:xfrm>
            <a:off x="3639273" y="4123418"/>
            <a:ext cx="28398" cy="28398"/>
          </a:xfrm>
          <a:prstGeom prst="ellipse">
            <a:avLst/>
          </a:prstGeom>
          <a:solidFill>
            <a:srgbClr val="7F8C97">
              <a:alpha val="48000"/>
            </a:srgbClr>
          </a:solidFill>
          <a:ln w="0">
            <a:noFill/>
            <a:prstDash val="solid"/>
          </a:ln>
        </p:spPr>
      </p:sp>
      <p:sp>
        <p:nvSpPr>
          <p:cNvPr id="1267" name="01_find_only_1266">
            <a:extLst>
              <a:ext uri="{FF2B5EF4-FFF2-40B4-BE49-F238E27FC236}">
                <a16:creationId xmlns:a16="http://schemas.microsoft.com/office/drawing/2014/main" id="{9E94DEA1-A690-4635-BE38-1DD8D7FBE11A}"/>
              </a:ext>
            </a:extLst>
          </p:cNvPr>
          <p:cNvSpPr>
            <a:spLocks noGrp="1"/>
          </p:cNvSpPr>
          <p:nvPr/>
        </p:nvSpPr>
        <p:spPr>
          <a:xfrm>
            <a:off x="3653103" y="3398837"/>
            <a:ext cx="28398" cy="28398"/>
          </a:xfrm>
          <a:prstGeom prst="ellipse">
            <a:avLst/>
          </a:prstGeom>
          <a:solidFill>
            <a:srgbClr val="7F8C97">
              <a:alpha val="48000"/>
            </a:srgbClr>
          </a:solidFill>
          <a:ln w="0">
            <a:noFill/>
            <a:prstDash val="solid"/>
          </a:ln>
        </p:spPr>
      </p:sp>
      <p:sp>
        <p:nvSpPr>
          <p:cNvPr id="1268" name="01_find_only_1267">
            <a:extLst>
              <a:ext uri="{FF2B5EF4-FFF2-40B4-BE49-F238E27FC236}">
                <a16:creationId xmlns:a16="http://schemas.microsoft.com/office/drawing/2014/main" id="{D33DEDA8-8357-4C1B-9F0B-AF9A19E8255E}"/>
              </a:ext>
            </a:extLst>
          </p:cNvPr>
          <p:cNvSpPr>
            <a:spLocks noGrp="1"/>
          </p:cNvSpPr>
          <p:nvPr/>
        </p:nvSpPr>
        <p:spPr>
          <a:xfrm>
            <a:off x="3690970" y="3278074"/>
            <a:ext cx="28398" cy="28398"/>
          </a:xfrm>
          <a:prstGeom prst="ellipse">
            <a:avLst/>
          </a:prstGeom>
          <a:solidFill>
            <a:srgbClr val="7F8C97">
              <a:alpha val="48000"/>
            </a:srgbClr>
          </a:solidFill>
          <a:ln w="0">
            <a:noFill/>
            <a:prstDash val="solid"/>
          </a:ln>
        </p:spPr>
      </p:sp>
      <p:sp>
        <p:nvSpPr>
          <p:cNvPr id="1269" name="01_find_only_1268">
            <a:extLst>
              <a:ext uri="{FF2B5EF4-FFF2-40B4-BE49-F238E27FC236}">
                <a16:creationId xmlns:a16="http://schemas.microsoft.com/office/drawing/2014/main" id="{55F9944E-CCCA-4658-A52C-85C00CD85303}"/>
              </a:ext>
            </a:extLst>
          </p:cNvPr>
          <p:cNvSpPr>
            <a:spLocks noGrp="1"/>
          </p:cNvSpPr>
          <p:nvPr/>
        </p:nvSpPr>
        <p:spPr>
          <a:xfrm>
            <a:off x="3633741" y="2855402"/>
            <a:ext cx="28398" cy="28398"/>
          </a:xfrm>
          <a:prstGeom prst="ellipse">
            <a:avLst/>
          </a:prstGeom>
          <a:solidFill>
            <a:srgbClr val="7F8C97">
              <a:alpha val="48000"/>
            </a:srgbClr>
          </a:solidFill>
          <a:ln w="0">
            <a:noFill/>
            <a:prstDash val="solid"/>
          </a:ln>
        </p:spPr>
      </p:sp>
      <p:sp>
        <p:nvSpPr>
          <p:cNvPr id="1270" name="01_find_only_1269">
            <a:extLst>
              <a:ext uri="{FF2B5EF4-FFF2-40B4-BE49-F238E27FC236}">
                <a16:creationId xmlns:a16="http://schemas.microsoft.com/office/drawing/2014/main" id="{2EFD71D3-70EA-4277-83A7-6A5F38FD39CF}"/>
              </a:ext>
            </a:extLst>
          </p:cNvPr>
          <p:cNvSpPr>
            <a:spLocks noGrp="1"/>
          </p:cNvSpPr>
          <p:nvPr/>
        </p:nvSpPr>
        <p:spPr>
          <a:xfrm>
            <a:off x="3700031" y="3278074"/>
            <a:ext cx="28398" cy="28398"/>
          </a:xfrm>
          <a:prstGeom prst="ellipse">
            <a:avLst/>
          </a:prstGeom>
          <a:solidFill>
            <a:srgbClr val="7F8C97">
              <a:alpha val="48000"/>
            </a:srgbClr>
          </a:solidFill>
          <a:ln w="0">
            <a:noFill/>
            <a:prstDash val="solid"/>
          </a:ln>
        </p:spPr>
      </p:sp>
      <p:sp>
        <p:nvSpPr>
          <p:cNvPr id="1271" name="01_find_only_1270">
            <a:extLst>
              <a:ext uri="{FF2B5EF4-FFF2-40B4-BE49-F238E27FC236}">
                <a16:creationId xmlns:a16="http://schemas.microsoft.com/office/drawing/2014/main" id="{3F5AE31B-A99B-4AF8-BFE9-5A1DF8A8968F}"/>
              </a:ext>
            </a:extLst>
          </p:cNvPr>
          <p:cNvSpPr>
            <a:spLocks noGrp="1"/>
          </p:cNvSpPr>
          <p:nvPr/>
        </p:nvSpPr>
        <p:spPr>
          <a:xfrm>
            <a:off x="3703274" y="2855402"/>
            <a:ext cx="28398" cy="28398"/>
          </a:xfrm>
          <a:prstGeom prst="ellipse">
            <a:avLst/>
          </a:prstGeom>
          <a:solidFill>
            <a:srgbClr val="7F8C97">
              <a:alpha val="48000"/>
            </a:srgbClr>
          </a:solidFill>
          <a:ln w="0">
            <a:noFill/>
            <a:prstDash val="solid"/>
          </a:ln>
        </p:spPr>
      </p:sp>
      <p:sp>
        <p:nvSpPr>
          <p:cNvPr id="1272" name="01_find_only_1271">
            <a:extLst>
              <a:ext uri="{FF2B5EF4-FFF2-40B4-BE49-F238E27FC236}">
                <a16:creationId xmlns:a16="http://schemas.microsoft.com/office/drawing/2014/main" id="{3CEBE938-E5EC-4483-8EF9-0BBFA045C095}"/>
              </a:ext>
            </a:extLst>
          </p:cNvPr>
          <p:cNvSpPr>
            <a:spLocks noGrp="1"/>
          </p:cNvSpPr>
          <p:nvPr/>
        </p:nvSpPr>
        <p:spPr>
          <a:xfrm>
            <a:off x="3693163" y="3172406"/>
            <a:ext cx="28398" cy="28398"/>
          </a:xfrm>
          <a:prstGeom prst="ellipse">
            <a:avLst/>
          </a:prstGeom>
          <a:solidFill>
            <a:srgbClr val="7F8C97">
              <a:alpha val="48000"/>
            </a:srgbClr>
          </a:solidFill>
          <a:ln w="0">
            <a:noFill/>
            <a:prstDash val="solid"/>
          </a:ln>
        </p:spPr>
      </p:sp>
      <p:sp>
        <p:nvSpPr>
          <p:cNvPr id="1273" name="01_find_only_1272">
            <a:extLst>
              <a:ext uri="{FF2B5EF4-FFF2-40B4-BE49-F238E27FC236}">
                <a16:creationId xmlns:a16="http://schemas.microsoft.com/office/drawing/2014/main" id="{902AC863-CCA7-411F-872D-ED8CFF161550}"/>
              </a:ext>
            </a:extLst>
          </p:cNvPr>
          <p:cNvSpPr>
            <a:spLocks noGrp="1"/>
          </p:cNvSpPr>
          <p:nvPr/>
        </p:nvSpPr>
        <p:spPr>
          <a:xfrm>
            <a:off x="3692305" y="2855402"/>
            <a:ext cx="28398" cy="28398"/>
          </a:xfrm>
          <a:prstGeom prst="ellipse">
            <a:avLst/>
          </a:prstGeom>
          <a:solidFill>
            <a:srgbClr val="7F8C97">
              <a:alpha val="48000"/>
            </a:srgbClr>
          </a:solidFill>
          <a:ln w="0">
            <a:noFill/>
            <a:prstDash val="solid"/>
          </a:ln>
        </p:spPr>
      </p:sp>
      <p:sp>
        <p:nvSpPr>
          <p:cNvPr id="1274" name="01_find_only_1273">
            <a:extLst>
              <a:ext uri="{FF2B5EF4-FFF2-40B4-BE49-F238E27FC236}">
                <a16:creationId xmlns:a16="http://schemas.microsoft.com/office/drawing/2014/main" id="{306DA2A9-8240-467F-B6C8-993CD1461709}"/>
              </a:ext>
            </a:extLst>
          </p:cNvPr>
          <p:cNvSpPr>
            <a:spLocks noGrp="1"/>
          </p:cNvSpPr>
          <p:nvPr/>
        </p:nvSpPr>
        <p:spPr>
          <a:xfrm>
            <a:off x="3696406" y="4123418"/>
            <a:ext cx="28398" cy="28398"/>
          </a:xfrm>
          <a:prstGeom prst="ellipse">
            <a:avLst/>
          </a:prstGeom>
          <a:solidFill>
            <a:srgbClr val="7F8C97">
              <a:alpha val="48000"/>
            </a:srgbClr>
          </a:solidFill>
          <a:ln w="0">
            <a:noFill/>
            <a:prstDash val="solid"/>
          </a:ln>
        </p:spPr>
      </p:sp>
      <p:sp>
        <p:nvSpPr>
          <p:cNvPr id="1275" name="01_find_only_1274">
            <a:extLst>
              <a:ext uri="{FF2B5EF4-FFF2-40B4-BE49-F238E27FC236}">
                <a16:creationId xmlns:a16="http://schemas.microsoft.com/office/drawing/2014/main" id="{D5904AC4-EA02-4D55-803A-3E7CF45B901D}"/>
              </a:ext>
            </a:extLst>
          </p:cNvPr>
          <p:cNvSpPr>
            <a:spLocks noGrp="1"/>
          </p:cNvSpPr>
          <p:nvPr/>
        </p:nvSpPr>
        <p:spPr>
          <a:xfrm>
            <a:off x="3678379" y="2934653"/>
            <a:ext cx="28398" cy="28398"/>
          </a:xfrm>
          <a:prstGeom prst="ellipse">
            <a:avLst/>
          </a:prstGeom>
          <a:solidFill>
            <a:srgbClr val="7F8C97">
              <a:alpha val="48000"/>
            </a:srgbClr>
          </a:solidFill>
          <a:ln w="0">
            <a:noFill/>
            <a:prstDash val="solid"/>
          </a:ln>
        </p:spPr>
      </p:sp>
      <p:sp>
        <p:nvSpPr>
          <p:cNvPr id="1276" name="01_find_only_1275">
            <a:extLst>
              <a:ext uri="{FF2B5EF4-FFF2-40B4-BE49-F238E27FC236}">
                <a16:creationId xmlns:a16="http://schemas.microsoft.com/office/drawing/2014/main" id="{391C850B-6C12-4572-B64F-B913875CADF0}"/>
              </a:ext>
            </a:extLst>
          </p:cNvPr>
          <p:cNvSpPr>
            <a:spLocks noGrp="1"/>
          </p:cNvSpPr>
          <p:nvPr/>
        </p:nvSpPr>
        <p:spPr>
          <a:xfrm>
            <a:off x="3628876" y="3489410"/>
            <a:ext cx="28398" cy="28398"/>
          </a:xfrm>
          <a:prstGeom prst="ellipse">
            <a:avLst/>
          </a:prstGeom>
          <a:solidFill>
            <a:srgbClr val="7F8C97">
              <a:alpha val="48000"/>
            </a:srgbClr>
          </a:solidFill>
          <a:ln w="0">
            <a:noFill/>
            <a:prstDash val="solid"/>
          </a:ln>
        </p:spPr>
      </p:sp>
      <p:sp>
        <p:nvSpPr>
          <p:cNvPr id="1277" name="01_find_only_1276">
            <a:extLst>
              <a:ext uri="{FF2B5EF4-FFF2-40B4-BE49-F238E27FC236}">
                <a16:creationId xmlns:a16="http://schemas.microsoft.com/office/drawing/2014/main" id="{45CCB8EE-A4CE-4109-A0A1-5F973AF30DEF}"/>
              </a:ext>
            </a:extLst>
          </p:cNvPr>
          <p:cNvSpPr>
            <a:spLocks noGrp="1"/>
          </p:cNvSpPr>
          <p:nvPr/>
        </p:nvSpPr>
        <p:spPr>
          <a:xfrm>
            <a:off x="3678189" y="3278074"/>
            <a:ext cx="28398" cy="28398"/>
          </a:xfrm>
          <a:prstGeom prst="ellipse">
            <a:avLst/>
          </a:prstGeom>
          <a:solidFill>
            <a:srgbClr val="7F8C97">
              <a:alpha val="48000"/>
            </a:srgbClr>
          </a:solidFill>
          <a:ln w="0">
            <a:noFill/>
            <a:prstDash val="solid"/>
          </a:ln>
        </p:spPr>
      </p:sp>
      <p:sp>
        <p:nvSpPr>
          <p:cNvPr id="1278" name="01_find_only_1277">
            <a:extLst>
              <a:ext uri="{FF2B5EF4-FFF2-40B4-BE49-F238E27FC236}">
                <a16:creationId xmlns:a16="http://schemas.microsoft.com/office/drawing/2014/main" id="{19BA5539-A056-4F8B-9426-099BD54AAE86}"/>
              </a:ext>
            </a:extLst>
          </p:cNvPr>
          <p:cNvSpPr>
            <a:spLocks noGrp="1"/>
          </p:cNvSpPr>
          <p:nvPr/>
        </p:nvSpPr>
        <p:spPr>
          <a:xfrm>
            <a:off x="3641467" y="2855402"/>
            <a:ext cx="28398" cy="28398"/>
          </a:xfrm>
          <a:prstGeom prst="ellipse">
            <a:avLst/>
          </a:prstGeom>
          <a:solidFill>
            <a:srgbClr val="7F8C97">
              <a:alpha val="48000"/>
            </a:srgbClr>
          </a:solidFill>
          <a:ln w="0">
            <a:noFill/>
            <a:prstDash val="solid"/>
          </a:ln>
        </p:spPr>
      </p:sp>
      <p:sp>
        <p:nvSpPr>
          <p:cNvPr id="1279" name="01_find_only_1278">
            <a:extLst>
              <a:ext uri="{FF2B5EF4-FFF2-40B4-BE49-F238E27FC236}">
                <a16:creationId xmlns:a16="http://schemas.microsoft.com/office/drawing/2014/main" id="{D239EDEE-8556-41A0-88AA-13EF4AA4EB0E}"/>
              </a:ext>
            </a:extLst>
          </p:cNvPr>
          <p:cNvSpPr>
            <a:spLocks noGrp="1"/>
          </p:cNvSpPr>
          <p:nvPr/>
        </p:nvSpPr>
        <p:spPr>
          <a:xfrm>
            <a:off x="3692687" y="3635719"/>
            <a:ext cx="28398" cy="28398"/>
          </a:xfrm>
          <a:prstGeom prst="ellipse">
            <a:avLst/>
          </a:prstGeom>
          <a:solidFill>
            <a:srgbClr val="7F8C97">
              <a:alpha val="48000"/>
            </a:srgbClr>
          </a:solidFill>
          <a:ln w="0">
            <a:noFill/>
            <a:prstDash val="solid"/>
          </a:ln>
        </p:spPr>
      </p:sp>
      <p:sp>
        <p:nvSpPr>
          <p:cNvPr id="1280" name="01_find_only_1279">
            <a:extLst>
              <a:ext uri="{FF2B5EF4-FFF2-40B4-BE49-F238E27FC236}">
                <a16:creationId xmlns:a16="http://schemas.microsoft.com/office/drawing/2014/main" id="{BA71D564-4CE3-401A-B794-B8A550196C82}"/>
              </a:ext>
            </a:extLst>
          </p:cNvPr>
          <p:cNvSpPr>
            <a:spLocks noGrp="1"/>
          </p:cNvSpPr>
          <p:nvPr/>
        </p:nvSpPr>
        <p:spPr>
          <a:xfrm>
            <a:off x="3705277" y="3489410"/>
            <a:ext cx="28398" cy="28398"/>
          </a:xfrm>
          <a:prstGeom prst="ellipse">
            <a:avLst/>
          </a:prstGeom>
          <a:solidFill>
            <a:srgbClr val="7F8C97">
              <a:alpha val="48000"/>
            </a:srgbClr>
          </a:solidFill>
          <a:ln w="0">
            <a:noFill/>
            <a:prstDash val="solid"/>
          </a:ln>
        </p:spPr>
      </p:sp>
      <p:sp>
        <p:nvSpPr>
          <p:cNvPr id="1281" name="01_find_only_1280">
            <a:extLst>
              <a:ext uri="{FF2B5EF4-FFF2-40B4-BE49-F238E27FC236}">
                <a16:creationId xmlns:a16="http://schemas.microsoft.com/office/drawing/2014/main" id="{F81D6F26-6B21-4708-99B3-659D5BA5F585}"/>
              </a:ext>
            </a:extLst>
          </p:cNvPr>
          <p:cNvSpPr>
            <a:spLocks noGrp="1"/>
          </p:cNvSpPr>
          <p:nvPr/>
        </p:nvSpPr>
        <p:spPr>
          <a:xfrm>
            <a:off x="3639941" y="2855402"/>
            <a:ext cx="28398" cy="28398"/>
          </a:xfrm>
          <a:prstGeom prst="ellipse">
            <a:avLst/>
          </a:prstGeom>
          <a:solidFill>
            <a:srgbClr val="7F8C97">
              <a:alpha val="48000"/>
            </a:srgbClr>
          </a:solidFill>
          <a:ln w="0">
            <a:noFill/>
            <a:prstDash val="solid"/>
          </a:ln>
        </p:spPr>
      </p:sp>
      <p:sp>
        <p:nvSpPr>
          <p:cNvPr id="1282" name="01_find_only_1281">
            <a:extLst>
              <a:ext uri="{FF2B5EF4-FFF2-40B4-BE49-F238E27FC236}">
                <a16:creationId xmlns:a16="http://schemas.microsoft.com/office/drawing/2014/main" id="{EE56F2E4-4062-47F8-A2C3-36942E52B3DA}"/>
              </a:ext>
            </a:extLst>
          </p:cNvPr>
          <p:cNvSpPr>
            <a:spLocks noGrp="1"/>
          </p:cNvSpPr>
          <p:nvPr/>
        </p:nvSpPr>
        <p:spPr>
          <a:xfrm>
            <a:off x="3693545" y="2855402"/>
            <a:ext cx="28398" cy="28398"/>
          </a:xfrm>
          <a:prstGeom prst="ellipse">
            <a:avLst/>
          </a:prstGeom>
          <a:solidFill>
            <a:srgbClr val="7F8C97">
              <a:alpha val="48000"/>
            </a:srgbClr>
          </a:solidFill>
          <a:ln w="0">
            <a:noFill/>
            <a:prstDash val="solid"/>
          </a:ln>
        </p:spPr>
      </p:sp>
      <p:sp>
        <p:nvSpPr>
          <p:cNvPr id="1283" name="01_find_only_1282">
            <a:extLst>
              <a:ext uri="{FF2B5EF4-FFF2-40B4-BE49-F238E27FC236}">
                <a16:creationId xmlns:a16="http://schemas.microsoft.com/office/drawing/2014/main" id="{E3C6B18E-E256-49DA-888E-93E5EEE5B868}"/>
              </a:ext>
            </a:extLst>
          </p:cNvPr>
          <p:cNvSpPr>
            <a:spLocks noGrp="1"/>
          </p:cNvSpPr>
          <p:nvPr/>
        </p:nvSpPr>
        <p:spPr>
          <a:xfrm>
            <a:off x="3644710" y="3489410"/>
            <a:ext cx="28398" cy="28398"/>
          </a:xfrm>
          <a:prstGeom prst="ellipse">
            <a:avLst/>
          </a:prstGeom>
          <a:solidFill>
            <a:srgbClr val="7F8C97">
              <a:alpha val="48000"/>
            </a:srgbClr>
          </a:solidFill>
          <a:ln w="0">
            <a:noFill/>
            <a:prstDash val="solid"/>
          </a:ln>
        </p:spPr>
      </p:sp>
      <p:sp>
        <p:nvSpPr>
          <p:cNvPr id="1284" name="01_find_only_1283">
            <a:extLst>
              <a:ext uri="{FF2B5EF4-FFF2-40B4-BE49-F238E27FC236}">
                <a16:creationId xmlns:a16="http://schemas.microsoft.com/office/drawing/2014/main" id="{37AD86E4-66F0-4066-A337-F2EC051A2688}"/>
              </a:ext>
            </a:extLst>
          </p:cNvPr>
          <p:cNvSpPr>
            <a:spLocks noGrp="1"/>
          </p:cNvSpPr>
          <p:nvPr/>
        </p:nvSpPr>
        <p:spPr>
          <a:xfrm>
            <a:off x="3648906" y="3278074"/>
            <a:ext cx="28398" cy="28398"/>
          </a:xfrm>
          <a:prstGeom prst="ellipse">
            <a:avLst/>
          </a:prstGeom>
          <a:solidFill>
            <a:srgbClr val="7F8C97">
              <a:alpha val="48000"/>
            </a:srgbClr>
          </a:solidFill>
          <a:ln w="0">
            <a:noFill/>
            <a:prstDash val="solid"/>
          </a:ln>
        </p:spPr>
      </p:sp>
      <p:sp>
        <p:nvSpPr>
          <p:cNvPr id="1285" name="01_find_only_1284">
            <a:extLst>
              <a:ext uri="{FF2B5EF4-FFF2-40B4-BE49-F238E27FC236}">
                <a16:creationId xmlns:a16="http://schemas.microsoft.com/office/drawing/2014/main" id="{C474A213-21E1-4727-A3D3-0280A4C76BA5}"/>
              </a:ext>
            </a:extLst>
          </p:cNvPr>
          <p:cNvSpPr>
            <a:spLocks noGrp="1"/>
          </p:cNvSpPr>
          <p:nvPr/>
        </p:nvSpPr>
        <p:spPr>
          <a:xfrm>
            <a:off x="3637556" y="2855402"/>
            <a:ext cx="28398" cy="28398"/>
          </a:xfrm>
          <a:prstGeom prst="ellipse">
            <a:avLst/>
          </a:prstGeom>
          <a:solidFill>
            <a:srgbClr val="7F8C97">
              <a:alpha val="48000"/>
            </a:srgbClr>
          </a:solidFill>
          <a:ln w="0">
            <a:noFill/>
            <a:prstDash val="solid"/>
          </a:ln>
        </p:spPr>
      </p:sp>
      <p:sp>
        <p:nvSpPr>
          <p:cNvPr id="1286" name="01_find_only_1285">
            <a:extLst>
              <a:ext uri="{FF2B5EF4-FFF2-40B4-BE49-F238E27FC236}">
                <a16:creationId xmlns:a16="http://schemas.microsoft.com/office/drawing/2014/main" id="{FF645DE3-7878-4DCA-9ED6-6A854AF5E21F}"/>
              </a:ext>
            </a:extLst>
          </p:cNvPr>
          <p:cNvSpPr>
            <a:spLocks noGrp="1"/>
          </p:cNvSpPr>
          <p:nvPr/>
        </p:nvSpPr>
        <p:spPr>
          <a:xfrm>
            <a:off x="3692496" y="3013904"/>
            <a:ext cx="28398" cy="28398"/>
          </a:xfrm>
          <a:prstGeom prst="ellipse">
            <a:avLst/>
          </a:prstGeom>
          <a:solidFill>
            <a:srgbClr val="7F8C97">
              <a:alpha val="48000"/>
            </a:srgbClr>
          </a:solidFill>
          <a:ln w="0">
            <a:noFill/>
            <a:prstDash val="solid"/>
          </a:ln>
        </p:spPr>
      </p:sp>
      <p:sp>
        <p:nvSpPr>
          <p:cNvPr id="1287" name="01_find_only_1286">
            <a:extLst>
              <a:ext uri="{FF2B5EF4-FFF2-40B4-BE49-F238E27FC236}">
                <a16:creationId xmlns:a16="http://schemas.microsoft.com/office/drawing/2014/main" id="{D57F8BBA-9BC4-4C42-9091-20D2B7FBE511}"/>
              </a:ext>
            </a:extLst>
          </p:cNvPr>
          <p:cNvSpPr>
            <a:spLocks noGrp="1"/>
          </p:cNvSpPr>
          <p:nvPr/>
        </p:nvSpPr>
        <p:spPr>
          <a:xfrm>
            <a:off x="3717104" y="2855402"/>
            <a:ext cx="28398" cy="28398"/>
          </a:xfrm>
          <a:prstGeom prst="ellipse">
            <a:avLst/>
          </a:prstGeom>
          <a:solidFill>
            <a:srgbClr val="7F8C97">
              <a:alpha val="48000"/>
            </a:srgbClr>
          </a:solidFill>
          <a:ln w="0">
            <a:noFill/>
            <a:prstDash val="solid"/>
          </a:ln>
        </p:spPr>
      </p:sp>
      <p:sp>
        <p:nvSpPr>
          <p:cNvPr id="1288" name="01_find_only_1287">
            <a:extLst>
              <a:ext uri="{FF2B5EF4-FFF2-40B4-BE49-F238E27FC236}">
                <a16:creationId xmlns:a16="http://schemas.microsoft.com/office/drawing/2014/main" id="{D9C8B837-5B0D-45E9-B30D-072479132B09}"/>
              </a:ext>
            </a:extLst>
          </p:cNvPr>
          <p:cNvSpPr>
            <a:spLocks noGrp="1"/>
          </p:cNvSpPr>
          <p:nvPr/>
        </p:nvSpPr>
        <p:spPr>
          <a:xfrm>
            <a:off x="3721206" y="3579982"/>
            <a:ext cx="28398" cy="28398"/>
          </a:xfrm>
          <a:prstGeom prst="ellipse">
            <a:avLst/>
          </a:prstGeom>
          <a:solidFill>
            <a:srgbClr val="7F8C97">
              <a:alpha val="48000"/>
            </a:srgbClr>
          </a:solidFill>
          <a:ln w="0">
            <a:noFill/>
            <a:prstDash val="solid"/>
          </a:ln>
        </p:spPr>
      </p:sp>
      <p:sp>
        <p:nvSpPr>
          <p:cNvPr id="1289" name="01_find_only_1288">
            <a:extLst>
              <a:ext uri="{FF2B5EF4-FFF2-40B4-BE49-F238E27FC236}">
                <a16:creationId xmlns:a16="http://schemas.microsoft.com/office/drawing/2014/main" id="{F543F85C-4366-4F43-816E-78DBDF093098}"/>
              </a:ext>
            </a:extLst>
          </p:cNvPr>
          <p:cNvSpPr>
            <a:spLocks noGrp="1"/>
          </p:cNvSpPr>
          <p:nvPr/>
        </p:nvSpPr>
        <p:spPr>
          <a:xfrm>
            <a:off x="3662260" y="2855402"/>
            <a:ext cx="28398" cy="28398"/>
          </a:xfrm>
          <a:prstGeom prst="ellipse">
            <a:avLst/>
          </a:prstGeom>
          <a:solidFill>
            <a:srgbClr val="7F8C97">
              <a:alpha val="48000"/>
            </a:srgbClr>
          </a:solidFill>
          <a:ln w="0">
            <a:noFill/>
            <a:prstDash val="solid"/>
          </a:ln>
        </p:spPr>
      </p:sp>
      <p:sp>
        <p:nvSpPr>
          <p:cNvPr id="1290" name="01_find_only_1289">
            <a:extLst>
              <a:ext uri="{FF2B5EF4-FFF2-40B4-BE49-F238E27FC236}">
                <a16:creationId xmlns:a16="http://schemas.microsoft.com/office/drawing/2014/main" id="{3D254881-B3AB-4C15-85B3-3B53A0F7FCD4}"/>
              </a:ext>
            </a:extLst>
          </p:cNvPr>
          <p:cNvSpPr>
            <a:spLocks noGrp="1"/>
          </p:cNvSpPr>
          <p:nvPr/>
        </p:nvSpPr>
        <p:spPr>
          <a:xfrm>
            <a:off x="3697265" y="3278074"/>
            <a:ext cx="28398" cy="28398"/>
          </a:xfrm>
          <a:prstGeom prst="ellipse">
            <a:avLst/>
          </a:prstGeom>
          <a:solidFill>
            <a:srgbClr val="7F8C97">
              <a:alpha val="48000"/>
            </a:srgbClr>
          </a:solidFill>
          <a:ln w="0">
            <a:noFill/>
            <a:prstDash val="solid"/>
          </a:ln>
        </p:spPr>
      </p:sp>
      <p:sp>
        <p:nvSpPr>
          <p:cNvPr id="1291" name="01_find_only_1290">
            <a:extLst>
              <a:ext uri="{FF2B5EF4-FFF2-40B4-BE49-F238E27FC236}">
                <a16:creationId xmlns:a16="http://schemas.microsoft.com/office/drawing/2014/main" id="{A5C0BC99-4430-4C8A-B577-1F7B94BE6D5F}"/>
              </a:ext>
            </a:extLst>
          </p:cNvPr>
          <p:cNvSpPr>
            <a:spLocks noGrp="1"/>
          </p:cNvSpPr>
          <p:nvPr/>
        </p:nvSpPr>
        <p:spPr>
          <a:xfrm>
            <a:off x="3715769" y="2855402"/>
            <a:ext cx="28398" cy="28398"/>
          </a:xfrm>
          <a:prstGeom prst="ellipse">
            <a:avLst/>
          </a:prstGeom>
          <a:solidFill>
            <a:srgbClr val="7F8C97">
              <a:alpha val="48000"/>
            </a:srgbClr>
          </a:solidFill>
          <a:ln w="0">
            <a:noFill/>
            <a:prstDash val="solid"/>
          </a:ln>
        </p:spPr>
      </p:sp>
      <p:sp>
        <p:nvSpPr>
          <p:cNvPr id="1292" name="01_find_only_1291">
            <a:extLst>
              <a:ext uri="{FF2B5EF4-FFF2-40B4-BE49-F238E27FC236}">
                <a16:creationId xmlns:a16="http://schemas.microsoft.com/office/drawing/2014/main" id="{17704B6C-7AC5-4CC1-BAE3-31BCE0E05304}"/>
              </a:ext>
            </a:extLst>
          </p:cNvPr>
          <p:cNvSpPr>
            <a:spLocks noGrp="1"/>
          </p:cNvSpPr>
          <p:nvPr/>
        </p:nvSpPr>
        <p:spPr>
          <a:xfrm>
            <a:off x="3704514" y="3278074"/>
            <a:ext cx="28398" cy="28398"/>
          </a:xfrm>
          <a:prstGeom prst="ellipse">
            <a:avLst/>
          </a:prstGeom>
          <a:solidFill>
            <a:srgbClr val="7F8C97">
              <a:alpha val="48000"/>
            </a:srgbClr>
          </a:solidFill>
          <a:ln w="0">
            <a:noFill/>
            <a:prstDash val="solid"/>
          </a:ln>
        </p:spPr>
      </p:sp>
      <p:sp>
        <p:nvSpPr>
          <p:cNvPr id="1293" name="01_find_only_1292">
            <a:extLst>
              <a:ext uri="{FF2B5EF4-FFF2-40B4-BE49-F238E27FC236}">
                <a16:creationId xmlns:a16="http://schemas.microsoft.com/office/drawing/2014/main" id="{78D466C0-2929-48D9-B353-569156D36F43}"/>
              </a:ext>
            </a:extLst>
          </p:cNvPr>
          <p:cNvSpPr>
            <a:spLocks noGrp="1"/>
          </p:cNvSpPr>
          <p:nvPr/>
        </p:nvSpPr>
        <p:spPr>
          <a:xfrm>
            <a:off x="3694403" y="4123418"/>
            <a:ext cx="28398" cy="28398"/>
          </a:xfrm>
          <a:prstGeom prst="ellipse">
            <a:avLst/>
          </a:prstGeom>
          <a:solidFill>
            <a:srgbClr val="7F8C97">
              <a:alpha val="48000"/>
            </a:srgbClr>
          </a:solidFill>
          <a:ln w="0">
            <a:noFill/>
            <a:prstDash val="solid"/>
          </a:ln>
        </p:spPr>
      </p:sp>
      <p:sp>
        <p:nvSpPr>
          <p:cNvPr id="1294" name="01_find_only_1293">
            <a:extLst>
              <a:ext uri="{FF2B5EF4-FFF2-40B4-BE49-F238E27FC236}">
                <a16:creationId xmlns:a16="http://schemas.microsoft.com/office/drawing/2014/main" id="{8F38F7F4-FD63-43D6-9EE4-E2E4A9BF8693}"/>
              </a:ext>
            </a:extLst>
          </p:cNvPr>
          <p:cNvSpPr>
            <a:spLocks noGrp="1"/>
          </p:cNvSpPr>
          <p:nvPr/>
        </p:nvSpPr>
        <p:spPr>
          <a:xfrm>
            <a:off x="3671035" y="2855402"/>
            <a:ext cx="28398" cy="28398"/>
          </a:xfrm>
          <a:prstGeom prst="ellipse">
            <a:avLst/>
          </a:prstGeom>
          <a:solidFill>
            <a:srgbClr val="7F8C97">
              <a:alpha val="48000"/>
            </a:srgbClr>
          </a:solidFill>
          <a:ln w="0">
            <a:noFill/>
            <a:prstDash val="solid"/>
          </a:ln>
        </p:spPr>
      </p:sp>
      <p:sp>
        <p:nvSpPr>
          <p:cNvPr id="1295" name="01_find_only_1294">
            <a:extLst>
              <a:ext uri="{FF2B5EF4-FFF2-40B4-BE49-F238E27FC236}">
                <a16:creationId xmlns:a16="http://schemas.microsoft.com/office/drawing/2014/main" id="{83C9E5B0-3611-41A0-AA51-9FC215A1BD80}"/>
              </a:ext>
            </a:extLst>
          </p:cNvPr>
          <p:cNvSpPr>
            <a:spLocks noGrp="1"/>
          </p:cNvSpPr>
          <p:nvPr/>
        </p:nvSpPr>
        <p:spPr>
          <a:xfrm>
            <a:off x="3668173" y="3360413"/>
            <a:ext cx="28398" cy="28398"/>
          </a:xfrm>
          <a:prstGeom prst="ellipse">
            <a:avLst/>
          </a:prstGeom>
          <a:solidFill>
            <a:srgbClr val="7F8C97">
              <a:alpha val="48000"/>
            </a:srgbClr>
          </a:solidFill>
          <a:ln w="0">
            <a:noFill/>
            <a:prstDash val="solid"/>
          </a:ln>
        </p:spPr>
      </p:sp>
      <p:sp>
        <p:nvSpPr>
          <p:cNvPr id="1296" name="01_find_only_1295">
            <a:extLst>
              <a:ext uri="{FF2B5EF4-FFF2-40B4-BE49-F238E27FC236}">
                <a16:creationId xmlns:a16="http://schemas.microsoft.com/office/drawing/2014/main" id="{95C98CAB-F298-4E73-BE83-66274ABF8297}"/>
              </a:ext>
            </a:extLst>
          </p:cNvPr>
          <p:cNvSpPr>
            <a:spLocks noGrp="1"/>
          </p:cNvSpPr>
          <p:nvPr/>
        </p:nvSpPr>
        <p:spPr>
          <a:xfrm>
            <a:off x="3636411" y="2855402"/>
            <a:ext cx="28398" cy="28398"/>
          </a:xfrm>
          <a:prstGeom prst="ellipse">
            <a:avLst/>
          </a:prstGeom>
          <a:solidFill>
            <a:srgbClr val="7F8C97">
              <a:alpha val="48000"/>
            </a:srgbClr>
          </a:solidFill>
          <a:ln w="0">
            <a:noFill/>
            <a:prstDash val="solid"/>
          </a:ln>
        </p:spPr>
      </p:sp>
      <p:sp>
        <p:nvSpPr>
          <p:cNvPr id="1297" name="01_find_only_1296">
            <a:extLst>
              <a:ext uri="{FF2B5EF4-FFF2-40B4-BE49-F238E27FC236}">
                <a16:creationId xmlns:a16="http://schemas.microsoft.com/office/drawing/2014/main" id="{2A12DF97-6763-475F-B1FE-4EB2C3836F37}"/>
              </a:ext>
            </a:extLst>
          </p:cNvPr>
          <p:cNvSpPr>
            <a:spLocks noGrp="1"/>
          </p:cNvSpPr>
          <p:nvPr/>
        </p:nvSpPr>
        <p:spPr>
          <a:xfrm>
            <a:off x="3716055" y="2855402"/>
            <a:ext cx="28398" cy="28398"/>
          </a:xfrm>
          <a:prstGeom prst="ellipse">
            <a:avLst/>
          </a:prstGeom>
          <a:solidFill>
            <a:srgbClr val="7F8C97">
              <a:alpha val="48000"/>
            </a:srgbClr>
          </a:solidFill>
          <a:ln w="0">
            <a:noFill/>
            <a:prstDash val="solid"/>
          </a:ln>
        </p:spPr>
      </p:sp>
      <p:sp>
        <p:nvSpPr>
          <p:cNvPr id="1298" name="01_find_only_1297">
            <a:extLst>
              <a:ext uri="{FF2B5EF4-FFF2-40B4-BE49-F238E27FC236}">
                <a16:creationId xmlns:a16="http://schemas.microsoft.com/office/drawing/2014/main" id="{43364ED7-7FA4-4B82-941A-DEA09AEE5AF7}"/>
              </a:ext>
            </a:extLst>
          </p:cNvPr>
          <p:cNvSpPr>
            <a:spLocks noGrp="1"/>
          </p:cNvSpPr>
          <p:nvPr/>
        </p:nvSpPr>
        <p:spPr>
          <a:xfrm>
            <a:off x="3705945" y="2855402"/>
            <a:ext cx="28398" cy="28398"/>
          </a:xfrm>
          <a:prstGeom prst="ellipse">
            <a:avLst/>
          </a:prstGeom>
          <a:solidFill>
            <a:srgbClr val="7F8C97">
              <a:alpha val="48000"/>
            </a:srgbClr>
          </a:solidFill>
          <a:ln w="0">
            <a:noFill/>
            <a:prstDash val="solid"/>
          </a:ln>
        </p:spPr>
      </p:sp>
      <p:sp>
        <p:nvSpPr>
          <p:cNvPr id="1299" name="01_find_only_1298">
            <a:extLst>
              <a:ext uri="{FF2B5EF4-FFF2-40B4-BE49-F238E27FC236}">
                <a16:creationId xmlns:a16="http://schemas.microsoft.com/office/drawing/2014/main" id="{ED1C5C4D-89D9-4024-9C3F-A0369B2CED9D}"/>
              </a:ext>
            </a:extLst>
          </p:cNvPr>
          <p:cNvSpPr>
            <a:spLocks noGrp="1"/>
          </p:cNvSpPr>
          <p:nvPr/>
        </p:nvSpPr>
        <p:spPr>
          <a:xfrm>
            <a:off x="3691542" y="2855402"/>
            <a:ext cx="28398" cy="28398"/>
          </a:xfrm>
          <a:prstGeom prst="ellipse">
            <a:avLst/>
          </a:prstGeom>
          <a:solidFill>
            <a:srgbClr val="7F8C97">
              <a:alpha val="48000"/>
            </a:srgbClr>
          </a:solidFill>
          <a:ln w="0">
            <a:noFill/>
            <a:prstDash val="solid"/>
          </a:ln>
        </p:spPr>
      </p:sp>
      <p:sp>
        <p:nvSpPr>
          <p:cNvPr id="1300" name="01_find_only_1299">
            <a:extLst>
              <a:ext uri="{FF2B5EF4-FFF2-40B4-BE49-F238E27FC236}">
                <a16:creationId xmlns:a16="http://schemas.microsoft.com/office/drawing/2014/main" id="{0749B6C0-96FB-4809-BA10-1532DE0AD4FF}"/>
              </a:ext>
            </a:extLst>
          </p:cNvPr>
          <p:cNvSpPr>
            <a:spLocks noGrp="1"/>
          </p:cNvSpPr>
          <p:nvPr/>
        </p:nvSpPr>
        <p:spPr>
          <a:xfrm>
            <a:off x="3633073" y="2855402"/>
            <a:ext cx="28398" cy="28398"/>
          </a:xfrm>
          <a:prstGeom prst="ellipse">
            <a:avLst/>
          </a:prstGeom>
          <a:solidFill>
            <a:srgbClr val="7F8C97">
              <a:alpha val="48000"/>
            </a:srgbClr>
          </a:solidFill>
          <a:ln w="0">
            <a:noFill/>
            <a:prstDash val="solid"/>
          </a:ln>
        </p:spPr>
      </p:sp>
      <p:sp>
        <p:nvSpPr>
          <p:cNvPr id="1301" name="01_find_only_1300">
            <a:extLst>
              <a:ext uri="{FF2B5EF4-FFF2-40B4-BE49-F238E27FC236}">
                <a16:creationId xmlns:a16="http://schemas.microsoft.com/office/drawing/2014/main" id="{980BCFBE-E136-4C04-AE19-19D74A5D1B48}"/>
              </a:ext>
            </a:extLst>
          </p:cNvPr>
          <p:cNvSpPr>
            <a:spLocks noGrp="1"/>
          </p:cNvSpPr>
          <p:nvPr/>
        </p:nvSpPr>
        <p:spPr>
          <a:xfrm>
            <a:off x="3642325" y="3954349"/>
            <a:ext cx="28398" cy="28398"/>
          </a:xfrm>
          <a:prstGeom prst="ellipse">
            <a:avLst/>
          </a:prstGeom>
          <a:solidFill>
            <a:srgbClr val="7F8C97">
              <a:alpha val="48000"/>
            </a:srgbClr>
          </a:solidFill>
          <a:ln w="0">
            <a:noFill/>
            <a:prstDash val="solid"/>
          </a:ln>
        </p:spPr>
      </p:sp>
      <p:sp>
        <p:nvSpPr>
          <p:cNvPr id="1302" name="01_find_only_1301">
            <a:extLst>
              <a:ext uri="{FF2B5EF4-FFF2-40B4-BE49-F238E27FC236}">
                <a16:creationId xmlns:a16="http://schemas.microsoft.com/office/drawing/2014/main" id="{C4483E7D-6BB1-435B-A75A-F2978EB9A572}"/>
              </a:ext>
            </a:extLst>
          </p:cNvPr>
          <p:cNvSpPr>
            <a:spLocks noGrp="1"/>
          </p:cNvSpPr>
          <p:nvPr/>
        </p:nvSpPr>
        <p:spPr>
          <a:xfrm>
            <a:off x="3651577" y="2855402"/>
            <a:ext cx="28398" cy="28398"/>
          </a:xfrm>
          <a:prstGeom prst="ellipse">
            <a:avLst/>
          </a:prstGeom>
          <a:solidFill>
            <a:srgbClr val="7F8C97">
              <a:alpha val="48000"/>
            </a:srgbClr>
          </a:solidFill>
          <a:ln w="0">
            <a:noFill/>
            <a:prstDash val="solid"/>
          </a:ln>
        </p:spPr>
      </p:sp>
      <p:sp>
        <p:nvSpPr>
          <p:cNvPr id="1303" name="01_find_only_1302">
            <a:extLst>
              <a:ext uri="{FF2B5EF4-FFF2-40B4-BE49-F238E27FC236}">
                <a16:creationId xmlns:a16="http://schemas.microsoft.com/office/drawing/2014/main" id="{8618C236-9CD7-4757-A6AA-7C6CB7A40686}"/>
              </a:ext>
            </a:extLst>
          </p:cNvPr>
          <p:cNvSpPr>
            <a:spLocks noGrp="1"/>
          </p:cNvSpPr>
          <p:nvPr/>
        </p:nvSpPr>
        <p:spPr>
          <a:xfrm>
            <a:off x="3692496" y="2855402"/>
            <a:ext cx="28398" cy="28398"/>
          </a:xfrm>
          <a:prstGeom prst="ellipse">
            <a:avLst/>
          </a:prstGeom>
          <a:solidFill>
            <a:srgbClr val="7F8C97">
              <a:alpha val="48000"/>
            </a:srgbClr>
          </a:solidFill>
          <a:ln w="0">
            <a:noFill/>
            <a:prstDash val="solid"/>
          </a:ln>
        </p:spPr>
      </p:sp>
      <p:sp>
        <p:nvSpPr>
          <p:cNvPr id="1304" name="01_find_only_1303">
            <a:extLst>
              <a:ext uri="{FF2B5EF4-FFF2-40B4-BE49-F238E27FC236}">
                <a16:creationId xmlns:a16="http://schemas.microsoft.com/office/drawing/2014/main" id="{290BA35F-D3AE-47C3-9730-E7F0C4942CAE}"/>
              </a:ext>
            </a:extLst>
          </p:cNvPr>
          <p:cNvSpPr>
            <a:spLocks noGrp="1"/>
          </p:cNvSpPr>
          <p:nvPr/>
        </p:nvSpPr>
        <p:spPr>
          <a:xfrm>
            <a:off x="3682862" y="3489410"/>
            <a:ext cx="28398" cy="28398"/>
          </a:xfrm>
          <a:prstGeom prst="ellipse">
            <a:avLst/>
          </a:prstGeom>
          <a:solidFill>
            <a:srgbClr val="7F8C97">
              <a:alpha val="48000"/>
            </a:srgbClr>
          </a:solidFill>
          <a:ln w="0">
            <a:noFill/>
            <a:prstDash val="solid"/>
          </a:ln>
        </p:spPr>
      </p:sp>
      <p:sp>
        <p:nvSpPr>
          <p:cNvPr id="1305" name="01_find_only_1304">
            <a:extLst>
              <a:ext uri="{FF2B5EF4-FFF2-40B4-BE49-F238E27FC236}">
                <a16:creationId xmlns:a16="http://schemas.microsoft.com/office/drawing/2014/main" id="{F2581C4E-50EB-41AF-A0D0-5C10501B7221}"/>
              </a:ext>
            </a:extLst>
          </p:cNvPr>
          <p:cNvSpPr>
            <a:spLocks noGrp="1"/>
          </p:cNvSpPr>
          <p:nvPr/>
        </p:nvSpPr>
        <p:spPr>
          <a:xfrm>
            <a:off x="3646331" y="3278074"/>
            <a:ext cx="28398" cy="28398"/>
          </a:xfrm>
          <a:prstGeom prst="ellipse">
            <a:avLst/>
          </a:prstGeom>
          <a:solidFill>
            <a:srgbClr val="7F8C97">
              <a:alpha val="48000"/>
            </a:srgbClr>
          </a:solidFill>
          <a:ln w="0">
            <a:noFill/>
            <a:prstDash val="solid"/>
          </a:ln>
        </p:spPr>
      </p:sp>
      <p:sp>
        <p:nvSpPr>
          <p:cNvPr id="1306" name="01_find_only_1305">
            <a:extLst>
              <a:ext uri="{FF2B5EF4-FFF2-40B4-BE49-F238E27FC236}">
                <a16:creationId xmlns:a16="http://schemas.microsoft.com/office/drawing/2014/main" id="{2F9DC535-5CA3-441D-84C7-E065D7484C47}"/>
              </a:ext>
            </a:extLst>
          </p:cNvPr>
          <p:cNvSpPr>
            <a:spLocks noGrp="1"/>
          </p:cNvSpPr>
          <p:nvPr/>
        </p:nvSpPr>
        <p:spPr>
          <a:xfrm>
            <a:off x="3663595" y="3489410"/>
            <a:ext cx="28398" cy="28398"/>
          </a:xfrm>
          <a:prstGeom prst="ellipse">
            <a:avLst/>
          </a:prstGeom>
          <a:solidFill>
            <a:srgbClr val="7F8C97">
              <a:alpha val="48000"/>
            </a:srgbClr>
          </a:solidFill>
          <a:ln w="0">
            <a:noFill/>
            <a:prstDash val="solid"/>
          </a:ln>
        </p:spPr>
      </p:sp>
      <p:sp>
        <p:nvSpPr>
          <p:cNvPr id="1307" name="01_find_only_1306">
            <a:extLst>
              <a:ext uri="{FF2B5EF4-FFF2-40B4-BE49-F238E27FC236}">
                <a16:creationId xmlns:a16="http://schemas.microsoft.com/office/drawing/2014/main" id="{7A9457E5-02FE-43CC-AC34-C85A1198107E}"/>
              </a:ext>
            </a:extLst>
          </p:cNvPr>
          <p:cNvSpPr>
            <a:spLocks noGrp="1"/>
          </p:cNvSpPr>
          <p:nvPr/>
        </p:nvSpPr>
        <p:spPr>
          <a:xfrm>
            <a:off x="3629830" y="4078132"/>
            <a:ext cx="28398" cy="28398"/>
          </a:xfrm>
          <a:prstGeom prst="ellipse">
            <a:avLst/>
          </a:prstGeom>
          <a:solidFill>
            <a:srgbClr val="7F8C97">
              <a:alpha val="48000"/>
            </a:srgbClr>
          </a:solidFill>
          <a:ln w="0">
            <a:noFill/>
            <a:prstDash val="solid"/>
          </a:ln>
        </p:spPr>
      </p:sp>
      <p:sp>
        <p:nvSpPr>
          <p:cNvPr id="1308" name="01_find_only_1307">
            <a:extLst>
              <a:ext uri="{FF2B5EF4-FFF2-40B4-BE49-F238E27FC236}">
                <a16:creationId xmlns:a16="http://schemas.microsoft.com/office/drawing/2014/main" id="{897005BE-99C4-42A1-9C73-9FA94571ACED}"/>
              </a:ext>
            </a:extLst>
          </p:cNvPr>
          <p:cNvSpPr>
            <a:spLocks noGrp="1"/>
          </p:cNvSpPr>
          <p:nvPr/>
        </p:nvSpPr>
        <p:spPr>
          <a:xfrm>
            <a:off x="4150623" y="2855402"/>
            <a:ext cx="28398" cy="28398"/>
          </a:xfrm>
          <a:prstGeom prst="ellipse">
            <a:avLst/>
          </a:prstGeom>
          <a:solidFill>
            <a:srgbClr val="7F8C97">
              <a:alpha val="48000"/>
            </a:srgbClr>
          </a:solidFill>
          <a:ln w="0">
            <a:noFill/>
            <a:prstDash val="solid"/>
          </a:ln>
        </p:spPr>
      </p:sp>
      <p:sp>
        <p:nvSpPr>
          <p:cNvPr id="1309" name="01_find_only_1308">
            <a:extLst>
              <a:ext uri="{FF2B5EF4-FFF2-40B4-BE49-F238E27FC236}">
                <a16:creationId xmlns:a16="http://schemas.microsoft.com/office/drawing/2014/main" id="{AD452880-0A8B-4F10-A712-5C333F43E3DC}"/>
              </a:ext>
            </a:extLst>
          </p:cNvPr>
          <p:cNvSpPr>
            <a:spLocks noGrp="1"/>
          </p:cNvSpPr>
          <p:nvPr/>
        </p:nvSpPr>
        <p:spPr>
          <a:xfrm>
            <a:off x="4132310" y="3489410"/>
            <a:ext cx="28398" cy="28398"/>
          </a:xfrm>
          <a:prstGeom prst="ellipse">
            <a:avLst/>
          </a:prstGeom>
          <a:solidFill>
            <a:srgbClr val="7F8C97">
              <a:alpha val="48000"/>
            </a:srgbClr>
          </a:solidFill>
          <a:ln w="0">
            <a:noFill/>
            <a:prstDash val="solid"/>
          </a:ln>
        </p:spPr>
      </p:sp>
      <p:sp>
        <p:nvSpPr>
          <p:cNvPr id="1310" name="01_find_only_1309">
            <a:extLst>
              <a:ext uri="{FF2B5EF4-FFF2-40B4-BE49-F238E27FC236}">
                <a16:creationId xmlns:a16="http://schemas.microsoft.com/office/drawing/2014/main" id="{17889EEB-91DA-46FA-92CD-7BFAE6CAD5B5}"/>
              </a:ext>
            </a:extLst>
          </p:cNvPr>
          <p:cNvSpPr>
            <a:spLocks noGrp="1"/>
          </p:cNvSpPr>
          <p:nvPr/>
        </p:nvSpPr>
        <p:spPr>
          <a:xfrm>
            <a:off x="4147190" y="2855402"/>
            <a:ext cx="28398" cy="28398"/>
          </a:xfrm>
          <a:prstGeom prst="ellipse">
            <a:avLst/>
          </a:prstGeom>
          <a:solidFill>
            <a:srgbClr val="7F8C97">
              <a:alpha val="48000"/>
            </a:srgbClr>
          </a:solidFill>
          <a:ln w="0">
            <a:noFill/>
            <a:prstDash val="solid"/>
          </a:ln>
        </p:spPr>
      </p:sp>
      <p:sp>
        <p:nvSpPr>
          <p:cNvPr id="1311" name="01_find_only_1310">
            <a:extLst>
              <a:ext uri="{FF2B5EF4-FFF2-40B4-BE49-F238E27FC236}">
                <a16:creationId xmlns:a16="http://schemas.microsoft.com/office/drawing/2014/main" id="{9E966056-4B29-48CE-9794-94EB48F4B8CD}"/>
              </a:ext>
            </a:extLst>
          </p:cNvPr>
          <p:cNvSpPr>
            <a:spLocks noGrp="1"/>
          </p:cNvSpPr>
          <p:nvPr/>
        </p:nvSpPr>
        <p:spPr>
          <a:xfrm>
            <a:off x="4146808" y="2961070"/>
            <a:ext cx="28398" cy="28398"/>
          </a:xfrm>
          <a:prstGeom prst="ellipse">
            <a:avLst/>
          </a:prstGeom>
          <a:solidFill>
            <a:srgbClr val="7F8C97">
              <a:alpha val="48000"/>
            </a:srgbClr>
          </a:solidFill>
          <a:ln w="0">
            <a:noFill/>
            <a:prstDash val="solid"/>
          </a:ln>
        </p:spPr>
      </p:sp>
      <p:sp>
        <p:nvSpPr>
          <p:cNvPr id="1312" name="01_find_only_1311">
            <a:extLst>
              <a:ext uri="{FF2B5EF4-FFF2-40B4-BE49-F238E27FC236}">
                <a16:creationId xmlns:a16="http://schemas.microsoft.com/office/drawing/2014/main" id="{6BD7B9C4-687D-471F-BCE3-D1FB9CC140FD}"/>
              </a:ext>
            </a:extLst>
          </p:cNvPr>
          <p:cNvSpPr>
            <a:spLocks noGrp="1"/>
          </p:cNvSpPr>
          <p:nvPr/>
        </p:nvSpPr>
        <p:spPr>
          <a:xfrm>
            <a:off x="4163023" y="2855402"/>
            <a:ext cx="28398" cy="28398"/>
          </a:xfrm>
          <a:prstGeom prst="ellipse">
            <a:avLst/>
          </a:prstGeom>
          <a:solidFill>
            <a:srgbClr val="7F8C97">
              <a:alpha val="48000"/>
            </a:srgbClr>
          </a:solidFill>
          <a:ln w="0">
            <a:noFill/>
            <a:prstDash val="solid"/>
          </a:ln>
        </p:spPr>
      </p:sp>
      <p:sp>
        <p:nvSpPr>
          <p:cNvPr id="1313" name="01_find_only_1312">
            <a:extLst>
              <a:ext uri="{FF2B5EF4-FFF2-40B4-BE49-F238E27FC236}">
                <a16:creationId xmlns:a16="http://schemas.microsoft.com/office/drawing/2014/main" id="{CF5DBDDF-1CB2-4E4B-BF25-527271360BF0}"/>
              </a:ext>
            </a:extLst>
          </p:cNvPr>
          <p:cNvSpPr>
            <a:spLocks noGrp="1"/>
          </p:cNvSpPr>
          <p:nvPr/>
        </p:nvSpPr>
        <p:spPr>
          <a:xfrm>
            <a:off x="4190779" y="3278074"/>
            <a:ext cx="28398" cy="28398"/>
          </a:xfrm>
          <a:prstGeom prst="ellipse">
            <a:avLst/>
          </a:prstGeom>
          <a:solidFill>
            <a:srgbClr val="7F8C97">
              <a:alpha val="48000"/>
            </a:srgbClr>
          </a:solidFill>
          <a:ln w="0">
            <a:noFill/>
            <a:prstDash val="solid"/>
          </a:ln>
        </p:spPr>
      </p:sp>
      <p:sp>
        <p:nvSpPr>
          <p:cNvPr id="1314" name="01_find_only_1313">
            <a:extLst>
              <a:ext uri="{FF2B5EF4-FFF2-40B4-BE49-F238E27FC236}">
                <a16:creationId xmlns:a16="http://schemas.microsoft.com/office/drawing/2014/main" id="{228B8E77-868B-4A07-B3A4-6FDEDE1BB095}"/>
              </a:ext>
            </a:extLst>
          </p:cNvPr>
          <p:cNvSpPr>
            <a:spLocks noGrp="1"/>
          </p:cNvSpPr>
          <p:nvPr/>
        </p:nvSpPr>
        <p:spPr>
          <a:xfrm>
            <a:off x="4208234" y="2855402"/>
            <a:ext cx="28398" cy="28398"/>
          </a:xfrm>
          <a:prstGeom prst="ellipse">
            <a:avLst/>
          </a:prstGeom>
          <a:solidFill>
            <a:srgbClr val="7F8C97">
              <a:alpha val="48000"/>
            </a:srgbClr>
          </a:solidFill>
          <a:ln w="0">
            <a:noFill/>
            <a:prstDash val="solid"/>
          </a:ln>
        </p:spPr>
      </p:sp>
      <p:sp>
        <p:nvSpPr>
          <p:cNvPr id="1315" name="01_find_only_1314">
            <a:extLst>
              <a:ext uri="{FF2B5EF4-FFF2-40B4-BE49-F238E27FC236}">
                <a16:creationId xmlns:a16="http://schemas.microsoft.com/office/drawing/2014/main" id="{71F0C87C-D1D6-4888-80C6-32FD0BA05A62}"/>
              </a:ext>
            </a:extLst>
          </p:cNvPr>
          <p:cNvSpPr>
            <a:spLocks noGrp="1"/>
          </p:cNvSpPr>
          <p:nvPr/>
        </p:nvSpPr>
        <p:spPr>
          <a:xfrm>
            <a:off x="4137365" y="2855402"/>
            <a:ext cx="28398" cy="28398"/>
          </a:xfrm>
          <a:prstGeom prst="ellipse">
            <a:avLst/>
          </a:prstGeom>
          <a:solidFill>
            <a:srgbClr val="7F8C97">
              <a:alpha val="48000"/>
            </a:srgbClr>
          </a:solidFill>
          <a:ln w="0">
            <a:noFill/>
            <a:prstDash val="solid"/>
          </a:ln>
        </p:spPr>
      </p:sp>
      <p:sp>
        <p:nvSpPr>
          <p:cNvPr id="1316" name="01_find_only_1315">
            <a:extLst>
              <a:ext uri="{FF2B5EF4-FFF2-40B4-BE49-F238E27FC236}">
                <a16:creationId xmlns:a16="http://schemas.microsoft.com/office/drawing/2014/main" id="{F947E25D-2302-4B83-BD16-DDAB5FC7275D}"/>
              </a:ext>
            </a:extLst>
          </p:cNvPr>
          <p:cNvSpPr>
            <a:spLocks noGrp="1"/>
          </p:cNvSpPr>
          <p:nvPr/>
        </p:nvSpPr>
        <p:spPr>
          <a:xfrm>
            <a:off x="4180955" y="2855402"/>
            <a:ext cx="28398" cy="28398"/>
          </a:xfrm>
          <a:prstGeom prst="ellipse">
            <a:avLst/>
          </a:prstGeom>
          <a:solidFill>
            <a:srgbClr val="7F8C97">
              <a:alpha val="48000"/>
            </a:srgbClr>
          </a:solidFill>
          <a:ln w="0">
            <a:noFill/>
            <a:prstDash val="solid"/>
          </a:ln>
        </p:spPr>
      </p:sp>
      <p:sp>
        <p:nvSpPr>
          <p:cNvPr id="1317" name="01_find_only_1316">
            <a:extLst>
              <a:ext uri="{FF2B5EF4-FFF2-40B4-BE49-F238E27FC236}">
                <a16:creationId xmlns:a16="http://schemas.microsoft.com/office/drawing/2014/main" id="{4929F2A0-42F5-429B-BBF4-460BE4ADF38B}"/>
              </a:ext>
            </a:extLst>
          </p:cNvPr>
          <p:cNvSpPr>
            <a:spLocks noGrp="1"/>
          </p:cNvSpPr>
          <p:nvPr/>
        </p:nvSpPr>
        <p:spPr>
          <a:xfrm>
            <a:off x="4137651" y="4123418"/>
            <a:ext cx="28398" cy="28398"/>
          </a:xfrm>
          <a:prstGeom prst="ellipse">
            <a:avLst/>
          </a:prstGeom>
          <a:solidFill>
            <a:srgbClr val="7F8C97">
              <a:alpha val="48000"/>
            </a:srgbClr>
          </a:solidFill>
          <a:ln w="0">
            <a:noFill/>
            <a:prstDash val="solid"/>
          </a:ln>
        </p:spPr>
      </p:sp>
      <p:sp>
        <p:nvSpPr>
          <p:cNvPr id="1318" name="01_find_only_1317">
            <a:extLst>
              <a:ext uri="{FF2B5EF4-FFF2-40B4-BE49-F238E27FC236}">
                <a16:creationId xmlns:a16="http://schemas.microsoft.com/office/drawing/2014/main" id="{BA992096-62C7-47BF-8C3C-BA6D1C93EEED}"/>
              </a:ext>
            </a:extLst>
          </p:cNvPr>
          <p:cNvSpPr>
            <a:spLocks noGrp="1"/>
          </p:cNvSpPr>
          <p:nvPr/>
        </p:nvSpPr>
        <p:spPr>
          <a:xfrm>
            <a:off x="4127159" y="2855402"/>
            <a:ext cx="28398" cy="28398"/>
          </a:xfrm>
          <a:prstGeom prst="ellipse">
            <a:avLst/>
          </a:prstGeom>
          <a:solidFill>
            <a:srgbClr val="7F8C97">
              <a:alpha val="48000"/>
            </a:srgbClr>
          </a:solidFill>
          <a:ln w="0">
            <a:noFill/>
            <a:prstDash val="solid"/>
          </a:ln>
        </p:spPr>
      </p:sp>
      <p:sp>
        <p:nvSpPr>
          <p:cNvPr id="1319" name="01_find_only_1318">
            <a:extLst>
              <a:ext uri="{FF2B5EF4-FFF2-40B4-BE49-F238E27FC236}">
                <a16:creationId xmlns:a16="http://schemas.microsoft.com/office/drawing/2014/main" id="{5CD17590-767E-49D3-BC36-CF9A9316AB95}"/>
              </a:ext>
            </a:extLst>
          </p:cNvPr>
          <p:cNvSpPr>
            <a:spLocks noGrp="1"/>
          </p:cNvSpPr>
          <p:nvPr/>
        </p:nvSpPr>
        <p:spPr>
          <a:xfrm>
            <a:off x="4200603" y="3013904"/>
            <a:ext cx="28398" cy="28398"/>
          </a:xfrm>
          <a:prstGeom prst="ellipse">
            <a:avLst/>
          </a:prstGeom>
          <a:solidFill>
            <a:srgbClr val="7F8C97">
              <a:alpha val="48000"/>
            </a:srgbClr>
          </a:solidFill>
          <a:ln w="0">
            <a:noFill/>
            <a:prstDash val="solid"/>
          </a:ln>
        </p:spPr>
      </p:sp>
      <p:sp>
        <p:nvSpPr>
          <p:cNvPr id="1320" name="01_find_only_1319">
            <a:extLst>
              <a:ext uri="{FF2B5EF4-FFF2-40B4-BE49-F238E27FC236}">
                <a16:creationId xmlns:a16="http://schemas.microsoft.com/office/drawing/2014/main" id="{F4095572-27EC-4329-9F95-94BE94A1DAD1}"/>
              </a:ext>
            </a:extLst>
          </p:cNvPr>
          <p:cNvSpPr>
            <a:spLocks noGrp="1"/>
          </p:cNvSpPr>
          <p:nvPr/>
        </p:nvSpPr>
        <p:spPr>
          <a:xfrm>
            <a:off x="4220156" y="3700746"/>
            <a:ext cx="28398" cy="28398"/>
          </a:xfrm>
          <a:prstGeom prst="ellipse">
            <a:avLst/>
          </a:prstGeom>
          <a:solidFill>
            <a:srgbClr val="7F8C97">
              <a:alpha val="48000"/>
            </a:srgbClr>
          </a:solidFill>
          <a:ln w="0">
            <a:noFill/>
            <a:prstDash val="solid"/>
          </a:ln>
        </p:spPr>
      </p:sp>
      <p:sp>
        <p:nvSpPr>
          <p:cNvPr id="1321" name="01_find_only_1320">
            <a:extLst>
              <a:ext uri="{FF2B5EF4-FFF2-40B4-BE49-F238E27FC236}">
                <a16:creationId xmlns:a16="http://schemas.microsoft.com/office/drawing/2014/main" id="{FC10FE9D-AF8D-49F7-A0F3-D550B02C55A3}"/>
              </a:ext>
            </a:extLst>
          </p:cNvPr>
          <p:cNvSpPr>
            <a:spLocks noGrp="1"/>
          </p:cNvSpPr>
          <p:nvPr/>
        </p:nvSpPr>
        <p:spPr>
          <a:xfrm>
            <a:off x="4162737" y="2855402"/>
            <a:ext cx="28398" cy="28398"/>
          </a:xfrm>
          <a:prstGeom prst="ellipse">
            <a:avLst/>
          </a:prstGeom>
          <a:solidFill>
            <a:srgbClr val="7F8C97">
              <a:alpha val="48000"/>
            </a:srgbClr>
          </a:solidFill>
          <a:ln w="0">
            <a:noFill/>
            <a:prstDash val="solid"/>
          </a:ln>
        </p:spPr>
      </p:sp>
      <p:sp>
        <p:nvSpPr>
          <p:cNvPr id="1322" name="01_find_only_1321">
            <a:extLst>
              <a:ext uri="{FF2B5EF4-FFF2-40B4-BE49-F238E27FC236}">
                <a16:creationId xmlns:a16="http://schemas.microsoft.com/office/drawing/2014/main" id="{7F9C3031-D4A5-47B6-BC7C-C102FD83508C}"/>
              </a:ext>
            </a:extLst>
          </p:cNvPr>
          <p:cNvSpPr>
            <a:spLocks noGrp="1"/>
          </p:cNvSpPr>
          <p:nvPr/>
        </p:nvSpPr>
        <p:spPr>
          <a:xfrm>
            <a:off x="4215006" y="2855402"/>
            <a:ext cx="28398" cy="28398"/>
          </a:xfrm>
          <a:prstGeom prst="ellipse">
            <a:avLst/>
          </a:prstGeom>
          <a:solidFill>
            <a:srgbClr val="7F8C97">
              <a:alpha val="48000"/>
            </a:srgbClr>
          </a:solidFill>
          <a:ln w="0">
            <a:noFill/>
            <a:prstDash val="solid"/>
          </a:ln>
        </p:spPr>
      </p:sp>
      <p:sp>
        <p:nvSpPr>
          <p:cNvPr id="1323" name="01_find_only_1322">
            <a:extLst>
              <a:ext uri="{FF2B5EF4-FFF2-40B4-BE49-F238E27FC236}">
                <a16:creationId xmlns:a16="http://schemas.microsoft.com/office/drawing/2014/main" id="{6E924DA8-4C40-4F2E-9E72-57E6D945D803}"/>
              </a:ext>
            </a:extLst>
          </p:cNvPr>
          <p:cNvSpPr>
            <a:spLocks noGrp="1"/>
          </p:cNvSpPr>
          <p:nvPr/>
        </p:nvSpPr>
        <p:spPr>
          <a:xfrm>
            <a:off x="4147094" y="3207629"/>
            <a:ext cx="28398" cy="28398"/>
          </a:xfrm>
          <a:prstGeom prst="ellipse">
            <a:avLst/>
          </a:prstGeom>
          <a:solidFill>
            <a:srgbClr val="7F8C97">
              <a:alpha val="48000"/>
            </a:srgbClr>
          </a:solidFill>
          <a:ln w="0">
            <a:noFill/>
            <a:prstDash val="solid"/>
          </a:ln>
        </p:spPr>
      </p:sp>
      <p:sp>
        <p:nvSpPr>
          <p:cNvPr id="1324" name="01_find_only_1323">
            <a:extLst>
              <a:ext uri="{FF2B5EF4-FFF2-40B4-BE49-F238E27FC236}">
                <a16:creationId xmlns:a16="http://schemas.microsoft.com/office/drawing/2014/main" id="{A7729632-9777-4AE6-B571-F7A9C624D118}"/>
              </a:ext>
            </a:extLst>
          </p:cNvPr>
          <p:cNvSpPr>
            <a:spLocks noGrp="1"/>
          </p:cNvSpPr>
          <p:nvPr/>
        </p:nvSpPr>
        <p:spPr>
          <a:xfrm>
            <a:off x="4165217" y="3279912"/>
            <a:ext cx="28398" cy="28398"/>
          </a:xfrm>
          <a:prstGeom prst="ellipse">
            <a:avLst/>
          </a:prstGeom>
          <a:solidFill>
            <a:srgbClr val="7F8C97">
              <a:alpha val="48000"/>
            </a:srgbClr>
          </a:solidFill>
          <a:ln w="0">
            <a:noFill/>
            <a:prstDash val="solid"/>
          </a:ln>
        </p:spPr>
      </p:sp>
      <p:sp>
        <p:nvSpPr>
          <p:cNvPr id="1325" name="01_find_only_1324">
            <a:extLst>
              <a:ext uri="{FF2B5EF4-FFF2-40B4-BE49-F238E27FC236}">
                <a16:creationId xmlns:a16="http://schemas.microsoft.com/office/drawing/2014/main" id="{D951C918-68C6-4CFB-8F95-EFD009F1154A}"/>
              </a:ext>
            </a:extLst>
          </p:cNvPr>
          <p:cNvSpPr>
            <a:spLocks noGrp="1"/>
          </p:cNvSpPr>
          <p:nvPr/>
        </p:nvSpPr>
        <p:spPr>
          <a:xfrm>
            <a:off x="4193640" y="3426009"/>
            <a:ext cx="28398" cy="28398"/>
          </a:xfrm>
          <a:prstGeom prst="ellipse">
            <a:avLst/>
          </a:prstGeom>
          <a:solidFill>
            <a:srgbClr val="7F8C97">
              <a:alpha val="48000"/>
            </a:srgbClr>
          </a:solidFill>
          <a:ln w="0">
            <a:noFill/>
            <a:prstDash val="solid"/>
          </a:ln>
        </p:spPr>
      </p:sp>
      <p:sp>
        <p:nvSpPr>
          <p:cNvPr id="1326" name="01_find_only_1325">
            <a:extLst>
              <a:ext uri="{FF2B5EF4-FFF2-40B4-BE49-F238E27FC236}">
                <a16:creationId xmlns:a16="http://schemas.microsoft.com/office/drawing/2014/main" id="{D3B378C6-24A4-4C33-A195-F64FCF17F18B}"/>
              </a:ext>
            </a:extLst>
          </p:cNvPr>
          <p:cNvSpPr>
            <a:spLocks noGrp="1"/>
          </p:cNvSpPr>
          <p:nvPr/>
        </p:nvSpPr>
        <p:spPr>
          <a:xfrm>
            <a:off x="4210714" y="2855402"/>
            <a:ext cx="28398" cy="28398"/>
          </a:xfrm>
          <a:prstGeom prst="ellipse">
            <a:avLst/>
          </a:prstGeom>
          <a:solidFill>
            <a:srgbClr val="7F8C97">
              <a:alpha val="48000"/>
            </a:srgbClr>
          </a:solidFill>
          <a:ln w="0">
            <a:noFill/>
            <a:prstDash val="solid"/>
          </a:ln>
        </p:spPr>
      </p:sp>
      <p:sp>
        <p:nvSpPr>
          <p:cNvPr id="1327" name="01_find_only_1326">
            <a:extLst>
              <a:ext uri="{FF2B5EF4-FFF2-40B4-BE49-F238E27FC236}">
                <a16:creationId xmlns:a16="http://schemas.microsoft.com/office/drawing/2014/main" id="{57DBDF7A-D0B4-406B-B630-8C2C2192F194}"/>
              </a:ext>
            </a:extLst>
          </p:cNvPr>
          <p:cNvSpPr>
            <a:spLocks noGrp="1"/>
          </p:cNvSpPr>
          <p:nvPr/>
        </p:nvSpPr>
        <p:spPr>
          <a:xfrm>
            <a:off x="4219966" y="3066738"/>
            <a:ext cx="28398" cy="28398"/>
          </a:xfrm>
          <a:prstGeom prst="ellipse">
            <a:avLst/>
          </a:prstGeom>
          <a:solidFill>
            <a:srgbClr val="7F8C97">
              <a:alpha val="48000"/>
            </a:srgbClr>
          </a:solidFill>
          <a:ln w="0">
            <a:noFill/>
            <a:prstDash val="solid"/>
          </a:ln>
        </p:spPr>
      </p:sp>
      <p:sp>
        <p:nvSpPr>
          <p:cNvPr id="1328" name="01_find_only_1327">
            <a:extLst>
              <a:ext uri="{FF2B5EF4-FFF2-40B4-BE49-F238E27FC236}">
                <a16:creationId xmlns:a16="http://schemas.microsoft.com/office/drawing/2014/main" id="{70D48603-F143-4C01-8E25-08ED19E8BA33}"/>
              </a:ext>
            </a:extLst>
          </p:cNvPr>
          <p:cNvSpPr>
            <a:spLocks noGrp="1"/>
          </p:cNvSpPr>
          <p:nvPr/>
        </p:nvSpPr>
        <p:spPr>
          <a:xfrm>
            <a:off x="4187059" y="2855402"/>
            <a:ext cx="28398" cy="28398"/>
          </a:xfrm>
          <a:prstGeom prst="ellipse">
            <a:avLst/>
          </a:prstGeom>
          <a:solidFill>
            <a:srgbClr val="7F8C97">
              <a:alpha val="48000"/>
            </a:srgbClr>
          </a:solidFill>
          <a:ln w="0">
            <a:noFill/>
            <a:prstDash val="solid"/>
          </a:ln>
        </p:spPr>
      </p:sp>
      <p:sp>
        <p:nvSpPr>
          <p:cNvPr id="1329" name="01_find_only_1328">
            <a:extLst>
              <a:ext uri="{FF2B5EF4-FFF2-40B4-BE49-F238E27FC236}">
                <a16:creationId xmlns:a16="http://schemas.microsoft.com/office/drawing/2014/main" id="{B71BAEC6-AEF6-48FF-A9EC-526EB8E4DE88}"/>
              </a:ext>
            </a:extLst>
          </p:cNvPr>
          <p:cNvSpPr>
            <a:spLocks noGrp="1"/>
          </p:cNvSpPr>
          <p:nvPr/>
        </p:nvSpPr>
        <p:spPr>
          <a:xfrm>
            <a:off x="4130498" y="3389303"/>
            <a:ext cx="28398" cy="28398"/>
          </a:xfrm>
          <a:prstGeom prst="ellipse">
            <a:avLst/>
          </a:prstGeom>
          <a:solidFill>
            <a:srgbClr val="7F8C97">
              <a:alpha val="48000"/>
            </a:srgbClr>
          </a:solidFill>
          <a:ln w="0">
            <a:noFill/>
            <a:prstDash val="solid"/>
          </a:ln>
        </p:spPr>
      </p:sp>
      <p:sp>
        <p:nvSpPr>
          <p:cNvPr id="1330" name="01_find_only_1329">
            <a:extLst>
              <a:ext uri="{FF2B5EF4-FFF2-40B4-BE49-F238E27FC236}">
                <a16:creationId xmlns:a16="http://schemas.microsoft.com/office/drawing/2014/main" id="{EAE1E3CE-15AF-4570-B050-168EB29D9882}"/>
              </a:ext>
            </a:extLst>
          </p:cNvPr>
          <p:cNvSpPr>
            <a:spLocks noGrp="1"/>
          </p:cNvSpPr>
          <p:nvPr/>
        </p:nvSpPr>
        <p:spPr>
          <a:xfrm>
            <a:off x="4144614" y="3172406"/>
            <a:ext cx="28398" cy="28398"/>
          </a:xfrm>
          <a:prstGeom prst="ellipse">
            <a:avLst/>
          </a:prstGeom>
          <a:solidFill>
            <a:srgbClr val="7F8C97">
              <a:alpha val="48000"/>
            </a:srgbClr>
          </a:solidFill>
          <a:ln w="0">
            <a:noFill/>
            <a:prstDash val="solid"/>
          </a:ln>
        </p:spPr>
      </p:sp>
      <p:sp>
        <p:nvSpPr>
          <p:cNvPr id="1331" name="01_find_only_1330">
            <a:extLst>
              <a:ext uri="{FF2B5EF4-FFF2-40B4-BE49-F238E27FC236}">
                <a16:creationId xmlns:a16="http://schemas.microsoft.com/office/drawing/2014/main" id="{3B884AA3-70A0-4247-B6E1-10EC45CA4496}"/>
              </a:ext>
            </a:extLst>
          </p:cNvPr>
          <p:cNvSpPr>
            <a:spLocks noGrp="1"/>
          </p:cNvSpPr>
          <p:nvPr/>
        </p:nvSpPr>
        <p:spPr>
          <a:xfrm>
            <a:off x="4150814" y="3489410"/>
            <a:ext cx="28398" cy="28398"/>
          </a:xfrm>
          <a:prstGeom prst="ellipse">
            <a:avLst/>
          </a:prstGeom>
          <a:solidFill>
            <a:srgbClr val="7F8C97">
              <a:alpha val="48000"/>
            </a:srgbClr>
          </a:solidFill>
          <a:ln w="0">
            <a:noFill/>
            <a:prstDash val="solid"/>
          </a:ln>
        </p:spPr>
      </p:sp>
      <p:sp>
        <p:nvSpPr>
          <p:cNvPr id="1332" name="01_find_only_1331">
            <a:extLst>
              <a:ext uri="{FF2B5EF4-FFF2-40B4-BE49-F238E27FC236}">
                <a16:creationId xmlns:a16="http://schemas.microsoft.com/office/drawing/2014/main" id="{4897DC53-2AE0-4400-894F-B8AD684B69DD}"/>
              </a:ext>
            </a:extLst>
          </p:cNvPr>
          <p:cNvSpPr>
            <a:spLocks noGrp="1"/>
          </p:cNvSpPr>
          <p:nvPr/>
        </p:nvSpPr>
        <p:spPr>
          <a:xfrm>
            <a:off x="4130307" y="3700746"/>
            <a:ext cx="28398" cy="28398"/>
          </a:xfrm>
          <a:prstGeom prst="ellipse">
            <a:avLst/>
          </a:prstGeom>
          <a:solidFill>
            <a:srgbClr val="7F8C97">
              <a:alpha val="48000"/>
            </a:srgbClr>
          </a:solidFill>
          <a:ln w="0">
            <a:noFill/>
            <a:prstDash val="solid"/>
          </a:ln>
        </p:spPr>
      </p:sp>
      <p:sp>
        <p:nvSpPr>
          <p:cNvPr id="1333" name="01_find_only_1332">
            <a:extLst>
              <a:ext uri="{FF2B5EF4-FFF2-40B4-BE49-F238E27FC236}">
                <a16:creationId xmlns:a16="http://schemas.microsoft.com/office/drawing/2014/main" id="{5437D693-2826-40DE-9D1D-4D15FDFCF6AA}"/>
              </a:ext>
            </a:extLst>
          </p:cNvPr>
          <p:cNvSpPr>
            <a:spLocks noGrp="1"/>
          </p:cNvSpPr>
          <p:nvPr/>
        </p:nvSpPr>
        <p:spPr>
          <a:xfrm>
            <a:off x="4129735" y="3616211"/>
            <a:ext cx="28398" cy="28398"/>
          </a:xfrm>
          <a:prstGeom prst="ellipse">
            <a:avLst/>
          </a:prstGeom>
          <a:solidFill>
            <a:srgbClr val="7F8C97">
              <a:alpha val="48000"/>
            </a:srgbClr>
          </a:solidFill>
          <a:ln w="0">
            <a:noFill/>
            <a:prstDash val="solid"/>
          </a:ln>
        </p:spPr>
      </p:sp>
      <p:sp>
        <p:nvSpPr>
          <p:cNvPr id="1334" name="01_find_only_1333">
            <a:extLst>
              <a:ext uri="{FF2B5EF4-FFF2-40B4-BE49-F238E27FC236}">
                <a16:creationId xmlns:a16="http://schemas.microsoft.com/office/drawing/2014/main" id="{A8611F20-6B10-4270-A14A-B68076D94FD8}"/>
              </a:ext>
            </a:extLst>
          </p:cNvPr>
          <p:cNvSpPr>
            <a:spLocks noGrp="1"/>
          </p:cNvSpPr>
          <p:nvPr/>
        </p:nvSpPr>
        <p:spPr>
          <a:xfrm>
            <a:off x="4148239" y="4123418"/>
            <a:ext cx="28398" cy="28398"/>
          </a:xfrm>
          <a:prstGeom prst="ellipse">
            <a:avLst/>
          </a:prstGeom>
          <a:solidFill>
            <a:srgbClr val="7F8C97">
              <a:alpha val="48000"/>
            </a:srgbClr>
          </a:solidFill>
          <a:ln w="0">
            <a:noFill/>
            <a:prstDash val="solid"/>
          </a:ln>
        </p:spPr>
      </p:sp>
      <p:sp>
        <p:nvSpPr>
          <p:cNvPr id="1335" name="01_find_only_1334">
            <a:extLst>
              <a:ext uri="{FF2B5EF4-FFF2-40B4-BE49-F238E27FC236}">
                <a16:creationId xmlns:a16="http://schemas.microsoft.com/office/drawing/2014/main" id="{B07E03AE-B3B1-4F64-8EF8-C8DE20DE703E}"/>
              </a:ext>
            </a:extLst>
          </p:cNvPr>
          <p:cNvSpPr>
            <a:spLocks noGrp="1"/>
          </p:cNvSpPr>
          <p:nvPr/>
        </p:nvSpPr>
        <p:spPr>
          <a:xfrm>
            <a:off x="4184198" y="3489410"/>
            <a:ext cx="28398" cy="28398"/>
          </a:xfrm>
          <a:prstGeom prst="ellipse">
            <a:avLst/>
          </a:prstGeom>
          <a:solidFill>
            <a:srgbClr val="7F8C97">
              <a:alpha val="48000"/>
            </a:srgbClr>
          </a:solidFill>
          <a:ln w="0">
            <a:noFill/>
            <a:prstDash val="solid"/>
          </a:ln>
        </p:spPr>
      </p:sp>
      <p:sp>
        <p:nvSpPr>
          <p:cNvPr id="1336" name="01_find_only_1335">
            <a:extLst>
              <a:ext uri="{FF2B5EF4-FFF2-40B4-BE49-F238E27FC236}">
                <a16:creationId xmlns:a16="http://schemas.microsoft.com/office/drawing/2014/main" id="{FF831C73-661B-413F-A0BE-7A416275D32C}"/>
              </a:ext>
            </a:extLst>
          </p:cNvPr>
          <p:cNvSpPr>
            <a:spLocks noGrp="1"/>
          </p:cNvSpPr>
          <p:nvPr/>
        </p:nvSpPr>
        <p:spPr>
          <a:xfrm>
            <a:off x="4143183" y="3278074"/>
            <a:ext cx="28398" cy="28398"/>
          </a:xfrm>
          <a:prstGeom prst="ellipse">
            <a:avLst/>
          </a:prstGeom>
          <a:solidFill>
            <a:srgbClr val="7F8C97">
              <a:alpha val="48000"/>
            </a:srgbClr>
          </a:solidFill>
          <a:ln w="0">
            <a:noFill/>
            <a:prstDash val="solid"/>
          </a:ln>
        </p:spPr>
      </p:sp>
      <p:sp>
        <p:nvSpPr>
          <p:cNvPr id="1337" name="01_find_only_1336">
            <a:extLst>
              <a:ext uri="{FF2B5EF4-FFF2-40B4-BE49-F238E27FC236}">
                <a16:creationId xmlns:a16="http://schemas.microsoft.com/office/drawing/2014/main" id="{244DE95B-DE46-4E93-8EEF-0E10103B83E1}"/>
              </a:ext>
            </a:extLst>
          </p:cNvPr>
          <p:cNvSpPr>
            <a:spLocks noGrp="1"/>
          </p:cNvSpPr>
          <p:nvPr/>
        </p:nvSpPr>
        <p:spPr>
          <a:xfrm>
            <a:off x="4171798" y="3489410"/>
            <a:ext cx="28398" cy="28398"/>
          </a:xfrm>
          <a:prstGeom prst="ellipse">
            <a:avLst/>
          </a:prstGeom>
          <a:solidFill>
            <a:srgbClr val="7F8C97">
              <a:alpha val="48000"/>
            </a:srgbClr>
          </a:solidFill>
          <a:ln w="0">
            <a:noFill/>
            <a:prstDash val="solid"/>
          </a:ln>
        </p:spPr>
      </p:sp>
      <p:sp>
        <p:nvSpPr>
          <p:cNvPr id="1338" name="01_find_only_1337">
            <a:extLst>
              <a:ext uri="{FF2B5EF4-FFF2-40B4-BE49-F238E27FC236}">
                <a16:creationId xmlns:a16="http://schemas.microsoft.com/office/drawing/2014/main" id="{BFAD0DD3-EB05-4C8F-B722-4EF71B80F040}"/>
              </a:ext>
            </a:extLst>
          </p:cNvPr>
          <p:cNvSpPr>
            <a:spLocks noGrp="1"/>
          </p:cNvSpPr>
          <p:nvPr/>
        </p:nvSpPr>
        <p:spPr>
          <a:xfrm>
            <a:off x="4161688" y="2855402"/>
            <a:ext cx="28398" cy="28398"/>
          </a:xfrm>
          <a:prstGeom prst="ellipse">
            <a:avLst/>
          </a:prstGeom>
          <a:solidFill>
            <a:srgbClr val="7F8C97">
              <a:alpha val="48000"/>
            </a:srgbClr>
          </a:solidFill>
          <a:ln w="0">
            <a:noFill/>
            <a:prstDash val="solid"/>
          </a:ln>
        </p:spPr>
      </p:sp>
      <p:sp>
        <p:nvSpPr>
          <p:cNvPr id="1339" name="01_find_only_1338">
            <a:extLst>
              <a:ext uri="{FF2B5EF4-FFF2-40B4-BE49-F238E27FC236}">
                <a16:creationId xmlns:a16="http://schemas.microsoft.com/office/drawing/2014/main" id="{31B2A378-E539-4D60-AB96-DB669045DC55}"/>
              </a:ext>
            </a:extLst>
          </p:cNvPr>
          <p:cNvSpPr>
            <a:spLocks noGrp="1"/>
          </p:cNvSpPr>
          <p:nvPr/>
        </p:nvSpPr>
        <p:spPr>
          <a:xfrm>
            <a:off x="4208997" y="4123418"/>
            <a:ext cx="28398" cy="28398"/>
          </a:xfrm>
          <a:prstGeom prst="ellipse">
            <a:avLst/>
          </a:prstGeom>
          <a:solidFill>
            <a:srgbClr val="7F8C97">
              <a:alpha val="48000"/>
            </a:srgbClr>
          </a:solidFill>
          <a:ln w="0">
            <a:noFill/>
            <a:prstDash val="solid"/>
          </a:ln>
        </p:spPr>
      </p:sp>
      <p:sp>
        <p:nvSpPr>
          <p:cNvPr id="1340" name="01_find_only_1339">
            <a:extLst>
              <a:ext uri="{FF2B5EF4-FFF2-40B4-BE49-F238E27FC236}">
                <a16:creationId xmlns:a16="http://schemas.microsoft.com/office/drawing/2014/main" id="{341BA005-4E49-42AB-B5F7-E3FEA29134C1}"/>
              </a:ext>
            </a:extLst>
          </p:cNvPr>
          <p:cNvSpPr>
            <a:spLocks noGrp="1"/>
          </p:cNvSpPr>
          <p:nvPr/>
        </p:nvSpPr>
        <p:spPr>
          <a:xfrm>
            <a:off x="4152245" y="4077401"/>
            <a:ext cx="28398" cy="28398"/>
          </a:xfrm>
          <a:prstGeom prst="ellipse">
            <a:avLst/>
          </a:prstGeom>
          <a:solidFill>
            <a:srgbClr val="7F8C97">
              <a:alpha val="48000"/>
            </a:srgbClr>
          </a:solidFill>
          <a:ln w="0">
            <a:noFill/>
            <a:prstDash val="solid"/>
          </a:ln>
        </p:spPr>
      </p:sp>
      <p:sp>
        <p:nvSpPr>
          <p:cNvPr id="1341" name="01_find_only_1340">
            <a:extLst>
              <a:ext uri="{FF2B5EF4-FFF2-40B4-BE49-F238E27FC236}">
                <a16:creationId xmlns:a16="http://schemas.microsoft.com/office/drawing/2014/main" id="{16AB33F2-51C2-4B1C-BE9E-93DCEB4A4C70}"/>
              </a:ext>
            </a:extLst>
          </p:cNvPr>
          <p:cNvSpPr>
            <a:spLocks noGrp="1"/>
          </p:cNvSpPr>
          <p:nvPr/>
        </p:nvSpPr>
        <p:spPr>
          <a:xfrm>
            <a:off x="4191447" y="3278074"/>
            <a:ext cx="28398" cy="28398"/>
          </a:xfrm>
          <a:prstGeom prst="ellipse">
            <a:avLst/>
          </a:prstGeom>
          <a:solidFill>
            <a:srgbClr val="7F8C97">
              <a:alpha val="48000"/>
            </a:srgbClr>
          </a:solidFill>
          <a:ln w="0">
            <a:noFill/>
            <a:prstDash val="solid"/>
          </a:ln>
        </p:spPr>
      </p:sp>
      <p:sp>
        <p:nvSpPr>
          <p:cNvPr id="1342" name="01_find_only_1341">
            <a:extLst>
              <a:ext uri="{FF2B5EF4-FFF2-40B4-BE49-F238E27FC236}">
                <a16:creationId xmlns:a16="http://schemas.microsoft.com/office/drawing/2014/main" id="{C265FC63-EF53-422F-BEEF-EA2F32600834}"/>
              </a:ext>
            </a:extLst>
          </p:cNvPr>
          <p:cNvSpPr>
            <a:spLocks noGrp="1"/>
          </p:cNvSpPr>
          <p:nvPr/>
        </p:nvSpPr>
        <p:spPr>
          <a:xfrm>
            <a:off x="4193831" y="2855402"/>
            <a:ext cx="28398" cy="28398"/>
          </a:xfrm>
          <a:prstGeom prst="ellipse">
            <a:avLst/>
          </a:prstGeom>
          <a:solidFill>
            <a:srgbClr val="7F8C97">
              <a:alpha val="48000"/>
            </a:srgbClr>
          </a:solidFill>
          <a:ln w="0">
            <a:noFill/>
            <a:prstDash val="solid"/>
          </a:ln>
        </p:spPr>
      </p:sp>
      <p:sp>
        <p:nvSpPr>
          <p:cNvPr id="1343" name="01_find_only_1342">
            <a:extLst>
              <a:ext uri="{FF2B5EF4-FFF2-40B4-BE49-F238E27FC236}">
                <a16:creationId xmlns:a16="http://schemas.microsoft.com/office/drawing/2014/main" id="{280373C9-7A35-4EEE-BA90-01A802D2EF5D}"/>
              </a:ext>
            </a:extLst>
          </p:cNvPr>
          <p:cNvSpPr>
            <a:spLocks noGrp="1"/>
          </p:cNvSpPr>
          <p:nvPr/>
        </p:nvSpPr>
        <p:spPr>
          <a:xfrm>
            <a:off x="4130021" y="3066738"/>
            <a:ext cx="28398" cy="28398"/>
          </a:xfrm>
          <a:prstGeom prst="ellipse">
            <a:avLst/>
          </a:prstGeom>
          <a:solidFill>
            <a:srgbClr val="7F8C97">
              <a:alpha val="48000"/>
            </a:srgbClr>
          </a:solidFill>
          <a:ln w="0">
            <a:noFill/>
            <a:prstDash val="solid"/>
          </a:ln>
        </p:spPr>
      </p:sp>
      <p:sp>
        <p:nvSpPr>
          <p:cNvPr id="1344" name="01_find_only_1343">
            <a:extLst>
              <a:ext uri="{FF2B5EF4-FFF2-40B4-BE49-F238E27FC236}">
                <a16:creationId xmlns:a16="http://schemas.microsoft.com/office/drawing/2014/main" id="{E28D1952-F929-41AB-AAD7-8425A52218E6}"/>
              </a:ext>
            </a:extLst>
          </p:cNvPr>
          <p:cNvSpPr>
            <a:spLocks noGrp="1"/>
          </p:cNvSpPr>
          <p:nvPr/>
        </p:nvSpPr>
        <p:spPr>
          <a:xfrm>
            <a:off x="4207757" y="2855402"/>
            <a:ext cx="28398" cy="28398"/>
          </a:xfrm>
          <a:prstGeom prst="ellipse">
            <a:avLst/>
          </a:prstGeom>
          <a:solidFill>
            <a:srgbClr val="7F8C97">
              <a:alpha val="48000"/>
            </a:srgbClr>
          </a:solidFill>
          <a:ln w="0">
            <a:noFill/>
            <a:prstDash val="solid"/>
          </a:ln>
        </p:spPr>
      </p:sp>
      <p:sp>
        <p:nvSpPr>
          <p:cNvPr id="1345" name="01_find_only_1344">
            <a:extLst>
              <a:ext uri="{FF2B5EF4-FFF2-40B4-BE49-F238E27FC236}">
                <a16:creationId xmlns:a16="http://schemas.microsoft.com/office/drawing/2014/main" id="{C40F18B3-F07D-4EB8-945F-5305DAEDF919}"/>
              </a:ext>
            </a:extLst>
          </p:cNvPr>
          <p:cNvSpPr>
            <a:spLocks noGrp="1"/>
          </p:cNvSpPr>
          <p:nvPr/>
        </p:nvSpPr>
        <p:spPr>
          <a:xfrm>
            <a:off x="4127732" y="4123418"/>
            <a:ext cx="28398" cy="28398"/>
          </a:xfrm>
          <a:prstGeom prst="ellipse">
            <a:avLst/>
          </a:prstGeom>
          <a:solidFill>
            <a:srgbClr val="7F8C97">
              <a:alpha val="48000"/>
            </a:srgbClr>
          </a:solidFill>
          <a:ln w="0">
            <a:noFill/>
            <a:prstDash val="solid"/>
          </a:ln>
        </p:spPr>
      </p:sp>
      <p:sp>
        <p:nvSpPr>
          <p:cNvPr id="1346" name="01_find_only_1345">
            <a:extLst>
              <a:ext uri="{FF2B5EF4-FFF2-40B4-BE49-F238E27FC236}">
                <a16:creationId xmlns:a16="http://schemas.microsoft.com/office/drawing/2014/main" id="{BF3078B3-ACD8-45A7-A9A8-E3AE8EC6F309}"/>
              </a:ext>
            </a:extLst>
          </p:cNvPr>
          <p:cNvSpPr>
            <a:spLocks noGrp="1"/>
          </p:cNvSpPr>
          <p:nvPr/>
        </p:nvSpPr>
        <p:spPr>
          <a:xfrm>
            <a:off x="4207566" y="3806414"/>
            <a:ext cx="28398" cy="28398"/>
          </a:xfrm>
          <a:prstGeom prst="ellipse">
            <a:avLst/>
          </a:prstGeom>
          <a:solidFill>
            <a:srgbClr val="7F8C97">
              <a:alpha val="48000"/>
            </a:srgbClr>
          </a:solidFill>
          <a:ln w="0">
            <a:noFill/>
            <a:prstDash val="solid"/>
          </a:ln>
        </p:spPr>
      </p:sp>
      <p:sp>
        <p:nvSpPr>
          <p:cNvPr id="1347" name="01_find_only_1346">
            <a:extLst>
              <a:ext uri="{FF2B5EF4-FFF2-40B4-BE49-F238E27FC236}">
                <a16:creationId xmlns:a16="http://schemas.microsoft.com/office/drawing/2014/main" id="{0BA55F54-9D59-4072-86EA-B98F0F1B22D2}"/>
              </a:ext>
            </a:extLst>
          </p:cNvPr>
          <p:cNvSpPr>
            <a:spLocks noGrp="1"/>
          </p:cNvSpPr>
          <p:nvPr/>
        </p:nvSpPr>
        <p:spPr>
          <a:xfrm>
            <a:off x="4216818" y="2855402"/>
            <a:ext cx="28398" cy="28398"/>
          </a:xfrm>
          <a:prstGeom prst="ellipse">
            <a:avLst/>
          </a:prstGeom>
          <a:solidFill>
            <a:srgbClr val="7F8C97">
              <a:alpha val="48000"/>
            </a:srgbClr>
          </a:solidFill>
          <a:ln w="0">
            <a:noFill/>
            <a:prstDash val="solid"/>
          </a:ln>
        </p:spPr>
      </p:sp>
      <p:sp>
        <p:nvSpPr>
          <p:cNvPr id="1348" name="01_find_only_1347">
            <a:extLst>
              <a:ext uri="{FF2B5EF4-FFF2-40B4-BE49-F238E27FC236}">
                <a16:creationId xmlns:a16="http://schemas.microsoft.com/office/drawing/2014/main" id="{A1C1954B-E6AD-4BEA-8605-49A908BD74DB}"/>
              </a:ext>
            </a:extLst>
          </p:cNvPr>
          <p:cNvSpPr>
            <a:spLocks noGrp="1"/>
          </p:cNvSpPr>
          <p:nvPr/>
        </p:nvSpPr>
        <p:spPr>
          <a:xfrm>
            <a:off x="4184770" y="2855402"/>
            <a:ext cx="28398" cy="28398"/>
          </a:xfrm>
          <a:prstGeom prst="ellipse">
            <a:avLst/>
          </a:prstGeom>
          <a:solidFill>
            <a:srgbClr val="7F8C97">
              <a:alpha val="48000"/>
            </a:srgbClr>
          </a:solidFill>
          <a:ln w="0">
            <a:noFill/>
            <a:prstDash val="solid"/>
          </a:ln>
        </p:spPr>
      </p:sp>
      <p:sp>
        <p:nvSpPr>
          <p:cNvPr id="1349" name="01_find_only_1348">
            <a:extLst>
              <a:ext uri="{FF2B5EF4-FFF2-40B4-BE49-F238E27FC236}">
                <a16:creationId xmlns:a16="http://schemas.microsoft.com/office/drawing/2014/main" id="{77F2E192-75C5-40CF-B657-699216EA2AEF}"/>
              </a:ext>
            </a:extLst>
          </p:cNvPr>
          <p:cNvSpPr>
            <a:spLocks noGrp="1"/>
          </p:cNvSpPr>
          <p:nvPr/>
        </p:nvSpPr>
        <p:spPr>
          <a:xfrm>
            <a:off x="4156155" y="2855402"/>
            <a:ext cx="28398" cy="28398"/>
          </a:xfrm>
          <a:prstGeom prst="ellipse">
            <a:avLst/>
          </a:prstGeom>
          <a:solidFill>
            <a:srgbClr val="7F8C97">
              <a:alpha val="48000"/>
            </a:srgbClr>
          </a:solidFill>
          <a:ln w="0">
            <a:noFill/>
            <a:prstDash val="solid"/>
          </a:ln>
        </p:spPr>
      </p:sp>
      <p:sp>
        <p:nvSpPr>
          <p:cNvPr id="1350" name="01_find_only_1349">
            <a:extLst>
              <a:ext uri="{FF2B5EF4-FFF2-40B4-BE49-F238E27FC236}">
                <a16:creationId xmlns:a16="http://schemas.microsoft.com/office/drawing/2014/main" id="{1E7402CA-BC04-475F-8A78-F8D8ED621400}"/>
              </a:ext>
            </a:extLst>
          </p:cNvPr>
          <p:cNvSpPr>
            <a:spLocks noGrp="1"/>
          </p:cNvSpPr>
          <p:nvPr/>
        </p:nvSpPr>
        <p:spPr>
          <a:xfrm>
            <a:off x="4196120" y="2855402"/>
            <a:ext cx="28398" cy="28398"/>
          </a:xfrm>
          <a:prstGeom prst="ellipse">
            <a:avLst/>
          </a:prstGeom>
          <a:solidFill>
            <a:srgbClr val="7F8C97">
              <a:alpha val="48000"/>
            </a:srgbClr>
          </a:solidFill>
          <a:ln w="0">
            <a:noFill/>
            <a:prstDash val="solid"/>
          </a:ln>
        </p:spPr>
      </p:sp>
      <p:sp>
        <p:nvSpPr>
          <p:cNvPr id="1351" name="01_find_only_1350">
            <a:extLst>
              <a:ext uri="{FF2B5EF4-FFF2-40B4-BE49-F238E27FC236}">
                <a16:creationId xmlns:a16="http://schemas.microsoft.com/office/drawing/2014/main" id="{236D1476-2ECD-455C-BDFB-E390863AE97D}"/>
              </a:ext>
            </a:extLst>
          </p:cNvPr>
          <p:cNvSpPr>
            <a:spLocks noGrp="1"/>
          </p:cNvSpPr>
          <p:nvPr/>
        </p:nvSpPr>
        <p:spPr>
          <a:xfrm>
            <a:off x="4147571" y="2855402"/>
            <a:ext cx="28398" cy="28398"/>
          </a:xfrm>
          <a:prstGeom prst="ellipse">
            <a:avLst/>
          </a:prstGeom>
          <a:solidFill>
            <a:srgbClr val="7F8C97">
              <a:alpha val="48000"/>
            </a:srgbClr>
          </a:solidFill>
          <a:ln w="0">
            <a:noFill/>
            <a:prstDash val="solid"/>
          </a:ln>
        </p:spPr>
      </p:sp>
      <p:sp>
        <p:nvSpPr>
          <p:cNvPr id="1352" name="01_find_only_1351">
            <a:extLst>
              <a:ext uri="{FF2B5EF4-FFF2-40B4-BE49-F238E27FC236}">
                <a16:creationId xmlns:a16="http://schemas.microsoft.com/office/drawing/2014/main" id="{7DB31407-85CC-47EC-98AF-BADE99245AB9}"/>
              </a:ext>
            </a:extLst>
          </p:cNvPr>
          <p:cNvSpPr>
            <a:spLocks noGrp="1"/>
          </p:cNvSpPr>
          <p:nvPr/>
        </p:nvSpPr>
        <p:spPr>
          <a:xfrm>
            <a:off x="4172084" y="2855402"/>
            <a:ext cx="28398" cy="28398"/>
          </a:xfrm>
          <a:prstGeom prst="ellipse">
            <a:avLst/>
          </a:prstGeom>
          <a:solidFill>
            <a:srgbClr val="7F8C97">
              <a:alpha val="48000"/>
            </a:srgbClr>
          </a:solidFill>
          <a:ln w="0">
            <a:noFill/>
            <a:prstDash val="solid"/>
          </a:ln>
        </p:spPr>
      </p:sp>
      <p:sp>
        <p:nvSpPr>
          <p:cNvPr id="1353" name="01_find_only_1352">
            <a:extLst>
              <a:ext uri="{FF2B5EF4-FFF2-40B4-BE49-F238E27FC236}">
                <a16:creationId xmlns:a16="http://schemas.microsoft.com/office/drawing/2014/main" id="{0D590ED9-BE00-4D96-B6F0-6E5AB9C8F8B4}"/>
              </a:ext>
            </a:extLst>
          </p:cNvPr>
          <p:cNvSpPr>
            <a:spLocks noGrp="1"/>
          </p:cNvSpPr>
          <p:nvPr/>
        </p:nvSpPr>
        <p:spPr>
          <a:xfrm>
            <a:off x="4172084" y="2855402"/>
            <a:ext cx="28398" cy="28398"/>
          </a:xfrm>
          <a:prstGeom prst="ellipse">
            <a:avLst/>
          </a:prstGeom>
          <a:solidFill>
            <a:srgbClr val="7F8C97">
              <a:alpha val="48000"/>
            </a:srgbClr>
          </a:solidFill>
          <a:ln w="0">
            <a:noFill/>
            <a:prstDash val="solid"/>
          </a:ln>
        </p:spPr>
      </p:sp>
      <p:sp>
        <p:nvSpPr>
          <p:cNvPr id="1354" name="01_find_only_1353">
            <a:extLst>
              <a:ext uri="{FF2B5EF4-FFF2-40B4-BE49-F238E27FC236}">
                <a16:creationId xmlns:a16="http://schemas.microsoft.com/office/drawing/2014/main" id="{AED96A5E-6597-4702-B94D-6B6F32D95FFF}"/>
              </a:ext>
            </a:extLst>
          </p:cNvPr>
          <p:cNvSpPr>
            <a:spLocks noGrp="1"/>
          </p:cNvSpPr>
          <p:nvPr/>
        </p:nvSpPr>
        <p:spPr>
          <a:xfrm>
            <a:off x="4143470" y="3036547"/>
            <a:ext cx="28398" cy="28398"/>
          </a:xfrm>
          <a:prstGeom prst="ellipse">
            <a:avLst/>
          </a:prstGeom>
          <a:solidFill>
            <a:srgbClr val="7F8C97">
              <a:alpha val="48000"/>
            </a:srgbClr>
          </a:solidFill>
          <a:ln w="0">
            <a:noFill/>
            <a:prstDash val="solid"/>
          </a:ln>
        </p:spPr>
      </p:sp>
      <p:sp>
        <p:nvSpPr>
          <p:cNvPr id="1355" name="01_find_only_1354">
            <a:extLst>
              <a:ext uri="{FF2B5EF4-FFF2-40B4-BE49-F238E27FC236}">
                <a16:creationId xmlns:a16="http://schemas.microsoft.com/office/drawing/2014/main" id="{B9D85F62-D461-4ED4-852A-0DDC9F51EEC7}"/>
              </a:ext>
            </a:extLst>
          </p:cNvPr>
          <p:cNvSpPr>
            <a:spLocks noGrp="1"/>
          </p:cNvSpPr>
          <p:nvPr/>
        </p:nvSpPr>
        <p:spPr>
          <a:xfrm>
            <a:off x="4209951" y="2855402"/>
            <a:ext cx="28398" cy="28398"/>
          </a:xfrm>
          <a:prstGeom prst="ellipse">
            <a:avLst/>
          </a:prstGeom>
          <a:solidFill>
            <a:srgbClr val="7F8C97">
              <a:alpha val="48000"/>
            </a:srgbClr>
          </a:solidFill>
          <a:ln w="0">
            <a:noFill/>
            <a:prstDash val="solid"/>
          </a:ln>
        </p:spPr>
      </p:sp>
      <p:sp>
        <p:nvSpPr>
          <p:cNvPr id="1356" name="01_find_only_1355">
            <a:extLst>
              <a:ext uri="{FF2B5EF4-FFF2-40B4-BE49-F238E27FC236}">
                <a16:creationId xmlns:a16="http://schemas.microsoft.com/office/drawing/2014/main" id="{6BCAF62E-8A99-4AF8-AB92-B4A42C679744}"/>
              </a:ext>
            </a:extLst>
          </p:cNvPr>
          <p:cNvSpPr>
            <a:spLocks noGrp="1"/>
          </p:cNvSpPr>
          <p:nvPr/>
        </p:nvSpPr>
        <p:spPr>
          <a:xfrm>
            <a:off x="4157777" y="3700746"/>
            <a:ext cx="28398" cy="28398"/>
          </a:xfrm>
          <a:prstGeom prst="ellipse">
            <a:avLst/>
          </a:prstGeom>
          <a:solidFill>
            <a:srgbClr val="7F8C97">
              <a:alpha val="48000"/>
            </a:srgbClr>
          </a:solidFill>
          <a:ln w="0">
            <a:noFill/>
            <a:prstDash val="solid"/>
          </a:ln>
        </p:spPr>
      </p:sp>
      <p:sp>
        <p:nvSpPr>
          <p:cNvPr id="1357" name="01_find_only_1356">
            <a:extLst>
              <a:ext uri="{FF2B5EF4-FFF2-40B4-BE49-F238E27FC236}">
                <a16:creationId xmlns:a16="http://schemas.microsoft.com/office/drawing/2014/main" id="{4E0EB5D1-F6E6-4E18-B7C8-BA20BCC58538}"/>
              </a:ext>
            </a:extLst>
          </p:cNvPr>
          <p:cNvSpPr>
            <a:spLocks noGrp="1"/>
          </p:cNvSpPr>
          <p:nvPr/>
        </p:nvSpPr>
        <p:spPr>
          <a:xfrm>
            <a:off x="4167029" y="3278074"/>
            <a:ext cx="28398" cy="28398"/>
          </a:xfrm>
          <a:prstGeom prst="ellipse">
            <a:avLst/>
          </a:prstGeom>
          <a:solidFill>
            <a:srgbClr val="7F8C97">
              <a:alpha val="48000"/>
            </a:srgbClr>
          </a:solidFill>
          <a:ln w="0">
            <a:noFill/>
            <a:prstDash val="solid"/>
          </a:ln>
        </p:spPr>
      </p:sp>
      <p:sp>
        <p:nvSpPr>
          <p:cNvPr id="1358" name="01_find_only_1357">
            <a:extLst>
              <a:ext uri="{FF2B5EF4-FFF2-40B4-BE49-F238E27FC236}">
                <a16:creationId xmlns:a16="http://schemas.microsoft.com/office/drawing/2014/main" id="{FB1A0D81-EC23-4429-B75D-B34AA48A034F}"/>
              </a:ext>
            </a:extLst>
          </p:cNvPr>
          <p:cNvSpPr>
            <a:spLocks noGrp="1"/>
          </p:cNvSpPr>
          <p:nvPr/>
        </p:nvSpPr>
        <p:spPr>
          <a:xfrm>
            <a:off x="4219107" y="2855402"/>
            <a:ext cx="28398" cy="28398"/>
          </a:xfrm>
          <a:prstGeom prst="ellipse">
            <a:avLst/>
          </a:prstGeom>
          <a:solidFill>
            <a:srgbClr val="7F8C97">
              <a:alpha val="48000"/>
            </a:srgbClr>
          </a:solidFill>
          <a:ln w="0">
            <a:noFill/>
            <a:prstDash val="solid"/>
          </a:ln>
        </p:spPr>
      </p:sp>
      <p:sp>
        <p:nvSpPr>
          <p:cNvPr id="1359" name="01_find_only_1358">
            <a:extLst>
              <a:ext uri="{FF2B5EF4-FFF2-40B4-BE49-F238E27FC236}">
                <a16:creationId xmlns:a16="http://schemas.microsoft.com/office/drawing/2014/main" id="{ECB1577B-0629-4A33-BA8C-2932C14DBDD9}"/>
              </a:ext>
            </a:extLst>
          </p:cNvPr>
          <p:cNvSpPr>
            <a:spLocks noGrp="1"/>
          </p:cNvSpPr>
          <p:nvPr/>
        </p:nvSpPr>
        <p:spPr>
          <a:xfrm>
            <a:off x="4190493" y="4123418"/>
            <a:ext cx="28398" cy="28398"/>
          </a:xfrm>
          <a:prstGeom prst="ellipse">
            <a:avLst/>
          </a:prstGeom>
          <a:solidFill>
            <a:srgbClr val="7F8C97">
              <a:alpha val="48000"/>
            </a:srgbClr>
          </a:solidFill>
          <a:ln w="0">
            <a:noFill/>
            <a:prstDash val="solid"/>
          </a:ln>
        </p:spPr>
      </p:sp>
      <p:sp>
        <p:nvSpPr>
          <p:cNvPr id="1360" name="01_find_only_1359">
            <a:extLst>
              <a:ext uri="{FF2B5EF4-FFF2-40B4-BE49-F238E27FC236}">
                <a16:creationId xmlns:a16="http://schemas.microsoft.com/office/drawing/2014/main" id="{B97F5889-589B-40CB-AC29-214D7E3B22AD}"/>
              </a:ext>
            </a:extLst>
          </p:cNvPr>
          <p:cNvSpPr>
            <a:spLocks noGrp="1"/>
          </p:cNvSpPr>
          <p:nvPr/>
        </p:nvSpPr>
        <p:spPr>
          <a:xfrm>
            <a:off x="4215673" y="3942273"/>
            <a:ext cx="28398" cy="28398"/>
          </a:xfrm>
          <a:prstGeom prst="ellipse">
            <a:avLst/>
          </a:prstGeom>
          <a:solidFill>
            <a:srgbClr val="7F8C97">
              <a:alpha val="48000"/>
            </a:srgbClr>
          </a:solidFill>
          <a:ln w="0">
            <a:noFill/>
            <a:prstDash val="solid"/>
          </a:ln>
        </p:spPr>
      </p:sp>
      <p:sp>
        <p:nvSpPr>
          <p:cNvPr id="1361" name="01_find_only_1360">
            <a:extLst>
              <a:ext uri="{FF2B5EF4-FFF2-40B4-BE49-F238E27FC236}">
                <a16:creationId xmlns:a16="http://schemas.microsoft.com/office/drawing/2014/main" id="{B4EA57A9-DDF1-4C6D-95DF-B02AEDCE49F6}"/>
              </a:ext>
            </a:extLst>
          </p:cNvPr>
          <p:cNvSpPr>
            <a:spLocks noGrp="1"/>
          </p:cNvSpPr>
          <p:nvPr/>
        </p:nvSpPr>
        <p:spPr>
          <a:xfrm>
            <a:off x="4131356" y="4123418"/>
            <a:ext cx="28398" cy="28398"/>
          </a:xfrm>
          <a:prstGeom prst="ellipse">
            <a:avLst/>
          </a:prstGeom>
          <a:solidFill>
            <a:srgbClr val="7F8C97">
              <a:alpha val="48000"/>
            </a:srgbClr>
          </a:solidFill>
          <a:ln w="0">
            <a:noFill/>
            <a:prstDash val="solid"/>
          </a:ln>
        </p:spPr>
      </p:sp>
      <p:sp>
        <p:nvSpPr>
          <p:cNvPr id="1362" name="01_find_only_1361">
            <a:extLst>
              <a:ext uri="{FF2B5EF4-FFF2-40B4-BE49-F238E27FC236}">
                <a16:creationId xmlns:a16="http://schemas.microsoft.com/office/drawing/2014/main" id="{C943739C-4994-4EF8-9F00-74520B9B5397}"/>
              </a:ext>
            </a:extLst>
          </p:cNvPr>
          <p:cNvSpPr>
            <a:spLocks noGrp="1"/>
          </p:cNvSpPr>
          <p:nvPr/>
        </p:nvSpPr>
        <p:spPr>
          <a:xfrm>
            <a:off x="4208615" y="4123418"/>
            <a:ext cx="28398" cy="28398"/>
          </a:xfrm>
          <a:prstGeom prst="ellipse">
            <a:avLst/>
          </a:prstGeom>
          <a:solidFill>
            <a:srgbClr val="7F8C97">
              <a:alpha val="48000"/>
            </a:srgbClr>
          </a:solidFill>
          <a:ln w="0">
            <a:noFill/>
            <a:prstDash val="solid"/>
          </a:ln>
        </p:spPr>
      </p:sp>
      <p:sp>
        <p:nvSpPr>
          <p:cNvPr id="1363" name="01_find_only_1362">
            <a:extLst>
              <a:ext uri="{FF2B5EF4-FFF2-40B4-BE49-F238E27FC236}">
                <a16:creationId xmlns:a16="http://schemas.microsoft.com/office/drawing/2014/main" id="{029A4C5E-7384-4490-9F5A-FDA7CE156B72}"/>
              </a:ext>
            </a:extLst>
          </p:cNvPr>
          <p:cNvSpPr>
            <a:spLocks noGrp="1"/>
          </p:cNvSpPr>
          <p:nvPr/>
        </p:nvSpPr>
        <p:spPr>
          <a:xfrm>
            <a:off x="4196025" y="3278074"/>
            <a:ext cx="28398" cy="28398"/>
          </a:xfrm>
          <a:prstGeom prst="ellipse">
            <a:avLst/>
          </a:prstGeom>
          <a:solidFill>
            <a:srgbClr val="7F8C97">
              <a:alpha val="48000"/>
            </a:srgbClr>
          </a:solidFill>
          <a:ln w="0">
            <a:noFill/>
            <a:prstDash val="solid"/>
          </a:ln>
        </p:spPr>
      </p:sp>
      <p:sp>
        <p:nvSpPr>
          <p:cNvPr id="1364" name="01_find_only_1363">
            <a:extLst>
              <a:ext uri="{FF2B5EF4-FFF2-40B4-BE49-F238E27FC236}">
                <a16:creationId xmlns:a16="http://schemas.microsoft.com/office/drawing/2014/main" id="{B232E04A-BE7C-43E6-916F-88F2C91A846E}"/>
              </a:ext>
            </a:extLst>
          </p:cNvPr>
          <p:cNvSpPr>
            <a:spLocks noGrp="1"/>
          </p:cNvSpPr>
          <p:nvPr/>
        </p:nvSpPr>
        <p:spPr>
          <a:xfrm>
            <a:off x="4163118" y="2855402"/>
            <a:ext cx="28398" cy="28398"/>
          </a:xfrm>
          <a:prstGeom prst="ellipse">
            <a:avLst/>
          </a:prstGeom>
          <a:solidFill>
            <a:srgbClr val="7F8C97">
              <a:alpha val="48000"/>
            </a:srgbClr>
          </a:solidFill>
          <a:ln w="0">
            <a:noFill/>
            <a:prstDash val="solid"/>
          </a:ln>
        </p:spPr>
      </p:sp>
      <p:sp>
        <p:nvSpPr>
          <p:cNvPr id="1365" name="01_find_only_1364">
            <a:extLst>
              <a:ext uri="{FF2B5EF4-FFF2-40B4-BE49-F238E27FC236}">
                <a16:creationId xmlns:a16="http://schemas.microsoft.com/office/drawing/2014/main" id="{CAF158DB-9313-4A73-BCAD-1FA8E24E8557}"/>
              </a:ext>
            </a:extLst>
          </p:cNvPr>
          <p:cNvSpPr>
            <a:spLocks noGrp="1"/>
          </p:cNvSpPr>
          <p:nvPr/>
        </p:nvSpPr>
        <p:spPr>
          <a:xfrm>
            <a:off x="4199745" y="3806414"/>
            <a:ext cx="28398" cy="28398"/>
          </a:xfrm>
          <a:prstGeom prst="ellipse">
            <a:avLst/>
          </a:prstGeom>
          <a:solidFill>
            <a:srgbClr val="7F8C97">
              <a:alpha val="48000"/>
            </a:srgbClr>
          </a:solidFill>
          <a:ln w="0">
            <a:noFill/>
            <a:prstDash val="solid"/>
          </a:ln>
        </p:spPr>
      </p:sp>
      <p:sp>
        <p:nvSpPr>
          <p:cNvPr id="1366" name="01_find_only_1365">
            <a:extLst>
              <a:ext uri="{FF2B5EF4-FFF2-40B4-BE49-F238E27FC236}">
                <a16:creationId xmlns:a16="http://schemas.microsoft.com/office/drawing/2014/main" id="{241394CC-8146-4178-9441-19F2B56DD3CA}"/>
              </a:ext>
            </a:extLst>
          </p:cNvPr>
          <p:cNvSpPr>
            <a:spLocks noGrp="1"/>
          </p:cNvSpPr>
          <p:nvPr/>
        </p:nvSpPr>
        <p:spPr>
          <a:xfrm>
            <a:off x="4219584" y="3489410"/>
            <a:ext cx="28398" cy="28398"/>
          </a:xfrm>
          <a:prstGeom prst="ellipse">
            <a:avLst/>
          </a:prstGeom>
          <a:solidFill>
            <a:srgbClr val="7F8C97">
              <a:alpha val="48000"/>
            </a:srgbClr>
          </a:solidFill>
          <a:ln w="0">
            <a:noFill/>
            <a:prstDash val="solid"/>
          </a:ln>
        </p:spPr>
      </p:sp>
      <p:sp>
        <p:nvSpPr>
          <p:cNvPr id="1367" name="01_find_only_1366">
            <a:extLst>
              <a:ext uri="{FF2B5EF4-FFF2-40B4-BE49-F238E27FC236}">
                <a16:creationId xmlns:a16="http://schemas.microsoft.com/office/drawing/2014/main" id="{AD8DDF93-8DA5-43FD-9B65-529F98707ADA}"/>
              </a:ext>
            </a:extLst>
          </p:cNvPr>
          <p:cNvSpPr>
            <a:spLocks noGrp="1"/>
          </p:cNvSpPr>
          <p:nvPr/>
        </p:nvSpPr>
        <p:spPr>
          <a:xfrm>
            <a:off x="4189730" y="3278074"/>
            <a:ext cx="28398" cy="28398"/>
          </a:xfrm>
          <a:prstGeom prst="ellipse">
            <a:avLst/>
          </a:prstGeom>
          <a:solidFill>
            <a:srgbClr val="7F8C97">
              <a:alpha val="48000"/>
            </a:srgbClr>
          </a:solidFill>
          <a:ln w="0">
            <a:noFill/>
            <a:prstDash val="solid"/>
          </a:ln>
        </p:spPr>
      </p:sp>
      <p:sp>
        <p:nvSpPr>
          <p:cNvPr id="1368" name="01_find_only_1367">
            <a:extLst>
              <a:ext uri="{FF2B5EF4-FFF2-40B4-BE49-F238E27FC236}">
                <a16:creationId xmlns:a16="http://schemas.microsoft.com/office/drawing/2014/main" id="{35896856-7E17-4ED8-8245-1B3A60C7437F}"/>
              </a:ext>
            </a:extLst>
          </p:cNvPr>
          <p:cNvSpPr>
            <a:spLocks noGrp="1"/>
          </p:cNvSpPr>
          <p:nvPr/>
        </p:nvSpPr>
        <p:spPr>
          <a:xfrm>
            <a:off x="4197074" y="2855402"/>
            <a:ext cx="28398" cy="28398"/>
          </a:xfrm>
          <a:prstGeom prst="ellipse">
            <a:avLst/>
          </a:prstGeom>
          <a:solidFill>
            <a:srgbClr val="7F8C97">
              <a:alpha val="48000"/>
            </a:srgbClr>
          </a:solidFill>
          <a:ln w="0">
            <a:noFill/>
            <a:prstDash val="solid"/>
          </a:ln>
        </p:spPr>
      </p:sp>
      <p:sp>
        <p:nvSpPr>
          <p:cNvPr id="1369" name="01_find_only_1368">
            <a:extLst>
              <a:ext uri="{FF2B5EF4-FFF2-40B4-BE49-F238E27FC236}">
                <a16:creationId xmlns:a16="http://schemas.microsoft.com/office/drawing/2014/main" id="{43E8FC3C-0BAE-41AD-8E29-047CCEFD5B8A}"/>
              </a:ext>
            </a:extLst>
          </p:cNvPr>
          <p:cNvSpPr>
            <a:spLocks noGrp="1"/>
          </p:cNvSpPr>
          <p:nvPr/>
        </p:nvSpPr>
        <p:spPr>
          <a:xfrm>
            <a:off x="4196216" y="3841637"/>
            <a:ext cx="28398" cy="28398"/>
          </a:xfrm>
          <a:prstGeom prst="ellipse">
            <a:avLst/>
          </a:prstGeom>
          <a:solidFill>
            <a:srgbClr val="7F8C97">
              <a:alpha val="48000"/>
            </a:srgbClr>
          </a:solidFill>
          <a:ln w="0">
            <a:noFill/>
            <a:prstDash val="solid"/>
          </a:ln>
        </p:spPr>
      </p:sp>
      <p:sp>
        <p:nvSpPr>
          <p:cNvPr id="1370" name="01_find_only_1369">
            <a:extLst>
              <a:ext uri="{FF2B5EF4-FFF2-40B4-BE49-F238E27FC236}">
                <a16:creationId xmlns:a16="http://schemas.microsoft.com/office/drawing/2014/main" id="{2D6B7B06-5844-4E68-9A28-57EE8035E486}"/>
              </a:ext>
            </a:extLst>
          </p:cNvPr>
          <p:cNvSpPr>
            <a:spLocks noGrp="1"/>
          </p:cNvSpPr>
          <p:nvPr/>
        </p:nvSpPr>
        <p:spPr>
          <a:xfrm>
            <a:off x="4180955" y="3278074"/>
            <a:ext cx="28398" cy="28398"/>
          </a:xfrm>
          <a:prstGeom prst="ellipse">
            <a:avLst/>
          </a:prstGeom>
          <a:solidFill>
            <a:srgbClr val="7F8C97">
              <a:alpha val="48000"/>
            </a:srgbClr>
          </a:solidFill>
          <a:ln w="0">
            <a:noFill/>
            <a:prstDash val="solid"/>
          </a:ln>
        </p:spPr>
      </p:sp>
      <p:sp>
        <p:nvSpPr>
          <p:cNvPr id="1371" name="01_find_only_1370">
            <a:extLst>
              <a:ext uri="{FF2B5EF4-FFF2-40B4-BE49-F238E27FC236}">
                <a16:creationId xmlns:a16="http://schemas.microsoft.com/office/drawing/2014/main" id="{A64136C3-11EE-4529-A7FC-58D3128DA31F}"/>
              </a:ext>
            </a:extLst>
          </p:cNvPr>
          <p:cNvSpPr>
            <a:spLocks noGrp="1"/>
          </p:cNvSpPr>
          <p:nvPr/>
        </p:nvSpPr>
        <p:spPr>
          <a:xfrm>
            <a:off x="4154343" y="3679612"/>
            <a:ext cx="28398" cy="28398"/>
          </a:xfrm>
          <a:prstGeom prst="ellipse">
            <a:avLst/>
          </a:prstGeom>
          <a:solidFill>
            <a:srgbClr val="7F8C97">
              <a:alpha val="48000"/>
            </a:srgbClr>
          </a:solidFill>
          <a:ln w="0">
            <a:noFill/>
            <a:prstDash val="solid"/>
          </a:ln>
        </p:spPr>
      </p:sp>
      <p:sp>
        <p:nvSpPr>
          <p:cNvPr id="1372" name="01_find_only_1371">
            <a:extLst>
              <a:ext uri="{FF2B5EF4-FFF2-40B4-BE49-F238E27FC236}">
                <a16:creationId xmlns:a16="http://schemas.microsoft.com/office/drawing/2014/main" id="{3AFC42DD-BF98-479D-99B0-35A2E16DDA2D}"/>
              </a:ext>
            </a:extLst>
          </p:cNvPr>
          <p:cNvSpPr>
            <a:spLocks noGrp="1"/>
          </p:cNvSpPr>
          <p:nvPr/>
        </p:nvSpPr>
        <p:spPr>
          <a:xfrm>
            <a:off x="4212907" y="3278074"/>
            <a:ext cx="28398" cy="28398"/>
          </a:xfrm>
          <a:prstGeom prst="ellipse">
            <a:avLst/>
          </a:prstGeom>
          <a:solidFill>
            <a:srgbClr val="7F8C97">
              <a:alpha val="48000"/>
            </a:srgbClr>
          </a:solidFill>
          <a:ln w="0">
            <a:noFill/>
            <a:prstDash val="solid"/>
          </a:ln>
        </p:spPr>
      </p:sp>
      <p:sp>
        <p:nvSpPr>
          <p:cNvPr id="1373" name="01_find_only_1372">
            <a:extLst>
              <a:ext uri="{FF2B5EF4-FFF2-40B4-BE49-F238E27FC236}">
                <a16:creationId xmlns:a16="http://schemas.microsoft.com/office/drawing/2014/main" id="{EB3AD9D4-BAE2-4EB0-A7A0-E1CB18B9A871}"/>
              </a:ext>
            </a:extLst>
          </p:cNvPr>
          <p:cNvSpPr>
            <a:spLocks noGrp="1"/>
          </p:cNvSpPr>
          <p:nvPr/>
        </p:nvSpPr>
        <p:spPr>
          <a:xfrm>
            <a:off x="4144233" y="3489410"/>
            <a:ext cx="28398" cy="28398"/>
          </a:xfrm>
          <a:prstGeom prst="ellipse">
            <a:avLst/>
          </a:prstGeom>
          <a:solidFill>
            <a:srgbClr val="7F8C97">
              <a:alpha val="48000"/>
            </a:srgbClr>
          </a:solidFill>
          <a:ln w="0">
            <a:noFill/>
            <a:prstDash val="solid"/>
          </a:ln>
        </p:spPr>
      </p:sp>
      <p:sp>
        <p:nvSpPr>
          <p:cNvPr id="1374" name="01_find_only_1373">
            <a:extLst>
              <a:ext uri="{FF2B5EF4-FFF2-40B4-BE49-F238E27FC236}">
                <a16:creationId xmlns:a16="http://schemas.microsoft.com/office/drawing/2014/main" id="{DD8332EB-6158-46BE-A7C7-1188C80570F1}"/>
              </a:ext>
            </a:extLst>
          </p:cNvPr>
          <p:cNvSpPr>
            <a:spLocks noGrp="1"/>
          </p:cNvSpPr>
          <p:nvPr/>
        </p:nvSpPr>
        <p:spPr>
          <a:xfrm>
            <a:off x="4143470" y="4123418"/>
            <a:ext cx="28398" cy="28398"/>
          </a:xfrm>
          <a:prstGeom prst="ellipse">
            <a:avLst/>
          </a:prstGeom>
          <a:solidFill>
            <a:srgbClr val="7F8C97">
              <a:alpha val="48000"/>
            </a:srgbClr>
          </a:solidFill>
          <a:ln w="0">
            <a:noFill/>
            <a:prstDash val="solid"/>
          </a:ln>
        </p:spPr>
      </p:sp>
      <p:sp>
        <p:nvSpPr>
          <p:cNvPr id="1375" name="01_find_only_1374">
            <a:extLst>
              <a:ext uri="{FF2B5EF4-FFF2-40B4-BE49-F238E27FC236}">
                <a16:creationId xmlns:a16="http://schemas.microsoft.com/office/drawing/2014/main" id="{D6CA5030-6634-4465-A39E-04E872BA6299}"/>
              </a:ext>
            </a:extLst>
          </p:cNvPr>
          <p:cNvSpPr>
            <a:spLocks noGrp="1"/>
          </p:cNvSpPr>
          <p:nvPr/>
        </p:nvSpPr>
        <p:spPr>
          <a:xfrm>
            <a:off x="4147762" y="4123418"/>
            <a:ext cx="28398" cy="28398"/>
          </a:xfrm>
          <a:prstGeom prst="ellipse">
            <a:avLst/>
          </a:prstGeom>
          <a:solidFill>
            <a:srgbClr val="7F8C97">
              <a:alpha val="48000"/>
            </a:srgbClr>
          </a:solidFill>
          <a:ln w="0">
            <a:noFill/>
            <a:prstDash val="solid"/>
          </a:ln>
        </p:spPr>
      </p:sp>
      <p:sp>
        <p:nvSpPr>
          <p:cNvPr id="1376" name="01_find_only_1375">
            <a:extLst>
              <a:ext uri="{FF2B5EF4-FFF2-40B4-BE49-F238E27FC236}">
                <a16:creationId xmlns:a16="http://schemas.microsoft.com/office/drawing/2014/main" id="{A578992C-00B2-4C78-AB65-6C4C88D18465}"/>
              </a:ext>
            </a:extLst>
          </p:cNvPr>
          <p:cNvSpPr>
            <a:spLocks noGrp="1"/>
          </p:cNvSpPr>
          <p:nvPr/>
        </p:nvSpPr>
        <p:spPr>
          <a:xfrm>
            <a:off x="4214243" y="3700746"/>
            <a:ext cx="28398" cy="28398"/>
          </a:xfrm>
          <a:prstGeom prst="ellipse">
            <a:avLst/>
          </a:prstGeom>
          <a:solidFill>
            <a:srgbClr val="7F8C97">
              <a:alpha val="48000"/>
            </a:srgbClr>
          </a:solidFill>
          <a:ln w="0">
            <a:noFill/>
            <a:prstDash val="solid"/>
          </a:ln>
        </p:spPr>
      </p:sp>
      <p:sp>
        <p:nvSpPr>
          <p:cNvPr id="1377" name="01_find_only_1376">
            <a:extLst>
              <a:ext uri="{FF2B5EF4-FFF2-40B4-BE49-F238E27FC236}">
                <a16:creationId xmlns:a16="http://schemas.microsoft.com/office/drawing/2014/main" id="{889FAF86-774F-4212-B23B-646D5DE3F2DB}"/>
              </a:ext>
            </a:extLst>
          </p:cNvPr>
          <p:cNvSpPr>
            <a:spLocks noGrp="1"/>
          </p:cNvSpPr>
          <p:nvPr/>
        </p:nvSpPr>
        <p:spPr>
          <a:xfrm>
            <a:off x="4204132" y="3635719"/>
            <a:ext cx="28398" cy="28398"/>
          </a:xfrm>
          <a:prstGeom prst="ellipse">
            <a:avLst/>
          </a:prstGeom>
          <a:solidFill>
            <a:srgbClr val="7F8C97">
              <a:alpha val="48000"/>
            </a:srgbClr>
          </a:solidFill>
          <a:ln w="0">
            <a:noFill/>
            <a:prstDash val="solid"/>
          </a:ln>
        </p:spPr>
      </p:sp>
      <p:sp>
        <p:nvSpPr>
          <p:cNvPr id="1378" name="01_find_only_1377">
            <a:extLst>
              <a:ext uri="{FF2B5EF4-FFF2-40B4-BE49-F238E27FC236}">
                <a16:creationId xmlns:a16="http://schemas.microsoft.com/office/drawing/2014/main" id="{265DF77A-EA8D-4938-8E2E-B93B3C4FC636}"/>
              </a:ext>
            </a:extLst>
          </p:cNvPr>
          <p:cNvSpPr>
            <a:spLocks noGrp="1"/>
          </p:cNvSpPr>
          <p:nvPr/>
        </p:nvSpPr>
        <p:spPr>
          <a:xfrm>
            <a:off x="4208234" y="2996292"/>
            <a:ext cx="28398" cy="28398"/>
          </a:xfrm>
          <a:prstGeom prst="ellipse">
            <a:avLst/>
          </a:prstGeom>
          <a:solidFill>
            <a:srgbClr val="7F8C97">
              <a:alpha val="48000"/>
            </a:srgbClr>
          </a:solidFill>
          <a:ln w="0">
            <a:noFill/>
            <a:prstDash val="solid"/>
          </a:ln>
        </p:spPr>
      </p:sp>
      <p:sp>
        <p:nvSpPr>
          <p:cNvPr id="1379" name="01_find_only_1378">
            <a:extLst>
              <a:ext uri="{FF2B5EF4-FFF2-40B4-BE49-F238E27FC236}">
                <a16:creationId xmlns:a16="http://schemas.microsoft.com/office/drawing/2014/main" id="{924EB11E-56A8-4FC7-9A46-25BD7349FDFA}"/>
              </a:ext>
            </a:extLst>
          </p:cNvPr>
          <p:cNvSpPr>
            <a:spLocks noGrp="1"/>
          </p:cNvSpPr>
          <p:nvPr/>
        </p:nvSpPr>
        <p:spPr>
          <a:xfrm>
            <a:off x="4196406" y="2855402"/>
            <a:ext cx="28398" cy="28398"/>
          </a:xfrm>
          <a:prstGeom prst="ellipse">
            <a:avLst/>
          </a:prstGeom>
          <a:solidFill>
            <a:srgbClr val="7F8C97">
              <a:alpha val="48000"/>
            </a:srgbClr>
          </a:solidFill>
          <a:ln w="0">
            <a:noFill/>
            <a:prstDash val="solid"/>
          </a:ln>
        </p:spPr>
      </p:sp>
      <p:sp>
        <p:nvSpPr>
          <p:cNvPr id="1380" name="01_find_only_1379">
            <a:extLst>
              <a:ext uri="{FF2B5EF4-FFF2-40B4-BE49-F238E27FC236}">
                <a16:creationId xmlns:a16="http://schemas.microsoft.com/office/drawing/2014/main" id="{D598D318-E9EA-415A-9CEF-15A1AF96436F}"/>
              </a:ext>
            </a:extLst>
          </p:cNvPr>
          <p:cNvSpPr>
            <a:spLocks noGrp="1"/>
          </p:cNvSpPr>
          <p:nvPr/>
        </p:nvSpPr>
        <p:spPr>
          <a:xfrm>
            <a:off x="4203751" y="4123418"/>
            <a:ext cx="28398" cy="28398"/>
          </a:xfrm>
          <a:prstGeom prst="ellipse">
            <a:avLst/>
          </a:prstGeom>
          <a:solidFill>
            <a:srgbClr val="7F8C97">
              <a:alpha val="48000"/>
            </a:srgbClr>
          </a:solidFill>
          <a:ln w="0">
            <a:noFill/>
            <a:prstDash val="solid"/>
          </a:ln>
        </p:spPr>
      </p:sp>
      <p:sp>
        <p:nvSpPr>
          <p:cNvPr id="1381" name="01_find_only_1380">
            <a:extLst>
              <a:ext uri="{FF2B5EF4-FFF2-40B4-BE49-F238E27FC236}">
                <a16:creationId xmlns:a16="http://schemas.microsoft.com/office/drawing/2014/main" id="{E6765037-1BA6-4986-82CB-7DEFE3993A7C}"/>
              </a:ext>
            </a:extLst>
          </p:cNvPr>
          <p:cNvSpPr>
            <a:spLocks noGrp="1"/>
          </p:cNvSpPr>
          <p:nvPr/>
        </p:nvSpPr>
        <p:spPr>
          <a:xfrm>
            <a:off x="4211954" y="4123418"/>
            <a:ext cx="28398" cy="28398"/>
          </a:xfrm>
          <a:prstGeom prst="ellipse">
            <a:avLst/>
          </a:prstGeom>
          <a:solidFill>
            <a:srgbClr val="7F8C97">
              <a:alpha val="48000"/>
            </a:srgbClr>
          </a:solidFill>
          <a:ln w="0">
            <a:noFill/>
            <a:prstDash val="solid"/>
          </a:ln>
        </p:spPr>
      </p:sp>
      <p:sp>
        <p:nvSpPr>
          <p:cNvPr id="1382" name="01_find_only_1381">
            <a:extLst>
              <a:ext uri="{FF2B5EF4-FFF2-40B4-BE49-F238E27FC236}">
                <a16:creationId xmlns:a16="http://schemas.microsoft.com/office/drawing/2014/main" id="{04E25B89-A662-4F88-A5EB-625B8805E02E}"/>
              </a:ext>
            </a:extLst>
          </p:cNvPr>
          <p:cNvSpPr>
            <a:spLocks noGrp="1"/>
          </p:cNvSpPr>
          <p:nvPr/>
        </p:nvSpPr>
        <p:spPr>
          <a:xfrm>
            <a:off x="4141944" y="4123418"/>
            <a:ext cx="28398" cy="28398"/>
          </a:xfrm>
          <a:prstGeom prst="ellipse">
            <a:avLst/>
          </a:prstGeom>
          <a:solidFill>
            <a:srgbClr val="7F8C97">
              <a:alpha val="48000"/>
            </a:srgbClr>
          </a:solidFill>
          <a:ln w="0">
            <a:noFill/>
            <a:prstDash val="solid"/>
          </a:ln>
        </p:spPr>
      </p:sp>
      <p:sp>
        <p:nvSpPr>
          <p:cNvPr id="1383" name="01_find_only_1382">
            <a:extLst>
              <a:ext uri="{FF2B5EF4-FFF2-40B4-BE49-F238E27FC236}">
                <a16:creationId xmlns:a16="http://schemas.microsoft.com/office/drawing/2014/main" id="{0D16BDD9-48EB-492C-9401-43B06D8D2793}"/>
              </a:ext>
            </a:extLst>
          </p:cNvPr>
          <p:cNvSpPr>
            <a:spLocks noGrp="1"/>
          </p:cNvSpPr>
          <p:nvPr/>
        </p:nvSpPr>
        <p:spPr>
          <a:xfrm>
            <a:off x="4149479" y="3489410"/>
            <a:ext cx="28398" cy="28398"/>
          </a:xfrm>
          <a:prstGeom prst="ellipse">
            <a:avLst/>
          </a:prstGeom>
          <a:solidFill>
            <a:srgbClr val="7F8C97">
              <a:alpha val="48000"/>
            </a:srgbClr>
          </a:solidFill>
          <a:ln w="0">
            <a:noFill/>
            <a:prstDash val="solid"/>
          </a:ln>
        </p:spPr>
      </p:sp>
      <p:sp>
        <p:nvSpPr>
          <p:cNvPr id="1384" name="01_find_only_1383">
            <a:extLst>
              <a:ext uri="{FF2B5EF4-FFF2-40B4-BE49-F238E27FC236}">
                <a16:creationId xmlns:a16="http://schemas.microsoft.com/office/drawing/2014/main" id="{E7F3866F-1D93-4DC8-9341-C0F0E3D7C71A}"/>
              </a:ext>
            </a:extLst>
          </p:cNvPr>
          <p:cNvSpPr>
            <a:spLocks noGrp="1"/>
          </p:cNvSpPr>
          <p:nvPr/>
        </p:nvSpPr>
        <p:spPr>
          <a:xfrm>
            <a:off x="4194785" y="3586950"/>
            <a:ext cx="28398" cy="28398"/>
          </a:xfrm>
          <a:prstGeom prst="ellipse">
            <a:avLst/>
          </a:prstGeom>
          <a:solidFill>
            <a:srgbClr val="7F8C97">
              <a:alpha val="48000"/>
            </a:srgbClr>
          </a:solidFill>
          <a:ln w="0">
            <a:noFill/>
            <a:prstDash val="solid"/>
          </a:ln>
        </p:spPr>
      </p:sp>
      <p:sp>
        <p:nvSpPr>
          <p:cNvPr id="1385" name="01_find_only_1384">
            <a:extLst>
              <a:ext uri="{FF2B5EF4-FFF2-40B4-BE49-F238E27FC236}">
                <a16:creationId xmlns:a16="http://schemas.microsoft.com/office/drawing/2014/main" id="{32C78615-4CF0-401B-84C4-5D3165427F65}"/>
              </a:ext>
            </a:extLst>
          </p:cNvPr>
          <p:cNvSpPr>
            <a:spLocks noGrp="1"/>
          </p:cNvSpPr>
          <p:nvPr/>
        </p:nvSpPr>
        <p:spPr>
          <a:xfrm>
            <a:off x="4146808" y="2855402"/>
            <a:ext cx="28398" cy="28398"/>
          </a:xfrm>
          <a:prstGeom prst="ellipse">
            <a:avLst/>
          </a:prstGeom>
          <a:solidFill>
            <a:srgbClr val="7F8C97">
              <a:alpha val="48000"/>
            </a:srgbClr>
          </a:solidFill>
          <a:ln w="0">
            <a:noFill/>
            <a:prstDash val="solid"/>
          </a:ln>
        </p:spPr>
      </p:sp>
      <p:sp>
        <p:nvSpPr>
          <p:cNvPr id="1386" name="01_find_only_1385">
            <a:extLst>
              <a:ext uri="{FF2B5EF4-FFF2-40B4-BE49-F238E27FC236}">
                <a16:creationId xmlns:a16="http://schemas.microsoft.com/office/drawing/2014/main" id="{0F38565E-5B8D-43AD-A74E-3E2C2D0712BB}"/>
              </a:ext>
            </a:extLst>
          </p:cNvPr>
          <p:cNvSpPr>
            <a:spLocks noGrp="1"/>
          </p:cNvSpPr>
          <p:nvPr/>
        </p:nvSpPr>
        <p:spPr>
          <a:xfrm>
            <a:off x="4156060" y="3314828"/>
            <a:ext cx="28398" cy="28398"/>
          </a:xfrm>
          <a:prstGeom prst="ellipse">
            <a:avLst/>
          </a:prstGeom>
          <a:solidFill>
            <a:srgbClr val="7F8C97">
              <a:alpha val="48000"/>
            </a:srgbClr>
          </a:solidFill>
          <a:ln w="0">
            <a:noFill/>
            <a:prstDash val="solid"/>
          </a:ln>
        </p:spPr>
      </p:sp>
      <p:sp>
        <p:nvSpPr>
          <p:cNvPr id="1387" name="01_find_only_1386">
            <a:extLst>
              <a:ext uri="{FF2B5EF4-FFF2-40B4-BE49-F238E27FC236}">
                <a16:creationId xmlns:a16="http://schemas.microsoft.com/office/drawing/2014/main" id="{930FFD39-0AC5-46B2-A0C4-F04D40691E91}"/>
              </a:ext>
            </a:extLst>
          </p:cNvPr>
          <p:cNvSpPr>
            <a:spLocks noGrp="1"/>
          </p:cNvSpPr>
          <p:nvPr/>
        </p:nvSpPr>
        <p:spPr>
          <a:xfrm>
            <a:off x="4140417" y="2855402"/>
            <a:ext cx="28398" cy="28398"/>
          </a:xfrm>
          <a:prstGeom prst="ellipse">
            <a:avLst/>
          </a:prstGeom>
          <a:solidFill>
            <a:srgbClr val="7F8C97">
              <a:alpha val="48000"/>
            </a:srgbClr>
          </a:solidFill>
          <a:ln w="0">
            <a:noFill/>
            <a:prstDash val="solid"/>
          </a:ln>
        </p:spPr>
      </p:sp>
      <p:sp>
        <p:nvSpPr>
          <p:cNvPr id="1388" name="01_find_only_1387">
            <a:extLst>
              <a:ext uri="{FF2B5EF4-FFF2-40B4-BE49-F238E27FC236}">
                <a16:creationId xmlns:a16="http://schemas.microsoft.com/office/drawing/2014/main" id="{7C923442-CBF2-47AF-BE72-48EF126D1DD9}"/>
              </a:ext>
            </a:extLst>
          </p:cNvPr>
          <p:cNvSpPr>
            <a:spLocks noGrp="1"/>
          </p:cNvSpPr>
          <p:nvPr/>
        </p:nvSpPr>
        <p:spPr>
          <a:xfrm>
            <a:off x="4150528" y="3727163"/>
            <a:ext cx="28398" cy="28398"/>
          </a:xfrm>
          <a:prstGeom prst="ellipse">
            <a:avLst/>
          </a:prstGeom>
          <a:solidFill>
            <a:srgbClr val="7F8C97">
              <a:alpha val="48000"/>
            </a:srgbClr>
          </a:solidFill>
          <a:ln w="0">
            <a:noFill/>
            <a:prstDash val="solid"/>
          </a:ln>
        </p:spPr>
      </p:sp>
      <p:sp>
        <p:nvSpPr>
          <p:cNvPr id="1389" name="01_find_only_1388">
            <a:extLst>
              <a:ext uri="{FF2B5EF4-FFF2-40B4-BE49-F238E27FC236}">
                <a16:creationId xmlns:a16="http://schemas.microsoft.com/office/drawing/2014/main" id="{822583FE-29F3-43AE-BA6D-C5629A69B02C}"/>
              </a:ext>
            </a:extLst>
          </p:cNvPr>
          <p:cNvSpPr>
            <a:spLocks noGrp="1"/>
          </p:cNvSpPr>
          <p:nvPr/>
        </p:nvSpPr>
        <p:spPr>
          <a:xfrm>
            <a:off x="4154248" y="3761128"/>
            <a:ext cx="28398" cy="28398"/>
          </a:xfrm>
          <a:prstGeom prst="ellipse">
            <a:avLst/>
          </a:prstGeom>
          <a:solidFill>
            <a:srgbClr val="7F8C97">
              <a:alpha val="48000"/>
            </a:srgbClr>
          </a:solidFill>
          <a:ln w="0">
            <a:noFill/>
            <a:prstDash val="solid"/>
          </a:ln>
        </p:spPr>
      </p:sp>
      <p:sp>
        <p:nvSpPr>
          <p:cNvPr id="1390" name="01_find_only_1389">
            <a:extLst>
              <a:ext uri="{FF2B5EF4-FFF2-40B4-BE49-F238E27FC236}">
                <a16:creationId xmlns:a16="http://schemas.microsoft.com/office/drawing/2014/main" id="{F91E993D-62BD-4492-B915-1C2FA44E5413}"/>
              </a:ext>
            </a:extLst>
          </p:cNvPr>
          <p:cNvSpPr>
            <a:spLocks noGrp="1"/>
          </p:cNvSpPr>
          <p:nvPr/>
        </p:nvSpPr>
        <p:spPr>
          <a:xfrm>
            <a:off x="4213480" y="3912082"/>
            <a:ext cx="28398" cy="28398"/>
          </a:xfrm>
          <a:prstGeom prst="ellipse">
            <a:avLst/>
          </a:prstGeom>
          <a:solidFill>
            <a:srgbClr val="7F8C97">
              <a:alpha val="48000"/>
            </a:srgbClr>
          </a:solidFill>
          <a:ln w="0">
            <a:noFill/>
            <a:prstDash val="solid"/>
          </a:ln>
        </p:spPr>
      </p:sp>
      <p:sp>
        <p:nvSpPr>
          <p:cNvPr id="1391" name="01_find_only_1390">
            <a:extLst>
              <a:ext uri="{FF2B5EF4-FFF2-40B4-BE49-F238E27FC236}">
                <a16:creationId xmlns:a16="http://schemas.microsoft.com/office/drawing/2014/main" id="{F4406F7A-CA30-4724-AC9B-8918BD3458D9}"/>
              </a:ext>
            </a:extLst>
          </p:cNvPr>
          <p:cNvSpPr>
            <a:spLocks noGrp="1"/>
          </p:cNvSpPr>
          <p:nvPr/>
        </p:nvSpPr>
        <p:spPr>
          <a:xfrm>
            <a:off x="4173038" y="2855402"/>
            <a:ext cx="28398" cy="28398"/>
          </a:xfrm>
          <a:prstGeom prst="ellipse">
            <a:avLst/>
          </a:prstGeom>
          <a:solidFill>
            <a:srgbClr val="7F8C97">
              <a:alpha val="48000"/>
            </a:srgbClr>
          </a:solidFill>
          <a:ln w="0">
            <a:noFill/>
            <a:prstDash val="solid"/>
          </a:ln>
        </p:spPr>
      </p:sp>
      <p:sp>
        <p:nvSpPr>
          <p:cNvPr id="1392" name="01_find_only_1391">
            <a:extLst>
              <a:ext uri="{FF2B5EF4-FFF2-40B4-BE49-F238E27FC236}">
                <a16:creationId xmlns:a16="http://schemas.microsoft.com/office/drawing/2014/main" id="{493C250A-7375-4366-B3CA-ED6E593AD9EF}"/>
              </a:ext>
            </a:extLst>
          </p:cNvPr>
          <p:cNvSpPr>
            <a:spLocks noGrp="1"/>
          </p:cNvSpPr>
          <p:nvPr/>
        </p:nvSpPr>
        <p:spPr>
          <a:xfrm>
            <a:off x="4141944" y="3806414"/>
            <a:ext cx="28398" cy="28398"/>
          </a:xfrm>
          <a:prstGeom prst="ellipse">
            <a:avLst/>
          </a:prstGeom>
          <a:solidFill>
            <a:srgbClr val="7F8C97">
              <a:alpha val="48000"/>
            </a:srgbClr>
          </a:solidFill>
          <a:ln w="0">
            <a:noFill/>
            <a:prstDash val="solid"/>
          </a:ln>
        </p:spPr>
      </p:sp>
      <p:sp>
        <p:nvSpPr>
          <p:cNvPr id="1393" name="01_find_only_1392">
            <a:extLst>
              <a:ext uri="{FF2B5EF4-FFF2-40B4-BE49-F238E27FC236}">
                <a16:creationId xmlns:a16="http://schemas.microsoft.com/office/drawing/2014/main" id="{494A5D99-1565-476D-AB99-A3E1FA33595B}"/>
              </a:ext>
            </a:extLst>
          </p:cNvPr>
          <p:cNvSpPr>
            <a:spLocks noGrp="1"/>
          </p:cNvSpPr>
          <p:nvPr/>
        </p:nvSpPr>
        <p:spPr>
          <a:xfrm>
            <a:off x="4155774" y="3172406"/>
            <a:ext cx="28398" cy="28398"/>
          </a:xfrm>
          <a:prstGeom prst="ellipse">
            <a:avLst/>
          </a:prstGeom>
          <a:solidFill>
            <a:srgbClr val="7F8C97">
              <a:alpha val="48000"/>
            </a:srgbClr>
          </a:solidFill>
          <a:ln w="0">
            <a:noFill/>
            <a:prstDash val="solid"/>
          </a:ln>
        </p:spPr>
      </p:sp>
      <p:sp>
        <p:nvSpPr>
          <p:cNvPr id="1394" name="01_find_only_1393">
            <a:extLst>
              <a:ext uri="{FF2B5EF4-FFF2-40B4-BE49-F238E27FC236}">
                <a16:creationId xmlns:a16="http://schemas.microsoft.com/office/drawing/2014/main" id="{360AC5B3-CA43-4CCD-BD6C-57186DEA998C}"/>
              </a:ext>
            </a:extLst>
          </p:cNvPr>
          <p:cNvSpPr>
            <a:spLocks noGrp="1"/>
          </p:cNvSpPr>
          <p:nvPr/>
        </p:nvSpPr>
        <p:spPr>
          <a:xfrm>
            <a:off x="4208520" y="3743013"/>
            <a:ext cx="28398" cy="28398"/>
          </a:xfrm>
          <a:prstGeom prst="ellipse">
            <a:avLst/>
          </a:prstGeom>
          <a:solidFill>
            <a:srgbClr val="7F8C97">
              <a:alpha val="48000"/>
            </a:srgbClr>
          </a:solidFill>
          <a:ln w="0">
            <a:noFill/>
            <a:prstDash val="solid"/>
          </a:ln>
        </p:spPr>
      </p:sp>
      <p:sp>
        <p:nvSpPr>
          <p:cNvPr id="1395" name="01_find_only_1394">
            <a:extLst>
              <a:ext uri="{FF2B5EF4-FFF2-40B4-BE49-F238E27FC236}">
                <a16:creationId xmlns:a16="http://schemas.microsoft.com/office/drawing/2014/main" id="{C15B4A72-9F60-43FA-A2B9-2DD66B566BD4}"/>
              </a:ext>
            </a:extLst>
          </p:cNvPr>
          <p:cNvSpPr>
            <a:spLocks noGrp="1"/>
          </p:cNvSpPr>
          <p:nvPr/>
        </p:nvSpPr>
        <p:spPr>
          <a:xfrm>
            <a:off x="4190493" y="3278074"/>
            <a:ext cx="28398" cy="28398"/>
          </a:xfrm>
          <a:prstGeom prst="ellipse">
            <a:avLst/>
          </a:prstGeom>
          <a:solidFill>
            <a:srgbClr val="7F8C97">
              <a:alpha val="48000"/>
            </a:srgbClr>
          </a:solidFill>
          <a:ln w="0">
            <a:noFill/>
            <a:prstDash val="solid"/>
          </a:ln>
        </p:spPr>
      </p:sp>
      <p:sp>
        <p:nvSpPr>
          <p:cNvPr id="1396" name="01_find_only_1395">
            <a:extLst>
              <a:ext uri="{FF2B5EF4-FFF2-40B4-BE49-F238E27FC236}">
                <a16:creationId xmlns:a16="http://schemas.microsoft.com/office/drawing/2014/main" id="{A9B78432-7155-466D-BBD3-A49042374437}"/>
              </a:ext>
            </a:extLst>
          </p:cNvPr>
          <p:cNvSpPr>
            <a:spLocks noGrp="1"/>
          </p:cNvSpPr>
          <p:nvPr/>
        </p:nvSpPr>
        <p:spPr>
          <a:xfrm>
            <a:off x="4208138" y="3559855"/>
            <a:ext cx="28398" cy="28398"/>
          </a:xfrm>
          <a:prstGeom prst="ellipse">
            <a:avLst/>
          </a:prstGeom>
          <a:solidFill>
            <a:srgbClr val="7F8C97">
              <a:alpha val="48000"/>
            </a:srgbClr>
          </a:solidFill>
          <a:ln w="0">
            <a:noFill/>
            <a:prstDash val="solid"/>
          </a:ln>
        </p:spPr>
      </p:sp>
      <p:sp>
        <p:nvSpPr>
          <p:cNvPr id="1397" name="01_find_only_1396">
            <a:extLst>
              <a:ext uri="{FF2B5EF4-FFF2-40B4-BE49-F238E27FC236}">
                <a16:creationId xmlns:a16="http://schemas.microsoft.com/office/drawing/2014/main" id="{A365EA64-6E2C-414B-BD5D-DC9B64D50D56}"/>
              </a:ext>
            </a:extLst>
          </p:cNvPr>
          <p:cNvSpPr>
            <a:spLocks noGrp="1"/>
          </p:cNvSpPr>
          <p:nvPr/>
        </p:nvSpPr>
        <p:spPr>
          <a:xfrm>
            <a:off x="4147762" y="3148021"/>
            <a:ext cx="28398" cy="28398"/>
          </a:xfrm>
          <a:prstGeom prst="ellipse">
            <a:avLst/>
          </a:prstGeom>
          <a:solidFill>
            <a:srgbClr val="7F8C97">
              <a:alpha val="48000"/>
            </a:srgbClr>
          </a:solidFill>
          <a:ln w="0">
            <a:noFill/>
            <a:prstDash val="solid"/>
          </a:ln>
        </p:spPr>
      </p:sp>
      <p:sp>
        <p:nvSpPr>
          <p:cNvPr id="1398" name="01_find_only_1397">
            <a:extLst>
              <a:ext uri="{FF2B5EF4-FFF2-40B4-BE49-F238E27FC236}">
                <a16:creationId xmlns:a16="http://schemas.microsoft.com/office/drawing/2014/main" id="{5F7F9516-8778-4E9B-922F-1E12E7A82EF4}"/>
              </a:ext>
            </a:extLst>
          </p:cNvPr>
          <p:cNvSpPr>
            <a:spLocks noGrp="1"/>
          </p:cNvSpPr>
          <p:nvPr/>
        </p:nvSpPr>
        <p:spPr>
          <a:xfrm>
            <a:off x="4165694" y="3423823"/>
            <a:ext cx="28398" cy="28398"/>
          </a:xfrm>
          <a:prstGeom prst="ellipse">
            <a:avLst/>
          </a:prstGeom>
          <a:solidFill>
            <a:srgbClr val="7F8C97">
              <a:alpha val="48000"/>
            </a:srgbClr>
          </a:solidFill>
          <a:ln w="0">
            <a:noFill/>
            <a:prstDash val="solid"/>
          </a:ln>
        </p:spPr>
      </p:sp>
      <p:sp>
        <p:nvSpPr>
          <p:cNvPr id="1399" name="01_find_only_1398">
            <a:extLst>
              <a:ext uri="{FF2B5EF4-FFF2-40B4-BE49-F238E27FC236}">
                <a16:creationId xmlns:a16="http://schemas.microsoft.com/office/drawing/2014/main" id="{6A242B45-F2C4-4671-99F0-186968331515}"/>
              </a:ext>
            </a:extLst>
          </p:cNvPr>
          <p:cNvSpPr>
            <a:spLocks noGrp="1"/>
          </p:cNvSpPr>
          <p:nvPr/>
        </p:nvSpPr>
        <p:spPr>
          <a:xfrm>
            <a:off x="4208806" y="3853185"/>
            <a:ext cx="28398" cy="28398"/>
          </a:xfrm>
          <a:prstGeom prst="ellipse">
            <a:avLst/>
          </a:prstGeom>
          <a:solidFill>
            <a:srgbClr val="7F8C97">
              <a:alpha val="48000"/>
            </a:srgbClr>
          </a:solidFill>
          <a:ln w="0">
            <a:noFill/>
            <a:prstDash val="solid"/>
          </a:ln>
        </p:spPr>
      </p:sp>
      <p:sp>
        <p:nvSpPr>
          <p:cNvPr id="1400" name="01_find_only_1399">
            <a:extLst>
              <a:ext uri="{FF2B5EF4-FFF2-40B4-BE49-F238E27FC236}">
                <a16:creationId xmlns:a16="http://schemas.microsoft.com/office/drawing/2014/main" id="{4194D5AB-F2F4-4A1D-8919-45FFEF2473E0}"/>
              </a:ext>
            </a:extLst>
          </p:cNvPr>
          <p:cNvSpPr>
            <a:spLocks noGrp="1"/>
          </p:cNvSpPr>
          <p:nvPr/>
        </p:nvSpPr>
        <p:spPr>
          <a:xfrm>
            <a:off x="4208901" y="3489410"/>
            <a:ext cx="28398" cy="28398"/>
          </a:xfrm>
          <a:prstGeom prst="ellipse">
            <a:avLst/>
          </a:prstGeom>
          <a:solidFill>
            <a:srgbClr val="7F8C97">
              <a:alpha val="48000"/>
            </a:srgbClr>
          </a:solidFill>
          <a:ln w="0">
            <a:noFill/>
            <a:prstDash val="solid"/>
          </a:ln>
        </p:spPr>
      </p:sp>
      <p:sp>
        <p:nvSpPr>
          <p:cNvPr id="1401" name="01_find_only_1400">
            <a:extLst>
              <a:ext uri="{FF2B5EF4-FFF2-40B4-BE49-F238E27FC236}">
                <a16:creationId xmlns:a16="http://schemas.microsoft.com/office/drawing/2014/main" id="{5E3DC014-CE45-40F4-A5DC-9279F10E6B76}"/>
              </a:ext>
            </a:extLst>
          </p:cNvPr>
          <p:cNvSpPr>
            <a:spLocks noGrp="1"/>
          </p:cNvSpPr>
          <p:nvPr/>
        </p:nvSpPr>
        <p:spPr>
          <a:xfrm>
            <a:off x="4202988" y="2855402"/>
            <a:ext cx="28398" cy="28398"/>
          </a:xfrm>
          <a:prstGeom prst="ellipse">
            <a:avLst/>
          </a:prstGeom>
          <a:solidFill>
            <a:srgbClr val="7F8C97">
              <a:alpha val="48000"/>
            </a:srgbClr>
          </a:solidFill>
          <a:ln w="0">
            <a:noFill/>
            <a:prstDash val="solid"/>
          </a:ln>
        </p:spPr>
      </p:sp>
      <p:sp>
        <p:nvSpPr>
          <p:cNvPr id="1402" name="01_find_only_1401">
            <a:extLst>
              <a:ext uri="{FF2B5EF4-FFF2-40B4-BE49-F238E27FC236}">
                <a16:creationId xmlns:a16="http://schemas.microsoft.com/office/drawing/2014/main" id="{3D05DD76-EE3E-4485-96D9-6678AA0B4D14}"/>
              </a:ext>
            </a:extLst>
          </p:cNvPr>
          <p:cNvSpPr>
            <a:spLocks noGrp="1"/>
          </p:cNvSpPr>
          <p:nvPr/>
        </p:nvSpPr>
        <p:spPr>
          <a:xfrm>
            <a:off x="4211381" y="3489410"/>
            <a:ext cx="28398" cy="28398"/>
          </a:xfrm>
          <a:prstGeom prst="ellipse">
            <a:avLst/>
          </a:prstGeom>
          <a:solidFill>
            <a:srgbClr val="7F8C97">
              <a:alpha val="48000"/>
            </a:srgbClr>
          </a:solidFill>
          <a:ln w="0">
            <a:noFill/>
            <a:prstDash val="solid"/>
          </a:ln>
        </p:spPr>
      </p:sp>
      <p:sp>
        <p:nvSpPr>
          <p:cNvPr id="1403" name="01_find_only_1402">
            <a:extLst>
              <a:ext uri="{FF2B5EF4-FFF2-40B4-BE49-F238E27FC236}">
                <a16:creationId xmlns:a16="http://schemas.microsoft.com/office/drawing/2014/main" id="{36476626-121C-44C8-B2BF-37A3414A7C06}"/>
              </a:ext>
            </a:extLst>
          </p:cNvPr>
          <p:cNvSpPr>
            <a:spLocks noGrp="1"/>
          </p:cNvSpPr>
          <p:nvPr/>
        </p:nvSpPr>
        <p:spPr>
          <a:xfrm>
            <a:off x="4156537" y="3362608"/>
            <a:ext cx="28398" cy="28398"/>
          </a:xfrm>
          <a:prstGeom prst="ellipse">
            <a:avLst/>
          </a:prstGeom>
          <a:solidFill>
            <a:srgbClr val="7F8C97">
              <a:alpha val="48000"/>
            </a:srgbClr>
          </a:solidFill>
          <a:ln w="0">
            <a:noFill/>
            <a:prstDash val="solid"/>
          </a:ln>
        </p:spPr>
      </p:sp>
      <p:sp>
        <p:nvSpPr>
          <p:cNvPr id="1404" name="01_find_only_1403">
            <a:extLst>
              <a:ext uri="{FF2B5EF4-FFF2-40B4-BE49-F238E27FC236}">
                <a16:creationId xmlns:a16="http://schemas.microsoft.com/office/drawing/2014/main" id="{D00EE22E-5A7B-4635-9CD2-1AB3E86FC69D}"/>
              </a:ext>
            </a:extLst>
          </p:cNvPr>
          <p:cNvSpPr>
            <a:spLocks noGrp="1"/>
          </p:cNvSpPr>
          <p:nvPr/>
        </p:nvSpPr>
        <p:spPr>
          <a:xfrm>
            <a:off x="4142134" y="3489410"/>
            <a:ext cx="28398" cy="28398"/>
          </a:xfrm>
          <a:prstGeom prst="ellipse">
            <a:avLst/>
          </a:prstGeom>
          <a:solidFill>
            <a:srgbClr val="7F8C97">
              <a:alpha val="48000"/>
            </a:srgbClr>
          </a:solidFill>
          <a:ln w="0">
            <a:noFill/>
            <a:prstDash val="solid"/>
          </a:ln>
        </p:spPr>
      </p:sp>
      <p:sp>
        <p:nvSpPr>
          <p:cNvPr id="1405" name="01_find_only_1404">
            <a:extLst>
              <a:ext uri="{FF2B5EF4-FFF2-40B4-BE49-F238E27FC236}">
                <a16:creationId xmlns:a16="http://schemas.microsoft.com/office/drawing/2014/main" id="{61701392-42C9-45CE-B89B-D77D40C92AF8}"/>
              </a:ext>
            </a:extLst>
          </p:cNvPr>
          <p:cNvSpPr>
            <a:spLocks noGrp="1"/>
          </p:cNvSpPr>
          <p:nvPr/>
        </p:nvSpPr>
        <p:spPr>
          <a:xfrm>
            <a:off x="4197646" y="4123418"/>
            <a:ext cx="28398" cy="28398"/>
          </a:xfrm>
          <a:prstGeom prst="ellipse">
            <a:avLst/>
          </a:prstGeom>
          <a:solidFill>
            <a:srgbClr val="7F8C97">
              <a:alpha val="48000"/>
            </a:srgbClr>
          </a:solidFill>
          <a:ln w="0">
            <a:noFill/>
            <a:prstDash val="solid"/>
          </a:ln>
        </p:spPr>
      </p:sp>
      <p:sp>
        <p:nvSpPr>
          <p:cNvPr id="1406" name="01_find_only_1405">
            <a:extLst>
              <a:ext uri="{FF2B5EF4-FFF2-40B4-BE49-F238E27FC236}">
                <a16:creationId xmlns:a16="http://schemas.microsoft.com/office/drawing/2014/main" id="{AEC3B0C7-025C-4B2B-95C6-E45C870BFCEF}"/>
              </a:ext>
            </a:extLst>
          </p:cNvPr>
          <p:cNvSpPr>
            <a:spLocks noGrp="1"/>
          </p:cNvSpPr>
          <p:nvPr/>
        </p:nvSpPr>
        <p:spPr>
          <a:xfrm>
            <a:off x="4137651" y="2855402"/>
            <a:ext cx="28398" cy="28398"/>
          </a:xfrm>
          <a:prstGeom prst="ellipse">
            <a:avLst/>
          </a:prstGeom>
          <a:solidFill>
            <a:srgbClr val="7F8C97">
              <a:alpha val="48000"/>
            </a:srgbClr>
          </a:solidFill>
          <a:ln w="0">
            <a:noFill/>
            <a:prstDash val="solid"/>
          </a:ln>
        </p:spPr>
      </p:sp>
      <p:sp>
        <p:nvSpPr>
          <p:cNvPr id="1407" name="01_find_only_1406">
            <a:extLst>
              <a:ext uri="{FF2B5EF4-FFF2-40B4-BE49-F238E27FC236}">
                <a16:creationId xmlns:a16="http://schemas.microsoft.com/office/drawing/2014/main" id="{391AABCD-EF5D-445D-B105-DF9E32E9EE4D}"/>
              </a:ext>
            </a:extLst>
          </p:cNvPr>
          <p:cNvSpPr>
            <a:spLocks noGrp="1"/>
          </p:cNvSpPr>
          <p:nvPr/>
        </p:nvSpPr>
        <p:spPr>
          <a:xfrm>
            <a:off x="4143660" y="4123418"/>
            <a:ext cx="28398" cy="28398"/>
          </a:xfrm>
          <a:prstGeom prst="ellipse">
            <a:avLst/>
          </a:prstGeom>
          <a:solidFill>
            <a:srgbClr val="7F8C97">
              <a:alpha val="48000"/>
            </a:srgbClr>
          </a:solidFill>
          <a:ln w="0">
            <a:noFill/>
            <a:prstDash val="solid"/>
          </a:ln>
        </p:spPr>
      </p:sp>
      <p:sp>
        <p:nvSpPr>
          <p:cNvPr id="1408" name="01_find_only_1407">
            <a:extLst>
              <a:ext uri="{FF2B5EF4-FFF2-40B4-BE49-F238E27FC236}">
                <a16:creationId xmlns:a16="http://schemas.microsoft.com/office/drawing/2014/main" id="{51DBF055-72AC-4781-9E6E-6B2B59ABB1C9}"/>
              </a:ext>
            </a:extLst>
          </p:cNvPr>
          <p:cNvSpPr>
            <a:spLocks noGrp="1"/>
          </p:cNvSpPr>
          <p:nvPr/>
        </p:nvSpPr>
        <p:spPr>
          <a:xfrm>
            <a:off x="4200031" y="3330908"/>
            <a:ext cx="28398" cy="28398"/>
          </a:xfrm>
          <a:prstGeom prst="ellipse">
            <a:avLst/>
          </a:prstGeom>
          <a:solidFill>
            <a:srgbClr val="7F8C97">
              <a:alpha val="48000"/>
            </a:srgbClr>
          </a:solidFill>
          <a:ln w="0">
            <a:noFill/>
            <a:prstDash val="solid"/>
          </a:ln>
        </p:spPr>
      </p:sp>
      <p:sp>
        <p:nvSpPr>
          <p:cNvPr id="1409" name="01_find_only_1408">
            <a:extLst>
              <a:ext uri="{FF2B5EF4-FFF2-40B4-BE49-F238E27FC236}">
                <a16:creationId xmlns:a16="http://schemas.microsoft.com/office/drawing/2014/main" id="{5E6821FF-E4C7-4764-A0E4-069731044184}"/>
              </a:ext>
            </a:extLst>
          </p:cNvPr>
          <p:cNvSpPr>
            <a:spLocks noGrp="1"/>
          </p:cNvSpPr>
          <p:nvPr/>
        </p:nvSpPr>
        <p:spPr>
          <a:xfrm>
            <a:off x="4138510" y="2855402"/>
            <a:ext cx="28398" cy="28398"/>
          </a:xfrm>
          <a:prstGeom prst="ellipse">
            <a:avLst/>
          </a:prstGeom>
          <a:solidFill>
            <a:srgbClr val="7F8C97">
              <a:alpha val="48000"/>
            </a:srgbClr>
          </a:solidFill>
          <a:ln w="0">
            <a:noFill/>
            <a:prstDash val="solid"/>
          </a:ln>
        </p:spPr>
      </p:sp>
      <p:sp>
        <p:nvSpPr>
          <p:cNvPr id="1410" name="01_find_only_1409">
            <a:extLst>
              <a:ext uri="{FF2B5EF4-FFF2-40B4-BE49-F238E27FC236}">
                <a16:creationId xmlns:a16="http://schemas.microsoft.com/office/drawing/2014/main" id="{4934BDD0-2EFC-44FD-B544-F8229850A3DB}"/>
              </a:ext>
            </a:extLst>
          </p:cNvPr>
          <p:cNvSpPr>
            <a:spLocks noGrp="1"/>
          </p:cNvSpPr>
          <p:nvPr/>
        </p:nvSpPr>
        <p:spPr>
          <a:xfrm>
            <a:off x="4218344" y="3489410"/>
            <a:ext cx="28398" cy="28398"/>
          </a:xfrm>
          <a:prstGeom prst="ellipse">
            <a:avLst/>
          </a:prstGeom>
          <a:solidFill>
            <a:srgbClr val="7F8C97">
              <a:alpha val="48000"/>
            </a:srgbClr>
          </a:solidFill>
          <a:ln w="0">
            <a:noFill/>
            <a:prstDash val="solid"/>
          </a:ln>
        </p:spPr>
      </p:sp>
      <p:sp>
        <p:nvSpPr>
          <p:cNvPr id="1411" name="01_find_only_1410">
            <a:extLst>
              <a:ext uri="{FF2B5EF4-FFF2-40B4-BE49-F238E27FC236}">
                <a16:creationId xmlns:a16="http://schemas.microsoft.com/office/drawing/2014/main" id="{C5DBE8AF-B9B6-4DCF-88D5-FB441C2B780B}"/>
              </a:ext>
            </a:extLst>
          </p:cNvPr>
          <p:cNvSpPr>
            <a:spLocks noGrp="1"/>
          </p:cNvSpPr>
          <p:nvPr/>
        </p:nvSpPr>
        <p:spPr>
          <a:xfrm>
            <a:off x="4203751" y="3700746"/>
            <a:ext cx="28398" cy="28398"/>
          </a:xfrm>
          <a:prstGeom prst="ellipse">
            <a:avLst/>
          </a:prstGeom>
          <a:solidFill>
            <a:srgbClr val="7F8C97">
              <a:alpha val="48000"/>
            </a:srgbClr>
          </a:solidFill>
          <a:ln w="0">
            <a:noFill/>
            <a:prstDash val="solid"/>
          </a:ln>
        </p:spPr>
      </p:sp>
      <p:sp>
        <p:nvSpPr>
          <p:cNvPr id="1412" name="01_find_only_1411">
            <a:extLst>
              <a:ext uri="{FF2B5EF4-FFF2-40B4-BE49-F238E27FC236}">
                <a16:creationId xmlns:a16="http://schemas.microsoft.com/office/drawing/2014/main" id="{EF1748D4-A881-49C1-8E28-0F7D6435452B}"/>
              </a:ext>
            </a:extLst>
          </p:cNvPr>
          <p:cNvSpPr>
            <a:spLocks noGrp="1"/>
          </p:cNvSpPr>
          <p:nvPr/>
        </p:nvSpPr>
        <p:spPr>
          <a:xfrm>
            <a:off x="4169223" y="3489410"/>
            <a:ext cx="28398" cy="28398"/>
          </a:xfrm>
          <a:prstGeom prst="ellipse">
            <a:avLst/>
          </a:prstGeom>
          <a:solidFill>
            <a:srgbClr val="7F8C97">
              <a:alpha val="48000"/>
            </a:srgbClr>
          </a:solidFill>
          <a:ln w="0">
            <a:noFill/>
            <a:prstDash val="solid"/>
          </a:ln>
        </p:spPr>
      </p:sp>
      <p:sp>
        <p:nvSpPr>
          <p:cNvPr id="1413" name="01_find_only_1412">
            <a:extLst>
              <a:ext uri="{FF2B5EF4-FFF2-40B4-BE49-F238E27FC236}">
                <a16:creationId xmlns:a16="http://schemas.microsoft.com/office/drawing/2014/main" id="{E6608C8C-3DB6-4EE6-93BD-E6F2F5538A7A}"/>
              </a:ext>
            </a:extLst>
          </p:cNvPr>
          <p:cNvSpPr>
            <a:spLocks noGrp="1"/>
          </p:cNvSpPr>
          <p:nvPr/>
        </p:nvSpPr>
        <p:spPr>
          <a:xfrm>
            <a:off x="4153103" y="2855402"/>
            <a:ext cx="28398" cy="28398"/>
          </a:xfrm>
          <a:prstGeom prst="ellipse">
            <a:avLst/>
          </a:prstGeom>
          <a:solidFill>
            <a:srgbClr val="7F8C97">
              <a:alpha val="48000"/>
            </a:srgbClr>
          </a:solidFill>
          <a:ln w="0">
            <a:noFill/>
            <a:prstDash val="solid"/>
          </a:ln>
        </p:spPr>
      </p:sp>
      <p:sp>
        <p:nvSpPr>
          <p:cNvPr id="1414" name="01_find_only_1413">
            <a:extLst>
              <a:ext uri="{FF2B5EF4-FFF2-40B4-BE49-F238E27FC236}">
                <a16:creationId xmlns:a16="http://schemas.microsoft.com/office/drawing/2014/main" id="{96F63A57-06F3-46CD-8B61-EE5E73F3CFCA}"/>
              </a:ext>
            </a:extLst>
          </p:cNvPr>
          <p:cNvSpPr>
            <a:spLocks noGrp="1"/>
          </p:cNvSpPr>
          <p:nvPr/>
        </p:nvSpPr>
        <p:spPr>
          <a:xfrm>
            <a:off x="4216913" y="3168997"/>
            <a:ext cx="28398" cy="28398"/>
          </a:xfrm>
          <a:prstGeom prst="ellipse">
            <a:avLst/>
          </a:prstGeom>
          <a:solidFill>
            <a:srgbClr val="7F8C97">
              <a:alpha val="48000"/>
            </a:srgbClr>
          </a:solidFill>
          <a:ln w="0">
            <a:noFill/>
            <a:prstDash val="solid"/>
          </a:ln>
        </p:spPr>
      </p:sp>
      <p:sp>
        <p:nvSpPr>
          <p:cNvPr id="1415" name="01_find_only_1414">
            <a:extLst>
              <a:ext uri="{FF2B5EF4-FFF2-40B4-BE49-F238E27FC236}">
                <a16:creationId xmlns:a16="http://schemas.microsoft.com/office/drawing/2014/main" id="{F8B3E4A4-2583-4BCB-BB98-B9ADC4FD20CC}"/>
              </a:ext>
            </a:extLst>
          </p:cNvPr>
          <p:cNvSpPr>
            <a:spLocks noGrp="1"/>
          </p:cNvSpPr>
          <p:nvPr/>
        </p:nvSpPr>
        <p:spPr>
          <a:xfrm>
            <a:off x="4221015" y="3217692"/>
            <a:ext cx="28398" cy="28398"/>
          </a:xfrm>
          <a:prstGeom prst="ellipse">
            <a:avLst/>
          </a:prstGeom>
          <a:solidFill>
            <a:srgbClr val="7F8C97">
              <a:alpha val="48000"/>
            </a:srgbClr>
          </a:solidFill>
          <a:ln w="0">
            <a:noFill/>
            <a:prstDash val="solid"/>
          </a:ln>
        </p:spPr>
      </p:sp>
      <p:sp>
        <p:nvSpPr>
          <p:cNvPr id="1416" name="01_find_only_1415">
            <a:extLst>
              <a:ext uri="{FF2B5EF4-FFF2-40B4-BE49-F238E27FC236}">
                <a16:creationId xmlns:a16="http://schemas.microsoft.com/office/drawing/2014/main" id="{B00A10CE-1FD1-4F07-81D2-168249BD0C31}"/>
              </a:ext>
            </a:extLst>
          </p:cNvPr>
          <p:cNvSpPr>
            <a:spLocks noGrp="1"/>
          </p:cNvSpPr>
          <p:nvPr/>
        </p:nvSpPr>
        <p:spPr>
          <a:xfrm>
            <a:off x="4186391" y="2855402"/>
            <a:ext cx="28398" cy="28398"/>
          </a:xfrm>
          <a:prstGeom prst="ellipse">
            <a:avLst/>
          </a:prstGeom>
          <a:solidFill>
            <a:srgbClr val="7F8C97">
              <a:alpha val="48000"/>
            </a:srgbClr>
          </a:solidFill>
          <a:ln w="0">
            <a:noFill/>
            <a:prstDash val="solid"/>
          </a:ln>
        </p:spPr>
      </p:sp>
      <p:sp>
        <p:nvSpPr>
          <p:cNvPr id="1417" name="01_find_only_1416">
            <a:extLst>
              <a:ext uri="{FF2B5EF4-FFF2-40B4-BE49-F238E27FC236}">
                <a16:creationId xmlns:a16="http://schemas.microsoft.com/office/drawing/2014/main" id="{0BDB444D-C24F-47CA-BCF7-0A863EED8F88}"/>
              </a:ext>
            </a:extLst>
          </p:cNvPr>
          <p:cNvSpPr>
            <a:spLocks noGrp="1"/>
          </p:cNvSpPr>
          <p:nvPr/>
        </p:nvSpPr>
        <p:spPr>
          <a:xfrm>
            <a:off x="4208138" y="3489410"/>
            <a:ext cx="28398" cy="28398"/>
          </a:xfrm>
          <a:prstGeom prst="ellipse">
            <a:avLst/>
          </a:prstGeom>
          <a:solidFill>
            <a:srgbClr val="7F8C97">
              <a:alpha val="48000"/>
            </a:srgbClr>
          </a:solidFill>
          <a:ln w="0">
            <a:noFill/>
            <a:prstDash val="solid"/>
          </a:ln>
        </p:spPr>
      </p:sp>
      <p:sp>
        <p:nvSpPr>
          <p:cNvPr id="1418" name="01_find_only_1417">
            <a:extLst>
              <a:ext uri="{FF2B5EF4-FFF2-40B4-BE49-F238E27FC236}">
                <a16:creationId xmlns:a16="http://schemas.microsoft.com/office/drawing/2014/main" id="{90452EB2-08F0-4A22-92AD-4A744C55F69A}"/>
              </a:ext>
            </a:extLst>
          </p:cNvPr>
          <p:cNvSpPr>
            <a:spLocks noGrp="1"/>
          </p:cNvSpPr>
          <p:nvPr/>
        </p:nvSpPr>
        <p:spPr>
          <a:xfrm>
            <a:off x="4141276" y="2855402"/>
            <a:ext cx="28398" cy="28398"/>
          </a:xfrm>
          <a:prstGeom prst="ellipse">
            <a:avLst/>
          </a:prstGeom>
          <a:solidFill>
            <a:srgbClr val="7F8C97">
              <a:alpha val="48000"/>
            </a:srgbClr>
          </a:solidFill>
          <a:ln w="0">
            <a:noFill/>
            <a:prstDash val="solid"/>
          </a:ln>
        </p:spPr>
      </p:sp>
      <p:sp>
        <p:nvSpPr>
          <p:cNvPr id="1419" name="01_find_only_1418">
            <a:extLst>
              <a:ext uri="{FF2B5EF4-FFF2-40B4-BE49-F238E27FC236}">
                <a16:creationId xmlns:a16="http://schemas.microsoft.com/office/drawing/2014/main" id="{9D97109C-E715-4E66-BF92-639BA3822E00}"/>
              </a:ext>
            </a:extLst>
          </p:cNvPr>
          <p:cNvSpPr>
            <a:spLocks noGrp="1"/>
          </p:cNvSpPr>
          <p:nvPr/>
        </p:nvSpPr>
        <p:spPr>
          <a:xfrm>
            <a:off x="4168173" y="2855402"/>
            <a:ext cx="28398" cy="28398"/>
          </a:xfrm>
          <a:prstGeom prst="ellipse">
            <a:avLst/>
          </a:prstGeom>
          <a:solidFill>
            <a:srgbClr val="7F8C97">
              <a:alpha val="48000"/>
            </a:srgbClr>
          </a:solidFill>
          <a:ln w="0">
            <a:noFill/>
            <a:prstDash val="solid"/>
          </a:ln>
        </p:spPr>
      </p:sp>
      <p:sp>
        <p:nvSpPr>
          <p:cNvPr id="1420" name="01_find_only_1419">
            <a:extLst>
              <a:ext uri="{FF2B5EF4-FFF2-40B4-BE49-F238E27FC236}">
                <a16:creationId xmlns:a16="http://schemas.microsoft.com/office/drawing/2014/main" id="{60D4A873-4A5F-478B-954F-95B339FDB2CA}"/>
              </a:ext>
            </a:extLst>
          </p:cNvPr>
          <p:cNvSpPr>
            <a:spLocks noGrp="1"/>
          </p:cNvSpPr>
          <p:nvPr/>
        </p:nvSpPr>
        <p:spPr>
          <a:xfrm>
            <a:off x="4202225" y="3579982"/>
            <a:ext cx="28398" cy="28398"/>
          </a:xfrm>
          <a:prstGeom prst="ellipse">
            <a:avLst/>
          </a:prstGeom>
          <a:solidFill>
            <a:srgbClr val="7F8C97">
              <a:alpha val="48000"/>
            </a:srgbClr>
          </a:solidFill>
          <a:ln w="0">
            <a:noFill/>
            <a:prstDash val="solid"/>
          </a:ln>
        </p:spPr>
      </p:sp>
      <p:sp>
        <p:nvSpPr>
          <p:cNvPr id="1421" name="01_find_only_1420">
            <a:extLst>
              <a:ext uri="{FF2B5EF4-FFF2-40B4-BE49-F238E27FC236}">
                <a16:creationId xmlns:a16="http://schemas.microsoft.com/office/drawing/2014/main" id="{11112DC7-93DD-402F-B40B-9A0FC1CDF002}"/>
              </a:ext>
            </a:extLst>
          </p:cNvPr>
          <p:cNvSpPr>
            <a:spLocks noGrp="1"/>
          </p:cNvSpPr>
          <p:nvPr/>
        </p:nvSpPr>
        <p:spPr>
          <a:xfrm>
            <a:off x="4135458" y="2855402"/>
            <a:ext cx="28398" cy="28398"/>
          </a:xfrm>
          <a:prstGeom prst="ellipse">
            <a:avLst/>
          </a:prstGeom>
          <a:solidFill>
            <a:srgbClr val="7F8C97">
              <a:alpha val="48000"/>
            </a:srgbClr>
          </a:solidFill>
          <a:ln w="0">
            <a:noFill/>
            <a:prstDash val="solid"/>
          </a:ln>
        </p:spPr>
      </p:sp>
      <p:sp>
        <p:nvSpPr>
          <p:cNvPr id="1422" name="01_find_only_1421">
            <a:extLst>
              <a:ext uri="{FF2B5EF4-FFF2-40B4-BE49-F238E27FC236}">
                <a16:creationId xmlns:a16="http://schemas.microsoft.com/office/drawing/2014/main" id="{54E42D27-3DBA-41DA-A348-F96E497282AD}"/>
              </a:ext>
            </a:extLst>
          </p:cNvPr>
          <p:cNvSpPr>
            <a:spLocks noGrp="1"/>
          </p:cNvSpPr>
          <p:nvPr/>
        </p:nvSpPr>
        <p:spPr>
          <a:xfrm>
            <a:off x="4132024" y="2855402"/>
            <a:ext cx="28398" cy="28398"/>
          </a:xfrm>
          <a:prstGeom prst="ellipse">
            <a:avLst/>
          </a:prstGeom>
          <a:solidFill>
            <a:srgbClr val="7F8C97">
              <a:alpha val="48000"/>
            </a:srgbClr>
          </a:solidFill>
          <a:ln w="0">
            <a:noFill/>
            <a:prstDash val="solid"/>
          </a:ln>
        </p:spPr>
      </p:sp>
      <p:sp>
        <p:nvSpPr>
          <p:cNvPr id="1423" name="01_find_only_1422">
            <a:extLst>
              <a:ext uri="{FF2B5EF4-FFF2-40B4-BE49-F238E27FC236}">
                <a16:creationId xmlns:a16="http://schemas.microsoft.com/office/drawing/2014/main" id="{3565DDB4-059B-4BC1-9ECC-A91A2F72EE5E}"/>
              </a:ext>
            </a:extLst>
          </p:cNvPr>
          <p:cNvSpPr>
            <a:spLocks noGrp="1"/>
          </p:cNvSpPr>
          <p:nvPr/>
        </p:nvSpPr>
        <p:spPr>
          <a:xfrm>
            <a:off x="4188394" y="3066738"/>
            <a:ext cx="28398" cy="28398"/>
          </a:xfrm>
          <a:prstGeom prst="ellipse">
            <a:avLst/>
          </a:prstGeom>
          <a:solidFill>
            <a:srgbClr val="7F8C97">
              <a:alpha val="48000"/>
            </a:srgbClr>
          </a:solidFill>
          <a:ln w="0">
            <a:noFill/>
            <a:prstDash val="solid"/>
          </a:ln>
        </p:spPr>
      </p:sp>
      <p:sp>
        <p:nvSpPr>
          <p:cNvPr id="1424" name="01_find_only_1423">
            <a:extLst>
              <a:ext uri="{FF2B5EF4-FFF2-40B4-BE49-F238E27FC236}">
                <a16:creationId xmlns:a16="http://schemas.microsoft.com/office/drawing/2014/main" id="{A2876AED-46B0-43B3-9DBC-AE8ECE24A055}"/>
              </a:ext>
            </a:extLst>
          </p:cNvPr>
          <p:cNvSpPr>
            <a:spLocks noGrp="1"/>
          </p:cNvSpPr>
          <p:nvPr/>
        </p:nvSpPr>
        <p:spPr>
          <a:xfrm>
            <a:off x="4216341" y="2855402"/>
            <a:ext cx="28398" cy="28398"/>
          </a:xfrm>
          <a:prstGeom prst="ellipse">
            <a:avLst/>
          </a:prstGeom>
          <a:solidFill>
            <a:srgbClr val="7F8C97">
              <a:alpha val="48000"/>
            </a:srgbClr>
          </a:solidFill>
          <a:ln w="0">
            <a:noFill/>
            <a:prstDash val="solid"/>
          </a:ln>
        </p:spPr>
      </p:sp>
      <p:sp>
        <p:nvSpPr>
          <p:cNvPr id="1425" name="01_find_only_1424">
            <a:extLst>
              <a:ext uri="{FF2B5EF4-FFF2-40B4-BE49-F238E27FC236}">
                <a16:creationId xmlns:a16="http://schemas.microsoft.com/office/drawing/2014/main" id="{57BB15A3-8AF9-464D-8953-372008A6BC44}"/>
              </a:ext>
            </a:extLst>
          </p:cNvPr>
          <p:cNvSpPr>
            <a:spLocks noGrp="1"/>
          </p:cNvSpPr>
          <p:nvPr/>
        </p:nvSpPr>
        <p:spPr>
          <a:xfrm>
            <a:off x="4127827" y="3489410"/>
            <a:ext cx="28398" cy="28398"/>
          </a:xfrm>
          <a:prstGeom prst="ellipse">
            <a:avLst/>
          </a:prstGeom>
          <a:solidFill>
            <a:srgbClr val="7F8C97">
              <a:alpha val="48000"/>
            </a:srgbClr>
          </a:solidFill>
          <a:ln w="0">
            <a:noFill/>
            <a:prstDash val="solid"/>
          </a:ln>
        </p:spPr>
      </p:sp>
      <p:sp>
        <p:nvSpPr>
          <p:cNvPr id="1426" name="01_find_only_1425">
            <a:extLst>
              <a:ext uri="{FF2B5EF4-FFF2-40B4-BE49-F238E27FC236}">
                <a16:creationId xmlns:a16="http://schemas.microsoft.com/office/drawing/2014/main" id="{24C9EB03-15A8-4C1A-9B27-15CED16274A4}"/>
              </a:ext>
            </a:extLst>
          </p:cNvPr>
          <p:cNvSpPr>
            <a:spLocks noGrp="1"/>
          </p:cNvSpPr>
          <p:nvPr/>
        </p:nvSpPr>
        <p:spPr>
          <a:xfrm>
            <a:off x="4165121" y="2855402"/>
            <a:ext cx="28398" cy="28398"/>
          </a:xfrm>
          <a:prstGeom prst="ellipse">
            <a:avLst/>
          </a:prstGeom>
          <a:solidFill>
            <a:srgbClr val="7F8C97">
              <a:alpha val="48000"/>
            </a:srgbClr>
          </a:solidFill>
          <a:ln w="0">
            <a:noFill/>
            <a:prstDash val="solid"/>
          </a:ln>
        </p:spPr>
      </p:sp>
      <p:sp>
        <p:nvSpPr>
          <p:cNvPr id="1427" name="01_find_only_1426">
            <a:extLst>
              <a:ext uri="{FF2B5EF4-FFF2-40B4-BE49-F238E27FC236}">
                <a16:creationId xmlns:a16="http://schemas.microsoft.com/office/drawing/2014/main" id="{C3967B54-64DC-4555-82A3-73B38DFEBF01}"/>
              </a:ext>
            </a:extLst>
          </p:cNvPr>
          <p:cNvSpPr>
            <a:spLocks noGrp="1"/>
          </p:cNvSpPr>
          <p:nvPr/>
        </p:nvSpPr>
        <p:spPr>
          <a:xfrm>
            <a:off x="4195739" y="4123418"/>
            <a:ext cx="28398" cy="28398"/>
          </a:xfrm>
          <a:prstGeom prst="ellipse">
            <a:avLst/>
          </a:prstGeom>
          <a:solidFill>
            <a:srgbClr val="7F8C97">
              <a:alpha val="48000"/>
            </a:srgbClr>
          </a:solidFill>
          <a:ln w="0">
            <a:noFill/>
            <a:prstDash val="solid"/>
          </a:ln>
        </p:spPr>
      </p:sp>
      <p:sp>
        <p:nvSpPr>
          <p:cNvPr id="1428" name="01_find_only_1427">
            <a:extLst>
              <a:ext uri="{FF2B5EF4-FFF2-40B4-BE49-F238E27FC236}">
                <a16:creationId xmlns:a16="http://schemas.microsoft.com/office/drawing/2014/main" id="{DC3A954A-D286-4F45-BD48-27E9BC22C4CC}"/>
              </a:ext>
            </a:extLst>
          </p:cNvPr>
          <p:cNvSpPr>
            <a:spLocks noGrp="1"/>
          </p:cNvSpPr>
          <p:nvPr/>
        </p:nvSpPr>
        <p:spPr>
          <a:xfrm>
            <a:off x="4167124" y="4123418"/>
            <a:ext cx="28398" cy="28398"/>
          </a:xfrm>
          <a:prstGeom prst="ellipse">
            <a:avLst/>
          </a:prstGeom>
          <a:solidFill>
            <a:srgbClr val="7F8C97">
              <a:alpha val="48000"/>
            </a:srgbClr>
          </a:solidFill>
          <a:ln w="0">
            <a:noFill/>
            <a:prstDash val="solid"/>
          </a:ln>
        </p:spPr>
      </p:sp>
      <p:sp>
        <p:nvSpPr>
          <p:cNvPr id="1429" name="01_find_only_1428">
            <a:extLst>
              <a:ext uri="{FF2B5EF4-FFF2-40B4-BE49-F238E27FC236}">
                <a16:creationId xmlns:a16="http://schemas.microsoft.com/office/drawing/2014/main" id="{9A6C300B-E07E-400B-85C5-7B75E4253AD1}"/>
              </a:ext>
            </a:extLst>
          </p:cNvPr>
          <p:cNvSpPr>
            <a:spLocks noGrp="1"/>
          </p:cNvSpPr>
          <p:nvPr/>
        </p:nvSpPr>
        <p:spPr>
          <a:xfrm>
            <a:off x="4151005" y="3785280"/>
            <a:ext cx="28398" cy="28398"/>
          </a:xfrm>
          <a:prstGeom prst="ellipse">
            <a:avLst/>
          </a:prstGeom>
          <a:solidFill>
            <a:srgbClr val="7F8C97">
              <a:alpha val="48000"/>
            </a:srgbClr>
          </a:solidFill>
          <a:ln w="0">
            <a:noFill/>
            <a:prstDash val="solid"/>
          </a:ln>
        </p:spPr>
      </p:sp>
      <p:sp>
        <p:nvSpPr>
          <p:cNvPr id="1430" name="01_find_only_1429">
            <a:extLst>
              <a:ext uri="{FF2B5EF4-FFF2-40B4-BE49-F238E27FC236}">
                <a16:creationId xmlns:a16="http://schemas.microsoft.com/office/drawing/2014/main" id="{BCD4B461-132B-4B0C-89D1-FC66C73CE15E}"/>
              </a:ext>
            </a:extLst>
          </p:cNvPr>
          <p:cNvSpPr>
            <a:spLocks noGrp="1"/>
          </p:cNvSpPr>
          <p:nvPr/>
        </p:nvSpPr>
        <p:spPr>
          <a:xfrm>
            <a:off x="4188013" y="3383742"/>
            <a:ext cx="28398" cy="28398"/>
          </a:xfrm>
          <a:prstGeom prst="ellipse">
            <a:avLst/>
          </a:prstGeom>
          <a:solidFill>
            <a:srgbClr val="7F8C97">
              <a:alpha val="48000"/>
            </a:srgbClr>
          </a:solidFill>
          <a:ln w="0">
            <a:noFill/>
            <a:prstDash val="solid"/>
          </a:ln>
        </p:spPr>
      </p:sp>
      <p:sp>
        <p:nvSpPr>
          <p:cNvPr id="1431" name="01_find_only_1430">
            <a:extLst>
              <a:ext uri="{FF2B5EF4-FFF2-40B4-BE49-F238E27FC236}">
                <a16:creationId xmlns:a16="http://schemas.microsoft.com/office/drawing/2014/main" id="{478E6A5A-0CF8-48DE-BB59-239B56770662}"/>
              </a:ext>
            </a:extLst>
          </p:cNvPr>
          <p:cNvSpPr>
            <a:spLocks noGrp="1"/>
          </p:cNvSpPr>
          <p:nvPr/>
        </p:nvSpPr>
        <p:spPr>
          <a:xfrm>
            <a:off x="4184961" y="3489410"/>
            <a:ext cx="28398" cy="28398"/>
          </a:xfrm>
          <a:prstGeom prst="ellipse">
            <a:avLst/>
          </a:prstGeom>
          <a:solidFill>
            <a:srgbClr val="7F8C97">
              <a:alpha val="48000"/>
            </a:srgbClr>
          </a:solidFill>
          <a:ln w="0">
            <a:noFill/>
            <a:prstDash val="solid"/>
          </a:ln>
        </p:spPr>
      </p:sp>
      <p:sp>
        <p:nvSpPr>
          <p:cNvPr id="1432" name="01_find_only_1431">
            <a:extLst>
              <a:ext uri="{FF2B5EF4-FFF2-40B4-BE49-F238E27FC236}">
                <a16:creationId xmlns:a16="http://schemas.microsoft.com/office/drawing/2014/main" id="{BDAE67CD-9A14-4050-BA01-55996A240621}"/>
              </a:ext>
            </a:extLst>
          </p:cNvPr>
          <p:cNvSpPr>
            <a:spLocks noGrp="1"/>
          </p:cNvSpPr>
          <p:nvPr/>
        </p:nvSpPr>
        <p:spPr>
          <a:xfrm>
            <a:off x="4173419" y="2855402"/>
            <a:ext cx="28398" cy="28398"/>
          </a:xfrm>
          <a:prstGeom prst="ellipse">
            <a:avLst/>
          </a:prstGeom>
          <a:solidFill>
            <a:srgbClr val="7F8C97">
              <a:alpha val="48000"/>
            </a:srgbClr>
          </a:solidFill>
          <a:ln w="0">
            <a:noFill/>
            <a:prstDash val="solid"/>
          </a:ln>
        </p:spPr>
      </p:sp>
      <p:sp>
        <p:nvSpPr>
          <p:cNvPr id="1433" name="01_find_only_1432">
            <a:extLst>
              <a:ext uri="{FF2B5EF4-FFF2-40B4-BE49-F238E27FC236}">
                <a16:creationId xmlns:a16="http://schemas.microsoft.com/office/drawing/2014/main" id="{76B954C0-B4A7-4B7E-9B39-89A11B52E853}"/>
              </a:ext>
            </a:extLst>
          </p:cNvPr>
          <p:cNvSpPr>
            <a:spLocks noGrp="1"/>
          </p:cNvSpPr>
          <p:nvPr/>
        </p:nvSpPr>
        <p:spPr>
          <a:xfrm>
            <a:off x="4182671" y="2855402"/>
            <a:ext cx="28398" cy="28398"/>
          </a:xfrm>
          <a:prstGeom prst="ellipse">
            <a:avLst/>
          </a:prstGeom>
          <a:solidFill>
            <a:srgbClr val="7F8C97">
              <a:alpha val="48000"/>
            </a:srgbClr>
          </a:solidFill>
          <a:ln w="0">
            <a:noFill/>
            <a:prstDash val="solid"/>
          </a:ln>
        </p:spPr>
      </p:sp>
      <p:sp>
        <p:nvSpPr>
          <p:cNvPr id="1434" name="01_find_only_1433">
            <a:extLst>
              <a:ext uri="{FF2B5EF4-FFF2-40B4-BE49-F238E27FC236}">
                <a16:creationId xmlns:a16="http://schemas.microsoft.com/office/drawing/2014/main" id="{2FE78D98-9B36-43DF-ACDA-530E22F5AEC6}"/>
              </a:ext>
            </a:extLst>
          </p:cNvPr>
          <p:cNvSpPr>
            <a:spLocks noGrp="1"/>
          </p:cNvSpPr>
          <p:nvPr/>
        </p:nvSpPr>
        <p:spPr>
          <a:xfrm>
            <a:off x="4155297" y="4123418"/>
            <a:ext cx="28398" cy="28398"/>
          </a:xfrm>
          <a:prstGeom prst="ellipse">
            <a:avLst/>
          </a:prstGeom>
          <a:solidFill>
            <a:srgbClr val="7F8C97">
              <a:alpha val="48000"/>
            </a:srgbClr>
          </a:solidFill>
          <a:ln w="0">
            <a:noFill/>
            <a:prstDash val="solid"/>
          </a:ln>
        </p:spPr>
      </p:sp>
      <p:sp>
        <p:nvSpPr>
          <p:cNvPr id="1435" name="01_find_only_1434">
            <a:extLst>
              <a:ext uri="{FF2B5EF4-FFF2-40B4-BE49-F238E27FC236}">
                <a16:creationId xmlns:a16="http://schemas.microsoft.com/office/drawing/2014/main" id="{5C47EC54-CBB2-42AB-97E3-8EA7035B17BB}"/>
              </a:ext>
            </a:extLst>
          </p:cNvPr>
          <p:cNvSpPr>
            <a:spLocks noGrp="1"/>
          </p:cNvSpPr>
          <p:nvPr/>
        </p:nvSpPr>
        <p:spPr>
          <a:xfrm>
            <a:off x="4176662" y="3489410"/>
            <a:ext cx="28398" cy="28398"/>
          </a:xfrm>
          <a:prstGeom prst="ellipse">
            <a:avLst/>
          </a:prstGeom>
          <a:solidFill>
            <a:srgbClr val="7F8C97">
              <a:alpha val="48000"/>
            </a:srgbClr>
          </a:solidFill>
          <a:ln w="0">
            <a:noFill/>
            <a:prstDash val="solid"/>
          </a:ln>
        </p:spPr>
      </p:sp>
      <p:sp>
        <p:nvSpPr>
          <p:cNvPr id="1436" name="01_find_only_1435">
            <a:extLst>
              <a:ext uri="{FF2B5EF4-FFF2-40B4-BE49-F238E27FC236}">
                <a16:creationId xmlns:a16="http://schemas.microsoft.com/office/drawing/2014/main" id="{22EBFADC-014A-47E2-9709-BE8C53257FCA}"/>
              </a:ext>
            </a:extLst>
          </p:cNvPr>
          <p:cNvSpPr>
            <a:spLocks noGrp="1"/>
          </p:cNvSpPr>
          <p:nvPr/>
        </p:nvSpPr>
        <p:spPr>
          <a:xfrm>
            <a:off x="4156251" y="3109005"/>
            <a:ext cx="28398" cy="28398"/>
          </a:xfrm>
          <a:prstGeom prst="ellipse">
            <a:avLst/>
          </a:prstGeom>
          <a:solidFill>
            <a:srgbClr val="7F8C97">
              <a:alpha val="48000"/>
            </a:srgbClr>
          </a:solidFill>
          <a:ln w="0">
            <a:noFill/>
            <a:prstDash val="solid"/>
          </a:ln>
        </p:spPr>
      </p:sp>
      <p:sp>
        <p:nvSpPr>
          <p:cNvPr id="1437" name="01_find_only_1436">
            <a:extLst>
              <a:ext uri="{FF2B5EF4-FFF2-40B4-BE49-F238E27FC236}">
                <a16:creationId xmlns:a16="http://schemas.microsoft.com/office/drawing/2014/main" id="{98BB2ACD-B99E-47BA-8FDF-EA88BE1E5696}"/>
              </a:ext>
            </a:extLst>
          </p:cNvPr>
          <p:cNvSpPr>
            <a:spLocks noGrp="1"/>
          </p:cNvSpPr>
          <p:nvPr/>
        </p:nvSpPr>
        <p:spPr>
          <a:xfrm>
            <a:off x="4164644" y="3806414"/>
            <a:ext cx="28398" cy="28398"/>
          </a:xfrm>
          <a:prstGeom prst="ellipse">
            <a:avLst/>
          </a:prstGeom>
          <a:solidFill>
            <a:srgbClr val="7F8C97">
              <a:alpha val="48000"/>
            </a:srgbClr>
          </a:solidFill>
          <a:ln w="0">
            <a:noFill/>
            <a:prstDash val="solid"/>
          </a:ln>
        </p:spPr>
      </p:sp>
      <p:sp>
        <p:nvSpPr>
          <p:cNvPr id="1438" name="01_find_only_1437">
            <a:extLst>
              <a:ext uri="{FF2B5EF4-FFF2-40B4-BE49-F238E27FC236}">
                <a16:creationId xmlns:a16="http://schemas.microsoft.com/office/drawing/2014/main" id="{BA5890CB-87D0-484B-B414-AF6ECA0B509D}"/>
              </a:ext>
            </a:extLst>
          </p:cNvPr>
          <p:cNvSpPr>
            <a:spLocks noGrp="1"/>
          </p:cNvSpPr>
          <p:nvPr/>
        </p:nvSpPr>
        <p:spPr>
          <a:xfrm>
            <a:off x="4205849" y="4032845"/>
            <a:ext cx="28398" cy="28398"/>
          </a:xfrm>
          <a:prstGeom prst="ellipse">
            <a:avLst/>
          </a:prstGeom>
          <a:solidFill>
            <a:srgbClr val="7F8C97">
              <a:alpha val="48000"/>
            </a:srgbClr>
          </a:solidFill>
          <a:ln w="0">
            <a:noFill/>
            <a:prstDash val="solid"/>
          </a:ln>
        </p:spPr>
      </p:sp>
      <p:sp>
        <p:nvSpPr>
          <p:cNvPr id="1439" name="01_find_only_1438">
            <a:extLst>
              <a:ext uri="{FF2B5EF4-FFF2-40B4-BE49-F238E27FC236}">
                <a16:creationId xmlns:a16="http://schemas.microsoft.com/office/drawing/2014/main" id="{2D36E780-54E7-4A76-882C-B40C122121F3}"/>
              </a:ext>
            </a:extLst>
          </p:cNvPr>
          <p:cNvSpPr>
            <a:spLocks noGrp="1"/>
          </p:cNvSpPr>
          <p:nvPr/>
        </p:nvSpPr>
        <p:spPr>
          <a:xfrm>
            <a:off x="4138319" y="3489410"/>
            <a:ext cx="28398" cy="28398"/>
          </a:xfrm>
          <a:prstGeom prst="ellipse">
            <a:avLst/>
          </a:prstGeom>
          <a:solidFill>
            <a:srgbClr val="7F8C97">
              <a:alpha val="48000"/>
            </a:srgbClr>
          </a:solidFill>
          <a:ln w="0">
            <a:noFill/>
            <a:prstDash val="solid"/>
          </a:ln>
        </p:spPr>
      </p:sp>
      <p:sp>
        <p:nvSpPr>
          <p:cNvPr id="1440" name="01_find_only_1439">
            <a:extLst>
              <a:ext uri="{FF2B5EF4-FFF2-40B4-BE49-F238E27FC236}">
                <a16:creationId xmlns:a16="http://schemas.microsoft.com/office/drawing/2014/main" id="{40E8F97E-F086-401A-BADC-BF903CC612B1}"/>
              </a:ext>
            </a:extLst>
          </p:cNvPr>
          <p:cNvSpPr>
            <a:spLocks noGrp="1"/>
          </p:cNvSpPr>
          <p:nvPr/>
        </p:nvSpPr>
        <p:spPr>
          <a:xfrm>
            <a:off x="4142707" y="3700746"/>
            <a:ext cx="28398" cy="28398"/>
          </a:xfrm>
          <a:prstGeom prst="ellipse">
            <a:avLst/>
          </a:prstGeom>
          <a:solidFill>
            <a:srgbClr val="7F8C97">
              <a:alpha val="48000"/>
            </a:srgbClr>
          </a:solidFill>
          <a:ln w="0">
            <a:noFill/>
            <a:prstDash val="solid"/>
          </a:ln>
        </p:spPr>
      </p:sp>
      <p:sp>
        <p:nvSpPr>
          <p:cNvPr id="1441" name="01_find_only_1440">
            <a:extLst>
              <a:ext uri="{FF2B5EF4-FFF2-40B4-BE49-F238E27FC236}">
                <a16:creationId xmlns:a16="http://schemas.microsoft.com/office/drawing/2014/main" id="{7353241F-D6A9-4906-836F-F6769C90A1BB}"/>
              </a:ext>
            </a:extLst>
          </p:cNvPr>
          <p:cNvSpPr>
            <a:spLocks noGrp="1"/>
          </p:cNvSpPr>
          <p:nvPr/>
        </p:nvSpPr>
        <p:spPr>
          <a:xfrm>
            <a:off x="4182385" y="2855402"/>
            <a:ext cx="28398" cy="28398"/>
          </a:xfrm>
          <a:prstGeom prst="ellipse">
            <a:avLst/>
          </a:prstGeom>
          <a:solidFill>
            <a:srgbClr val="7F8C97">
              <a:alpha val="48000"/>
            </a:srgbClr>
          </a:solidFill>
          <a:ln w="0">
            <a:noFill/>
            <a:prstDash val="solid"/>
          </a:ln>
        </p:spPr>
      </p:sp>
      <p:sp>
        <p:nvSpPr>
          <p:cNvPr id="1442" name="01_find_only_1441">
            <a:extLst>
              <a:ext uri="{FF2B5EF4-FFF2-40B4-BE49-F238E27FC236}">
                <a16:creationId xmlns:a16="http://schemas.microsoft.com/office/drawing/2014/main" id="{2CC2F39D-9BF3-4D17-B9ED-0168E7EC7D4D}"/>
              </a:ext>
            </a:extLst>
          </p:cNvPr>
          <p:cNvSpPr>
            <a:spLocks noGrp="1"/>
          </p:cNvSpPr>
          <p:nvPr/>
        </p:nvSpPr>
        <p:spPr>
          <a:xfrm>
            <a:off x="4181527" y="3278074"/>
            <a:ext cx="28398" cy="28398"/>
          </a:xfrm>
          <a:prstGeom prst="ellipse">
            <a:avLst/>
          </a:prstGeom>
          <a:solidFill>
            <a:srgbClr val="7F8C97">
              <a:alpha val="48000"/>
            </a:srgbClr>
          </a:solidFill>
          <a:ln w="0">
            <a:noFill/>
            <a:prstDash val="solid"/>
          </a:ln>
        </p:spPr>
      </p:sp>
      <p:sp>
        <p:nvSpPr>
          <p:cNvPr id="1443" name="01_find_only_1442">
            <a:extLst>
              <a:ext uri="{FF2B5EF4-FFF2-40B4-BE49-F238E27FC236}">
                <a16:creationId xmlns:a16="http://schemas.microsoft.com/office/drawing/2014/main" id="{CAA11967-0A4F-4B41-B8A2-C50A8CFAE14D}"/>
              </a:ext>
            </a:extLst>
          </p:cNvPr>
          <p:cNvSpPr>
            <a:spLocks noGrp="1"/>
          </p:cNvSpPr>
          <p:nvPr/>
        </p:nvSpPr>
        <p:spPr>
          <a:xfrm>
            <a:off x="4212526" y="3489410"/>
            <a:ext cx="28398" cy="28398"/>
          </a:xfrm>
          <a:prstGeom prst="ellipse">
            <a:avLst/>
          </a:prstGeom>
          <a:solidFill>
            <a:srgbClr val="7F8C97">
              <a:alpha val="48000"/>
            </a:srgbClr>
          </a:solidFill>
          <a:ln w="0">
            <a:noFill/>
            <a:prstDash val="solid"/>
          </a:ln>
        </p:spPr>
      </p:sp>
      <p:sp>
        <p:nvSpPr>
          <p:cNvPr id="1444" name="01_find_only_1443">
            <a:extLst>
              <a:ext uri="{FF2B5EF4-FFF2-40B4-BE49-F238E27FC236}">
                <a16:creationId xmlns:a16="http://schemas.microsoft.com/office/drawing/2014/main" id="{6B95027A-5E69-47BC-B7A6-B111789D474A}"/>
              </a:ext>
            </a:extLst>
          </p:cNvPr>
          <p:cNvSpPr>
            <a:spLocks noGrp="1"/>
          </p:cNvSpPr>
          <p:nvPr/>
        </p:nvSpPr>
        <p:spPr>
          <a:xfrm>
            <a:off x="4198123" y="2855402"/>
            <a:ext cx="28398" cy="28398"/>
          </a:xfrm>
          <a:prstGeom prst="ellipse">
            <a:avLst/>
          </a:prstGeom>
          <a:solidFill>
            <a:srgbClr val="7F8C97">
              <a:alpha val="48000"/>
            </a:srgbClr>
          </a:solidFill>
          <a:ln w="0">
            <a:noFill/>
            <a:prstDash val="solid"/>
          </a:ln>
        </p:spPr>
      </p:sp>
      <p:sp>
        <p:nvSpPr>
          <p:cNvPr id="1445" name="01_find_only_1444">
            <a:extLst>
              <a:ext uri="{FF2B5EF4-FFF2-40B4-BE49-F238E27FC236}">
                <a16:creationId xmlns:a16="http://schemas.microsoft.com/office/drawing/2014/main" id="{45A3445D-61B7-4BA2-A544-25A6E2B589A0}"/>
              </a:ext>
            </a:extLst>
          </p:cNvPr>
          <p:cNvSpPr>
            <a:spLocks noGrp="1"/>
          </p:cNvSpPr>
          <p:nvPr/>
        </p:nvSpPr>
        <p:spPr>
          <a:xfrm>
            <a:off x="4139273" y="4123418"/>
            <a:ext cx="28398" cy="28398"/>
          </a:xfrm>
          <a:prstGeom prst="ellipse">
            <a:avLst/>
          </a:prstGeom>
          <a:solidFill>
            <a:srgbClr val="7F8C97">
              <a:alpha val="48000"/>
            </a:srgbClr>
          </a:solidFill>
          <a:ln w="0">
            <a:noFill/>
            <a:prstDash val="solid"/>
          </a:ln>
        </p:spPr>
      </p:sp>
      <p:sp>
        <p:nvSpPr>
          <p:cNvPr id="1446" name="01_find_only_1445">
            <a:extLst>
              <a:ext uri="{FF2B5EF4-FFF2-40B4-BE49-F238E27FC236}">
                <a16:creationId xmlns:a16="http://schemas.microsoft.com/office/drawing/2014/main" id="{F1A0E0A7-2687-45A5-8E1C-93EE66A21D13}"/>
              </a:ext>
            </a:extLst>
          </p:cNvPr>
          <p:cNvSpPr>
            <a:spLocks noGrp="1"/>
          </p:cNvSpPr>
          <p:nvPr/>
        </p:nvSpPr>
        <p:spPr>
          <a:xfrm>
            <a:off x="4153103" y="3217692"/>
            <a:ext cx="28398" cy="28398"/>
          </a:xfrm>
          <a:prstGeom prst="ellipse">
            <a:avLst/>
          </a:prstGeom>
          <a:solidFill>
            <a:srgbClr val="7F8C97">
              <a:alpha val="48000"/>
            </a:srgbClr>
          </a:solidFill>
          <a:ln w="0">
            <a:noFill/>
            <a:prstDash val="solid"/>
          </a:ln>
        </p:spPr>
      </p:sp>
      <p:sp>
        <p:nvSpPr>
          <p:cNvPr id="1447" name="01_find_only_1446">
            <a:extLst>
              <a:ext uri="{FF2B5EF4-FFF2-40B4-BE49-F238E27FC236}">
                <a16:creationId xmlns:a16="http://schemas.microsoft.com/office/drawing/2014/main" id="{AB0DD939-DC15-481B-A946-FBABD98326CB}"/>
              </a:ext>
            </a:extLst>
          </p:cNvPr>
          <p:cNvSpPr>
            <a:spLocks noGrp="1"/>
          </p:cNvSpPr>
          <p:nvPr/>
        </p:nvSpPr>
        <p:spPr>
          <a:xfrm>
            <a:off x="4190970" y="3278074"/>
            <a:ext cx="28398" cy="28398"/>
          </a:xfrm>
          <a:prstGeom prst="ellipse">
            <a:avLst/>
          </a:prstGeom>
          <a:solidFill>
            <a:srgbClr val="7F8C97">
              <a:alpha val="48000"/>
            </a:srgbClr>
          </a:solidFill>
          <a:ln w="0">
            <a:noFill/>
            <a:prstDash val="solid"/>
          </a:ln>
        </p:spPr>
      </p:sp>
      <p:sp>
        <p:nvSpPr>
          <p:cNvPr id="1448" name="01_find_only_1447">
            <a:extLst>
              <a:ext uri="{FF2B5EF4-FFF2-40B4-BE49-F238E27FC236}">
                <a16:creationId xmlns:a16="http://schemas.microsoft.com/office/drawing/2014/main" id="{4061ADFE-20EE-4A86-9D78-C6AA57E3916E}"/>
              </a:ext>
            </a:extLst>
          </p:cNvPr>
          <p:cNvSpPr>
            <a:spLocks noGrp="1"/>
          </p:cNvSpPr>
          <p:nvPr/>
        </p:nvSpPr>
        <p:spPr>
          <a:xfrm>
            <a:off x="4133741" y="2855402"/>
            <a:ext cx="28398" cy="28398"/>
          </a:xfrm>
          <a:prstGeom prst="ellipse">
            <a:avLst/>
          </a:prstGeom>
          <a:solidFill>
            <a:srgbClr val="7F8C97">
              <a:alpha val="48000"/>
            </a:srgbClr>
          </a:solidFill>
          <a:ln w="0">
            <a:noFill/>
            <a:prstDash val="solid"/>
          </a:ln>
        </p:spPr>
      </p:sp>
      <p:sp>
        <p:nvSpPr>
          <p:cNvPr id="1449" name="01_find_only_1448">
            <a:extLst>
              <a:ext uri="{FF2B5EF4-FFF2-40B4-BE49-F238E27FC236}">
                <a16:creationId xmlns:a16="http://schemas.microsoft.com/office/drawing/2014/main" id="{26D4CD1F-D3CC-484B-A7FD-C74796C66DF2}"/>
              </a:ext>
            </a:extLst>
          </p:cNvPr>
          <p:cNvSpPr>
            <a:spLocks noGrp="1"/>
          </p:cNvSpPr>
          <p:nvPr/>
        </p:nvSpPr>
        <p:spPr>
          <a:xfrm>
            <a:off x="4200031" y="3278074"/>
            <a:ext cx="28398" cy="28398"/>
          </a:xfrm>
          <a:prstGeom prst="ellipse">
            <a:avLst/>
          </a:prstGeom>
          <a:solidFill>
            <a:srgbClr val="7F8C97">
              <a:alpha val="48000"/>
            </a:srgbClr>
          </a:solidFill>
          <a:ln w="0">
            <a:noFill/>
            <a:prstDash val="solid"/>
          </a:ln>
        </p:spPr>
      </p:sp>
      <p:sp>
        <p:nvSpPr>
          <p:cNvPr id="1450" name="01_find_only_1449">
            <a:extLst>
              <a:ext uri="{FF2B5EF4-FFF2-40B4-BE49-F238E27FC236}">
                <a16:creationId xmlns:a16="http://schemas.microsoft.com/office/drawing/2014/main" id="{13BB352F-5254-4F32-9458-72E168D618F7}"/>
              </a:ext>
            </a:extLst>
          </p:cNvPr>
          <p:cNvSpPr>
            <a:spLocks noGrp="1"/>
          </p:cNvSpPr>
          <p:nvPr/>
        </p:nvSpPr>
        <p:spPr>
          <a:xfrm>
            <a:off x="4203274" y="2855402"/>
            <a:ext cx="28398" cy="28398"/>
          </a:xfrm>
          <a:prstGeom prst="ellipse">
            <a:avLst/>
          </a:prstGeom>
          <a:solidFill>
            <a:srgbClr val="7F8C97">
              <a:alpha val="48000"/>
            </a:srgbClr>
          </a:solidFill>
          <a:ln w="0">
            <a:noFill/>
            <a:prstDash val="solid"/>
          </a:ln>
        </p:spPr>
      </p:sp>
      <p:sp>
        <p:nvSpPr>
          <p:cNvPr id="1451" name="01_find_only_1450">
            <a:extLst>
              <a:ext uri="{FF2B5EF4-FFF2-40B4-BE49-F238E27FC236}">
                <a16:creationId xmlns:a16="http://schemas.microsoft.com/office/drawing/2014/main" id="{5E62E3D8-CC95-4719-9B64-1F4D4BCD7CB7}"/>
              </a:ext>
            </a:extLst>
          </p:cNvPr>
          <p:cNvSpPr>
            <a:spLocks noGrp="1"/>
          </p:cNvSpPr>
          <p:nvPr/>
        </p:nvSpPr>
        <p:spPr>
          <a:xfrm>
            <a:off x="4193163" y="3172406"/>
            <a:ext cx="28398" cy="28398"/>
          </a:xfrm>
          <a:prstGeom prst="ellipse">
            <a:avLst/>
          </a:prstGeom>
          <a:solidFill>
            <a:srgbClr val="7F8C97">
              <a:alpha val="48000"/>
            </a:srgbClr>
          </a:solidFill>
          <a:ln w="0">
            <a:noFill/>
            <a:prstDash val="solid"/>
          </a:ln>
        </p:spPr>
      </p:sp>
      <p:sp>
        <p:nvSpPr>
          <p:cNvPr id="1452" name="01_find_only_1451">
            <a:extLst>
              <a:ext uri="{FF2B5EF4-FFF2-40B4-BE49-F238E27FC236}">
                <a16:creationId xmlns:a16="http://schemas.microsoft.com/office/drawing/2014/main" id="{46DAF2F3-724A-4CFA-AB37-BEB262DBDFBC}"/>
              </a:ext>
            </a:extLst>
          </p:cNvPr>
          <p:cNvSpPr>
            <a:spLocks noGrp="1"/>
          </p:cNvSpPr>
          <p:nvPr/>
        </p:nvSpPr>
        <p:spPr>
          <a:xfrm>
            <a:off x="4192305" y="2855402"/>
            <a:ext cx="28398" cy="28398"/>
          </a:xfrm>
          <a:prstGeom prst="ellipse">
            <a:avLst/>
          </a:prstGeom>
          <a:solidFill>
            <a:srgbClr val="7F8C97">
              <a:alpha val="48000"/>
            </a:srgbClr>
          </a:solidFill>
          <a:ln w="0">
            <a:noFill/>
            <a:prstDash val="solid"/>
          </a:ln>
        </p:spPr>
      </p:sp>
      <p:sp>
        <p:nvSpPr>
          <p:cNvPr id="1453" name="01_find_only_1452">
            <a:extLst>
              <a:ext uri="{FF2B5EF4-FFF2-40B4-BE49-F238E27FC236}">
                <a16:creationId xmlns:a16="http://schemas.microsoft.com/office/drawing/2014/main" id="{65882875-E9AF-4153-B4FE-F0B24F8D66B7}"/>
              </a:ext>
            </a:extLst>
          </p:cNvPr>
          <p:cNvSpPr>
            <a:spLocks noGrp="1"/>
          </p:cNvSpPr>
          <p:nvPr/>
        </p:nvSpPr>
        <p:spPr>
          <a:xfrm>
            <a:off x="4196406" y="4123418"/>
            <a:ext cx="28398" cy="28398"/>
          </a:xfrm>
          <a:prstGeom prst="ellipse">
            <a:avLst/>
          </a:prstGeom>
          <a:solidFill>
            <a:srgbClr val="7F8C97">
              <a:alpha val="48000"/>
            </a:srgbClr>
          </a:solidFill>
          <a:ln w="0">
            <a:noFill/>
            <a:prstDash val="solid"/>
          </a:ln>
        </p:spPr>
      </p:sp>
      <p:sp>
        <p:nvSpPr>
          <p:cNvPr id="1454" name="01_find_only_1453">
            <a:extLst>
              <a:ext uri="{FF2B5EF4-FFF2-40B4-BE49-F238E27FC236}">
                <a16:creationId xmlns:a16="http://schemas.microsoft.com/office/drawing/2014/main" id="{F8A918AB-0FD8-439B-BDDF-9D36C6AB4048}"/>
              </a:ext>
            </a:extLst>
          </p:cNvPr>
          <p:cNvSpPr>
            <a:spLocks noGrp="1"/>
          </p:cNvSpPr>
          <p:nvPr/>
        </p:nvSpPr>
        <p:spPr>
          <a:xfrm>
            <a:off x="4178379" y="2855402"/>
            <a:ext cx="28398" cy="28398"/>
          </a:xfrm>
          <a:prstGeom prst="ellipse">
            <a:avLst/>
          </a:prstGeom>
          <a:solidFill>
            <a:srgbClr val="7F8C97">
              <a:alpha val="48000"/>
            </a:srgbClr>
          </a:solidFill>
          <a:ln w="0">
            <a:noFill/>
            <a:prstDash val="solid"/>
          </a:ln>
        </p:spPr>
      </p:sp>
      <p:sp>
        <p:nvSpPr>
          <p:cNvPr id="1455" name="01_find_only_1454">
            <a:extLst>
              <a:ext uri="{FF2B5EF4-FFF2-40B4-BE49-F238E27FC236}">
                <a16:creationId xmlns:a16="http://schemas.microsoft.com/office/drawing/2014/main" id="{DC23E70D-D281-43D0-B1C0-CBFD1BBDD17C}"/>
              </a:ext>
            </a:extLst>
          </p:cNvPr>
          <p:cNvSpPr>
            <a:spLocks noGrp="1"/>
          </p:cNvSpPr>
          <p:nvPr/>
        </p:nvSpPr>
        <p:spPr>
          <a:xfrm>
            <a:off x="4128876" y="3489410"/>
            <a:ext cx="28398" cy="28398"/>
          </a:xfrm>
          <a:prstGeom prst="ellipse">
            <a:avLst/>
          </a:prstGeom>
          <a:solidFill>
            <a:srgbClr val="7F8C97">
              <a:alpha val="48000"/>
            </a:srgbClr>
          </a:solidFill>
          <a:ln w="0">
            <a:noFill/>
            <a:prstDash val="solid"/>
          </a:ln>
        </p:spPr>
      </p:sp>
      <p:sp>
        <p:nvSpPr>
          <p:cNvPr id="1456" name="01_find_only_1455">
            <a:extLst>
              <a:ext uri="{FF2B5EF4-FFF2-40B4-BE49-F238E27FC236}">
                <a16:creationId xmlns:a16="http://schemas.microsoft.com/office/drawing/2014/main" id="{AFA8F0EB-65C4-4F37-8C8D-D72F7308F1CF}"/>
              </a:ext>
            </a:extLst>
          </p:cNvPr>
          <p:cNvSpPr>
            <a:spLocks noGrp="1"/>
          </p:cNvSpPr>
          <p:nvPr/>
        </p:nvSpPr>
        <p:spPr>
          <a:xfrm>
            <a:off x="4178189" y="3278074"/>
            <a:ext cx="28398" cy="28398"/>
          </a:xfrm>
          <a:prstGeom prst="ellipse">
            <a:avLst/>
          </a:prstGeom>
          <a:solidFill>
            <a:srgbClr val="7F8C97">
              <a:alpha val="48000"/>
            </a:srgbClr>
          </a:solidFill>
          <a:ln w="0">
            <a:noFill/>
            <a:prstDash val="solid"/>
          </a:ln>
        </p:spPr>
      </p:sp>
      <p:sp>
        <p:nvSpPr>
          <p:cNvPr id="1457" name="01_find_only_1456">
            <a:extLst>
              <a:ext uri="{FF2B5EF4-FFF2-40B4-BE49-F238E27FC236}">
                <a16:creationId xmlns:a16="http://schemas.microsoft.com/office/drawing/2014/main" id="{B05F5AE6-6453-4629-8182-925D60D6B494}"/>
              </a:ext>
            </a:extLst>
          </p:cNvPr>
          <p:cNvSpPr>
            <a:spLocks noGrp="1"/>
          </p:cNvSpPr>
          <p:nvPr/>
        </p:nvSpPr>
        <p:spPr>
          <a:xfrm>
            <a:off x="4141467" y="2855402"/>
            <a:ext cx="28398" cy="28398"/>
          </a:xfrm>
          <a:prstGeom prst="ellipse">
            <a:avLst/>
          </a:prstGeom>
          <a:solidFill>
            <a:srgbClr val="7F8C97">
              <a:alpha val="48000"/>
            </a:srgbClr>
          </a:solidFill>
          <a:ln w="0">
            <a:noFill/>
            <a:prstDash val="solid"/>
          </a:ln>
        </p:spPr>
      </p:sp>
      <p:sp>
        <p:nvSpPr>
          <p:cNvPr id="1458" name="01_find_only_1457">
            <a:extLst>
              <a:ext uri="{FF2B5EF4-FFF2-40B4-BE49-F238E27FC236}">
                <a16:creationId xmlns:a16="http://schemas.microsoft.com/office/drawing/2014/main" id="{3C432365-C629-46DC-8B08-486707652A03}"/>
              </a:ext>
            </a:extLst>
          </p:cNvPr>
          <p:cNvSpPr>
            <a:spLocks noGrp="1"/>
          </p:cNvSpPr>
          <p:nvPr/>
        </p:nvSpPr>
        <p:spPr>
          <a:xfrm>
            <a:off x="4192687" y="3635719"/>
            <a:ext cx="28398" cy="28398"/>
          </a:xfrm>
          <a:prstGeom prst="ellipse">
            <a:avLst/>
          </a:prstGeom>
          <a:solidFill>
            <a:srgbClr val="7F8C97">
              <a:alpha val="48000"/>
            </a:srgbClr>
          </a:solidFill>
          <a:ln w="0">
            <a:noFill/>
            <a:prstDash val="solid"/>
          </a:ln>
        </p:spPr>
      </p:sp>
      <p:sp>
        <p:nvSpPr>
          <p:cNvPr id="1459" name="01_find_only_1458">
            <a:extLst>
              <a:ext uri="{FF2B5EF4-FFF2-40B4-BE49-F238E27FC236}">
                <a16:creationId xmlns:a16="http://schemas.microsoft.com/office/drawing/2014/main" id="{157844C2-71E7-4E2E-80F0-11AEBCA0F2BE}"/>
              </a:ext>
            </a:extLst>
          </p:cNvPr>
          <p:cNvSpPr>
            <a:spLocks noGrp="1"/>
          </p:cNvSpPr>
          <p:nvPr/>
        </p:nvSpPr>
        <p:spPr>
          <a:xfrm>
            <a:off x="4205277" y="3489410"/>
            <a:ext cx="28398" cy="28398"/>
          </a:xfrm>
          <a:prstGeom prst="ellipse">
            <a:avLst/>
          </a:prstGeom>
          <a:solidFill>
            <a:srgbClr val="7F8C97">
              <a:alpha val="48000"/>
            </a:srgbClr>
          </a:solidFill>
          <a:ln w="0">
            <a:noFill/>
            <a:prstDash val="solid"/>
          </a:ln>
        </p:spPr>
      </p:sp>
      <p:sp>
        <p:nvSpPr>
          <p:cNvPr id="1460" name="01_find_only_1459">
            <a:extLst>
              <a:ext uri="{FF2B5EF4-FFF2-40B4-BE49-F238E27FC236}">
                <a16:creationId xmlns:a16="http://schemas.microsoft.com/office/drawing/2014/main" id="{F7361622-0AD2-4E41-A8B4-B6C6CAA7372A}"/>
              </a:ext>
            </a:extLst>
          </p:cNvPr>
          <p:cNvSpPr>
            <a:spLocks noGrp="1"/>
          </p:cNvSpPr>
          <p:nvPr/>
        </p:nvSpPr>
        <p:spPr>
          <a:xfrm>
            <a:off x="4139941" y="2855402"/>
            <a:ext cx="28398" cy="28398"/>
          </a:xfrm>
          <a:prstGeom prst="ellipse">
            <a:avLst/>
          </a:prstGeom>
          <a:solidFill>
            <a:srgbClr val="7F8C97">
              <a:alpha val="48000"/>
            </a:srgbClr>
          </a:solidFill>
          <a:ln w="0">
            <a:noFill/>
            <a:prstDash val="solid"/>
          </a:ln>
        </p:spPr>
      </p:sp>
      <p:sp>
        <p:nvSpPr>
          <p:cNvPr id="1461" name="01_find_only_1460">
            <a:extLst>
              <a:ext uri="{FF2B5EF4-FFF2-40B4-BE49-F238E27FC236}">
                <a16:creationId xmlns:a16="http://schemas.microsoft.com/office/drawing/2014/main" id="{F09CEE74-8C69-4C68-9030-79DF491E0DCA}"/>
              </a:ext>
            </a:extLst>
          </p:cNvPr>
          <p:cNvSpPr>
            <a:spLocks noGrp="1"/>
          </p:cNvSpPr>
          <p:nvPr/>
        </p:nvSpPr>
        <p:spPr>
          <a:xfrm>
            <a:off x="4193545" y="2855402"/>
            <a:ext cx="28398" cy="28398"/>
          </a:xfrm>
          <a:prstGeom prst="ellipse">
            <a:avLst/>
          </a:prstGeom>
          <a:solidFill>
            <a:srgbClr val="7F8C97">
              <a:alpha val="48000"/>
            </a:srgbClr>
          </a:solidFill>
          <a:ln w="0">
            <a:noFill/>
            <a:prstDash val="solid"/>
          </a:ln>
        </p:spPr>
      </p:sp>
      <p:sp>
        <p:nvSpPr>
          <p:cNvPr id="1462" name="01_find_only_1461">
            <a:extLst>
              <a:ext uri="{FF2B5EF4-FFF2-40B4-BE49-F238E27FC236}">
                <a16:creationId xmlns:a16="http://schemas.microsoft.com/office/drawing/2014/main" id="{A80EC69B-A7E8-4F68-B942-70FDAD1537CA}"/>
              </a:ext>
            </a:extLst>
          </p:cNvPr>
          <p:cNvSpPr>
            <a:spLocks noGrp="1"/>
          </p:cNvSpPr>
          <p:nvPr/>
        </p:nvSpPr>
        <p:spPr>
          <a:xfrm>
            <a:off x="4144710" y="3489410"/>
            <a:ext cx="28398" cy="28398"/>
          </a:xfrm>
          <a:prstGeom prst="ellipse">
            <a:avLst/>
          </a:prstGeom>
          <a:solidFill>
            <a:srgbClr val="7F8C97">
              <a:alpha val="48000"/>
            </a:srgbClr>
          </a:solidFill>
          <a:ln w="0">
            <a:noFill/>
            <a:prstDash val="solid"/>
          </a:ln>
        </p:spPr>
      </p:sp>
      <p:sp>
        <p:nvSpPr>
          <p:cNvPr id="1463" name="01_find_only_1462">
            <a:extLst>
              <a:ext uri="{FF2B5EF4-FFF2-40B4-BE49-F238E27FC236}">
                <a16:creationId xmlns:a16="http://schemas.microsoft.com/office/drawing/2014/main" id="{07B2EE98-8131-4103-BF9C-83D3D03C07C9}"/>
              </a:ext>
            </a:extLst>
          </p:cNvPr>
          <p:cNvSpPr>
            <a:spLocks noGrp="1"/>
          </p:cNvSpPr>
          <p:nvPr/>
        </p:nvSpPr>
        <p:spPr>
          <a:xfrm>
            <a:off x="4148906" y="3278074"/>
            <a:ext cx="28398" cy="28398"/>
          </a:xfrm>
          <a:prstGeom prst="ellipse">
            <a:avLst/>
          </a:prstGeom>
          <a:solidFill>
            <a:srgbClr val="7F8C97">
              <a:alpha val="48000"/>
            </a:srgbClr>
          </a:solidFill>
          <a:ln w="0">
            <a:noFill/>
            <a:prstDash val="solid"/>
          </a:ln>
        </p:spPr>
      </p:sp>
      <p:sp>
        <p:nvSpPr>
          <p:cNvPr id="1464" name="01_find_only_1463">
            <a:extLst>
              <a:ext uri="{FF2B5EF4-FFF2-40B4-BE49-F238E27FC236}">
                <a16:creationId xmlns:a16="http://schemas.microsoft.com/office/drawing/2014/main" id="{BF13527D-0EA6-4AAD-A6D8-5B99D14E2312}"/>
              </a:ext>
            </a:extLst>
          </p:cNvPr>
          <p:cNvSpPr>
            <a:spLocks noGrp="1"/>
          </p:cNvSpPr>
          <p:nvPr/>
        </p:nvSpPr>
        <p:spPr>
          <a:xfrm>
            <a:off x="4137556" y="2855402"/>
            <a:ext cx="28398" cy="28398"/>
          </a:xfrm>
          <a:prstGeom prst="ellipse">
            <a:avLst/>
          </a:prstGeom>
          <a:solidFill>
            <a:srgbClr val="7F8C97">
              <a:alpha val="48000"/>
            </a:srgbClr>
          </a:solidFill>
          <a:ln w="0">
            <a:noFill/>
            <a:prstDash val="solid"/>
          </a:ln>
        </p:spPr>
      </p:sp>
      <p:sp>
        <p:nvSpPr>
          <p:cNvPr id="1465" name="01_find_only_1464">
            <a:extLst>
              <a:ext uri="{FF2B5EF4-FFF2-40B4-BE49-F238E27FC236}">
                <a16:creationId xmlns:a16="http://schemas.microsoft.com/office/drawing/2014/main" id="{0830EE26-B0D5-45A2-A517-8EE29122F78C}"/>
              </a:ext>
            </a:extLst>
          </p:cNvPr>
          <p:cNvSpPr>
            <a:spLocks noGrp="1"/>
          </p:cNvSpPr>
          <p:nvPr/>
        </p:nvSpPr>
        <p:spPr>
          <a:xfrm>
            <a:off x="4192496" y="3013904"/>
            <a:ext cx="28398" cy="28398"/>
          </a:xfrm>
          <a:prstGeom prst="ellipse">
            <a:avLst/>
          </a:prstGeom>
          <a:solidFill>
            <a:srgbClr val="7F8C97">
              <a:alpha val="48000"/>
            </a:srgbClr>
          </a:solidFill>
          <a:ln w="0">
            <a:noFill/>
            <a:prstDash val="solid"/>
          </a:ln>
        </p:spPr>
      </p:sp>
      <p:sp>
        <p:nvSpPr>
          <p:cNvPr id="1466" name="01_find_only_1465">
            <a:extLst>
              <a:ext uri="{FF2B5EF4-FFF2-40B4-BE49-F238E27FC236}">
                <a16:creationId xmlns:a16="http://schemas.microsoft.com/office/drawing/2014/main" id="{0B463FC6-8A03-442A-B17F-C5313B3822F3}"/>
              </a:ext>
            </a:extLst>
          </p:cNvPr>
          <p:cNvSpPr>
            <a:spLocks noGrp="1"/>
          </p:cNvSpPr>
          <p:nvPr/>
        </p:nvSpPr>
        <p:spPr>
          <a:xfrm>
            <a:off x="4217104" y="2855402"/>
            <a:ext cx="28398" cy="28398"/>
          </a:xfrm>
          <a:prstGeom prst="ellipse">
            <a:avLst/>
          </a:prstGeom>
          <a:solidFill>
            <a:srgbClr val="7F8C97">
              <a:alpha val="48000"/>
            </a:srgbClr>
          </a:solidFill>
          <a:ln w="0">
            <a:noFill/>
            <a:prstDash val="solid"/>
          </a:ln>
        </p:spPr>
      </p:sp>
      <p:sp>
        <p:nvSpPr>
          <p:cNvPr id="1467" name="01_find_only_1466">
            <a:extLst>
              <a:ext uri="{FF2B5EF4-FFF2-40B4-BE49-F238E27FC236}">
                <a16:creationId xmlns:a16="http://schemas.microsoft.com/office/drawing/2014/main" id="{816C8E1E-30DD-46A8-8361-2472244F5A6D}"/>
              </a:ext>
            </a:extLst>
          </p:cNvPr>
          <p:cNvSpPr>
            <a:spLocks noGrp="1"/>
          </p:cNvSpPr>
          <p:nvPr/>
        </p:nvSpPr>
        <p:spPr>
          <a:xfrm>
            <a:off x="4221206" y="3579982"/>
            <a:ext cx="28398" cy="28398"/>
          </a:xfrm>
          <a:prstGeom prst="ellipse">
            <a:avLst/>
          </a:prstGeom>
          <a:solidFill>
            <a:srgbClr val="7F8C97">
              <a:alpha val="48000"/>
            </a:srgbClr>
          </a:solidFill>
          <a:ln w="0">
            <a:noFill/>
            <a:prstDash val="solid"/>
          </a:ln>
        </p:spPr>
      </p:sp>
      <p:sp>
        <p:nvSpPr>
          <p:cNvPr id="1468" name="01_find_only_1467">
            <a:extLst>
              <a:ext uri="{FF2B5EF4-FFF2-40B4-BE49-F238E27FC236}">
                <a16:creationId xmlns:a16="http://schemas.microsoft.com/office/drawing/2014/main" id="{51130641-F632-4F8E-893C-0540623AF132}"/>
              </a:ext>
            </a:extLst>
          </p:cNvPr>
          <p:cNvSpPr>
            <a:spLocks noGrp="1"/>
          </p:cNvSpPr>
          <p:nvPr/>
        </p:nvSpPr>
        <p:spPr>
          <a:xfrm>
            <a:off x="4162260" y="2855402"/>
            <a:ext cx="28398" cy="28398"/>
          </a:xfrm>
          <a:prstGeom prst="ellipse">
            <a:avLst/>
          </a:prstGeom>
          <a:solidFill>
            <a:srgbClr val="7F8C97">
              <a:alpha val="48000"/>
            </a:srgbClr>
          </a:solidFill>
          <a:ln w="0">
            <a:noFill/>
            <a:prstDash val="solid"/>
          </a:ln>
        </p:spPr>
      </p:sp>
      <p:sp>
        <p:nvSpPr>
          <p:cNvPr id="1469" name="01_find_only_1468">
            <a:extLst>
              <a:ext uri="{FF2B5EF4-FFF2-40B4-BE49-F238E27FC236}">
                <a16:creationId xmlns:a16="http://schemas.microsoft.com/office/drawing/2014/main" id="{36C3C6DB-109A-4E96-8CFA-6D10364B396D}"/>
              </a:ext>
            </a:extLst>
          </p:cNvPr>
          <p:cNvSpPr>
            <a:spLocks noGrp="1"/>
          </p:cNvSpPr>
          <p:nvPr/>
        </p:nvSpPr>
        <p:spPr>
          <a:xfrm>
            <a:off x="4197265" y="3278074"/>
            <a:ext cx="28398" cy="28398"/>
          </a:xfrm>
          <a:prstGeom prst="ellipse">
            <a:avLst/>
          </a:prstGeom>
          <a:solidFill>
            <a:srgbClr val="7F8C97">
              <a:alpha val="48000"/>
            </a:srgbClr>
          </a:solidFill>
          <a:ln w="0">
            <a:noFill/>
            <a:prstDash val="solid"/>
          </a:ln>
        </p:spPr>
      </p:sp>
      <p:sp>
        <p:nvSpPr>
          <p:cNvPr id="1470" name="01_find_only_1469">
            <a:extLst>
              <a:ext uri="{FF2B5EF4-FFF2-40B4-BE49-F238E27FC236}">
                <a16:creationId xmlns:a16="http://schemas.microsoft.com/office/drawing/2014/main" id="{8CB8B2A6-A8AE-42D1-BF74-7BC409BDD13B}"/>
              </a:ext>
            </a:extLst>
          </p:cNvPr>
          <p:cNvSpPr>
            <a:spLocks noGrp="1"/>
          </p:cNvSpPr>
          <p:nvPr/>
        </p:nvSpPr>
        <p:spPr>
          <a:xfrm>
            <a:off x="4215769" y="2855402"/>
            <a:ext cx="28398" cy="28398"/>
          </a:xfrm>
          <a:prstGeom prst="ellipse">
            <a:avLst/>
          </a:prstGeom>
          <a:solidFill>
            <a:srgbClr val="7F8C97">
              <a:alpha val="48000"/>
            </a:srgbClr>
          </a:solidFill>
          <a:ln w="0">
            <a:noFill/>
            <a:prstDash val="solid"/>
          </a:ln>
        </p:spPr>
      </p:sp>
      <p:sp>
        <p:nvSpPr>
          <p:cNvPr id="1471" name="01_find_only_1470">
            <a:extLst>
              <a:ext uri="{FF2B5EF4-FFF2-40B4-BE49-F238E27FC236}">
                <a16:creationId xmlns:a16="http://schemas.microsoft.com/office/drawing/2014/main" id="{19408ED2-EA7D-4512-B088-D7CA5F44DBAD}"/>
              </a:ext>
            </a:extLst>
          </p:cNvPr>
          <p:cNvSpPr>
            <a:spLocks noGrp="1"/>
          </p:cNvSpPr>
          <p:nvPr/>
        </p:nvSpPr>
        <p:spPr>
          <a:xfrm>
            <a:off x="4204514" y="3278074"/>
            <a:ext cx="28398" cy="28398"/>
          </a:xfrm>
          <a:prstGeom prst="ellipse">
            <a:avLst/>
          </a:prstGeom>
          <a:solidFill>
            <a:srgbClr val="7F8C97">
              <a:alpha val="48000"/>
            </a:srgbClr>
          </a:solidFill>
          <a:ln w="0">
            <a:noFill/>
            <a:prstDash val="solid"/>
          </a:ln>
        </p:spPr>
      </p:sp>
      <p:sp>
        <p:nvSpPr>
          <p:cNvPr id="1472" name="01_find_only_1471">
            <a:extLst>
              <a:ext uri="{FF2B5EF4-FFF2-40B4-BE49-F238E27FC236}">
                <a16:creationId xmlns:a16="http://schemas.microsoft.com/office/drawing/2014/main" id="{F87A9FB6-1734-486B-A73D-9084641FF512}"/>
              </a:ext>
            </a:extLst>
          </p:cNvPr>
          <p:cNvSpPr>
            <a:spLocks noGrp="1"/>
          </p:cNvSpPr>
          <p:nvPr/>
        </p:nvSpPr>
        <p:spPr>
          <a:xfrm>
            <a:off x="4194403" y="4123418"/>
            <a:ext cx="28398" cy="28398"/>
          </a:xfrm>
          <a:prstGeom prst="ellipse">
            <a:avLst/>
          </a:prstGeom>
          <a:solidFill>
            <a:srgbClr val="7F8C97">
              <a:alpha val="48000"/>
            </a:srgbClr>
          </a:solidFill>
          <a:ln w="0">
            <a:noFill/>
            <a:prstDash val="solid"/>
          </a:ln>
        </p:spPr>
      </p:sp>
      <p:sp>
        <p:nvSpPr>
          <p:cNvPr id="1473" name="01_find_only_1472">
            <a:extLst>
              <a:ext uri="{FF2B5EF4-FFF2-40B4-BE49-F238E27FC236}">
                <a16:creationId xmlns:a16="http://schemas.microsoft.com/office/drawing/2014/main" id="{E9F90CEF-C2F0-4BC1-A3AD-93EFF4D3FB44}"/>
              </a:ext>
            </a:extLst>
          </p:cNvPr>
          <p:cNvSpPr>
            <a:spLocks noGrp="1"/>
          </p:cNvSpPr>
          <p:nvPr/>
        </p:nvSpPr>
        <p:spPr>
          <a:xfrm>
            <a:off x="4171035" y="2855402"/>
            <a:ext cx="28398" cy="28398"/>
          </a:xfrm>
          <a:prstGeom prst="ellipse">
            <a:avLst/>
          </a:prstGeom>
          <a:solidFill>
            <a:srgbClr val="7F8C97">
              <a:alpha val="48000"/>
            </a:srgbClr>
          </a:solidFill>
          <a:ln w="0">
            <a:noFill/>
            <a:prstDash val="solid"/>
          </a:ln>
        </p:spPr>
      </p:sp>
      <p:sp>
        <p:nvSpPr>
          <p:cNvPr id="1474" name="01_find_only_1473">
            <a:extLst>
              <a:ext uri="{FF2B5EF4-FFF2-40B4-BE49-F238E27FC236}">
                <a16:creationId xmlns:a16="http://schemas.microsoft.com/office/drawing/2014/main" id="{9B123927-833A-4339-A0D6-FE61B87F761C}"/>
              </a:ext>
            </a:extLst>
          </p:cNvPr>
          <p:cNvSpPr>
            <a:spLocks noGrp="1"/>
          </p:cNvSpPr>
          <p:nvPr/>
        </p:nvSpPr>
        <p:spPr>
          <a:xfrm>
            <a:off x="4168173" y="3360413"/>
            <a:ext cx="28398" cy="28398"/>
          </a:xfrm>
          <a:prstGeom prst="ellipse">
            <a:avLst/>
          </a:prstGeom>
          <a:solidFill>
            <a:srgbClr val="7F8C97">
              <a:alpha val="48000"/>
            </a:srgbClr>
          </a:solidFill>
          <a:ln w="0">
            <a:noFill/>
            <a:prstDash val="solid"/>
          </a:ln>
        </p:spPr>
      </p:sp>
      <p:sp>
        <p:nvSpPr>
          <p:cNvPr id="1475" name="01_find_only_1474">
            <a:extLst>
              <a:ext uri="{FF2B5EF4-FFF2-40B4-BE49-F238E27FC236}">
                <a16:creationId xmlns:a16="http://schemas.microsoft.com/office/drawing/2014/main" id="{C38DAB1F-18BE-4A34-9AA0-81AA34D2BFEE}"/>
              </a:ext>
            </a:extLst>
          </p:cNvPr>
          <p:cNvSpPr>
            <a:spLocks noGrp="1"/>
          </p:cNvSpPr>
          <p:nvPr/>
        </p:nvSpPr>
        <p:spPr>
          <a:xfrm>
            <a:off x="4136411" y="2855402"/>
            <a:ext cx="28398" cy="28398"/>
          </a:xfrm>
          <a:prstGeom prst="ellipse">
            <a:avLst/>
          </a:prstGeom>
          <a:solidFill>
            <a:srgbClr val="7F8C97">
              <a:alpha val="48000"/>
            </a:srgbClr>
          </a:solidFill>
          <a:ln w="0">
            <a:noFill/>
            <a:prstDash val="solid"/>
          </a:ln>
        </p:spPr>
      </p:sp>
      <p:sp>
        <p:nvSpPr>
          <p:cNvPr id="1476" name="01_find_only_1475">
            <a:extLst>
              <a:ext uri="{FF2B5EF4-FFF2-40B4-BE49-F238E27FC236}">
                <a16:creationId xmlns:a16="http://schemas.microsoft.com/office/drawing/2014/main" id="{C1D29A15-2F88-4602-A0E7-6222B4EE0DBF}"/>
              </a:ext>
            </a:extLst>
          </p:cNvPr>
          <p:cNvSpPr>
            <a:spLocks noGrp="1"/>
          </p:cNvSpPr>
          <p:nvPr/>
        </p:nvSpPr>
        <p:spPr>
          <a:xfrm>
            <a:off x="4216055" y="2855402"/>
            <a:ext cx="28398" cy="28398"/>
          </a:xfrm>
          <a:prstGeom prst="ellipse">
            <a:avLst/>
          </a:prstGeom>
          <a:solidFill>
            <a:srgbClr val="7F8C97">
              <a:alpha val="48000"/>
            </a:srgbClr>
          </a:solidFill>
          <a:ln w="0">
            <a:noFill/>
            <a:prstDash val="solid"/>
          </a:ln>
        </p:spPr>
      </p:sp>
      <p:sp>
        <p:nvSpPr>
          <p:cNvPr id="1477" name="01_find_only_1476">
            <a:extLst>
              <a:ext uri="{FF2B5EF4-FFF2-40B4-BE49-F238E27FC236}">
                <a16:creationId xmlns:a16="http://schemas.microsoft.com/office/drawing/2014/main" id="{2033AF56-FC7C-4247-8FBB-6990AFB8877B}"/>
              </a:ext>
            </a:extLst>
          </p:cNvPr>
          <p:cNvSpPr>
            <a:spLocks noGrp="1"/>
          </p:cNvSpPr>
          <p:nvPr/>
        </p:nvSpPr>
        <p:spPr>
          <a:xfrm>
            <a:off x="4205945" y="2855402"/>
            <a:ext cx="28398" cy="28398"/>
          </a:xfrm>
          <a:prstGeom prst="ellipse">
            <a:avLst/>
          </a:prstGeom>
          <a:solidFill>
            <a:srgbClr val="7F8C97">
              <a:alpha val="48000"/>
            </a:srgbClr>
          </a:solidFill>
          <a:ln w="0">
            <a:noFill/>
            <a:prstDash val="solid"/>
          </a:ln>
        </p:spPr>
      </p:sp>
      <p:sp>
        <p:nvSpPr>
          <p:cNvPr id="1478" name="01_find_only_1477">
            <a:extLst>
              <a:ext uri="{FF2B5EF4-FFF2-40B4-BE49-F238E27FC236}">
                <a16:creationId xmlns:a16="http://schemas.microsoft.com/office/drawing/2014/main" id="{D5662078-684A-4846-9A42-386A4D5443AF}"/>
              </a:ext>
            </a:extLst>
          </p:cNvPr>
          <p:cNvSpPr>
            <a:spLocks noGrp="1"/>
          </p:cNvSpPr>
          <p:nvPr/>
        </p:nvSpPr>
        <p:spPr>
          <a:xfrm>
            <a:off x="4191542" y="2855402"/>
            <a:ext cx="28398" cy="28398"/>
          </a:xfrm>
          <a:prstGeom prst="ellipse">
            <a:avLst/>
          </a:prstGeom>
          <a:solidFill>
            <a:srgbClr val="7F8C97">
              <a:alpha val="48000"/>
            </a:srgbClr>
          </a:solidFill>
          <a:ln w="0">
            <a:noFill/>
            <a:prstDash val="solid"/>
          </a:ln>
        </p:spPr>
      </p:sp>
      <p:sp>
        <p:nvSpPr>
          <p:cNvPr id="1479" name="01_find_only_1478">
            <a:extLst>
              <a:ext uri="{FF2B5EF4-FFF2-40B4-BE49-F238E27FC236}">
                <a16:creationId xmlns:a16="http://schemas.microsoft.com/office/drawing/2014/main" id="{EF4F83D7-F18D-4EB3-9B86-D3F44085E966}"/>
              </a:ext>
            </a:extLst>
          </p:cNvPr>
          <p:cNvSpPr>
            <a:spLocks noGrp="1"/>
          </p:cNvSpPr>
          <p:nvPr/>
        </p:nvSpPr>
        <p:spPr>
          <a:xfrm>
            <a:off x="4133073" y="2855402"/>
            <a:ext cx="28398" cy="28398"/>
          </a:xfrm>
          <a:prstGeom prst="ellipse">
            <a:avLst/>
          </a:prstGeom>
          <a:solidFill>
            <a:srgbClr val="7F8C97">
              <a:alpha val="48000"/>
            </a:srgbClr>
          </a:solidFill>
          <a:ln w="0">
            <a:noFill/>
            <a:prstDash val="solid"/>
          </a:ln>
        </p:spPr>
      </p:sp>
      <p:sp>
        <p:nvSpPr>
          <p:cNvPr id="1480" name="01_find_only_1479">
            <a:extLst>
              <a:ext uri="{FF2B5EF4-FFF2-40B4-BE49-F238E27FC236}">
                <a16:creationId xmlns:a16="http://schemas.microsoft.com/office/drawing/2014/main" id="{E224C98E-1358-4EDC-84EB-F742430C1AEC}"/>
              </a:ext>
            </a:extLst>
          </p:cNvPr>
          <p:cNvSpPr>
            <a:spLocks noGrp="1"/>
          </p:cNvSpPr>
          <p:nvPr/>
        </p:nvSpPr>
        <p:spPr>
          <a:xfrm>
            <a:off x="4142325" y="3954349"/>
            <a:ext cx="28398" cy="28398"/>
          </a:xfrm>
          <a:prstGeom prst="ellipse">
            <a:avLst/>
          </a:prstGeom>
          <a:solidFill>
            <a:srgbClr val="7F8C97">
              <a:alpha val="48000"/>
            </a:srgbClr>
          </a:solidFill>
          <a:ln w="0">
            <a:noFill/>
            <a:prstDash val="solid"/>
          </a:ln>
        </p:spPr>
      </p:sp>
      <p:sp>
        <p:nvSpPr>
          <p:cNvPr id="1481" name="01_find_only_1480">
            <a:extLst>
              <a:ext uri="{FF2B5EF4-FFF2-40B4-BE49-F238E27FC236}">
                <a16:creationId xmlns:a16="http://schemas.microsoft.com/office/drawing/2014/main" id="{75A9B149-9EA7-448B-8744-0518A0DB7087}"/>
              </a:ext>
            </a:extLst>
          </p:cNvPr>
          <p:cNvSpPr>
            <a:spLocks noGrp="1"/>
          </p:cNvSpPr>
          <p:nvPr/>
        </p:nvSpPr>
        <p:spPr>
          <a:xfrm>
            <a:off x="4151577" y="2855402"/>
            <a:ext cx="28398" cy="28398"/>
          </a:xfrm>
          <a:prstGeom prst="ellipse">
            <a:avLst/>
          </a:prstGeom>
          <a:solidFill>
            <a:srgbClr val="7F8C97">
              <a:alpha val="48000"/>
            </a:srgbClr>
          </a:solidFill>
          <a:ln w="0">
            <a:noFill/>
            <a:prstDash val="solid"/>
          </a:ln>
        </p:spPr>
      </p:sp>
      <p:sp>
        <p:nvSpPr>
          <p:cNvPr id="1482" name="01_find_only_1481">
            <a:extLst>
              <a:ext uri="{FF2B5EF4-FFF2-40B4-BE49-F238E27FC236}">
                <a16:creationId xmlns:a16="http://schemas.microsoft.com/office/drawing/2014/main" id="{A85CF83D-A661-4EFC-A3C7-783AA39DCC6A}"/>
              </a:ext>
            </a:extLst>
          </p:cNvPr>
          <p:cNvSpPr>
            <a:spLocks noGrp="1"/>
          </p:cNvSpPr>
          <p:nvPr/>
        </p:nvSpPr>
        <p:spPr>
          <a:xfrm>
            <a:off x="4192496" y="2855402"/>
            <a:ext cx="28398" cy="28398"/>
          </a:xfrm>
          <a:prstGeom prst="ellipse">
            <a:avLst/>
          </a:prstGeom>
          <a:solidFill>
            <a:srgbClr val="7F8C97">
              <a:alpha val="48000"/>
            </a:srgbClr>
          </a:solidFill>
          <a:ln w="0">
            <a:noFill/>
            <a:prstDash val="solid"/>
          </a:ln>
        </p:spPr>
      </p:sp>
      <p:sp>
        <p:nvSpPr>
          <p:cNvPr id="1483" name="01_find_only_1482">
            <a:extLst>
              <a:ext uri="{FF2B5EF4-FFF2-40B4-BE49-F238E27FC236}">
                <a16:creationId xmlns:a16="http://schemas.microsoft.com/office/drawing/2014/main" id="{E7A12FD6-EC15-4D86-A481-7579EE5C6BBE}"/>
              </a:ext>
            </a:extLst>
          </p:cNvPr>
          <p:cNvSpPr>
            <a:spLocks noGrp="1"/>
          </p:cNvSpPr>
          <p:nvPr/>
        </p:nvSpPr>
        <p:spPr>
          <a:xfrm>
            <a:off x="4182862" y="3489410"/>
            <a:ext cx="28398" cy="28398"/>
          </a:xfrm>
          <a:prstGeom prst="ellipse">
            <a:avLst/>
          </a:prstGeom>
          <a:solidFill>
            <a:srgbClr val="7F8C97">
              <a:alpha val="48000"/>
            </a:srgbClr>
          </a:solidFill>
          <a:ln w="0">
            <a:noFill/>
            <a:prstDash val="solid"/>
          </a:ln>
        </p:spPr>
      </p:sp>
      <p:sp>
        <p:nvSpPr>
          <p:cNvPr id="1484" name="01_find_only_1483">
            <a:extLst>
              <a:ext uri="{FF2B5EF4-FFF2-40B4-BE49-F238E27FC236}">
                <a16:creationId xmlns:a16="http://schemas.microsoft.com/office/drawing/2014/main" id="{B9FBD070-7584-43AE-8F73-EAFB3CD2968F}"/>
              </a:ext>
            </a:extLst>
          </p:cNvPr>
          <p:cNvSpPr>
            <a:spLocks noGrp="1"/>
          </p:cNvSpPr>
          <p:nvPr/>
        </p:nvSpPr>
        <p:spPr>
          <a:xfrm>
            <a:off x="4146331" y="3278074"/>
            <a:ext cx="28398" cy="28398"/>
          </a:xfrm>
          <a:prstGeom prst="ellipse">
            <a:avLst/>
          </a:prstGeom>
          <a:solidFill>
            <a:srgbClr val="7F8C97">
              <a:alpha val="48000"/>
            </a:srgbClr>
          </a:solidFill>
          <a:ln w="0">
            <a:noFill/>
            <a:prstDash val="solid"/>
          </a:ln>
        </p:spPr>
      </p:sp>
      <p:sp>
        <p:nvSpPr>
          <p:cNvPr id="1485" name="01_find_only_1484">
            <a:extLst>
              <a:ext uri="{FF2B5EF4-FFF2-40B4-BE49-F238E27FC236}">
                <a16:creationId xmlns:a16="http://schemas.microsoft.com/office/drawing/2014/main" id="{8EF0EAD6-DF6B-418E-9644-82C4BC1AC975}"/>
              </a:ext>
            </a:extLst>
          </p:cNvPr>
          <p:cNvSpPr>
            <a:spLocks noGrp="1"/>
          </p:cNvSpPr>
          <p:nvPr/>
        </p:nvSpPr>
        <p:spPr>
          <a:xfrm>
            <a:off x="4163595" y="3489410"/>
            <a:ext cx="28398" cy="28398"/>
          </a:xfrm>
          <a:prstGeom prst="ellipse">
            <a:avLst/>
          </a:prstGeom>
          <a:solidFill>
            <a:srgbClr val="7F8C97">
              <a:alpha val="48000"/>
            </a:srgbClr>
          </a:solidFill>
          <a:ln w="0">
            <a:noFill/>
            <a:prstDash val="solid"/>
          </a:ln>
        </p:spPr>
      </p:sp>
      <p:sp>
        <p:nvSpPr>
          <p:cNvPr id="1486" name="01_find_only_1485">
            <a:extLst>
              <a:ext uri="{FF2B5EF4-FFF2-40B4-BE49-F238E27FC236}">
                <a16:creationId xmlns:a16="http://schemas.microsoft.com/office/drawing/2014/main" id="{93BB951C-C484-4A36-99AD-C251BA82EBF4}"/>
              </a:ext>
            </a:extLst>
          </p:cNvPr>
          <p:cNvSpPr>
            <a:spLocks noGrp="1"/>
          </p:cNvSpPr>
          <p:nvPr/>
        </p:nvSpPr>
        <p:spPr>
          <a:xfrm>
            <a:off x="4129830" y="4078132"/>
            <a:ext cx="28398" cy="28398"/>
          </a:xfrm>
          <a:prstGeom prst="ellipse">
            <a:avLst/>
          </a:prstGeom>
          <a:solidFill>
            <a:srgbClr val="7F8C97">
              <a:alpha val="48000"/>
            </a:srgbClr>
          </a:solidFill>
          <a:ln w="0">
            <a:noFill/>
            <a:prstDash val="solid"/>
          </a:ln>
        </p:spPr>
      </p:sp>
      <p:sp>
        <p:nvSpPr>
          <p:cNvPr id="1487" name="01_find_only_1486">
            <a:extLst>
              <a:ext uri="{FF2B5EF4-FFF2-40B4-BE49-F238E27FC236}">
                <a16:creationId xmlns:a16="http://schemas.microsoft.com/office/drawing/2014/main" id="{DBFB5DA9-D914-42A9-A273-383E6473FA03}"/>
              </a:ext>
            </a:extLst>
          </p:cNvPr>
          <p:cNvSpPr>
            <a:spLocks noGrp="1"/>
          </p:cNvSpPr>
          <p:nvPr/>
        </p:nvSpPr>
        <p:spPr>
          <a:xfrm>
            <a:off x="2673000" y="2806200"/>
            <a:ext cx="191" cy="1394818"/>
          </a:xfrm>
          <a:custGeom>
            <a:avLst/>
            <a:gdLst/>
            <a:ahLst/>
            <a:cxnLst/>
            <a:rect l="0" t="0" r="0" b="0"/>
            <a:pathLst>
              <a:path w="191" h="1394818">
                <a:moveTo>
                  <a:pt x="0" y="1394818"/>
                </a:moveTo>
                <a:lnTo>
                  <a:pt x="0" y="0"/>
                </a:lnTo>
              </a:path>
            </a:pathLst>
          </a:custGeom>
          <a:noFill/>
          <a:ln w="8890">
            <a:solidFill>
              <a:srgbClr val="000000"/>
            </a:solidFill>
            <a:prstDash val="solid"/>
          </a:ln>
        </p:spPr>
      </p:sp>
      <p:sp>
        <p:nvSpPr>
          <p:cNvPr id="1488" name="01_find_only_1487">
            <a:extLst>
              <a:ext uri="{FF2B5EF4-FFF2-40B4-BE49-F238E27FC236}">
                <a16:creationId xmlns:a16="http://schemas.microsoft.com/office/drawing/2014/main" id="{3EDD909C-F9A9-4560-9FBF-C7BBAAE19722}"/>
              </a:ext>
            </a:extLst>
          </p:cNvPr>
          <p:cNvSpPr>
            <a:spLocks noGrp="1"/>
          </p:cNvSpPr>
          <p:nvPr/>
        </p:nvSpPr>
        <p:spPr>
          <a:xfrm>
            <a:off x="2673000" y="4201018"/>
            <a:ext cx="1620000" cy="191"/>
          </a:xfrm>
          <a:custGeom>
            <a:avLst/>
            <a:gdLst/>
            <a:ahLst/>
            <a:cxnLst/>
            <a:rect l="0" t="0" r="0" b="0"/>
            <a:pathLst>
              <a:path w="1620000" h="191">
                <a:moveTo>
                  <a:pt x="0" y="0"/>
                </a:moveTo>
                <a:lnTo>
                  <a:pt x="1620000" y="0"/>
                </a:lnTo>
              </a:path>
            </a:pathLst>
          </a:custGeom>
          <a:noFill/>
          <a:ln w="8890">
            <a:solidFill>
              <a:srgbClr val="000000"/>
            </a:solidFill>
            <a:prstDash val="solid"/>
          </a:ln>
        </p:spPr>
      </p:sp>
      <p:sp>
        <p:nvSpPr>
          <p:cNvPr id="1489" name="text_1488">
            <a:extLst>
              <a:ext uri="{FF2B5EF4-FFF2-40B4-BE49-F238E27FC236}">
                <a16:creationId xmlns:a16="http://schemas.microsoft.com/office/drawing/2014/main" id="{144595BB-D138-4DA9-A1D1-26CDC12F7A9A}"/>
              </a:ext>
            </a:extLst>
          </p:cNvPr>
          <p:cNvSpPr>
            <a:spLocks noGrp="1"/>
          </p:cNvSpPr>
          <p:nvPr/>
        </p:nvSpPr>
        <p:spPr>
          <a:xfrm>
            <a:off x="2446200" y="2615448"/>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b</a:t>
            </a:r>
          </a:p>
        </p:txBody>
      </p:sp>
      <p:sp>
        <p:nvSpPr>
          <p:cNvPr id="1490" name="text_1489">
            <a:extLst>
              <a:ext uri="{FF2B5EF4-FFF2-40B4-BE49-F238E27FC236}">
                <a16:creationId xmlns:a16="http://schemas.microsoft.com/office/drawing/2014/main" id="{9D5DAE44-14C9-4E32-BA43-42616A0F18C4}"/>
              </a:ext>
            </a:extLst>
          </p:cNvPr>
          <p:cNvSpPr>
            <a:spLocks noGrp="1"/>
          </p:cNvSpPr>
          <p:nvPr/>
        </p:nvSpPr>
        <p:spPr>
          <a:xfrm>
            <a:off x="2673000" y="2606620"/>
            <a:ext cx="774611"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rPr sz="850" b="0">
                <a:solidFill>
                  <a:srgbClr val="273744"/>
                </a:solidFill>
                <a:latin typeface="Arial"/>
                <a:ea typeface="Arial"/>
                <a:cs typeface="Arial"/>
              </a:rPr>
              <a:t>All ligands, CA2</a:t>
            </a:r>
          </a:p>
        </p:txBody>
      </p:sp>
      <p:sp>
        <p:nvSpPr>
          <p:cNvPr id="1491" name="01_find_only_1490">
            <a:extLst>
              <a:ext uri="{FF2B5EF4-FFF2-40B4-BE49-F238E27FC236}">
                <a16:creationId xmlns:a16="http://schemas.microsoft.com/office/drawing/2014/main" id="{0BCA3B29-D190-4C19-B37B-BA3D0B46EEAE}"/>
              </a:ext>
            </a:extLst>
          </p:cNvPr>
          <p:cNvSpPr>
            <a:spLocks noGrp="1"/>
          </p:cNvSpPr>
          <p:nvPr/>
        </p:nvSpPr>
        <p:spPr>
          <a:xfrm>
            <a:off x="2688000" y="3335063"/>
            <a:ext cx="1500000" cy="802554"/>
          </a:xfrm>
          <a:custGeom>
            <a:avLst/>
            <a:gdLst/>
            <a:ahLst/>
            <a:cxnLst/>
            <a:rect l="0" t="0" r="0" b="0"/>
            <a:pathLst>
              <a:path w="1500000" h="802554">
                <a:moveTo>
                  <a:pt x="0" y="802554"/>
                </a:moveTo>
                <a:lnTo>
                  <a:pt x="14493" y="801176"/>
                </a:lnTo>
                <a:lnTo>
                  <a:pt x="15217" y="801028"/>
                </a:lnTo>
                <a:lnTo>
                  <a:pt x="19231" y="800233"/>
                </a:lnTo>
                <a:lnTo>
                  <a:pt x="19565" y="798734"/>
                </a:lnTo>
                <a:lnTo>
                  <a:pt x="25000" y="797701"/>
                </a:lnTo>
                <a:lnTo>
                  <a:pt x="26316" y="796349"/>
                </a:lnTo>
                <a:lnTo>
                  <a:pt x="27778" y="796257"/>
                </a:lnTo>
                <a:lnTo>
                  <a:pt x="28986" y="793916"/>
                </a:lnTo>
                <a:lnTo>
                  <a:pt x="32051" y="792511"/>
                </a:lnTo>
                <a:lnTo>
                  <a:pt x="33333" y="791355"/>
                </a:lnTo>
                <a:lnTo>
                  <a:pt x="35714" y="791324"/>
                </a:lnTo>
                <a:lnTo>
                  <a:pt x="36957" y="788883"/>
                </a:lnTo>
                <a:lnTo>
                  <a:pt x="40984" y="787549"/>
                </a:lnTo>
                <a:lnTo>
                  <a:pt x="42391" y="782676"/>
                </a:lnTo>
                <a:lnTo>
                  <a:pt x="48387" y="781286"/>
                </a:lnTo>
                <a:lnTo>
                  <a:pt x="49180" y="781079"/>
                </a:lnTo>
                <a:lnTo>
                  <a:pt x="50000" y="781079"/>
                </a:lnTo>
                <a:lnTo>
                  <a:pt x="51282" y="779453"/>
                </a:lnTo>
                <a:lnTo>
                  <a:pt x="55556" y="778430"/>
                </a:lnTo>
                <a:lnTo>
                  <a:pt x="56522" y="775069"/>
                </a:lnTo>
                <a:lnTo>
                  <a:pt x="62500" y="774170"/>
                </a:lnTo>
                <a:lnTo>
                  <a:pt x="63043" y="764531"/>
                </a:lnTo>
                <a:lnTo>
                  <a:pt x="68966" y="763211"/>
                </a:lnTo>
                <a:lnTo>
                  <a:pt x="69565" y="762755"/>
                </a:lnTo>
                <a:lnTo>
                  <a:pt x="71429" y="762649"/>
                </a:lnTo>
                <a:lnTo>
                  <a:pt x="72826" y="756328"/>
                </a:lnTo>
                <a:lnTo>
                  <a:pt x="76923" y="754939"/>
                </a:lnTo>
                <a:lnTo>
                  <a:pt x="78261" y="753455"/>
                </a:lnTo>
                <a:lnTo>
                  <a:pt x="83333" y="752771"/>
                </a:lnTo>
                <a:lnTo>
                  <a:pt x="83696" y="734149"/>
                </a:lnTo>
                <a:lnTo>
                  <a:pt x="90909" y="733261"/>
                </a:lnTo>
                <a:lnTo>
                  <a:pt x="91667" y="732376"/>
                </a:lnTo>
                <a:lnTo>
                  <a:pt x="96154" y="731401"/>
                </a:lnTo>
                <a:lnTo>
                  <a:pt x="97222" y="730205"/>
                </a:lnTo>
                <a:lnTo>
                  <a:pt x="100000" y="730027"/>
                </a:lnTo>
                <a:lnTo>
                  <a:pt x="101087" y="719725"/>
                </a:lnTo>
                <a:lnTo>
                  <a:pt x="107143" y="718395"/>
                </a:lnTo>
                <a:lnTo>
                  <a:pt x="108333" y="716162"/>
                </a:lnTo>
                <a:lnTo>
                  <a:pt x="111111" y="715938"/>
                </a:lnTo>
                <a:lnTo>
                  <a:pt x="111111" y="712592"/>
                </a:lnTo>
                <a:lnTo>
                  <a:pt x="115385" y="712439"/>
                </a:lnTo>
                <a:lnTo>
                  <a:pt x="116304" y="710868"/>
                </a:lnTo>
                <a:lnTo>
                  <a:pt x="125000" y="710047"/>
                </a:lnTo>
                <a:lnTo>
                  <a:pt x="126087" y="674736"/>
                </a:lnTo>
                <a:lnTo>
                  <a:pt x="134409" y="673334"/>
                </a:lnTo>
                <a:lnTo>
                  <a:pt x="134615" y="671805"/>
                </a:lnTo>
                <a:lnTo>
                  <a:pt x="138889" y="670809"/>
                </a:lnTo>
                <a:lnTo>
                  <a:pt x="140217" y="668947"/>
                </a:lnTo>
                <a:lnTo>
                  <a:pt x="142857" y="668676"/>
                </a:lnTo>
                <a:lnTo>
                  <a:pt x="143478" y="662474"/>
                </a:lnTo>
                <a:lnTo>
                  <a:pt x="150000" y="661771"/>
                </a:lnTo>
                <a:lnTo>
                  <a:pt x="151087" y="660837"/>
                </a:lnTo>
                <a:lnTo>
                  <a:pt x="153846" y="660579"/>
                </a:lnTo>
                <a:lnTo>
                  <a:pt x="155172" y="659139"/>
                </a:lnTo>
                <a:lnTo>
                  <a:pt x="156250" y="659017"/>
                </a:lnTo>
                <a:lnTo>
                  <a:pt x="157609" y="657657"/>
                </a:lnTo>
                <a:lnTo>
                  <a:pt x="166667" y="656815"/>
                </a:lnTo>
                <a:lnTo>
                  <a:pt x="167391" y="618983"/>
                </a:lnTo>
                <a:lnTo>
                  <a:pt x="173077" y="618555"/>
                </a:lnTo>
                <a:lnTo>
                  <a:pt x="173913" y="617225"/>
                </a:lnTo>
                <a:lnTo>
                  <a:pt x="178571" y="616246"/>
                </a:lnTo>
                <a:lnTo>
                  <a:pt x="179487" y="614622"/>
                </a:lnTo>
                <a:lnTo>
                  <a:pt x="187500" y="613825"/>
                </a:lnTo>
                <a:lnTo>
                  <a:pt x="188406" y="605336"/>
                </a:lnTo>
                <a:lnTo>
                  <a:pt x="192308" y="604559"/>
                </a:lnTo>
                <a:lnTo>
                  <a:pt x="193478" y="603636"/>
                </a:lnTo>
                <a:lnTo>
                  <a:pt x="200000" y="602441"/>
                </a:lnTo>
                <a:lnTo>
                  <a:pt x="201299" y="591990"/>
                </a:lnTo>
                <a:lnTo>
                  <a:pt x="208333" y="591322"/>
                </a:lnTo>
                <a:lnTo>
                  <a:pt x="209677" y="587098"/>
                </a:lnTo>
                <a:lnTo>
                  <a:pt x="211538" y="586577"/>
                </a:lnTo>
                <a:lnTo>
                  <a:pt x="212121" y="585093"/>
                </a:lnTo>
                <a:lnTo>
                  <a:pt x="214286" y="585078"/>
                </a:lnTo>
                <a:lnTo>
                  <a:pt x="215217" y="580095"/>
                </a:lnTo>
                <a:lnTo>
                  <a:pt x="222222" y="579630"/>
                </a:lnTo>
                <a:lnTo>
                  <a:pt x="222222" y="577269"/>
                </a:lnTo>
                <a:lnTo>
                  <a:pt x="227174" y="575867"/>
                </a:lnTo>
                <a:lnTo>
                  <a:pt x="228261" y="575192"/>
                </a:lnTo>
                <a:lnTo>
                  <a:pt x="231884" y="573866"/>
                </a:lnTo>
                <a:lnTo>
                  <a:pt x="231884" y="573764"/>
                </a:lnTo>
                <a:lnTo>
                  <a:pt x="241379" y="572481"/>
                </a:lnTo>
                <a:lnTo>
                  <a:pt x="242424" y="571997"/>
                </a:lnTo>
                <a:lnTo>
                  <a:pt x="250000" y="571619"/>
                </a:lnTo>
                <a:lnTo>
                  <a:pt x="251087" y="444126"/>
                </a:lnTo>
                <a:lnTo>
                  <a:pt x="262821" y="442717"/>
                </a:lnTo>
                <a:lnTo>
                  <a:pt x="264130" y="442146"/>
                </a:lnTo>
                <a:lnTo>
                  <a:pt x="269231" y="441757"/>
                </a:lnTo>
                <a:lnTo>
                  <a:pt x="269565" y="440289"/>
                </a:lnTo>
                <a:lnTo>
                  <a:pt x="275000" y="439227"/>
                </a:lnTo>
                <a:lnTo>
                  <a:pt x="275862" y="438066"/>
                </a:lnTo>
                <a:lnTo>
                  <a:pt x="277778" y="438050"/>
                </a:lnTo>
                <a:lnTo>
                  <a:pt x="277778" y="435295"/>
                </a:lnTo>
                <a:lnTo>
                  <a:pt x="285714" y="434445"/>
                </a:lnTo>
                <a:lnTo>
                  <a:pt x="286957" y="432053"/>
                </a:lnTo>
                <a:lnTo>
                  <a:pt x="291667" y="430889"/>
                </a:lnTo>
                <a:lnTo>
                  <a:pt x="292391" y="427596"/>
                </a:lnTo>
                <a:lnTo>
                  <a:pt x="300000" y="426929"/>
                </a:lnTo>
                <a:lnTo>
                  <a:pt x="301282" y="421095"/>
                </a:lnTo>
                <a:lnTo>
                  <a:pt x="306452" y="419688"/>
                </a:lnTo>
                <a:lnTo>
                  <a:pt x="307692" y="418915"/>
                </a:lnTo>
                <a:lnTo>
                  <a:pt x="312500" y="418235"/>
                </a:lnTo>
                <a:lnTo>
                  <a:pt x="313853" y="413761"/>
                </a:lnTo>
                <a:lnTo>
                  <a:pt x="321429" y="412516"/>
                </a:lnTo>
                <a:lnTo>
                  <a:pt x="322826" y="411366"/>
                </a:lnTo>
                <a:lnTo>
                  <a:pt x="327586" y="410197"/>
                </a:lnTo>
                <a:lnTo>
                  <a:pt x="327957" y="409876"/>
                </a:lnTo>
                <a:lnTo>
                  <a:pt x="333333" y="409769"/>
                </a:lnTo>
                <a:lnTo>
                  <a:pt x="333333" y="366556"/>
                </a:lnTo>
                <a:lnTo>
                  <a:pt x="346154" y="365566"/>
                </a:lnTo>
                <a:lnTo>
                  <a:pt x="346739" y="364914"/>
                </a:lnTo>
                <a:lnTo>
                  <a:pt x="357143" y="364343"/>
                </a:lnTo>
                <a:lnTo>
                  <a:pt x="358333" y="359794"/>
                </a:lnTo>
                <a:lnTo>
                  <a:pt x="363636" y="358675"/>
                </a:lnTo>
                <a:lnTo>
                  <a:pt x="364130" y="357985"/>
                </a:lnTo>
                <a:lnTo>
                  <a:pt x="375000" y="357153"/>
                </a:lnTo>
                <a:lnTo>
                  <a:pt x="376344" y="340119"/>
                </a:lnTo>
                <a:lnTo>
                  <a:pt x="388889" y="339071"/>
                </a:lnTo>
                <a:lnTo>
                  <a:pt x="390217" y="338253"/>
                </a:lnTo>
                <a:lnTo>
                  <a:pt x="397436" y="336848"/>
                </a:lnTo>
                <a:lnTo>
                  <a:pt x="398268" y="336635"/>
                </a:lnTo>
                <a:lnTo>
                  <a:pt x="400000" y="336635"/>
                </a:lnTo>
                <a:lnTo>
                  <a:pt x="401087" y="331173"/>
                </a:lnTo>
                <a:lnTo>
                  <a:pt x="409091" y="330369"/>
                </a:lnTo>
                <a:lnTo>
                  <a:pt x="410256" y="329634"/>
                </a:lnTo>
                <a:lnTo>
                  <a:pt x="416667" y="329512"/>
                </a:lnTo>
                <a:lnTo>
                  <a:pt x="417749" y="318962"/>
                </a:lnTo>
                <a:lnTo>
                  <a:pt x="428571" y="317685"/>
                </a:lnTo>
                <a:lnTo>
                  <a:pt x="429487" y="316582"/>
                </a:lnTo>
                <a:lnTo>
                  <a:pt x="437500" y="316327"/>
                </a:lnTo>
                <a:lnTo>
                  <a:pt x="437500" y="314556"/>
                </a:lnTo>
                <a:lnTo>
                  <a:pt x="454545" y="313675"/>
                </a:lnTo>
                <a:lnTo>
                  <a:pt x="455128" y="312910"/>
                </a:lnTo>
                <a:lnTo>
                  <a:pt x="458333" y="312910"/>
                </a:lnTo>
                <a:lnTo>
                  <a:pt x="458874" y="310400"/>
                </a:lnTo>
                <a:lnTo>
                  <a:pt x="464286" y="309975"/>
                </a:lnTo>
                <a:lnTo>
                  <a:pt x="465368" y="308933"/>
                </a:lnTo>
                <a:lnTo>
                  <a:pt x="480769" y="307692"/>
                </a:lnTo>
                <a:lnTo>
                  <a:pt x="480769" y="307329"/>
                </a:lnTo>
                <a:lnTo>
                  <a:pt x="500000" y="307025"/>
                </a:lnTo>
                <a:lnTo>
                  <a:pt x="500000" y="98098"/>
                </a:lnTo>
                <a:lnTo>
                  <a:pt x="541667" y="97107"/>
                </a:lnTo>
                <a:lnTo>
                  <a:pt x="541667" y="96517"/>
                </a:lnTo>
                <a:lnTo>
                  <a:pt x="583333" y="95430"/>
                </a:lnTo>
                <a:lnTo>
                  <a:pt x="583333" y="87048"/>
                </a:lnTo>
                <a:lnTo>
                  <a:pt x="600000" y="86487"/>
                </a:lnTo>
                <a:lnTo>
                  <a:pt x="600000" y="83535"/>
                </a:lnTo>
                <a:lnTo>
                  <a:pt x="625000" y="83417"/>
                </a:lnTo>
                <a:lnTo>
                  <a:pt x="625000" y="76481"/>
                </a:lnTo>
                <a:lnTo>
                  <a:pt x="666667" y="75684"/>
                </a:lnTo>
                <a:lnTo>
                  <a:pt x="666667" y="66711"/>
                </a:lnTo>
                <a:lnTo>
                  <a:pt x="700000" y="65383"/>
                </a:lnTo>
                <a:lnTo>
                  <a:pt x="700000" y="65265"/>
                </a:lnTo>
                <a:lnTo>
                  <a:pt x="714286" y="64674"/>
                </a:lnTo>
                <a:lnTo>
                  <a:pt x="714286" y="63662"/>
                </a:lnTo>
                <a:lnTo>
                  <a:pt x="750000" y="63101"/>
                </a:lnTo>
                <a:lnTo>
                  <a:pt x="750000" y="38898"/>
                </a:lnTo>
                <a:lnTo>
                  <a:pt x="785714" y="38780"/>
                </a:lnTo>
                <a:lnTo>
                  <a:pt x="785714" y="36756"/>
                </a:lnTo>
                <a:lnTo>
                  <a:pt x="875000" y="36284"/>
                </a:lnTo>
                <a:lnTo>
                  <a:pt x="875000" y="33923"/>
                </a:lnTo>
                <a:lnTo>
                  <a:pt x="958333" y="32624"/>
                </a:lnTo>
                <a:lnTo>
                  <a:pt x="958333" y="32506"/>
                </a:lnTo>
                <a:lnTo>
                  <a:pt x="1000000" y="32388"/>
                </a:lnTo>
                <a:lnTo>
                  <a:pt x="1000000" y="17039"/>
                </a:lnTo>
                <a:lnTo>
                  <a:pt x="1083333" y="15791"/>
                </a:lnTo>
                <a:lnTo>
                  <a:pt x="1083333" y="14611"/>
                </a:lnTo>
                <a:lnTo>
                  <a:pt x="1125000" y="14611"/>
                </a:lnTo>
                <a:lnTo>
                  <a:pt x="1125000" y="12840"/>
                </a:lnTo>
                <a:lnTo>
                  <a:pt x="1500000" y="12397"/>
                </a:lnTo>
                <a:lnTo>
                  <a:pt x="1500000" y="0"/>
                </a:lnTo>
                <a:lnTo>
                  <a:pt x="1500000" y="0"/>
                </a:lnTo>
              </a:path>
            </a:pathLst>
          </a:custGeom>
          <a:noFill/>
          <a:ln w="22860">
            <a:solidFill>
              <a:srgbClr val="00878B"/>
            </a:solidFill>
            <a:prstDash val="solid"/>
          </a:ln>
        </p:spPr>
      </p:sp>
      <p:sp>
        <p:nvSpPr>
          <p:cNvPr id="1492" name="01_find_only_1491">
            <a:extLst>
              <a:ext uri="{FF2B5EF4-FFF2-40B4-BE49-F238E27FC236}">
                <a16:creationId xmlns:a16="http://schemas.microsoft.com/office/drawing/2014/main" id="{77A2C8A2-EB33-49B6-B95F-DB5809818EFE}"/>
              </a:ext>
            </a:extLst>
          </p:cNvPr>
          <p:cNvSpPr>
            <a:spLocks noGrp="1"/>
          </p:cNvSpPr>
          <p:nvPr/>
        </p:nvSpPr>
        <p:spPr>
          <a:xfrm>
            <a:off x="2688000" y="3292273"/>
            <a:ext cx="1500000" cy="845344"/>
          </a:xfrm>
          <a:custGeom>
            <a:avLst/>
            <a:gdLst/>
            <a:ahLst/>
            <a:cxnLst/>
            <a:rect l="0" t="0" r="0" b="0"/>
            <a:pathLst>
              <a:path w="1500000" h="845344">
                <a:moveTo>
                  <a:pt x="0" y="845344"/>
                </a:moveTo>
                <a:lnTo>
                  <a:pt x="142857" y="845344"/>
                </a:lnTo>
                <a:lnTo>
                  <a:pt x="142857" y="800058"/>
                </a:lnTo>
                <a:lnTo>
                  <a:pt x="143478" y="800058"/>
                </a:lnTo>
                <a:lnTo>
                  <a:pt x="166667" y="800058"/>
                </a:lnTo>
                <a:lnTo>
                  <a:pt x="166667" y="634008"/>
                </a:lnTo>
                <a:lnTo>
                  <a:pt x="167391" y="634008"/>
                </a:lnTo>
                <a:lnTo>
                  <a:pt x="250000" y="634008"/>
                </a:lnTo>
                <a:lnTo>
                  <a:pt x="250000" y="422672"/>
                </a:lnTo>
                <a:lnTo>
                  <a:pt x="251087" y="422672"/>
                </a:lnTo>
                <a:lnTo>
                  <a:pt x="333333" y="422672"/>
                </a:lnTo>
                <a:lnTo>
                  <a:pt x="333333" y="301909"/>
                </a:lnTo>
                <a:lnTo>
                  <a:pt x="375000" y="301909"/>
                </a:lnTo>
                <a:lnTo>
                  <a:pt x="375000" y="268973"/>
                </a:lnTo>
                <a:lnTo>
                  <a:pt x="376344" y="268973"/>
                </a:lnTo>
                <a:lnTo>
                  <a:pt x="378788" y="268973"/>
                </a:lnTo>
                <a:lnTo>
                  <a:pt x="378788" y="263484"/>
                </a:lnTo>
                <a:lnTo>
                  <a:pt x="385281" y="263484"/>
                </a:lnTo>
                <a:lnTo>
                  <a:pt x="385281" y="257995"/>
                </a:lnTo>
                <a:lnTo>
                  <a:pt x="391775" y="257995"/>
                </a:lnTo>
                <a:lnTo>
                  <a:pt x="391775" y="252505"/>
                </a:lnTo>
                <a:lnTo>
                  <a:pt x="392857" y="252505"/>
                </a:lnTo>
                <a:lnTo>
                  <a:pt x="393939" y="252505"/>
                </a:lnTo>
                <a:lnTo>
                  <a:pt x="393939" y="247016"/>
                </a:lnTo>
                <a:lnTo>
                  <a:pt x="394565" y="247016"/>
                </a:lnTo>
                <a:lnTo>
                  <a:pt x="398268" y="247016"/>
                </a:lnTo>
                <a:lnTo>
                  <a:pt x="398268" y="241527"/>
                </a:lnTo>
                <a:lnTo>
                  <a:pt x="400000" y="241527"/>
                </a:lnTo>
                <a:lnTo>
                  <a:pt x="400000" y="211336"/>
                </a:lnTo>
                <a:lnTo>
                  <a:pt x="401087" y="211336"/>
                </a:lnTo>
                <a:lnTo>
                  <a:pt x="666667" y="211336"/>
                </a:lnTo>
                <a:lnTo>
                  <a:pt x="666667" y="145749"/>
                </a:lnTo>
                <a:lnTo>
                  <a:pt x="750000" y="145749"/>
                </a:lnTo>
                <a:lnTo>
                  <a:pt x="750000" y="1838"/>
                </a:lnTo>
                <a:lnTo>
                  <a:pt x="916667" y="1838"/>
                </a:lnTo>
                <a:lnTo>
                  <a:pt x="916667" y="0"/>
                </a:lnTo>
                <a:lnTo>
                  <a:pt x="1500000" y="0"/>
                </a:lnTo>
                <a:lnTo>
                  <a:pt x="1500000" y="0"/>
                </a:lnTo>
              </a:path>
            </a:pathLst>
          </a:custGeom>
          <a:noFill/>
          <a:ln w="13335">
            <a:solidFill>
              <a:srgbClr val="3A64C8"/>
            </a:solidFill>
            <a:prstDash val="solid"/>
          </a:ln>
        </p:spPr>
      </p:sp>
      <p:sp>
        <p:nvSpPr>
          <p:cNvPr id="1493" name="01_find_only_1492">
            <a:extLst>
              <a:ext uri="{FF2B5EF4-FFF2-40B4-BE49-F238E27FC236}">
                <a16:creationId xmlns:a16="http://schemas.microsoft.com/office/drawing/2014/main" id="{78FC753B-F586-4503-849F-BC1C52A84448}"/>
              </a:ext>
            </a:extLst>
          </p:cNvPr>
          <p:cNvSpPr>
            <a:spLocks noGrp="1"/>
          </p:cNvSpPr>
          <p:nvPr/>
        </p:nvSpPr>
        <p:spPr>
          <a:xfrm>
            <a:off x="2916410" y="3757615"/>
            <a:ext cx="43180" cy="43180"/>
          </a:xfrm>
          <a:prstGeom prst="ellipse">
            <a:avLst/>
          </a:prstGeom>
          <a:solidFill>
            <a:srgbClr val="00878B"/>
          </a:solidFill>
          <a:ln w="4445">
            <a:solidFill>
              <a:srgbClr val="FFFFFF"/>
            </a:solidFill>
            <a:prstDash val="solid"/>
          </a:ln>
        </p:spPr>
      </p:sp>
      <p:sp>
        <p:nvSpPr>
          <p:cNvPr id="1494" name="01_find_only_1493">
            <a:extLst>
              <a:ext uri="{FF2B5EF4-FFF2-40B4-BE49-F238E27FC236}">
                <a16:creationId xmlns:a16="http://schemas.microsoft.com/office/drawing/2014/main" id="{95C9F7DB-D243-4099-A016-21E12EB110D0}"/>
              </a:ext>
            </a:extLst>
          </p:cNvPr>
          <p:cNvSpPr>
            <a:spLocks noGrp="1"/>
          </p:cNvSpPr>
          <p:nvPr/>
        </p:nvSpPr>
        <p:spPr>
          <a:xfrm>
            <a:off x="3166410" y="3411572"/>
            <a:ext cx="43180" cy="43180"/>
          </a:xfrm>
          <a:prstGeom prst="ellipse">
            <a:avLst/>
          </a:prstGeom>
          <a:solidFill>
            <a:srgbClr val="00878B"/>
          </a:solidFill>
          <a:ln w="4445">
            <a:solidFill>
              <a:srgbClr val="FFFFFF"/>
            </a:solidFill>
            <a:prstDash val="solid"/>
          </a:ln>
        </p:spPr>
      </p:sp>
      <p:sp>
        <p:nvSpPr>
          <p:cNvPr id="1495" name="01_find_only_1494">
            <a:extLst>
              <a:ext uri="{FF2B5EF4-FFF2-40B4-BE49-F238E27FC236}">
                <a16:creationId xmlns:a16="http://schemas.microsoft.com/office/drawing/2014/main" id="{21CECF89-85F5-4C28-ADFF-C5D4413EDC12}"/>
              </a:ext>
            </a:extLst>
          </p:cNvPr>
          <p:cNvSpPr>
            <a:spLocks noGrp="1"/>
          </p:cNvSpPr>
          <p:nvPr/>
        </p:nvSpPr>
        <p:spPr>
          <a:xfrm>
            <a:off x="3666410" y="3330513"/>
            <a:ext cx="43180" cy="43180"/>
          </a:xfrm>
          <a:prstGeom prst="ellipse">
            <a:avLst/>
          </a:prstGeom>
          <a:solidFill>
            <a:srgbClr val="00878B"/>
          </a:solidFill>
          <a:ln w="4445">
            <a:solidFill>
              <a:srgbClr val="FFFFFF"/>
            </a:solidFill>
            <a:prstDash val="solid"/>
          </a:ln>
        </p:spPr>
      </p:sp>
      <p:sp>
        <p:nvSpPr>
          <p:cNvPr id="1496" name="01_find_only_1495">
            <a:extLst>
              <a:ext uri="{FF2B5EF4-FFF2-40B4-BE49-F238E27FC236}">
                <a16:creationId xmlns:a16="http://schemas.microsoft.com/office/drawing/2014/main" id="{C8A32DAC-5234-44E9-8C67-E4A9D9B62490}"/>
              </a:ext>
            </a:extLst>
          </p:cNvPr>
          <p:cNvSpPr>
            <a:spLocks noGrp="1"/>
          </p:cNvSpPr>
          <p:nvPr/>
        </p:nvSpPr>
        <p:spPr>
          <a:xfrm>
            <a:off x="4166410" y="3313473"/>
            <a:ext cx="43180" cy="43180"/>
          </a:xfrm>
          <a:prstGeom prst="ellipse">
            <a:avLst/>
          </a:prstGeom>
          <a:solidFill>
            <a:srgbClr val="00878B"/>
          </a:solidFill>
          <a:ln w="4445">
            <a:solidFill>
              <a:srgbClr val="FFFFFF"/>
            </a:solidFill>
            <a:prstDash val="solid"/>
          </a:ln>
        </p:spPr>
      </p:sp>
      <p:sp>
        <p:nvSpPr>
          <p:cNvPr id="1497" name="01_find_only_1496">
            <a:extLst>
              <a:ext uri="{FF2B5EF4-FFF2-40B4-BE49-F238E27FC236}">
                <a16:creationId xmlns:a16="http://schemas.microsoft.com/office/drawing/2014/main" id="{2EFA459F-A47C-47E9-BF43-3D1391FAC56E}"/>
              </a:ext>
            </a:extLst>
          </p:cNvPr>
          <p:cNvSpPr>
            <a:spLocks noGrp="1"/>
          </p:cNvSpPr>
          <p:nvPr/>
        </p:nvSpPr>
        <p:spPr>
          <a:xfrm>
            <a:off x="2902079" y="3679024"/>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498" name="01_find_only_1497">
            <a:extLst>
              <a:ext uri="{FF2B5EF4-FFF2-40B4-BE49-F238E27FC236}">
                <a16:creationId xmlns:a16="http://schemas.microsoft.com/office/drawing/2014/main" id="{3A52A5EF-6E0C-4330-9CA5-289FA468ECCE}"/>
              </a:ext>
            </a:extLst>
          </p:cNvPr>
          <p:cNvSpPr>
            <a:spLocks noGrp="1"/>
          </p:cNvSpPr>
          <p:nvPr/>
        </p:nvSpPr>
        <p:spPr>
          <a:xfrm>
            <a:off x="3152079" y="3467688"/>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499" name="01_find_only_1498">
            <a:extLst>
              <a:ext uri="{FF2B5EF4-FFF2-40B4-BE49-F238E27FC236}">
                <a16:creationId xmlns:a16="http://schemas.microsoft.com/office/drawing/2014/main" id="{6007867A-F565-4E03-B689-BD80E3B3FFE3}"/>
              </a:ext>
            </a:extLst>
          </p:cNvPr>
          <p:cNvSpPr>
            <a:spLocks noGrp="1"/>
          </p:cNvSpPr>
          <p:nvPr/>
        </p:nvSpPr>
        <p:spPr>
          <a:xfrm>
            <a:off x="3652079" y="32563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500" name="01_find_only_1499">
            <a:extLst>
              <a:ext uri="{FF2B5EF4-FFF2-40B4-BE49-F238E27FC236}">
                <a16:creationId xmlns:a16="http://schemas.microsoft.com/office/drawing/2014/main" id="{9BF91A9F-BDFD-4C93-AB7A-99DB33E58803}"/>
              </a:ext>
            </a:extLst>
          </p:cNvPr>
          <p:cNvSpPr>
            <a:spLocks noGrp="1"/>
          </p:cNvSpPr>
          <p:nvPr/>
        </p:nvSpPr>
        <p:spPr>
          <a:xfrm>
            <a:off x="4152079" y="32563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501" name="01_find_only_1500">
            <a:extLst>
              <a:ext uri="{FF2B5EF4-FFF2-40B4-BE49-F238E27FC236}">
                <a16:creationId xmlns:a16="http://schemas.microsoft.com/office/drawing/2014/main" id="{A1BF0658-55C8-4D5D-AB74-D2FA28B982CC}"/>
              </a:ext>
            </a:extLst>
          </p:cNvPr>
          <p:cNvSpPr>
            <a:spLocks noGrp="1"/>
          </p:cNvSpPr>
          <p:nvPr/>
        </p:nvSpPr>
        <p:spPr>
          <a:xfrm>
            <a:off x="4795200" y="2806200"/>
            <a:ext cx="1620000" cy="1394818"/>
          </a:xfrm>
          <a:custGeom>
            <a:avLst/>
            <a:gdLst/>
            <a:ahLst/>
            <a:cxnLst/>
            <a:rect l="0" t="0" r="0" b="0"/>
            <a:pathLst>
              <a:path w="1620000" h="1394818">
                <a:moveTo>
                  <a:pt x="0" y="1394818"/>
                </a:moveTo>
                <a:lnTo>
                  <a:pt x="1620000" y="1394818"/>
                </a:lnTo>
                <a:lnTo>
                  <a:pt x="1620000" y="0"/>
                </a:lnTo>
                <a:lnTo>
                  <a:pt x="0" y="0"/>
                </a:lnTo>
                <a:lnTo>
                  <a:pt x="0" y="1394818"/>
                </a:lnTo>
                <a:close/>
              </a:path>
            </a:pathLst>
          </a:custGeom>
          <a:solidFill>
            <a:srgbClr val="FFFFFF"/>
          </a:solidFill>
          <a:ln w="0">
            <a:noFill/>
            <a:prstDash val="solid"/>
          </a:ln>
        </p:spPr>
      </p:sp>
      <p:sp>
        <p:nvSpPr>
          <p:cNvPr id="1502" name="01_find_only_1501">
            <a:extLst>
              <a:ext uri="{FF2B5EF4-FFF2-40B4-BE49-F238E27FC236}">
                <a16:creationId xmlns:a16="http://schemas.microsoft.com/office/drawing/2014/main" id="{779A701F-2B45-4A45-AF4C-CB87DB732750}"/>
              </a:ext>
            </a:extLst>
          </p:cNvPr>
          <p:cNvSpPr>
            <a:spLocks noGrp="1"/>
          </p:cNvSpPr>
          <p:nvPr/>
        </p:nvSpPr>
        <p:spPr>
          <a:xfrm>
            <a:off x="4995200" y="2869601"/>
            <a:ext cx="130000" cy="1268016"/>
          </a:xfrm>
          <a:custGeom>
            <a:avLst/>
            <a:gdLst/>
            <a:ahLst/>
            <a:cxnLst/>
            <a:rect l="0" t="0" r="0" b="0"/>
            <a:pathLst>
              <a:path w="130000" h="1268016">
                <a:moveTo>
                  <a:pt x="130000" y="1268016"/>
                </a:moveTo>
                <a:lnTo>
                  <a:pt x="0" y="1268016"/>
                </a:lnTo>
                <a:lnTo>
                  <a:pt x="721" y="1257449"/>
                </a:lnTo>
                <a:lnTo>
                  <a:pt x="2836" y="1246883"/>
                </a:lnTo>
                <a:lnTo>
                  <a:pt x="6201" y="1236316"/>
                </a:lnTo>
                <a:lnTo>
                  <a:pt x="10594" y="1225749"/>
                </a:lnTo>
                <a:lnTo>
                  <a:pt x="15741" y="1215182"/>
                </a:lnTo>
                <a:lnTo>
                  <a:pt x="21340" y="1204615"/>
                </a:lnTo>
                <a:lnTo>
                  <a:pt x="27093" y="1194049"/>
                </a:lnTo>
                <a:lnTo>
                  <a:pt x="32730" y="1183482"/>
                </a:lnTo>
                <a:lnTo>
                  <a:pt x="38026" y="1172915"/>
                </a:lnTo>
                <a:lnTo>
                  <a:pt x="42818" y="1162348"/>
                </a:lnTo>
                <a:lnTo>
                  <a:pt x="47003" y="1151781"/>
                </a:lnTo>
                <a:lnTo>
                  <a:pt x="50537" y="1141215"/>
                </a:lnTo>
                <a:lnTo>
                  <a:pt x="53427" y="1130648"/>
                </a:lnTo>
                <a:lnTo>
                  <a:pt x="55717" y="1120081"/>
                </a:lnTo>
                <a:lnTo>
                  <a:pt x="57477" y="1109514"/>
                </a:lnTo>
                <a:lnTo>
                  <a:pt x="58790" y="1098947"/>
                </a:lnTo>
                <a:lnTo>
                  <a:pt x="59742" y="1088381"/>
                </a:lnTo>
                <a:lnTo>
                  <a:pt x="60413" y="1077814"/>
                </a:lnTo>
                <a:lnTo>
                  <a:pt x="60873" y="1067247"/>
                </a:lnTo>
                <a:lnTo>
                  <a:pt x="61180" y="1056680"/>
                </a:lnTo>
                <a:lnTo>
                  <a:pt x="61378" y="1046113"/>
                </a:lnTo>
                <a:lnTo>
                  <a:pt x="61499" y="1035547"/>
                </a:lnTo>
                <a:lnTo>
                  <a:pt x="61562" y="1024980"/>
                </a:lnTo>
                <a:lnTo>
                  <a:pt x="61582" y="1014413"/>
                </a:lnTo>
                <a:lnTo>
                  <a:pt x="61565" y="1003846"/>
                </a:lnTo>
                <a:lnTo>
                  <a:pt x="61514" y="993279"/>
                </a:lnTo>
                <a:lnTo>
                  <a:pt x="61429" y="982713"/>
                </a:lnTo>
                <a:lnTo>
                  <a:pt x="61311" y="972146"/>
                </a:lnTo>
                <a:lnTo>
                  <a:pt x="61159" y="961579"/>
                </a:lnTo>
                <a:lnTo>
                  <a:pt x="60973" y="951012"/>
                </a:lnTo>
                <a:lnTo>
                  <a:pt x="60758" y="940445"/>
                </a:lnTo>
                <a:lnTo>
                  <a:pt x="60516" y="929879"/>
                </a:lnTo>
                <a:lnTo>
                  <a:pt x="60253" y="919312"/>
                </a:lnTo>
                <a:lnTo>
                  <a:pt x="59977" y="908745"/>
                </a:lnTo>
                <a:lnTo>
                  <a:pt x="59694" y="898178"/>
                </a:lnTo>
                <a:lnTo>
                  <a:pt x="59414" y="887611"/>
                </a:lnTo>
                <a:lnTo>
                  <a:pt x="59145" y="877045"/>
                </a:lnTo>
                <a:lnTo>
                  <a:pt x="58893" y="866478"/>
                </a:lnTo>
                <a:lnTo>
                  <a:pt x="58664" y="855911"/>
                </a:lnTo>
                <a:lnTo>
                  <a:pt x="58460" y="845344"/>
                </a:lnTo>
                <a:lnTo>
                  <a:pt x="58281" y="834777"/>
                </a:lnTo>
                <a:lnTo>
                  <a:pt x="58122" y="824211"/>
                </a:lnTo>
                <a:lnTo>
                  <a:pt x="57978" y="813644"/>
                </a:lnTo>
                <a:lnTo>
                  <a:pt x="57837" y="803077"/>
                </a:lnTo>
                <a:lnTo>
                  <a:pt x="57690" y="792510"/>
                </a:lnTo>
                <a:lnTo>
                  <a:pt x="57524" y="781943"/>
                </a:lnTo>
                <a:lnTo>
                  <a:pt x="57328" y="771377"/>
                </a:lnTo>
                <a:lnTo>
                  <a:pt x="57093" y="760810"/>
                </a:lnTo>
                <a:lnTo>
                  <a:pt x="56813" y="750243"/>
                </a:lnTo>
                <a:lnTo>
                  <a:pt x="56487" y="739676"/>
                </a:lnTo>
                <a:lnTo>
                  <a:pt x="56120" y="729109"/>
                </a:lnTo>
                <a:lnTo>
                  <a:pt x="55722" y="718543"/>
                </a:lnTo>
                <a:lnTo>
                  <a:pt x="55314" y="707976"/>
                </a:lnTo>
                <a:lnTo>
                  <a:pt x="54918" y="697409"/>
                </a:lnTo>
                <a:lnTo>
                  <a:pt x="54565" y="686842"/>
                </a:lnTo>
                <a:lnTo>
                  <a:pt x="54285" y="676275"/>
                </a:lnTo>
                <a:lnTo>
                  <a:pt x="54110" y="665709"/>
                </a:lnTo>
                <a:lnTo>
                  <a:pt x="54067" y="655142"/>
                </a:lnTo>
                <a:lnTo>
                  <a:pt x="54178" y="644575"/>
                </a:lnTo>
                <a:lnTo>
                  <a:pt x="54453" y="634008"/>
                </a:lnTo>
                <a:lnTo>
                  <a:pt x="54892" y="623441"/>
                </a:lnTo>
                <a:lnTo>
                  <a:pt x="55486" y="612874"/>
                </a:lnTo>
                <a:lnTo>
                  <a:pt x="56212" y="602308"/>
                </a:lnTo>
                <a:lnTo>
                  <a:pt x="57039" y="591741"/>
                </a:lnTo>
                <a:lnTo>
                  <a:pt x="57932" y="581174"/>
                </a:lnTo>
                <a:lnTo>
                  <a:pt x="58854" y="570607"/>
                </a:lnTo>
                <a:lnTo>
                  <a:pt x="59766" y="560040"/>
                </a:lnTo>
                <a:lnTo>
                  <a:pt x="60637" y="549474"/>
                </a:lnTo>
                <a:lnTo>
                  <a:pt x="61441" y="538907"/>
                </a:lnTo>
                <a:lnTo>
                  <a:pt x="62159" y="528340"/>
                </a:lnTo>
                <a:lnTo>
                  <a:pt x="62782" y="517773"/>
                </a:lnTo>
                <a:lnTo>
                  <a:pt x="63306" y="507206"/>
                </a:lnTo>
                <a:lnTo>
                  <a:pt x="63735" y="496640"/>
                </a:lnTo>
                <a:lnTo>
                  <a:pt x="64076" y="486073"/>
                </a:lnTo>
                <a:lnTo>
                  <a:pt x="64341" y="475506"/>
                </a:lnTo>
                <a:lnTo>
                  <a:pt x="64540" y="464939"/>
                </a:lnTo>
                <a:lnTo>
                  <a:pt x="64686" y="454372"/>
                </a:lnTo>
                <a:lnTo>
                  <a:pt x="64790" y="443806"/>
                </a:lnTo>
                <a:lnTo>
                  <a:pt x="64863" y="433239"/>
                </a:lnTo>
                <a:lnTo>
                  <a:pt x="64913" y="422672"/>
                </a:lnTo>
                <a:lnTo>
                  <a:pt x="64946" y="412105"/>
                </a:lnTo>
                <a:lnTo>
                  <a:pt x="64967" y="401538"/>
                </a:lnTo>
                <a:lnTo>
                  <a:pt x="64980" y="390972"/>
                </a:lnTo>
                <a:lnTo>
                  <a:pt x="64989" y="380405"/>
                </a:lnTo>
                <a:lnTo>
                  <a:pt x="64993" y="369838"/>
                </a:lnTo>
                <a:lnTo>
                  <a:pt x="64996" y="359271"/>
                </a:lnTo>
                <a:lnTo>
                  <a:pt x="64998" y="348704"/>
                </a:lnTo>
                <a:lnTo>
                  <a:pt x="64999" y="338138"/>
                </a:lnTo>
                <a:lnTo>
                  <a:pt x="64999" y="327571"/>
                </a:lnTo>
                <a:lnTo>
                  <a:pt x="65000" y="317004"/>
                </a:lnTo>
                <a:lnTo>
                  <a:pt x="65000" y="306437"/>
                </a:lnTo>
                <a:lnTo>
                  <a:pt x="65000" y="295870"/>
                </a:lnTo>
                <a:lnTo>
                  <a:pt x="65000" y="285304"/>
                </a:lnTo>
                <a:lnTo>
                  <a:pt x="65000" y="274737"/>
                </a:lnTo>
                <a:lnTo>
                  <a:pt x="65000" y="264170"/>
                </a:lnTo>
                <a:lnTo>
                  <a:pt x="65000" y="253603"/>
                </a:lnTo>
                <a:lnTo>
                  <a:pt x="65000" y="243036"/>
                </a:lnTo>
                <a:lnTo>
                  <a:pt x="65000" y="232470"/>
                </a:lnTo>
                <a:lnTo>
                  <a:pt x="65000" y="221903"/>
                </a:lnTo>
                <a:lnTo>
                  <a:pt x="65000" y="211336"/>
                </a:lnTo>
                <a:lnTo>
                  <a:pt x="65000" y="200769"/>
                </a:lnTo>
                <a:lnTo>
                  <a:pt x="65000" y="190202"/>
                </a:lnTo>
                <a:lnTo>
                  <a:pt x="65000" y="179636"/>
                </a:lnTo>
                <a:lnTo>
                  <a:pt x="65000" y="169069"/>
                </a:lnTo>
                <a:lnTo>
                  <a:pt x="65000" y="158502"/>
                </a:lnTo>
                <a:lnTo>
                  <a:pt x="65000" y="147935"/>
                </a:lnTo>
                <a:lnTo>
                  <a:pt x="65000" y="137368"/>
                </a:lnTo>
                <a:lnTo>
                  <a:pt x="65000" y="126802"/>
                </a:lnTo>
                <a:lnTo>
                  <a:pt x="65000" y="116235"/>
                </a:lnTo>
                <a:lnTo>
                  <a:pt x="65000" y="105668"/>
                </a:lnTo>
                <a:lnTo>
                  <a:pt x="65000" y="95101"/>
                </a:lnTo>
                <a:lnTo>
                  <a:pt x="65000" y="84534"/>
                </a:lnTo>
                <a:lnTo>
                  <a:pt x="65000" y="73968"/>
                </a:lnTo>
                <a:lnTo>
                  <a:pt x="65000" y="63401"/>
                </a:lnTo>
                <a:lnTo>
                  <a:pt x="65000" y="52834"/>
                </a:lnTo>
                <a:lnTo>
                  <a:pt x="65000" y="42267"/>
                </a:lnTo>
                <a:lnTo>
                  <a:pt x="65000" y="31700"/>
                </a:lnTo>
                <a:lnTo>
                  <a:pt x="65000" y="21134"/>
                </a:lnTo>
                <a:lnTo>
                  <a:pt x="65000" y="10567"/>
                </a:lnTo>
                <a:lnTo>
                  <a:pt x="65000" y="0"/>
                </a:lnTo>
                <a:lnTo>
                  <a:pt x="65000" y="0"/>
                </a:lnTo>
                <a:lnTo>
                  <a:pt x="65000" y="0"/>
                </a:lnTo>
                <a:lnTo>
                  <a:pt x="65000" y="10567"/>
                </a:lnTo>
                <a:lnTo>
                  <a:pt x="65000" y="21134"/>
                </a:lnTo>
                <a:lnTo>
                  <a:pt x="65000" y="31700"/>
                </a:lnTo>
                <a:lnTo>
                  <a:pt x="65000" y="42267"/>
                </a:lnTo>
                <a:lnTo>
                  <a:pt x="65000" y="52834"/>
                </a:lnTo>
                <a:lnTo>
                  <a:pt x="65000" y="63401"/>
                </a:lnTo>
                <a:lnTo>
                  <a:pt x="65000" y="73968"/>
                </a:lnTo>
                <a:lnTo>
                  <a:pt x="65000" y="84534"/>
                </a:lnTo>
                <a:lnTo>
                  <a:pt x="65000" y="95101"/>
                </a:lnTo>
                <a:lnTo>
                  <a:pt x="65000" y="105668"/>
                </a:lnTo>
                <a:lnTo>
                  <a:pt x="65000" y="116235"/>
                </a:lnTo>
                <a:lnTo>
                  <a:pt x="65000" y="126802"/>
                </a:lnTo>
                <a:lnTo>
                  <a:pt x="65000" y="137368"/>
                </a:lnTo>
                <a:lnTo>
                  <a:pt x="65000" y="147935"/>
                </a:lnTo>
                <a:lnTo>
                  <a:pt x="65000" y="158502"/>
                </a:lnTo>
                <a:lnTo>
                  <a:pt x="65000" y="169069"/>
                </a:lnTo>
                <a:lnTo>
                  <a:pt x="65000" y="179636"/>
                </a:lnTo>
                <a:lnTo>
                  <a:pt x="65000" y="190202"/>
                </a:lnTo>
                <a:lnTo>
                  <a:pt x="65000" y="200769"/>
                </a:lnTo>
                <a:lnTo>
                  <a:pt x="65000" y="211336"/>
                </a:lnTo>
                <a:lnTo>
                  <a:pt x="65000" y="221903"/>
                </a:lnTo>
                <a:lnTo>
                  <a:pt x="65000" y="232470"/>
                </a:lnTo>
                <a:lnTo>
                  <a:pt x="65000" y="243036"/>
                </a:lnTo>
                <a:lnTo>
                  <a:pt x="65000" y="253603"/>
                </a:lnTo>
                <a:lnTo>
                  <a:pt x="65000" y="264170"/>
                </a:lnTo>
                <a:lnTo>
                  <a:pt x="65000" y="274737"/>
                </a:lnTo>
                <a:lnTo>
                  <a:pt x="65000" y="285304"/>
                </a:lnTo>
                <a:lnTo>
                  <a:pt x="65000" y="295870"/>
                </a:lnTo>
                <a:lnTo>
                  <a:pt x="65000" y="306437"/>
                </a:lnTo>
                <a:lnTo>
                  <a:pt x="65000" y="317004"/>
                </a:lnTo>
                <a:lnTo>
                  <a:pt x="65001" y="327571"/>
                </a:lnTo>
                <a:lnTo>
                  <a:pt x="65001" y="338138"/>
                </a:lnTo>
                <a:lnTo>
                  <a:pt x="65002" y="348704"/>
                </a:lnTo>
                <a:lnTo>
                  <a:pt x="65004" y="359271"/>
                </a:lnTo>
                <a:lnTo>
                  <a:pt x="65007" y="369838"/>
                </a:lnTo>
                <a:lnTo>
                  <a:pt x="65011" y="380405"/>
                </a:lnTo>
                <a:lnTo>
                  <a:pt x="65020" y="390972"/>
                </a:lnTo>
                <a:lnTo>
                  <a:pt x="65033" y="401538"/>
                </a:lnTo>
                <a:lnTo>
                  <a:pt x="65054" y="412105"/>
                </a:lnTo>
                <a:lnTo>
                  <a:pt x="65087" y="422672"/>
                </a:lnTo>
                <a:lnTo>
                  <a:pt x="65137" y="433239"/>
                </a:lnTo>
                <a:lnTo>
                  <a:pt x="65210" y="443806"/>
                </a:lnTo>
                <a:lnTo>
                  <a:pt x="65314" y="454372"/>
                </a:lnTo>
                <a:lnTo>
                  <a:pt x="65460" y="464939"/>
                </a:lnTo>
                <a:lnTo>
                  <a:pt x="65659" y="475506"/>
                </a:lnTo>
                <a:lnTo>
                  <a:pt x="65924" y="486073"/>
                </a:lnTo>
                <a:lnTo>
                  <a:pt x="66265" y="496640"/>
                </a:lnTo>
                <a:lnTo>
                  <a:pt x="66694" y="507206"/>
                </a:lnTo>
                <a:lnTo>
                  <a:pt x="67218" y="517773"/>
                </a:lnTo>
                <a:lnTo>
                  <a:pt x="67841" y="528340"/>
                </a:lnTo>
                <a:lnTo>
                  <a:pt x="68559" y="538907"/>
                </a:lnTo>
                <a:lnTo>
                  <a:pt x="69363" y="549474"/>
                </a:lnTo>
                <a:lnTo>
                  <a:pt x="70234" y="560040"/>
                </a:lnTo>
                <a:lnTo>
                  <a:pt x="71146" y="570607"/>
                </a:lnTo>
                <a:lnTo>
                  <a:pt x="72068" y="581174"/>
                </a:lnTo>
                <a:lnTo>
                  <a:pt x="72961" y="591741"/>
                </a:lnTo>
                <a:lnTo>
                  <a:pt x="73788" y="602308"/>
                </a:lnTo>
                <a:lnTo>
                  <a:pt x="74514" y="612874"/>
                </a:lnTo>
                <a:lnTo>
                  <a:pt x="75108" y="623441"/>
                </a:lnTo>
                <a:lnTo>
                  <a:pt x="75547" y="634008"/>
                </a:lnTo>
                <a:lnTo>
                  <a:pt x="75822" y="644575"/>
                </a:lnTo>
                <a:lnTo>
                  <a:pt x="75933" y="655142"/>
                </a:lnTo>
                <a:lnTo>
                  <a:pt x="75890" y="665709"/>
                </a:lnTo>
                <a:lnTo>
                  <a:pt x="75715" y="676275"/>
                </a:lnTo>
                <a:lnTo>
                  <a:pt x="75435" y="686842"/>
                </a:lnTo>
                <a:lnTo>
                  <a:pt x="75082" y="697409"/>
                </a:lnTo>
                <a:lnTo>
                  <a:pt x="74686" y="707976"/>
                </a:lnTo>
                <a:lnTo>
                  <a:pt x="74277" y="718543"/>
                </a:lnTo>
                <a:lnTo>
                  <a:pt x="73880" y="729109"/>
                </a:lnTo>
                <a:lnTo>
                  <a:pt x="73513" y="739676"/>
                </a:lnTo>
                <a:lnTo>
                  <a:pt x="73187" y="750243"/>
                </a:lnTo>
                <a:lnTo>
                  <a:pt x="72907" y="760810"/>
                </a:lnTo>
                <a:lnTo>
                  <a:pt x="72672" y="771377"/>
                </a:lnTo>
                <a:lnTo>
                  <a:pt x="72476" y="781943"/>
                </a:lnTo>
                <a:lnTo>
                  <a:pt x="72310" y="792510"/>
                </a:lnTo>
                <a:lnTo>
                  <a:pt x="72163" y="803077"/>
                </a:lnTo>
                <a:lnTo>
                  <a:pt x="72022" y="813644"/>
                </a:lnTo>
                <a:lnTo>
                  <a:pt x="71878" y="824211"/>
                </a:lnTo>
                <a:lnTo>
                  <a:pt x="71719" y="834777"/>
                </a:lnTo>
                <a:lnTo>
                  <a:pt x="71540" y="845344"/>
                </a:lnTo>
                <a:lnTo>
                  <a:pt x="71336" y="855911"/>
                </a:lnTo>
                <a:lnTo>
                  <a:pt x="71107" y="866478"/>
                </a:lnTo>
                <a:lnTo>
                  <a:pt x="70855" y="877045"/>
                </a:lnTo>
                <a:lnTo>
                  <a:pt x="70586" y="887611"/>
                </a:lnTo>
                <a:lnTo>
                  <a:pt x="70306" y="898178"/>
                </a:lnTo>
                <a:lnTo>
                  <a:pt x="70023" y="908745"/>
                </a:lnTo>
                <a:lnTo>
                  <a:pt x="69747" y="919312"/>
                </a:lnTo>
                <a:lnTo>
                  <a:pt x="69484" y="929879"/>
                </a:lnTo>
                <a:lnTo>
                  <a:pt x="69242" y="940445"/>
                </a:lnTo>
                <a:lnTo>
                  <a:pt x="69027" y="951012"/>
                </a:lnTo>
                <a:lnTo>
                  <a:pt x="68841" y="961579"/>
                </a:lnTo>
                <a:lnTo>
                  <a:pt x="68689" y="972146"/>
                </a:lnTo>
                <a:lnTo>
                  <a:pt x="68571" y="982713"/>
                </a:lnTo>
                <a:lnTo>
                  <a:pt x="68486" y="993279"/>
                </a:lnTo>
                <a:lnTo>
                  <a:pt x="68434" y="1003846"/>
                </a:lnTo>
                <a:lnTo>
                  <a:pt x="68418" y="1014413"/>
                </a:lnTo>
                <a:lnTo>
                  <a:pt x="68438" y="1024980"/>
                </a:lnTo>
                <a:lnTo>
                  <a:pt x="68501" y="1035547"/>
                </a:lnTo>
                <a:lnTo>
                  <a:pt x="68622" y="1046113"/>
                </a:lnTo>
                <a:lnTo>
                  <a:pt x="68820" y="1056680"/>
                </a:lnTo>
                <a:lnTo>
                  <a:pt x="69127" y="1067247"/>
                </a:lnTo>
                <a:lnTo>
                  <a:pt x="69587" y="1077814"/>
                </a:lnTo>
                <a:lnTo>
                  <a:pt x="70258" y="1088381"/>
                </a:lnTo>
                <a:lnTo>
                  <a:pt x="71210" y="1098947"/>
                </a:lnTo>
                <a:lnTo>
                  <a:pt x="72523" y="1109514"/>
                </a:lnTo>
                <a:lnTo>
                  <a:pt x="74283" y="1120081"/>
                </a:lnTo>
                <a:lnTo>
                  <a:pt x="76573" y="1130648"/>
                </a:lnTo>
                <a:lnTo>
                  <a:pt x="79463" y="1141215"/>
                </a:lnTo>
                <a:lnTo>
                  <a:pt x="82997" y="1151781"/>
                </a:lnTo>
                <a:lnTo>
                  <a:pt x="87182" y="1162348"/>
                </a:lnTo>
                <a:lnTo>
                  <a:pt x="91974" y="1172915"/>
                </a:lnTo>
                <a:lnTo>
                  <a:pt x="97270" y="1183482"/>
                </a:lnTo>
                <a:lnTo>
                  <a:pt x="102907" y="1194049"/>
                </a:lnTo>
                <a:lnTo>
                  <a:pt x="108660" y="1204615"/>
                </a:lnTo>
                <a:lnTo>
                  <a:pt x="114259" y="1215182"/>
                </a:lnTo>
                <a:lnTo>
                  <a:pt x="119406" y="1225749"/>
                </a:lnTo>
                <a:lnTo>
                  <a:pt x="123799" y="1236316"/>
                </a:lnTo>
                <a:lnTo>
                  <a:pt x="127164" y="1246883"/>
                </a:lnTo>
                <a:lnTo>
                  <a:pt x="129279" y="1257449"/>
                </a:lnTo>
                <a:lnTo>
                  <a:pt x="130000" y="1268016"/>
                </a:lnTo>
                <a:lnTo>
                  <a:pt x="130000" y="1268016"/>
                </a:lnTo>
                <a:close/>
              </a:path>
            </a:pathLst>
          </a:custGeom>
          <a:solidFill>
            <a:srgbClr val="A57948">
              <a:alpha val="12000"/>
            </a:srgbClr>
          </a:solidFill>
          <a:ln w="6985">
            <a:solidFill>
              <a:srgbClr val="A57948">
                <a:alpha val="12000"/>
              </a:srgbClr>
            </a:solidFill>
            <a:prstDash val="solid"/>
          </a:ln>
        </p:spPr>
      </p:sp>
      <p:sp>
        <p:nvSpPr>
          <p:cNvPr id="1503" name="01_find_only_1502">
            <a:extLst>
              <a:ext uri="{FF2B5EF4-FFF2-40B4-BE49-F238E27FC236}">
                <a16:creationId xmlns:a16="http://schemas.microsoft.com/office/drawing/2014/main" id="{96CEB1DB-330C-41EC-B437-B3C5315E190B}"/>
              </a:ext>
            </a:extLst>
          </p:cNvPr>
          <p:cNvSpPr>
            <a:spLocks noGrp="1"/>
          </p:cNvSpPr>
          <p:nvPr/>
        </p:nvSpPr>
        <p:spPr>
          <a:xfrm>
            <a:off x="5245200" y="2869601"/>
            <a:ext cx="130000" cy="1268016"/>
          </a:xfrm>
          <a:custGeom>
            <a:avLst/>
            <a:gdLst/>
            <a:ahLst/>
            <a:cxnLst/>
            <a:rect l="0" t="0" r="0" b="0"/>
            <a:pathLst>
              <a:path w="130000" h="1268016">
                <a:moveTo>
                  <a:pt x="130000" y="1268016"/>
                </a:moveTo>
                <a:lnTo>
                  <a:pt x="0" y="1268016"/>
                </a:lnTo>
                <a:lnTo>
                  <a:pt x="724" y="1257449"/>
                </a:lnTo>
                <a:lnTo>
                  <a:pt x="2846" y="1246883"/>
                </a:lnTo>
                <a:lnTo>
                  <a:pt x="6222" y="1236316"/>
                </a:lnTo>
                <a:lnTo>
                  <a:pt x="10630" y="1225749"/>
                </a:lnTo>
                <a:lnTo>
                  <a:pt x="15792" y="1215182"/>
                </a:lnTo>
                <a:lnTo>
                  <a:pt x="21405" y="1204615"/>
                </a:lnTo>
                <a:lnTo>
                  <a:pt x="27169" y="1194049"/>
                </a:lnTo>
                <a:lnTo>
                  <a:pt x="32812" y="1183482"/>
                </a:lnTo>
                <a:lnTo>
                  <a:pt x="38109" y="1172915"/>
                </a:lnTo>
                <a:lnTo>
                  <a:pt x="42896" y="1162348"/>
                </a:lnTo>
                <a:lnTo>
                  <a:pt x="47069" y="1151781"/>
                </a:lnTo>
                <a:lnTo>
                  <a:pt x="50585" y="1141215"/>
                </a:lnTo>
                <a:lnTo>
                  <a:pt x="53451" y="1130648"/>
                </a:lnTo>
                <a:lnTo>
                  <a:pt x="55715" y="1120081"/>
                </a:lnTo>
                <a:lnTo>
                  <a:pt x="57447" y="1109514"/>
                </a:lnTo>
                <a:lnTo>
                  <a:pt x="58733" y="1098947"/>
                </a:lnTo>
                <a:lnTo>
                  <a:pt x="59660" y="1088381"/>
                </a:lnTo>
                <a:lnTo>
                  <a:pt x="60310" y="1077814"/>
                </a:lnTo>
                <a:lnTo>
                  <a:pt x="60755" y="1067247"/>
                </a:lnTo>
                <a:lnTo>
                  <a:pt x="61052" y="1056680"/>
                </a:lnTo>
                <a:lnTo>
                  <a:pt x="61247" y="1046113"/>
                </a:lnTo>
                <a:lnTo>
                  <a:pt x="61370" y="1035547"/>
                </a:lnTo>
                <a:lnTo>
                  <a:pt x="61441" y="1024980"/>
                </a:lnTo>
                <a:lnTo>
                  <a:pt x="61473" y="1014413"/>
                </a:lnTo>
                <a:lnTo>
                  <a:pt x="61470" y="1003846"/>
                </a:lnTo>
                <a:lnTo>
                  <a:pt x="61436" y="993279"/>
                </a:lnTo>
                <a:lnTo>
                  <a:pt x="61369" y="982713"/>
                </a:lnTo>
                <a:lnTo>
                  <a:pt x="61269" y="972146"/>
                </a:lnTo>
                <a:lnTo>
                  <a:pt x="61136" y="961579"/>
                </a:lnTo>
                <a:lnTo>
                  <a:pt x="60972" y="951012"/>
                </a:lnTo>
                <a:lnTo>
                  <a:pt x="60780" y="940445"/>
                </a:lnTo>
                <a:lnTo>
                  <a:pt x="60564" y="929879"/>
                </a:lnTo>
                <a:lnTo>
                  <a:pt x="60333" y="919312"/>
                </a:lnTo>
                <a:lnTo>
                  <a:pt x="60094" y="908745"/>
                </a:lnTo>
                <a:lnTo>
                  <a:pt x="59859" y="898178"/>
                </a:lnTo>
                <a:lnTo>
                  <a:pt x="59639" y="887611"/>
                </a:lnTo>
                <a:lnTo>
                  <a:pt x="59445" y="877045"/>
                </a:lnTo>
                <a:lnTo>
                  <a:pt x="59287" y="866478"/>
                </a:lnTo>
                <a:lnTo>
                  <a:pt x="59173" y="855911"/>
                </a:lnTo>
                <a:lnTo>
                  <a:pt x="59108" y="845344"/>
                </a:lnTo>
                <a:lnTo>
                  <a:pt x="59091" y="834777"/>
                </a:lnTo>
                <a:lnTo>
                  <a:pt x="59119" y="824211"/>
                </a:lnTo>
                <a:lnTo>
                  <a:pt x="59181" y="813644"/>
                </a:lnTo>
                <a:lnTo>
                  <a:pt x="59263" y="803077"/>
                </a:lnTo>
                <a:lnTo>
                  <a:pt x="59348" y="792510"/>
                </a:lnTo>
                <a:lnTo>
                  <a:pt x="59415" y="781943"/>
                </a:lnTo>
                <a:lnTo>
                  <a:pt x="59443" y="771377"/>
                </a:lnTo>
                <a:lnTo>
                  <a:pt x="59414" y="760810"/>
                </a:lnTo>
                <a:lnTo>
                  <a:pt x="59312" y="750243"/>
                </a:lnTo>
                <a:lnTo>
                  <a:pt x="59128" y="739676"/>
                </a:lnTo>
                <a:lnTo>
                  <a:pt x="58858" y="729109"/>
                </a:lnTo>
                <a:lnTo>
                  <a:pt x="58508" y="718543"/>
                </a:lnTo>
                <a:lnTo>
                  <a:pt x="58094" y="707976"/>
                </a:lnTo>
                <a:lnTo>
                  <a:pt x="57637" y="697409"/>
                </a:lnTo>
                <a:lnTo>
                  <a:pt x="57166" y="686842"/>
                </a:lnTo>
                <a:lnTo>
                  <a:pt x="56716" y="676275"/>
                </a:lnTo>
                <a:lnTo>
                  <a:pt x="56321" y="665709"/>
                </a:lnTo>
                <a:lnTo>
                  <a:pt x="56012" y="655142"/>
                </a:lnTo>
                <a:lnTo>
                  <a:pt x="55816" y="644575"/>
                </a:lnTo>
                <a:lnTo>
                  <a:pt x="55751" y="634008"/>
                </a:lnTo>
                <a:lnTo>
                  <a:pt x="55824" y="623441"/>
                </a:lnTo>
                <a:lnTo>
                  <a:pt x="56032" y="612874"/>
                </a:lnTo>
                <a:lnTo>
                  <a:pt x="56361" y="602308"/>
                </a:lnTo>
                <a:lnTo>
                  <a:pt x="56787" y="591741"/>
                </a:lnTo>
                <a:lnTo>
                  <a:pt x="57283" y="581174"/>
                </a:lnTo>
                <a:lnTo>
                  <a:pt x="57817" y="570607"/>
                </a:lnTo>
                <a:lnTo>
                  <a:pt x="58359" y="560040"/>
                </a:lnTo>
                <a:lnTo>
                  <a:pt x="58883" y="549474"/>
                </a:lnTo>
                <a:lnTo>
                  <a:pt x="59367" y="538907"/>
                </a:lnTo>
                <a:lnTo>
                  <a:pt x="59797" y="528340"/>
                </a:lnTo>
                <a:lnTo>
                  <a:pt x="60166" y="517773"/>
                </a:lnTo>
                <a:lnTo>
                  <a:pt x="60471" y="507206"/>
                </a:lnTo>
                <a:lnTo>
                  <a:pt x="60717" y="496640"/>
                </a:lnTo>
                <a:lnTo>
                  <a:pt x="60910" y="486073"/>
                </a:lnTo>
                <a:lnTo>
                  <a:pt x="61059" y="475506"/>
                </a:lnTo>
                <a:lnTo>
                  <a:pt x="61173" y="464939"/>
                </a:lnTo>
                <a:lnTo>
                  <a:pt x="61261" y="454372"/>
                </a:lnTo>
                <a:lnTo>
                  <a:pt x="61329" y="443806"/>
                </a:lnTo>
                <a:lnTo>
                  <a:pt x="61384" y="433239"/>
                </a:lnTo>
                <a:lnTo>
                  <a:pt x="61428" y="422672"/>
                </a:lnTo>
                <a:lnTo>
                  <a:pt x="61466" y="412105"/>
                </a:lnTo>
                <a:lnTo>
                  <a:pt x="61499" y="401538"/>
                </a:lnTo>
                <a:lnTo>
                  <a:pt x="61531" y="390972"/>
                </a:lnTo>
                <a:lnTo>
                  <a:pt x="61563" y="380405"/>
                </a:lnTo>
                <a:lnTo>
                  <a:pt x="61599" y="369838"/>
                </a:lnTo>
                <a:lnTo>
                  <a:pt x="61643" y="359271"/>
                </a:lnTo>
                <a:lnTo>
                  <a:pt x="61698" y="348704"/>
                </a:lnTo>
                <a:lnTo>
                  <a:pt x="61768" y="338138"/>
                </a:lnTo>
                <a:lnTo>
                  <a:pt x="61857" y="327571"/>
                </a:lnTo>
                <a:lnTo>
                  <a:pt x="61967" y="317004"/>
                </a:lnTo>
                <a:lnTo>
                  <a:pt x="62100" y="306437"/>
                </a:lnTo>
                <a:lnTo>
                  <a:pt x="62254" y="295870"/>
                </a:lnTo>
                <a:lnTo>
                  <a:pt x="62430" y="285304"/>
                </a:lnTo>
                <a:lnTo>
                  <a:pt x="62622" y="274737"/>
                </a:lnTo>
                <a:lnTo>
                  <a:pt x="62827" y="264170"/>
                </a:lnTo>
                <a:lnTo>
                  <a:pt x="63039" y="253603"/>
                </a:lnTo>
                <a:lnTo>
                  <a:pt x="63250" y="243036"/>
                </a:lnTo>
                <a:lnTo>
                  <a:pt x="63453" y="232470"/>
                </a:lnTo>
                <a:lnTo>
                  <a:pt x="63640" y="221903"/>
                </a:lnTo>
                <a:lnTo>
                  <a:pt x="63803" y="211336"/>
                </a:lnTo>
                <a:lnTo>
                  <a:pt x="63933" y="200769"/>
                </a:lnTo>
                <a:lnTo>
                  <a:pt x="64021" y="190202"/>
                </a:lnTo>
                <a:lnTo>
                  <a:pt x="64057" y="179636"/>
                </a:lnTo>
                <a:lnTo>
                  <a:pt x="64030" y="169069"/>
                </a:lnTo>
                <a:lnTo>
                  <a:pt x="63929" y="158502"/>
                </a:lnTo>
                <a:lnTo>
                  <a:pt x="63744" y="147935"/>
                </a:lnTo>
                <a:lnTo>
                  <a:pt x="63466" y="137368"/>
                </a:lnTo>
                <a:lnTo>
                  <a:pt x="63086" y="126802"/>
                </a:lnTo>
                <a:lnTo>
                  <a:pt x="62601" y="116235"/>
                </a:lnTo>
                <a:lnTo>
                  <a:pt x="62014" y="105668"/>
                </a:lnTo>
                <a:lnTo>
                  <a:pt x="61333" y="95101"/>
                </a:lnTo>
                <a:lnTo>
                  <a:pt x="60574" y="84534"/>
                </a:lnTo>
                <a:lnTo>
                  <a:pt x="59763" y="73968"/>
                </a:lnTo>
                <a:lnTo>
                  <a:pt x="58934" y="63401"/>
                </a:lnTo>
                <a:lnTo>
                  <a:pt x="58127" y="52834"/>
                </a:lnTo>
                <a:lnTo>
                  <a:pt x="57384" y="42267"/>
                </a:lnTo>
                <a:lnTo>
                  <a:pt x="56750" y="31700"/>
                </a:lnTo>
                <a:lnTo>
                  <a:pt x="56265" y="21134"/>
                </a:lnTo>
                <a:lnTo>
                  <a:pt x="55960" y="10567"/>
                </a:lnTo>
                <a:lnTo>
                  <a:pt x="55856" y="0"/>
                </a:lnTo>
                <a:lnTo>
                  <a:pt x="74144" y="0"/>
                </a:lnTo>
                <a:lnTo>
                  <a:pt x="74144" y="0"/>
                </a:lnTo>
                <a:lnTo>
                  <a:pt x="74040" y="10567"/>
                </a:lnTo>
                <a:lnTo>
                  <a:pt x="73735" y="21134"/>
                </a:lnTo>
                <a:lnTo>
                  <a:pt x="73250" y="31700"/>
                </a:lnTo>
                <a:lnTo>
                  <a:pt x="72616" y="42267"/>
                </a:lnTo>
                <a:lnTo>
                  <a:pt x="71873" y="52834"/>
                </a:lnTo>
                <a:lnTo>
                  <a:pt x="71066" y="63401"/>
                </a:lnTo>
                <a:lnTo>
                  <a:pt x="70237" y="73968"/>
                </a:lnTo>
                <a:lnTo>
                  <a:pt x="69426" y="84534"/>
                </a:lnTo>
                <a:lnTo>
                  <a:pt x="68667" y="95101"/>
                </a:lnTo>
                <a:lnTo>
                  <a:pt x="67986" y="105668"/>
                </a:lnTo>
                <a:lnTo>
                  <a:pt x="67399" y="116235"/>
                </a:lnTo>
                <a:lnTo>
                  <a:pt x="66914" y="126802"/>
                </a:lnTo>
                <a:lnTo>
                  <a:pt x="66534" y="137368"/>
                </a:lnTo>
                <a:lnTo>
                  <a:pt x="66256" y="147935"/>
                </a:lnTo>
                <a:lnTo>
                  <a:pt x="66071" y="158502"/>
                </a:lnTo>
                <a:lnTo>
                  <a:pt x="65970" y="169069"/>
                </a:lnTo>
                <a:lnTo>
                  <a:pt x="65943" y="179636"/>
                </a:lnTo>
                <a:lnTo>
                  <a:pt x="65979" y="190202"/>
                </a:lnTo>
                <a:lnTo>
                  <a:pt x="66067" y="200769"/>
                </a:lnTo>
                <a:lnTo>
                  <a:pt x="66197" y="211336"/>
                </a:lnTo>
                <a:lnTo>
                  <a:pt x="66360" y="221903"/>
                </a:lnTo>
                <a:lnTo>
                  <a:pt x="66547" y="232470"/>
                </a:lnTo>
                <a:lnTo>
                  <a:pt x="66750" y="243036"/>
                </a:lnTo>
                <a:lnTo>
                  <a:pt x="66961" y="253603"/>
                </a:lnTo>
                <a:lnTo>
                  <a:pt x="67173" y="264170"/>
                </a:lnTo>
                <a:lnTo>
                  <a:pt x="67378" y="274737"/>
                </a:lnTo>
                <a:lnTo>
                  <a:pt x="67570" y="285304"/>
                </a:lnTo>
                <a:lnTo>
                  <a:pt x="67746" y="295870"/>
                </a:lnTo>
                <a:lnTo>
                  <a:pt x="67900" y="306437"/>
                </a:lnTo>
                <a:lnTo>
                  <a:pt x="68033" y="317004"/>
                </a:lnTo>
                <a:lnTo>
                  <a:pt x="68143" y="327571"/>
                </a:lnTo>
                <a:lnTo>
                  <a:pt x="68232" y="338138"/>
                </a:lnTo>
                <a:lnTo>
                  <a:pt x="68302" y="348704"/>
                </a:lnTo>
                <a:lnTo>
                  <a:pt x="68357" y="359271"/>
                </a:lnTo>
                <a:lnTo>
                  <a:pt x="68401" y="369838"/>
                </a:lnTo>
                <a:lnTo>
                  <a:pt x="68437" y="380405"/>
                </a:lnTo>
                <a:lnTo>
                  <a:pt x="68469" y="390972"/>
                </a:lnTo>
                <a:lnTo>
                  <a:pt x="68501" y="401538"/>
                </a:lnTo>
                <a:lnTo>
                  <a:pt x="68534" y="412105"/>
                </a:lnTo>
                <a:lnTo>
                  <a:pt x="68572" y="422672"/>
                </a:lnTo>
                <a:lnTo>
                  <a:pt x="68616" y="433239"/>
                </a:lnTo>
                <a:lnTo>
                  <a:pt x="68671" y="443806"/>
                </a:lnTo>
                <a:lnTo>
                  <a:pt x="68739" y="454372"/>
                </a:lnTo>
                <a:lnTo>
                  <a:pt x="68826" y="464939"/>
                </a:lnTo>
                <a:lnTo>
                  <a:pt x="68941" y="475506"/>
                </a:lnTo>
                <a:lnTo>
                  <a:pt x="69090" y="486073"/>
                </a:lnTo>
                <a:lnTo>
                  <a:pt x="69283" y="496640"/>
                </a:lnTo>
                <a:lnTo>
                  <a:pt x="69529" y="507206"/>
                </a:lnTo>
                <a:lnTo>
                  <a:pt x="69834" y="517773"/>
                </a:lnTo>
                <a:lnTo>
                  <a:pt x="70203" y="528340"/>
                </a:lnTo>
                <a:lnTo>
                  <a:pt x="70633" y="538907"/>
                </a:lnTo>
                <a:lnTo>
                  <a:pt x="71117" y="549474"/>
                </a:lnTo>
                <a:lnTo>
                  <a:pt x="71641" y="560040"/>
                </a:lnTo>
                <a:lnTo>
                  <a:pt x="72183" y="570607"/>
                </a:lnTo>
                <a:lnTo>
                  <a:pt x="72717" y="581174"/>
                </a:lnTo>
                <a:lnTo>
                  <a:pt x="73213" y="591741"/>
                </a:lnTo>
                <a:lnTo>
                  <a:pt x="73639" y="602308"/>
                </a:lnTo>
                <a:lnTo>
                  <a:pt x="73968" y="612874"/>
                </a:lnTo>
                <a:lnTo>
                  <a:pt x="74176" y="623441"/>
                </a:lnTo>
                <a:lnTo>
                  <a:pt x="74249" y="634008"/>
                </a:lnTo>
                <a:lnTo>
                  <a:pt x="74184" y="644575"/>
                </a:lnTo>
                <a:lnTo>
                  <a:pt x="73988" y="655142"/>
                </a:lnTo>
                <a:lnTo>
                  <a:pt x="73679" y="665709"/>
                </a:lnTo>
                <a:lnTo>
                  <a:pt x="73284" y="676275"/>
                </a:lnTo>
                <a:lnTo>
                  <a:pt x="72834" y="686842"/>
                </a:lnTo>
                <a:lnTo>
                  <a:pt x="72363" y="697409"/>
                </a:lnTo>
                <a:lnTo>
                  <a:pt x="71906" y="707976"/>
                </a:lnTo>
                <a:lnTo>
                  <a:pt x="71492" y="718543"/>
                </a:lnTo>
                <a:lnTo>
                  <a:pt x="71142" y="729109"/>
                </a:lnTo>
                <a:lnTo>
                  <a:pt x="70872" y="739676"/>
                </a:lnTo>
                <a:lnTo>
                  <a:pt x="70688" y="750243"/>
                </a:lnTo>
                <a:lnTo>
                  <a:pt x="70586" y="760810"/>
                </a:lnTo>
                <a:lnTo>
                  <a:pt x="70557" y="771377"/>
                </a:lnTo>
                <a:lnTo>
                  <a:pt x="70585" y="781943"/>
                </a:lnTo>
                <a:lnTo>
                  <a:pt x="70652" y="792510"/>
                </a:lnTo>
                <a:lnTo>
                  <a:pt x="70737" y="803077"/>
                </a:lnTo>
                <a:lnTo>
                  <a:pt x="70819" y="813644"/>
                </a:lnTo>
                <a:lnTo>
                  <a:pt x="70881" y="824211"/>
                </a:lnTo>
                <a:lnTo>
                  <a:pt x="70909" y="834777"/>
                </a:lnTo>
                <a:lnTo>
                  <a:pt x="70892" y="845344"/>
                </a:lnTo>
                <a:lnTo>
                  <a:pt x="70827" y="855911"/>
                </a:lnTo>
                <a:lnTo>
                  <a:pt x="70713" y="866478"/>
                </a:lnTo>
                <a:lnTo>
                  <a:pt x="70555" y="877045"/>
                </a:lnTo>
                <a:lnTo>
                  <a:pt x="70361" y="887611"/>
                </a:lnTo>
                <a:lnTo>
                  <a:pt x="70141" y="898178"/>
                </a:lnTo>
                <a:lnTo>
                  <a:pt x="69906" y="908745"/>
                </a:lnTo>
                <a:lnTo>
                  <a:pt x="69667" y="919312"/>
                </a:lnTo>
                <a:lnTo>
                  <a:pt x="69436" y="929879"/>
                </a:lnTo>
                <a:lnTo>
                  <a:pt x="69220" y="940445"/>
                </a:lnTo>
                <a:lnTo>
                  <a:pt x="69028" y="951012"/>
                </a:lnTo>
                <a:lnTo>
                  <a:pt x="68864" y="961579"/>
                </a:lnTo>
                <a:lnTo>
                  <a:pt x="68731" y="972146"/>
                </a:lnTo>
                <a:lnTo>
                  <a:pt x="68631" y="982713"/>
                </a:lnTo>
                <a:lnTo>
                  <a:pt x="68564" y="993279"/>
                </a:lnTo>
                <a:lnTo>
                  <a:pt x="68530" y="1003846"/>
                </a:lnTo>
                <a:lnTo>
                  <a:pt x="68527" y="1014413"/>
                </a:lnTo>
                <a:lnTo>
                  <a:pt x="68559" y="1024980"/>
                </a:lnTo>
                <a:lnTo>
                  <a:pt x="68630" y="1035547"/>
                </a:lnTo>
                <a:lnTo>
                  <a:pt x="68753" y="1046113"/>
                </a:lnTo>
                <a:lnTo>
                  <a:pt x="68948" y="1056680"/>
                </a:lnTo>
                <a:lnTo>
                  <a:pt x="69245" y="1067247"/>
                </a:lnTo>
                <a:lnTo>
                  <a:pt x="69690" y="1077814"/>
                </a:lnTo>
                <a:lnTo>
                  <a:pt x="70340" y="1088381"/>
                </a:lnTo>
                <a:lnTo>
                  <a:pt x="71267" y="1098947"/>
                </a:lnTo>
                <a:lnTo>
                  <a:pt x="72553" y="1109514"/>
                </a:lnTo>
                <a:lnTo>
                  <a:pt x="74285" y="1120081"/>
                </a:lnTo>
                <a:lnTo>
                  <a:pt x="76549" y="1130648"/>
                </a:lnTo>
                <a:lnTo>
                  <a:pt x="79415" y="1141215"/>
                </a:lnTo>
                <a:lnTo>
                  <a:pt x="82931" y="1151781"/>
                </a:lnTo>
                <a:lnTo>
                  <a:pt x="87104" y="1162348"/>
                </a:lnTo>
                <a:lnTo>
                  <a:pt x="91891" y="1172915"/>
                </a:lnTo>
                <a:lnTo>
                  <a:pt x="97188" y="1183482"/>
                </a:lnTo>
                <a:lnTo>
                  <a:pt x="102831" y="1194049"/>
                </a:lnTo>
                <a:lnTo>
                  <a:pt x="108595" y="1204615"/>
                </a:lnTo>
                <a:lnTo>
                  <a:pt x="114208" y="1215182"/>
                </a:lnTo>
                <a:lnTo>
                  <a:pt x="119370" y="1225749"/>
                </a:lnTo>
                <a:lnTo>
                  <a:pt x="123778" y="1236316"/>
                </a:lnTo>
                <a:lnTo>
                  <a:pt x="127154" y="1246883"/>
                </a:lnTo>
                <a:lnTo>
                  <a:pt x="129276" y="1257449"/>
                </a:lnTo>
                <a:lnTo>
                  <a:pt x="130000" y="1268016"/>
                </a:lnTo>
                <a:lnTo>
                  <a:pt x="130000" y="1268016"/>
                </a:lnTo>
                <a:close/>
              </a:path>
            </a:pathLst>
          </a:custGeom>
          <a:solidFill>
            <a:srgbClr val="A57948">
              <a:alpha val="12000"/>
            </a:srgbClr>
          </a:solidFill>
          <a:ln w="6985">
            <a:solidFill>
              <a:srgbClr val="A57948">
                <a:alpha val="12000"/>
              </a:srgbClr>
            </a:solidFill>
            <a:prstDash val="solid"/>
          </a:ln>
        </p:spPr>
      </p:sp>
      <p:sp>
        <p:nvSpPr>
          <p:cNvPr id="1504" name="01_find_only_1503">
            <a:extLst>
              <a:ext uri="{FF2B5EF4-FFF2-40B4-BE49-F238E27FC236}">
                <a16:creationId xmlns:a16="http://schemas.microsoft.com/office/drawing/2014/main" id="{1621B154-3DDF-4D27-84F0-CA200FB11A4C}"/>
              </a:ext>
            </a:extLst>
          </p:cNvPr>
          <p:cNvSpPr>
            <a:spLocks noGrp="1"/>
          </p:cNvSpPr>
          <p:nvPr/>
        </p:nvSpPr>
        <p:spPr>
          <a:xfrm>
            <a:off x="5745200" y="2869601"/>
            <a:ext cx="130000" cy="1268016"/>
          </a:xfrm>
          <a:custGeom>
            <a:avLst/>
            <a:gdLst/>
            <a:ahLst/>
            <a:cxnLst/>
            <a:rect l="0" t="0" r="0" b="0"/>
            <a:pathLst>
              <a:path w="130000" h="1268016">
                <a:moveTo>
                  <a:pt x="130000" y="1268016"/>
                </a:moveTo>
                <a:lnTo>
                  <a:pt x="0" y="1268016"/>
                </a:lnTo>
                <a:lnTo>
                  <a:pt x="722" y="1257449"/>
                </a:lnTo>
                <a:lnTo>
                  <a:pt x="2840" y="1246883"/>
                </a:lnTo>
                <a:lnTo>
                  <a:pt x="6208" y="1236316"/>
                </a:lnTo>
                <a:lnTo>
                  <a:pt x="10608" y="1225749"/>
                </a:lnTo>
                <a:lnTo>
                  <a:pt x="15762" y="1215182"/>
                </a:lnTo>
                <a:lnTo>
                  <a:pt x="21370" y="1204615"/>
                </a:lnTo>
                <a:lnTo>
                  <a:pt x="27133" y="1194049"/>
                </a:lnTo>
                <a:lnTo>
                  <a:pt x="32780" y="1183482"/>
                </a:lnTo>
                <a:lnTo>
                  <a:pt x="38088" y="1172915"/>
                </a:lnTo>
                <a:lnTo>
                  <a:pt x="42890" y="1162348"/>
                </a:lnTo>
                <a:lnTo>
                  <a:pt x="47084" y="1151781"/>
                </a:lnTo>
                <a:lnTo>
                  <a:pt x="50626" y="1141215"/>
                </a:lnTo>
                <a:lnTo>
                  <a:pt x="53521" y="1130648"/>
                </a:lnTo>
                <a:lnTo>
                  <a:pt x="55813" y="1120081"/>
                </a:lnTo>
                <a:lnTo>
                  <a:pt x="57572" y="1109514"/>
                </a:lnTo>
                <a:lnTo>
                  <a:pt x="58879" y="1098947"/>
                </a:lnTo>
                <a:lnTo>
                  <a:pt x="59820" y="1088381"/>
                </a:lnTo>
                <a:lnTo>
                  <a:pt x="60475" y="1077814"/>
                </a:lnTo>
                <a:lnTo>
                  <a:pt x="60915" y="1067247"/>
                </a:lnTo>
                <a:lnTo>
                  <a:pt x="61197" y="1056680"/>
                </a:lnTo>
                <a:lnTo>
                  <a:pt x="61366" y="1046113"/>
                </a:lnTo>
                <a:lnTo>
                  <a:pt x="61456" y="1035547"/>
                </a:lnTo>
                <a:lnTo>
                  <a:pt x="61487" y="1024980"/>
                </a:lnTo>
                <a:lnTo>
                  <a:pt x="61477" y="1014413"/>
                </a:lnTo>
                <a:lnTo>
                  <a:pt x="61432" y="1003846"/>
                </a:lnTo>
                <a:lnTo>
                  <a:pt x="61359" y="993279"/>
                </a:lnTo>
                <a:lnTo>
                  <a:pt x="61259" y="982713"/>
                </a:lnTo>
                <a:lnTo>
                  <a:pt x="61133" y="972146"/>
                </a:lnTo>
                <a:lnTo>
                  <a:pt x="60981" y="961579"/>
                </a:lnTo>
                <a:lnTo>
                  <a:pt x="60806" y="951012"/>
                </a:lnTo>
                <a:lnTo>
                  <a:pt x="60609" y="940445"/>
                </a:lnTo>
                <a:lnTo>
                  <a:pt x="60394" y="929879"/>
                </a:lnTo>
                <a:lnTo>
                  <a:pt x="60167" y="919312"/>
                </a:lnTo>
                <a:lnTo>
                  <a:pt x="59937" y="908745"/>
                </a:lnTo>
                <a:lnTo>
                  <a:pt x="59714" y="898178"/>
                </a:lnTo>
                <a:lnTo>
                  <a:pt x="59509" y="887611"/>
                </a:lnTo>
                <a:lnTo>
                  <a:pt x="59335" y="877045"/>
                </a:lnTo>
                <a:lnTo>
                  <a:pt x="59201" y="866478"/>
                </a:lnTo>
                <a:lnTo>
                  <a:pt x="59116" y="855911"/>
                </a:lnTo>
                <a:lnTo>
                  <a:pt x="59085" y="845344"/>
                </a:lnTo>
                <a:lnTo>
                  <a:pt x="59107" y="834777"/>
                </a:lnTo>
                <a:lnTo>
                  <a:pt x="59177" y="824211"/>
                </a:lnTo>
                <a:lnTo>
                  <a:pt x="59283" y="813644"/>
                </a:lnTo>
                <a:lnTo>
                  <a:pt x="59410" y="803077"/>
                </a:lnTo>
                <a:lnTo>
                  <a:pt x="59540" y="792510"/>
                </a:lnTo>
                <a:lnTo>
                  <a:pt x="59650" y="781943"/>
                </a:lnTo>
                <a:lnTo>
                  <a:pt x="59721" y="771377"/>
                </a:lnTo>
                <a:lnTo>
                  <a:pt x="59735" y="760810"/>
                </a:lnTo>
                <a:lnTo>
                  <a:pt x="59680" y="750243"/>
                </a:lnTo>
                <a:lnTo>
                  <a:pt x="59548" y="739676"/>
                </a:lnTo>
                <a:lnTo>
                  <a:pt x="59339" y="729109"/>
                </a:lnTo>
                <a:lnTo>
                  <a:pt x="59063" y="718543"/>
                </a:lnTo>
                <a:lnTo>
                  <a:pt x="58734" y="707976"/>
                </a:lnTo>
                <a:lnTo>
                  <a:pt x="58376" y="697409"/>
                </a:lnTo>
                <a:lnTo>
                  <a:pt x="58014" y="686842"/>
                </a:lnTo>
                <a:lnTo>
                  <a:pt x="57679" y="676275"/>
                </a:lnTo>
                <a:lnTo>
                  <a:pt x="57400" y="665709"/>
                </a:lnTo>
                <a:lnTo>
                  <a:pt x="57200" y="655142"/>
                </a:lnTo>
                <a:lnTo>
                  <a:pt x="57101" y="644575"/>
                </a:lnTo>
                <a:lnTo>
                  <a:pt x="57112" y="634008"/>
                </a:lnTo>
                <a:lnTo>
                  <a:pt x="57236" y="623441"/>
                </a:lnTo>
                <a:lnTo>
                  <a:pt x="57464" y="612874"/>
                </a:lnTo>
                <a:lnTo>
                  <a:pt x="57781" y="602308"/>
                </a:lnTo>
                <a:lnTo>
                  <a:pt x="58164" y="591741"/>
                </a:lnTo>
                <a:lnTo>
                  <a:pt x="58585" y="581174"/>
                </a:lnTo>
                <a:lnTo>
                  <a:pt x="59019" y="570607"/>
                </a:lnTo>
                <a:lnTo>
                  <a:pt x="59438" y="560040"/>
                </a:lnTo>
                <a:lnTo>
                  <a:pt x="59822" y="549474"/>
                </a:lnTo>
                <a:lnTo>
                  <a:pt x="60156" y="538907"/>
                </a:lnTo>
                <a:lnTo>
                  <a:pt x="60429" y="528340"/>
                </a:lnTo>
                <a:lnTo>
                  <a:pt x="60639" y="517773"/>
                </a:lnTo>
                <a:lnTo>
                  <a:pt x="60788" y="507206"/>
                </a:lnTo>
                <a:lnTo>
                  <a:pt x="60884" y="496640"/>
                </a:lnTo>
                <a:lnTo>
                  <a:pt x="60934" y="486073"/>
                </a:lnTo>
                <a:lnTo>
                  <a:pt x="60950" y="475506"/>
                </a:lnTo>
                <a:lnTo>
                  <a:pt x="60940" y="464939"/>
                </a:lnTo>
                <a:lnTo>
                  <a:pt x="60915" y="454372"/>
                </a:lnTo>
                <a:lnTo>
                  <a:pt x="60880" y="443806"/>
                </a:lnTo>
                <a:lnTo>
                  <a:pt x="60842" y="433239"/>
                </a:lnTo>
                <a:lnTo>
                  <a:pt x="60805" y="422672"/>
                </a:lnTo>
                <a:lnTo>
                  <a:pt x="60770" y="412105"/>
                </a:lnTo>
                <a:lnTo>
                  <a:pt x="60742" y="401538"/>
                </a:lnTo>
                <a:lnTo>
                  <a:pt x="60722" y="390972"/>
                </a:lnTo>
                <a:lnTo>
                  <a:pt x="60713" y="380405"/>
                </a:lnTo>
                <a:lnTo>
                  <a:pt x="60718" y="369838"/>
                </a:lnTo>
                <a:lnTo>
                  <a:pt x="60739" y="359271"/>
                </a:lnTo>
                <a:lnTo>
                  <a:pt x="60781" y="348704"/>
                </a:lnTo>
                <a:lnTo>
                  <a:pt x="60845" y="338138"/>
                </a:lnTo>
                <a:lnTo>
                  <a:pt x="60934" y="327571"/>
                </a:lnTo>
                <a:lnTo>
                  <a:pt x="61049" y="317004"/>
                </a:lnTo>
                <a:lnTo>
                  <a:pt x="61189" y="306437"/>
                </a:lnTo>
                <a:lnTo>
                  <a:pt x="61353" y="295870"/>
                </a:lnTo>
                <a:lnTo>
                  <a:pt x="61536" y="285304"/>
                </a:lnTo>
                <a:lnTo>
                  <a:pt x="61735" y="274737"/>
                </a:lnTo>
                <a:lnTo>
                  <a:pt x="61945" y="264170"/>
                </a:lnTo>
                <a:lnTo>
                  <a:pt x="62158" y="253603"/>
                </a:lnTo>
                <a:lnTo>
                  <a:pt x="62369" y="243036"/>
                </a:lnTo>
                <a:lnTo>
                  <a:pt x="62570" y="232470"/>
                </a:lnTo>
                <a:lnTo>
                  <a:pt x="62755" y="221903"/>
                </a:lnTo>
                <a:lnTo>
                  <a:pt x="62916" y="211336"/>
                </a:lnTo>
                <a:lnTo>
                  <a:pt x="63043" y="200769"/>
                </a:lnTo>
                <a:lnTo>
                  <a:pt x="63126" y="190202"/>
                </a:lnTo>
                <a:lnTo>
                  <a:pt x="63152" y="179636"/>
                </a:lnTo>
                <a:lnTo>
                  <a:pt x="63106" y="169069"/>
                </a:lnTo>
                <a:lnTo>
                  <a:pt x="62971" y="158502"/>
                </a:lnTo>
                <a:lnTo>
                  <a:pt x="62730" y="147935"/>
                </a:lnTo>
                <a:lnTo>
                  <a:pt x="62367" y="137368"/>
                </a:lnTo>
                <a:lnTo>
                  <a:pt x="61866" y="126802"/>
                </a:lnTo>
                <a:lnTo>
                  <a:pt x="61221" y="116235"/>
                </a:lnTo>
                <a:lnTo>
                  <a:pt x="60429" y="105668"/>
                </a:lnTo>
                <a:lnTo>
                  <a:pt x="59501" y="95101"/>
                </a:lnTo>
                <a:lnTo>
                  <a:pt x="58460" y="84534"/>
                </a:lnTo>
                <a:lnTo>
                  <a:pt x="57339" y="73968"/>
                </a:lnTo>
                <a:lnTo>
                  <a:pt x="56186" y="63401"/>
                </a:lnTo>
                <a:lnTo>
                  <a:pt x="55058" y="52834"/>
                </a:lnTo>
                <a:lnTo>
                  <a:pt x="54017" y="42267"/>
                </a:lnTo>
                <a:lnTo>
                  <a:pt x="53126" y="31700"/>
                </a:lnTo>
                <a:lnTo>
                  <a:pt x="52442" y="21134"/>
                </a:lnTo>
                <a:lnTo>
                  <a:pt x="52012" y="10567"/>
                </a:lnTo>
                <a:lnTo>
                  <a:pt x="51865" y="0"/>
                </a:lnTo>
                <a:lnTo>
                  <a:pt x="78135" y="0"/>
                </a:lnTo>
                <a:lnTo>
                  <a:pt x="78135" y="0"/>
                </a:lnTo>
                <a:lnTo>
                  <a:pt x="77988" y="10567"/>
                </a:lnTo>
                <a:lnTo>
                  <a:pt x="77558" y="21134"/>
                </a:lnTo>
                <a:lnTo>
                  <a:pt x="76874" y="31700"/>
                </a:lnTo>
                <a:lnTo>
                  <a:pt x="75983" y="42267"/>
                </a:lnTo>
                <a:lnTo>
                  <a:pt x="74942" y="52834"/>
                </a:lnTo>
                <a:lnTo>
                  <a:pt x="73814" y="63401"/>
                </a:lnTo>
                <a:lnTo>
                  <a:pt x="72661" y="73968"/>
                </a:lnTo>
                <a:lnTo>
                  <a:pt x="71540" y="84534"/>
                </a:lnTo>
                <a:lnTo>
                  <a:pt x="70499" y="95101"/>
                </a:lnTo>
                <a:lnTo>
                  <a:pt x="69571" y="105668"/>
                </a:lnTo>
                <a:lnTo>
                  <a:pt x="68779" y="116235"/>
                </a:lnTo>
                <a:lnTo>
                  <a:pt x="68134" y="126802"/>
                </a:lnTo>
                <a:lnTo>
                  <a:pt x="67633" y="137368"/>
                </a:lnTo>
                <a:lnTo>
                  <a:pt x="67270" y="147935"/>
                </a:lnTo>
                <a:lnTo>
                  <a:pt x="67029" y="158502"/>
                </a:lnTo>
                <a:lnTo>
                  <a:pt x="66894" y="169069"/>
                </a:lnTo>
                <a:lnTo>
                  <a:pt x="66848" y="179636"/>
                </a:lnTo>
                <a:lnTo>
                  <a:pt x="66874" y="190202"/>
                </a:lnTo>
                <a:lnTo>
                  <a:pt x="66957" y="200769"/>
                </a:lnTo>
                <a:lnTo>
                  <a:pt x="67084" y="211336"/>
                </a:lnTo>
                <a:lnTo>
                  <a:pt x="67245" y="221903"/>
                </a:lnTo>
                <a:lnTo>
                  <a:pt x="67430" y="232470"/>
                </a:lnTo>
                <a:lnTo>
                  <a:pt x="67631" y="243036"/>
                </a:lnTo>
                <a:lnTo>
                  <a:pt x="67842" y="253603"/>
                </a:lnTo>
                <a:lnTo>
                  <a:pt x="68055" y="264170"/>
                </a:lnTo>
                <a:lnTo>
                  <a:pt x="68265" y="274737"/>
                </a:lnTo>
                <a:lnTo>
                  <a:pt x="68464" y="285304"/>
                </a:lnTo>
                <a:lnTo>
                  <a:pt x="68647" y="295870"/>
                </a:lnTo>
                <a:lnTo>
                  <a:pt x="68811" y="306437"/>
                </a:lnTo>
                <a:lnTo>
                  <a:pt x="68951" y="317004"/>
                </a:lnTo>
                <a:lnTo>
                  <a:pt x="69066" y="327571"/>
                </a:lnTo>
                <a:lnTo>
                  <a:pt x="69155" y="338138"/>
                </a:lnTo>
                <a:lnTo>
                  <a:pt x="69219" y="348704"/>
                </a:lnTo>
                <a:lnTo>
                  <a:pt x="69261" y="359271"/>
                </a:lnTo>
                <a:lnTo>
                  <a:pt x="69282" y="369838"/>
                </a:lnTo>
                <a:lnTo>
                  <a:pt x="69287" y="380405"/>
                </a:lnTo>
                <a:lnTo>
                  <a:pt x="69278" y="390972"/>
                </a:lnTo>
                <a:lnTo>
                  <a:pt x="69258" y="401538"/>
                </a:lnTo>
                <a:lnTo>
                  <a:pt x="69230" y="412105"/>
                </a:lnTo>
                <a:lnTo>
                  <a:pt x="69195" y="422672"/>
                </a:lnTo>
                <a:lnTo>
                  <a:pt x="69158" y="433239"/>
                </a:lnTo>
                <a:lnTo>
                  <a:pt x="69120" y="443806"/>
                </a:lnTo>
                <a:lnTo>
                  <a:pt x="69085" y="454372"/>
                </a:lnTo>
                <a:lnTo>
                  <a:pt x="69060" y="464939"/>
                </a:lnTo>
                <a:lnTo>
                  <a:pt x="69050" y="475506"/>
                </a:lnTo>
                <a:lnTo>
                  <a:pt x="69066" y="486073"/>
                </a:lnTo>
                <a:lnTo>
                  <a:pt x="69116" y="496640"/>
                </a:lnTo>
                <a:lnTo>
                  <a:pt x="69212" y="507206"/>
                </a:lnTo>
                <a:lnTo>
                  <a:pt x="69361" y="517773"/>
                </a:lnTo>
                <a:lnTo>
                  <a:pt x="69571" y="528340"/>
                </a:lnTo>
                <a:lnTo>
                  <a:pt x="69844" y="538907"/>
                </a:lnTo>
                <a:lnTo>
                  <a:pt x="70178" y="549474"/>
                </a:lnTo>
                <a:lnTo>
                  <a:pt x="70562" y="560040"/>
                </a:lnTo>
                <a:lnTo>
                  <a:pt x="70981" y="570607"/>
                </a:lnTo>
                <a:lnTo>
                  <a:pt x="71415" y="581174"/>
                </a:lnTo>
                <a:lnTo>
                  <a:pt x="71836" y="591741"/>
                </a:lnTo>
                <a:lnTo>
                  <a:pt x="72219" y="602308"/>
                </a:lnTo>
                <a:lnTo>
                  <a:pt x="72536" y="612874"/>
                </a:lnTo>
                <a:lnTo>
                  <a:pt x="72764" y="623441"/>
                </a:lnTo>
                <a:lnTo>
                  <a:pt x="72888" y="634008"/>
                </a:lnTo>
                <a:lnTo>
                  <a:pt x="72899" y="644575"/>
                </a:lnTo>
                <a:lnTo>
                  <a:pt x="72800" y="655142"/>
                </a:lnTo>
                <a:lnTo>
                  <a:pt x="72600" y="665709"/>
                </a:lnTo>
                <a:lnTo>
                  <a:pt x="72321" y="676275"/>
                </a:lnTo>
                <a:lnTo>
                  <a:pt x="71986" y="686842"/>
                </a:lnTo>
                <a:lnTo>
                  <a:pt x="71624" y="697409"/>
                </a:lnTo>
                <a:lnTo>
                  <a:pt x="71266" y="707976"/>
                </a:lnTo>
                <a:lnTo>
                  <a:pt x="70937" y="718543"/>
                </a:lnTo>
                <a:lnTo>
                  <a:pt x="70661" y="729109"/>
                </a:lnTo>
                <a:lnTo>
                  <a:pt x="70452" y="739676"/>
                </a:lnTo>
                <a:lnTo>
                  <a:pt x="70320" y="750243"/>
                </a:lnTo>
                <a:lnTo>
                  <a:pt x="70265" y="760810"/>
                </a:lnTo>
                <a:lnTo>
                  <a:pt x="70279" y="771377"/>
                </a:lnTo>
                <a:lnTo>
                  <a:pt x="70350" y="781943"/>
                </a:lnTo>
                <a:lnTo>
                  <a:pt x="70460" y="792510"/>
                </a:lnTo>
                <a:lnTo>
                  <a:pt x="70590" y="803077"/>
                </a:lnTo>
                <a:lnTo>
                  <a:pt x="70717" y="813644"/>
                </a:lnTo>
                <a:lnTo>
                  <a:pt x="70823" y="824211"/>
                </a:lnTo>
                <a:lnTo>
                  <a:pt x="70893" y="834777"/>
                </a:lnTo>
                <a:lnTo>
                  <a:pt x="70915" y="845344"/>
                </a:lnTo>
                <a:lnTo>
                  <a:pt x="70884" y="855911"/>
                </a:lnTo>
                <a:lnTo>
                  <a:pt x="70799" y="866478"/>
                </a:lnTo>
                <a:lnTo>
                  <a:pt x="70665" y="877045"/>
                </a:lnTo>
                <a:lnTo>
                  <a:pt x="70491" y="887611"/>
                </a:lnTo>
                <a:lnTo>
                  <a:pt x="70286" y="898178"/>
                </a:lnTo>
                <a:lnTo>
                  <a:pt x="70063" y="908745"/>
                </a:lnTo>
                <a:lnTo>
                  <a:pt x="69833" y="919312"/>
                </a:lnTo>
                <a:lnTo>
                  <a:pt x="69606" y="929879"/>
                </a:lnTo>
                <a:lnTo>
                  <a:pt x="69391" y="940445"/>
                </a:lnTo>
                <a:lnTo>
                  <a:pt x="69194" y="951012"/>
                </a:lnTo>
                <a:lnTo>
                  <a:pt x="69019" y="961579"/>
                </a:lnTo>
                <a:lnTo>
                  <a:pt x="68867" y="972146"/>
                </a:lnTo>
                <a:lnTo>
                  <a:pt x="68741" y="982713"/>
                </a:lnTo>
                <a:lnTo>
                  <a:pt x="68641" y="993279"/>
                </a:lnTo>
                <a:lnTo>
                  <a:pt x="68568" y="1003846"/>
                </a:lnTo>
                <a:lnTo>
                  <a:pt x="68523" y="1014413"/>
                </a:lnTo>
                <a:lnTo>
                  <a:pt x="68513" y="1024980"/>
                </a:lnTo>
                <a:lnTo>
                  <a:pt x="68544" y="1035547"/>
                </a:lnTo>
                <a:lnTo>
                  <a:pt x="68634" y="1046113"/>
                </a:lnTo>
                <a:lnTo>
                  <a:pt x="68803" y="1056680"/>
                </a:lnTo>
                <a:lnTo>
                  <a:pt x="69085" y="1067247"/>
                </a:lnTo>
                <a:lnTo>
                  <a:pt x="69525" y="1077814"/>
                </a:lnTo>
                <a:lnTo>
                  <a:pt x="70180" y="1088381"/>
                </a:lnTo>
                <a:lnTo>
                  <a:pt x="71121" y="1098947"/>
                </a:lnTo>
                <a:lnTo>
                  <a:pt x="72428" y="1109514"/>
                </a:lnTo>
                <a:lnTo>
                  <a:pt x="74187" y="1120081"/>
                </a:lnTo>
                <a:lnTo>
                  <a:pt x="76479" y="1130648"/>
                </a:lnTo>
                <a:lnTo>
                  <a:pt x="79374" y="1141215"/>
                </a:lnTo>
                <a:lnTo>
                  <a:pt x="82916" y="1151781"/>
                </a:lnTo>
                <a:lnTo>
                  <a:pt x="87110" y="1162348"/>
                </a:lnTo>
                <a:lnTo>
                  <a:pt x="91912" y="1172915"/>
                </a:lnTo>
                <a:lnTo>
                  <a:pt x="97220" y="1183482"/>
                </a:lnTo>
                <a:lnTo>
                  <a:pt x="102867" y="1194049"/>
                </a:lnTo>
                <a:lnTo>
                  <a:pt x="108630" y="1204615"/>
                </a:lnTo>
                <a:lnTo>
                  <a:pt x="114238" y="1215182"/>
                </a:lnTo>
                <a:lnTo>
                  <a:pt x="119392" y="1225749"/>
                </a:lnTo>
                <a:lnTo>
                  <a:pt x="123792" y="1236316"/>
                </a:lnTo>
                <a:lnTo>
                  <a:pt x="127160" y="1246883"/>
                </a:lnTo>
                <a:lnTo>
                  <a:pt x="129278" y="1257449"/>
                </a:lnTo>
                <a:lnTo>
                  <a:pt x="130000" y="1268016"/>
                </a:lnTo>
                <a:lnTo>
                  <a:pt x="130000" y="1268016"/>
                </a:lnTo>
                <a:close/>
              </a:path>
            </a:pathLst>
          </a:custGeom>
          <a:solidFill>
            <a:srgbClr val="A57948">
              <a:alpha val="12000"/>
            </a:srgbClr>
          </a:solidFill>
          <a:ln w="6985">
            <a:solidFill>
              <a:srgbClr val="A57948">
                <a:alpha val="12000"/>
              </a:srgbClr>
            </a:solidFill>
            <a:prstDash val="solid"/>
          </a:ln>
        </p:spPr>
      </p:sp>
      <p:sp>
        <p:nvSpPr>
          <p:cNvPr id="1505" name="01_find_only_1504">
            <a:extLst>
              <a:ext uri="{FF2B5EF4-FFF2-40B4-BE49-F238E27FC236}">
                <a16:creationId xmlns:a16="http://schemas.microsoft.com/office/drawing/2014/main" id="{AED729A6-8332-4FA8-8438-ED474DF23D5E}"/>
              </a:ext>
            </a:extLst>
          </p:cNvPr>
          <p:cNvSpPr>
            <a:spLocks noGrp="1"/>
          </p:cNvSpPr>
          <p:nvPr/>
        </p:nvSpPr>
        <p:spPr>
          <a:xfrm>
            <a:off x="6245200" y="2869601"/>
            <a:ext cx="130000" cy="1268016"/>
          </a:xfrm>
          <a:custGeom>
            <a:avLst/>
            <a:gdLst/>
            <a:ahLst/>
            <a:cxnLst/>
            <a:rect l="0" t="0" r="0" b="0"/>
            <a:pathLst>
              <a:path w="130000" h="1268016">
                <a:moveTo>
                  <a:pt x="130000" y="1268016"/>
                </a:moveTo>
                <a:lnTo>
                  <a:pt x="0" y="1268016"/>
                </a:lnTo>
                <a:lnTo>
                  <a:pt x="722" y="1257449"/>
                </a:lnTo>
                <a:lnTo>
                  <a:pt x="2839" y="1246883"/>
                </a:lnTo>
                <a:lnTo>
                  <a:pt x="6207" y="1236316"/>
                </a:lnTo>
                <a:lnTo>
                  <a:pt x="10604" y="1225749"/>
                </a:lnTo>
                <a:lnTo>
                  <a:pt x="15757" y="1215182"/>
                </a:lnTo>
                <a:lnTo>
                  <a:pt x="21363" y="1204615"/>
                </a:lnTo>
                <a:lnTo>
                  <a:pt x="27124" y="1194049"/>
                </a:lnTo>
                <a:lnTo>
                  <a:pt x="32770" y="1183482"/>
                </a:lnTo>
                <a:lnTo>
                  <a:pt x="38076" y="1172915"/>
                </a:lnTo>
                <a:lnTo>
                  <a:pt x="42877" y="1162348"/>
                </a:lnTo>
                <a:lnTo>
                  <a:pt x="47071" y="1151781"/>
                </a:lnTo>
                <a:lnTo>
                  <a:pt x="50613" y="1141215"/>
                </a:lnTo>
                <a:lnTo>
                  <a:pt x="53510" y="1130648"/>
                </a:lnTo>
                <a:lnTo>
                  <a:pt x="55806" y="1120081"/>
                </a:lnTo>
                <a:lnTo>
                  <a:pt x="57571" y="1109514"/>
                </a:lnTo>
                <a:lnTo>
                  <a:pt x="58888" y="1098947"/>
                </a:lnTo>
                <a:lnTo>
                  <a:pt x="59842" y="1088381"/>
                </a:lnTo>
                <a:lnTo>
                  <a:pt x="60514" y="1077814"/>
                </a:lnTo>
                <a:lnTo>
                  <a:pt x="60975" y="1067247"/>
                </a:lnTo>
                <a:lnTo>
                  <a:pt x="61282" y="1056680"/>
                </a:lnTo>
                <a:lnTo>
                  <a:pt x="61481" y="1046113"/>
                </a:lnTo>
                <a:lnTo>
                  <a:pt x="61604" y="1035547"/>
                </a:lnTo>
                <a:lnTo>
                  <a:pt x="61672" y="1024980"/>
                </a:lnTo>
                <a:lnTo>
                  <a:pt x="61701" y="1014413"/>
                </a:lnTo>
                <a:lnTo>
                  <a:pt x="61697" y="1003846"/>
                </a:lnTo>
                <a:lnTo>
                  <a:pt x="61663" y="993279"/>
                </a:lnTo>
                <a:lnTo>
                  <a:pt x="61601" y="982713"/>
                </a:lnTo>
                <a:lnTo>
                  <a:pt x="61511" y="972146"/>
                </a:lnTo>
                <a:lnTo>
                  <a:pt x="61391" y="961579"/>
                </a:lnTo>
                <a:lnTo>
                  <a:pt x="61243" y="951012"/>
                </a:lnTo>
                <a:lnTo>
                  <a:pt x="61068" y="940445"/>
                </a:lnTo>
                <a:lnTo>
                  <a:pt x="60869" y="929879"/>
                </a:lnTo>
                <a:lnTo>
                  <a:pt x="60654" y="919312"/>
                </a:lnTo>
                <a:lnTo>
                  <a:pt x="60429" y="908745"/>
                </a:lnTo>
                <a:lnTo>
                  <a:pt x="60206" y="898178"/>
                </a:lnTo>
                <a:lnTo>
                  <a:pt x="59996" y="887611"/>
                </a:lnTo>
                <a:lnTo>
                  <a:pt x="59811" y="877045"/>
                </a:lnTo>
                <a:lnTo>
                  <a:pt x="59662" y="866478"/>
                </a:lnTo>
                <a:lnTo>
                  <a:pt x="59556" y="855911"/>
                </a:lnTo>
                <a:lnTo>
                  <a:pt x="59499" y="845344"/>
                </a:lnTo>
                <a:lnTo>
                  <a:pt x="59490" y="834777"/>
                </a:lnTo>
                <a:lnTo>
                  <a:pt x="59524" y="824211"/>
                </a:lnTo>
                <a:lnTo>
                  <a:pt x="59590" y="813644"/>
                </a:lnTo>
                <a:lnTo>
                  <a:pt x="59673" y="803077"/>
                </a:lnTo>
                <a:lnTo>
                  <a:pt x="59754" y="792510"/>
                </a:lnTo>
                <a:lnTo>
                  <a:pt x="59813" y="781943"/>
                </a:lnTo>
                <a:lnTo>
                  <a:pt x="59831" y="771377"/>
                </a:lnTo>
                <a:lnTo>
                  <a:pt x="59791" y="760810"/>
                </a:lnTo>
                <a:lnTo>
                  <a:pt x="59679" y="750243"/>
                </a:lnTo>
                <a:lnTo>
                  <a:pt x="59490" y="739676"/>
                </a:lnTo>
                <a:lnTo>
                  <a:pt x="59224" y="729109"/>
                </a:lnTo>
                <a:lnTo>
                  <a:pt x="58891" y="718543"/>
                </a:lnTo>
                <a:lnTo>
                  <a:pt x="58508" y="707976"/>
                </a:lnTo>
                <a:lnTo>
                  <a:pt x="58098" y="697409"/>
                </a:lnTo>
                <a:lnTo>
                  <a:pt x="57690" y="686842"/>
                </a:lnTo>
                <a:lnTo>
                  <a:pt x="57314" y="676275"/>
                </a:lnTo>
                <a:lnTo>
                  <a:pt x="57001" y="665709"/>
                </a:lnTo>
                <a:lnTo>
                  <a:pt x="56779" y="655142"/>
                </a:lnTo>
                <a:lnTo>
                  <a:pt x="56667" y="644575"/>
                </a:lnTo>
                <a:lnTo>
                  <a:pt x="56678" y="634008"/>
                </a:lnTo>
                <a:lnTo>
                  <a:pt x="56814" y="623441"/>
                </a:lnTo>
                <a:lnTo>
                  <a:pt x="57067" y="612874"/>
                </a:lnTo>
                <a:lnTo>
                  <a:pt x="57419" y="602308"/>
                </a:lnTo>
                <a:lnTo>
                  <a:pt x="57847" y="591741"/>
                </a:lnTo>
                <a:lnTo>
                  <a:pt x="58323" y="581174"/>
                </a:lnTo>
                <a:lnTo>
                  <a:pt x="58817" y="570607"/>
                </a:lnTo>
                <a:lnTo>
                  <a:pt x="59301" y="560040"/>
                </a:lnTo>
                <a:lnTo>
                  <a:pt x="59753" y="549474"/>
                </a:lnTo>
                <a:lnTo>
                  <a:pt x="60154" y="538907"/>
                </a:lnTo>
                <a:lnTo>
                  <a:pt x="60495" y="528340"/>
                </a:lnTo>
                <a:lnTo>
                  <a:pt x="60770" y="517773"/>
                </a:lnTo>
                <a:lnTo>
                  <a:pt x="60982" y="507206"/>
                </a:lnTo>
                <a:lnTo>
                  <a:pt x="61137" y="496640"/>
                </a:lnTo>
                <a:lnTo>
                  <a:pt x="61242" y="486073"/>
                </a:lnTo>
                <a:lnTo>
                  <a:pt x="61307" y="475506"/>
                </a:lnTo>
                <a:lnTo>
                  <a:pt x="61341" y="464939"/>
                </a:lnTo>
                <a:lnTo>
                  <a:pt x="61353" y="454372"/>
                </a:lnTo>
                <a:lnTo>
                  <a:pt x="61348" y="443806"/>
                </a:lnTo>
                <a:lnTo>
                  <a:pt x="61329" y="433239"/>
                </a:lnTo>
                <a:lnTo>
                  <a:pt x="61301" y="422672"/>
                </a:lnTo>
                <a:lnTo>
                  <a:pt x="61263" y="412105"/>
                </a:lnTo>
                <a:lnTo>
                  <a:pt x="61218" y="401538"/>
                </a:lnTo>
                <a:lnTo>
                  <a:pt x="61166" y="390972"/>
                </a:lnTo>
                <a:lnTo>
                  <a:pt x="61109" y="380405"/>
                </a:lnTo>
                <a:lnTo>
                  <a:pt x="61050" y="369838"/>
                </a:lnTo>
                <a:lnTo>
                  <a:pt x="60994" y="359271"/>
                </a:lnTo>
                <a:lnTo>
                  <a:pt x="60945" y="348704"/>
                </a:lnTo>
                <a:lnTo>
                  <a:pt x="60908" y="338138"/>
                </a:lnTo>
                <a:lnTo>
                  <a:pt x="60889" y="327571"/>
                </a:lnTo>
                <a:lnTo>
                  <a:pt x="60891" y="317004"/>
                </a:lnTo>
                <a:lnTo>
                  <a:pt x="60919" y="306437"/>
                </a:lnTo>
                <a:lnTo>
                  <a:pt x="60972" y="295870"/>
                </a:lnTo>
                <a:lnTo>
                  <a:pt x="61052" y="285304"/>
                </a:lnTo>
                <a:lnTo>
                  <a:pt x="61156" y="274737"/>
                </a:lnTo>
                <a:lnTo>
                  <a:pt x="61280" y="264170"/>
                </a:lnTo>
                <a:lnTo>
                  <a:pt x="61421" y="253603"/>
                </a:lnTo>
                <a:lnTo>
                  <a:pt x="61573" y="243036"/>
                </a:lnTo>
                <a:lnTo>
                  <a:pt x="61730" y="232470"/>
                </a:lnTo>
                <a:lnTo>
                  <a:pt x="61885" y="221903"/>
                </a:lnTo>
                <a:lnTo>
                  <a:pt x="62029" y="211336"/>
                </a:lnTo>
                <a:lnTo>
                  <a:pt x="62153" y="200769"/>
                </a:lnTo>
                <a:lnTo>
                  <a:pt x="62245" y="190202"/>
                </a:lnTo>
                <a:lnTo>
                  <a:pt x="62288" y="179636"/>
                </a:lnTo>
                <a:lnTo>
                  <a:pt x="62268" y="169069"/>
                </a:lnTo>
                <a:lnTo>
                  <a:pt x="62163" y="158502"/>
                </a:lnTo>
                <a:lnTo>
                  <a:pt x="61954" y="147935"/>
                </a:lnTo>
                <a:lnTo>
                  <a:pt x="61620" y="137368"/>
                </a:lnTo>
                <a:lnTo>
                  <a:pt x="61145" y="126802"/>
                </a:lnTo>
                <a:lnTo>
                  <a:pt x="60517" y="116235"/>
                </a:lnTo>
                <a:lnTo>
                  <a:pt x="59732" y="105668"/>
                </a:lnTo>
                <a:lnTo>
                  <a:pt x="58800" y="95101"/>
                </a:lnTo>
                <a:lnTo>
                  <a:pt x="57743" y="84534"/>
                </a:lnTo>
                <a:lnTo>
                  <a:pt x="56596" y="73968"/>
                </a:lnTo>
                <a:lnTo>
                  <a:pt x="55409" y="63401"/>
                </a:lnTo>
                <a:lnTo>
                  <a:pt x="54242" y="52834"/>
                </a:lnTo>
                <a:lnTo>
                  <a:pt x="53161" y="42267"/>
                </a:lnTo>
                <a:lnTo>
                  <a:pt x="52233" y="31700"/>
                </a:lnTo>
                <a:lnTo>
                  <a:pt x="51520" y="21134"/>
                </a:lnTo>
                <a:lnTo>
                  <a:pt x="51070" y="10567"/>
                </a:lnTo>
                <a:lnTo>
                  <a:pt x="50917" y="0"/>
                </a:lnTo>
                <a:lnTo>
                  <a:pt x="79083" y="0"/>
                </a:lnTo>
                <a:lnTo>
                  <a:pt x="79083" y="0"/>
                </a:lnTo>
                <a:lnTo>
                  <a:pt x="78930" y="10567"/>
                </a:lnTo>
                <a:lnTo>
                  <a:pt x="78480" y="21134"/>
                </a:lnTo>
                <a:lnTo>
                  <a:pt x="77767" y="31700"/>
                </a:lnTo>
                <a:lnTo>
                  <a:pt x="76839" y="42267"/>
                </a:lnTo>
                <a:lnTo>
                  <a:pt x="75758" y="52834"/>
                </a:lnTo>
                <a:lnTo>
                  <a:pt x="74591" y="63401"/>
                </a:lnTo>
                <a:lnTo>
                  <a:pt x="73404" y="73968"/>
                </a:lnTo>
                <a:lnTo>
                  <a:pt x="72257" y="84534"/>
                </a:lnTo>
                <a:lnTo>
                  <a:pt x="71200" y="95101"/>
                </a:lnTo>
                <a:lnTo>
                  <a:pt x="70268" y="105668"/>
                </a:lnTo>
                <a:lnTo>
                  <a:pt x="69483" y="116235"/>
                </a:lnTo>
                <a:lnTo>
                  <a:pt x="68855" y="126802"/>
                </a:lnTo>
                <a:lnTo>
                  <a:pt x="68380" y="137368"/>
                </a:lnTo>
                <a:lnTo>
                  <a:pt x="68046" y="147935"/>
                </a:lnTo>
                <a:lnTo>
                  <a:pt x="67837" y="158502"/>
                </a:lnTo>
                <a:lnTo>
                  <a:pt x="67732" y="169069"/>
                </a:lnTo>
                <a:lnTo>
                  <a:pt x="67712" y="179636"/>
                </a:lnTo>
                <a:lnTo>
                  <a:pt x="67755" y="190202"/>
                </a:lnTo>
                <a:lnTo>
                  <a:pt x="67847" y="200769"/>
                </a:lnTo>
                <a:lnTo>
                  <a:pt x="67971" y="211336"/>
                </a:lnTo>
                <a:lnTo>
                  <a:pt x="68115" y="221903"/>
                </a:lnTo>
                <a:lnTo>
                  <a:pt x="68270" y="232470"/>
                </a:lnTo>
                <a:lnTo>
                  <a:pt x="68427" y="243036"/>
                </a:lnTo>
                <a:lnTo>
                  <a:pt x="68579" y="253603"/>
                </a:lnTo>
                <a:lnTo>
                  <a:pt x="68720" y="264170"/>
                </a:lnTo>
                <a:lnTo>
                  <a:pt x="68845" y="274737"/>
                </a:lnTo>
                <a:lnTo>
                  <a:pt x="68948" y="285304"/>
                </a:lnTo>
                <a:lnTo>
                  <a:pt x="69028" y="295870"/>
                </a:lnTo>
                <a:lnTo>
                  <a:pt x="69081" y="306437"/>
                </a:lnTo>
                <a:lnTo>
                  <a:pt x="69109" y="317004"/>
                </a:lnTo>
                <a:lnTo>
                  <a:pt x="69111" y="327571"/>
                </a:lnTo>
                <a:lnTo>
                  <a:pt x="69092" y="338138"/>
                </a:lnTo>
                <a:lnTo>
                  <a:pt x="69056" y="348704"/>
                </a:lnTo>
                <a:lnTo>
                  <a:pt x="69006" y="359271"/>
                </a:lnTo>
                <a:lnTo>
                  <a:pt x="68950" y="369838"/>
                </a:lnTo>
                <a:lnTo>
                  <a:pt x="68891" y="380405"/>
                </a:lnTo>
                <a:lnTo>
                  <a:pt x="68834" y="390972"/>
                </a:lnTo>
                <a:lnTo>
                  <a:pt x="68782" y="401538"/>
                </a:lnTo>
                <a:lnTo>
                  <a:pt x="68737" y="412105"/>
                </a:lnTo>
                <a:lnTo>
                  <a:pt x="68699" y="422672"/>
                </a:lnTo>
                <a:lnTo>
                  <a:pt x="68671" y="433239"/>
                </a:lnTo>
                <a:lnTo>
                  <a:pt x="68652" y="443806"/>
                </a:lnTo>
                <a:lnTo>
                  <a:pt x="68647" y="454372"/>
                </a:lnTo>
                <a:lnTo>
                  <a:pt x="68659" y="464939"/>
                </a:lnTo>
                <a:lnTo>
                  <a:pt x="68693" y="475506"/>
                </a:lnTo>
                <a:lnTo>
                  <a:pt x="68758" y="486073"/>
                </a:lnTo>
                <a:lnTo>
                  <a:pt x="68863" y="496640"/>
                </a:lnTo>
                <a:lnTo>
                  <a:pt x="69018" y="507206"/>
                </a:lnTo>
                <a:lnTo>
                  <a:pt x="69230" y="517773"/>
                </a:lnTo>
                <a:lnTo>
                  <a:pt x="69505" y="528340"/>
                </a:lnTo>
                <a:lnTo>
                  <a:pt x="69846" y="538907"/>
                </a:lnTo>
                <a:lnTo>
                  <a:pt x="70247" y="549474"/>
                </a:lnTo>
                <a:lnTo>
                  <a:pt x="70699" y="560040"/>
                </a:lnTo>
                <a:lnTo>
                  <a:pt x="71183" y="570607"/>
                </a:lnTo>
                <a:lnTo>
                  <a:pt x="71677" y="581174"/>
                </a:lnTo>
                <a:lnTo>
                  <a:pt x="72153" y="591741"/>
                </a:lnTo>
                <a:lnTo>
                  <a:pt x="72581" y="602308"/>
                </a:lnTo>
                <a:lnTo>
                  <a:pt x="72933" y="612874"/>
                </a:lnTo>
                <a:lnTo>
                  <a:pt x="73186" y="623441"/>
                </a:lnTo>
                <a:lnTo>
                  <a:pt x="73322" y="634008"/>
                </a:lnTo>
                <a:lnTo>
                  <a:pt x="73333" y="644575"/>
                </a:lnTo>
                <a:lnTo>
                  <a:pt x="73221" y="655142"/>
                </a:lnTo>
                <a:lnTo>
                  <a:pt x="72999" y="665709"/>
                </a:lnTo>
                <a:lnTo>
                  <a:pt x="72686" y="676275"/>
                </a:lnTo>
                <a:lnTo>
                  <a:pt x="72310" y="686842"/>
                </a:lnTo>
                <a:lnTo>
                  <a:pt x="71902" y="697409"/>
                </a:lnTo>
                <a:lnTo>
                  <a:pt x="71492" y="707976"/>
                </a:lnTo>
                <a:lnTo>
                  <a:pt x="71109" y="718543"/>
                </a:lnTo>
                <a:lnTo>
                  <a:pt x="70776" y="729109"/>
                </a:lnTo>
                <a:lnTo>
                  <a:pt x="70510" y="739676"/>
                </a:lnTo>
                <a:lnTo>
                  <a:pt x="70321" y="750243"/>
                </a:lnTo>
                <a:lnTo>
                  <a:pt x="70209" y="760810"/>
                </a:lnTo>
                <a:lnTo>
                  <a:pt x="70169" y="771377"/>
                </a:lnTo>
                <a:lnTo>
                  <a:pt x="70187" y="781943"/>
                </a:lnTo>
                <a:lnTo>
                  <a:pt x="70246" y="792510"/>
                </a:lnTo>
                <a:lnTo>
                  <a:pt x="70327" y="803077"/>
                </a:lnTo>
                <a:lnTo>
                  <a:pt x="70410" y="813644"/>
                </a:lnTo>
                <a:lnTo>
                  <a:pt x="70476" y="824211"/>
                </a:lnTo>
                <a:lnTo>
                  <a:pt x="70510" y="834777"/>
                </a:lnTo>
                <a:lnTo>
                  <a:pt x="70501" y="845344"/>
                </a:lnTo>
                <a:lnTo>
                  <a:pt x="70444" y="855911"/>
                </a:lnTo>
                <a:lnTo>
                  <a:pt x="70338" y="866478"/>
                </a:lnTo>
                <a:lnTo>
                  <a:pt x="70189" y="877045"/>
                </a:lnTo>
                <a:lnTo>
                  <a:pt x="70004" y="887611"/>
                </a:lnTo>
                <a:lnTo>
                  <a:pt x="69794" y="898178"/>
                </a:lnTo>
                <a:lnTo>
                  <a:pt x="69571" y="908745"/>
                </a:lnTo>
                <a:lnTo>
                  <a:pt x="69346" y="919312"/>
                </a:lnTo>
                <a:lnTo>
                  <a:pt x="69131" y="929879"/>
                </a:lnTo>
                <a:lnTo>
                  <a:pt x="68932" y="940445"/>
                </a:lnTo>
                <a:lnTo>
                  <a:pt x="68757" y="951012"/>
                </a:lnTo>
                <a:lnTo>
                  <a:pt x="68609" y="961579"/>
                </a:lnTo>
                <a:lnTo>
                  <a:pt x="68489" y="972146"/>
                </a:lnTo>
                <a:lnTo>
                  <a:pt x="68399" y="982713"/>
                </a:lnTo>
                <a:lnTo>
                  <a:pt x="68337" y="993279"/>
                </a:lnTo>
                <a:lnTo>
                  <a:pt x="68303" y="1003846"/>
                </a:lnTo>
                <a:lnTo>
                  <a:pt x="68299" y="1014413"/>
                </a:lnTo>
                <a:lnTo>
                  <a:pt x="68328" y="1024980"/>
                </a:lnTo>
                <a:lnTo>
                  <a:pt x="68396" y="1035547"/>
                </a:lnTo>
                <a:lnTo>
                  <a:pt x="68519" y="1046113"/>
                </a:lnTo>
                <a:lnTo>
                  <a:pt x="68718" y="1056680"/>
                </a:lnTo>
                <a:lnTo>
                  <a:pt x="69025" y="1067247"/>
                </a:lnTo>
                <a:lnTo>
                  <a:pt x="69486" y="1077814"/>
                </a:lnTo>
                <a:lnTo>
                  <a:pt x="70158" y="1088381"/>
                </a:lnTo>
                <a:lnTo>
                  <a:pt x="71112" y="1098947"/>
                </a:lnTo>
                <a:lnTo>
                  <a:pt x="72429" y="1109514"/>
                </a:lnTo>
                <a:lnTo>
                  <a:pt x="74194" y="1120081"/>
                </a:lnTo>
                <a:lnTo>
                  <a:pt x="76490" y="1130648"/>
                </a:lnTo>
                <a:lnTo>
                  <a:pt x="79387" y="1141215"/>
                </a:lnTo>
                <a:lnTo>
                  <a:pt x="82929" y="1151781"/>
                </a:lnTo>
                <a:lnTo>
                  <a:pt x="87123" y="1162348"/>
                </a:lnTo>
                <a:lnTo>
                  <a:pt x="91924" y="1172915"/>
                </a:lnTo>
                <a:lnTo>
                  <a:pt x="97230" y="1183482"/>
                </a:lnTo>
                <a:lnTo>
                  <a:pt x="102876" y="1194049"/>
                </a:lnTo>
                <a:lnTo>
                  <a:pt x="108637" y="1204615"/>
                </a:lnTo>
                <a:lnTo>
                  <a:pt x="114243" y="1215182"/>
                </a:lnTo>
                <a:lnTo>
                  <a:pt x="119396" y="1225749"/>
                </a:lnTo>
                <a:lnTo>
                  <a:pt x="123793" y="1236316"/>
                </a:lnTo>
                <a:lnTo>
                  <a:pt x="127161" y="1246883"/>
                </a:lnTo>
                <a:lnTo>
                  <a:pt x="129278" y="1257449"/>
                </a:lnTo>
                <a:lnTo>
                  <a:pt x="130000" y="1268016"/>
                </a:lnTo>
                <a:lnTo>
                  <a:pt x="130000" y="1268016"/>
                </a:lnTo>
                <a:close/>
              </a:path>
            </a:pathLst>
          </a:custGeom>
          <a:solidFill>
            <a:srgbClr val="A57948">
              <a:alpha val="12000"/>
            </a:srgbClr>
          </a:solidFill>
          <a:ln w="6985">
            <a:solidFill>
              <a:srgbClr val="A57948">
                <a:alpha val="12000"/>
              </a:srgbClr>
            </a:solidFill>
            <a:prstDash val="solid"/>
          </a:ln>
        </p:spPr>
      </p:sp>
      <p:sp>
        <p:nvSpPr>
          <p:cNvPr id="1506" name="01_find_only_1505">
            <a:extLst>
              <a:ext uri="{FF2B5EF4-FFF2-40B4-BE49-F238E27FC236}">
                <a16:creationId xmlns:a16="http://schemas.microsoft.com/office/drawing/2014/main" id="{02579330-B994-4CEE-9033-7C25D8CA46DC}"/>
              </a:ext>
            </a:extLst>
          </p:cNvPr>
          <p:cNvSpPr>
            <a:spLocks noGrp="1"/>
          </p:cNvSpPr>
          <p:nvPr/>
        </p:nvSpPr>
        <p:spPr>
          <a:xfrm>
            <a:off x="4810200" y="420101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507" name="01_find_only_1506">
            <a:extLst>
              <a:ext uri="{FF2B5EF4-FFF2-40B4-BE49-F238E27FC236}">
                <a16:creationId xmlns:a16="http://schemas.microsoft.com/office/drawing/2014/main" id="{9A30C598-4CB8-4D01-9279-3EA9427F8D52}"/>
              </a:ext>
            </a:extLst>
          </p:cNvPr>
          <p:cNvSpPr>
            <a:spLocks noGrp="1"/>
          </p:cNvSpPr>
          <p:nvPr/>
        </p:nvSpPr>
        <p:spPr>
          <a:xfrm>
            <a:off x="5060200" y="420101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508" name="01_find_only_1507">
            <a:extLst>
              <a:ext uri="{FF2B5EF4-FFF2-40B4-BE49-F238E27FC236}">
                <a16:creationId xmlns:a16="http://schemas.microsoft.com/office/drawing/2014/main" id="{0A0C02B3-83D3-4D24-8D44-A1F25C5F7EAA}"/>
              </a:ext>
            </a:extLst>
          </p:cNvPr>
          <p:cNvSpPr>
            <a:spLocks noGrp="1"/>
          </p:cNvSpPr>
          <p:nvPr/>
        </p:nvSpPr>
        <p:spPr>
          <a:xfrm>
            <a:off x="5310200" y="420101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509" name="01_find_only_1508">
            <a:extLst>
              <a:ext uri="{FF2B5EF4-FFF2-40B4-BE49-F238E27FC236}">
                <a16:creationId xmlns:a16="http://schemas.microsoft.com/office/drawing/2014/main" id="{A5F4D421-C325-46E0-94CA-FC2EBCE7482A}"/>
              </a:ext>
            </a:extLst>
          </p:cNvPr>
          <p:cNvSpPr>
            <a:spLocks noGrp="1"/>
          </p:cNvSpPr>
          <p:nvPr/>
        </p:nvSpPr>
        <p:spPr>
          <a:xfrm>
            <a:off x="5810200" y="420101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510" name="01_find_only_1509">
            <a:extLst>
              <a:ext uri="{FF2B5EF4-FFF2-40B4-BE49-F238E27FC236}">
                <a16:creationId xmlns:a16="http://schemas.microsoft.com/office/drawing/2014/main" id="{92951ED4-EAF0-4B47-8933-98DCEB8EF18D}"/>
              </a:ext>
            </a:extLst>
          </p:cNvPr>
          <p:cNvSpPr>
            <a:spLocks noGrp="1"/>
          </p:cNvSpPr>
          <p:nvPr/>
        </p:nvSpPr>
        <p:spPr>
          <a:xfrm>
            <a:off x="6310200" y="420101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511" name="01_find_only_1510">
            <a:extLst>
              <a:ext uri="{FF2B5EF4-FFF2-40B4-BE49-F238E27FC236}">
                <a16:creationId xmlns:a16="http://schemas.microsoft.com/office/drawing/2014/main" id="{FDB3F3F5-5266-44A4-9564-EC475DD9FF9F}"/>
              </a:ext>
            </a:extLst>
          </p:cNvPr>
          <p:cNvSpPr>
            <a:spLocks noGrp="1"/>
          </p:cNvSpPr>
          <p:nvPr/>
        </p:nvSpPr>
        <p:spPr>
          <a:xfrm>
            <a:off x="4795200" y="4137617"/>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1512" name="01_find_only_1511">
            <a:extLst>
              <a:ext uri="{FF2B5EF4-FFF2-40B4-BE49-F238E27FC236}">
                <a16:creationId xmlns:a16="http://schemas.microsoft.com/office/drawing/2014/main" id="{CBFE8E6F-2D34-4B69-A66F-2CD100F582D6}"/>
              </a:ext>
            </a:extLst>
          </p:cNvPr>
          <p:cNvSpPr>
            <a:spLocks noGrp="1"/>
          </p:cNvSpPr>
          <p:nvPr/>
        </p:nvSpPr>
        <p:spPr>
          <a:xfrm>
            <a:off x="4757100" y="413761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513" name="text_1512">
            <a:extLst>
              <a:ext uri="{FF2B5EF4-FFF2-40B4-BE49-F238E27FC236}">
                <a16:creationId xmlns:a16="http://schemas.microsoft.com/office/drawing/2014/main" id="{3DC7B16A-3614-43C6-9827-3BAD7B0D1FFF}"/>
              </a:ext>
            </a:extLst>
          </p:cNvPr>
          <p:cNvSpPr>
            <a:spLocks noGrp="1"/>
          </p:cNvSpPr>
          <p:nvPr/>
        </p:nvSpPr>
        <p:spPr>
          <a:xfrm>
            <a:off x="4667453" y="4097556"/>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1514" name="01_find_only_1513">
            <a:extLst>
              <a:ext uri="{FF2B5EF4-FFF2-40B4-BE49-F238E27FC236}">
                <a16:creationId xmlns:a16="http://schemas.microsoft.com/office/drawing/2014/main" id="{AF0849E8-CEB4-43DE-9A76-D9C69C52B398}"/>
              </a:ext>
            </a:extLst>
          </p:cNvPr>
          <p:cNvSpPr>
            <a:spLocks noGrp="1"/>
          </p:cNvSpPr>
          <p:nvPr/>
        </p:nvSpPr>
        <p:spPr>
          <a:xfrm>
            <a:off x="4795200" y="3503609"/>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1515" name="01_find_only_1514">
            <a:extLst>
              <a:ext uri="{FF2B5EF4-FFF2-40B4-BE49-F238E27FC236}">
                <a16:creationId xmlns:a16="http://schemas.microsoft.com/office/drawing/2014/main" id="{FA723A30-2C69-4287-9383-0616651A39BA}"/>
              </a:ext>
            </a:extLst>
          </p:cNvPr>
          <p:cNvSpPr>
            <a:spLocks noGrp="1"/>
          </p:cNvSpPr>
          <p:nvPr/>
        </p:nvSpPr>
        <p:spPr>
          <a:xfrm>
            <a:off x="4757100" y="3503609"/>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516" name="text_1515">
            <a:extLst>
              <a:ext uri="{FF2B5EF4-FFF2-40B4-BE49-F238E27FC236}">
                <a16:creationId xmlns:a16="http://schemas.microsoft.com/office/drawing/2014/main" id="{13E36258-0A30-4FA3-8278-02E635233650}"/>
              </a:ext>
            </a:extLst>
          </p:cNvPr>
          <p:cNvSpPr>
            <a:spLocks noGrp="1"/>
          </p:cNvSpPr>
          <p:nvPr/>
        </p:nvSpPr>
        <p:spPr>
          <a:xfrm>
            <a:off x="4615906" y="3463548"/>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1517" name="01_find_only_1516">
            <a:extLst>
              <a:ext uri="{FF2B5EF4-FFF2-40B4-BE49-F238E27FC236}">
                <a16:creationId xmlns:a16="http://schemas.microsoft.com/office/drawing/2014/main" id="{05177BB5-723C-49E2-9E51-6C6F527A1BD4}"/>
              </a:ext>
            </a:extLst>
          </p:cNvPr>
          <p:cNvSpPr>
            <a:spLocks noGrp="1"/>
          </p:cNvSpPr>
          <p:nvPr/>
        </p:nvSpPr>
        <p:spPr>
          <a:xfrm>
            <a:off x="4795200" y="2869601"/>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1518" name="01_find_only_1517">
            <a:extLst>
              <a:ext uri="{FF2B5EF4-FFF2-40B4-BE49-F238E27FC236}">
                <a16:creationId xmlns:a16="http://schemas.microsoft.com/office/drawing/2014/main" id="{28FCF425-B92A-482C-BEF2-D8855DCA1688}"/>
              </a:ext>
            </a:extLst>
          </p:cNvPr>
          <p:cNvSpPr>
            <a:spLocks noGrp="1"/>
          </p:cNvSpPr>
          <p:nvPr/>
        </p:nvSpPr>
        <p:spPr>
          <a:xfrm>
            <a:off x="4757100" y="2869601"/>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519" name="text_1518">
            <a:extLst>
              <a:ext uri="{FF2B5EF4-FFF2-40B4-BE49-F238E27FC236}">
                <a16:creationId xmlns:a16="http://schemas.microsoft.com/office/drawing/2014/main" id="{7EB53064-6D2E-4687-8466-7D20E9FBAC6A}"/>
              </a:ext>
            </a:extLst>
          </p:cNvPr>
          <p:cNvSpPr>
            <a:spLocks noGrp="1"/>
          </p:cNvSpPr>
          <p:nvPr/>
        </p:nvSpPr>
        <p:spPr>
          <a:xfrm>
            <a:off x="4564360" y="2829540"/>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1520" name="01_find_only_1519">
            <a:extLst>
              <a:ext uri="{FF2B5EF4-FFF2-40B4-BE49-F238E27FC236}">
                <a16:creationId xmlns:a16="http://schemas.microsoft.com/office/drawing/2014/main" id="{CD7BBAD4-8F1A-4CB3-8B12-AAFC4ECAA560}"/>
              </a:ext>
            </a:extLst>
          </p:cNvPr>
          <p:cNvSpPr>
            <a:spLocks noGrp="1"/>
          </p:cNvSpPr>
          <p:nvPr/>
        </p:nvSpPr>
        <p:spPr>
          <a:xfrm>
            <a:off x="5022823" y="3806414"/>
            <a:ext cx="28398" cy="28398"/>
          </a:xfrm>
          <a:prstGeom prst="ellipse">
            <a:avLst/>
          </a:prstGeom>
          <a:solidFill>
            <a:srgbClr val="7F8C97">
              <a:alpha val="48000"/>
            </a:srgbClr>
          </a:solidFill>
          <a:ln w="0">
            <a:noFill/>
            <a:prstDash val="solid"/>
          </a:ln>
        </p:spPr>
      </p:sp>
      <p:sp>
        <p:nvSpPr>
          <p:cNvPr id="1521" name="01_find_only_1520">
            <a:extLst>
              <a:ext uri="{FF2B5EF4-FFF2-40B4-BE49-F238E27FC236}">
                <a16:creationId xmlns:a16="http://schemas.microsoft.com/office/drawing/2014/main" id="{2F6E4D76-A2A4-493A-B2D1-7790BD167AB5}"/>
              </a:ext>
            </a:extLst>
          </p:cNvPr>
          <p:cNvSpPr>
            <a:spLocks noGrp="1"/>
          </p:cNvSpPr>
          <p:nvPr/>
        </p:nvSpPr>
        <p:spPr>
          <a:xfrm>
            <a:off x="5004510" y="4017750"/>
            <a:ext cx="28398" cy="28398"/>
          </a:xfrm>
          <a:prstGeom prst="ellipse">
            <a:avLst/>
          </a:prstGeom>
          <a:solidFill>
            <a:srgbClr val="7F8C97">
              <a:alpha val="48000"/>
            </a:srgbClr>
          </a:solidFill>
          <a:ln w="0">
            <a:noFill/>
            <a:prstDash val="solid"/>
          </a:ln>
        </p:spPr>
      </p:sp>
      <p:sp>
        <p:nvSpPr>
          <p:cNvPr id="1522" name="01_find_only_1521">
            <a:extLst>
              <a:ext uri="{FF2B5EF4-FFF2-40B4-BE49-F238E27FC236}">
                <a16:creationId xmlns:a16="http://schemas.microsoft.com/office/drawing/2014/main" id="{CC609F71-4970-4906-9C62-B3A5F758AD57}"/>
              </a:ext>
            </a:extLst>
          </p:cNvPr>
          <p:cNvSpPr>
            <a:spLocks noGrp="1"/>
          </p:cNvSpPr>
          <p:nvPr/>
        </p:nvSpPr>
        <p:spPr>
          <a:xfrm>
            <a:off x="5019390" y="4123418"/>
            <a:ext cx="28398" cy="28398"/>
          </a:xfrm>
          <a:prstGeom prst="ellipse">
            <a:avLst/>
          </a:prstGeom>
          <a:solidFill>
            <a:srgbClr val="7F8C97">
              <a:alpha val="48000"/>
            </a:srgbClr>
          </a:solidFill>
          <a:ln w="0">
            <a:noFill/>
            <a:prstDash val="solid"/>
          </a:ln>
        </p:spPr>
      </p:sp>
      <p:sp>
        <p:nvSpPr>
          <p:cNvPr id="1523" name="01_find_only_1522">
            <a:extLst>
              <a:ext uri="{FF2B5EF4-FFF2-40B4-BE49-F238E27FC236}">
                <a16:creationId xmlns:a16="http://schemas.microsoft.com/office/drawing/2014/main" id="{5466C486-DFDF-4EA6-B7CC-8384D23DB680}"/>
              </a:ext>
            </a:extLst>
          </p:cNvPr>
          <p:cNvSpPr>
            <a:spLocks noGrp="1"/>
          </p:cNvSpPr>
          <p:nvPr/>
        </p:nvSpPr>
        <p:spPr>
          <a:xfrm>
            <a:off x="5019008" y="3912082"/>
            <a:ext cx="28398" cy="28398"/>
          </a:xfrm>
          <a:prstGeom prst="ellipse">
            <a:avLst/>
          </a:prstGeom>
          <a:solidFill>
            <a:srgbClr val="7F8C97">
              <a:alpha val="48000"/>
            </a:srgbClr>
          </a:solidFill>
          <a:ln w="0">
            <a:noFill/>
            <a:prstDash val="solid"/>
          </a:ln>
        </p:spPr>
      </p:sp>
      <p:sp>
        <p:nvSpPr>
          <p:cNvPr id="1524" name="01_find_only_1523">
            <a:extLst>
              <a:ext uri="{FF2B5EF4-FFF2-40B4-BE49-F238E27FC236}">
                <a16:creationId xmlns:a16="http://schemas.microsoft.com/office/drawing/2014/main" id="{C883A4F4-E44D-43EF-A140-9382BE24C2F5}"/>
              </a:ext>
            </a:extLst>
          </p:cNvPr>
          <p:cNvSpPr>
            <a:spLocks noGrp="1"/>
          </p:cNvSpPr>
          <p:nvPr/>
        </p:nvSpPr>
        <p:spPr>
          <a:xfrm>
            <a:off x="5035223" y="3700746"/>
            <a:ext cx="28398" cy="28398"/>
          </a:xfrm>
          <a:prstGeom prst="ellipse">
            <a:avLst/>
          </a:prstGeom>
          <a:solidFill>
            <a:srgbClr val="7F8C97">
              <a:alpha val="48000"/>
            </a:srgbClr>
          </a:solidFill>
          <a:ln w="0">
            <a:noFill/>
            <a:prstDash val="solid"/>
          </a:ln>
        </p:spPr>
      </p:sp>
      <p:sp>
        <p:nvSpPr>
          <p:cNvPr id="1525" name="01_find_only_1524">
            <a:extLst>
              <a:ext uri="{FF2B5EF4-FFF2-40B4-BE49-F238E27FC236}">
                <a16:creationId xmlns:a16="http://schemas.microsoft.com/office/drawing/2014/main" id="{F33CC3E1-5E01-4F25-AF5F-6E211B769758}"/>
              </a:ext>
            </a:extLst>
          </p:cNvPr>
          <p:cNvSpPr>
            <a:spLocks noGrp="1"/>
          </p:cNvSpPr>
          <p:nvPr/>
        </p:nvSpPr>
        <p:spPr>
          <a:xfrm>
            <a:off x="5062979" y="4123418"/>
            <a:ext cx="28398" cy="28398"/>
          </a:xfrm>
          <a:prstGeom prst="ellipse">
            <a:avLst/>
          </a:prstGeom>
          <a:solidFill>
            <a:srgbClr val="7F8C97">
              <a:alpha val="48000"/>
            </a:srgbClr>
          </a:solidFill>
          <a:ln w="0">
            <a:noFill/>
            <a:prstDash val="solid"/>
          </a:ln>
        </p:spPr>
      </p:sp>
      <p:sp>
        <p:nvSpPr>
          <p:cNvPr id="1526" name="01_find_only_1525">
            <a:extLst>
              <a:ext uri="{FF2B5EF4-FFF2-40B4-BE49-F238E27FC236}">
                <a16:creationId xmlns:a16="http://schemas.microsoft.com/office/drawing/2014/main" id="{6CFDEA4D-530D-44F3-B238-0B52E3EE8B08}"/>
              </a:ext>
            </a:extLst>
          </p:cNvPr>
          <p:cNvSpPr>
            <a:spLocks noGrp="1"/>
          </p:cNvSpPr>
          <p:nvPr/>
        </p:nvSpPr>
        <p:spPr>
          <a:xfrm>
            <a:off x="5080434" y="3603206"/>
            <a:ext cx="28398" cy="28398"/>
          </a:xfrm>
          <a:prstGeom prst="ellipse">
            <a:avLst/>
          </a:prstGeom>
          <a:solidFill>
            <a:srgbClr val="7F8C97">
              <a:alpha val="48000"/>
            </a:srgbClr>
          </a:solidFill>
          <a:ln w="0">
            <a:noFill/>
            <a:prstDash val="solid"/>
          </a:ln>
        </p:spPr>
      </p:sp>
      <p:sp>
        <p:nvSpPr>
          <p:cNvPr id="1527" name="01_find_only_1526">
            <a:extLst>
              <a:ext uri="{FF2B5EF4-FFF2-40B4-BE49-F238E27FC236}">
                <a16:creationId xmlns:a16="http://schemas.microsoft.com/office/drawing/2014/main" id="{3786CAEE-B6E7-4CDD-BF37-ACFD8F7C1927}"/>
              </a:ext>
            </a:extLst>
          </p:cNvPr>
          <p:cNvSpPr>
            <a:spLocks noGrp="1"/>
          </p:cNvSpPr>
          <p:nvPr/>
        </p:nvSpPr>
        <p:spPr>
          <a:xfrm>
            <a:off x="5009565" y="3489410"/>
            <a:ext cx="28398" cy="28398"/>
          </a:xfrm>
          <a:prstGeom prst="ellipse">
            <a:avLst/>
          </a:prstGeom>
          <a:solidFill>
            <a:srgbClr val="7F8C97">
              <a:alpha val="48000"/>
            </a:srgbClr>
          </a:solidFill>
          <a:ln w="0">
            <a:noFill/>
            <a:prstDash val="solid"/>
          </a:ln>
        </p:spPr>
      </p:sp>
      <p:sp>
        <p:nvSpPr>
          <p:cNvPr id="1528" name="01_find_only_1527">
            <a:extLst>
              <a:ext uri="{FF2B5EF4-FFF2-40B4-BE49-F238E27FC236}">
                <a16:creationId xmlns:a16="http://schemas.microsoft.com/office/drawing/2014/main" id="{A3AFE284-3877-42CC-AAD2-9344AA332E2C}"/>
              </a:ext>
            </a:extLst>
          </p:cNvPr>
          <p:cNvSpPr>
            <a:spLocks noGrp="1"/>
          </p:cNvSpPr>
          <p:nvPr/>
        </p:nvSpPr>
        <p:spPr>
          <a:xfrm>
            <a:off x="5053155" y="3489410"/>
            <a:ext cx="28398" cy="28398"/>
          </a:xfrm>
          <a:prstGeom prst="ellipse">
            <a:avLst/>
          </a:prstGeom>
          <a:solidFill>
            <a:srgbClr val="7F8C97">
              <a:alpha val="48000"/>
            </a:srgbClr>
          </a:solidFill>
          <a:ln w="0">
            <a:noFill/>
            <a:prstDash val="solid"/>
          </a:ln>
        </p:spPr>
      </p:sp>
      <p:sp>
        <p:nvSpPr>
          <p:cNvPr id="1529" name="01_find_only_1528">
            <a:extLst>
              <a:ext uri="{FF2B5EF4-FFF2-40B4-BE49-F238E27FC236}">
                <a16:creationId xmlns:a16="http://schemas.microsoft.com/office/drawing/2014/main" id="{1908E2F0-86C7-42FE-B4EB-DD7202397A8A}"/>
              </a:ext>
            </a:extLst>
          </p:cNvPr>
          <p:cNvSpPr>
            <a:spLocks noGrp="1"/>
          </p:cNvSpPr>
          <p:nvPr/>
        </p:nvSpPr>
        <p:spPr>
          <a:xfrm>
            <a:off x="5009851" y="4123418"/>
            <a:ext cx="28398" cy="28398"/>
          </a:xfrm>
          <a:prstGeom prst="ellipse">
            <a:avLst/>
          </a:prstGeom>
          <a:solidFill>
            <a:srgbClr val="7F8C97">
              <a:alpha val="48000"/>
            </a:srgbClr>
          </a:solidFill>
          <a:ln w="0">
            <a:noFill/>
            <a:prstDash val="solid"/>
          </a:ln>
        </p:spPr>
      </p:sp>
      <p:sp>
        <p:nvSpPr>
          <p:cNvPr id="1530" name="01_find_only_1529">
            <a:extLst>
              <a:ext uri="{FF2B5EF4-FFF2-40B4-BE49-F238E27FC236}">
                <a16:creationId xmlns:a16="http://schemas.microsoft.com/office/drawing/2014/main" id="{5ED163A9-CD7C-4D79-99E0-D0202FC5680B}"/>
              </a:ext>
            </a:extLst>
          </p:cNvPr>
          <p:cNvSpPr>
            <a:spLocks noGrp="1"/>
          </p:cNvSpPr>
          <p:nvPr/>
        </p:nvSpPr>
        <p:spPr>
          <a:xfrm>
            <a:off x="4999359" y="4123418"/>
            <a:ext cx="28398" cy="28398"/>
          </a:xfrm>
          <a:prstGeom prst="ellipse">
            <a:avLst/>
          </a:prstGeom>
          <a:solidFill>
            <a:srgbClr val="7F8C97">
              <a:alpha val="48000"/>
            </a:srgbClr>
          </a:solidFill>
          <a:ln w="0">
            <a:noFill/>
            <a:prstDash val="solid"/>
          </a:ln>
        </p:spPr>
      </p:sp>
      <p:sp>
        <p:nvSpPr>
          <p:cNvPr id="1531" name="01_find_only_1530">
            <a:extLst>
              <a:ext uri="{FF2B5EF4-FFF2-40B4-BE49-F238E27FC236}">
                <a16:creationId xmlns:a16="http://schemas.microsoft.com/office/drawing/2014/main" id="{D4D2D40F-A54A-41EB-ACEC-3287013908BF}"/>
              </a:ext>
            </a:extLst>
          </p:cNvPr>
          <p:cNvSpPr>
            <a:spLocks noGrp="1"/>
          </p:cNvSpPr>
          <p:nvPr/>
        </p:nvSpPr>
        <p:spPr>
          <a:xfrm>
            <a:off x="5072803" y="3647912"/>
            <a:ext cx="28398" cy="28398"/>
          </a:xfrm>
          <a:prstGeom prst="ellipse">
            <a:avLst/>
          </a:prstGeom>
          <a:solidFill>
            <a:srgbClr val="7F8C97">
              <a:alpha val="48000"/>
            </a:srgbClr>
          </a:solidFill>
          <a:ln w="0">
            <a:noFill/>
            <a:prstDash val="solid"/>
          </a:ln>
        </p:spPr>
      </p:sp>
      <p:sp>
        <p:nvSpPr>
          <p:cNvPr id="1532" name="01_find_only_1531">
            <a:extLst>
              <a:ext uri="{FF2B5EF4-FFF2-40B4-BE49-F238E27FC236}">
                <a16:creationId xmlns:a16="http://schemas.microsoft.com/office/drawing/2014/main" id="{3204F205-CB5E-405D-B550-7E115EF57D0A}"/>
              </a:ext>
            </a:extLst>
          </p:cNvPr>
          <p:cNvSpPr>
            <a:spLocks noGrp="1"/>
          </p:cNvSpPr>
          <p:nvPr/>
        </p:nvSpPr>
        <p:spPr>
          <a:xfrm>
            <a:off x="5092356" y="4123418"/>
            <a:ext cx="28398" cy="28398"/>
          </a:xfrm>
          <a:prstGeom prst="ellipse">
            <a:avLst/>
          </a:prstGeom>
          <a:solidFill>
            <a:srgbClr val="7F8C97">
              <a:alpha val="48000"/>
            </a:srgbClr>
          </a:solidFill>
          <a:ln w="0">
            <a:noFill/>
            <a:prstDash val="solid"/>
          </a:ln>
        </p:spPr>
      </p:sp>
      <p:sp>
        <p:nvSpPr>
          <p:cNvPr id="1533" name="01_find_only_1532">
            <a:extLst>
              <a:ext uri="{FF2B5EF4-FFF2-40B4-BE49-F238E27FC236}">
                <a16:creationId xmlns:a16="http://schemas.microsoft.com/office/drawing/2014/main" id="{0D3561FE-1A7E-4FB1-91E0-50CAD757BE01}"/>
              </a:ext>
            </a:extLst>
          </p:cNvPr>
          <p:cNvSpPr>
            <a:spLocks noGrp="1"/>
          </p:cNvSpPr>
          <p:nvPr/>
        </p:nvSpPr>
        <p:spPr>
          <a:xfrm>
            <a:off x="5034937" y="4123418"/>
            <a:ext cx="28398" cy="28398"/>
          </a:xfrm>
          <a:prstGeom prst="ellipse">
            <a:avLst/>
          </a:prstGeom>
          <a:solidFill>
            <a:srgbClr val="7F8C97">
              <a:alpha val="48000"/>
            </a:srgbClr>
          </a:solidFill>
          <a:ln w="0">
            <a:noFill/>
            <a:prstDash val="solid"/>
          </a:ln>
        </p:spPr>
      </p:sp>
      <p:sp>
        <p:nvSpPr>
          <p:cNvPr id="1534" name="01_find_only_1533">
            <a:extLst>
              <a:ext uri="{FF2B5EF4-FFF2-40B4-BE49-F238E27FC236}">
                <a16:creationId xmlns:a16="http://schemas.microsoft.com/office/drawing/2014/main" id="{7A8F1E10-B84F-492B-BBE1-653FD98E5BB2}"/>
              </a:ext>
            </a:extLst>
          </p:cNvPr>
          <p:cNvSpPr>
            <a:spLocks noGrp="1"/>
          </p:cNvSpPr>
          <p:nvPr/>
        </p:nvSpPr>
        <p:spPr>
          <a:xfrm>
            <a:off x="5087206" y="3489410"/>
            <a:ext cx="28398" cy="28398"/>
          </a:xfrm>
          <a:prstGeom prst="ellipse">
            <a:avLst/>
          </a:prstGeom>
          <a:solidFill>
            <a:srgbClr val="7F8C97">
              <a:alpha val="48000"/>
            </a:srgbClr>
          </a:solidFill>
          <a:ln w="0">
            <a:noFill/>
            <a:prstDash val="solid"/>
          </a:ln>
        </p:spPr>
      </p:sp>
      <p:sp>
        <p:nvSpPr>
          <p:cNvPr id="1535" name="01_find_only_1534">
            <a:extLst>
              <a:ext uri="{FF2B5EF4-FFF2-40B4-BE49-F238E27FC236}">
                <a16:creationId xmlns:a16="http://schemas.microsoft.com/office/drawing/2014/main" id="{8C9C8C65-17D4-403B-9A0F-3812504F0E37}"/>
              </a:ext>
            </a:extLst>
          </p:cNvPr>
          <p:cNvSpPr>
            <a:spLocks noGrp="1"/>
          </p:cNvSpPr>
          <p:nvPr/>
        </p:nvSpPr>
        <p:spPr>
          <a:xfrm>
            <a:off x="5019294" y="3700746"/>
            <a:ext cx="28398" cy="28398"/>
          </a:xfrm>
          <a:prstGeom prst="ellipse">
            <a:avLst/>
          </a:prstGeom>
          <a:solidFill>
            <a:srgbClr val="7F8C97">
              <a:alpha val="48000"/>
            </a:srgbClr>
          </a:solidFill>
          <a:ln w="0">
            <a:noFill/>
            <a:prstDash val="solid"/>
          </a:ln>
        </p:spPr>
      </p:sp>
      <p:sp>
        <p:nvSpPr>
          <p:cNvPr id="1536" name="01_find_only_1535">
            <a:extLst>
              <a:ext uri="{FF2B5EF4-FFF2-40B4-BE49-F238E27FC236}">
                <a16:creationId xmlns:a16="http://schemas.microsoft.com/office/drawing/2014/main" id="{FB2FC725-7E9D-4739-A240-3F76CAF451C9}"/>
              </a:ext>
            </a:extLst>
          </p:cNvPr>
          <p:cNvSpPr>
            <a:spLocks noGrp="1"/>
          </p:cNvSpPr>
          <p:nvPr/>
        </p:nvSpPr>
        <p:spPr>
          <a:xfrm>
            <a:off x="5037417" y="4123418"/>
            <a:ext cx="28398" cy="28398"/>
          </a:xfrm>
          <a:prstGeom prst="ellipse">
            <a:avLst/>
          </a:prstGeom>
          <a:solidFill>
            <a:srgbClr val="7F8C97">
              <a:alpha val="48000"/>
            </a:srgbClr>
          </a:solidFill>
          <a:ln w="0">
            <a:noFill/>
            <a:prstDash val="solid"/>
          </a:ln>
        </p:spPr>
      </p:sp>
      <p:sp>
        <p:nvSpPr>
          <p:cNvPr id="1537" name="01_find_only_1536">
            <a:extLst>
              <a:ext uri="{FF2B5EF4-FFF2-40B4-BE49-F238E27FC236}">
                <a16:creationId xmlns:a16="http://schemas.microsoft.com/office/drawing/2014/main" id="{C1875097-95CA-48C0-B496-C56FD0715C44}"/>
              </a:ext>
            </a:extLst>
          </p:cNvPr>
          <p:cNvSpPr>
            <a:spLocks noGrp="1"/>
          </p:cNvSpPr>
          <p:nvPr/>
        </p:nvSpPr>
        <p:spPr>
          <a:xfrm>
            <a:off x="5065840" y="3679612"/>
            <a:ext cx="28398" cy="28398"/>
          </a:xfrm>
          <a:prstGeom prst="ellipse">
            <a:avLst/>
          </a:prstGeom>
          <a:solidFill>
            <a:srgbClr val="7F8C97">
              <a:alpha val="48000"/>
            </a:srgbClr>
          </a:solidFill>
          <a:ln w="0">
            <a:noFill/>
            <a:prstDash val="solid"/>
          </a:ln>
        </p:spPr>
      </p:sp>
      <p:sp>
        <p:nvSpPr>
          <p:cNvPr id="1538" name="01_find_only_1537">
            <a:extLst>
              <a:ext uri="{FF2B5EF4-FFF2-40B4-BE49-F238E27FC236}">
                <a16:creationId xmlns:a16="http://schemas.microsoft.com/office/drawing/2014/main" id="{22F6BA22-BFF1-492D-8642-E994FB0D58AB}"/>
              </a:ext>
            </a:extLst>
          </p:cNvPr>
          <p:cNvSpPr>
            <a:spLocks noGrp="1"/>
          </p:cNvSpPr>
          <p:nvPr/>
        </p:nvSpPr>
        <p:spPr>
          <a:xfrm>
            <a:off x="5082914" y="4123418"/>
            <a:ext cx="28398" cy="28398"/>
          </a:xfrm>
          <a:prstGeom prst="ellipse">
            <a:avLst/>
          </a:prstGeom>
          <a:solidFill>
            <a:srgbClr val="7F8C97">
              <a:alpha val="48000"/>
            </a:srgbClr>
          </a:solidFill>
          <a:ln w="0">
            <a:noFill/>
            <a:prstDash val="solid"/>
          </a:ln>
        </p:spPr>
      </p:sp>
      <p:sp>
        <p:nvSpPr>
          <p:cNvPr id="1539" name="01_find_only_1538">
            <a:extLst>
              <a:ext uri="{FF2B5EF4-FFF2-40B4-BE49-F238E27FC236}">
                <a16:creationId xmlns:a16="http://schemas.microsoft.com/office/drawing/2014/main" id="{ED38E62F-E7ED-4CAF-94F4-566BA806B9D9}"/>
              </a:ext>
            </a:extLst>
          </p:cNvPr>
          <p:cNvSpPr>
            <a:spLocks noGrp="1"/>
          </p:cNvSpPr>
          <p:nvPr/>
        </p:nvSpPr>
        <p:spPr>
          <a:xfrm>
            <a:off x="5092166" y="4123418"/>
            <a:ext cx="28398" cy="28398"/>
          </a:xfrm>
          <a:prstGeom prst="ellipse">
            <a:avLst/>
          </a:prstGeom>
          <a:solidFill>
            <a:srgbClr val="7F8C97">
              <a:alpha val="48000"/>
            </a:srgbClr>
          </a:solidFill>
          <a:ln w="0">
            <a:noFill/>
            <a:prstDash val="solid"/>
          </a:ln>
        </p:spPr>
      </p:sp>
      <p:sp>
        <p:nvSpPr>
          <p:cNvPr id="1540" name="01_find_only_1539">
            <a:extLst>
              <a:ext uri="{FF2B5EF4-FFF2-40B4-BE49-F238E27FC236}">
                <a16:creationId xmlns:a16="http://schemas.microsoft.com/office/drawing/2014/main" id="{873BD3CD-33C7-42A7-B662-7A7C3E45267D}"/>
              </a:ext>
            </a:extLst>
          </p:cNvPr>
          <p:cNvSpPr>
            <a:spLocks noGrp="1"/>
          </p:cNvSpPr>
          <p:nvPr/>
        </p:nvSpPr>
        <p:spPr>
          <a:xfrm>
            <a:off x="5059259" y="4123418"/>
            <a:ext cx="28398" cy="28398"/>
          </a:xfrm>
          <a:prstGeom prst="ellipse">
            <a:avLst/>
          </a:prstGeom>
          <a:solidFill>
            <a:srgbClr val="7F8C97">
              <a:alpha val="48000"/>
            </a:srgbClr>
          </a:solidFill>
          <a:ln w="0">
            <a:noFill/>
            <a:prstDash val="solid"/>
          </a:ln>
        </p:spPr>
      </p:sp>
      <p:sp>
        <p:nvSpPr>
          <p:cNvPr id="1541" name="01_find_only_1540">
            <a:extLst>
              <a:ext uri="{FF2B5EF4-FFF2-40B4-BE49-F238E27FC236}">
                <a16:creationId xmlns:a16="http://schemas.microsoft.com/office/drawing/2014/main" id="{A560A109-B010-4581-A720-3236A58314C6}"/>
              </a:ext>
            </a:extLst>
          </p:cNvPr>
          <p:cNvSpPr>
            <a:spLocks noGrp="1"/>
          </p:cNvSpPr>
          <p:nvPr/>
        </p:nvSpPr>
        <p:spPr>
          <a:xfrm>
            <a:off x="5002698" y="3589516"/>
            <a:ext cx="28398" cy="28398"/>
          </a:xfrm>
          <a:prstGeom prst="ellipse">
            <a:avLst/>
          </a:prstGeom>
          <a:solidFill>
            <a:srgbClr val="7F8C97">
              <a:alpha val="48000"/>
            </a:srgbClr>
          </a:solidFill>
          <a:ln w="0">
            <a:noFill/>
            <a:prstDash val="solid"/>
          </a:ln>
        </p:spPr>
      </p:sp>
      <p:sp>
        <p:nvSpPr>
          <p:cNvPr id="1542" name="01_find_only_1541">
            <a:extLst>
              <a:ext uri="{FF2B5EF4-FFF2-40B4-BE49-F238E27FC236}">
                <a16:creationId xmlns:a16="http://schemas.microsoft.com/office/drawing/2014/main" id="{FEA8A4B1-C93A-46B0-884A-BE60E0E391C4}"/>
              </a:ext>
            </a:extLst>
          </p:cNvPr>
          <p:cNvSpPr>
            <a:spLocks noGrp="1"/>
          </p:cNvSpPr>
          <p:nvPr/>
        </p:nvSpPr>
        <p:spPr>
          <a:xfrm>
            <a:off x="5016814" y="4123418"/>
            <a:ext cx="28398" cy="28398"/>
          </a:xfrm>
          <a:prstGeom prst="ellipse">
            <a:avLst/>
          </a:prstGeom>
          <a:solidFill>
            <a:srgbClr val="7F8C97">
              <a:alpha val="48000"/>
            </a:srgbClr>
          </a:solidFill>
          <a:ln w="0">
            <a:noFill/>
            <a:prstDash val="solid"/>
          </a:ln>
        </p:spPr>
      </p:sp>
      <p:sp>
        <p:nvSpPr>
          <p:cNvPr id="1543" name="01_find_only_1542">
            <a:extLst>
              <a:ext uri="{FF2B5EF4-FFF2-40B4-BE49-F238E27FC236}">
                <a16:creationId xmlns:a16="http://schemas.microsoft.com/office/drawing/2014/main" id="{A986AB60-6566-48D2-8CAE-A8C3C4AC562A}"/>
              </a:ext>
            </a:extLst>
          </p:cNvPr>
          <p:cNvSpPr>
            <a:spLocks noGrp="1"/>
          </p:cNvSpPr>
          <p:nvPr/>
        </p:nvSpPr>
        <p:spPr>
          <a:xfrm>
            <a:off x="5023014" y="4123418"/>
            <a:ext cx="28398" cy="28398"/>
          </a:xfrm>
          <a:prstGeom prst="ellipse">
            <a:avLst/>
          </a:prstGeom>
          <a:solidFill>
            <a:srgbClr val="7F8C97">
              <a:alpha val="48000"/>
            </a:srgbClr>
          </a:solidFill>
          <a:ln w="0">
            <a:noFill/>
            <a:prstDash val="solid"/>
          </a:ln>
        </p:spPr>
      </p:sp>
      <p:sp>
        <p:nvSpPr>
          <p:cNvPr id="1544" name="01_find_only_1543">
            <a:extLst>
              <a:ext uri="{FF2B5EF4-FFF2-40B4-BE49-F238E27FC236}">
                <a16:creationId xmlns:a16="http://schemas.microsoft.com/office/drawing/2014/main" id="{8D82852E-8334-4890-B377-76EAE881552B}"/>
              </a:ext>
            </a:extLst>
          </p:cNvPr>
          <p:cNvSpPr>
            <a:spLocks noGrp="1"/>
          </p:cNvSpPr>
          <p:nvPr/>
        </p:nvSpPr>
        <p:spPr>
          <a:xfrm>
            <a:off x="5002507" y="4123418"/>
            <a:ext cx="28398" cy="28398"/>
          </a:xfrm>
          <a:prstGeom prst="ellipse">
            <a:avLst/>
          </a:prstGeom>
          <a:solidFill>
            <a:srgbClr val="7F8C97">
              <a:alpha val="48000"/>
            </a:srgbClr>
          </a:solidFill>
          <a:ln w="0">
            <a:noFill/>
            <a:prstDash val="solid"/>
          </a:ln>
        </p:spPr>
      </p:sp>
      <p:sp>
        <p:nvSpPr>
          <p:cNvPr id="1545" name="01_find_only_1544">
            <a:extLst>
              <a:ext uri="{FF2B5EF4-FFF2-40B4-BE49-F238E27FC236}">
                <a16:creationId xmlns:a16="http://schemas.microsoft.com/office/drawing/2014/main" id="{020352ED-A7D5-4A99-A811-21E8D79BCFAC}"/>
              </a:ext>
            </a:extLst>
          </p:cNvPr>
          <p:cNvSpPr>
            <a:spLocks noGrp="1"/>
          </p:cNvSpPr>
          <p:nvPr/>
        </p:nvSpPr>
        <p:spPr>
          <a:xfrm>
            <a:off x="5001935" y="3869815"/>
            <a:ext cx="28398" cy="28398"/>
          </a:xfrm>
          <a:prstGeom prst="ellipse">
            <a:avLst/>
          </a:prstGeom>
          <a:solidFill>
            <a:srgbClr val="7F8C97">
              <a:alpha val="48000"/>
            </a:srgbClr>
          </a:solidFill>
          <a:ln w="0">
            <a:noFill/>
            <a:prstDash val="solid"/>
          </a:ln>
        </p:spPr>
      </p:sp>
      <p:sp>
        <p:nvSpPr>
          <p:cNvPr id="1546" name="01_find_only_1545">
            <a:extLst>
              <a:ext uri="{FF2B5EF4-FFF2-40B4-BE49-F238E27FC236}">
                <a16:creationId xmlns:a16="http://schemas.microsoft.com/office/drawing/2014/main" id="{C481C1CC-6BC4-40C2-87F2-B721205C539A}"/>
              </a:ext>
            </a:extLst>
          </p:cNvPr>
          <p:cNvSpPr>
            <a:spLocks noGrp="1"/>
          </p:cNvSpPr>
          <p:nvPr/>
        </p:nvSpPr>
        <p:spPr>
          <a:xfrm>
            <a:off x="5020439" y="4123418"/>
            <a:ext cx="28398" cy="28398"/>
          </a:xfrm>
          <a:prstGeom prst="ellipse">
            <a:avLst/>
          </a:prstGeom>
          <a:solidFill>
            <a:srgbClr val="7F8C97">
              <a:alpha val="48000"/>
            </a:srgbClr>
          </a:solidFill>
          <a:ln w="0">
            <a:noFill/>
            <a:prstDash val="solid"/>
          </a:ln>
        </p:spPr>
      </p:sp>
      <p:sp>
        <p:nvSpPr>
          <p:cNvPr id="1547" name="01_find_only_1546">
            <a:extLst>
              <a:ext uri="{FF2B5EF4-FFF2-40B4-BE49-F238E27FC236}">
                <a16:creationId xmlns:a16="http://schemas.microsoft.com/office/drawing/2014/main" id="{AB1B2CFC-8CCD-434C-AE33-637EEA231117}"/>
              </a:ext>
            </a:extLst>
          </p:cNvPr>
          <p:cNvSpPr>
            <a:spLocks noGrp="1"/>
          </p:cNvSpPr>
          <p:nvPr/>
        </p:nvSpPr>
        <p:spPr>
          <a:xfrm>
            <a:off x="5056398" y="4123418"/>
            <a:ext cx="28398" cy="28398"/>
          </a:xfrm>
          <a:prstGeom prst="ellipse">
            <a:avLst/>
          </a:prstGeom>
          <a:solidFill>
            <a:srgbClr val="7F8C97">
              <a:alpha val="48000"/>
            </a:srgbClr>
          </a:solidFill>
          <a:ln w="0">
            <a:noFill/>
            <a:prstDash val="solid"/>
          </a:ln>
        </p:spPr>
      </p:sp>
      <p:sp>
        <p:nvSpPr>
          <p:cNvPr id="1548" name="01_find_only_1547">
            <a:extLst>
              <a:ext uri="{FF2B5EF4-FFF2-40B4-BE49-F238E27FC236}">
                <a16:creationId xmlns:a16="http://schemas.microsoft.com/office/drawing/2014/main" id="{BE6DAB3E-8F94-4680-AC51-9F64C39D226A}"/>
              </a:ext>
            </a:extLst>
          </p:cNvPr>
          <p:cNvSpPr>
            <a:spLocks noGrp="1"/>
          </p:cNvSpPr>
          <p:nvPr/>
        </p:nvSpPr>
        <p:spPr>
          <a:xfrm>
            <a:off x="5015383" y="4123418"/>
            <a:ext cx="28398" cy="28398"/>
          </a:xfrm>
          <a:prstGeom prst="ellipse">
            <a:avLst/>
          </a:prstGeom>
          <a:solidFill>
            <a:srgbClr val="7F8C97">
              <a:alpha val="48000"/>
            </a:srgbClr>
          </a:solidFill>
          <a:ln w="0">
            <a:noFill/>
            <a:prstDash val="solid"/>
          </a:ln>
        </p:spPr>
      </p:sp>
      <p:sp>
        <p:nvSpPr>
          <p:cNvPr id="1549" name="01_find_only_1548">
            <a:extLst>
              <a:ext uri="{FF2B5EF4-FFF2-40B4-BE49-F238E27FC236}">
                <a16:creationId xmlns:a16="http://schemas.microsoft.com/office/drawing/2014/main" id="{2B2D1E64-BFFB-49E9-9481-5450AC69F523}"/>
              </a:ext>
            </a:extLst>
          </p:cNvPr>
          <p:cNvSpPr>
            <a:spLocks noGrp="1"/>
          </p:cNvSpPr>
          <p:nvPr/>
        </p:nvSpPr>
        <p:spPr>
          <a:xfrm>
            <a:off x="5043998" y="4123418"/>
            <a:ext cx="28398" cy="28398"/>
          </a:xfrm>
          <a:prstGeom prst="ellipse">
            <a:avLst/>
          </a:prstGeom>
          <a:solidFill>
            <a:srgbClr val="7F8C97">
              <a:alpha val="48000"/>
            </a:srgbClr>
          </a:solidFill>
          <a:ln w="0">
            <a:noFill/>
            <a:prstDash val="solid"/>
          </a:ln>
        </p:spPr>
      </p:sp>
      <p:sp>
        <p:nvSpPr>
          <p:cNvPr id="1550" name="01_find_only_1549">
            <a:extLst>
              <a:ext uri="{FF2B5EF4-FFF2-40B4-BE49-F238E27FC236}">
                <a16:creationId xmlns:a16="http://schemas.microsoft.com/office/drawing/2014/main" id="{FA8EC274-4A59-46EA-8E1D-7CE3A9DF7275}"/>
              </a:ext>
            </a:extLst>
          </p:cNvPr>
          <p:cNvSpPr>
            <a:spLocks noGrp="1"/>
          </p:cNvSpPr>
          <p:nvPr/>
        </p:nvSpPr>
        <p:spPr>
          <a:xfrm>
            <a:off x="5033888" y="4123418"/>
            <a:ext cx="28398" cy="28398"/>
          </a:xfrm>
          <a:prstGeom prst="ellipse">
            <a:avLst/>
          </a:prstGeom>
          <a:solidFill>
            <a:srgbClr val="7F8C97">
              <a:alpha val="48000"/>
            </a:srgbClr>
          </a:solidFill>
          <a:ln w="0">
            <a:noFill/>
            <a:prstDash val="solid"/>
          </a:ln>
        </p:spPr>
      </p:sp>
      <p:sp>
        <p:nvSpPr>
          <p:cNvPr id="1551" name="01_find_only_1550">
            <a:extLst>
              <a:ext uri="{FF2B5EF4-FFF2-40B4-BE49-F238E27FC236}">
                <a16:creationId xmlns:a16="http://schemas.microsoft.com/office/drawing/2014/main" id="{D7EF2052-B368-4A58-8543-7B80276BF006}"/>
              </a:ext>
            </a:extLst>
          </p:cNvPr>
          <p:cNvSpPr>
            <a:spLocks noGrp="1"/>
          </p:cNvSpPr>
          <p:nvPr/>
        </p:nvSpPr>
        <p:spPr>
          <a:xfrm>
            <a:off x="5081197" y="4123418"/>
            <a:ext cx="28398" cy="28398"/>
          </a:xfrm>
          <a:prstGeom prst="ellipse">
            <a:avLst/>
          </a:prstGeom>
          <a:solidFill>
            <a:srgbClr val="7F8C97">
              <a:alpha val="48000"/>
            </a:srgbClr>
          </a:solidFill>
          <a:ln w="0">
            <a:noFill/>
            <a:prstDash val="solid"/>
          </a:ln>
        </p:spPr>
      </p:sp>
      <p:sp>
        <p:nvSpPr>
          <p:cNvPr id="1552" name="01_find_only_1551">
            <a:extLst>
              <a:ext uri="{FF2B5EF4-FFF2-40B4-BE49-F238E27FC236}">
                <a16:creationId xmlns:a16="http://schemas.microsoft.com/office/drawing/2014/main" id="{4ACAC366-C26E-49DC-861E-F4C34A7A68DA}"/>
              </a:ext>
            </a:extLst>
          </p:cNvPr>
          <p:cNvSpPr>
            <a:spLocks noGrp="1"/>
          </p:cNvSpPr>
          <p:nvPr/>
        </p:nvSpPr>
        <p:spPr>
          <a:xfrm>
            <a:off x="5024445" y="4092740"/>
            <a:ext cx="28398" cy="28398"/>
          </a:xfrm>
          <a:prstGeom prst="ellipse">
            <a:avLst/>
          </a:prstGeom>
          <a:solidFill>
            <a:srgbClr val="7F8C97">
              <a:alpha val="48000"/>
            </a:srgbClr>
          </a:solidFill>
          <a:ln w="0">
            <a:noFill/>
            <a:prstDash val="solid"/>
          </a:ln>
        </p:spPr>
      </p:sp>
      <p:sp>
        <p:nvSpPr>
          <p:cNvPr id="1553" name="01_find_only_1552">
            <a:extLst>
              <a:ext uri="{FF2B5EF4-FFF2-40B4-BE49-F238E27FC236}">
                <a16:creationId xmlns:a16="http://schemas.microsoft.com/office/drawing/2014/main" id="{37FC003F-531D-4703-AF85-8B10CE5C55EF}"/>
              </a:ext>
            </a:extLst>
          </p:cNvPr>
          <p:cNvSpPr>
            <a:spLocks noGrp="1"/>
          </p:cNvSpPr>
          <p:nvPr/>
        </p:nvSpPr>
        <p:spPr>
          <a:xfrm>
            <a:off x="5063647" y="4123418"/>
            <a:ext cx="28398" cy="28398"/>
          </a:xfrm>
          <a:prstGeom prst="ellipse">
            <a:avLst/>
          </a:prstGeom>
          <a:solidFill>
            <a:srgbClr val="7F8C97">
              <a:alpha val="48000"/>
            </a:srgbClr>
          </a:solidFill>
          <a:ln w="0">
            <a:noFill/>
            <a:prstDash val="solid"/>
          </a:ln>
        </p:spPr>
      </p:sp>
      <p:sp>
        <p:nvSpPr>
          <p:cNvPr id="1554" name="01_find_only_1553">
            <a:extLst>
              <a:ext uri="{FF2B5EF4-FFF2-40B4-BE49-F238E27FC236}">
                <a16:creationId xmlns:a16="http://schemas.microsoft.com/office/drawing/2014/main" id="{E8A4E70B-0C42-41DA-B2FB-B1AFD4A1830B}"/>
              </a:ext>
            </a:extLst>
          </p:cNvPr>
          <p:cNvSpPr>
            <a:spLocks noGrp="1"/>
          </p:cNvSpPr>
          <p:nvPr/>
        </p:nvSpPr>
        <p:spPr>
          <a:xfrm>
            <a:off x="5066031" y="4123418"/>
            <a:ext cx="28398" cy="28398"/>
          </a:xfrm>
          <a:prstGeom prst="ellipse">
            <a:avLst/>
          </a:prstGeom>
          <a:solidFill>
            <a:srgbClr val="7F8C97">
              <a:alpha val="48000"/>
            </a:srgbClr>
          </a:solidFill>
          <a:ln w="0">
            <a:noFill/>
            <a:prstDash val="solid"/>
          </a:ln>
        </p:spPr>
      </p:sp>
      <p:sp>
        <p:nvSpPr>
          <p:cNvPr id="1555" name="01_find_only_1554">
            <a:extLst>
              <a:ext uri="{FF2B5EF4-FFF2-40B4-BE49-F238E27FC236}">
                <a16:creationId xmlns:a16="http://schemas.microsoft.com/office/drawing/2014/main" id="{E7380294-B2C6-4B25-AAAB-4D05FFC76FFC}"/>
              </a:ext>
            </a:extLst>
          </p:cNvPr>
          <p:cNvSpPr>
            <a:spLocks noGrp="1"/>
          </p:cNvSpPr>
          <p:nvPr/>
        </p:nvSpPr>
        <p:spPr>
          <a:xfrm>
            <a:off x="5002221" y="3700746"/>
            <a:ext cx="28398" cy="28398"/>
          </a:xfrm>
          <a:prstGeom prst="ellipse">
            <a:avLst/>
          </a:prstGeom>
          <a:solidFill>
            <a:srgbClr val="7F8C97">
              <a:alpha val="48000"/>
            </a:srgbClr>
          </a:solidFill>
          <a:ln w="0">
            <a:noFill/>
            <a:prstDash val="solid"/>
          </a:ln>
        </p:spPr>
      </p:sp>
      <p:sp>
        <p:nvSpPr>
          <p:cNvPr id="1556" name="01_find_only_1555">
            <a:extLst>
              <a:ext uri="{FF2B5EF4-FFF2-40B4-BE49-F238E27FC236}">
                <a16:creationId xmlns:a16="http://schemas.microsoft.com/office/drawing/2014/main" id="{3BFF4073-0260-41B4-A78C-254B5359E77F}"/>
              </a:ext>
            </a:extLst>
          </p:cNvPr>
          <p:cNvSpPr>
            <a:spLocks noGrp="1"/>
          </p:cNvSpPr>
          <p:nvPr/>
        </p:nvSpPr>
        <p:spPr>
          <a:xfrm>
            <a:off x="5079957" y="4123418"/>
            <a:ext cx="28398" cy="28398"/>
          </a:xfrm>
          <a:prstGeom prst="ellipse">
            <a:avLst/>
          </a:prstGeom>
          <a:solidFill>
            <a:srgbClr val="7F8C97">
              <a:alpha val="48000"/>
            </a:srgbClr>
          </a:solidFill>
          <a:ln w="0">
            <a:noFill/>
            <a:prstDash val="solid"/>
          </a:ln>
        </p:spPr>
      </p:sp>
      <p:sp>
        <p:nvSpPr>
          <p:cNvPr id="1557" name="01_find_only_1556">
            <a:extLst>
              <a:ext uri="{FF2B5EF4-FFF2-40B4-BE49-F238E27FC236}">
                <a16:creationId xmlns:a16="http://schemas.microsoft.com/office/drawing/2014/main" id="{6637560E-5984-49D3-88A3-852626CAB0A9}"/>
              </a:ext>
            </a:extLst>
          </p:cNvPr>
          <p:cNvSpPr>
            <a:spLocks noGrp="1"/>
          </p:cNvSpPr>
          <p:nvPr/>
        </p:nvSpPr>
        <p:spPr>
          <a:xfrm>
            <a:off x="4999932" y="4123418"/>
            <a:ext cx="28398" cy="28398"/>
          </a:xfrm>
          <a:prstGeom prst="ellipse">
            <a:avLst/>
          </a:prstGeom>
          <a:solidFill>
            <a:srgbClr val="7F8C97">
              <a:alpha val="48000"/>
            </a:srgbClr>
          </a:solidFill>
          <a:ln w="0">
            <a:noFill/>
            <a:prstDash val="solid"/>
          </a:ln>
        </p:spPr>
      </p:sp>
      <p:sp>
        <p:nvSpPr>
          <p:cNvPr id="1558" name="01_find_only_1557">
            <a:extLst>
              <a:ext uri="{FF2B5EF4-FFF2-40B4-BE49-F238E27FC236}">
                <a16:creationId xmlns:a16="http://schemas.microsoft.com/office/drawing/2014/main" id="{A74D8028-DFC3-4F67-9013-4B32DFB705C1}"/>
              </a:ext>
            </a:extLst>
          </p:cNvPr>
          <p:cNvSpPr>
            <a:spLocks noGrp="1"/>
          </p:cNvSpPr>
          <p:nvPr/>
        </p:nvSpPr>
        <p:spPr>
          <a:xfrm>
            <a:off x="5079766" y="4123418"/>
            <a:ext cx="28398" cy="28398"/>
          </a:xfrm>
          <a:prstGeom prst="ellipse">
            <a:avLst/>
          </a:prstGeom>
          <a:solidFill>
            <a:srgbClr val="7F8C97">
              <a:alpha val="48000"/>
            </a:srgbClr>
          </a:solidFill>
          <a:ln w="0">
            <a:noFill/>
            <a:prstDash val="solid"/>
          </a:ln>
        </p:spPr>
      </p:sp>
      <p:sp>
        <p:nvSpPr>
          <p:cNvPr id="1559" name="01_find_only_1558">
            <a:extLst>
              <a:ext uri="{FF2B5EF4-FFF2-40B4-BE49-F238E27FC236}">
                <a16:creationId xmlns:a16="http://schemas.microsoft.com/office/drawing/2014/main" id="{3AEBB5E2-FB39-4782-A742-58997E985EC7}"/>
              </a:ext>
            </a:extLst>
          </p:cNvPr>
          <p:cNvSpPr>
            <a:spLocks noGrp="1"/>
          </p:cNvSpPr>
          <p:nvPr/>
        </p:nvSpPr>
        <p:spPr>
          <a:xfrm>
            <a:off x="5089018" y="4123418"/>
            <a:ext cx="28398" cy="28398"/>
          </a:xfrm>
          <a:prstGeom prst="ellipse">
            <a:avLst/>
          </a:prstGeom>
          <a:solidFill>
            <a:srgbClr val="7F8C97">
              <a:alpha val="48000"/>
            </a:srgbClr>
          </a:solidFill>
          <a:ln w="0">
            <a:noFill/>
            <a:prstDash val="solid"/>
          </a:ln>
        </p:spPr>
      </p:sp>
      <p:sp>
        <p:nvSpPr>
          <p:cNvPr id="1560" name="01_find_only_1559">
            <a:extLst>
              <a:ext uri="{FF2B5EF4-FFF2-40B4-BE49-F238E27FC236}">
                <a16:creationId xmlns:a16="http://schemas.microsoft.com/office/drawing/2014/main" id="{B7D216B8-E47D-418F-8233-BC25BEFC303A}"/>
              </a:ext>
            </a:extLst>
          </p:cNvPr>
          <p:cNvSpPr>
            <a:spLocks noGrp="1"/>
          </p:cNvSpPr>
          <p:nvPr/>
        </p:nvSpPr>
        <p:spPr>
          <a:xfrm>
            <a:off x="5056970" y="4123418"/>
            <a:ext cx="28398" cy="28398"/>
          </a:xfrm>
          <a:prstGeom prst="ellipse">
            <a:avLst/>
          </a:prstGeom>
          <a:solidFill>
            <a:srgbClr val="7F8C97">
              <a:alpha val="48000"/>
            </a:srgbClr>
          </a:solidFill>
          <a:ln w="0">
            <a:noFill/>
            <a:prstDash val="solid"/>
          </a:ln>
        </p:spPr>
      </p:sp>
      <p:sp>
        <p:nvSpPr>
          <p:cNvPr id="1561" name="01_find_only_1560">
            <a:extLst>
              <a:ext uri="{FF2B5EF4-FFF2-40B4-BE49-F238E27FC236}">
                <a16:creationId xmlns:a16="http://schemas.microsoft.com/office/drawing/2014/main" id="{2114FDBC-AAF5-4CDF-B9B6-979F9EE85AEE}"/>
              </a:ext>
            </a:extLst>
          </p:cNvPr>
          <p:cNvSpPr>
            <a:spLocks noGrp="1"/>
          </p:cNvSpPr>
          <p:nvPr/>
        </p:nvSpPr>
        <p:spPr>
          <a:xfrm>
            <a:off x="5028355" y="4123418"/>
            <a:ext cx="28398" cy="28398"/>
          </a:xfrm>
          <a:prstGeom prst="ellipse">
            <a:avLst/>
          </a:prstGeom>
          <a:solidFill>
            <a:srgbClr val="7F8C97">
              <a:alpha val="48000"/>
            </a:srgbClr>
          </a:solidFill>
          <a:ln w="0">
            <a:noFill/>
            <a:prstDash val="solid"/>
          </a:ln>
        </p:spPr>
      </p:sp>
      <p:sp>
        <p:nvSpPr>
          <p:cNvPr id="1562" name="01_find_only_1561">
            <a:extLst>
              <a:ext uri="{FF2B5EF4-FFF2-40B4-BE49-F238E27FC236}">
                <a16:creationId xmlns:a16="http://schemas.microsoft.com/office/drawing/2014/main" id="{F312ECD0-E620-4B62-9DCF-75EE22E24FFB}"/>
              </a:ext>
            </a:extLst>
          </p:cNvPr>
          <p:cNvSpPr>
            <a:spLocks noGrp="1"/>
          </p:cNvSpPr>
          <p:nvPr/>
        </p:nvSpPr>
        <p:spPr>
          <a:xfrm>
            <a:off x="5068320" y="4123418"/>
            <a:ext cx="28398" cy="28398"/>
          </a:xfrm>
          <a:prstGeom prst="ellipse">
            <a:avLst/>
          </a:prstGeom>
          <a:solidFill>
            <a:srgbClr val="7F8C97">
              <a:alpha val="48000"/>
            </a:srgbClr>
          </a:solidFill>
          <a:ln w="0">
            <a:noFill/>
            <a:prstDash val="solid"/>
          </a:ln>
        </p:spPr>
      </p:sp>
      <p:sp>
        <p:nvSpPr>
          <p:cNvPr id="1563" name="01_find_only_1562">
            <a:extLst>
              <a:ext uri="{FF2B5EF4-FFF2-40B4-BE49-F238E27FC236}">
                <a16:creationId xmlns:a16="http://schemas.microsoft.com/office/drawing/2014/main" id="{E5FA5484-BE3B-4D39-AB87-93EC6CFC92DE}"/>
              </a:ext>
            </a:extLst>
          </p:cNvPr>
          <p:cNvSpPr>
            <a:spLocks noGrp="1"/>
          </p:cNvSpPr>
          <p:nvPr/>
        </p:nvSpPr>
        <p:spPr>
          <a:xfrm>
            <a:off x="5019771" y="4123418"/>
            <a:ext cx="28398" cy="28398"/>
          </a:xfrm>
          <a:prstGeom prst="ellipse">
            <a:avLst/>
          </a:prstGeom>
          <a:solidFill>
            <a:srgbClr val="7F8C97">
              <a:alpha val="48000"/>
            </a:srgbClr>
          </a:solidFill>
          <a:ln w="0">
            <a:noFill/>
            <a:prstDash val="solid"/>
          </a:ln>
        </p:spPr>
      </p:sp>
      <p:sp>
        <p:nvSpPr>
          <p:cNvPr id="1564" name="01_find_only_1563">
            <a:extLst>
              <a:ext uri="{FF2B5EF4-FFF2-40B4-BE49-F238E27FC236}">
                <a16:creationId xmlns:a16="http://schemas.microsoft.com/office/drawing/2014/main" id="{AE5F9175-27BA-4DB6-9A8D-9252A5C3F6D2}"/>
              </a:ext>
            </a:extLst>
          </p:cNvPr>
          <p:cNvSpPr>
            <a:spLocks noGrp="1"/>
          </p:cNvSpPr>
          <p:nvPr/>
        </p:nvSpPr>
        <p:spPr>
          <a:xfrm>
            <a:off x="5044284" y="4123418"/>
            <a:ext cx="28398" cy="28398"/>
          </a:xfrm>
          <a:prstGeom prst="ellipse">
            <a:avLst/>
          </a:prstGeom>
          <a:solidFill>
            <a:srgbClr val="7F8C97">
              <a:alpha val="48000"/>
            </a:srgbClr>
          </a:solidFill>
          <a:ln w="0">
            <a:noFill/>
            <a:prstDash val="solid"/>
          </a:ln>
        </p:spPr>
      </p:sp>
      <p:sp>
        <p:nvSpPr>
          <p:cNvPr id="1565" name="01_find_only_1564">
            <a:extLst>
              <a:ext uri="{FF2B5EF4-FFF2-40B4-BE49-F238E27FC236}">
                <a16:creationId xmlns:a16="http://schemas.microsoft.com/office/drawing/2014/main" id="{072E8CF9-4F49-440C-A755-F4CBE1A4A04D}"/>
              </a:ext>
            </a:extLst>
          </p:cNvPr>
          <p:cNvSpPr>
            <a:spLocks noGrp="1"/>
          </p:cNvSpPr>
          <p:nvPr/>
        </p:nvSpPr>
        <p:spPr>
          <a:xfrm>
            <a:off x="5044284" y="4123418"/>
            <a:ext cx="28398" cy="28398"/>
          </a:xfrm>
          <a:prstGeom prst="ellipse">
            <a:avLst/>
          </a:prstGeom>
          <a:solidFill>
            <a:srgbClr val="7F8C97">
              <a:alpha val="48000"/>
            </a:srgbClr>
          </a:solidFill>
          <a:ln w="0">
            <a:noFill/>
            <a:prstDash val="solid"/>
          </a:ln>
        </p:spPr>
      </p:sp>
      <p:sp>
        <p:nvSpPr>
          <p:cNvPr id="1566" name="01_find_only_1565">
            <a:extLst>
              <a:ext uri="{FF2B5EF4-FFF2-40B4-BE49-F238E27FC236}">
                <a16:creationId xmlns:a16="http://schemas.microsoft.com/office/drawing/2014/main" id="{0BE2F6D3-95CD-432F-84F8-AFF7DDC37A8B}"/>
              </a:ext>
            </a:extLst>
          </p:cNvPr>
          <p:cNvSpPr>
            <a:spLocks noGrp="1"/>
          </p:cNvSpPr>
          <p:nvPr/>
        </p:nvSpPr>
        <p:spPr>
          <a:xfrm>
            <a:off x="5015670" y="4123418"/>
            <a:ext cx="28398" cy="28398"/>
          </a:xfrm>
          <a:prstGeom prst="ellipse">
            <a:avLst/>
          </a:prstGeom>
          <a:solidFill>
            <a:srgbClr val="7F8C97">
              <a:alpha val="48000"/>
            </a:srgbClr>
          </a:solidFill>
          <a:ln w="0">
            <a:noFill/>
            <a:prstDash val="solid"/>
          </a:ln>
        </p:spPr>
      </p:sp>
      <p:sp>
        <p:nvSpPr>
          <p:cNvPr id="1567" name="01_find_only_1566">
            <a:extLst>
              <a:ext uri="{FF2B5EF4-FFF2-40B4-BE49-F238E27FC236}">
                <a16:creationId xmlns:a16="http://schemas.microsoft.com/office/drawing/2014/main" id="{505138F3-D935-4821-BE1E-C3B524B3D70A}"/>
              </a:ext>
            </a:extLst>
          </p:cNvPr>
          <p:cNvSpPr>
            <a:spLocks noGrp="1"/>
          </p:cNvSpPr>
          <p:nvPr/>
        </p:nvSpPr>
        <p:spPr>
          <a:xfrm>
            <a:off x="5082151" y="4123418"/>
            <a:ext cx="28398" cy="28398"/>
          </a:xfrm>
          <a:prstGeom prst="ellipse">
            <a:avLst/>
          </a:prstGeom>
          <a:solidFill>
            <a:srgbClr val="7F8C97">
              <a:alpha val="48000"/>
            </a:srgbClr>
          </a:solidFill>
          <a:ln w="0">
            <a:noFill/>
            <a:prstDash val="solid"/>
          </a:ln>
        </p:spPr>
      </p:sp>
      <p:sp>
        <p:nvSpPr>
          <p:cNvPr id="1568" name="01_find_only_1567">
            <a:extLst>
              <a:ext uri="{FF2B5EF4-FFF2-40B4-BE49-F238E27FC236}">
                <a16:creationId xmlns:a16="http://schemas.microsoft.com/office/drawing/2014/main" id="{E579A8E7-BC2D-436D-8530-988BD728E501}"/>
              </a:ext>
            </a:extLst>
          </p:cNvPr>
          <p:cNvSpPr>
            <a:spLocks noGrp="1"/>
          </p:cNvSpPr>
          <p:nvPr/>
        </p:nvSpPr>
        <p:spPr>
          <a:xfrm>
            <a:off x="5029977" y="4123418"/>
            <a:ext cx="28398" cy="28398"/>
          </a:xfrm>
          <a:prstGeom prst="ellipse">
            <a:avLst/>
          </a:prstGeom>
          <a:solidFill>
            <a:srgbClr val="7F8C97">
              <a:alpha val="48000"/>
            </a:srgbClr>
          </a:solidFill>
          <a:ln w="0">
            <a:noFill/>
            <a:prstDash val="solid"/>
          </a:ln>
        </p:spPr>
      </p:sp>
      <p:sp>
        <p:nvSpPr>
          <p:cNvPr id="1569" name="01_find_only_1568">
            <a:extLst>
              <a:ext uri="{FF2B5EF4-FFF2-40B4-BE49-F238E27FC236}">
                <a16:creationId xmlns:a16="http://schemas.microsoft.com/office/drawing/2014/main" id="{03482C76-FCB8-4FE3-BBC2-929FB6A6DC0E}"/>
              </a:ext>
            </a:extLst>
          </p:cNvPr>
          <p:cNvSpPr>
            <a:spLocks noGrp="1"/>
          </p:cNvSpPr>
          <p:nvPr/>
        </p:nvSpPr>
        <p:spPr>
          <a:xfrm>
            <a:off x="5039229" y="4123418"/>
            <a:ext cx="28398" cy="28398"/>
          </a:xfrm>
          <a:prstGeom prst="ellipse">
            <a:avLst/>
          </a:prstGeom>
          <a:solidFill>
            <a:srgbClr val="7F8C97">
              <a:alpha val="48000"/>
            </a:srgbClr>
          </a:solidFill>
          <a:ln w="0">
            <a:noFill/>
            <a:prstDash val="solid"/>
          </a:ln>
        </p:spPr>
      </p:sp>
      <p:sp>
        <p:nvSpPr>
          <p:cNvPr id="1570" name="01_find_only_1569">
            <a:extLst>
              <a:ext uri="{FF2B5EF4-FFF2-40B4-BE49-F238E27FC236}">
                <a16:creationId xmlns:a16="http://schemas.microsoft.com/office/drawing/2014/main" id="{A7552A18-69CE-4DDD-AED0-96FEB2102FB8}"/>
              </a:ext>
            </a:extLst>
          </p:cNvPr>
          <p:cNvSpPr>
            <a:spLocks noGrp="1"/>
          </p:cNvSpPr>
          <p:nvPr/>
        </p:nvSpPr>
        <p:spPr>
          <a:xfrm>
            <a:off x="5091307" y="4123418"/>
            <a:ext cx="28398" cy="28398"/>
          </a:xfrm>
          <a:prstGeom prst="ellipse">
            <a:avLst/>
          </a:prstGeom>
          <a:solidFill>
            <a:srgbClr val="7F8C97">
              <a:alpha val="48000"/>
            </a:srgbClr>
          </a:solidFill>
          <a:ln w="0">
            <a:noFill/>
            <a:prstDash val="solid"/>
          </a:ln>
        </p:spPr>
      </p:sp>
      <p:sp>
        <p:nvSpPr>
          <p:cNvPr id="1571" name="01_find_only_1570">
            <a:extLst>
              <a:ext uri="{FF2B5EF4-FFF2-40B4-BE49-F238E27FC236}">
                <a16:creationId xmlns:a16="http://schemas.microsoft.com/office/drawing/2014/main" id="{3C5BE689-FE1A-4E1E-B882-A0B825CA92E8}"/>
              </a:ext>
            </a:extLst>
          </p:cNvPr>
          <p:cNvSpPr>
            <a:spLocks noGrp="1"/>
          </p:cNvSpPr>
          <p:nvPr/>
        </p:nvSpPr>
        <p:spPr>
          <a:xfrm>
            <a:off x="5062693" y="4123418"/>
            <a:ext cx="28398" cy="28398"/>
          </a:xfrm>
          <a:prstGeom prst="ellipse">
            <a:avLst/>
          </a:prstGeom>
          <a:solidFill>
            <a:srgbClr val="7F8C97">
              <a:alpha val="48000"/>
            </a:srgbClr>
          </a:solidFill>
          <a:ln w="0">
            <a:noFill/>
            <a:prstDash val="solid"/>
          </a:ln>
        </p:spPr>
      </p:sp>
      <p:sp>
        <p:nvSpPr>
          <p:cNvPr id="1572" name="01_find_only_1571">
            <a:extLst>
              <a:ext uri="{FF2B5EF4-FFF2-40B4-BE49-F238E27FC236}">
                <a16:creationId xmlns:a16="http://schemas.microsoft.com/office/drawing/2014/main" id="{DD9462BD-06BA-44C3-987A-E3E52DBEF49D}"/>
              </a:ext>
            </a:extLst>
          </p:cNvPr>
          <p:cNvSpPr>
            <a:spLocks noGrp="1"/>
          </p:cNvSpPr>
          <p:nvPr/>
        </p:nvSpPr>
        <p:spPr>
          <a:xfrm>
            <a:off x="5087873" y="4123418"/>
            <a:ext cx="28398" cy="28398"/>
          </a:xfrm>
          <a:prstGeom prst="ellipse">
            <a:avLst/>
          </a:prstGeom>
          <a:solidFill>
            <a:srgbClr val="7F8C97">
              <a:alpha val="48000"/>
            </a:srgbClr>
          </a:solidFill>
          <a:ln w="0">
            <a:noFill/>
            <a:prstDash val="solid"/>
          </a:ln>
        </p:spPr>
      </p:sp>
      <p:sp>
        <p:nvSpPr>
          <p:cNvPr id="1573" name="01_find_only_1572">
            <a:extLst>
              <a:ext uri="{FF2B5EF4-FFF2-40B4-BE49-F238E27FC236}">
                <a16:creationId xmlns:a16="http://schemas.microsoft.com/office/drawing/2014/main" id="{C4634DE8-E67A-42D2-9770-70635F25A027}"/>
              </a:ext>
            </a:extLst>
          </p:cNvPr>
          <p:cNvSpPr>
            <a:spLocks noGrp="1"/>
          </p:cNvSpPr>
          <p:nvPr/>
        </p:nvSpPr>
        <p:spPr>
          <a:xfrm>
            <a:off x="5003556" y="4123418"/>
            <a:ext cx="28398" cy="28398"/>
          </a:xfrm>
          <a:prstGeom prst="ellipse">
            <a:avLst/>
          </a:prstGeom>
          <a:solidFill>
            <a:srgbClr val="7F8C97">
              <a:alpha val="48000"/>
            </a:srgbClr>
          </a:solidFill>
          <a:ln w="0">
            <a:noFill/>
            <a:prstDash val="solid"/>
          </a:ln>
        </p:spPr>
      </p:sp>
      <p:sp>
        <p:nvSpPr>
          <p:cNvPr id="1574" name="01_find_only_1573">
            <a:extLst>
              <a:ext uri="{FF2B5EF4-FFF2-40B4-BE49-F238E27FC236}">
                <a16:creationId xmlns:a16="http://schemas.microsoft.com/office/drawing/2014/main" id="{40936605-A8E2-4C70-A2B1-B1F02BA19583}"/>
              </a:ext>
            </a:extLst>
          </p:cNvPr>
          <p:cNvSpPr>
            <a:spLocks noGrp="1"/>
          </p:cNvSpPr>
          <p:nvPr/>
        </p:nvSpPr>
        <p:spPr>
          <a:xfrm>
            <a:off x="5080815" y="4123418"/>
            <a:ext cx="28398" cy="28398"/>
          </a:xfrm>
          <a:prstGeom prst="ellipse">
            <a:avLst/>
          </a:prstGeom>
          <a:solidFill>
            <a:srgbClr val="7F8C97">
              <a:alpha val="48000"/>
            </a:srgbClr>
          </a:solidFill>
          <a:ln w="0">
            <a:noFill/>
            <a:prstDash val="solid"/>
          </a:ln>
        </p:spPr>
      </p:sp>
      <p:sp>
        <p:nvSpPr>
          <p:cNvPr id="1575" name="01_find_only_1574">
            <a:extLst>
              <a:ext uri="{FF2B5EF4-FFF2-40B4-BE49-F238E27FC236}">
                <a16:creationId xmlns:a16="http://schemas.microsoft.com/office/drawing/2014/main" id="{DE977B93-1F96-4775-916B-70FB519C3FB7}"/>
              </a:ext>
            </a:extLst>
          </p:cNvPr>
          <p:cNvSpPr>
            <a:spLocks noGrp="1"/>
          </p:cNvSpPr>
          <p:nvPr/>
        </p:nvSpPr>
        <p:spPr>
          <a:xfrm>
            <a:off x="5068225" y="3489410"/>
            <a:ext cx="28398" cy="28398"/>
          </a:xfrm>
          <a:prstGeom prst="ellipse">
            <a:avLst/>
          </a:prstGeom>
          <a:solidFill>
            <a:srgbClr val="7F8C97">
              <a:alpha val="48000"/>
            </a:srgbClr>
          </a:solidFill>
          <a:ln w="0">
            <a:noFill/>
            <a:prstDash val="solid"/>
          </a:ln>
        </p:spPr>
      </p:sp>
      <p:sp>
        <p:nvSpPr>
          <p:cNvPr id="1576" name="01_find_only_1575">
            <a:extLst>
              <a:ext uri="{FF2B5EF4-FFF2-40B4-BE49-F238E27FC236}">
                <a16:creationId xmlns:a16="http://schemas.microsoft.com/office/drawing/2014/main" id="{CD33D72C-1EE0-4A8B-BB50-DBF28935730A}"/>
              </a:ext>
            </a:extLst>
          </p:cNvPr>
          <p:cNvSpPr>
            <a:spLocks noGrp="1"/>
          </p:cNvSpPr>
          <p:nvPr/>
        </p:nvSpPr>
        <p:spPr>
          <a:xfrm>
            <a:off x="5035318" y="4123418"/>
            <a:ext cx="28398" cy="28398"/>
          </a:xfrm>
          <a:prstGeom prst="ellipse">
            <a:avLst/>
          </a:prstGeom>
          <a:solidFill>
            <a:srgbClr val="7F8C97">
              <a:alpha val="48000"/>
            </a:srgbClr>
          </a:solidFill>
          <a:ln w="0">
            <a:noFill/>
            <a:prstDash val="solid"/>
          </a:ln>
        </p:spPr>
      </p:sp>
      <p:sp>
        <p:nvSpPr>
          <p:cNvPr id="1577" name="01_find_only_1576">
            <a:extLst>
              <a:ext uri="{FF2B5EF4-FFF2-40B4-BE49-F238E27FC236}">
                <a16:creationId xmlns:a16="http://schemas.microsoft.com/office/drawing/2014/main" id="{5CC83F4F-94D6-4F3E-B8C4-E457A6F30EC1}"/>
              </a:ext>
            </a:extLst>
          </p:cNvPr>
          <p:cNvSpPr>
            <a:spLocks noGrp="1"/>
          </p:cNvSpPr>
          <p:nvPr/>
        </p:nvSpPr>
        <p:spPr>
          <a:xfrm>
            <a:off x="5071945" y="4123418"/>
            <a:ext cx="28398" cy="28398"/>
          </a:xfrm>
          <a:prstGeom prst="ellipse">
            <a:avLst/>
          </a:prstGeom>
          <a:solidFill>
            <a:srgbClr val="7F8C97">
              <a:alpha val="48000"/>
            </a:srgbClr>
          </a:solidFill>
          <a:ln w="0">
            <a:noFill/>
            <a:prstDash val="solid"/>
          </a:ln>
        </p:spPr>
      </p:sp>
      <p:sp>
        <p:nvSpPr>
          <p:cNvPr id="1578" name="01_find_only_1577">
            <a:extLst>
              <a:ext uri="{FF2B5EF4-FFF2-40B4-BE49-F238E27FC236}">
                <a16:creationId xmlns:a16="http://schemas.microsoft.com/office/drawing/2014/main" id="{02D1B69D-4C5C-491D-819B-4C0FF8E7206F}"/>
              </a:ext>
            </a:extLst>
          </p:cNvPr>
          <p:cNvSpPr>
            <a:spLocks noGrp="1"/>
          </p:cNvSpPr>
          <p:nvPr/>
        </p:nvSpPr>
        <p:spPr>
          <a:xfrm>
            <a:off x="5091784" y="3489410"/>
            <a:ext cx="28398" cy="28398"/>
          </a:xfrm>
          <a:prstGeom prst="ellipse">
            <a:avLst/>
          </a:prstGeom>
          <a:solidFill>
            <a:srgbClr val="7F8C97">
              <a:alpha val="48000"/>
            </a:srgbClr>
          </a:solidFill>
          <a:ln w="0">
            <a:noFill/>
            <a:prstDash val="solid"/>
          </a:ln>
        </p:spPr>
      </p:sp>
      <p:sp>
        <p:nvSpPr>
          <p:cNvPr id="1579" name="01_find_only_1578">
            <a:extLst>
              <a:ext uri="{FF2B5EF4-FFF2-40B4-BE49-F238E27FC236}">
                <a16:creationId xmlns:a16="http://schemas.microsoft.com/office/drawing/2014/main" id="{8B87B8AB-1238-4EEF-899C-D6CF37070E19}"/>
              </a:ext>
            </a:extLst>
          </p:cNvPr>
          <p:cNvSpPr>
            <a:spLocks noGrp="1"/>
          </p:cNvSpPr>
          <p:nvPr/>
        </p:nvSpPr>
        <p:spPr>
          <a:xfrm>
            <a:off x="5061930" y="3700746"/>
            <a:ext cx="28398" cy="28398"/>
          </a:xfrm>
          <a:prstGeom prst="ellipse">
            <a:avLst/>
          </a:prstGeom>
          <a:solidFill>
            <a:srgbClr val="7F8C97">
              <a:alpha val="48000"/>
            </a:srgbClr>
          </a:solidFill>
          <a:ln w="0">
            <a:noFill/>
            <a:prstDash val="solid"/>
          </a:ln>
        </p:spPr>
      </p:sp>
      <p:sp>
        <p:nvSpPr>
          <p:cNvPr id="1580" name="01_find_only_1579">
            <a:extLst>
              <a:ext uri="{FF2B5EF4-FFF2-40B4-BE49-F238E27FC236}">
                <a16:creationId xmlns:a16="http://schemas.microsoft.com/office/drawing/2014/main" id="{03B33D5C-B09A-410B-A776-52212F16E9EA}"/>
              </a:ext>
            </a:extLst>
          </p:cNvPr>
          <p:cNvSpPr>
            <a:spLocks noGrp="1"/>
          </p:cNvSpPr>
          <p:nvPr/>
        </p:nvSpPr>
        <p:spPr>
          <a:xfrm>
            <a:off x="5069274" y="4123418"/>
            <a:ext cx="28398" cy="28398"/>
          </a:xfrm>
          <a:prstGeom prst="ellipse">
            <a:avLst/>
          </a:prstGeom>
          <a:solidFill>
            <a:srgbClr val="7F8C97">
              <a:alpha val="48000"/>
            </a:srgbClr>
          </a:solidFill>
          <a:ln w="0">
            <a:noFill/>
            <a:prstDash val="solid"/>
          </a:ln>
        </p:spPr>
      </p:sp>
      <p:sp>
        <p:nvSpPr>
          <p:cNvPr id="1581" name="01_find_only_1580">
            <a:extLst>
              <a:ext uri="{FF2B5EF4-FFF2-40B4-BE49-F238E27FC236}">
                <a16:creationId xmlns:a16="http://schemas.microsoft.com/office/drawing/2014/main" id="{688F0669-3964-461F-A181-C7417F7CD77C}"/>
              </a:ext>
            </a:extLst>
          </p:cNvPr>
          <p:cNvSpPr>
            <a:spLocks noGrp="1"/>
          </p:cNvSpPr>
          <p:nvPr/>
        </p:nvSpPr>
        <p:spPr>
          <a:xfrm>
            <a:off x="5068416" y="4123418"/>
            <a:ext cx="28398" cy="28398"/>
          </a:xfrm>
          <a:prstGeom prst="ellipse">
            <a:avLst/>
          </a:prstGeom>
          <a:solidFill>
            <a:srgbClr val="7F8C97">
              <a:alpha val="48000"/>
            </a:srgbClr>
          </a:solidFill>
          <a:ln w="0">
            <a:noFill/>
            <a:prstDash val="solid"/>
          </a:ln>
        </p:spPr>
      </p:sp>
      <p:sp>
        <p:nvSpPr>
          <p:cNvPr id="1582" name="01_find_only_1581">
            <a:extLst>
              <a:ext uri="{FF2B5EF4-FFF2-40B4-BE49-F238E27FC236}">
                <a16:creationId xmlns:a16="http://schemas.microsoft.com/office/drawing/2014/main" id="{CF0374F6-EE76-4DCB-A4EB-37D03D496EBD}"/>
              </a:ext>
            </a:extLst>
          </p:cNvPr>
          <p:cNvSpPr>
            <a:spLocks noGrp="1"/>
          </p:cNvSpPr>
          <p:nvPr/>
        </p:nvSpPr>
        <p:spPr>
          <a:xfrm>
            <a:off x="5053155" y="4123418"/>
            <a:ext cx="28398" cy="28398"/>
          </a:xfrm>
          <a:prstGeom prst="ellipse">
            <a:avLst/>
          </a:prstGeom>
          <a:solidFill>
            <a:srgbClr val="7F8C97">
              <a:alpha val="48000"/>
            </a:srgbClr>
          </a:solidFill>
          <a:ln w="0">
            <a:noFill/>
            <a:prstDash val="solid"/>
          </a:ln>
        </p:spPr>
      </p:sp>
      <p:sp>
        <p:nvSpPr>
          <p:cNvPr id="1583" name="01_find_only_1582">
            <a:extLst>
              <a:ext uri="{FF2B5EF4-FFF2-40B4-BE49-F238E27FC236}">
                <a16:creationId xmlns:a16="http://schemas.microsoft.com/office/drawing/2014/main" id="{7BF42223-5E98-4616-B959-0181DB1D51E5}"/>
              </a:ext>
            </a:extLst>
          </p:cNvPr>
          <p:cNvSpPr>
            <a:spLocks noGrp="1"/>
          </p:cNvSpPr>
          <p:nvPr/>
        </p:nvSpPr>
        <p:spPr>
          <a:xfrm>
            <a:off x="5026543" y="3806414"/>
            <a:ext cx="28398" cy="28398"/>
          </a:xfrm>
          <a:prstGeom prst="ellipse">
            <a:avLst/>
          </a:prstGeom>
          <a:solidFill>
            <a:srgbClr val="7F8C97">
              <a:alpha val="48000"/>
            </a:srgbClr>
          </a:solidFill>
          <a:ln w="0">
            <a:noFill/>
            <a:prstDash val="solid"/>
          </a:ln>
        </p:spPr>
      </p:sp>
      <p:sp>
        <p:nvSpPr>
          <p:cNvPr id="1584" name="01_find_only_1583">
            <a:extLst>
              <a:ext uri="{FF2B5EF4-FFF2-40B4-BE49-F238E27FC236}">
                <a16:creationId xmlns:a16="http://schemas.microsoft.com/office/drawing/2014/main" id="{D2769C27-60F1-40A4-A030-98049FC74EAB}"/>
              </a:ext>
            </a:extLst>
          </p:cNvPr>
          <p:cNvSpPr>
            <a:spLocks noGrp="1"/>
          </p:cNvSpPr>
          <p:nvPr/>
        </p:nvSpPr>
        <p:spPr>
          <a:xfrm>
            <a:off x="5085107" y="4123418"/>
            <a:ext cx="28398" cy="28398"/>
          </a:xfrm>
          <a:prstGeom prst="ellipse">
            <a:avLst/>
          </a:prstGeom>
          <a:solidFill>
            <a:srgbClr val="7F8C97">
              <a:alpha val="48000"/>
            </a:srgbClr>
          </a:solidFill>
          <a:ln w="0">
            <a:noFill/>
            <a:prstDash val="solid"/>
          </a:ln>
        </p:spPr>
      </p:sp>
      <p:sp>
        <p:nvSpPr>
          <p:cNvPr id="1585" name="01_find_only_1584">
            <a:extLst>
              <a:ext uri="{FF2B5EF4-FFF2-40B4-BE49-F238E27FC236}">
                <a16:creationId xmlns:a16="http://schemas.microsoft.com/office/drawing/2014/main" id="{9BD40047-972D-4C84-A56E-49D36886401A}"/>
              </a:ext>
            </a:extLst>
          </p:cNvPr>
          <p:cNvSpPr>
            <a:spLocks noGrp="1"/>
          </p:cNvSpPr>
          <p:nvPr/>
        </p:nvSpPr>
        <p:spPr>
          <a:xfrm>
            <a:off x="5016433" y="3700746"/>
            <a:ext cx="28398" cy="28398"/>
          </a:xfrm>
          <a:prstGeom prst="ellipse">
            <a:avLst/>
          </a:prstGeom>
          <a:solidFill>
            <a:srgbClr val="7F8C97">
              <a:alpha val="48000"/>
            </a:srgbClr>
          </a:solidFill>
          <a:ln w="0">
            <a:noFill/>
            <a:prstDash val="solid"/>
          </a:ln>
        </p:spPr>
      </p:sp>
      <p:sp>
        <p:nvSpPr>
          <p:cNvPr id="1586" name="01_find_only_1585">
            <a:extLst>
              <a:ext uri="{FF2B5EF4-FFF2-40B4-BE49-F238E27FC236}">
                <a16:creationId xmlns:a16="http://schemas.microsoft.com/office/drawing/2014/main" id="{6BC055DA-F971-4481-B487-F9389A34F284}"/>
              </a:ext>
            </a:extLst>
          </p:cNvPr>
          <p:cNvSpPr>
            <a:spLocks noGrp="1"/>
          </p:cNvSpPr>
          <p:nvPr/>
        </p:nvSpPr>
        <p:spPr>
          <a:xfrm>
            <a:off x="5015670" y="4123418"/>
            <a:ext cx="28398" cy="28398"/>
          </a:xfrm>
          <a:prstGeom prst="ellipse">
            <a:avLst/>
          </a:prstGeom>
          <a:solidFill>
            <a:srgbClr val="7F8C97">
              <a:alpha val="48000"/>
            </a:srgbClr>
          </a:solidFill>
          <a:ln w="0">
            <a:noFill/>
            <a:prstDash val="solid"/>
          </a:ln>
        </p:spPr>
      </p:sp>
      <p:sp>
        <p:nvSpPr>
          <p:cNvPr id="1587" name="01_find_only_1586">
            <a:extLst>
              <a:ext uri="{FF2B5EF4-FFF2-40B4-BE49-F238E27FC236}">
                <a16:creationId xmlns:a16="http://schemas.microsoft.com/office/drawing/2014/main" id="{EB03B157-630B-42F8-B87F-4C462EDAA9BF}"/>
              </a:ext>
            </a:extLst>
          </p:cNvPr>
          <p:cNvSpPr>
            <a:spLocks noGrp="1"/>
          </p:cNvSpPr>
          <p:nvPr/>
        </p:nvSpPr>
        <p:spPr>
          <a:xfrm>
            <a:off x="5019962" y="4123418"/>
            <a:ext cx="28398" cy="28398"/>
          </a:xfrm>
          <a:prstGeom prst="ellipse">
            <a:avLst/>
          </a:prstGeom>
          <a:solidFill>
            <a:srgbClr val="7F8C97">
              <a:alpha val="48000"/>
            </a:srgbClr>
          </a:solidFill>
          <a:ln w="0">
            <a:noFill/>
            <a:prstDash val="solid"/>
          </a:ln>
        </p:spPr>
      </p:sp>
      <p:sp>
        <p:nvSpPr>
          <p:cNvPr id="1588" name="01_find_only_1587">
            <a:extLst>
              <a:ext uri="{FF2B5EF4-FFF2-40B4-BE49-F238E27FC236}">
                <a16:creationId xmlns:a16="http://schemas.microsoft.com/office/drawing/2014/main" id="{144B2901-1F3B-4FA4-A250-30C0DDCD57FD}"/>
              </a:ext>
            </a:extLst>
          </p:cNvPr>
          <p:cNvSpPr>
            <a:spLocks noGrp="1"/>
          </p:cNvSpPr>
          <p:nvPr/>
        </p:nvSpPr>
        <p:spPr>
          <a:xfrm>
            <a:off x="5086443" y="3912082"/>
            <a:ext cx="28398" cy="28398"/>
          </a:xfrm>
          <a:prstGeom prst="ellipse">
            <a:avLst/>
          </a:prstGeom>
          <a:solidFill>
            <a:srgbClr val="7F8C97">
              <a:alpha val="48000"/>
            </a:srgbClr>
          </a:solidFill>
          <a:ln w="0">
            <a:noFill/>
            <a:prstDash val="solid"/>
          </a:ln>
        </p:spPr>
      </p:sp>
      <p:sp>
        <p:nvSpPr>
          <p:cNvPr id="1589" name="01_find_only_1588">
            <a:extLst>
              <a:ext uri="{FF2B5EF4-FFF2-40B4-BE49-F238E27FC236}">
                <a16:creationId xmlns:a16="http://schemas.microsoft.com/office/drawing/2014/main" id="{B44287A5-D44B-4E9F-8506-D69EA4801D6C}"/>
              </a:ext>
            </a:extLst>
          </p:cNvPr>
          <p:cNvSpPr>
            <a:spLocks noGrp="1"/>
          </p:cNvSpPr>
          <p:nvPr/>
        </p:nvSpPr>
        <p:spPr>
          <a:xfrm>
            <a:off x="5076332" y="4123418"/>
            <a:ext cx="28398" cy="28398"/>
          </a:xfrm>
          <a:prstGeom prst="ellipse">
            <a:avLst/>
          </a:prstGeom>
          <a:solidFill>
            <a:srgbClr val="7F8C97">
              <a:alpha val="48000"/>
            </a:srgbClr>
          </a:solidFill>
          <a:ln w="0">
            <a:noFill/>
            <a:prstDash val="solid"/>
          </a:ln>
        </p:spPr>
      </p:sp>
      <p:sp>
        <p:nvSpPr>
          <p:cNvPr id="1590" name="01_find_only_1589">
            <a:extLst>
              <a:ext uri="{FF2B5EF4-FFF2-40B4-BE49-F238E27FC236}">
                <a16:creationId xmlns:a16="http://schemas.microsoft.com/office/drawing/2014/main" id="{CCAD33FC-0522-4598-B6CD-DA507F6367FC}"/>
              </a:ext>
            </a:extLst>
          </p:cNvPr>
          <p:cNvSpPr>
            <a:spLocks noGrp="1"/>
          </p:cNvSpPr>
          <p:nvPr/>
        </p:nvSpPr>
        <p:spPr>
          <a:xfrm>
            <a:off x="5080434" y="4123418"/>
            <a:ext cx="28398" cy="28398"/>
          </a:xfrm>
          <a:prstGeom prst="ellipse">
            <a:avLst/>
          </a:prstGeom>
          <a:solidFill>
            <a:srgbClr val="7F8C97">
              <a:alpha val="48000"/>
            </a:srgbClr>
          </a:solidFill>
          <a:ln w="0">
            <a:noFill/>
            <a:prstDash val="solid"/>
          </a:ln>
        </p:spPr>
      </p:sp>
      <p:sp>
        <p:nvSpPr>
          <p:cNvPr id="1591" name="01_find_only_1590">
            <a:extLst>
              <a:ext uri="{FF2B5EF4-FFF2-40B4-BE49-F238E27FC236}">
                <a16:creationId xmlns:a16="http://schemas.microsoft.com/office/drawing/2014/main" id="{30B75EE0-B938-4103-9E82-4EB61E15F244}"/>
              </a:ext>
            </a:extLst>
          </p:cNvPr>
          <p:cNvSpPr>
            <a:spLocks noGrp="1"/>
          </p:cNvSpPr>
          <p:nvPr/>
        </p:nvSpPr>
        <p:spPr>
          <a:xfrm>
            <a:off x="5068606" y="3662321"/>
            <a:ext cx="28398" cy="28398"/>
          </a:xfrm>
          <a:prstGeom prst="ellipse">
            <a:avLst/>
          </a:prstGeom>
          <a:solidFill>
            <a:srgbClr val="7F8C97">
              <a:alpha val="48000"/>
            </a:srgbClr>
          </a:solidFill>
          <a:ln w="0">
            <a:noFill/>
            <a:prstDash val="solid"/>
          </a:ln>
        </p:spPr>
      </p:sp>
      <p:sp>
        <p:nvSpPr>
          <p:cNvPr id="1592" name="01_find_only_1591">
            <a:extLst>
              <a:ext uri="{FF2B5EF4-FFF2-40B4-BE49-F238E27FC236}">
                <a16:creationId xmlns:a16="http://schemas.microsoft.com/office/drawing/2014/main" id="{4B6229EF-5AF2-418E-8691-2D5C568C109D}"/>
              </a:ext>
            </a:extLst>
          </p:cNvPr>
          <p:cNvSpPr>
            <a:spLocks noGrp="1"/>
          </p:cNvSpPr>
          <p:nvPr/>
        </p:nvSpPr>
        <p:spPr>
          <a:xfrm>
            <a:off x="5075951" y="4123418"/>
            <a:ext cx="28398" cy="28398"/>
          </a:xfrm>
          <a:prstGeom prst="ellipse">
            <a:avLst/>
          </a:prstGeom>
          <a:solidFill>
            <a:srgbClr val="7F8C97">
              <a:alpha val="48000"/>
            </a:srgbClr>
          </a:solidFill>
          <a:ln w="0">
            <a:noFill/>
            <a:prstDash val="solid"/>
          </a:ln>
        </p:spPr>
      </p:sp>
      <p:sp>
        <p:nvSpPr>
          <p:cNvPr id="1593" name="01_find_only_1592">
            <a:extLst>
              <a:ext uri="{FF2B5EF4-FFF2-40B4-BE49-F238E27FC236}">
                <a16:creationId xmlns:a16="http://schemas.microsoft.com/office/drawing/2014/main" id="{FBAE1D83-B4AE-448E-BE77-3E4D711E89AA}"/>
              </a:ext>
            </a:extLst>
          </p:cNvPr>
          <p:cNvSpPr>
            <a:spLocks noGrp="1"/>
          </p:cNvSpPr>
          <p:nvPr/>
        </p:nvSpPr>
        <p:spPr>
          <a:xfrm>
            <a:off x="5084154" y="4123418"/>
            <a:ext cx="28398" cy="28398"/>
          </a:xfrm>
          <a:prstGeom prst="ellipse">
            <a:avLst/>
          </a:prstGeom>
          <a:solidFill>
            <a:srgbClr val="7F8C97">
              <a:alpha val="48000"/>
            </a:srgbClr>
          </a:solidFill>
          <a:ln w="0">
            <a:noFill/>
            <a:prstDash val="solid"/>
          </a:ln>
        </p:spPr>
      </p:sp>
      <p:sp>
        <p:nvSpPr>
          <p:cNvPr id="1594" name="01_find_only_1593">
            <a:extLst>
              <a:ext uri="{FF2B5EF4-FFF2-40B4-BE49-F238E27FC236}">
                <a16:creationId xmlns:a16="http://schemas.microsoft.com/office/drawing/2014/main" id="{BAF27644-B825-4F84-AD0B-432E882E98C9}"/>
              </a:ext>
            </a:extLst>
          </p:cNvPr>
          <p:cNvSpPr>
            <a:spLocks noGrp="1"/>
          </p:cNvSpPr>
          <p:nvPr/>
        </p:nvSpPr>
        <p:spPr>
          <a:xfrm>
            <a:off x="5014144" y="4123418"/>
            <a:ext cx="28398" cy="28398"/>
          </a:xfrm>
          <a:prstGeom prst="ellipse">
            <a:avLst/>
          </a:prstGeom>
          <a:solidFill>
            <a:srgbClr val="7F8C97">
              <a:alpha val="48000"/>
            </a:srgbClr>
          </a:solidFill>
          <a:ln w="0">
            <a:noFill/>
            <a:prstDash val="solid"/>
          </a:ln>
        </p:spPr>
      </p:sp>
      <p:sp>
        <p:nvSpPr>
          <p:cNvPr id="1595" name="01_find_only_1594">
            <a:extLst>
              <a:ext uri="{FF2B5EF4-FFF2-40B4-BE49-F238E27FC236}">
                <a16:creationId xmlns:a16="http://schemas.microsoft.com/office/drawing/2014/main" id="{C3AFE72F-F723-44FD-821A-D5EA82F30DE7}"/>
              </a:ext>
            </a:extLst>
          </p:cNvPr>
          <p:cNvSpPr>
            <a:spLocks noGrp="1"/>
          </p:cNvSpPr>
          <p:nvPr/>
        </p:nvSpPr>
        <p:spPr>
          <a:xfrm>
            <a:off x="5021679" y="3489410"/>
            <a:ext cx="28398" cy="28398"/>
          </a:xfrm>
          <a:prstGeom prst="ellipse">
            <a:avLst/>
          </a:prstGeom>
          <a:solidFill>
            <a:srgbClr val="7F8C97">
              <a:alpha val="48000"/>
            </a:srgbClr>
          </a:solidFill>
          <a:ln w="0">
            <a:noFill/>
            <a:prstDash val="solid"/>
          </a:ln>
        </p:spPr>
      </p:sp>
      <p:sp>
        <p:nvSpPr>
          <p:cNvPr id="1596" name="01_find_only_1595">
            <a:extLst>
              <a:ext uri="{FF2B5EF4-FFF2-40B4-BE49-F238E27FC236}">
                <a16:creationId xmlns:a16="http://schemas.microsoft.com/office/drawing/2014/main" id="{DB93FE92-483E-4BAD-8E8E-28E1D01995E9}"/>
              </a:ext>
            </a:extLst>
          </p:cNvPr>
          <p:cNvSpPr>
            <a:spLocks noGrp="1"/>
          </p:cNvSpPr>
          <p:nvPr/>
        </p:nvSpPr>
        <p:spPr>
          <a:xfrm>
            <a:off x="5066985" y="3928339"/>
            <a:ext cx="28398" cy="28398"/>
          </a:xfrm>
          <a:prstGeom prst="ellipse">
            <a:avLst/>
          </a:prstGeom>
          <a:solidFill>
            <a:srgbClr val="7F8C97">
              <a:alpha val="48000"/>
            </a:srgbClr>
          </a:solidFill>
          <a:ln w="0">
            <a:noFill/>
            <a:prstDash val="solid"/>
          </a:ln>
        </p:spPr>
      </p:sp>
      <p:sp>
        <p:nvSpPr>
          <p:cNvPr id="1597" name="01_find_only_1596">
            <a:extLst>
              <a:ext uri="{FF2B5EF4-FFF2-40B4-BE49-F238E27FC236}">
                <a16:creationId xmlns:a16="http://schemas.microsoft.com/office/drawing/2014/main" id="{404C5293-AE10-4352-870F-08479DCDFCF9}"/>
              </a:ext>
            </a:extLst>
          </p:cNvPr>
          <p:cNvSpPr>
            <a:spLocks noGrp="1"/>
          </p:cNvSpPr>
          <p:nvPr/>
        </p:nvSpPr>
        <p:spPr>
          <a:xfrm>
            <a:off x="5019008" y="4123418"/>
            <a:ext cx="28398" cy="28398"/>
          </a:xfrm>
          <a:prstGeom prst="ellipse">
            <a:avLst/>
          </a:prstGeom>
          <a:solidFill>
            <a:srgbClr val="7F8C97">
              <a:alpha val="48000"/>
            </a:srgbClr>
          </a:solidFill>
          <a:ln w="0">
            <a:noFill/>
            <a:prstDash val="solid"/>
          </a:ln>
        </p:spPr>
      </p:sp>
      <p:sp>
        <p:nvSpPr>
          <p:cNvPr id="1598" name="01_find_only_1597">
            <a:extLst>
              <a:ext uri="{FF2B5EF4-FFF2-40B4-BE49-F238E27FC236}">
                <a16:creationId xmlns:a16="http://schemas.microsoft.com/office/drawing/2014/main" id="{2D5AD165-2ABF-4F27-90CD-6E5F74D3E64B}"/>
              </a:ext>
            </a:extLst>
          </p:cNvPr>
          <p:cNvSpPr>
            <a:spLocks noGrp="1"/>
          </p:cNvSpPr>
          <p:nvPr/>
        </p:nvSpPr>
        <p:spPr>
          <a:xfrm>
            <a:off x="5028260" y="3608861"/>
            <a:ext cx="28398" cy="28398"/>
          </a:xfrm>
          <a:prstGeom prst="ellipse">
            <a:avLst/>
          </a:prstGeom>
          <a:solidFill>
            <a:srgbClr val="7F8C97">
              <a:alpha val="48000"/>
            </a:srgbClr>
          </a:solidFill>
          <a:ln w="0">
            <a:noFill/>
            <a:prstDash val="solid"/>
          </a:ln>
        </p:spPr>
      </p:sp>
      <p:sp>
        <p:nvSpPr>
          <p:cNvPr id="1599" name="01_find_only_1598">
            <a:extLst>
              <a:ext uri="{FF2B5EF4-FFF2-40B4-BE49-F238E27FC236}">
                <a16:creationId xmlns:a16="http://schemas.microsoft.com/office/drawing/2014/main" id="{FA1F7A90-504C-4FDD-8BD2-D7BF05FC0953}"/>
              </a:ext>
            </a:extLst>
          </p:cNvPr>
          <p:cNvSpPr>
            <a:spLocks noGrp="1"/>
          </p:cNvSpPr>
          <p:nvPr/>
        </p:nvSpPr>
        <p:spPr>
          <a:xfrm>
            <a:off x="5012617" y="4123418"/>
            <a:ext cx="28398" cy="28398"/>
          </a:xfrm>
          <a:prstGeom prst="ellipse">
            <a:avLst/>
          </a:prstGeom>
          <a:solidFill>
            <a:srgbClr val="7F8C97">
              <a:alpha val="48000"/>
            </a:srgbClr>
          </a:solidFill>
          <a:ln w="0">
            <a:noFill/>
            <a:prstDash val="solid"/>
          </a:ln>
        </p:spPr>
      </p:sp>
      <p:sp>
        <p:nvSpPr>
          <p:cNvPr id="1600" name="01_find_only_1599">
            <a:extLst>
              <a:ext uri="{FF2B5EF4-FFF2-40B4-BE49-F238E27FC236}">
                <a16:creationId xmlns:a16="http://schemas.microsoft.com/office/drawing/2014/main" id="{AB1863BA-B029-474B-9815-51F152FF66C6}"/>
              </a:ext>
            </a:extLst>
          </p:cNvPr>
          <p:cNvSpPr>
            <a:spLocks noGrp="1"/>
          </p:cNvSpPr>
          <p:nvPr/>
        </p:nvSpPr>
        <p:spPr>
          <a:xfrm>
            <a:off x="5022728" y="4123418"/>
            <a:ext cx="28398" cy="28398"/>
          </a:xfrm>
          <a:prstGeom prst="ellipse">
            <a:avLst/>
          </a:prstGeom>
          <a:solidFill>
            <a:srgbClr val="7F8C97">
              <a:alpha val="48000"/>
            </a:srgbClr>
          </a:solidFill>
          <a:ln w="0">
            <a:noFill/>
            <a:prstDash val="solid"/>
          </a:ln>
        </p:spPr>
      </p:sp>
      <p:sp>
        <p:nvSpPr>
          <p:cNvPr id="1601" name="01_find_only_1600">
            <a:extLst>
              <a:ext uri="{FF2B5EF4-FFF2-40B4-BE49-F238E27FC236}">
                <a16:creationId xmlns:a16="http://schemas.microsoft.com/office/drawing/2014/main" id="{80F6B3EA-206C-4FD8-B863-30FBB49A3AEC}"/>
              </a:ext>
            </a:extLst>
          </p:cNvPr>
          <p:cNvSpPr>
            <a:spLocks noGrp="1"/>
          </p:cNvSpPr>
          <p:nvPr/>
        </p:nvSpPr>
        <p:spPr>
          <a:xfrm>
            <a:off x="5026448" y="3942273"/>
            <a:ext cx="28398" cy="28398"/>
          </a:xfrm>
          <a:prstGeom prst="ellipse">
            <a:avLst/>
          </a:prstGeom>
          <a:solidFill>
            <a:srgbClr val="7F8C97">
              <a:alpha val="48000"/>
            </a:srgbClr>
          </a:solidFill>
          <a:ln w="0">
            <a:noFill/>
            <a:prstDash val="solid"/>
          </a:ln>
        </p:spPr>
      </p:sp>
      <p:sp>
        <p:nvSpPr>
          <p:cNvPr id="1602" name="01_find_only_1601">
            <a:extLst>
              <a:ext uri="{FF2B5EF4-FFF2-40B4-BE49-F238E27FC236}">
                <a16:creationId xmlns:a16="http://schemas.microsoft.com/office/drawing/2014/main" id="{D163C168-9478-478A-96F5-78C1A86E2A3D}"/>
              </a:ext>
            </a:extLst>
          </p:cNvPr>
          <p:cNvSpPr>
            <a:spLocks noGrp="1"/>
          </p:cNvSpPr>
          <p:nvPr/>
        </p:nvSpPr>
        <p:spPr>
          <a:xfrm>
            <a:off x="5085680" y="4123418"/>
            <a:ext cx="28398" cy="28398"/>
          </a:xfrm>
          <a:prstGeom prst="ellipse">
            <a:avLst/>
          </a:prstGeom>
          <a:solidFill>
            <a:srgbClr val="7F8C97">
              <a:alpha val="48000"/>
            </a:srgbClr>
          </a:solidFill>
          <a:ln w="0">
            <a:noFill/>
            <a:prstDash val="solid"/>
          </a:ln>
        </p:spPr>
      </p:sp>
      <p:sp>
        <p:nvSpPr>
          <p:cNvPr id="1603" name="01_find_only_1602">
            <a:extLst>
              <a:ext uri="{FF2B5EF4-FFF2-40B4-BE49-F238E27FC236}">
                <a16:creationId xmlns:a16="http://schemas.microsoft.com/office/drawing/2014/main" id="{ECF6547C-3032-4A3F-8057-15778B6F7275}"/>
              </a:ext>
            </a:extLst>
          </p:cNvPr>
          <p:cNvSpPr>
            <a:spLocks noGrp="1"/>
          </p:cNvSpPr>
          <p:nvPr/>
        </p:nvSpPr>
        <p:spPr>
          <a:xfrm>
            <a:off x="5045238" y="4123418"/>
            <a:ext cx="28398" cy="28398"/>
          </a:xfrm>
          <a:prstGeom prst="ellipse">
            <a:avLst/>
          </a:prstGeom>
          <a:solidFill>
            <a:srgbClr val="7F8C97">
              <a:alpha val="48000"/>
            </a:srgbClr>
          </a:solidFill>
          <a:ln w="0">
            <a:noFill/>
            <a:prstDash val="solid"/>
          </a:ln>
        </p:spPr>
      </p:sp>
      <p:sp>
        <p:nvSpPr>
          <p:cNvPr id="1604" name="01_find_only_1603">
            <a:extLst>
              <a:ext uri="{FF2B5EF4-FFF2-40B4-BE49-F238E27FC236}">
                <a16:creationId xmlns:a16="http://schemas.microsoft.com/office/drawing/2014/main" id="{976E0442-D38F-4821-B316-044F98A16B8D}"/>
              </a:ext>
            </a:extLst>
          </p:cNvPr>
          <p:cNvSpPr>
            <a:spLocks noGrp="1"/>
          </p:cNvSpPr>
          <p:nvPr/>
        </p:nvSpPr>
        <p:spPr>
          <a:xfrm>
            <a:off x="5014144" y="4123418"/>
            <a:ext cx="28398" cy="28398"/>
          </a:xfrm>
          <a:prstGeom prst="ellipse">
            <a:avLst/>
          </a:prstGeom>
          <a:solidFill>
            <a:srgbClr val="7F8C97">
              <a:alpha val="48000"/>
            </a:srgbClr>
          </a:solidFill>
          <a:ln w="0">
            <a:noFill/>
            <a:prstDash val="solid"/>
          </a:ln>
        </p:spPr>
      </p:sp>
      <p:sp>
        <p:nvSpPr>
          <p:cNvPr id="1605" name="01_find_only_1604">
            <a:extLst>
              <a:ext uri="{FF2B5EF4-FFF2-40B4-BE49-F238E27FC236}">
                <a16:creationId xmlns:a16="http://schemas.microsoft.com/office/drawing/2014/main" id="{CBE488C9-37FB-40D9-982F-0FFC3FCA1EBD}"/>
              </a:ext>
            </a:extLst>
          </p:cNvPr>
          <p:cNvSpPr>
            <a:spLocks noGrp="1"/>
          </p:cNvSpPr>
          <p:nvPr/>
        </p:nvSpPr>
        <p:spPr>
          <a:xfrm>
            <a:off x="5027974" y="3806414"/>
            <a:ext cx="28398" cy="28398"/>
          </a:xfrm>
          <a:prstGeom prst="ellipse">
            <a:avLst/>
          </a:prstGeom>
          <a:solidFill>
            <a:srgbClr val="7F8C97">
              <a:alpha val="48000"/>
            </a:srgbClr>
          </a:solidFill>
          <a:ln w="0">
            <a:noFill/>
            <a:prstDash val="solid"/>
          </a:ln>
        </p:spPr>
      </p:sp>
      <p:sp>
        <p:nvSpPr>
          <p:cNvPr id="1606" name="01_find_only_1605">
            <a:extLst>
              <a:ext uri="{FF2B5EF4-FFF2-40B4-BE49-F238E27FC236}">
                <a16:creationId xmlns:a16="http://schemas.microsoft.com/office/drawing/2014/main" id="{A45522B2-7455-4D9C-8B48-3F67EAF048B6}"/>
              </a:ext>
            </a:extLst>
          </p:cNvPr>
          <p:cNvSpPr>
            <a:spLocks noGrp="1"/>
          </p:cNvSpPr>
          <p:nvPr/>
        </p:nvSpPr>
        <p:spPr>
          <a:xfrm>
            <a:off x="5080720" y="3743013"/>
            <a:ext cx="28398" cy="28398"/>
          </a:xfrm>
          <a:prstGeom prst="ellipse">
            <a:avLst/>
          </a:prstGeom>
          <a:solidFill>
            <a:srgbClr val="7F8C97">
              <a:alpha val="48000"/>
            </a:srgbClr>
          </a:solidFill>
          <a:ln w="0">
            <a:noFill/>
            <a:prstDash val="solid"/>
          </a:ln>
        </p:spPr>
      </p:sp>
      <p:sp>
        <p:nvSpPr>
          <p:cNvPr id="1607" name="01_find_only_1606">
            <a:extLst>
              <a:ext uri="{FF2B5EF4-FFF2-40B4-BE49-F238E27FC236}">
                <a16:creationId xmlns:a16="http://schemas.microsoft.com/office/drawing/2014/main" id="{E23431F4-2F8E-485D-B4DA-DB40B3357323}"/>
              </a:ext>
            </a:extLst>
          </p:cNvPr>
          <p:cNvSpPr>
            <a:spLocks noGrp="1"/>
          </p:cNvSpPr>
          <p:nvPr/>
        </p:nvSpPr>
        <p:spPr>
          <a:xfrm>
            <a:off x="5062693" y="3489410"/>
            <a:ext cx="28398" cy="28398"/>
          </a:xfrm>
          <a:prstGeom prst="ellipse">
            <a:avLst/>
          </a:prstGeom>
          <a:solidFill>
            <a:srgbClr val="7F8C97">
              <a:alpha val="48000"/>
            </a:srgbClr>
          </a:solidFill>
          <a:ln w="0">
            <a:noFill/>
            <a:prstDash val="solid"/>
          </a:ln>
        </p:spPr>
      </p:sp>
      <p:sp>
        <p:nvSpPr>
          <p:cNvPr id="1608" name="01_find_only_1607">
            <a:extLst>
              <a:ext uri="{FF2B5EF4-FFF2-40B4-BE49-F238E27FC236}">
                <a16:creationId xmlns:a16="http://schemas.microsoft.com/office/drawing/2014/main" id="{06063970-F447-4616-8138-D5B078AE1735}"/>
              </a:ext>
            </a:extLst>
          </p:cNvPr>
          <p:cNvSpPr>
            <a:spLocks noGrp="1"/>
          </p:cNvSpPr>
          <p:nvPr/>
        </p:nvSpPr>
        <p:spPr>
          <a:xfrm>
            <a:off x="5080338" y="4123418"/>
            <a:ext cx="28398" cy="28398"/>
          </a:xfrm>
          <a:prstGeom prst="ellipse">
            <a:avLst/>
          </a:prstGeom>
          <a:solidFill>
            <a:srgbClr val="7F8C97">
              <a:alpha val="48000"/>
            </a:srgbClr>
          </a:solidFill>
          <a:ln w="0">
            <a:noFill/>
            <a:prstDash val="solid"/>
          </a:ln>
        </p:spPr>
      </p:sp>
      <p:sp>
        <p:nvSpPr>
          <p:cNvPr id="1609" name="01_find_only_1608">
            <a:extLst>
              <a:ext uri="{FF2B5EF4-FFF2-40B4-BE49-F238E27FC236}">
                <a16:creationId xmlns:a16="http://schemas.microsoft.com/office/drawing/2014/main" id="{B252C730-D04B-4661-BF21-9B72B09A8DC4}"/>
              </a:ext>
            </a:extLst>
          </p:cNvPr>
          <p:cNvSpPr>
            <a:spLocks noGrp="1"/>
          </p:cNvSpPr>
          <p:nvPr/>
        </p:nvSpPr>
        <p:spPr>
          <a:xfrm>
            <a:off x="5019962" y="4123418"/>
            <a:ext cx="28398" cy="28398"/>
          </a:xfrm>
          <a:prstGeom prst="ellipse">
            <a:avLst/>
          </a:prstGeom>
          <a:solidFill>
            <a:srgbClr val="7F8C97">
              <a:alpha val="48000"/>
            </a:srgbClr>
          </a:solidFill>
          <a:ln w="0">
            <a:noFill/>
            <a:prstDash val="solid"/>
          </a:ln>
        </p:spPr>
      </p:sp>
      <p:sp>
        <p:nvSpPr>
          <p:cNvPr id="1610" name="01_find_only_1609">
            <a:extLst>
              <a:ext uri="{FF2B5EF4-FFF2-40B4-BE49-F238E27FC236}">
                <a16:creationId xmlns:a16="http://schemas.microsoft.com/office/drawing/2014/main" id="{AE1FFEE4-36DF-4ACD-B3BC-6C0CAFC9C78A}"/>
              </a:ext>
            </a:extLst>
          </p:cNvPr>
          <p:cNvSpPr>
            <a:spLocks noGrp="1"/>
          </p:cNvSpPr>
          <p:nvPr/>
        </p:nvSpPr>
        <p:spPr>
          <a:xfrm>
            <a:off x="5037894" y="3948519"/>
            <a:ext cx="28398" cy="28398"/>
          </a:xfrm>
          <a:prstGeom prst="ellipse">
            <a:avLst/>
          </a:prstGeom>
          <a:solidFill>
            <a:srgbClr val="7F8C97">
              <a:alpha val="48000"/>
            </a:srgbClr>
          </a:solidFill>
          <a:ln w="0">
            <a:noFill/>
            <a:prstDash val="solid"/>
          </a:ln>
        </p:spPr>
      </p:sp>
      <p:sp>
        <p:nvSpPr>
          <p:cNvPr id="1611" name="01_find_only_1610">
            <a:extLst>
              <a:ext uri="{FF2B5EF4-FFF2-40B4-BE49-F238E27FC236}">
                <a16:creationId xmlns:a16="http://schemas.microsoft.com/office/drawing/2014/main" id="{E7D64FA3-068B-4F51-A22A-1FE15451B26F}"/>
              </a:ext>
            </a:extLst>
          </p:cNvPr>
          <p:cNvSpPr>
            <a:spLocks noGrp="1"/>
          </p:cNvSpPr>
          <p:nvPr/>
        </p:nvSpPr>
        <p:spPr>
          <a:xfrm>
            <a:off x="5081006" y="4019482"/>
            <a:ext cx="28398" cy="28398"/>
          </a:xfrm>
          <a:prstGeom prst="ellipse">
            <a:avLst/>
          </a:prstGeom>
          <a:solidFill>
            <a:srgbClr val="7F8C97">
              <a:alpha val="48000"/>
            </a:srgbClr>
          </a:solidFill>
          <a:ln w="0">
            <a:noFill/>
            <a:prstDash val="solid"/>
          </a:ln>
        </p:spPr>
      </p:sp>
      <p:sp>
        <p:nvSpPr>
          <p:cNvPr id="1612" name="01_find_only_1611">
            <a:extLst>
              <a:ext uri="{FF2B5EF4-FFF2-40B4-BE49-F238E27FC236}">
                <a16:creationId xmlns:a16="http://schemas.microsoft.com/office/drawing/2014/main" id="{5699C4CB-B798-4A5E-A2D8-7BAC12CC3E06}"/>
              </a:ext>
            </a:extLst>
          </p:cNvPr>
          <p:cNvSpPr>
            <a:spLocks noGrp="1"/>
          </p:cNvSpPr>
          <p:nvPr/>
        </p:nvSpPr>
        <p:spPr>
          <a:xfrm>
            <a:off x="5081101" y="3489410"/>
            <a:ext cx="28398" cy="28398"/>
          </a:xfrm>
          <a:prstGeom prst="ellipse">
            <a:avLst/>
          </a:prstGeom>
          <a:solidFill>
            <a:srgbClr val="7F8C97">
              <a:alpha val="48000"/>
            </a:srgbClr>
          </a:solidFill>
          <a:ln w="0">
            <a:noFill/>
            <a:prstDash val="solid"/>
          </a:ln>
        </p:spPr>
      </p:sp>
      <p:sp>
        <p:nvSpPr>
          <p:cNvPr id="1613" name="01_find_only_1612">
            <a:extLst>
              <a:ext uri="{FF2B5EF4-FFF2-40B4-BE49-F238E27FC236}">
                <a16:creationId xmlns:a16="http://schemas.microsoft.com/office/drawing/2014/main" id="{B9ABD39F-5A2B-40FD-8F40-009B82EAF95C}"/>
              </a:ext>
            </a:extLst>
          </p:cNvPr>
          <p:cNvSpPr>
            <a:spLocks noGrp="1"/>
          </p:cNvSpPr>
          <p:nvPr/>
        </p:nvSpPr>
        <p:spPr>
          <a:xfrm>
            <a:off x="5075188" y="4123418"/>
            <a:ext cx="28398" cy="28398"/>
          </a:xfrm>
          <a:prstGeom prst="ellipse">
            <a:avLst/>
          </a:prstGeom>
          <a:solidFill>
            <a:srgbClr val="7F8C97">
              <a:alpha val="48000"/>
            </a:srgbClr>
          </a:solidFill>
          <a:ln w="0">
            <a:noFill/>
            <a:prstDash val="solid"/>
          </a:ln>
        </p:spPr>
      </p:sp>
      <p:sp>
        <p:nvSpPr>
          <p:cNvPr id="1614" name="01_find_only_1613">
            <a:extLst>
              <a:ext uri="{FF2B5EF4-FFF2-40B4-BE49-F238E27FC236}">
                <a16:creationId xmlns:a16="http://schemas.microsoft.com/office/drawing/2014/main" id="{8A20AA94-5F6D-4F4A-BFD3-46CFFD1D8A82}"/>
              </a:ext>
            </a:extLst>
          </p:cNvPr>
          <p:cNvSpPr>
            <a:spLocks noGrp="1"/>
          </p:cNvSpPr>
          <p:nvPr/>
        </p:nvSpPr>
        <p:spPr>
          <a:xfrm>
            <a:off x="5083581" y="3806414"/>
            <a:ext cx="28398" cy="28398"/>
          </a:xfrm>
          <a:prstGeom prst="ellipse">
            <a:avLst/>
          </a:prstGeom>
          <a:solidFill>
            <a:srgbClr val="7F8C97">
              <a:alpha val="48000"/>
            </a:srgbClr>
          </a:solidFill>
          <a:ln w="0">
            <a:noFill/>
            <a:prstDash val="solid"/>
          </a:ln>
        </p:spPr>
      </p:sp>
      <p:sp>
        <p:nvSpPr>
          <p:cNvPr id="1615" name="01_find_only_1614">
            <a:extLst>
              <a:ext uri="{FF2B5EF4-FFF2-40B4-BE49-F238E27FC236}">
                <a16:creationId xmlns:a16="http://schemas.microsoft.com/office/drawing/2014/main" id="{92EEFD37-70C5-4430-A6C0-CABFF773E94E}"/>
              </a:ext>
            </a:extLst>
          </p:cNvPr>
          <p:cNvSpPr>
            <a:spLocks noGrp="1"/>
          </p:cNvSpPr>
          <p:nvPr/>
        </p:nvSpPr>
        <p:spPr>
          <a:xfrm>
            <a:off x="5028737" y="3616211"/>
            <a:ext cx="28398" cy="28398"/>
          </a:xfrm>
          <a:prstGeom prst="ellipse">
            <a:avLst/>
          </a:prstGeom>
          <a:solidFill>
            <a:srgbClr val="7F8C97">
              <a:alpha val="48000"/>
            </a:srgbClr>
          </a:solidFill>
          <a:ln w="0">
            <a:noFill/>
            <a:prstDash val="solid"/>
          </a:ln>
        </p:spPr>
      </p:sp>
      <p:sp>
        <p:nvSpPr>
          <p:cNvPr id="1616" name="01_find_only_1615">
            <a:extLst>
              <a:ext uri="{FF2B5EF4-FFF2-40B4-BE49-F238E27FC236}">
                <a16:creationId xmlns:a16="http://schemas.microsoft.com/office/drawing/2014/main" id="{9EB14FBA-D7EF-4C2B-850C-7CA683AA296B}"/>
              </a:ext>
            </a:extLst>
          </p:cNvPr>
          <p:cNvSpPr>
            <a:spLocks noGrp="1"/>
          </p:cNvSpPr>
          <p:nvPr/>
        </p:nvSpPr>
        <p:spPr>
          <a:xfrm>
            <a:off x="5014334" y="3489410"/>
            <a:ext cx="28398" cy="28398"/>
          </a:xfrm>
          <a:prstGeom prst="ellipse">
            <a:avLst/>
          </a:prstGeom>
          <a:solidFill>
            <a:srgbClr val="7F8C97">
              <a:alpha val="48000"/>
            </a:srgbClr>
          </a:solidFill>
          <a:ln w="0">
            <a:noFill/>
            <a:prstDash val="solid"/>
          </a:ln>
        </p:spPr>
      </p:sp>
      <p:sp>
        <p:nvSpPr>
          <p:cNvPr id="1617" name="01_find_only_1616">
            <a:extLst>
              <a:ext uri="{FF2B5EF4-FFF2-40B4-BE49-F238E27FC236}">
                <a16:creationId xmlns:a16="http://schemas.microsoft.com/office/drawing/2014/main" id="{491E29C1-F12E-4C6E-B541-892165344A27}"/>
              </a:ext>
            </a:extLst>
          </p:cNvPr>
          <p:cNvSpPr>
            <a:spLocks noGrp="1"/>
          </p:cNvSpPr>
          <p:nvPr/>
        </p:nvSpPr>
        <p:spPr>
          <a:xfrm>
            <a:off x="5069846" y="4123418"/>
            <a:ext cx="28398" cy="28398"/>
          </a:xfrm>
          <a:prstGeom prst="ellipse">
            <a:avLst/>
          </a:prstGeom>
          <a:solidFill>
            <a:srgbClr val="7F8C97">
              <a:alpha val="48000"/>
            </a:srgbClr>
          </a:solidFill>
          <a:ln w="0">
            <a:noFill/>
            <a:prstDash val="solid"/>
          </a:ln>
        </p:spPr>
      </p:sp>
      <p:sp>
        <p:nvSpPr>
          <p:cNvPr id="1618" name="01_find_only_1617">
            <a:extLst>
              <a:ext uri="{FF2B5EF4-FFF2-40B4-BE49-F238E27FC236}">
                <a16:creationId xmlns:a16="http://schemas.microsoft.com/office/drawing/2014/main" id="{5CADC7DA-BF2F-4398-A442-97E69E3A88E5}"/>
              </a:ext>
            </a:extLst>
          </p:cNvPr>
          <p:cNvSpPr>
            <a:spLocks noGrp="1"/>
          </p:cNvSpPr>
          <p:nvPr/>
        </p:nvSpPr>
        <p:spPr>
          <a:xfrm>
            <a:off x="5009851" y="4123418"/>
            <a:ext cx="28398" cy="28398"/>
          </a:xfrm>
          <a:prstGeom prst="ellipse">
            <a:avLst/>
          </a:prstGeom>
          <a:solidFill>
            <a:srgbClr val="7F8C97">
              <a:alpha val="48000"/>
            </a:srgbClr>
          </a:solidFill>
          <a:ln w="0">
            <a:noFill/>
            <a:prstDash val="solid"/>
          </a:ln>
        </p:spPr>
      </p:sp>
      <p:sp>
        <p:nvSpPr>
          <p:cNvPr id="1619" name="01_find_only_1618">
            <a:extLst>
              <a:ext uri="{FF2B5EF4-FFF2-40B4-BE49-F238E27FC236}">
                <a16:creationId xmlns:a16="http://schemas.microsoft.com/office/drawing/2014/main" id="{0E9BB555-24AA-4F17-A6EA-F4ADF65E7FC2}"/>
              </a:ext>
            </a:extLst>
          </p:cNvPr>
          <p:cNvSpPr>
            <a:spLocks noGrp="1"/>
          </p:cNvSpPr>
          <p:nvPr/>
        </p:nvSpPr>
        <p:spPr>
          <a:xfrm>
            <a:off x="5015860" y="4123418"/>
            <a:ext cx="28398" cy="28398"/>
          </a:xfrm>
          <a:prstGeom prst="ellipse">
            <a:avLst/>
          </a:prstGeom>
          <a:solidFill>
            <a:srgbClr val="7F8C97">
              <a:alpha val="48000"/>
            </a:srgbClr>
          </a:solidFill>
          <a:ln w="0">
            <a:noFill/>
            <a:prstDash val="solid"/>
          </a:ln>
        </p:spPr>
      </p:sp>
      <p:sp>
        <p:nvSpPr>
          <p:cNvPr id="1620" name="01_find_only_1619">
            <a:extLst>
              <a:ext uri="{FF2B5EF4-FFF2-40B4-BE49-F238E27FC236}">
                <a16:creationId xmlns:a16="http://schemas.microsoft.com/office/drawing/2014/main" id="{265A79AF-A33A-40F3-A818-CCD95D829572}"/>
              </a:ext>
            </a:extLst>
          </p:cNvPr>
          <p:cNvSpPr>
            <a:spLocks noGrp="1"/>
          </p:cNvSpPr>
          <p:nvPr/>
        </p:nvSpPr>
        <p:spPr>
          <a:xfrm>
            <a:off x="5072231" y="3489410"/>
            <a:ext cx="28398" cy="28398"/>
          </a:xfrm>
          <a:prstGeom prst="ellipse">
            <a:avLst/>
          </a:prstGeom>
          <a:solidFill>
            <a:srgbClr val="7F8C97">
              <a:alpha val="48000"/>
            </a:srgbClr>
          </a:solidFill>
          <a:ln w="0">
            <a:noFill/>
            <a:prstDash val="solid"/>
          </a:ln>
        </p:spPr>
      </p:sp>
      <p:sp>
        <p:nvSpPr>
          <p:cNvPr id="1621" name="01_find_only_1620">
            <a:extLst>
              <a:ext uri="{FF2B5EF4-FFF2-40B4-BE49-F238E27FC236}">
                <a16:creationId xmlns:a16="http://schemas.microsoft.com/office/drawing/2014/main" id="{05A84546-FCA4-4A1D-AF20-3CF9D76C186D}"/>
              </a:ext>
            </a:extLst>
          </p:cNvPr>
          <p:cNvSpPr>
            <a:spLocks noGrp="1"/>
          </p:cNvSpPr>
          <p:nvPr/>
        </p:nvSpPr>
        <p:spPr>
          <a:xfrm>
            <a:off x="5010710" y="3489410"/>
            <a:ext cx="28398" cy="28398"/>
          </a:xfrm>
          <a:prstGeom prst="ellipse">
            <a:avLst/>
          </a:prstGeom>
          <a:solidFill>
            <a:srgbClr val="7F8C97">
              <a:alpha val="48000"/>
            </a:srgbClr>
          </a:solidFill>
          <a:ln w="0">
            <a:noFill/>
            <a:prstDash val="solid"/>
          </a:ln>
        </p:spPr>
      </p:sp>
      <p:sp>
        <p:nvSpPr>
          <p:cNvPr id="1622" name="01_find_only_1621">
            <a:extLst>
              <a:ext uri="{FF2B5EF4-FFF2-40B4-BE49-F238E27FC236}">
                <a16:creationId xmlns:a16="http://schemas.microsoft.com/office/drawing/2014/main" id="{B2DCBEC1-586F-4155-8AAF-672A55DEDB19}"/>
              </a:ext>
            </a:extLst>
          </p:cNvPr>
          <p:cNvSpPr>
            <a:spLocks noGrp="1"/>
          </p:cNvSpPr>
          <p:nvPr/>
        </p:nvSpPr>
        <p:spPr>
          <a:xfrm>
            <a:off x="5090544" y="3489410"/>
            <a:ext cx="28398" cy="28398"/>
          </a:xfrm>
          <a:prstGeom prst="ellipse">
            <a:avLst/>
          </a:prstGeom>
          <a:solidFill>
            <a:srgbClr val="7F8C97">
              <a:alpha val="48000"/>
            </a:srgbClr>
          </a:solidFill>
          <a:ln w="0">
            <a:noFill/>
            <a:prstDash val="solid"/>
          </a:ln>
        </p:spPr>
      </p:sp>
      <p:sp>
        <p:nvSpPr>
          <p:cNvPr id="1623" name="01_find_only_1622">
            <a:extLst>
              <a:ext uri="{FF2B5EF4-FFF2-40B4-BE49-F238E27FC236}">
                <a16:creationId xmlns:a16="http://schemas.microsoft.com/office/drawing/2014/main" id="{AFDA986B-1DAA-446F-8614-0239A2B340D0}"/>
              </a:ext>
            </a:extLst>
          </p:cNvPr>
          <p:cNvSpPr>
            <a:spLocks noGrp="1"/>
          </p:cNvSpPr>
          <p:nvPr/>
        </p:nvSpPr>
        <p:spPr>
          <a:xfrm>
            <a:off x="5075951" y="3700746"/>
            <a:ext cx="28398" cy="28398"/>
          </a:xfrm>
          <a:prstGeom prst="ellipse">
            <a:avLst/>
          </a:prstGeom>
          <a:solidFill>
            <a:srgbClr val="7F8C97">
              <a:alpha val="48000"/>
            </a:srgbClr>
          </a:solidFill>
          <a:ln w="0">
            <a:noFill/>
            <a:prstDash val="solid"/>
          </a:ln>
        </p:spPr>
      </p:sp>
      <p:sp>
        <p:nvSpPr>
          <p:cNvPr id="1624" name="01_find_only_1623">
            <a:extLst>
              <a:ext uri="{FF2B5EF4-FFF2-40B4-BE49-F238E27FC236}">
                <a16:creationId xmlns:a16="http://schemas.microsoft.com/office/drawing/2014/main" id="{9377F567-0986-4D96-8792-45736423E229}"/>
              </a:ext>
            </a:extLst>
          </p:cNvPr>
          <p:cNvSpPr>
            <a:spLocks noGrp="1"/>
          </p:cNvSpPr>
          <p:nvPr/>
        </p:nvSpPr>
        <p:spPr>
          <a:xfrm>
            <a:off x="5041423" y="3489410"/>
            <a:ext cx="28398" cy="28398"/>
          </a:xfrm>
          <a:prstGeom prst="ellipse">
            <a:avLst/>
          </a:prstGeom>
          <a:solidFill>
            <a:srgbClr val="7F8C97">
              <a:alpha val="48000"/>
            </a:srgbClr>
          </a:solidFill>
          <a:ln w="0">
            <a:noFill/>
            <a:prstDash val="solid"/>
          </a:ln>
        </p:spPr>
      </p:sp>
      <p:sp>
        <p:nvSpPr>
          <p:cNvPr id="1625" name="01_find_only_1624">
            <a:extLst>
              <a:ext uri="{FF2B5EF4-FFF2-40B4-BE49-F238E27FC236}">
                <a16:creationId xmlns:a16="http://schemas.microsoft.com/office/drawing/2014/main" id="{050FA39B-F4BA-4BFA-9D2A-40A9E735D0D3}"/>
              </a:ext>
            </a:extLst>
          </p:cNvPr>
          <p:cNvSpPr>
            <a:spLocks noGrp="1"/>
          </p:cNvSpPr>
          <p:nvPr/>
        </p:nvSpPr>
        <p:spPr>
          <a:xfrm>
            <a:off x="5025303" y="4123418"/>
            <a:ext cx="28398" cy="28398"/>
          </a:xfrm>
          <a:prstGeom prst="ellipse">
            <a:avLst/>
          </a:prstGeom>
          <a:solidFill>
            <a:srgbClr val="7F8C97">
              <a:alpha val="48000"/>
            </a:srgbClr>
          </a:solidFill>
          <a:ln w="0">
            <a:noFill/>
            <a:prstDash val="solid"/>
          </a:ln>
        </p:spPr>
      </p:sp>
      <p:sp>
        <p:nvSpPr>
          <p:cNvPr id="1626" name="01_find_only_1625">
            <a:extLst>
              <a:ext uri="{FF2B5EF4-FFF2-40B4-BE49-F238E27FC236}">
                <a16:creationId xmlns:a16="http://schemas.microsoft.com/office/drawing/2014/main" id="{1F51D3BF-A9CE-4412-9241-3EB4AD8A9117}"/>
              </a:ext>
            </a:extLst>
          </p:cNvPr>
          <p:cNvSpPr>
            <a:spLocks noGrp="1"/>
          </p:cNvSpPr>
          <p:nvPr/>
        </p:nvSpPr>
        <p:spPr>
          <a:xfrm>
            <a:off x="5089113" y="3509862"/>
            <a:ext cx="28398" cy="28398"/>
          </a:xfrm>
          <a:prstGeom prst="ellipse">
            <a:avLst/>
          </a:prstGeom>
          <a:solidFill>
            <a:srgbClr val="7F8C97">
              <a:alpha val="48000"/>
            </a:srgbClr>
          </a:solidFill>
          <a:ln w="0">
            <a:noFill/>
            <a:prstDash val="solid"/>
          </a:ln>
        </p:spPr>
      </p:sp>
      <p:sp>
        <p:nvSpPr>
          <p:cNvPr id="1627" name="01_find_only_1626">
            <a:extLst>
              <a:ext uri="{FF2B5EF4-FFF2-40B4-BE49-F238E27FC236}">
                <a16:creationId xmlns:a16="http://schemas.microsoft.com/office/drawing/2014/main" id="{ED356846-ED86-441F-A802-CF8C665A4CC3}"/>
              </a:ext>
            </a:extLst>
          </p:cNvPr>
          <p:cNvSpPr>
            <a:spLocks noGrp="1"/>
          </p:cNvSpPr>
          <p:nvPr/>
        </p:nvSpPr>
        <p:spPr>
          <a:xfrm>
            <a:off x="5093215" y="3579982"/>
            <a:ext cx="28398" cy="28398"/>
          </a:xfrm>
          <a:prstGeom prst="ellipse">
            <a:avLst/>
          </a:prstGeom>
          <a:solidFill>
            <a:srgbClr val="7F8C97">
              <a:alpha val="48000"/>
            </a:srgbClr>
          </a:solidFill>
          <a:ln w="0">
            <a:noFill/>
            <a:prstDash val="solid"/>
          </a:ln>
        </p:spPr>
      </p:sp>
      <p:sp>
        <p:nvSpPr>
          <p:cNvPr id="1628" name="01_find_only_1627">
            <a:extLst>
              <a:ext uri="{FF2B5EF4-FFF2-40B4-BE49-F238E27FC236}">
                <a16:creationId xmlns:a16="http://schemas.microsoft.com/office/drawing/2014/main" id="{599808F7-678E-40E9-97F4-4E238C12EC34}"/>
              </a:ext>
            </a:extLst>
          </p:cNvPr>
          <p:cNvSpPr>
            <a:spLocks noGrp="1"/>
          </p:cNvSpPr>
          <p:nvPr/>
        </p:nvSpPr>
        <p:spPr>
          <a:xfrm>
            <a:off x="5058591" y="4123418"/>
            <a:ext cx="28398" cy="28398"/>
          </a:xfrm>
          <a:prstGeom prst="ellipse">
            <a:avLst/>
          </a:prstGeom>
          <a:solidFill>
            <a:srgbClr val="7F8C97">
              <a:alpha val="48000"/>
            </a:srgbClr>
          </a:solidFill>
          <a:ln w="0">
            <a:noFill/>
            <a:prstDash val="solid"/>
          </a:ln>
        </p:spPr>
      </p:sp>
      <p:sp>
        <p:nvSpPr>
          <p:cNvPr id="1629" name="01_find_only_1628">
            <a:extLst>
              <a:ext uri="{FF2B5EF4-FFF2-40B4-BE49-F238E27FC236}">
                <a16:creationId xmlns:a16="http://schemas.microsoft.com/office/drawing/2014/main" id="{F52EE82E-C41D-4AFE-9575-A0CBF7CB33AE}"/>
              </a:ext>
            </a:extLst>
          </p:cNvPr>
          <p:cNvSpPr>
            <a:spLocks noGrp="1"/>
          </p:cNvSpPr>
          <p:nvPr/>
        </p:nvSpPr>
        <p:spPr>
          <a:xfrm>
            <a:off x="5080338" y="4123418"/>
            <a:ext cx="28398" cy="28398"/>
          </a:xfrm>
          <a:prstGeom prst="ellipse">
            <a:avLst/>
          </a:prstGeom>
          <a:solidFill>
            <a:srgbClr val="7F8C97">
              <a:alpha val="48000"/>
            </a:srgbClr>
          </a:solidFill>
          <a:ln w="0">
            <a:noFill/>
            <a:prstDash val="solid"/>
          </a:ln>
        </p:spPr>
      </p:sp>
      <p:sp>
        <p:nvSpPr>
          <p:cNvPr id="1630" name="01_find_only_1629">
            <a:extLst>
              <a:ext uri="{FF2B5EF4-FFF2-40B4-BE49-F238E27FC236}">
                <a16:creationId xmlns:a16="http://schemas.microsoft.com/office/drawing/2014/main" id="{D490122F-2425-4BE1-B0CE-477BCAAFC862}"/>
              </a:ext>
            </a:extLst>
          </p:cNvPr>
          <p:cNvSpPr>
            <a:spLocks noGrp="1"/>
          </p:cNvSpPr>
          <p:nvPr/>
        </p:nvSpPr>
        <p:spPr>
          <a:xfrm>
            <a:off x="5013476" y="3616211"/>
            <a:ext cx="28398" cy="28398"/>
          </a:xfrm>
          <a:prstGeom prst="ellipse">
            <a:avLst/>
          </a:prstGeom>
          <a:solidFill>
            <a:srgbClr val="7F8C97">
              <a:alpha val="48000"/>
            </a:srgbClr>
          </a:solidFill>
          <a:ln w="0">
            <a:noFill/>
            <a:prstDash val="solid"/>
          </a:ln>
        </p:spPr>
      </p:sp>
      <p:sp>
        <p:nvSpPr>
          <p:cNvPr id="1631" name="01_find_only_1630">
            <a:extLst>
              <a:ext uri="{FF2B5EF4-FFF2-40B4-BE49-F238E27FC236}">
                <a16:creationId xmlns:a16="http://schemas.microsoft.com/office/drawing/2014/main" id="{A16D29B3-AC09-4CB4-B7F7-441C95D40F79}"/>
              </a:ext>
            </a:extLst>
          </p:cNvPr>
          <p:cNvSpPr>
            <a:spLocks noGrp="1"/>
          </p:cNvSpPr>
          <p:nvPr/>
        </p:nvSpPr>
        <p:spPr>
          <a:xfrm>
            <a:off x="5040373" y="4123418"/>
            <a:ext cx="28398" cy="28398"/>
          </a:xfrm>
          <a:prstGeom prst="ellipse">
            <a:avLst/>
          </a:prstGeom>
          <a:solidFill>
            <a:srgbClr val="7F8C97">
              <a:alpha val="48000"/>
            </a:srgbClr>
          </a:solidFill>
          <a:ln w="0">
            <a:noFill/>
            <a:prstDash val="solid"/>
          </a:ln>
        </p:spPr>
      </p:sp>
      <p:sp>
        <p:nvSpPr>
          <p:cNvPr id="1632" name="01_find_only_1631">
            <a:extLst>
              <a:ext uri="{FF2B5EF4-FFF2-40B4-BE49-F238E27FC236}">
                <a16:creationId xmlns:a16="http://schemas.microsoft.com/office/drawing/2014/main" id="{6E846E20-8916-40E2-966B-22AC70C5CE57}"/>
              </a:ext>
            </a:extLst>
          </p:cNvPr>
          <p:cNvSpPr>
            <a:spLocks noGrp="1"/>
          </p:cNvSpPr>
          <p:nvPr/>
        </p:nvSpPr>
        <p:spPr>
          <a:xfrm>
            <a:off x="5074425" y="4123418"/>
            <a:ext cx="28398" cy="28398"/>
          </a:xfrm>
          <a:prstGeom prst="ellipse">
            <a:avLst/>
          </a:prstGeom>
          <a:solidFill>
            <a:srgbClr val="7F8C97">
              <a:alpha val="48000"/>
            </a:srgbClr>
          </a:solidFill>
          <a:ln w="0">
            <a:noFill/>
            <a:prstDash val="solid"/>
          </a:ln>
        </p:spPr>
      </p:sp>
      <p:sp>
        <p:nvSpPr>
          <p:cNvPr id="1633" name="01_find_only_1632">
            <a:extLst>
              <a:ext uri="{FF2B5EF4-FFF2-40B4-BE49-F238E27FC236}">
                <a16:creationId xmlns:a16="http://schemas.microsoft.com/office/drawing/2014/main" id="{617B0CBC-EF66-4313-8592-CDD6DAB6F7CC}"/>
              </a:ext>
            </a:extLst>
          </p:cNvPr>
          <p:cNvSpPr>
            <a:spLocks noGrp="1"/>
          </p:cNvSpPr>
          <p:nvPr/>
        </p:nvSpPr>
        <p:spPr>
          <a:xfrm>
            <a:off x="5007658" y="3579982"/>
            <a:ext cx="28398" cy="28398"/>
          </a:xfrm>
          <a:prstGeom prst="ellipse">
            <a:avLst/>
          </a:prstGeom>
          <a:solidFill>
            <a:srgbClr val="7F8C97">
              <a:alpha val="48000"/>
            </a:srgbClr>
          </a:solidFill>
          <a:ln w="0">
            <a:noFill/>
            <a:prstDash val="solid"/>
          </a:ln>
        </p:spPr>
      </p:sp>
      <p:sp>
        <p:nvSpPr>
          <p:cNvPr id="1634" name="01_find_only_1633">
            <a:extLst>
              <a:ext uri="{FF2B5EF4-FFF2-40B4-BE49-F238E27FC236}">
                <a16:creationId xmlns:a16="http://schemas.microsoft.com/office/drawing/2014/main" id="{60BCDE7E-B725-42A3-9733-ACA84D9D87A3}"/>
              </a:ext>
            </a:extLst>
          </p:cNvPr>
          <p:cNvSpPr>
            <a:spLocks noGrp="1"/>
          </p:cNvSpPr>
          <p:nvPr/>
        </p:nvSpPr>
        <p:spPr>
          <a:xfrm>
            <a:off x="5004224" y="4123418"/>
            <a:ext cx="28398" cy="28398"/>
          </a:xfrm>
          <a:prstGeom prst="ellipse">
            <a:avLst/>
          </a:prstGeom>
          <a:solidFill>
            <a:srgbClr val="7F8C97">
              <a:alpha val="48000"/>
            </a:srgbClr>
          </a:solidFill>
          <a:ln w="0">
            <a:noFill/>
            <a:prstDash val="solid"/>
          </a:ln>
        </p:spPr>
      </p:sp>
      <p:sp>
        <p:nvSpPr>
          <p:cNvPr id="1635" name="01_find_only_1634">
            <a:extLst>
              <a:ext uri="{FF2B5EF4-FFF2-40B4-BE49-F238E27FC236}">
                <a16:creationId xmlns:a16="http://schemas.microsoft.com/office/drawing/2014/main" id="{42C057AB-7990-49EF-920A-04413AA336C3}"/>
              </a:ext>
            </a:extLst>
          </p:cNvPr>
          <p:cNvSpPr>
            <a:spLocks noGrp="1"/>
          </p:cNvSpPr>
          <p:nvPr/>
        </p:nvSpPr>
        <p:spPr>
          <a:xfrm>
            <a:off x="5060594" y="4123418"/>
            <a:ext cx="28398" cy="28398"/>
          </a:xfrm>
          <a:prstGeom prst="ellipse">
            <a:avLst/>
          </a:prstGeom>
          <a:solidFill>
            <a:srgbClr val="7F8C97">
              <a:alpha val="48000"/>
            </a:srgbClr>
          </a:solidFill>
          <a:ln w="0">
            <a:noFill/>
            <a:prstDash val="solid"/>
          </a:ln>
        </p:spPr>
      </p:sp>
      <p:sp>
        <p:nvSpPr>
          <p:cNvPr id="1636" name="01_find_only_1635">
            <a:extLst>
              <a:ext uri="{FF2B5EF4-FFF2-40B4-BE49-F238E27FC236}">
                <a16:creationId xmlns:a16="http://schemas.microsoft.com/office/drawing/2014/main" id="{77218052-FAD7-4B63-A661-68E4BD733DF3}"/>
              </a:ext>
            </a:extLst>
          </p:cNvPr>
          <p:cNvSpPr>
            <a:spLocks noGrp="1"/>
          </p:cNvSpPr>
          <p:nvPr/>
        </p:nvSpPr>
        <p:spPr>
          <a:xfrm>
            <a:off x="5088541" y="3510543"/>
            <a:ext cx="28398" cy="28398"/>
          </a:xfrm>
          <a:prstGeom prst="ellipse">
            <a:avLst/>
          </a:prstGeom>
          <a:solidFill>
            <a:srgbClr val="7F8C97">
              <a:alpha val="48000"/>
            </a:srgbClr>
          </a:solidFill>
          <a:ln w="0">
            <a:noFill/>
            <a:prstDash val="solid"/>
          </a:ln>
        </p:spPr>
      </p:sp>
      <p:sp>
        <p:nvSpPr>
          <p:cNvPr id="1637" name="01_find_only_1636">
            <a:extLst>
              <a:ext uri="{FF2B5EF4-FFF2-40B4-BE49-F238E27FC236}">
                <a16:creationId xmlns:a16="http://schemas.microsoft.com/office/drawing/2014/main" id="{F3FB349D-C89B-41E6-9F98-F1C323DD6FDC}"/>
              </a:ext>
            </a:extLst>
          </p:cNvPr>
          <p:cNvSpPr>
            <a:spLocks noGrp="1"/>
          </p:cNvSpPr>
          <p:nvPr/>
        </p:nvSpPr>
        <p:spPr>
          <a:xfrm>
            <a:off x="5000027" y="3489410"/>
            <a:ext cx="28398" cy="28398"/>
          </a:xfrm>
          <a:prstGeom prst="ellipse">
            <a:avLst/>
          </a:prstGeom>
          <a:solidFill>
            <a:srgbClr val="7F8C97">
              <a:alpha val="48000"/>
            </a:srgbClr>
          </a:solidFill>
          <a:ln w="0">
            <a:noFill/>
            <a:prstDash val="solid"/>
          </a:ln>
        </p:spPr>
      </p:sp>
      <p:sp>
        <p:nvSpPr>
          <p:cNvPr id="1638" name="01_find_only_1637">
            <a:extLst>
              <a:ext uri="{FF2B5EF4-FFF2-40B4-BE49-F238E27FC236}">
                <a16:creationId xmlns:a16="http://schemas.microsoft.com/office/drawing/2014/main" id="{7189E5F3-8AA5-4BC4-B7CC-02393D1288AE}"/>
              </a:ext>
            </a:extLst>
          </p:cNvPr>
          <p:cNvSpPr>
            <a:spLocks noGrp="1"/>
          </p:cNvSpPr>
          <p:nvPr/>
        </p:nvSpPr>
        <p:spPr>
          <a:xfrm>
            <a:off x="5037321" y="3489410"/>
            <a:ext cx="28398" cy="28398"/>
          </a:xfrm>
          <a:prstGeom prst="ellipse">
            <a:avLst/>
          </a:prstGeom>
          <a:solidFill>
            <a:srgbClr val="7F8C97">
              <a:alpha val="48000"/>
            </a:srgbClr>
          </a:solidFill>
          <a:ln w="0">
            <a:noFill/>
            <a:prstDash val="solid"/>
          </a:ln>
        </p:spPr>
      </p:sp>
      <p:sp>
        <p:nvSpPr>
          <p:cNvPr id="1639" name="01_find_only_1638">
            <a:extLst>
              <a:ext uri="{FF2B5EF4-FFF2-40B4-BE49-F238E27FC236}">
                <a16:creationId xmlns:a16="http://schemas.microsoft.com/office/drawing/2014/main" id="{E8E47EB0-4F07-47B5-88A8-B03F7AEF1E3C}"/>
              </a:ext>
            </a:extLst>
          </p:cNvPr>
          <p:cNvSpPr>
            <a:spLocks noGrp="1"/>
          </p:cNvSpPr>
          <p:nvPr/>
        </p:nvSpPr>
        <p:spPr>
          <a:xfrm>
            <a:off x="5067939" y="4123418"/>
            <a:ext cx="28398" cy="28398"/>
          </a:xfrm>
          <a:prstGeom prst="ellipse">
            <a:avLst/>
          </a:prstGeom>
          <a:solidFill>
            <a:srgbClr val="7F8C97">
              <a:alpha val="48000"/>
            </a:srgbClr>
          </a:solidFill>
          <a:ln w="0">
            <a:noFill/>
            <a:prstDash val="solid"/>
          </a:ln>
        </p:spPr>
      </p:sp>
      <p:sp>
        <p:nvSpPr>
          <p:cNvPr id="1640" name="01_find_only_1639">
            <a:extLst>
              <a:ext uri="{FF2B5EF4-FFF2-40B4-BE49-F238E27FC236}">
                <a16:creationId xmlns:a16="http://schemas.microsoft.com/office/drawing/2014/main" id="{77EC6303-29DE-4E18-BF84-1BA8689E3958}"/>
              </a:ext>
            </a:extLst>
          </p:cNvPr>
          <p:cNvSpPr>
            <a:spLocks noGrp="1"/>
          </p:cNvSpPr>
          <p:nvPr/>
        </p:nvSpPr>
        <p:spPr>
          <a:xfrm>
            <a:off x="5039324" y="4123418"/>
            <a:ext cx="28398" cy="28398"/>
          </a:xfrm>
          <a:prstGeom prst="ellipse">
            <a:avLst/>
          </a:prstGeom>
          <a:solidFill>
            <a:srgbClr val="7F8C97">
              <a:alpha val="48000"/>
            </a:srgbClr>
          </a:solidFill>
          <a:ln w="0">
            <a:noFill/>
            <a:prstDash val="solid"/>
          </a:ln>
        </p:spPr>
      </p:sp>
      <p:sp>
        <p:nvSpPr>
          <p:cNvPr id="1641" name="01_find_only_1640">
            <a:extLst>
              <a:ext uri="{FF2B5EF4-FFF2-40B4-BE49-F238E27FC236}">
                <a16:creationId xmlns:a16="http://schemas.microsoft.com/office/drawing/2014/main" id="{E8300E6C-FD04-4508-B475-7553CAC42F4B}"/>
              </a:ext>
            </a:extLst>
          </p:cNvPr>
          <p:cNvSpPr>
            <a:spLocks noGrp="1"/>
          </p:cNvSpPr>
          <p:nvPr/>
        </p:nvSpPr>
        <p:spPr>
          <a:xfrm>
            <a:off x="5023205" y="4123418"/>
            <a:ext cx="28398" cy="28398"/>
          </a:xfrm>
          <a:prstGeom prst="ellipse">
            <a:avLst/>
          </a:prstGeom>
          <a:solidFill>
            <a:srgbClr val="7F8C97">
              <a:alpha val="48000"/>
            </a:srgbClr>
          </a:solidFill>
          <a:ln w="0">
            <a:noFill/>
            <a:prstDash val="solid"/>
          </a:ln>
        </p:spPr>
      </p:sp>
      <p:sp>
        <p:nvSpPr>
          <p:cNvPr id="1642" name="01_find_only_1641">
            <a:extLst>
              <a:ext uri="{FF2B5EF4-FFF2-40B4-BE49-F238E27FC236}">
                <a16:creationId xmlns:a16="http://schemas.microsoft.com/office/drawing/2014/main" id="{53222E32-1A3D-482D-A006-63BF7A60F5F8}"/>
              </a:ext>
            </a:extLst>
          </p:cNvPr>
          <p:cNvSpPr>
            <a:spLocks noGrp="1"/>
          </p:cNvSpPr>
          <p:nvPr/>
        </p:nvSpPr>
        <p:spPr>
          <a:xfrm>
            <a:off x="5060213" y="4123418"/>
            <a:ext cx="28398" cy="28398"/>
          </a:xfrm>
          <a:prstGeom prst="ellipse">
            <a:avLst/>
          </a:prstGeom>
          <a:solidFill>
            <a:srgbClr val="7F8C97">
              <a:alpha val="48000"/>
            </a:srgbClr>
          </a:solidFill>
          <a:ln w="0">
            <a:noFill/>
            <a:prstDash val="solid"/>
          </a:ln>
        </p:spPr>
      </p:sp>
      <p:sp>
        <p:nvSpPr>
          <p:cNvPr id="1643" name="01_find_only_1642">
            <a:extLst>
              <a:ext uri="{FF2B5EF4-FFF2-40B4-BE49-F238E27FC236}">
                <a16:creationId xmlns:a16="http://schemas.microsoft.com/office/drawing/2014/main" id="{FF561817-CE0F-455A-8156-24F7CC46B18E}"/>
              </a:ext>
            </a:extLst>
          </p:cNvPr>
          <p:cNvSpPr>
            <a:spLocks noGrp="1"/>
          </p:cNvSpPr>
          <p:nvPr/>
        </p:nvSpPr>
        <p:spPr>
          <a:xfrm>
            <a:off x="5057161" y="4123418"/>
            <a:ext cx="28398" cy="28398"/>
          </a:xfrm>
          <a:prstGeom prst="ellipse">
            <a:avLst/>
          </a:prstGeom>
          <a:solidFill>
            <a:srgbClr val="7F8C97">
              <a:alpha val="48000"/>
            </a:srgbClr>
          </a:solidFill>
          <a:ln w="0">
            <a:noFill/>
            <a:prstDash val="solid"/>
          </a:ln>
        </p:spPr>
      </p:sp>
      <p:sp>
        <p:nvSpPr>
          <p:cNvPr id="1644" name="01_find_only_1643">
            <a:extLst>
              <a:ext uri="{FF2B5EF4-FFF2-40B4-BE49-F238E27FC236}">
                <a16:creationId xmlns:a16="http://schemas.microsoft.com/office/drawing/2014/main" id="{2471AAAD-2BD3-480F-9827-4BF6410B87CA}"/>
              </a:ext>
            </a:extLst>
          </p:cNvPr>
          <p:cNvSpPr>
            <a:spLocks noGrp="1"/>
          </p:cNvSpPr>
          <p:nvPr/>
        </p:nvSpPr>
        <p:spPr>
          <a:xfrm>
            <a:off x="5045619" y="4123418"/>
            <a:ext cx="28398" cy="28398"/>
          </a:xfrm>
          <a:prstGeom prst="ellipse">
            <a:avLst/>
          </a:prstGeom>
          <a:solidFill>
            <a:srgbClr val="7F8C97">
              <a:alpha val="48000"/>
            </a:srgbClr>
          </a:solidFill>
          <a:ln w="0">
            <a:noFill/>
            <a:prstDash val="solid"/>
          </a:ln>
        </p:spPr>
      </p:sp>
      <p:sp>
        <p:nvSpPr>
          <p:cNvPr id="1645" name="01_find_only_1644">
            <a:extLst>
              <a:ext uri="{FF2B5EF4-FFF2-40B4-BE49-F238E27FC236}">
                <a16:creationId xmlns:a16="http://schemas.microsoft.com/office/drawing/2014/main" id="{15EFE4D7-665E-4967-A8F1-D94751064DC3}"/>
              </a:ext>
            </a:extLst>
          </p:cNvPr>
          <p:cNvSpPr>
            <a:spLocks noGrp="1"/>
          </p:cNvSpPr>
          <p:nvPr/>
        </p:nvSpPr>
        <p:spPr>
          <a:xfrm>
            <a:off x="5054871" y="4123418"/>
            <a:ext cx="28398" cy="28398"/>
          </a:xfrm>
          <a:prstGeom prst="ellipse">
            <a:avLst/>
          </a:prstGeom>
          <a:solidFill>
            <a:srgbClr val="7F8C97">
              <a:alpha val="48000"/>
            </a:srgbClr>
          </a:solidFill>
          <a:ln w="0">
            <a:noFill/>
            <a:prstDash val="solid"/>
          </a:ln>
        </p:spPr>
      </p:sp>
      <p:sp>
        <p:nvSpPr>
          <p:cNvPr id="1646" name="01_find_only_1645">
            <a:extLst>
              <a:ext uri="{FF2B5EF4-FFF2-40B4-BE49-F238E27FC236}">
                <a16:creationId xmlns:a16="http://schemas.microsoft.com/office/drawing/2014/main" id="{F2AD9532-6DBC-4729-91BF-30131AF65109}"/>
              </a:ext>
            </a:extLst>
          </p:cNvPr>
          <p:cNvSpPr>
            <a:spLocks noGrp="1"/>
          </p:cNvSpPr>
          <p:nvPr/>
        </p:nvSpPr>
        <p:spPr>
          <a:xfrm>
            <a:off x="5027497" y="4123418"/>
            <a:ext cx="28398" cy="28398"/>
          </a:xfrm>
          <a:prstGeom prst="ellipse">
            <a:avLst/>
          </a:prstGeom>
          <a:solidFill>
            <a:srgbClr val="7F8C97">
              <a:alpha val="48000"/>
            </a:srgbClr>
          </a:solidFill>
          <a:ln w="0">
            <a:noFill/>
            <a:prstDash val="solid"/>
          </a:ln>
        </p:spPr>
      </p:sp>
      <p:sp>
        <p:nvSpPr>
          <p:cNvPr id="1647" name="01_find_only_1646">
            <a:extLst>
              <a:ext uri="{FF2B5EF4-FFF2-40B4-BE49-F238E27FC236}">
                <a16:creationId xmlns:a16="http://schemas.microsoft.com/office/drawing/2014/main" id="{4899CB66-BF7F-49E0-A028-6594EC911B54}"/>
              </a:ext>
            </a:extLst>
          </p:cNvPr>
          <p:cNvSpPr>
            <a:spLocks noGrp="1"/>
          </p:cNvSpPr>
          <p:nvPr/>
        </p:nvSpPr>
        <p:spPr>
          <a:xfrm>
            <a:off x="5048862" y="3595078"/>
            <a:ext cx="28398" cy="28398"/>
          </a:xfrm>
          <a:prstGeom prst="ellipse">
            <a:avLst/>
          </a:prstGeom>
          <a:solidFill>
            <a:srgbClr val="7F8C97">
              <a:alpha val="48000"/>
            </a:srgbClr>
          </a:solidFill>
          <a:ln w="0">
            <a:noFill/>
            <a:prstDash val="solid"/>
          </a:ln>
        </p:spPr>
      </p:sp>
      <p:sp>
        <p:nvSpPr>
          <p:cNvPr id="1648" name="01_find_only_1647">
            <a:extLst>
              <a:ext uri="{FF2B5EF4-FFF2-40B4-BE49-F238E27FC236}">
                <a16:creationId xmlns:a16="http://schemas.microsoft.com/office/drawing/2014/main" id="{CEB9349E-2E9A-42F4-A487-01D9036C373C}"/>
              </a:ext>
            </a:extLst>
          </p:cNvPr>
          <p:cNvSpPr>
            <a:spLocks noGrp="1"/>
          </p:cNvSpPr>
          <p:nvPr/>
        </p:nvSpPr>
        <p:spPr>
          <a:xfrm>
            <a:off x="5028451" y="3616211"/>
            <a:ext cx="28398" cy="28398"/>
          </a:xfrm>
          <a:prstGeom prst="ellipse">
            <a:avLst/>
          </a:prstGeom>
          <a:solidFill>
            <a:srgbClr val="7F8C97">
              <a:alpha val="48000"/>
            </a:srgbClr>
          </a:solidFill>
          <a:ln w="0">
            <a:noFill/>
            <a:prstDash val="solid"/>
          </a:ln>
        </p:spPr>
      </p:sp>
      <p:sp>
        <p:nvSpPr>
          <p:cNvPr id="1649" name="01_find_only_1648">
            <a:extLst>
              <a:ext uri="{FF2B5EF4-FFF2-40B4-BE49-F238E27FC236}">
                <a16:creationId xmlns:a16="http://schemas.microsoft.com/office/drawing/2014/main" id="{AF387625-CDB6-4EB6-AE9B-C4901E209D6E}"/>
              </a:ext>
            </a:extLst>
          </p:cNvPr>
          <p:cNvSpPr>
            <a:spLocks noGrp="1"/>
          </p:cNvSpPr>
          <p:nvPr/>
        </p:nvSpPr>
        <p:spPr>
          <a:xfrm>
            <a:off x="5036844" y="3727163"/>
            <a:ext cx="28398" cy="28398"/>
          </a:xfrm>
          <a:prstGeom prst="ellipse">
            <a:avLst/>
          </a:prstGeom>
          <a:solidFill>
            <a:srgbClr val="7F8C97">
              <a:alpha val="48000"/>
            </a:srgbClr>
          </a:solidFill>
          <a:ln w="0">
            <a:noFill/>
            <a:prstDash val="solid"/>
          </a:ln>
        </p:spPr>
      </p:sp>
      <p:sp>
        <p:nvSpPr>
          <p:cNvPr id="1650" name="01_find_only_1649">
            <a:extLst>
              <a:ext uri="{FF2B5EF4-FFF2-40B4-BE49-F238E27FC236}">
                <a16:creationId xmlns:a16="http://schemas.microsoft.com/office/drawing/2014/main" id="{90AE57FA-C1DE-4133-8996-E0641E03A975}"/>
              </a:ext>
            </a:extLst>
          </p:cNvPr>
          <p:cNvSpPr>
            <a:spLocks noGrp="1"/>
          </p:cNvSpPr>
          <p:nvPr/>
        </p:nvSpPr>
        <p:spPr>
          <a:xfrm>
            <a:off x="5078049" y="3942273"/>
            <a:ext cx="28398" cy="28398"/>
          </a:xfrm>
          <a:prstGeom prst="ellipse">
            <a:avLst/>
          </a:prstGeom>
          <a:solidFill>
            <a:srgbClr val="7F8C97">
              <a:alpha val="48000"/>
            </a:srgbClr>
          </a:solidFill>
          <a:ln w="0">
            <a:noFill/>
            <a:prstDash val="solid"/>
          </a:ln>
        </p:spPr>
      </p:sp>
      <p:sp>
        <p:nvSpPr>
          <p:cNvPr id="1651" name="01_find_only_1650">
            <a:extLst>
              <a:ext uri="{FF2B5EF4-FFF2-40B4-BE49-F238E27FC236}">
                <a16:creationId xmlns:a16="http://schemas.microsoft.com/office/drawing/2014/main" id="{E68F1450-3599-47DB-AEB0-AB3BD32F0BEC}"/>
              </a:ext>
            </a:extLst>
          </p:cNvPr>
          <p:cNvSpPr>
            <a:spLocks noGrp="1"/>
          </p:cNvSpPr>
          <p:nvPr/>
        </p:nvSpPr>
        <p:spPr>
          <a:xfrm>
            <a:off x="5010519" y="3552811"/>
            <a:ext cx="28398" cy="28398"/>
          </a:xfrm>
          <a:prstGeom prst="ellipse">
            <a:avLst/>
          </a:prstGeom>
          <a:solidFill>
            <a:srgbClr val="7F8C97">
              <a:alpha val="48000"/>
            </a:srgbClr>
          </a:solidFill>
          <a:ln w="0">
            <a:noFill/>
            <a:prstDash val="solid"/>
          </a:ln>
        </p:spPr>
      </p:sp>
      <p:sp>
        <p:nvSpPr>
          <p:cNvPr id="1652" name="01_find_only_1651">
            <a:extLst>
              <a:ext uri="{FF2B5EF4-FFF2-40B4-BE49-F238E27FC236}">
                <a16:creationId xmlns:a16="http://schemas.microsoft.com/office/drawing/2014/main" id="{B55AE275-66A9-4CC6-84BA-3651C53DE8D8}"/>
              </a:ext>
            </a:extLst>
          </p:cNvPr>
          <p:cNvSpPr>
            <a:spLocks noGrp="1"/>
          </p:cNvSpPr>
          <p:nvPr/>
        </p:nvSpPr>
        <p:spPr>
          <a:xfrm>
            <a:off x="5014907" y="4123418"/>
            <a:ext cx="28398" cy="28398"/>
          </a:xfrm>
          <a:prstGeom prst="ellipse">
            <a:avLst/>
          </a:prstGeom>
          <a:solidFill>
            <a:srgbClr val="7F8C97">
              <a:alpha val="48000"/>
            </a:srgbClr>
          </a:solidFill>
          <a:ln w="0">
            <a:noFill/>
            <a:prstDash val="solid"/>
          </a:ln>
        </p:spPr>
      </p:sp>
      <p:sp>
        <p:nvSpPr>
          <p:cNvPr id="1653" name="01_find_only_1652">
            <a:extLst>
              <a:ext uri="{FF2B5EF4-FFF2-40B4-BE49-F238E27FC236}">
                <a16:creationId xmlns:a16="http://schemas.microsoft.com/office/drawing/2014/main" id="{AB1F5F03-BBF9-4CA2-8B4D-EBE30980175E}"/>
              </a:ext>
            </a:extLst>
          </p:cNvPr>
          <p:cNvSpPr>
            <a:spLocks noGrp="1"/>
          </p:cNvSpPr>
          <p:nvPr/>
        </p:nvSpPr>
        <p:spPr>
          <a:xfrm>
            <a:off x="5054585" y="3489410"/>
            <a:ext cx="28398" cy="28398"/>
          </a:xfrm>
          <a:prstGeom prst="ellipse">
            <a:avLst/>
          </a:prstGeom>
          <a:solidFill>
            <a:srgbClr val="7F8C97">
              <a:alpha val="48000"/>
            </a:srgbClr>
          </a:solidFill>
          <a:ln w="0">
            <a:noFill/>
            <a:prstDash val="solid"/>
          </a:ln>
        </p:spPr>
      </p:sp>
      <p:sp>
        <p:nvSpPr>
          <p:cNvPr id="1654" name="01_find_only_1653">
            <a:extLst>
              <a:ext uri="{FF2B5EF4-FFF2-40B4-BE49-F238E27FC236}">
                <a16:creationId xmlns:a16="http://schemas.microsoft.com/office/drawing/2014/main" id="{E8512390-BF6E-4941-9891-FF8597B748D6}"/>
              </a:ext>
            </a:extLst>
          </p:cNvPr>
          <p:cNvSpPr>
            <a:spLocks noGrp="1"/>
          </p:cNvSpPr>
          <p:nvPr/>
        </p:nvSpPr>
        <p:spPr>
          <a:xfrm>
            <a:off x="5053727" y="3700746"/>
            <a:ext cx="28398" cy="28398"/>
          </a:xfrm>
          <a:prstGeom prst="ellipse">
            <a:avLst/>
          </a:prstGeom>
          <a:solidFill>
            <a:srgbClr val="7F8C97">
              <a:alpha val="48000"/>
            </a:srgbClr>
          </a:solidFill>
          <a:ln w="0">
            <a:noFill/>
            <a:prstDash val="solid"/>
          </a:ln>
        </p:spPr>
      </p:sp>
      <p:sp>
        <p:nvSpPr>
          <p:cNvPr id="1655" name="01_find_only_1654">
            <a:extLst>
              <a:ext uri="{FF2B5EF4-FFF2-40B4-BE49-F238E27FC236}">
                <a16:creationId xmlns:a16="http://schemas.microsoft.com/office/drawing/2014/main" id="{5B83A8CA-1FAD-45EA-9942-83A1FD914EB7}"/>
              </a:ext>
            </a:extLst>
          </p:cNvPr>
          <p:cNvSpPr>
            <a:spLocks noGrp="1"/>
          </p:cNvSpPr>
          <p:nvPr/>
        </p:nvSpPr>
        <p:spPr>
          <a:xfrm>
            <a:off x="5084726" y="3489410"/>
            <a:ext cx="28398" cy="28398"/>
          </a:xfrm>
          <a:prstGeom prst="ellipse">
            <a:avLst/>
          </a:prstGeom>
          <a:solidFill>
            <a:srgbClr val="7F8C97">
              <a:alpha val="48000"/>
            </a:srgbClr>
          </a:solidFill>
          <a:ln w="0">
            <a:noFill/>
            <a:prstDash val="solid"/>
          </a:ln>
        </p:spPr>
      </p:sp>
      <p:sp>
        <p:nvSpPr>
          <p:cNvPr id="1656" name="01_find_only_1655">
            <a:extLst>
              <a:ext uri="{FF2B5EF4-FFF2-40B4-BE49-F238E27FC236}">
                <a16:creationId xmlns:a16="http://schemas.microsoft.com/office/drawing/2014/main" id="{FFCCE06E-8A3D-4399-A24A-78CBB3930713}"/>
              </a:ext>
            </a:extLst>
          </p:cNvPr>
          <p:cNvSpPr>
            <a:spLocks noGrp="1"/>
          </p:cNvSpPr>
          <p:nvPr/>
        </p:nvSpPr>
        <p:spPr>
          <a:xfrm>
            <a:off x="5070323" y="4123418"/>
            <a:ext cx="28398" cy="28398"/>
          </a:xfrm>
          <a:prstGeom prst="ellipse">
            <a:avLst/>
          </a:prstGeom>
          <a:solidFill>
            <a:srgbClr val="7F8C97">
              <a:alpha val="48000"/>
            </a:srgbClr>
          </a:solidFill>
          <a:ln w="0">
            <a:noFill/>
            <a:prstDash val="solid"/>
          </a:ln>
        </p:spPr>
      </p:sp>
      <p:sp>
        <p:nvSpPr>
          <p:cNvPr id="1657" name="01_find_only_1656">
            <a:extLst>
              <a:ext uri="{FF2B5EF4-FFF2-40B4-BE49-F238E27FC236}">
                <a16:creationId xmlns:a16="http://schemas.microsoft.com/office/drawing/2014/main" id="{13C06B3A-4D99-4721-9E11-7FE330B8E669}"/>
              </a:ext>
            </a:extLst>
          </p:cNvPr>
          <p:cNvSpPr>
            <a:spLocks noGrp="1"/>
          </p:cNvSpPr>
          <p:nvPr/>
        </p:nvSpPr>
        <p:spPr>
          <a:xfrm>
            <a:off x="5011473" y="4123418"/>
            <a:ext cx="28398" cy="28398"/>
          </a:xfrm>
          <a:prstGeom prst="ellipse">
            <a:avLst/>
          </a:prstGeom>
          <a:solidFill>
            <a:srgbClr val="7F8C97">
              <a:alpha val="48000"/>
            </a:srgbClr>
          </a:solidFill>
          <a:ln w="0">
            <a:noFill/>
            <a:prstDash val="solid"/>
          </a:ln>
        </p:spPr>
      </p:sp>
      <p:sp>
        <p:nvSpPr>
          <p:cNvPr id="1658" name="01_find_only_1657">
            <a:extLst>
              <a:ext uri="{FF2B5EF4-FFF2-40B4-BE49-F238E27FC236}">
                <a16:creationId xmlns:a16="http://schemas.microsoft.com/office/drawing/2014/main" id="{0727AD34-9D1E-491D-9A37-B0B6AD0D15A6}"/>
              </a:ext>
            </a:extLst>
          </p:cNvPr>
          <p:cNvSpPr>
            <a:spLocks noGrp="1"/>
          </p:cNvSpPr>
          <p:nvPr/>
        </p:nvSpPr>
        <p:spPr>
          <a:xfrm>
            <a:off x="5025303" y="4123418"/>
            <a:ext cx="28398" cy="28398"/>
          </a:xfrm>
          <a:prstGeom prst="ellipse">
            <a:avLst/>
          </a:prstGeom>
          <a:solidFill>
            <a:srgbClr val="7F8C97">
              <a:alpha val="48000"/>
            </a:srgbClr>
          </a:solidFill>
          <a:ln w="0">
            <a:noFill/>
            <a:prstDash val="solid"/>
          </a:ln>
        </p:spPr>
      </p:sp>
      <p:sp>
        <p:nvSpPr>
          <p:cNvPr id="1659" name="01_find_only_1658">
            <a:extLst>
              <a:ext uri="{FF2B5EF4-FFF2-40B4-BE49-F238E27FC236}">
                <a16:creationId xmlns:a16="http://schemas.microsoft.com/office/drawing/2014/main" id="{468CB652-36EC-4789-A26E-3AAB7EE20348}"/>
              </a:ext>
            </a:extLst>
          </p:cNvPr>
          <p:cNvSpPr>
            <a:spLocks noGrp="1"/>
          </p:cNvSpPr>
          <p:nvPr/>
        </p:nvSpPr>
        <p:spPr>
          <a:xfrm>
            <a:off x="5063170" y="4123418"/>
            <a:ext cx="28398" cy="28398"/>
          </a:xfrm>
          <a:prstGeom prst="ellipse">
            <a:avLst/>
          </a:prstGeom>
          <a:solidFill>
            <a:srgbClr val="7F8C97">
              <a:alpha val="48000"/>
            </a:srgbClr>
          </a:solidFill>
          <a:ln w="0">
            <a:noFill/>
            <a:prstDash val="solid"/>
          </a:ln>
        </p:spPr>
      </p:sp>
      <p:sp>
        <p:nvSpPr>
          <p:cNvPr id="1660" name="01_find_only_1659">
            <a:extLst>
              <a:ext uri="{FF2B5EF4-FFF2-40B4-BE49-F238E27FC236}">
                <a16:creationId xmlns:a16="http://schemas.microsoft.com/office/drawing/2014/main" id="{9634112C-3C46-44FB-8F72-AB00A61769E5}"/>
              </a:ext>
            </a:extLst>
          </p:cNvPr>
          <p:cNvSpPr>
            <a:spLocks noGrp="1"/>
          </p:cNvSpPr>
          <p:nvPr/>
        </p:nvSpPr>
        <p:spPr>
          <a:xfrm>
            <a:off x="5005941" y="4123418"/>
            <a:ext cx="28398" cy="28398"/>
          </a:xfrm>
          <a:prstGeom prst="ellipse">
            <a:avLst/>
          </a:prstGeom>
          <a:solidFill>
            <a:srgbClr val="7F8C97">
              <a:alpha val="48000"/>
            </a:srgbClr>
          </a:solidFill>
          <a:ln w="0">
            <a:noFill/>
            <a:prstDash val="solid"/>
          </a:ln>
        </p:spPr>
      </p:sp>
      <p:sp>
        <p:nvSpPr>
          <p:cNvPr id="1661" name="01_find_only_1660">
            <a:extLst>
              <a:ext uri="{FF2B5EF4-FFF2-40B4-BE49-F238E27FC236}">
                <a16:creationId xmlns:a16="http://schemas.microsoft.com/office/drawing/2014/main" id="{1597CA66-1FA8-4C97-B411-4EC3BCCBE6D3}"/>
              </a:ext>
            </a:extLst>
          </p:cNvPr>
          <p:cNvSpPr>
            <a:spLocks noGrp="1"/>
          </p:cNvSpPr>
          <p:nvPr/>
        </p:nvSpPr>
        <p:spPr>
          <a:xfrm>
            <a:off x="5072231" y="3559855"/>
            <a:ext cx="28398" cy="28398"/>
          </a:xfrm>
          <a:prstGeom prst="ellipse">
            <a:avLst/>
          </a:prstGeom>
          <a:solidFill>
            <a:srgbClr val="7F8C97">
              <a:alpha val="48000"/>
            </a:srgbClr>
          </a:solidFill>
          <a:ln w="0">
            <a:noFill/>
            <a:prstDash val="solid"/>
          </a:ln>
        </p:spPr>
      </p:sp>
      <p:sp>
        <p:nvSpPr>
          <p:cNvPr id="1662" name="01_find_only_1661">
            <a:extLst>
              <a:ext uri="{FF2B5EF4-FFF2-40B4-BE49-F238E27FC236}">
                <a16:creationId xmlns:a16="http://schemas.microsoft.com/office/drawing/2014/main" id="{3BFF2D5D-840C-434F-AE3D-A4F36286FD2F}"/>
              </a:ext>
            </a:extLst>
          </p:cNvPr>
          <p:cNvSpPr>
            <a:spLocks noGrp="1"/>
          </p:cNvSpPr>
          <p:nvPr/>
        </p:nvSpPr>
        <p:spPr>
          <a:xfrm>
            <a:off x="5075474" y="4123418"/>
            <a:ext cx="28398" cy="28398"/>
          </a:xfrm>
          <a:prstGeom prst="ellipse">
            <a:avLst/>
          </a:prstGeom>
          <a:solidFill>
            <a:srgbClr val="7F8C97">
              <a:alpha val="48000"/>
            </a:srgbClr>
          </a:solidFill>
          <a:ln w="0">
            <a:noFill/>
            <a:prstDash val="solid"/>
          </a:ln>
        </p:spPr>
      </p:sp>
      <p:sp>
        <p:nvSpPr>
          <p:cNvPr id="1663" name="01_find_only_1662">
            <a:extLst>
              <a:ext uri="{FF2B5EF4-FFF2-40B4-BE49-F238E27FC236}">
                <a16:creationId xmlns:a16="http://schemas.microsoft.com/office/drawing/2014/main" id="{AACB64F0-08C8-4A70-93A7-53D2484F9E71}"/>
              </a:ext>
            </a:extLst>
          </p:cNvPr>
          <p:cNvSpPr>
            <a:spLocks noGrp="1"/>
          </p:cNvSpPr>
          <p:nvPr/>
        </p:nvSpPr>
        <p:spPr>
          <a:xfrm>
            <a:off x="5065363" y="3489410"/>
            <a:ext cx="28398" cy="28398"/>
          </a:xfrm>
          <a:prstGeom prst="ellipse">
            <a:avLst/>
          </a:prstGeom>
          <a:solidFill>
            <a:srgbClr val="7F8C97">
              <a:alpha val="48000"/>
            </a:srgbClr>
          </a:solidFill>
          <a:ln w="0">
            <a:noFill/>
            <a:prstDash val="solid"/>
          </a:ln>
        </p:spPr>
      </p:sp>
      <p:sp>
        <p:nvSpPr>
          <p:cNvPr id="1664" name="01_find_only_1663">
            <a:extLst>
              <a:ext uri="{FF2B5EF4-FFF2-40B4-BE49-F238E27FC236}">
                <a16:creationId xmlns:a16="http://schemas.microsoft.com/office/drawing/2014/main" id="{7F24E813-FA41-4C93-BED6-808B6CBEA9EB}"/>
              </a:ext>
            </a:extLst>
          </p:cNvPr>
          <p:cNvSpPr>
            <a:spLocks noGrp="1"/>
          </p:cNvSpPr>
          <p:nvPr/>
        </p:nvSpPr>
        <p:spPr>
          <a:xfrm>
            <a:off x="5064505" y="3489410"/>
            <a:ext cx="28398" cy="28398"/>
          </a:xfrm>
          <a:prstGeom prst="ellipse">
            <a:avLst/>
          </a:prstGeom>
          <a:solidFill>
            <a:srgbClr val="7F8C97">
              <a:alpha val="48000"/>
            </a:srgbClr>
          </a:solidFill>
          <a:ln w="0">
            <a:noFill/>
            <a:prstDash val="solid"/>
          </a:ln>
        </p:spPr>
      </p:sp>
      <p:sp>
        <p:nvSpPr>
          <p:cNvPr id="1665" name="01_find_only_1664">
            <a:extLst>
              <a:ext uri="{FF2B5EF4-FFF2-40B4-BE49-F238E27FC236}">
                <a16:creationId xmlns:a16="http://schemas.microsoft.com/office/drawing/2014/main" id="{8E11AE71-8F19-4647-BB4C-FE533A412693}"/>
              </a:ext>
            </a:extLst>
          </p:cNvPr>
          <p:cNvSpPr>
            <a:spLocks noGrp="1"/>
          </p:cNvSpPr>
          <p:nvPr/>
        </p:nvSpPr>
        <p:spPr>
          <a:xfrm>
            <a:off x="5068606" y="4123418"/>
            <a:ext cx="28398" cy="28398"/>
          </a:xfrm>
          <a:prstGeom prst="ellipse">
            <a:avLst/>
          </a:prstGeom>
          <a:solidFill>
            <a:srgbClr val="7F8C97">
              <a:alpha val="48000"/>
            </a:srgbClr>
          </a:solidFill>
          <a:ln w="0">
            <a:noFill/>
            <a:prstDash val="solid"/>
          </a:ln>
        </p:spPr>
      </p:sp>
      <p:sp>
        <p:nvSpPr>
          <p:cNvPr id="1666" name="01_find_only_1665">
            <a:extLst>
              <a:ext uri="{FF2B5EF4-FFF2-40B4-BE49-F238E27FC236}">
                <a16:creationId xmlns:a16="http://schemas.microsoft.com/office/drawing/2014/main" id="{00540144-0B9A-45B4-984A-644551DCCCDA}"/>
              </a:ext>
            </a:extLst>
          </p:cNvPr>
          <p:cNvSpPr>
            <a:spLocks noGrp="1"/>
          </p:cNvSpPr>
          <p:nvPr/>
        </p:nvSpPr>
        <p:spPr>
          <a:xfrm>
            <a:off x="5050579" y="4123418"/>
            <a:ext cx="28398" cy="28398"/>
          </a:xfrm>
          <a:prstGeom prst="ellipse">
            <a:avLst/>
          </a:prstGeom>
          <a:solidFill>
            <a:srgbClr val="7F8C97">
              <a:alpha val="48000"/>
            </a:srgbClr>
          </a:solidFill>
          <a:ln w="0">
            <a:noFill/>
            <a:prstDash val="solid"/>
          </a:ln>
        </p:spPr>
      </p:sp>
      <p:sp>
        <p:nvSpPr>
          <p:cNvPr id="1667" name="01_find_only_1666">
            <a:extLst>
              <a:ext uri="{FF2B5EF4-FFF2-40B4-BE49-F238E27FC236}">
                <a16:creationId xmlns:a16="http://schemas.microsoft.com/office/drawing/2014/main" id="{2D5B5BE3-AB10-4A9C-BF3C-6C8B38BE03D5}"/>
              </a:ext>
            </a:extLst>
          </p:cNvPr>
          <p:cNvSpPr>
            <a:spLocks noGrp="1"/>
          </p:cNvSpPr>
          <p:nvPr/>
        </p:nvSpPr>
        <p:spPr>
          <a:xfrm>
            <a:off x="5001076" y="3489410"/>
            <a:ext cx="28398" cy="28398"/>
          </a:xfrm>
          <a:prstGeom prst="ellipse">
            <a:avLst/>
          </a:prstGeom>
          <a:solidFill>
            <a:srgbClr val="7F8C97">
              <a:alpha val="48000"/>
            </a:srgbClr>
          </a:solidFill>
          <a:ln w="0">
            <a:noFill/>
            <a:prstDash val="solid"/>
          </a:ln>
        </p:spPr>
      </p:sp>
      <p:sp>
        <p:nvSpPr>
          <p:cNvPr id="1668" name="01_find_only_1667">
            <a:extLst>
              <a:ext uri="{FF2B5EF4-FFF2-40B4-BE49-F238E27FC236}">
                <a16:creationId xmlns:a16="http://schemas.microsoft.com/office/drawing/2014/main" id="{4501905F-3A12-4FE2-B724-CA3A9B47EFB9}"/>
              </a:ext>
            </a:extLst>
          </p:cNvPr>
          <p:cNvSpPr>
            <a:spLocks noGrp="1"/>
          </p:cNvSpPr>
          <p:nvPr/>
        </p:nvSpPr>
        <p:spPr>
          <a:xfrm>
            <a:off x="5050389" y="4123418"/>
            <a:ext cx="28398" cy="28398"/>
          </a:xfrm>
          <a:prstGeom prst="ellipse">
            <a:avLst/>
          </a:prstGeom>
          <a:solidFill>
            <a:srgbClr val="7F8C97">
              <a:alpha val="48000"/>
            </a:srgbClr>
          </a:solidFill>
          <a:ln w="0">
            <a:noFill/>
            <a:prstDash val="solid"/>
          </a:ln>
        </p:spPr>
      </p:sp>
      <p:sp>
        <p:nvSpPr>
          <p:cNvPr id="1669" name="01_find_only_1668">
            <a:extLst>
              <a:ext uri="{FF2B5EF4-FFF2-40B4-BE49-F238E27FC236}">
                <a16:creationId xmlns:a16="http://schemas.microsoft.com/office/drawing/2014/main" id="{6CE875EF-0656-4FBF-9A46-07FBADB78C85}"/>
              </a:ext>
            </a:extLst>
          </p:cNvPr>
          <p:cNvSpPr>
            <a:spLocks noGrp="1"/>
          </p:cNvSpPr>
          <p:nvPr/>
        </p:nvSpPr>
        <p:spPr>
          <a:xfrm>
            <a:off x="5013667" y="4123418"/>
            <a:ext cx="28398" cy="28398"/>
          </a:xfrm>
          <a:prstGeom prst="ellipse">
            <a:avLst/>
          </a:prstGeom>
          <a:solidFill>
            <a:srgbClr val="7F8C97">
              <a:alpha val="48000"/>
            </a:srgbClr>
          </a:solidFill>
          <a:ln w="0">
            <a:noFill/>
            <a:prstDash val="solid"/>
          </a:ln>
        </p:spPr>
      </p:sp>
      <p:sp>
        <p:nvSpPr>
          <p:cNvPr id="1670" name="01_find_only_1669">
            <a:extLst>
              <a:ext uri="{FF2B5EF4-FFF2-40B4-BE49-F238E27FC236}">
                <a16:creationId xmlns:a16="http://schemas.microsoft.com/office/drawing/2014/main" id="{1F44DE09-C799-4AE6-B86C-7A3BBE24B959}"/>
              </a:ext>
            </a:extLst>
          </p:cNvPr>
          <p:cNvSpPr>
            <a:spLocks noGrp="1"/>
          </p:cNvSpPr>
          <p:nvPr/>
        </p:nvSpPr>
        <p:spPr>
          <a:xfrm>
            <a:off x="5064887" y="3928339"/>
            <a:ext cx="28398" cy="28398"/>
          </a:xfrm>
          <a:prstGeom prst="ellipse">
            <a:avLst/>
          </a:prstGeom>
          <a:solidFill>
            <a:srgbClr val="7F8C97">
              <a:alpha val="48000"/>
            </a:srgbClr>
          </a:solidFill>
          <a:ln w="0">
            <a:noFill/>
            <a:prstDash val="solid"/>
          </a:ln>
        </p:spPr>
      </p:sp>
      <p:sp>
        <p:nvSpPr>
          <p:cNvPr id="1671" name="01_find_only_1670">
            <a:extLst>
              <a:ext uri="{FF2B5EF4-FFF2-40B4-BE49-F238E27FC236}">
                <a16:creationId xmlns:a16="http://schemas.microsoft.com/office/drawing/2014/main" id="{81E56336-2503-409F-A3BA-F3C2CF22A9D4}"/>
              </a:ext>
            </a:extLst>
          </p:cNvPr>
          <p:cNvSpPr>
            <a:spLocks noGrp="1"/>
          </p:cNvSpPr>
          <p:nvPr/>
        </p:nvSpPr>
        <p:spPr>
          <a:xfrm>
            <a:off x="5077477" y="3841637"/>
            <a:ext cx="28398" cy="28398"/>
          </a:xfrm>
          <a:prstGeom prst="ellipse">
            <a:avLst/>
          </a:prstGeom>
          <a:solidFill>
            <a:srgbClr val="7F8C97">
              <a:alpha val="48000"/>
            </a:srgbClr>
          </a:solidFill>
          <a:ln w="0">
            <a:noFill/>
            <a:prstDash val="solid"/>
          </a:ln>
        </p:spPr>
      </p:sp>
      <p:sp>
        <p:nvSpPr>
          <p:cNvPr id="1672" name="01_find_only_1671">
            <a:extLst>
              <a:ext uri="{FF2B5EF4-FFF2-40B4-BE49-F238E27FC236}">
                <a16:creationId xmlns:a16="http://schemas.microsoft.com/office/drawing/2014/main" id="{925B3DB2-F079-4C4C-B0E5-38442782552A}"/>
              </a:ext>
            </a:extLst>
          </p:cNvPr>
          <p:cNvSpPr>
            <a:spLocks noGrp="1"/>
          </p:cNvSpPr>
          <p:nvPr/>
        </p:nvSpPr>
        <p:spPr>
          <a:xfrm>
            <a:off x="5012141" y="4123418"/>
            <a:ext cx="28398" cy="28398"/>
          </a:xfrm>
          <a:prstGeom prst="ellipse">
            <a:avLst/>
          </a:prstGeom>
          <a:solidFill>
            <a:srgbClr val="7F8C97">
              <a:alpha val="48000"/>
            </a:srgbClr>
          </a:solidFill>
          <a:ln w="0">
            <a:noFill/>
            <a:prstDash val="solid"/>
          </a:ln>
        </p:spPr>
      </p:sp>
      <p:sp>
        <p:nvSpPr>
          <p:cNvPr id="1673" name="01_find_only_1672">
            <a:extLst>
              <a:ext uri="{FF2B5EF4-FFF2-40B4-BE49-F238E27FC236}">
                <a16:creationId xmlns:a16="http://schemas.microsoft.com/office/drawing/2014/main" id="{D056B5DE-7270-4CD5-8CD0-4405F10A187F}"/>
              </a:ext>
            </a:extLst>
          </p:cNvPr>
          <p:cNvSpPr>
            <a:spLocks noGrp="1"/>
          </p:cNvSpPr>
          <p:nvPr/>
        </p:nvSpPr>
        <p:spPr>
          <a:xfrm>
            <a:off x="5065745" y="3538180"/>
            <a:ext cx="28398" cy="28398"/>
          </a:xfrm>
          <a:prstGeom prst="ellipse">
            <a:avLst/>
          </a:prstGeom>
          <a:solidFill>
            <a:srgbClr val="7F8C97">
              <a:alpha val="48000"/>
            </a:srgbClr>
          </a:solidFill>
          <a:ln w="0">
            <a:noFill/>
            <a:prstDash val="solid"/>
          </a:ln>
        </p:spPr>
      </p:sp>
      <p:sp>
        <p:nvSpPr>
          <p:cNvPr id="1674" name="01_find_only_1673">
            <a:extLst>
              <a:ext uri="{FF2B5EF4-FFF2-40B4-BE49-F238E27FC236}">
                <a16:creationId xmlns:a16="http://schemas.microsoft.com/office/drawing/2014/main" id="{BBB0BED2-8EAC-40AD-B9C7-A43770FD902F}"/>
              </a:ext>
            </a:extLst>
          </p:cNvPr>
          <p:cNvSpPr>
            <a:spLocks noGrp="1"/>
          </p:cNvSpPr>
          <p:nvPr/>
        </p:nvSpPr>
        <p:spPr>
          <a:xfrm>
            <a:off x="5016910" y="3489410"/>
            <a:ext cx="28398" cy="28398"/>
          </a:xfrm>
          <a:prstGeom prst="ellipse">
            <a:avLst/>
          </a:prstGeom>
          <a:solidFill>
            <a:srgbClr val="7F8C97">
              <a:alpha val="48000"/>
            </a:srgbClr>
          </a:solidFill>
          <a:ln w="0">
            <a:noFill/>
            <a:prstDash val="solid"/>
          </a:ln>
        </p:spPr>
      </p:sp>
      <p:sp>
        <p:nvSpPr>
          <p:cNvPr id="1675" name="01_find_only_1674">
            <a:extLst>
              <a:ext uri="{FF2B5EF4-FFF2-40B4-BE49-F238E27FC236}">
                <a16:creationId xmlns:a16="http://schemas.microsoft.com/office/drawing/2014/main" id="{2999CB63-966E-4B90-8D51-2B7153F58FA8}"/>
              </a:ext>
            </a:extLst>
          </p:cNvPr>
          <p:cNvSpPr>
            <a:spLocks noGrp="1"/>
          </p:cNvSpPr>
          <p:nvPr/>
        </p:nvSpPr>
        <p:spPr>
          <a:xfrm>
            <a:off x="5021106" y="4123418"/>
            <a:ext cx="28398" cy="28398"/>
          </a:xfrm>
          <a:prstGeom prst="ellipse">
            <a:avLst/>
          </a:prstGeom>
          <a:solidFill>
            <a:srgbClr val="7F8C97">
              <a:alpha val="48000"/>
            </a:srgbClr>
          </a:solidFill>
          <a:ln w="0">
            <a:noFill/>
            <a:prstDash val="solid"/>
          </a:ln>
        </p:spPr>
      </p:sp>
      <p:sp>
        <p:nvSpPr>
          <p:cNvPr id="1676" name="01_find_only_1675">
            <a:extLst>
              <a:ext uri="{FF2B5EF4-FFF2-40B4-BE49-F238E27FC236}">
                <a16:creationId xmlns:a16="http://schemas.microsoft.com/office/drawing/2014/main" id="{B0E0C1FF-0BA3-45B0-8F7C-768D906E17F0}"/>
              </a:ext>
            </a:extLst>
          </p:cNvPr>
          <p:cNvSpPr>
            <a:spLocks noGrp="1"/>
          </p:cNvSpPr>
          <p:nvPr/>
        </p:nvSpPr>
        <p:spPr>
          <a:xfrm>
            <a:off x="5009756" y="3489410"/>
            <a:ext cx="28398" cy="28398"/>
          </a:xfrm>
          <a:prstGeom prst="ellipse">
            <a:avLst/>
          </a:prstGeom>
          <a:solidFill>
            <a:srgbClr val="7F8C97">
              <a:alpha val="48000"/>
            </a:srgbClr>
          </a:solidFill>
          <a:ln w="0">
            <a:noFill/>
            <a:prstDash val="solid"/>
          </a:ln>
        </p:spPr>
      </p:sp>
      <p:sp>
        <p:nvSpPr>
          <p:cNvPr id="1677" name="01_find_only_1676">
            <a:extLst>
              <a:ext uri="{FF2B5EF4-FFF2-40B4-BE49-F238E27FC236}">
                <a16:creationId xmlns:a16="http://schemas.microsoft.com/office/drawing/2014/main" id="{9D77B387-F20A-44CC-9D1D-DEE490894EF3}"/>
              </a:ext>
            </a:extLst>
          </p:cNvPr>
          <p:cNvSpPr>
            <a:spLocks noGrp="1"/>
          </p:cNvSpPr>
          <p:nvPr/>
        </p:nvSpPr>
        <p:spPr>
          <a:xfrm>
            <a:off x="5064696" y="3647912"/>
            <a:ext cx="28398" cy="28398"/>
          </a:xfrm>
          <a:prstGeom prst="ellipse">
            <a:avLst/>
          </a:prstGeom>
          <a:solidFill>
            <a:srgbClr val="7F8C97">
              <a:alpha val="48000"/>
            </a:srgbClr>
          </a:solidFill>
          <a:ln w="0">
            <a:noFill/>
            <a:prstDash val="solid"/>
          </a:ln>
        </p:spPr>
      </p:sp>
      <p:sp>
        <p:nvSpPr>
          <p:cNvPr id="1678" name="01_find_only_1677">
            <a:extLst>
              <a:ext uri="{FF2B5EF4-FFF2-40B4-BE49-F238E27FC236}">
                <a16:creationId xmlns:a16="http://schemas.microsoft.com/office/drawing/2014/main" id="{E08DA3A6-400A-4FE5-BE0F-28D991B683DD}"/>
              </a:ext>
            </a:extLst>
          </p:cNvPr>
          <p:cNvSpPr>
            <a:spLocks noGrp="1"/>
          </p:cNvSpPr>
          <p:nvPr/>
        </p:nvSpPr>
        <p:spPr>
          <a:xfrm>
            <a:off x="5089304" y="3761128"/>
            <a:ext cx="28398" cy="28398"/>
          </a:xfrm>
          <a:prstGeom prst="ellipse">
            <a:avLst/>
          </a:prstGeom>
          <a:solidFill>
            <a:srgbClr val="7F8C97">
              <a:alpha val="48000"/>
            </a:srgbClr>
          </a:solidFill>
          <a:ln w="0">
            <a:noFill/>
            <a:prstDash val="solid"/>
          </a:ln>
        </p:spPr>
      </p:sp>
      <p:sp>
        <p:nvSpPr>
          <p:cNvPr id="1679" name="01_find_only_1678">
            <a:extLst>
              <a:ext uri="{FF2B5EF4-FFF2-40B4-BE49-F238E27FC236}">
                <a16:creationId xmlns:a16="http://schemas.microsoft.com/office/drawing/2014/main" id="{FA808F16-9147-4FF4-BC6E-71BFAB68193C}"/>
              </a:ext>
            </a:extLst>
          </p:cNvPr>
          <p:cNvSpPr>
            <a:spLocks noGrp="1"/>
          </p:cNvSpPr>
          <p:nvPr/>
        </p:nvSpPr>
        <p:spPr>
          <a:xfrm>
            <a:off x="5093406" y="3579982"/>
            <a:ext cx="28398" cy="28398"/>
          </a:xfrm>
          <a:prstGeom prst="ellipse">
            <a:avLst/>
          </a:prstGeom>
          <a:solidFill>
            <a:srgbClr val="7F8C97">
              <a:alpha val="48000"/>
            </a:srgbClr>
          </a:solidFill>
          <a:ln w="0">
            <a:noFill/>
            <a:prstDash val="solid"/>
          </a:ln>
        </p:spPr>
      </p:sp>
      <p:sp>
        <p:nvSpPr>
          <p:cNvPr id="1680" name="01_find_only_1679">
            <a:extLst>
              <a:ext uri="{FF2B5EF4-FFF2-40B4-BE49-F238E27FC236}">
                <a16:creationId xmlns:a16="http://schemas.microsoft.com/office/drawing/2014/main" id="{372966AA-3337-4C67-B7EA-F0A2AEA99BC2}"/>
              </a:ext>
            </a:extLst>
          </p:cNvPr>
          <p:cNvSpPr>
            <a:spLocks noGrp="1"/>
          </p:cNvSpPr>
          <p:nvPr/>
        </p:nvSpPr>
        <p:spPr>
          <a:xfrm>
            <a:off x="5034460" y="3489410"/>
            <a:ext cx="28398" cy="28398"/>
          </a:xfrm>
          <a:prstGeom prst="ellipse">
            <a:avLst/>
          </a:prstGeom>
          <a:solidFill>
            <a:srgbClr val="7F8C97">
              <a:alpha val="48000"/>
            </a:srgbClr>
          </a:solidFill>
          <a:ln w="0">
            <a:noFill/>
            <a:prstDash val="solid"/>
          </a:ln>
        </p:spPr>
      </p:sp>
      <p:sp>
        <p:nvSpPr>
          <p:cNvPr id="1681" name="01_find_only_1680">
            <a:extLst>
              <a:ext uri="{FF2B5EF4-FFF2-40B4-BE49-F238E27FC236}">
                <a16:creationId xmlns:a16="http://schemas.microsoft.com/office/drawing/2014/main" id="{C1E65863-99D9-4110-B47C-A0028DB6895B}"/>
              </a:ext>
            </a:extLst>
          </p:cNvPr>
          <p:cNvSpPr>
            <a:spLocks noGrp="1"/>
          </p:cNvSpPr>
          <p:nvPr/>
        </p:nvSpPr>
        <p:spPr>
          <a:xfrm>
            <a:off x="5069465" y="4123418"/>
            <a:ext cx="28398" cy="28398"/>
          </a:xfrm>
          <a:prstGeom prst="ellipse">
            <a:avLst/>
          </a:prstGeom>
          <a:solidFill>
            <a:srgbClr val="7F8C97">
              <a:alpha val="48000"/>
            </a:srgbClr>
          </a:solidFill>
          <a:ln w="0">
            <a:noFill/>
            <a:prstDash val="solid"/>
          </a:ln>
        </p:spPr>
      </p:sp>
      <p:sp>
        <p:nvSpPr>
          <p:cNvPr id="1682" name="01_find_only_1681">
            <a:extLst>
              <a:ext uri="{FF2B5EF4-FFF2-40B4-BE49-F238E27FC236}">
                <a16:creationId xmlns:a16="http://schemas.microsoft.com/office/drawing/2014/main" id="{0971D461-1E30-4CF9-B489-44AAEDF18637}"/>
              </a:ext>
            </a:extLst>
          </p:cNvPr>
          <p:cNvSpPr>
            <a:spLocks noGrp="1"/>
          </p:cNvSpPr>
          <p:nvPr/>
        </p:nvSpPr>
        <p:spPr>
          <a:xfrm>
            <a:off x="5087969" y="4123418"/>
            <a:ext cx="28398" cy="28398"/>
          </a:xfrm>
          <a:prstGeom prst="ellipse">
            <a:avLst/>
          </a:prstGeom>
          <a:solidFill>
            <a:srgbClr val="7F8C97">
              <a:alpha val="48000"/>
            </a:srgbClr>
          </a:solidFill>
          <a:ln w="0">
            <a:noFill/>
            <a:prstDash val="solid"/>
          </a:ln>
        </p:spPr>
      </p:sp>
      <p:sp>
        <p:nvSpPr>
          <p:cNvPr id="1683" name="01_find_only_1682">
            <a:extLst>
              <a:ext uri="{FF2B5EF4-FFF2-40B4-BE49-F238E27FC236}">
                <a16:creationId xmlns:a16="http://schemas.microsoft.com/office/drawing/2014/main" id="{86CCD656-08BC-4BD1-AE38-C8213E1DD4C6}"/>
              </a:ext>
            </a:extLst>
          </p:cNvPr>
          <p:cNvSpPr>
            <a:spLocks noGrp="1"/>
          </p:cNvSpPr>
          <p:nvPr/>
        </p:nvSpPr>
        <p:spPr>
          <a:xfrm>
            <a:off x="5076714" y="3700746"/>
            <a:ext cx="28398" cy="28398"/>
          </a:xfrm>
          <a:prstGeom prst="ellipse">
            <a:avLst/>
          </a:prstGeom>
          <a:solidFill>
            <a:srgbClr val="7F8C97">
              <a:alpha val="48000"/>
            </a:srgbClr>
          </a:solidFill>
          <a:ln w="0">
            <a:noFill/>
            <a:prstDash val="solid"/>
          </a:ln>
        </p:spPr>
      </p:sp>
      <p:sp>
        <p:nvSpPr>
          <p:cNvPr id="1684" name="01_find_only_1683">
            <a:extLst>
              <a:ext uri="{FF2B5EF4-FFF2-40B4-BE49-F238E27FC236}">
                <a16:creationId xmlns:a16="http://schemas.microsoft.com/office/drawing/2014/main" id="{8297E631-3EC5-440F-9F38-291D7474FEF7}"/>
              </a:ext>
            </a:extLst>
          </p:cNvPr>
          <p:cNvSpPr>
            <a:spLocks noGrp="1"/>
          </p:cNvSpPr>
          <p:nvPr/>
        </p:nvSpPr>
        <p:spPr>
          <a:xfrm>
            <a:off x="5066603" y="4123418"/>
            <a:ext cx="28398" cy="28398"/>
          </a:xfrm>
          <a:prstGeom prst="ellipse">
            <a:avLst/>
          </a:prstGeom>
          <a:solidFill>
            <a:srgbClr val="7F8C97">
              <a:alpha val="48000"/>
            </a:srgbClr>
          </a:solidFill>
          <a:ln w="0">
            <a:noFill/>
            <a:prstDash val="solid"/>
          </a:ln>
        </p:spPr>
      </p:sp>
      <p:sp>
        <p:nvSpPr>
          <p:cNvPr id="1685" name="01_find_only_1684">
            <a:extLst>
              <a:ext uri="{FF2B5EF4-FFF2-40B4-BE49-F238E27FC236}">
                <a16:creationId xmlns:a16="http://schemas.microsoft.com/office/drawing/2014/main" id="{8830580E-F32D-46AB-96CD-C5554CBCF8A9}"/>
              </a:ext>
            </a:extLst>
          </p:cNvPr>
          <p:cNvSpPr>
            <a:spLocks noGrp="1"/>
          </p:cNvSpPr>
          <p:nvPr/>
        </p:nvSpPr>
        <p:spPr>
          <a:xfrm>
            <a:off x="5043235" y="4123418"/>
            <a:ext cx="28398" cy="28398"/>
          </a:xfrm>
          <a:prstGeom prst="ellipse">
            <a:avLst/>
          </a:prstGeom>
          <a:solidFill>
            <a:srgbClr val="7F8C97">
              <a:alpha val="48000"/>
            </a:srgbClr>
          </a:solidFill>
          <a:ln w="0">
            <a:noFill/>
            <a:prstDash val="solid"/>
          </a:ln>
        </p:spPr>
      </p:sp>
      <p:sp>
        <p:nvSpPr>
          <p:cNvPr id="1686" name="01_find_only_1685">
            <a:extLst>
              <a:ext uri="{FF2B5EF4-FFF2-40B4-BE49-F238E27FC236}">
                <a16:creationId xmlns:a16="http://schemas.microsoft.com/office/drawing/2014/main" id="{3230B464-FB82-4261-82BB-373B1329A5F9}"/>
              </a:ext>
            </a:extLst>
          </p:cNvPr>
          <p:cNvSpPr>
            <a:spLocks noGrp="1"/>
          </p:cNvSpPr>
          <p:nvPr/>
        </p:nvSpPr>
        <p:spPr>
          <a:xfrm>
            <a:off x="5040373" y="3733681"/>
            <a:ext cx="28398" cy="28398"/>
          </a:xfrm>
          <a:prstGeom prst="ellipse">
            <a:avLst/>
          </a:prstGeom>
          <a:solidFill>
            <a:srgbClr val="7F8C97">
              <a:alpha val="48000"/>
            </a:srgbClr>
          </a:solidFill>
          <a:ln w="0">
            <a:noFill/>
            <a:prstDash val="solid"/>
          </a:ln>
        </p:spPr>
      </p:sp>
      <p:sp>
        <p:nvSpPr>
          <p:cNvPr id="1687" name="01_find_only_1686">
            <a:extLst>
              <a:ext uri="{FF2B5EF4-FFF2-40B4-BE49-F238E27FC236}">
                <a16:creationId xmlns:a16="http://schemas.microsoft.com/office/drawing/2014/main" id="{B9D308B1-F0F1-4744-B9DA-E72430DB967C}"/>
              </a:ext>
            </a:extLst>
          </p:cNvPr>
          <p:cNvSpPr>
            <a:spLocks noGrp="1"/>
          </p:cNvSpPr>
          <p:nvPr/>
        </p:nvSpPr>
        <p:spPr>
          <a:xfrm>
            <a:off x="5008611" y="4123418"/>
            <a:ext cx="28398" cy="28398"/>
          </a:xfrm>
          <a:prstGeom prst="ellipse">
            <a:avLst/>
          </a:prstGeom>
          <a:solidFill>
            <a:srgbClr val="7F8C97">
              <a:alpha val="48000"/>
            </a:srgbClr>
          </a:solidFill>
          <a:ln w="0">
            <a:noFill/>
            <a:prstDash val="solid"/>
          </a:ln>
        </p:spPr>
      </p:sp>
      <p:sp>
        <p:nvSpPr>
          <p:cNvPr id="1688" name="01_find_only_1687">
            <a:extLst>
              <a:ext uri="{FF2B5EF4-FFF2-40B4-BE49-F238E27FC236}">
                <a16:creationId xmlns:a16="http://schemas.microsoft.com/office/drawing/2014/main" id="{C85CF9A2-1F34-44E9-B3DB-9574DAB36F75}"/>
              </a:ext>
            </a:extLst>
          </p:cNvPr>
          <p:cNvSpPr>
            <a:spLocks noGrp="1"/>
          </p:cNvSpPr>
          <p:nvPr/>
        </p:nvSpPr>
        <p:spPr>
          <a:xfrm>
            <a:off x="5088255" y="4123418"/>
            <a:ext cx="28398" cy="28398"/>
          </a:xfrm>
          <a:prstGeom prst="ellipse">
            <a:avLst/>
          </a:prstGeom>
          <a:solidFill>
            <a:srgbClr val="7F8C97">
              <a:alpha val="48000"/>
            </a:srgbClr>
          </a:solidFill>
          <a:ln w="0">
            <a:noFill/>
            <a:prstDash val="solid"/>
          </a:ln>
        </p:spPr>
      </p:sp>
      <p:sp>
        <p:nvSpPr>
          <p:cNvPr id="1689" name="01_find_only_1688">
            <a:extLst>
              <a:ext uri="{FF2B5EF4-FFF2-40B4-BE49-F238E27FC236}">
                <a16:creationId xmlns:a16="http://schemas.microsoft.com/office/drawing/2014/main" id="{56BD83B9-343B-4226-857F-C8D63F2DB4B9}"/>
              </a:ext>
            </a:extLst>
          </p:cNvPr>
          <p:cNvSpPr>
            <a:spLocks noGrp="1"/>
          </p:cNvSpPr>
          <p:nvPr/>
        </p:nvSpPr>
        <p:spPr>
          <a:xfrm>
            <a:off x="5078145" y="4123418"/>
            <a:ext cx="28398" cy="28398"/>
          </a:xfrm>
          <a:prstGeom prst="ellipse">
            <a:avLst/>
          </a:prstGeom>
          <a:solidFill>
            <a:srgbClr val="7F8C97">
              <a:alpha val="48000"/>
            </a:srgbClr>
          </a:solidFill>
          <a:ln w="0">
            <a:noFill/>
            <a:prstDash val="solid"/>
          </a:ln>
        </p:spPr>
      </p:sp>
      <p:sp>
        <p:nvSpPr>
          <p:cNvPr id="1690" name="01_find_only_1689">
            <a:extLst>
              <a:ext uri="{FF2B5EF4-FFF2-40B4-BE49-F238E27FC236}">
                <a16:creationId xmlns:a16="http://schemas.microsoft.com/office/drawing/2014/main" id="{28AA4877-606B-4DEC-8679-700C5CF31FA0}"/>
              </a:ext>
            </a:extLst>
          </p:cNvPr>
          <p:cNvSpPr>
            <a:spLocks noGrp="1"/>
          </p:cNvSpPr>
          <p:nvPr/>
        </p:nvSpPr>
        <p:spPr>
          <a:xfrm>
            <a:off x="5063742" y="4123418"/>
            <a:ext cx="28398" cy="28398"/>
          </a:xfrm>
          <a:prstGeom prst="ellipse">
            <a:avLst/>
          </a:prstGeom>
          <a:solidFill>
            <a:srgbClr val="7F8C97">
              <a:alpha val="48000"/>
            </a:srgbClr>
          </a:solidFill>
          <a:ln w="0">
            <a:noFill/>
            <a:prstDash val="solid"/>
          </a:ln>
        </p:spPr>
      </p:sp>
      <p:sp>
        <p:nvSpPr>
          <p:cNvPr id="1691" name="01_find_only_1690">
            <a:extLst>
              <a:ext uri="{FF2B5EF4-FFF2-40B4-BE49-F238E27FC236}">
                <a16:creationId xmlns:a16="http://schemas.microsoft.com/office/drawing/2014/main" id="{9A8FA164-7B4A-4686-AFB3-24E6082638DF}"/>
              </a:ext>
            </a:extLst>
          </p:cNvPr>
          <p:cNvSpPr>
            <a:spLocks noGrp="1"/>
          </p:cNvSpPr>
          <p:nvPr/>
        </p:nvSpPr>
        <p:spPr>
          <a:xfrm>
            <a:off x="5005273" y="3489410"/>
            <a:ext cx="28398" cy="28398"/>
          </a:xfrm>
          <a:prstGeom prst="ellipse">
            <a:avLst/>
          </a:prstGeom>
          <a:solidFill>
            <a:srgbClr val="7F8C97">
              <a:alpha val="48000"/>
            </a:srgbClr>
          </a:solidFill>
          <a:ln w="0">
            <a:noFill/>
            <a:prstDash val="solid"/>
          </a:ln>
        </p:spPr>
      </p:sp>
      <p:sp>
        <p:nvSpPr>
          <p:cNvPr id="1692" name="01_find_only_1691">
            <a:extLst>
              <a:ext uri="{FF2B5EF4-FFF2-40B4-BE49-F238E27FC236}">
                <a16:creationId xmlns:a16="http://schemas.microsoft.com/office/drawing/2014/main" id="{D9477C5C-84D3-4567-A433-10447B435517}"/>
              </a:ext>
            </a:extLst>
          </p:cNvPr>
          <p:cNvSpPr>
            <a:spLocks noGrp="1"/>
          </p:cNvSpPr>
          <p:nvPr/>
        </p:nvSpPr>
        <p:spPr>
          <a:xfrm>
            <a:off x="5014525" y="4123418"/>
            <a:ext cx="28398" cy="28398"/>
          </a:xfrm>
          <a:prstGeom prst="ellipse">
            <a:avLst/>
          </a:prstGeom>
          <a:solidFill>
            <a:srgbClr val="7F8C97">
              <a:alpha val="48000"/>
            </a:srgbClr>
          </a:solidFill>
          <a:ln w="0">
            <a:noFill/>
            <a:prstDash val="solid"/>
          </a:ln>
        </p:spPr>
      </p:sp>
      <p:sp>
        <p:nvSpPr>
          <p:cNvPr id="1693" name="01_find_only_1692">
            <a:extLst>
              <a:ext uri="{FF2B5EF4-FFF2-40B4-BE49-F238E27FC236}">
                <a16:creationId xmlns:a16="http://schemas.microsoft.com/office/drawing/2014/main" id="{C0095359-D1FA-4FB9-8FC2-4CE5E72FFE47}"/>
              </a:ext>
            </a:extLst>
          </p:cNvPr>
          <p:cNvSpPr>
            <a:spLocks noGrp="1"/>
          </p:cNvSpPr>
          <p:nvPr/>
        </p:nvSpPr>
        <p:spPr>
          <a:xfrm>
            <a:off x="5023777" y="4123418"/>
            <a:ext cx="28398" cy="28398"/>
          </a:xfrm>
          <a:prstGeom prst="ellipse">
            <a:avLst/>
          </a:prstGeom>
          <a:solidFill>
            <a:srgbClr val="7F8C97">
              <a:alpha val="48000"/>
            </a:srgbClr>
          </a:solidFill>
          <a:ln w="0">
            <a:noFill/>
            <a:prstDash val="solid"/>
          </a:ln>
        </p:spPr>
      </p:sp>
      <p:sp>
        <p:nvSpPr>
          <p:cNvPr id="1694" name="01_find_only_1693">
            <a:extLst>
              <a:ext uri="{FF2B5EF4-FFF2-40B4-BE49-F238E27FC236}">
                <a16:creationId xmlns:a16="http://schemas.microsoft.com/office/drawing/2014/main" id="{E0DD29AB-861F-47D5-9E1D-90E6EAA11597}"/>
              </a:ext>
            </a:extLst>
          </p:cNvPr>
          <p:cNvSpPr>
            <a:spLocks noGrp="1"/>
          </p:cNvSpPr>
          <p:nvPr/>
        </p:nvSpPr>
        <p:spPr>
          <a:xfrm>
            <a:off x="5064696" y="3489410"/>
            <a:ext cx="28398" cy="28398"/>
          </a:xfrm>
          <a:prstGeom prst="ellipse">
            <a:avLst/>
          </a:prstGeom>
          <a:solidFill>
            <a:srgbClr val="7F8C97">
              <a:alpha val="48000"/>
            </a:srgbClr>
          </a:solidFill>
          <a:ln w="0">
            <a:noFill/>
            <a:prstDash val="solid"/>
          </a:ln>
        </p:spPr>
      </p:sp>
      <p:sp>
        <p:nvSpPr>
          <p:cNvPr id="1695" name="01_find_only_1694">
            <a:extLst>
              <a:ext uri="{FF2B5EF4-FFF2-40B4-BE49-F238E27FC236}">
                <a16:creationId xmlns:a16="http://schemas.microsoft.com/office/drawing/2014/main" id="{F1022F3E-4E7B-461D-A7B1-82D8926A2C8A}"/>
              </a:ext>
            </a:extLst>
          </p:cNvPr>
          <p:cNvSpPr>
            <a:spLocks noGrp="1"/>
          </p:cNvSpPr>
          <p:nvPr/>
        </p:nvSpPr>
        <p:spPr>
          <a:xfrm>
            <a:off x="5055062" y="3489410"/>
            <a:ext cx="28398" cy="28398"/>
          </a:xfrm>
          <a:prstGeom prst="ellipse">
            <a:avLst/>
          </a:prstGeom>
          <a:solidFill>
            <a:srgbClr val="7F8C97">
              <a:alpha val="48000"/>
            </a:srgbClr>
          </a:solidFill>
          <a:ln w="0">
            <a:noFill/>
            <a:prstDash val="solid"/>
          </a:ln>
        </p:spPr>
      </p:sp>
      <p:sp>
        <p:nvSpPr>
          <p:cNvPr id="1696" name="01_find_only_1695">
            <a:extLst>
              <a:ext uri="{FF2B5EF4-FFF2-40B4-BE49-F238E27FC236}">
                <a16:creationId xmlns:a16="http://schemas.microsoft.com/office/drawing/2014/main" id="{BD0D80D7-F14C-498F-A4D5-D1CC95861D03}"/>
              </a:ext>
            </a:extLst>
          </p:cNvPr>
          <p:cNvSpPr>
            <a:spLocks noGrp="1"/>
          </p:cNvSpPr>
          <p:nvPr/>
        </p:nvSpPr>
        <p:spPr>
          <a:xfrm>
            <a:off x="5018531" y="3700746"/>
            <a:ext cx="28398" cy="28398"/>
          </a:xfrm>
          <a:prstGeom prst="ellipse">
            <a:avLst/>
          </a:prstGeom>
          <a:solidFill>
            <a:srgbClr val="7F8C97">
              <a:alpha val="48000"/>
            </a:srgbClr>
          </a:solidFill>
          <a:ln w="0">
            <a:noFill/>
            <a:prstDash val="solid"/>
          </a:ln>
        </p:spPr>
      </p:sp>
      <p:sp>
        <p:nvSpPr>
          <p:cNvPr id="1697" name="01_find_only_1696">
            <a:extLst>
              <a:ext uri="{FF2B5EF4-FFF2-40B4-BE49-F238E27FC236}">
                <a16:creationId xmlns:a16="http://schemas.microsoft.com/office/drawing/2014/main" id="{0C856F4D-F9EB-4C76-9575-A76D7FBE18CB}"/>
              </a:ext>
            </a:extLst>
          </p:cNvPr>
          <p:cNvSpPr>
            <a:spLocks noGrp="1"/>
          </p:cNvSpPr>
          <p:nvPr/>
        </p:nvSpPr>
        <p:spPr>
          <a:xfrm>
            <a:off x="5035795" y="3489410"/>
            <a:ext cx="28398" cy="28398"/>
          </a:xfrm>
          <a:prstGeom prst="ellipse">
            <a:avLst/>
          </a:prstGeom>
          <a:solidFill>
            <a:srgbClr val="7F8C97">
              <a:alpha val="48000"/>
            </a:srgbClr>
          </a:solidFill>
          <a:ln w="0">
            <a:noFill/>
            <a:prstDash val="solid"/>
          </a:ln>
        </p:spPr>
      </p:sp>
      <p:sp>
        <p:nvSpPr>
          <p:cNvPr id="1698" name="01_find_only_1697">
            <a:extLst>
              <a:ext uri="{FF2B5EF4-FFF2-40B4-BE49-F238E27FC236}">
                <a16:creationId xmlns:a16="http://schemas.microsoft.com/office/drawing/2014/main" id="{0FBD531B-7835-4F3E-9BB5-E342FDB03263}"/>
              </a:ext>
            </a:extLst>
          </p:cNvPr>
          <p:cNvSpPr>
            <a:spLocks noGrp="1"/>
          </p:cNvSpPr>
          <p:nvPr/>
        </p:nvSpPr>
        <p:spPr>
          <a:xfrm>
            <a:off x="5002030" y="4123418"/>
            <a:ext cx="28398" cy="28398"/>
          </a:xfrm>
          <a:prstGeom prst="ellipse">
            <a:avLst/>
          </a:prstGeom>
          <a:solidFill>
            <a:srgbClr val="7F8C97">
              <a:alpha val="48000"/>
            </a:srgbClr>
          </a:solidFill>
          <a:ln w="0">
            <a:noFill/>
            <a:prstDash val="solid"/>
          </a:ln>
        </p:spPr>
      </p:sp>
      <p:sp>
        <p:nvSpPr>
          <p:cNvPr id="1699" name="01_find_only_1698">
            <a:extLst>
              <a:ext uri="{FF2B5EF4-FFF2-40B4-BE49-F238E27FC236}">
                <a16:creationId xmlns:a16="http://schemas.microsoft.com/office/drawing/2014/main" id="{2B905854-0A4C-41CD-BD33-82A5CEF07758}"/>
              </a:ext>
            </a:extLst>
          </p:cNvPr>
          <p:cNvSpPr>
            <a:spLocks noGrp="1"/>
          </p:cNvSpPr>
          <p:nvPr/>
        </p:nvSpPr>
        <p:spPr>
          <a:xfrm>
            <a:off x="5272823" y="3489410"/>
            <a:ext cx="28398" cy="28398"/>
          </a:xfrm>
          <a:prstGeom prst="ellipse">
            <a:avLst/>
          </a:prstGeom>
          <a:solidFill>
            <a:srgbClr val="7F8C97">
              <a:alpha val="48000"/>
            </a:srgbClr>
          </a:solidFill>
          <a:ln w="0">
            <a:noFill/>
            <a:prstDash val="solid"/>
          </a:ln>
        </p:spPr>
      </p:sp>
      <p:sp>
        <p:nvSpPr>
          <p:cNvPr id="1700" name="01_find_only_1699">
            <a:extLst>
              <a:ext uri="{FF2B5EF4-FFF2-40B4-BE49-F238E27FC236}">
                <a16:creationId xmlns:a16="http://schemas.microsoft.com/office/drawing/2014/main" id="{9821ECFA-E439-454A-9366-82EA8E2EE594}"/>
              </a:ext>
            </a:extLst>
          </p:cNvPr>
          <p:cNvSpPr>
            <a:spLocks noGrp="1"/>
          </p:cNvSpPr>
          <p:nvPr/>
        </p:nvSpPr>
        <p:spPr>
          <a:xfrm>
            <a:off x="5254510" y="3912082"/>
            <a:ext cx="28398" cy="28398"/>
          </a:xfrm>
          <a:prstGeom prst="ellipse">
            <a:avLst/>
          </a:prstGeom>
          <a:solidFill>
            <a:srgbClr val="7F8C97">
              <a:alpha val="48000"/>
            </a:srgbClr>
          </a:solidFill>
          <a:ln w="0">
            <a:noFill/>
            <a:prstDash val="solid"/>
          </a:ln>
        </p:spPr>
      </p:sp>
      <p:sp>
        <p:nvSpPr>
          <p:cNvPr id="1701" name="01_find_only_1700">
            <a:extLst>
              <a:ext uri="{FF2B5EF4-FFF2-40B4-BE49-F238E27FC236}">
                <a16:creationId xmlns:a16="http://schemas.microsoft.com/office/drawing/2014/main" id="{2B694F16-2B67-4134-AB51-C31FEA45255D}"/>
              </a:ext>
            </a:extLst>
          </p:cNvPr>
          <p:cNvSpPr>
            <a:spLocks noGrp="1"/>
          </p:cNvSpPr>
          <p:nvPr/>
        </p:nvSpPr>
        <p:spPr>
          <a:xfrm>
            <a:off x="5269390" y="4123418"/>
            <a:ext cx="28398" cy="28398"/>
          </a:xfrm>
          <a:prstGeom prst="ellipse">
            <a:avLst/>
          </a:prstGeom>
          <a:solidFill>
            <a:srgbClr val="7F8C97">
              <a:alpha val="48000"/>
            </a:srgbClr>
          </a:solidFill>
          <a:ln w="0">
            <a:noFill/>
            <a:prstDash val="solid"/>
          </a:ln>
        </p:spPr>
      </p:sp>
      <p:sp>
        <p:nvSpPr>
          <p:cNvPr id="1702" name="01_find_only_1701">
            <a:extLst>
              <a:ext uri="{FF2B5EF4-FFF2-40B4-BE49-F238E27FC236}">
                <a16:creationId xmlns:a16="http://schemas.microsoft.com/office/drawing/2014/main" id="{46EB3829-1BFF-4CEA-9A75-FD0AE5924A1F}"/>
              </a:ext>
            </a:extLst>
          </p:cNvPr>
          <p:cNvSpPr>
            <a:spLocks noGrp="1"/>
          </p:cNvSpPr>
          <p:nvPr/>
        </p:nvSpPr>
        <p:spPr>
          <a:xfrm>
            <a:off x="5269008" y="3700746"/>
            <a:ext cx="28398" cy="28398"/>
          </a:xfrm>
          <a:prstGeom prst="ellipse">
            <a:avLst/>
          </a:prstGeom>
          <a:solidFill>
            <a:srgbClr val="7F8C97">
              <a:alpha val="48000"/>
            </a:srgbClr>
          </a:solidFill>
          <a:ln w="0">
            <a:noFill/>
            <a:prstDash val="solid"/>
          </a:ln>
        </p:spPr>
      </p:sp>
      <p:sp>
        <p:nvSpPr>
          <p:cNvPr id="1703" name="01_find_only_1702">
            <a:extLst>
              <a:ext uri="{FF2B5EF4-FFF2-40B4-BE49-F238E27FC236}">
                <a16:creationId xmlns:a16="http://schemas.microsoft.com/office/drawing/2014/main" id="{DC82F9D0-A0BA-4E53-9EA2-A5CAEAB4C7A9}"/>
              </a:ext>
            </a:extLst>
          </p:cNvPr>
          <p:cNvSpPr>
            <a:spLocks noGrp="1"/>
          </p:cNvSpPr>
          <p:nvPr/>
        </p:nvSpPr>
        <p:spPr>
          <a:xfrm>
            <a:off x="5285223" y="3172406"/>
            <a:ext cx="28398" cy="28398"/>
          </a:xfrm>
          <a:prstGeom prst="ellipse">
            <a:avLst/>
          </a:prstGeom>
          <a:solidFill>
            <a:srgbClr val="7F8C97">
              <a:alpha val="48000"/>
            </a:srgbClr>
          </a:solidFill>
          <a:ln w="0">
            <a:noFill/>
            <a:prstDash val="solid"/>
          </a:ln>
        </p:spPr>
      </p:sp>
      <p:sp>
        <p:nvSpPr>
          <p:cNvPr id="1704" name="01_find_only_1703">
            <a:extLst>
              <a:ext uri="{FF2B5EF4-FFF2-40B4-BE49-F238E27FC236}">
                <a16:creationId xmlns:a16="http://schemas.microsoft.com/office/drawing/2014/main" id="{55D0E5D0-2945-4E5F-AC5C-A1BE0C4A5D58}"/>
              </a:ext>
            </a:extLst>
          </p:cNvPr>
          <p:cNvSpPr>
            <a:spLocks noGrp="1"/>
          </p:cNvSpPr>
          <p:nvPr/>
        </p:nvSpPr>
        <p:spPr>
          <a:xfrm>
            <a:off x="5312979" y="3700746"/>
            <a:ext cx="28398" cy="28398"/>
          </a:xfrm>
          <a:prstGeom prst="ellipse">
            <a:avLst/>
          </a:prstGeom>
          <a:solidFill>
            <a:srgbClr val="7F8C97">
              <a:alpha val="48000"/>
            </a:srgbClr>
          </a:solidFill>
          <a:ln w="0">
            <a:noFill/>
            <a:prstDash val="solid"/>
          </a:ln>
        </p:spPr>
      </p:sp>
      <p:sp>
        <p:nvSpPr>
          <p:cNvPr id="1705" name="01_find_only_1704">
            <a:extLst>
              <a:ext uri="{FF2B5EF4-FFF2-40B4-BE49-F238E27FC236}">
                <a16:creationId xmlns:a16="http://schemas.microsoft.com/office/drawing/2014/main" id="{0E151563-5C77-4A99-8817-6AB2C1F9415B}"/>
              </a:ext>
            </a:extLst>
          </p:cNvPr>
          <p:cNvSpPr>
            <a:spLocks noGrp="1"/>
          </p:cNvSpPr>
          <p:nvPr/>
        </p:nvSpPr>
        <p:spPr>
          <a:xfrm>
            <a:off x="5330434" y="3456897"/>
            <a:ext cx="28398" cy="28398"/>
          </a:xfrm>
          <a:prstGeom prst="ellipse">
            <a:avLst/>
          </a:prstGeom>
          <a:solidFill>
            <a:srgbClr val="7F8C97">
              <a:alpha val="48000"/>
            </a:srgbClr>
          </a:solidFill>
          <a:ln w="0">
            <a:noFill/>
            <a:prstDash val="solid"/>
          </a:ln>
        </p:spPr>
      </p:sp>
      <p:sp>
        <p:nvSpPr>
          <p:cNvPr id="1706" name="01_find_only_1705">
            <a:extLst>
              <a:ext uri="{FF2B5EF4-FFF2-40B4-BE49-F238E27FC236}">
                <a16:creationId xmlns:a16="http://schemas.microsoft.com/office/drawing/2014/main" id="{9CF59FBD-12B0-49D2-B5F2-ACFCCA2EA226}"/>
              </a:ext>
            </a:extLst>
          </p:cNvPr>
          <p:cNvSpPr>
            <a:spLocks noGrp="1"/>
          </p:cNvSpPr>
          <p:nvPr/>
        </p:nvSpPr>
        <p:spPr>
          <a:xfrm>
            <a:off x="5259565" y="3278074"/>
            <a:ext cx="28398" cy="28398"/>
          </a:xfrm>
          <a:prstGeom prst="ellipse">
            <a:avLst/>
          </a:prstGeom>
          <a:solidFill>
            <a:srgbClr val="7F8C97">
              <a:alpha val="48000"/>
            </a:srgbClr>
          </a:solidFill>
          <a:ln w="0">
            <a:noFill/>
            <a:prstDash val="solid"/>
          </a:ln>
        </p:spPr>
      </p:sp>
      <p:sp>
        <p:nvSpPr>
          <p:cNvPr id="1707" name="01_find_only_1706">
            <a:extLst>
              <a:ext uri="{FF2B5EF4-FFF2-40B4-BE49-F238E27FC236}">
                <a16:creationId xmlns:a16="http://schemas.microsoft.com/office/drawing/2014/main" id="{F21BA5D4-CB8E-4657-9CAD-0EDD685BA3F5}"/>
              </a:ext>
            </a:extLst>
          </p:cNvPr>
          <p:cNvSpPr>
            <a:spLocks noGrp="1"/>
          </p:cNvSpPr>
          <p:nvPr/>
        </p:nvSpPr>
        <p:spPr>
          <a:xfrm>
            <a:off x="5303155" y="2855402"/>
            <a:ext cx="28398" cy="28398"/>
          </a:xfrm>
          <a:prstGeom prst="ellipse">
            <a:avLst/>
          </a:prstGeom>
          <a:solidFill>
            <a:srgbClr val="7F8C97">
              <a:alpha val="48000"/>
            </a:srgbClr>
          </a:solidFill>
          <a:ln w="0">
            <a:noFill/>
            <a:prstDash val="solid"/>
          </a:ln>
        </p:spPr>
      </p:sp>
      <p:sp>
        <p:nvSpPr>
          <p:cNvPr id="1708" name="01_find_only_1707">
            <a:extLst>
              <a:ext uri="{FF2B5EF4-FFF2-40B4-BE49-F238E27FC236}">
                <a16:creationId xmlns:a16="http://schemas.microsoft.com/office/drawing/2014/main" id="{7E938EF8-FDE8-4860-A8DB-6C0D3760DE96}"/>
              </a:ext>
            </a:extLst>
          </p:cNvPr>
          <p:cNvSpPr>
            <a:spLocks noGrp="1"/>
          </p:cNvSpPr>
          <p:nvPr/>
        </p:nvSpPr>
        <p:spPr>
          <a:xfrm>
            <a:off x="5259851" y="4123418"/>
            <a:ext cx="28398" cy="28398"/>
          </a:xfrm>
          <a:prstGeom prst="ellipse">
            <a:avLst/>
          </a:prstGeom>
          <a:solidFill>
            <a:srgbClr val="7F8C97">
              <a:alpha val="48000"/>
            </a:srgbClr>
          </a:solidFill>
          <a:ln w="0">
            <a:noFill/>
            <a:prstDash val="solid"/>
          </a:ln>
        </p:spPr>
      </p:sp>
      <p:sp>
        <p:nvSpPr>
          <p:cNvPr id="1709" name="01_find_only_1708">
            <a:extLst>
              <a:ext uri="{FF2B5EF4-FFF2-40B4-BE49-F238E27FC236}">
                <a16:creationId xmlns:a16="http://schemas.microsoft.com/office/drawing/2014/main" id="{285EBF08-2D6A-4297-9613-E1C8065F00A4}"/>
              </a:ext>
            </a:extLst>
          </p:cNvPr>
          <p:cNvSpPr>
            <a:spLocks noGrp="1"/>
          </p:cNvSpPr>
          <p:nvPr/>
        </p:nvSpPr>
        <p:spPr>
          <a:xfrm>
            <a:off x="5249359" y="3489410"/>
            <a:ext cx="28398" cy="28398"/>
          </a:xfrm>
          <a:prstGeom prst="ellipse">
            <a:avLst/>
          </a:prstGeom>
          <a:solidFill>
            <a:srgbClr val="7F8C97">
              <a:alpha val="48000"/>
            </a:srgbClr>
          </a:solidFill>
          <a:ln w="0">
            <a:noFill/>
            <a:prstDash val="solid"/>
          </a:ln>
        </p:spPr>
      </p:sp>
      <p:sp>
        <p:nvSpPr>
          <p:cNvPr id="1710" name="01_find_only_1709">
            <a:extLst>
              <a:ext uri="{FF2B5EF4-FFF2-40B4-BE49-F238E27FC236}">
                <a16:creationId xmlns:a16="http://schemas.microsoft.com/office/drawing/2014/main" id="{3DCDE989-DE1A-4BC4-8AC0-C28AEE5C52D3}"/>
              </a:ext>
            </a:extLst>
          </p:cNvPr>
          <p:cNvSpPr>
            <a:spLocks noGrp="1"/>
          </p:cNvSpPr>
          <p:nvPr/>
        </p:nvSpPr>
        <p:spPr>
          <a:xfrm>
            <a:off x="5322803" y="3489410"/>
            <a:ext cx="28398" cy="28398"/>
          </a:xfrm>
          <a:prstGeom prst="ellipse">
            <a:avLst/>
          </a:prstGeom>
          <a:solidFill>
            <a:srgbClr val="7F8C97">
              <a:alpha val="48000"/>
            </a:srgbClr>
          </a:solidFill>
          <a:ln w="0">
            <a:noFill/>
            <a:prstDash val="solid"/>
          </a:ln>
        </p:spPr>
      </p:sp>
      <p:sp>
        <p:nvSpPr>
          <p:cNvPr id="1711" name="01_find_only_1710">
            <a:extLst>
              <a:ext uri="{FF2B5EF4-FFF2-40B4-BE49-F238E27FC236}">
                <a16:creationId xmlns:a16="http://schemas.microsoft.com/office/drawing/2014/main" id="{72C572AE-9D13-4145-B286-CC555020CABC}"/>
              </a:ext>
            </a:extLst>
          </p:cNvPr>
          <p:cNvSpPr>
            <a:spLocks noGrp="1"/>
          </p:cNvSpPr>
          <p:nvPr/>
        </p:nvSpPr>
        <p:spPr>
          <a:xfrm>
            <a:off x="5342356" y="4123418"/>
            <a:ext cx="28398" cy="28398"/>
          </a:xfrm>
          <a:prstGeom prst="ellipse">
            <a:avLst/>
          </a:prstGeom>
          <a:solidFill>
            <a:srgbClr val="7F8C97">
              <a:alpha val="48000"/>
            </a:srgbClr>
          </a:solidFill>
          <a:ln w="0">
            <a:noFill/>
            <a:prstDash val="solid"/>
          </a:ln>
        </p:spPr>
      </p:sp>
      <p:sp>
        <p:nvSpPr>
          <p:cNvPr id="1712" name="01_find_only_1711">
            <a:extLst>
              <a:ext uri="{FF2B5EF4-FFF2-40B4-BE49-F238E27FC236}">
                <a16:creationId xmlns:a16="http://schemas.microsoft.com/office/drawing/2014/main" id="{BBA7D447-18AA-4C6F-9697-C5A123CFAE64}"/>
              </a:ext>
            </a:extLst>
          </p:cNvPr>
          <p:cNvSpPr>
            <a:spLocks noGrp="1"/>
          </p:cNvSpPr>
          <p:nvPr/>
        </p:nvSpPr>
        <p:spPr>
          <a:xfrm>
            <a:off x="5284937" y="4123418"/>
            <a:ext cx="28398" cy="28398"/>
          </a:xfrm>
          <a:prstGeom prst="ellipse">
            <a:avLst/>
          </a:prstGeom>
          <a:solidFill>
            <a:srgbClr val="7F8C97">
              <a:alpha val="48000"/>
            </a:srgbClr>
          </a:solidFill>
          <a:ln w="0">
            <a:noFill/>
            <a:prstDash val="solid"/>
          </a:ln>
        </p:spPr>
      </p:sp>
      <p:sp>
        <p:nvSpPr>
          <p:cNvPr id="1713" name="01_find_only_1712">
            <a:extLst>
              <a:ext uri="{FF2B5EF4-FFF2-40B4-BE49-F238E27FC236}">
                <a16:creationId xmlns:a16="http://schemas.microsoft.com/office/drawing/2014/main" id="{C9C673A6-3C79-423E-88B8-2148DB44C779}"/>
              </a:ext>
            </a:extLst>
          </p:cNvPr>
          <p:cNvSpPr>
            <a:spLocks noGrp="1"/>
          </p:cNvSpPr>
          <p:nvPr/>
        </p:nvSpPr>
        <p:spPr>
          <a:xfrm>
            <a:off x="5337206" y="2855402"/>
            <a:ext cx="28398" cy="28398"/>
          </a:xfrm>
          <a:prstGeom prst="ellipse">
            <a:avLst/>
          </a:prstGeom>
          <a:solidFill>
            <a:srgbClr val="7F8C97">
              <a:alpha val="48000"/>
            </a:srgbClr>
          </a:solidFill>
          <a:ln w="0">
            <a:noFill/>
            <a:prstDash val="solid"/>
          </a:ln>
        </p:spPr>
      </p:sp>
      <p:sp>
        <p:nvSpPr>
          <p:cNvPr id="1714" name="01_find_only_1713">
            <a:extLst>
              <a:ext uri="{FF2B5EF4-FFF2-40B4-BE49-F238E27FC236}">
                <a16:creationId xmlns:a16="http://schemas.microsoft.com/office/drawing/2014/main" id="{753855F2-46A4-477A-8587-464DC062CB73}"/>
              </a:ext>
            </a:extLst>
          </p:cNvPr>
          <p:cNvSpPr>
            <a:spLocks noGrp="1"/>
          </p:cNvSpPr>
          <p:nvPr/>
        </p:nvSpPr>
        <p:spPr>
          <a:xfrm>
            <a:off x="5269294" y="3278074"/>
            <a:ext cx="28398" cy="28398"/>
          </a:xfrm>
          <a:prstGeom prst="ellipse">
            <a:avLst/>
          </a:prstGeom>
          <a:solidFill>
            <a:srgbClr val="7F8C97">
              <a:alpha val="48000"/>
            </a:srgbClr>
          </a:solidFill>
          <a:ln w="0">
            <a:noFill/>
            <a:prstDash val="solid"/>
          </a:ln>
        </p:spPr>
      </p:sp>
      <p:sp>
        <p:nvSpPr>
          <p:cNvPr id="1715" name="01_find_only_1714">
            <a:extLst>
              <a:ext uri="{FF2B5EF4-FFF2-40B4-BE49-F238E27FC236}">
                <a16:creationId xmlns:a16="http://schemas.microsoft.com/office/drawing/2014/main" id="{78EF2034-CF78-4EBF-B128-59B57D4B0ECA}"/>
              </a:ext>
            </a:extLst>
          </p:cNvPr>
          <p:cNvSpPr>
            <a:spLocks noGrp="1"/>
          </p:cNvSpPr>
          <p:nvPr/>
        </p:nvSpPr>
        <p:spPr>
          <a:xfrm>
            <a:off x="5287417" y="4123418"/>
            <a:ext cx="28398" cy="28398"/>
          </a:xfrm>
          <a:prstGeom prst="ellipse">
            <a:avLst/>
          </a:prstGeom>
          <a:solidFill>
            <a:srgbClr val="7F8C97">
              <a:alpha val="48000"/>
            </a:srgbClr>
          </a:solidFill>
          <a:ln w="0">
            <a:noFill/>
            <a:prstDash val="solid"/>
          </a:ln>
        </p:spPr>
      </p:sp>
      <p:sp>
        <p:nvSpPr>
          <p:cNvPr id="1716" name="01_find_only_1715">
            <a:extLst>
              <a:ext uri="{FF2B5EF4-FFF2-40B4-BE49-F238E27FC236}">
                <a16:creationId xmlns:a16="http://schemas.microsoft.com/office/drawing/2014/main" id="{DCD38102-5AA7-467F-BA74-202B15D5C9D1}"/>
              </a:ext>
            </a:extLst>
          </p:cNvPr>
          <p:cNvSpPr>
            <a:spLocks noGrp="1"/>
          </p:cNvSpPr>
          <p:nvPr/>
        </p:nvSpPr>
        <p:spPr>
          <a:xfrm>
            <a:off x="5315840" y="3679612"/>
            <a:ext cx="28398" cy="28398"/>
          </a:xfrm>
          <a:prstGeom prst="ellipse">
            <a:avLst/>
          </a:prstGeom>
          <a:solidFill>
            <a:srgbClr val="7F8C97">
              <a:alpha val="48000"/>
            </a:srgbClr>
          </a:solidFill>
          <a:ln w="0">
            <a:noFill/>
            <a:prstDash val="solid"/>
          </a:ln>
        </p:spPr>
      </p:sp>
      <p:sp>
        <p:nvSpPr>
          <p:cNvPr id="1717" name="01_find_only_1716">
            <a:extLst>
              <a:ext uri="{FF2B5EF4-FFF2-40B4-BE49-F238E27FC236}">
                <a16:creationId xmlns:a16="http://schemas.microsoft.com/office/drawing/2014/main" id="{2529C073-D7DE-468D-B9D6-A4EBB70EC10A}"/>
              </a:ext>
            </a:extLst>
          </p:cNvPr>
          <p:cNvSpPr>
            <a:spLocks noGrp="1"/>
          </p:cNvSpPr>
          <p:nvPr/>
        </p:nvSpPr>
        <p:spPr>
          <a:xfrm>
            <a:off x="5332914" y="4123418"/>
            <a:ext cx="28398" cy="28398"/>
          </a:xfrm>
          <a:prstGeom prst="ellipse">
            <a:avLst/>
          </a:prstGeom>
          <a:solidFill>
            <a:srgbClr val="7F8C97">
              <a:alpha val="48000"/>
            </a:srgbClr>
          </a:solidFill>
          <a:ln w="0">
            <a:noFill/>
            <a:prstDash val="solid"/>
          </a:ln>
        </p:spPr>
      </p:sp>
      <p:sp>
        <p:nvSpPr>
          <p:cNvPr id="1718" name="01_find_only_1717">
            <a:extLst>
              <a:ext uri="{FF2B5EF4-FFF2-40B4-BE49-F238E27FC236}">
                <a16:creationId xmlns:a16="http://schemas.microsoft.com/office/drawing/2014/main" id="{5CF559A4-0A68-4F13-B1E9-CE491CF5E8A6}"/>
              </a:ext>
            </a:extLst>
          </p:cNvPr>
          <p:cNvSpPr>
            <a:spLocks noGrp="1"/>
          </p:cNvSpPr>
          <p:nvPr/>
        </p:nvSpPr>
        <p:spPr>
          <a:xfrm>
            <a:off x="5342166" y="4123418"/>
            <a:ext cx="28398" cy="28398"/>
          </a:xfrm>
          <a:prstGeom prst="ellipse">
            <a:avLst/>
          </a:prstGeom>
          <a:solidFill>
            <a:srgbClr val="7F8C97">
              <a:alpha val="48000"/>
            </a:srgbClr>
          </a:solidFill>
          <a:ln w="0">
            <a:noFill/>
            <a:prstDash val="solid"/>
          </a:ln>
        </p:spPr>
      </p:sp>
      <p:sp>
        <p:nvSpPr>
          <p:cNvPr id="1719" name="01_find_only_1718">
            <a:extLst>
              <a:ext uri="{FF2B5EF4-FFF2-40B4-BE49-F238E27FC236}">
                <a16:creationId xmlns:a16="http://schemas.microsoft.com/office/drawing/2014/main" id="{DD48732A-340D-492E-9680-D245DD8FD0B2}"/>
              </a:ext>
            </a:extLst>
          </p:cNvPr>
          <p:cNvSpPr>
            <a:spLocks noGrp="1"/>
          </p:cNvSpPr>
          <p:nvPr/>
        </p:nvSpPr>
        <p:spPr>
          <a:xfrm>
            <a:off x="5309259" y="4123418"/>
            <a:ext cx="28398" cy="28398"/>
          </a:xfrm>
          <a:prstGeom prst="ellipse">
            <a:avLst/>
          </a:prstGeom>
          <a:solidFill>
            <a:srgbClr val="7F8C97">
              <a:alpha val="48000"/>
            </a:srgbClr>
          </a:solidFill>
          <a:ln w="0">
            <a:noFill/>
            <a:prstDash val="solid"/>
          </a:ln>
        </p:spPr>
      </p:sp>
      <p:sp>
        <p:nvSpPr>
          <p:cNvPr id="1720" name="01_find_only_1719">
            <a:extLst>
              <a:ext uri="{FF2B5EF4-FFF2-40B4-BE49-F238E27FC236}">
                <a16:creationId xmlns:a16="http://schemas.microsoft.com/office/drawing/2014/main" id="{31DF6E45-E96F-414D-AD3D-A23E8AB2E948}"/>
              </a:ext>
            </a:extLst>
          </p:cNvPr>
          <p:cNvSpPr>
            <a:spLocks noGrp="1"/>
          </p:cNvSpPr>
          <p:nvPr/>
        </p:nvSpPr>
        <p:spPr>
          <a:xfrm>
            <a:off x="5252698" y="3522779"/>
            <a:ext cx="28398" cy="28398"/>
          </a:xfrm>
          <a:prstGeom prst="ellipse">
            <a:avLst/>
          </a:prstGeom>
          <a:solidFill>
            <a:srgbClr val="7F8C97">
              <a:alpha val="48000"/>
            </a:srgbClr>
          </a:solidFill>
          <a:ln w="0">
            <a:noFill/>
            <a:prstDash val="solid"/>
          </a:ln>
        </p:spPr>
      </p:sp>
      <p:sp>
        <p:nvSpPr>
          <p:cNvPr id="1721" name="01_find_only_1720">
            <a:extLst>
              <a:ext uri="{FF2B5EF4-FFF2-40B4-BE49-F238E27FC236}">
                <a16:creationId xmlns:a16="http://schemas.microsoft.com/office/drawing/2014/main" id="{4020DE52-3786-49BB-9040-9225C6C60E20}"/>
              </a:ext>
            </a:extLst>
          </p:cNvPr>
          <p:cNvSpPr>
            <a:spLocks noGrp="1"/>
          </p:cNvSpPr>
          <p:nvPr/>
        </p:nvSpPr>
        <p:spPr>
          <a:xfrm>
            <a:off x="5266814" y="4123418"/>
            <a:ext cx="28398" cy="28398"/>
          </a:xfrm>
          <a:prstGeom prst="ellipse">
            <a:avLst/>
          </a:prstGeom>
          <a:solidFill>
            <a:srgbClr val="7F8C97">
              <a:alpha val="48000"/>
            </a:srgbClr>
          </a:solidFill>
          <a:ln w="0">
            <a:noFill/>
            <a:prstDash val="solid"/>
          </a:ln>
        </p:spPr>
      </p:sp>
      <p:sp>
        <p:nvSpPr>
          <p:cNvPr id="1722" name="01_find_only_1721">
            <a:extLst>
              <a:ext uri="{FF2B5EF4-FFF2-40B4-BE49-F238E27FC236}">
                <a16:creationId xmlns:a16="http://schemas.microsoft.com/office/drawing/2014/main" id="{AEB33458-F22A-4DAC-A182-449CF8C4D45E}"/>
              </a:ext>
            </a:extLst>
          </p:cNvPr>
          <p:cNvSpPr>
            <a:spLocks noGrp="1"/>
          </p:cNvSpPr>
          <p:nvPr/>
        </p:nvSpPr>
        <p:spPr>
          <a:xfrm>
            <a:off x="5273014" y="4123418"/>
            <a:ext cx="28398" cy="28398"/>
          </a:xfrm>
          <a:prstGeom prst="ellipse">
            <a:avLst/>
          </a:prstGeom>
          <a:solidFill>
            <a:srgbClr val="7F8C97">
              <a:alpha val="48000"/>
            </a:srgbClr>
          </a:solidFill>
          <a:ln w="0">
            <a:noFill/>
            <a:prstDash val="solid"/>
          </a:ln>
        </p:spPr>
      </p:sp>
      <p:sp>
        <p:nvSpPr>
          <p:cNvPr id="1723" name="01_find_only_1722">
            <a:extLst>
              <a:ext uri="{FF2B5EF4-FFF2-40B4-BE49-F238E27FC236}">
                <a16:creationId xmlns:a16="http://schemas.microsoft.com/office/drawing/2014/main" id="{335C9EC7-5800-4F84-AC41-9BF21F179E28}"/>
              </a:ext>
            </a:extLst>
          </p:cNvPr>
          <p:cNvSpPr>
            <a:spLocks noGrp="1"/>
          </p:cNvSpPr>
          <p:nvPr/>
        </p:nvSpPr>
        <p:spPr>
          <a:xfrm>
            <a:off x="5252507" y="4123418"/>
            <a:ext cx="28398" cy="28398"/>
          </a:xfrm>
          <a:prstGeom prst="ellipse">
            <a:avLst/>
          </a:prstGeom>
          <a:solidFill>
            <a:srgbClr val="7F8C97">
              <a:alpha val="48000"/>
            </a:srgbClr>
          </a:solidFill>
          <a:ln w="0">
            <a:noFill/>
            <a:prstDash val="solid"/>
          </a:ln>
        </p:spPr>
      </p:sp>
      <p:sp>
        <p:nvSpPr>
          <p:cNvPr id="1724" name="01_find_only_1723">
            <a:extLst>
              <a:ext uri="{FF2B5EF4-FFF2-40B4-BE49-F238E27FC236}">
                <a16:creationId xmlns:a16="http://schemas.microsoft.com/office/drawing/2014/main" id="{507EA1A9-212B-47EC-86D2-69266821543D}"/>
              </a:ext>
            </a:extLst>
          </p:cNvPr>
          <p:cNvSpPr>
            <a:spLocks noGrp="1"/>
          </p:cNvSpPr>
          <p:nvPr/>
        </p:nvSpPr>
        <p:spPr>
          <a:xfrm>
            <a:off x="5251935" y="3616211"/>
            <a:ext cx="28398" cy="28398"/>
          </a:xfrm>
          <a:prstGeom prst="ellipse">
            <a:avLst/>
          </a:prstGeom>
          <a:solidFill>
            <a:srgbClr val="7F8C97">
              <a:alpha val="48000"/>
            </a:srgbClr>
          </a:solidFill>
          <a:ln w="0">
            <a:noFill/>
            <a:prstDash val="solid"/>
          </a:ln>
        </p:spPr>
      </p:sp>
      <p:sp>
        <p:nvSpPr>
          <p:cNvPr id="1725" name="01_find_only_1724">
            <a:extLst>
              <a:ext uri="{FF2B5EF4-FFF2-40B4-BE49-F238E27FC236}">
                <a16:creationId xmlns:a16="http://schemas.microsoft.com/office/drawing/2014/main" id="{94F79DA1-A8CD-4F7F-B926-AC12D9A6F945}"/>
              </a:ext>
            </a:extLst>
          </p:cNvPr>
          <p:cNvSpPr>
            <a:spLocks noGrp="1"/>
          </p:cNvSpPr>
          <p:nvPr/>
        </p:nvSpPr>
        <p:spPr>
          <a:xfrm>
            <a:off x="5270439" y="2855402"/>
            <a:ext cx="28398" cy="28398"/>
          </a:xfrm>
          <a:prstGeom prst="ellipse">
            <a:avLst/>
          </a:prstGeom>
          <a:solidFill>
            <a:srgbClr val="7F8C97">
              <a:alpha val="48000"/>
            </a:srgbClr>
          </a:solidFill>
          <a:ln w="0">
            <a:noFill/>
            <a:prstDash val="solid"/>
          </a:ln>
        </p:spPr>
      </p:sp>
      <p:sp>
        <p:nvSpPr>
          <p:cNvPr id="1726" name="01_find_only_1725">
            <a:extLst>
              <a:ext uri="{FF2B5EF4-FFF2-40B4-BE49-F238E27FC236}">
                <a16:creationId xmlns:a16="http://schemas.microsoft.com/office/drawing/2014/main" id="{47DCDB21-465D-4594-AE53-42349105145B}"/>
              </a:ext>
            </a:extLst>
          </p:cNvPr>
          <p:cNvSpPr>
            <a:spLocks noGrp="1"/>
          </p:cNvSpPr>
          <p:nvPr/>
        </p:nvSpPr>
        <p:spPr>
          <a:xfrm>
            <a:off x="5306398" y="3806414"/>
            <a:ext cx="28398" cy="28398"/>
          </a:xfrm>
          <a:prstGeom prst="ellipse">
            <a:avLst/>
          </a:prstGeom>
          <a:solidFill>
            <a:srgbClr val="7F8C97">
              <a:alpha val="48000"/>
            </a:srgbClr>
          </a:solidFill>
          <a:ln w="0">
            <a:noFill/>
            <a:prstDash val="solid"/>
          </a:ln>
        </p:spPr>
      </p:sp>
      <p:sp>
        <p:nvSpPr>
          <p:cNvPr id="1727" name="01_find_only_1726">
            <a:extLst>
              <a:ext uri="{FF2B5EF4-FFF2-40B4-BE49-F238E27FC236}">
                <a16:creationId xmlns:a16="http://schemas.microsoft.com/office/drawing/2014/main" id="{0967F6FC-491E-43F6-9201-BCDC4BB56381}"/>
              </a:ext>
            </a:extLst>
          </p:cNvPr>
          <p:cNvSpPr>
            <a:spLocks noGrp="1"/>
          </p:cNvSpPr>
          <p:nvPr/>
        </p:nvSpPr>
        <p:spPr>
          <a:xfrm>
            <a:off x="5265384" y="4123418"/>
            <a:ext cx="28398" cy="28398"/>
          </a:xfrm>
          <a:prstGeom prst="ellipse">
            <a:avLst/>
          </a:prstGeom>
          <a:solidFill>
            <a:srgbClr val="7F8C97">
              <a:alpha val="48000"/>
            </a:srgbClr>
          </a:solidFill>
          <a:ln w="0">
            <a:noFill/>
            <a:prstDash val="solid"/>
          </a:ln>
        </p:spPr>
      </p:sp>
      <p:sp>
        <p:nvSpPr>
          <p:cNvPr id="1728" name="01_find_only_1727">
            <a:extLst>
              <a:ext uri="{FF2B5EF4-FFF2-40B4-BE49-F238E27FC236}">
                <a16:creationId xmlns:a16="http://schemas.microsoft.com/office/drawing/2014/main" id="{CB88FA6B-A3E7-4011-95F2-ADD472D5FE57}"/>
              </a:ext>
            </a:extLst>
          </p:cNvPr>
          <p:cNvSpPr>
            <a:spLocks noGrp="1"/>
          </p:cNvSpPr>
          <p:nvPr/>
        </p:nvSpPr>
        <p:spPr>
          <a:xfrm>
            <a:off x="5293998" y="4123418"/>
            <a:ext cx="28398" cy="28398"/>
          </a:xfrm>
          <a:prstGeom prst="ellipse">
            <a:avLst/>
          </a:prstGeom>
          <a:solidFill>
            <a:srgbClr val="7F8C97">
              <a:alpha val="48000"/>
            </a:srgbClr>
          </a:solidFill>
          <a:ln w="0">
            <a:noFill/>
            <a:prstDash val="solid"/>
          </a:ln>
        </p:spPr>
      </p:sp>
      <p:sp>
        <p:nvSpPr>
          <p:cNvPr id="1729" name="01_find_only_1728">
            <a:extLst>
              <a:ext uri="{FF2B5EF4-FFF2-40B4-BE49-F238E27FC236}">
                <a16:creationId xmlns:a16="http://schemas.microsoft.com/office/drawing/2014/main" id="{C0322D73-C2D2-44A1-9C68-0182CC11BB15}"/>
              </a:ext>
            </a:extLst>
          </p:cNvPr>
          <p:cNvSpPr>
            <a:spLocks noGrp="1"/>
          </p:cNvSpPr>
          <p:nvPr/>
        </p:nvSpPr>
        <p:spPr>
          <a:xfrm>
            <a:off x="5283888" y="4123418"/>
            <a:ext cx="28398" cy="28398"/>
          </a:xfrm>
          <a:prstGeom prst="ellipse">
            <a:avLst/>
          </a:prstGeom>
          <a:solidFill>
            <a:srgbClr val="7F8C97">
              <a:alpha val="48000"/>
            </a:srgbClr>
          </a:solidFill>
          <a:ln w="0">
            <a:noFill/>
            <a:prstDash val="solid"/>
          </a:ln>
        </p:spPr>
      </p:sp>
      <p:sp>
        <p:nvSpPr>
          <p:cNvPr id="1730" name="01_find_only_1729">
            <a:extLst>
              <a:ext uri="{FF2B5EF4-FFF2-40B4-BE49-F238E27FC236}">
                <a16:creationId xmlns:a16="http://schemas.microsoft.com/office/drawing/2014/main" id="{892FD432-D998-4991-8CEC-923D17477692}"/>
              </a:ext>
            </a:extLst>
          </p:cNvPr>
          <p:cNvSpPr>
            <a:spLocks noGrp="1"/>
          </p:cNvSpPr>
          <p:nvPr/>
        </p:nvSpPr>
        <p:spPr>
          <a:xfrm>
            <a:off x="5331197" y="4123418"/>
            <a:ext cx="28398" cy="28398"/>
          </a:xfrm>
          <a:prstGeom prst="ellipse">
            <a:avLst/>
          </a:prstGeom>
          <a:solidFill>
            <a:srgbClr val="7F8C97">
              <a:alpha val="48000"/>
            </a:srgbClr>
          </a:solidFill>
          <a:ln w="0">
            <a:noFill/>
            <a:prstDash val="solid"/>
          </a:ln>
        </p:spPr>
      </p:sp>
      <p:sp>
        <p:nvSpPr>
          <p:cNvPr id="1731" name="01_find_only_1730">
            <a:extLst>
              <a:ext uri="{FF2B5EF4-FFF2-40B4-BE49-F238E27FC236}">
                <a16:creationId xmlns:a16="http://schemas.microsoft.com/office/drawing/2014/main" id="{6F16FEB4-BECF-4591-8FDC-2B5036C7067E}"/>
              </a:ext>
            </a:extLst>
          </p:cNvPr>
          <p:cNvSpPr>
            <a:spLocks noGrp="1"/>
          </p:cNvSpPr>
          <p:nvPr/>
        </p:nvSpPr>
        <p:spPr>
          <a:xfrm>
            <a:off x="5274445" y="4092740"/>
            <a:ext cx="28398" cy="28398"/>
          </a:xfrm>
          <a:prstGeom prst="ellipse">
            <a:avLst/>
          </a:prstGeom>
          <a:solidFill>
            <a:srgbClr val="7F8C97">
              <a:alpha val="48000"/>
            </a:srgbClr>
          </a:solidFill>
          <a:ln w="0">
            <a:noFill/>
            <a:prstDash val="solid"/>
          </a:ln>
        </p:spPr>
      </p:sp>
      <p:sp>
        <p:nvSpPr>
          <p:cNvPr id="1732" name="01_find_only_1731">
            <a:extLst>
              <a:ext uri="{FF2B5EF4-FFF2-40B4-BE49-F238E27FC236}">
                <a16:creationId xmlns:a16="http://schemas.microsoft.com/office/drawing/2014/main" id="{4E4EF58F-BB60-4548-A490-20AA779E77A8}"/>
              </a:ext>
            </a:extLst>
          </p:cNvPr>
          <p:cNvSpPr>
            <a:spLocks noGrp="1"/>
          </p:cNvSpPr>
          <p:nvPr/>
        </p:nvSpPr>
        <p:spPr>
          <a:xfrm>
            <a:off x="5313647" y="4123418"/>
            <a:ext cx="28398" cy="28398"/>
          </a:xfrm>
          <a:prstGeom prst="ellipse">
            <a:avLst/>
          </a:prstGeom>
          <a:solidFill>
            <a:srgbClr val="7F8C97">
              <a:alpha val="48000"/>
            </a:srgbClr>
          </a:solidFill>
          <a:ln w="0">
            <a:noFill/>
            <a:prstDash val="solid"/>
          </a:ln>
        </p:spPr>
      </p:sp>
      <p:sp>
        <p:nvSpPr>
          <p:cNvPr id="1733" name="01_find_only_1732">
            <a:extLst>
              <a:ext uri="{FF2B5EF4-FFF2-40B4-BE49-F238E27FC236}">
                <a16:creationId xmlns:a16="http://schemas.microsoft.com/office/drawing/2014/main" id="{6C7339FB-3EA7-4211-ABA9-A3C435CD1C1C}"/>
              </a:ext>
            </a:extLst>
          </p:cNvPr>
          <p:cNvSpPr>
            <a:spLocks noGrp="1"/>
          </p:cNvSpPr>
          <p:nvPr/>
        </p:nvSpPr>
        <p:spPr>
          <a:xfrm>
            <a:off x="5316031" y="2855402"/>
            <a:ext cx="28398" cy="28398"/>
          </a:xfrm>
          <a:prstGeom prst="ellipse">
            <a:avLst/>
          </a:prstGeom>
          <a:solidFill>
            <a:srgbClr val="7F8C97">
              <a:alpha val="48000"/>
            </a:srgbClr>
          </a:solidFill>
          <a:ln w="0">
            <a:noFill/>
            <a:prstDash val="solid"/>
          </a:ln>
        </p:spPr>
      </p:sp>
      <p:sp>
        <p:nvSpPr>
          <p:cNvPr id="1734" name="01_find_only_1733">
            <a:extLst>
              <a:ext uri="{FF2B5EF4-FFF2-40B4-BE49-F238E27FC236}">
                <a16:creationId xmlns:a16="http://schemas.microsoft.com/office/drawing/2014/main" id="{5DAA3EE4-3018-46A4-8A9D-C6D3903C8FC9}"/>
              </a:ext>
            </a:extLst>
          </p:cNvPr>
          <p:cNvSpPr>
            <a:spLocks noGrp="1"/>
          </p:cNvSpPr>
          <p:nvPr/>
        </p:nvSpPr>
        <p:spPr>
          <a:xfrm>
            <a:off x="5252221" y="3700746"/>
            <a:ext cx="28398" cy="28398"/>
          </a:xfrm>
          <a:prstGeom prst="ellipse">
            <a:avLst/>
          </a:prstGeom>
          <a:solidFill>
            <a:srgbClr val="7F8C97">
              <a:alpha val="48000"/>
            </a:srgbClr>
          </a:solidFill>
          <a:ln w="0">
            <a:noFill/>
            <a:prstDash val="solid"/>
          </a:ln>
        </p:spPr>
      </p:sp>
      <p:sp>
        <p:nvSpPr>
          <p:cNvPr id="1735" name="01_find_only_1734">
            <a:extLst>
              <a:ext uri="{FF2B5EF4-FFF2-40B4-BE49-F238E27FC236}">
                <a16:creationId xmlns:a16="http://schemas.microsoft.com/office/drawing/2014/main" id="{66061713-77E1-4DB8-B6C3-B5EF92589700}"/>
              </a:ext>
            </a:extLst>
          </p:cNvPr>
          <p:cNvSpPr>
            <a:spLocks noGrp="1"/>
          </p:cNvSpPr>
          <p:nvPr/>
        </p:nvSpPr>
        <p:spPr>
          <a:xfrm>
            <a:off x="5329957" y="4123418"/>
            <a:ext cx="28398" cy="28398"/>
          </a:xfrm>
          <a:prstGeom prst="ellipse">
            <a:avLst/>
          </a:prstGeom>
          <a:solidFill>
            <a:srgbClr val="7F8C97">
              <a:alpha val="48000"/>
            </a:srgbClr>
          </a:solidFill>
          <a:ln w="0">
            <a:noFill/>
            <a:prstDash val="solid"/>
          </a:ln>
        </p:spPr>
      </p:sp>
      <p:sp>
        <p:nvSpPr>
          <p:cNvPr id="1736" name="01_find_only_1735">
            <a:extLst>
              <a:ext uri="{FF2B5EF4-FFF2-40B4-BE49-F238E27FC236}">
                <a16:creationId xmlns:a16="http://schemas.microsoft.com/office/drawing/2014/main" id="{E321701E-F5CE-4F32-BB38-CA55CCEA3825}"/>
              </a:ext>
            </a:extLst>
          </p:cNvPr>
          <p:cNvSpPr>
            <a:spLocks noGrp="1"/>
          </p:cNvSpPr>
          <p:nvPr/>
        </p:nvSpPr>
        <p:spPr>
          <a:xfrm>
            <a:off x="5249932" y="4123418"/>
            <a:ext cx="28398" cy="28398"/>
          </a:xfrm>
          <a:prstGeom prst="ellipse">
            <a:avLst/>
          </a:prstGeom>
          <a:solidFill>
            <a:srgbClr val="7F8C97">
              <a:alpha val="48000"/>
            </a:srgbClr>
          </a:solidFill>
          <a:ln w="0">
            <a:noFill/>
            <a:prstDash val="solid"/>
          </a:ln>
        </p:spPr>
      </p:sp>
      <p:sp>
        <p:nvSpPr>
          <p:cNvPr id="1737" name="01_find_only_1736">
            <a:extLst>
              <a:ext uri="{FF2B5EF4-FFF2-40B4-BE49-F238E27FC236}">
                <a16:creationId xmlns:a16="http://schemas.microsoft.com/office/drawing/2014/main" id="{C3FAD381-D4CC-4EC3-A53D-A317D1B2A303}"/>
              </a:ext>
            </a:extLst>
          </p:cNvPr>
          <p:cNvSpPr>
            <a:spLocks noGrp="1"/>
          </p:cNvSpPr>
          <p:nvPr/>
        </p:nvSpPr>
        <p:spPr>
          <a:xfrm>
            <a:off x="5329766" y="4123418"/>
            <a:ext cx="28398" cy="28398"/>
          </a:xfrm>
          <a:prstGeom prst="ellipse">
            <a:avLst/>
          </a:prstGeom>
          <a:solidFill>
            <a:srgbClr val="7F8C97">
              <a:alpha val="48000"/>
            </a:srgbClr>
          </a:solidFill>
          <a:ln w="0">
            <a:noFill/>
            <a:prstDash val="solid"/>
          </a:ln>
        </p:spPr>
      </p:sp>
      <p:sp>
        <p:nvSpPr>
          <p:cNvPr id="1738" name="01_find_only_1737">
            <a:extLst>
              <a:ext uri="{FF2B5EF4-FFF2-40B4-BE49-F238E27FC236}">
                <a16:creationId xmlns:a16="http://schemas.microsoft.com/office/drawing/2014/main" id="{BC83A925-E2FA-4951-9716-4B442A289765}"/>
              </a:ext>
            </a:extLst>
          </p:cNvPr>
          <p:cNvSpPr>
            <a:spLocks noGrp="1"/>
          </p:cNvSpPr>
          <p:nvPr/>
        </p:nvSpPr>
        <p:spPr>
          <a:xfrm>
            <a:off x="5339018" y="4123418"/>
            <a:ext cx="28398" cy="28398"/>
          </a:xfrm>
          <a:prstGeom prst="ellipse">
            <a:avLst/>
          </a:prstGeom>
          <a:solidFill>
            <a:srgbClr val="7F8C97">
              <a:alpha val="48000"/>
            </a:srgbClr>
          </a:solidFill>
          <a:ln w="0">
            <a:noFill/>
            <a:prstDash val="solid"/>
          </a:ln>
        </p:spPr>
      </p:sp>
      <p:sp>
        <p:nvSpPr>
          <p:cNvPr id="1739" name="01_find_only_1738">
            <a:extLst>
              <a:ext uri="{FF2B5EF4-FFF2-40B4-BE49-F238E27FC236}">
                <a16:creationId xmlns:a16="http://schemas.microsoft.com/office/drawing/2014/main" id="{D9F20D67-7447-47AA-9ADE-83EF66780613}"/>
              </a:ext>
            </a:extLst>
          </p:cNvPr>
          <p:cNvSpPr>
            <a:spLocks noGrp="1"/>
          </p:cNvSpPr>
          <p:nvPr/>
        </p:nvSpPr>
        <p:spPr>
          <a:xfrm>
            <a:off x="5306970" y="4123418"/>
            <a:ext cx="28398" cy="28398"/>
          </a:xfrm>
          <a:prstGeom prst="ellipse">
            <a:avLst/>
          </a:prstGeom>
          <a:solidFill>
            <a:srgbClr val="7F8C97">
              <a:alpha val="48000"/>
            </a:srgbClr>
          </a:solidFill>
          <a:ln w="0">
            <a:noFill/>
            <a:prstDash val="solid"/>
          </a:ln>
        </p:spPr>
      </p:sp>
      <p:sp>
        <p:nvSpPr>
          <p:cNvPr id="1740" name="01_find_only_1739">
            <a:extLst>
              <a:ext uri="{FF2B5EF4-FFF2-40B4-BE49-F238E27FC236}">
                <a16:creationId xmlns:a16="http://schemas.microsoft.com/office/drawing/2014/main" id="{B0F4E55D-71E8-48A6-A650-9FAE98CB8995}"/>
              </a:ext>
            </a:extLst>
          </p:cNvPr>
          <p:cNvSpPr>
            <a:spLocks noGrp="1"/>
          </p:cNvSpPr>
          <p:nvPr/>
        </p:nvSpPr>
        <p:spPr>
          <a:xfrm>
            <a:off x="5278355" y="4123418"/>
            <a:ext cx="28398" cy="28398"/>
          </a:xfrm>
          <a:prstGeom prst="ellipse">
            <a:avLst/>
          </a:prstGeom>
          <a:solidFill>
            <a:srgbClr val="7F8C97">
              <a:alpha val="48000"/>
            </a:srgbClr>
          </a:solidFill>
          <a:ln w="0">
            <a:noFill/>
            <a:prstDash val="solid"/>
          </a:ln>
        </p:spPr>
      </p:sp>
      <p:sp>
        <p:nvSpPr>
          <p:cNvPr id="1741" name="01_find_only_1740">
            <a:extLst>
              <a:ext uri="{FF2B5EF4-FFF2-40B4-BE49-F238E27FC236}">
                <a16:creationId xmlns:a16="http://schemas.microsoft.com/office/drawing/2014/main" id="{F6F9BFED-1102-4F84-BDD7-BD552F3E6FDC}"/>
              </a:ext>
            </a:extLst>
          </p:cNvPr>
          <p:cNvSpPr>
            <a:spLocks noGrp="1"/>
          </p:cNvSpPr>
          <p:nvPr/>
        </p:nvSpPr>
        <p:spPr>
          <a:xfrm>
            <a:off x="5318320" y="4123418"/>
            <a:ext cx="28398" cy="28398"/>
          </a:xfrm>
          <a:prstGeom prst="ellipse">
            <a:avLst/>
          </a:prstGeom>
          <a:solidFill>
            <a:srgbClr val="7F8C97">
              <a:alpha val="48000"/>
            </a:srgbClr>
          </a:solidFill>
          <a:ln w="0">
            <a:noFill/>
            <a:prstDash val="solid"/>
          </a:ln>
        </p:spPr>
      </p:sp>
      <p:sp>
        <p:nvSpPr>
          <p:cNvPr id="1742" name="01_find_only_1741">
            <a:extLst>
              <a:ext uri="{FF2B5EF4-FFF2-40B4-BE49-F238E27FC236}">
                <a16:creationId xmlns:a16="http://schemas.microsoft.com/office/drawing/2014/main" id="{AFCE2325-24BD-4F19-8D82-6A98C2B0615D}"/>
              </a:ext>
            </a:extLst>
          </p:cNvPr>
          <p:cNvSpPr>
            <a:spLocks noGrp="1"/>
          </p:cNvSpPr>
          <p:nvPr/>
        </p:nvSpPr>
        <p:spPr>
          <a:xfrm>
            <a:off x="5269771" y="4123418"/>
            <a:ext cx="28398" cy="28398"/>
          </a:xfrm>
          <a:prstGeom prst="ellipse">
            <a:avLst/>
          </a:prstGeom>
          <a:solidFill>
            <a:srgbClr val="7F8C97">
              <a:alpha val="48000"/>
            </a:srgbClr>
          </a:solidFill>
          <a:ln w="0">
            <a:noFill/>
            <a:prstDash val="solid"/>
          </a:ln>
        </p:spPr>
      </p:sp>
      <p:sp>
        <p:nvSpPr>
          <p:cNvPr id="1743" name="01_find_only_1742">
            <a:extLst>
              <a:ext uri="{FF2B5EF4-FFF2-40B4-BE49-F238E27FC236}">
                <a16:creationId xmlns:a16="http://schemas.microsoft.com/office/drawing/2014/main" id="{90FB2A74-32B2-4791-937F-941AF2D34BB3}"/>
              </a:ext>
            </a:extLst>
          </p:cNvPr>
          <p:cNvSpPr>
            <a:spLocks noGrp="1"/>
          </p:cNvSpPr>
          <p:nvPr/>
        </p:nvSpPr>
        <p:spPr>
          <a:xfrm>
            <a:off x="5294284" y="4123418"/>
            <a:ext cx="28398" cy="28398"/>
          </a:xfrm>
          <a:prstGeom prst="ellipse">
            <a:avLst/>
          </a:prstGeom>
          <a:solidFill>
            <a:srgbClr val="7F8C97">
              <a:alpha val="48000"/>
            </a:srgbClr>
          </a:solidFill>
          <a:ln w="0">
            <a:noFill/>
            <a:prstDash val="solid"/>
          </a:ln>
        </p:spPr>
      </p:sp>
      <p:sp>
        <p:nvSpPr>
          <p:cNvPr id="1744" name="01_find_only_1743">
            <a:extLst>
              <a:ext uri="{FF2B5EF4-FFF2-40B4-BE49-F238E27FC236}">
                <a16:creationId xmlns:a16="http://schemas.microsoft.com/office/drawing/2014/main" id="{86153B10-A4BC-409B-9A62-E170C81D0D3E}"/>
              </a:ext>
            </a:extLst>
          </p:cNvPr>
          <p:cNvSpPr>
            <a:spLocks noGrp="1"/>
          </p:cNvSpPr>
          <p:nvPr/>
        </p:nvSpPr>
        <p:spPr>
          <a:xfrm>
            <a:off x="5294284" y="4123418"/>
            <a:ext cx="28398" cy="28398"/>
          </a:xfrm>
          <a:prstGeom prst="ellipse">
            <a:avLst/>
          </a:prstGeom>
          <a:solidFill>
            <a:srgbClr val="7F8C97">
              <a:alpha val="48000"/>
            </a:srgbClr>
          </a:solidFill>
          <a:ln w="0">
            <a:noFill/>
            <a:prstDash val="solid"/>
          </a:ln>
        </p:spPr>
      </p:sp>
      <p:sp>
        <p:nvSpPr>
          <p:cNvPr id="1745" name="01_find_only_1744">
            <a:extLst>
              <a:ext uri="{FF2B5EF4-FFF2-40B4-BE49-F238E27FC236}">
                <a16:creationId xmlns:a16="http://schemas.microsoft.com/office/drawing/2014/main" id="{CA668C80-9514-42CD-8AF6-AB8CB97CB666}"/>
              </a:ext>
            </a:extLst>
          </p:cNvPr>
          <p:cNvSpPr>
            <a:spLocks noGrp="1"/>
          </p:cNvSpPr>
          <p:nvPr/>
        </p:nvSpPr>
        <p:spPr>
          <a:xfrm>
            <a:off x="5265670" y="4123418"/>
            <a:ext cx="28398" cy="28398"/>
          </a:xfrm>
          <a:prstGeom prst="ellipse">
            <a:avLst/>
          </a:prstGeom>
          <a:solidFill>
            <a:srgbClr val="7F8C97">
              <a:alpha val="48000"/>
            </a:srgbClr>
          </a:solidFill>
          <a:ln w="0">
            <a:noFill/>
            <a:prstDash val="solid"/>
          </a:ln>
        </p:spPr>
      </p:sp>
      <p:sp>
        <p:nvSpPr>
          <p:cNvPr id="1746" name="01_find_only_1745">
            <a:extLst>
              <a:ext uri="{FF2B5EF4-FFF2-40B4-BE49-F238E27FC236}">
                <a16:creationId xmlns:a16="http://schemas.microsoft.com/office/drawing/2014/main" id="{047889E7-FEA2-4F13-8038-17531499CC16}"/>
              </a:ext>
            </a:extLst>
          </p:cNvPr>
          <p:cNvSpPr>
            <a:spLocks noGrp="1"/>
          </p:cNvSpPr>
          <p:nvPr/>
        </p:nvSpPr>
        <p:spPr>
          <a:xfrm>
            <a:off x="5332151" y="4123418"/>
            <a:ext cx="28398" cy="28398"/>
          </a:xfrm>
          <a:prstGeom prst="ellipse">
            <a:avLst/>
          </a:prstGeom>
          <a:solidFill>
            <a:srgbClr val="7F8C97">
              <a:alpha val="48000"/>
            </a:srgbClr>
          </a:solidFill>
          <a:ln w="0">
            <a:noFill/>
            <a:prstDash val="solid"/>
          </a:ln>
        </p:spPr>
      </p:sp>
      <p:sp>
        <p:nvSpPr>
          <p:cNvPr id="1747" name="01_find_only_1746">
            <a:extLst>
              <a:ext uri="{FF2B5EF4-FFF2-40B4-BE49-F238E27FC236}">
                <a16:creationId xmlns:a16="http://schemas.microsoft.com/office/drawing/2014/main" id="{D1048904-2A0D-4F53-BE75-4075F312374E}"/>
              </a:ext>
            </a:extLst>
          </p:cNvPr>
          <p:cNvSpPr>
            <a:spLocks noGrp="1"/>
          </p:cNvSpPr>
          <p:nvPr/>
        </p:nvSpPr>
        <p:spPr>
          <a:xfrm>
            <a:off x="5279977" y="4123418"/>
            <a:ext cx="28398" cy="28398"/>
          </a:xfrm>
          <a:prstGeom prst="ellipse">
            <a:avLst/>
          </a:prstGeom>
          <a:solidFill>
            <a:srgbClr val="7F8C97">
              <a:alpha val="48000"/>
            </a:srgbClr>
          </a:solidFill>
          <a:ln w="0">
            <a:noFill/>
            <a:prstDash val="solid"/>
          </a:ln>
        </p:spPr>
      </p:sp>
      <p:sp>
        <p:nvSpPr>
          <p:cNvPr id="1748" name="01_find_only_1747">
            <a:extLst>
              <a:ext uri="{FF2B5EF4-FFF2-40B4-BE49-F238E27FC236}">
                <a16:creationId xmlns:a16="http://schemas.microsoft.com/office/drawing/2014/main" id="{6EF24DEB-4A0F-4B7C-9C84-C8A48CF62162}"/>
              </a:ext>
            </a:extLst>
          </p:cNvPr>
          <p:cNvSpPr>
            <a:spLocks noGrp="1"/>
          </p:cNvSpPr>
          <p:nvPr/>
        </p:nvSpPr>
        <p:spPr>
          <a:xfrm>
            <a:off x="5289229" y="4123418"/>
            <a:ext cx="28398" cy="28398"/>
          </a:xfrm>
          <a:prstGeom prst="ellipse">
            <a:avLst/>
          </a:prstGeom>
          <a:solidFill>
            <a:srgbClr val="7F8C97">
              <a:alpha val="48000"/>
            </a:srgbClr>
          </a:solidFill>
          <a:ln w="0">
            <a:noFill/>
            <a:prstDash val="solid"/>
          </a:ln>
        </p:spPr>
      </p:sp>
      <p:sp>
        <p:nvSpPr>
          <p:cNvPr id="1749" name="01_find_only_1748">
            <a:extLst>
              <a:ext uri="{FF2B5EF4-FFF2-40B4-BE49-F238E27FC236}">
                <a16:creationId xmlns:a16="http://schemas.microsoft.com/office/drawing/2014/main" id="{7A9A4D83-4B30-4BB8-B0B2-33F3DEA27098}"/>
              </a:ext>
            </a:extLst>
          </p:cNvPr>
          <p:cNvSpPr>
            <a:spLocks noGrp="1"/>
          </p:cNvSpPr>
          <p:nvPr/>
        </p:nvSpPr>
        <p:spPr>
          <a:xfrm>
            <a:off x="5341307" y="4123418"/>
            <a:ext cx="28398" cy="28398"/>
          </a:xfrm>
          <a:prstGeom prst="ellipse">
            <a:avLst/>
          </a:prstGeom>
          <a:solidFill>
            <a:srgbClr val="7F8C97">
              <a:alpha val="48000"/>
            </a:srgbClr>
          </a:solidFill>
          <a:ln w="0">
            <a:noFill/>
            <a:prstDash val="solid"/>
          </a:ln>
        </p:spPr>
      </p:sp>
      <p:sp>
        <p:nvSpPr>
          <p:cNvPr id="1750" name="01_find_only_1749">
            <a:extLst>
              <a:ext uri="{FF2B5EF4-FFF2-40B4-BE49-F238E27FC236}">
                <a16:creationId xmlns:a16="http://schemas.microsoft.com/office/drawing/2014/main" id="{965CD55A-F760-45A3-9B94-410406F67FE1}"/>
              </a:ext>
            </a:extLst>
          </p:cNvPr>
          <p:cNvSpPr>
            <a:spLocks noGrp="1"/>
          </p:cNvSpPr>
          <p:nvPr/>
        </p:nvSpPr>
        <p:spPr>
          <a:xfrm>
            <a:off x="5312693" y="4123418"/>
            <a:ext cx="28398" cy="28398"/>
          </a:xfrm>
          <a:prstGeom prst="ellipse">
            <a:avLst/>
          </a:prstGeom>
          <a:solidFill>
            <a:srgbClr val="7F8C97">
              <a:alpha val="48000"/>
            </a:srgbClr>
          </a:solidFill>
          <a:ln w="0">
            <a:noFill/>
            <a:prstDash val="solid"/>
          </a:ln>
        </p:spPr>
      </p:sp>
      <p:sp>
        <p:nvSpPr>
          <p:cNvPr id="1751" name="01_find_only_1750">
            <a:extLst>
              <a:ext uri="{FF2B5EF4-FFF2-40B4-BE49-F238E27FC236}">
                <a16:creationId xmlns:a16="http://schemas.microsoft.com/office/drawing/2014/main" id="{AB6BA385-ECDE-4EF7-B377-FE9E9985B104}"/>
              </a:ext>
            </a:extLst>
          </p:cNvPr>
          <p:cNvSpPr>
            <a:spLocks noGrp="1"/>
          </p:cNvSpPr>
          <p:nvPr/>
        </p:nvSpPr>
        <p:spPr>
          <a:xfrm>
            <a:off x="5337873" y="4123418"/>
            <a:ext cx="28398" cy="28398"/>
          </a:xfrm>
          <a:prstGeom prst="ellipse">
            <a:avLst/>
          </a:prstGeom>
          <a:solidFill>
            <a:srgbClr val="7F8C97">
              <a:alpha val="48000"/>
            </a:srgbClr>
          </a:solidFill>
          <a:ln w="0">
            <a:noFill/>
            <a:prstDash val="solid"/>
          </a:ln>
        </p:spPr>
      </p:sp>
      <p:sp>
        <p:nvSpPr>
          <p:cNvPr id="1752" name="01_find_only_1751">
            <a:extLst>
              <a:ext uri="{FF2B5EF4-FFF2-40B4-BE49-F238E27FC236}">
                <a16:creationId xmlns:a16="http://schemas.microsoft.com/office/drawing/2014/main" id="{F81FBD6B-0239-475B-B9EF-AAA8554E05CA}"/>
              </a:ext>
            </a:extLst>
          </p:cNvPr>
          <p:cNvSpPr>
            <a:spLocks noGrp="1"/>
          </p:cNvSpPr>
          <p:nvPr/>
        </p:nvSpPr>
        <p:spPr>
          <a:xfrm>
            <a:off x="5253556" y="3964916"/>
            <a:ext cx="28398" cy="28398"/>
          </a:xfrm>
          <a:prstGeom prst="ellipse">
            <a:avLst/>
          </a:prstGeom>
          <a:solidFill>
            <a:srgbClr val="7F8C97">
              <a:alpha val="48000"/>
            </a:srgbClr>
          </a:solidFill>
          <a:ln w="0">
            <a:noFill/>
            <a:prstDash val="solid"/>
          </a:ln>
        </p:spPr>
      </p:sp>
      <p:sp>
        <p:nvSpPr>
          <p:cNvPr id="1753" name="01_find_only_1752">
            <a:extLst>
              <a:ext uri="{FF2B5EF4-FFF2-40B4-BE49-F238E27FC236}">
                <a16:creationId xmlns:a16="http://schemas.microsoft.com/office/drawing/2014/main" id="{23074B81-CBBA-42B8-AF9D-31F604FE00BC}"/>
              </a:ext>
            </a:extLst>
          </p:cNvPr>
          <p:cNvSpPr>
            <a:spLocks noGrp="1"/>
          </p:cNvSpPr>
          <p:nvPr/>
        </p:nvSpPr>
        <p:spPr>
          <a:xfrm>
            <a:off x="5330815" y="4123418"/>
            <a:ext cx="28398" cy="28398"/>
          </a:xfrm>
          <a:prstGeom prst="ellipse">
            <a:avLst/>
          </a:prstGeom>
          <a:solidFill>
            <a:srgbClr val="7F8C97">
              <a:alpha val="48000"/>
            </a:srgbClr>
          </a:solidFill>
          <a:ln w="0">
            <a:noFill/>
            <a:prstDash val="solid"/>
          </a:ln>
        </p:spPr>
      </p:sp>
      <p:sp>
        <p:nvSpPr>
          <p:cNvPr id="1754" name="01_find_only_1753">
            <a:extLst>
              <a:ext uri="{FF2B5EF4-FFF2-40B4-BE49-F238E27FC236}">
                <a16:creationId xmlns:a16="http://schemas.microsoft.com/office/drawing/2014/main" id="{062B4940-34F3-4CA7-B5DA-9B4B2E3B6207}"/>
              </a:ext>
            </a:extLst>
          </p:cNvPr>
          <p:cNvSpPr>
            <a:spLocks noGrp="1"/>
          </p:cNvSpPr>
          <p:nvPr/>
        </p:nvSpPr>
        <p:spPr>
          <a:xfrm>
            <a:off x="5318225" y="3172406"/>
            <a:ext cx="28398" cy="28398"/>
          </a:xfrm>
          <a:prstGeom prst="ellipse">
            <a:avLst/>
          </a:prstGeom>
          <a:solidFill>
            <a:srgbClr val="7F8C97">
              <a:alpha val="48000"/>
            </a:srgbClr>
          </a:solidFill>
          <a:ln w="0">
            <a:noFill/>
            <a:prstDash val="solid"/>
          </a:ln>
        </p:spPr>
      </p:sp>
      <p:sp>
        <p:nvSpPr>
          <p:cNvPr id="1755" name="01_find_only_1754">
            <a:extLst>
              <a:ext uri="{FF2B5EF4-FFF2-40B4-BE49-F238E27FC236}">
                <a16:creationId xmlns:a16="http://schemas.microsoft.com/office/drawing/2014/main" id="{64194ED8-7F81-477B-9802-BCB40A536DD0}"/>
              </a:ext>
            </a:extLst>
          </p:cNvPr>
          <p:cNvSpPr>
            <a:spLocks noGrp="1"/>
          </p:cNvSpPr>
          <p:nvPr/>
        </p:nvSpPr>
        <p:spPr>
          <a:xfrm>
            <a:off x="5285318" y="2855402"/>
            <a:ext cx="28398" cy="28398"/>
          </a:xfrm>
          <a:prstGeom prst="ellipse">
            <a:avLst/>
          </a:prstGeom>
          <a:solidFill>
            <a:srgbClr val="7F8C97">
              <a:alpha val="48000"/>
            </a:srgbClr>
          </a:solidFill>
          <a:ln w="0">
            <a:noFill/>
            <a:prstDash val="solid"/>
          </a:ln>
        </p:spPr>
      </p:sp>
      <p:sp>
        <p:nvSpPr>
          <p:cNvPr id="1756" name="01_find_only_1755">
            <a:extLst>
              <a:ext uri="{FF2B5EF4-FFF2-40B4-BE49-F238E27FC236}">
                <a16:creationId xmlns:a16="http://schemas.microsoft.com/office/drawing/2014/main" id="{EBDEF400-2F8E-410F-B6F5-5987088AE9B2}"/>
              </a:ext>
            </a:extLst>
          </p:cNvPr>
          <p:cNvSpPr>
            <a:spLocks noGrp="1"/>
          </p:cNvSpPr>
          <p:nvPr/>
        </p:nvSpPr>
        <p:spPr>
          <a:xfrm>
            <a:off x="5321945" y="4123418"/>
            <a:ext cx="28398" cy="28398"/>
          </a:xfrm>
          <a:prstGeom prst="ellipse">
            <a:avLst/>
          </a:prstGeom>
          <a:solidFill>
            <a:srgbClr val="7F8C97">
              <a:alpha val="48000"/>
            </a:srgbClr>
          </a:solidFill>
          <a:ln w="0">
            <a:noFill/>
            <a:prstDash val="solid"/>
          </a:ln>
        </p:spPr>
      </p:sp>
      <p:sp>
        <p:nvSpPr>
          <p:cNvPr id="1757" name="01_find_only_1756">
            <a:extLst>
              <a:ext uri="{FF2B5EF4-FFF2-40B4-BE49-F238E27FC236}">
                <a16:creationId xmlns:a16="http://schemas.microsoft.com/office/drawing/2014/main" id="{586A795F-8383-4112-B26B-C0973EBA77B7}"/>
              </a:ext>
            </a:extLst>
          </p:cNvPr>
          <p:cNvSpPr>
            <a:spLocks noGrp="1"/>
          </p:cNvSpPr>
          <p:nvPr/>
        </p:nvSpPr>
        <p:spPr>
          <a:xfrm>
            <a:off x="5341784" y="3172406"/>
            <a:ext cx="28398" cy="28398"/>
          </a:xfrm>
          <a:prstGeom prst="ellipse">
            <a:avLst/>
          </a:prstGeom>
          <a:solidFill>
            <a:srgbClr val="7F8C97">
              <a:alpha val="48000"/>
            </a:srgbClr>
          </a:solidFill>
          <a:ln w="0">
            <a:noFill/>
            <a:prstDash val="solid"/>
          </a:ln>
        </p:spPr>
      </p:sp>
      <p:sp>
        <p:nvSpPr>
          <p:cNvPr id="1758" name="01_find_only_1757">
            <a:extLst>
              <a:ext uri="{FF2B5EF4-FFF2-40B4-BE49-F238E27FC236}">
                <a16:creationId xmlns:a16="http://schemas.microsoft.com/office/drawing/2014/main" id="{7CC6F930-1460-4DDF-92A6-8C5E28E414B1}"/>
              </a:ext>
            </a:extLst>
          </p:cNvPr>
          <p:cNvSpPr>
            <a:spLocks noGrp="1"/>
          </p:cNvSpPr>
          <p:nvPr/>
        </p:nvSpPr>
        <p:spPr>
          <a:xfrm>
            <a:off x="5311930" y="3700746"/>
            <a:ext cx="28398" cy="28398"/>
          </a:xfrm>
          <a:prstGeom prst="ellipse">
            <a:avLst/>
          </a:prstGeom>
          <a:solidFill>
            <a:srgbClr val="7F8C97">
              <a:alpha val="48000"/>
            </a:srgbClr>
          </a:solidFill>
          <a:ln w="0">
            <a:noFill/>
            <a:prstDash val="solid"/>
          </a:ln>
        </p:spPr>
      </p:sp>
      <p:sp>
        <p:nvSpPr>
          <p:cNvPr id="1759" name="01_find_only_1758">
            <a:extLst>
              <a:ext uri="{FF2B5EF4-FFF2-40B4-BE49-F238E27FC236}">
                <a16:creationId xmlns:a16="http://schemas.microsoft.com/office/drawing/2014/main" id="{4680CEB2-FCC4-4B4F-BEBD-698C31A95CB7}"/>
              </a:ext>
            </a:extLst>
          </p:cNvPr>
          <p:cNvSpPr>
            <a:spLocks noGrp="1"/>
          </p:cNvSpPr>
          <p:nvPr/>
        </p:nvSpPr>
        <p:spPr>
          <a:xfrm>
            <a:off x="5319274" y="4123418"/>
            <a:ext cx="28398" cy="28398"/>
          </a:xfrm>
          <a:prstGeom prst="ellipse">
            <a:avLst/>
          </a:prstGeom>
          <a:solidFill>
            <a:srgbClr val="7F8C97">
              <a:alpha val="48000"/>
            </a:srgbClr>
          </a:solidFill>
          <a:ln w="0">
            <a:noFill/>
            <a:prstDash val="solid"/>
          </a:ln>
        </p:spPr>
      </p:sp>
      <p:sp>
        <p:nvSpPr>
          <p:cNvPr id="1760" name="01_find_only_1759">
            <a:extLst>
              <a:ext uri="{FF2B5EF4-FFF2-40B4-BE49-F238E27FC236}">
                <a16:creationId xmlns:a16="http://schemas.microsoft.com/office/drawing/2014/main" id="{9CD7CEAF-1678-41CB-8B4E-F4F65AA05399}"/>
              </a:ext>
            </a:extLst>
          </p:cNvPr>
          <p:cNvSpPr>
            <a:spLocks noGrp="1"/>
          </p:cNvSpPr>
          <p:nvPr/>
        </p:nvSpPr>
        <p:spPr>
          <a:xfrm>
            <a:off x="5318416" y="4123418"/>
            <a:ext cx="28398" cy="28398"/>
          </a:xfrm>
          <a:prstGeom prst="ellipse">
            <a:avLst/>
          </a:prstGeom>
          <a:solidFill>
            <a:srgbClr val="7F8C97">
              <a:alpha val="48000"/>
            </a:srgbClr>
          </a:solidFill>
          <a:ln w="0">
            <a:noFill/>
            <a:prstDash val="solid"/>
          </a:ln>
        </p:spPr>
      </p:sp>
      <p:sp>
        <p:nvSpPr>
          <p:cNvPr id="1761" name="01_find_only_1760">
            <a:extLst>
              <a:ext uri="{FF2B5EF4-FFF2-40B4-BE49-F238E27FC236}">
                <a16:creationId xmlns:a16="http://schemas.microsoft.com/office/drawing/2014/main" id="{7F5619D5-EB1A-433A-97AB-BA956F092B66}"/>
              </a:ext>
            </a:extLst>
          </p:cNvPr>
          <p:cNvSpPr>
            <a:spLocks noGrp="1"/>
          </p:cNvSpPr>
          <p:nvPr/>
        </p:nvSpPr>
        <p:spPr>
          <a:xfrm>
            <a:off x="5303155" y="4123418"/>
            <a:ext cx="28398" cy="28398"/>
          </a:xfrm>
          <a:prstGeom prst="ellipse">
            <a:avLst/>
          </a:prstGeom>
          <a:solidFill>
            <a:srgbClr val="7F8C97">
              <a:alpha val="48000"/>
            </a:srgbClr>
          </a:solidFill>
          <a:ln w="0">
            <a:noFill/>
            <a:prstDash val="solid"/>
          </a:ln>
        </p:spPr>
      </p:sp>
      <p:sp>
        <p:nvSpPr>
          <p:cNvPr id="1762" name="01_find_only_1761">
            <a:extLst>
              <a:ext uri="{FF2B5EF4-FFF2-40B4-BE49-F238E27FC236}">
                <a16:creationId xmlns:a16="http://schemas.microsoft.com/office/drawing/2014/main" id="{7B1CADB8-14B7-482F-8CBD-4ADA63C293EF}"/>
              </a:ext>
            </a:extLst>
          </p:cNvPr>
          <p:cNvSpPr>
            <a:spLocks noGrp="1"/>
          </p:cNvSpPr>
          <p:nvPr/>
        </p:nvSpPr>
        <p:spPr>
          <a:xfrm>
            <a:off x="5276543" y="3806414"/>
            <a:ext cx="28398" cy="28398"/>
          </a:xfrm>
          <a:prstGeom prst="ellipse">
            <a:avLst/>
          </a:prstGeom>
          <a:solidFill>
            <a:srgbClr val="7F8C97">
              <a:alpha val="48000"/>
            </a:srgbClr>
          </a:solidFill>
          <a:ln w="0">
            <a:noFill/>
            <a:prstDash val="solid"/>
          </a:ln>
        </p:spPr>
      </p:sp>
      <p:sp>
        <p:nvSpPr>
          <p:cNvPr id="1763" name="01_find_only_1762">
            <a:extLst>
              <a:ext uri="{FF2B5EF4-FFF2-40B4-BE49-F238E27FC236}">
                <a16:creationId xmlns:a16="http://schemas.microsoft.com/office/drawing/2014/main" id="{DF3893CC-D394-4E50-95FB-824A607D7AC2}"/>
              </a:ext>
            </a:extLst>
          </p:cNvPr>
          <p:cNvSpPr>
            <a:spLocks noGrp="1"/>
          </p:cNvSpPr>
          <p:nvPr/>
        </p:nvSpPr>
        <p:spPr>
          <a:xfrm>
            <a:off x="5335107" y="4123418"/>
            <a:ext cx="28398" cy="28398"/>
          </a:xfrm>
          <a:prstGeom prst="ellipse">
            <a:avLst/>
          </a:prstGeom>
          <a:solidFill>
            <a:srgbClr val="7F8C97">
              <a:alpha val="48000"/>
            </a:srgbClr>
          </a:solidFill>
          <a:ln w="0">
            <a:noFill/>
            <a:prstDash val="solid"/>
          </a:ln>
        </p:spPr>
      </p:sp>
      <p:sp>
        <p:nvSpPr>
          <p:cNvPr id="1764" name="01_find_only_1763">
            <a:extLst>
              <a:ext uri="{FF2B5EF4-FFF2-40B4-BE49-F238E27FC236}">
                <a16:creationId xmlns:a16="http://schemas.microsoft.com/office/drawing/2014/main" id="{98769760-DAF5-4551-A023-FBA40D20AA58}"/>
              </a:ext>
            </a:extLst>
          </p:cNvPr>
          <p:cNvSpPr>
            <a:spLocks noGrp="1"/>
          </p:cNvSpPr>
          <p:nvPr/>
        </p:nvSpPr>
        <p:spPr>
          <a:xfrm>
            <a:off x="5266433" y="3700746"/>
            <a:ext cx="28398" cy="28398"/>
          </a:xfrm>
          <a:prstGeom prst="ellipse">
            <a:avLst/>
          </a:prstGeom>
          <a:solidFill>
            <a:srgbClr val="7F8C97">
              <a:alpha val="48000"/>
            </a:srgbClr>
          </a:solidFill>
          <a:ln w="0">
            <a:noFill/>
            <a:prstDash val="solid"/>
          </a:ln>
        </p:spPr>
      </p:sp>
      <p:sp>
        <p:nvSpPr>
          <p:cNvPr id="1765" name="01_find_only_1764">
            <a:extLst>
              <a:ext uri="{FF2B5EF4-FFF2-40B4-BE49-F238E27FC236}">
                <a16:creationId xmlns:a16="http://schemas.microsoft.com/office/drawing/2014/main" id="{BAF3A0DE-19DF-4500-B53B-9024E33489B2}"/>
              </a:ext>
            </a:extLst>
          </p:cNvPr>
          <p:cNvSpPr>
            <a:spLocks noGrp="1"/>
          </p:cNvSpPr>
          <p:nvPr/>
        </p:nvSpPr>
        <p:spPr>
          <a:xfrm>
            <a:off x="5265670" y="4123418"/>
            <a:ext cx="28398" cy="28398"/>
          </a:xfrm>
          <a:prstGeom prst="ellipse">
            <a:avLst/>
          </a:prstGeom>
          <a:solidFill>
            <a:srgbClr val="7F8C97">
              <a:alpha val="48000"/>
            </a:srgbClr>
          </a:solidFill>
          <a:ln w="0">
            <a:noFill/>
            <a:prstDash val="solid"/>
          </a:ln>
        </p:spPr>
      </p:sp>
      <p:sp>
        <p:nvSpPr>
          <p:cNvPr id="1766" name="01_find_only_1765">
            <a:extLst>
              <a:ext uri="{FF2B5EF4-FFF2-40B4-BE49-F238E27FC236}">
                <a16:creationId xmlns:a16="http://schemas.microsoft.com/office/drawing/2014/main" id="{9615C1E6-BE93-4CBB-BDDE-130AB704735E}"/>
              </a:ext>
            </a:extLst>
          </p:cNvPr>
          <p:cNvSpPr>
            <a:spLocks noGrp="1"/>
          </p:cNvSpPr>
          <p:nvPr/>
        </p:nvSpPr>
        <p:spPr>
          <a:xfrm>
            <a:off x="5269962" y="4123418"/>
            <a:ext cx="28398" cy="28398"/>
          </a:xfrm>
          <a:prstGeom prst="ellipse">
            <a:avLst/>
          </a:prstGeom>
          <a:solidFill>
            <a:srgbClr val="7F8C97">
              <a:alpha val="48000"/>
            </a:srgbClr>
          </a:solidFill>
          <a:ln w="0">
            <a:noFill/>
            <a:prstDash val="solid"/>
          </a:ln>
        </p:spPr>
      </p:sp>
      <p:sp>
        <p:nvSpPr>
          <p:cNvPr id="1767" name="01_find_only_1766">
            <a:extLst>
              <a:ext uri="{FF2B5EF4-FFF2-40B4-BE49-F238E27FC236}">
                <a16:creationId xmlns:a16="http://schemas.microsoft.com/office/drawing/2014/main" id="{5AF68C21-EB10-49AD-AFA6-ED746F126050}"/>
              </a:ext>
            </a:extLst>
          </p:cNvPr>
          <p:cNvSpPr>
            <a:spLocks noGrp="1"/>
          </p:cNvSpPr>
          <p:nvPr/>
        </p:nvSpPr>
        <p:spPr>
          <a:xfrm>
            <a:off x="5336443" y="3700746"/>
            <a:ext cx="28398" cy="28398"/>
          </a:xfrm>
          <a:prstGeom prst="ellipse">
            <a:avLst/>
          </a:prstGeom>
          <a:solidFill>
            <a:srgbClr val="7F8C97">
              <a:alpha val="48000"/>
            </a:srgbClr>
          </a:solidFill>
          <a:ln w="0">
            <a:noFill/>
            <a:prstDash val="solid"/>
          </a:ln>
        </p:spPr>
      </p:sp>
      <p:sp>
        <p:nvSpPr>
          <p:cNvPr id="1768" name="01_find_only_1767">
            <a:extLst>
              <a:ext uri="{FF2B5EF4-FFF2-40B4-BE49-F238E27FC236}">
                <a16:creationId xmlns:a16="http://schemas.microsoft.com/office/drawing/2014/main" id="{F950E816-0A34-4FE7-9BC6-5F9D1509F811}"/>
              </a:ext>
            </a:extLst>
          </p:cNvPr>
          <p:cNvSpPr>
            <a:spLocks noGrp="1"/>
          </p:cNvSpPr>
          <p:nvPr/>
        </p:nvSpPr>
        <p:spPr>
          <a:xfrm>
            <a:off x="5326332" y="4123418"/>
            <a:ext cx="28398" cy="28398"/>
          </a:xfrm>
          <a:prstGeom prst="ellipse">
            <a:avLst/>
          </a:prstGeom>
          <a:solidFill>
            <a:srgbClr val="7F8C97">
              <a:alpha val="48000"/>
            </a:srgbClr>
          </a:solidFill>
          <a:ln w="0">
            <a:noFill/>
            <a:prstDash val="solid"/>
          </a:ln>
        </p:spPr>
      </p:sp>
      <p:sp>
        <p:nvSpPr>
          <p:cNvPr id="1769" name="01_find_only_1768">
            <a:extLst>
              <a:ext uri="{FF2B5EF4-FFF2-40B4-BE49-F238E27FC236}">
                <a16:creationId xmlns:a16="http://schemas.microsoft.com/office/drawing/2014/main" id="{E4299AD7-5812-488D-AE7C-A5C9E6186222}"/>
              </a:ext>
            </a:extLst>
          </p:cNvPr>
          <p:cNvSpPr>
            <a:spLocks noGrp="1"/>
          </p:cNvSpPr>
          <p:nvPr/>
        </p:nvSpPr>
        <p:spPr>
          <a:xfrm>
            <a:off x="5330434" y="4123418"/>
            <a:ext cx="28398" cy="28398"/>
          </a:xfrm>
          <a:prstGeom prst="ellipse">
            <a:avLst/>
          </a:prstGeom>
          <a:solidFill>
            <a:srgbClr val="7F8C97">
              <a:alpha val="48000"/>
            </a:srgbClr>
          </a:solidFill>
          <a:ln w="0">
            <a:noFill/>
            <a:prstDash val="solid"/>
          </a:ln>
        </p:spPr>
      </p:sp>
      <p:sp>
        <p:nvSpPr>
          <p:cNvPr id="1770" name="01_find_only_1769">
            <a:extLst>
              <a:ext uri="{FF2B5EF4-FFF2-40B4-BE49-F238E27FC236}">
                <a16:creationId xmlns:a16="http://schemas.microsoft.com/office/drawing/2014/main" id="{EAB48912-B0AC-4281-8231-4C130B39C1E6}"/>
              </a:ext>
            </a:extLst>
          </p:cNvPr>
          <p:cNvSpPr>
            <a:spLocks noGrp="1"/>
          </p:cNvSpPr>
          <p:nvPr/>
        </p:nvSpPr>
        <p:spPr>
          <a:xfrm>
            <a:off x="5318606" y="3201224"/>
            <a:ext cx="28398" cy="28398"/>
          </a:xfrm>
          <a:prstGeom prst="ellipse">
            <a:avLst/>
          </a:prstGeom>
          <a:solidFill>
            <a:srgbClr val="7F8C97">
              <a:alpha val="48000"/>
            </a:srgbClr>
          </a:solidFill>
          <a:ln w="0">
            <a:noFill/>
            <a:prstDash val="solid"/>
          </a:ln>
        </p:spPr>
      </p:sp>
      <p:sp>
        <p:nvSpPr>
          <p:cNvPr id="1771" name="01_find_only_1770">
            <a:extLst>
              <a:ext uri="{FF2B5EF4-FFF2-40B4-BE49-F238E27FC236}">
                <a16:creationId xmlns:a16="http://schemas.microsoft.com/office/drawing/2014/main" id="{0B48654C-0097-48A4-9C11-23235973E06E}"/>
              </a:ext>
            </a:extLst>
          </p:cNvPr>
          <p:cNvSpPr>
            <a:spLocks noGrp="1"/>
          </p:cNvSpPr>
          <p:nvPr/>
        </p:nvSpPr>
        <p:spPr>
          <a:xfrm>
            <a:off x="5325951" y="4123418"/>
            <a:ext cx="28398" cy="28398"/>
          </a:xfrm>
          <a:prstGeom prst="ellipse">
            <a:avLst/>
          </a:prstGeom>
          <a:solidFill>
            <a:srgbClr val="7F8C97">
              <a:alpha val="48000"/>
            </a:srgbClr>
          </a:solidFill>
          <a:ln w="0">
            <a:noFill/>
            <a:prstDash val="solid"/>
          </a:ln>
        </p:spPr>
      </p:sp>
      <p:sp>
        <p:nvSpPr>
          <p:cNvPr id="1772" name="01_find_only_1771">
            <a:extLst>
              <a:ext uri="{FF2B5EF4-FFF2-40B4-BE49-F238E27FC236}">
                <a16:creationId xmlns:a16="http://schemas.microsoft.com/office/drawing/2014/main" id="{85F811BC-FE10-4778-B778-5B5A63EC8DB9}"/>
              </a:ext>
            </a:extLst>
          </p:cNvPr>
          <p:cNvSpPr>
            <a:spLocks noGrp="1"/>
          </p:cNvSpPr>
          <p:nvPr/>
        </p:nvSpPr>
        <p:spPr>
          <a:xfrm>
            <a:off x="5334154" y="4123418"/>
            <a:ext cx="28398" cy="28398"/>
          </a:xfrm>
          <a:prstGeom prst="ellipse">
            <a:avLst/>
          </a:prstGeom>
          <a:solidFill>
            <a:srgbClr val="7F8C97">
              <a:alpha val="48000"/>
            </a:srgbClr>
          </a:solidFill>
          <a:ln w="0">
            <a:noFill/>
            <a:prstDash val="solid"/>
          </a:ln>
        </p:spPr>
      </p:sp>
      <p:sp>
        <p:nvSpPr>
          <p:cNvPr id="1773" name="01_find_only_1772">
            <a:extLst>
              <a:ext uri="{FF2B5EF4-FFF2-40B4-BE49-F238E27FC236}">
                <a16:creationId xmlns:a16="http://schemas.microsoft.com/office/drawing/2014/main" id="{51E906D6-91AB-41FC-8EF9-D3CBC497A1CB}"/>
              </a:ext>
            </a:extLst>
          </p:cNvPr>
          <p:cNvSpPr>
            <a:spLocks noGrp="1"/>
          </p:cNvSpPr>
          <p:nvPr/>
        </p:nvSpPr>
        <p:spPr>
          <a:xfrm>
            <a:off x="5264144" y="4123418"/>
            <a:ext cx="28398" cy="28398"/>
          </a:xfrm>
          <a:prstGeom prst="ellipse">
            <a:avLst/>
          </a:prstGeom>
          <a:solidFill>
            <a:srgbClr val="7F8C97">
              <a:alpha val="48000"/>
            </a:srgbClr>
          </a:solidFill>
          <a:ln w="0">
            <a:noFill/>
            <a:prstDash val="solid"/>
          </a:ln>
        </p:spPr>
      </p:sp>
      <p:sp>
        <p:nvSpPr>
          <p:cNvPr id="1774" name="01_find_only_1773">
            <a:extLst>
              <a:ext uri="{FF2B5EF4-FFF2-40B4-BE49-F238E27FC236}">
                <a16:creationId xmlns:a16="http://schemas.microsoft.com/office/drawing/2014/main" id="{55F5DE7A-4BD2-4861-AAE9-F04F55026338}"/>
              </a:ext>
            </a:extLst>
          </p:cNvPr>
          <p:cNvSpPr>
            <a:spLocks noGrp="1"/>
          </p:cNvSpPr>
          <p:nvPr/>
        </p:nvSpPr>
        <p:spPr>
          <a:xfrm>
            <a:off x="5271679" y="3489410"/>
            <a:ext cx="28398" cy="28398"/>
          </a:xfrm>
          <a:prstGeom prst="ellipse">
            <a:avLst/>
          </a:prstGeom>
          <a:solidFill>
            <a:srgbClr val="7F8C97">
              <a:alpha val="48000"/>
            </a:srgbClr>
          </a:solidFill>
          <a:ln w="0">
            <a:noFill/>
            <a:prstDash val="solid"/>
          </a:ln>
        </p:spPr>
      </p:sp>
      <p:sp>
        <p:nvSpPr>
          <p:cNvPr id="1775" name="01_find_only_1774">
            <a:extLst>
              <a:ext uri="{FF2B5EF4-FFF2-40B4-BE49-F238E27FC236}">
                <a16:creationId xmlns:a16="http://schemas.microsoft.com/office/drawing/2014/main" id="{9A0533A4-4DF4-400A-BEEC-050FB2278EFA}"/>
              </a:ext>
            </a:extLst>
          </p:cNvPr>
          <p:cNvSpPr>
            <a:spLocks noGrp="1"/>
          </p:cNvSpPr>
          <p:nvPr/>
        </p:nvSpPr>
        <p:spPr>
          <a:xfrm>
            <a:off x="5316985" y="3928339"/>
            <a:ext cx="28398" cy="28398"/>
          </a:xfrm>
          <a:prstGeom prst="ellipse">
            <a:avLst/>
          </a:prstGeom>
          <a:solidFill>
            <a:srgbClr val="7F8C97">
              <a:alpha val="48000"/>
            </a:srgbClr>
          </a:solidFill>
          <a:ln w="0">
            <a:noFill/>
            <a:prstDash val="solid"/>
          </a:ln>
        </p:spPr>
      </p:sp>
      <p:sp>
        <p:nvSpPr>
          <p:cNvPr id="1776" name="01_find_only_1775">
            <a:extLst>
              <a:ext uri="{FF2B5EF4-FFF2-40B4-BE49-F238E27FC236}">
                <a16:creationId xmlns:a16="http://schemas.microsoft.com/office/drawing/2014/main" id="{25784EDC-EA36-4064-A84D-AF45D7822736}"/>
              </a:ext>
            </a:extLst>
          </p:cNvPr>
          <p:cNvSpPr>
            <a:spLocks noGrp="1"/>
          </p:cNvSpPr>
          <p:nvPr/>
        </p:nvSpPr>
        <p:spPr>
          <a:xfrm>
            <a:off x="5269008" y="4123418"/>
            <a:ext cx="28398" cy="28398"/>
          </a:xfrm>
          <a:prstGeom prst="ellipse">
            <a:avLst/>
          </a:prstGeom>
          <a:solidFill>
            <a:srgbClr val="7F8C97">
              <a:alpha val="48000"/>
            </a:srgbClr>
          </a:solidFill>
          <a:ln w="0">
            <a:noFill/>
            <a:prstDash val="solid"/>
          </a:ln>
        </p:spPr>
      </p:sp>
      <p:sp>
        <p:nvSpPr>
          <p:cNvPr id="1777" name="01_find_only_1776">
            <a:extLst>
              <a:ext uri="{FF2B5EF4-FFF2-40B4-BE49-F238E27FC236}">
                <a16:creationId xmlns:a16="http://schemas.microsoft.com/office/drawing/2014/main" id="{8E1EBDBC-83EE-4F4A-8A68-5C70A9E0C9DC}"/>
              </a:ext>
            </a:extLst>
          </p:cNvPr>
          <p:cNvSpPr>
            <a:spLocks noGrp="1"/>
          </p:cNvSpPr>
          <p:nvPr/>
        </p:nvSpPr>
        <p:spPr>
          <a:xfrm>
            <a:off x="5278260" y="3388336"/>
            <a:ext cx="28398" cy="28398"/>
          </a:xfrm>
          <a:prstGeom prst="ellipse">
            <a:avLst/>
          </a:prstGeom>
          <a:solidFill>
            <a:srgbClr val="7F8C97">
              <a:alpha val="48000"/>
            </a:srgbClr>
          </a:solidFill>
          <a:ln w="0">
            <a:noFill/>
            <a:prstDash val="solid"/>
          </a:ln>
        </p:spPr>
      </p:sp>
      <p:sp>
        <p:nvSpPr>
          <p:cNvPr id="1778" name="01_find_only_1777">
            <a:extLst>
              <a:ext uri="{FF2B5EF4-FFF2-40B4-BE49-F238E27FC236}">
                <a16:creationId xmlns:a16="http://schemas.microsoft.com/office/drawing/2014/main" id="{1FDFF9BC-88CF-4D19-842C-72917C9733C0}"/>
              </a:ext>
            </a:extLst>
          </p:cNvPr>
          <p:cNvSpPr>
            <a:spLocks noGrp="1"/>
          </p:cNvSpPr>
          <p:nvPr/>
        </p:nvSpPr>
        <p:spPr>
          <a:xfrm>
            <a:off x="5262617" y="4123418"/>
            <a:ext cx="28398" cy="28398"/>
          </a:xfrm>
          <a:prstGeom prst="ellipse">
            <a:avLst/>
          </a:prstGeom>
          <a:solidFill>
            <a:srgbClr val="7F8C97">
              <a:alpha val="48000"/>
            </a:srgbClr>
          </a:solidFill>
          <a:ln w="0">
            <a:noFill/>
            <a:prstDash val="solid"/>
          </a:ln>
        </p:spPr>
      </p:sp>
      <p:sp>
        <p:nvSpPr>
          <p:cNvPr id="1779" name="01_find_only_1778">
            <a:extLst>
              <a:ext uri="{FF2B5EF4-FFF2-40B4-BE49-F238E27FC236}">
                <a16:creationId xmlns:a16="http://schemas.microsoft.com/office/drawing/2014/main" id="{68865238-0CD2-4C0F-80DB-2F4D477CA93B}"/>
              </a:ext>
            </a:extLst>
          </p:cNvPr>
          <p:cNvSpPr>
            <a:spLocks noGrp="1"/>
          </p:cNvSpPr>
          <p:nvPr/>
        </p:nvSpPr>
        <p:spPr>
          <a:xfrm>
            <a:off x="5272728" y="4123418"/>
            <a:ext cx="28398" cy="28398"/>
          </a:xfrm>
          <a:prstGeom prst="ellipse">
            <a:avLst/>
          </a:prstGeom>
          <a:solidFill>
            <a:srgbClr val="7F8C97">
              <a:alpha val="48000"/>
            </a:srgbClr>
          </a:solidFill>
          <a:ln w="0">
            <a:noFill/>
            <a:prstDash val="solid"/>
          </a:ln>
        </p:spPr>
      </p:sp>
      <p:sp>
        <p:nvSpPr>
          <p:cNvPr id="1780" name="01_find_only_1779">
            <a:extLst>
              <a:ext uri="{FF2B5EF4-FFF2-40B4-BE49-F238E27FC236}">
                <a16:creationId xmlns:a16="http://schemas.microsoft.com/office/drawing/2014/main" id="{5CEB71CD-90E5-4FC2-A153-DC9B37346652}"/>
              </a:ext>
            </a:extLst>
          </p:cNvPr>
          <p:cNvSpPr>
            <a:spLocks noGrp="1"/>
          </p:cNvSpPr>
          <p:nvPr/>
        </p:nvSpPr>
        <p:spPr>
          <a:xfrm>
            <a:off x="5276448" y="3942273"/>
            <a:ext cx="28398" cy="28398"/>
          </a:xfrm>
          <a:prstGeom prst="ellipse">
            <a:avLst/>
          </a:prstGeom>
          <a:solidFill>
            <a:srgbClr val="7F8C97">
              <a:alpha val="48000"/>
            </a:srgbClr>
          </a:solidFill>
          <a:ln w="0">
            <a:noFill/>
            <a:prstDash val="solid"/>
          </a:ln>
        </p:spPr>
      </p:sp>
      <p:sp>
        <p:nvSpPr>
          <p:cNvPr id="1781" name="01_find_only_1780">
            <a:extLst>
              <a:ext uri="{FF2B5EF4-FFF2-40B4-BE49-F238E27FC236}">
                <a16:creationId xmlns:a16="http://schemas.microsoft.com/office/drawing/2014/main" id="{92A7BC7C-FDD9-4F9F-B9CF-C89054FF70D0}"/>
              </a:ext>
            </a:extLst>
          </p:cNvPr>
          <p:cNvSpPr>
            <a:spLocks noGrp="1"/>
          </p:cNvSpPr>
          <p:nvPr/>
        </p:nvSpPr>
        <p:spPr>
          <a:xfrm>
            <a:off x="5335680" y="4123418"/>
            <a:ext cx="28398" cy="28398"/>
          </a:xfrm>
          <a:prstGeom prst="ellipse">
            <a:avLst/>
          </a:prstGeom>
          <a:solidFill>
            <a:srgbClr val="7F8C97">
              <a:alpha val="48000"/>
            </a:srgbClr>
          </a:solidFill>
          <a:ln w="0">
            <a:noFill/>
            <a:prstDash val="solid"/>
          </a:ln>
        </p:spPr>
      </p:sp>
      <p:sp>
        <p:nvSpPr>
          <p:cNvPr id="1782" name="01_find_only_1781">
            <a:extLst>
              <a:ext uri="{FF2B5EF4-FFF2-40B4-BE49-F238E27FC236}">
                <a16:creationId xmlns:a16="http://schemas.microsoft.com/office/drawing/2014/main" id="{BDDA5B54-1393-462B-9F8F-883B5E2455E9}"/>
              </a:ext>
            </a:extLst>
          </p:cNvPr>
          <p:cNvSpPr>
            <a:spLocks noGrp="1"/>
          </p:cNvSpPr>
          <p:nvPr/>
        </p:nvSpPr>
        <p:spPr>
          <a:xfrm>
            <a:off x="5295238" y="4123418"/>
            <a:ext cx="28398" cy="28398"/>
          </a:xfrm>
          <a:prstGeom prst="ellipse">
            <a:avLst/>
          </a:prstGeom>
          <a:solidFill>
            <a:srgbClr val="7F8C97">
              <a:alpha val="48000"/>
            </a:srgbClr>
          </a:solidFill>
          <a:ln w="0">
            <a:noFill/>
            <a:prstDash val="solid"/>
          </a:ln>
        </p:spPr>
      </p:sp>
      <p:sp>
        <p:nvSpPr>
          <p:cNvPr id="1783" name="01_find_only_1782">
            <a:extLst>
              <a:ext uri="{FF2B5EF4-FFF2-40B4-BE49-F238E27FC236}">
                <a16:creationId xmlns:a16="http://schemas.microsoft.com/office/drawing/2014/main" id="{D8AFC0A5-6DDB-4E26-A174-58103B3EB595}"/>
              </a:ext>
            </a:extLst>
          </p:cNvPr>
          <p:cNvSpPr>
            <a:spLocks noGrp="1"/>
          </p:cNvSpPr>
          <p:nvPr/>
        </p:nvSpPr>
        <p:spPr>
          <a:xfrm>
            <a:off x="5264144" y="4123418"/>
            <a:ext cx="28398" cy="28398"/>
          </a:xfrm>
          <a:prstGeom prst="ellipse">
            <a:avLst/>
          </a:prstGeom>
          <a:solidFill>
            <a:srgbClr val="7F8C97">
              <a:alpha val="48000"/>
            </a:srgbClr>
          </a:solidFill>
          <a:ln w="0">
            <a:noFill/>
            <a:prstDash val="solid"/>
          </a:ln>
        </p:spPr>
      </p:sp>
      <p:sp>
        <p:nvSpPr>
          <p:cNvPr id="1784" name="01_find_only_1783">
            <a:extLst>
              <a:ext uri="{FF2B5EF4-FFF2-40B4-BE49-F238E27FC236}">
                <a16:creationId xmlns:a16="http://schemas.microsoft.com/office/drawing/2014/main" id="{DC64C32B-E61B-40ED-BA87-4C08061DB399}"/>
              </a:ext>
            </a:extLst>
          </p:cNvPr>
          <p:cNvSpPr>
            <a:spLocks noGrp="1"/>
          </p:cNvSpPr>
          <p:nvPr/>
        </p:nvSpPr>
        <p:spPr>
          <a:xfrm>
            <a:off x="5277974" y="3806414"/>
            <a:ext cx="28398" cy="28398"/>
          </a:xfrm>
          <a:prstGeom prst="ellipse">
            <a:avLst/>
          </a:prstGeom>
          <a:solidFill>
            <a:srgbClr val="7F8C97">
              <a:alpha val="48000"/>
            </a:srgbClr>
          </a:solidFill>
          <a:ln w="0">
            <a:noFill/>
            <a:prstDash val="solid"/>
          </a:ln>
        </p:spPr>
      </p:sp>
      <p:sp>
        <p:nvSpPr>
          <p:cNvPr id="1785" name="01_find_only_1784">
            <a:extLst>
              <a:ext uri="{FF2B5EF4-FFF2-40B4-BE49-F238E27FC236}">
                <a16:creationId xmlns:a16="http://schemas.microsoft.com/office/drawing/2014/main" id="{5FFD98D4-6697-47C7-B362-9083C3682DE0}"/>
              </a:ext>
            </a:extLst>
          </p:cNvPr>
          <p:cNvSpPr>
            <a:spLocks noGrp="1"/>
          </p:cNvSpPr>
          <p:nvPr/>
        </p:nvSpPr>
        <p:spPr>
          <a:xfrm>
            <a:off x="5330720" y="3616211"/>
            <a:ext cx="28398" cy="28398"/>
          </a:xfrm>
          <a:prstGeom prst="ellipse">
            <a:avLst/>
          </a:prstGeom>
          <a:solidFill>
            <a:srgbClr val="7F8C97">
              <a:alpha val="48000"/>
            </a:srgbClr>
          </a:solidFill>
          <a:ln w="0">
            <a:noFill/>
            <a:prstDash val="solid"/>
          </a:ln>
        </p:spPr>
      </p:sp>
      <p:sp>
        <p:nvSpPr>
          <p:cNvPr id="1786" name="01_find_only_1785">
            <a:extLst>
              <a:ext uri="{FF2B5EF4-FFF2-40B4-BE49-F238E27FC236}">
                <a16:creationId xmlns:a16="http://schemas.microsoft.com/office/drawing/2014/main" id="{A5AF49A2-016A-4F92-B1AC-765522D5115A}"/>
              </a:ext>
            </a:extLst>
          </p:cNvPr>
          <p:cNvSpPr>
            <a:spLocks noGrp="1"/>
          </p:cNvSpPr>
          <p:nvPr/>
        </p:nvSpPr>
        <p:spPr>
          <a:xfrm>
            <a:off x="5312693" y="3489410"/>
            <a:ext cx="28398" cy="28398"/>
          </a:xfrm>
          <a:prstGeom prst="ellipse">
            <a:avLst/>
          </a:prstGeom>
          <a:solidFill>
            <a:srgbClr val="7F8C97">
              <a:alpha val="48000"/>
            </a:srgbClr>
          </a:solidFill>
          <a:ln w="0">
            <a:noFill/>
            <a:prstDash val="solid"/>
          </a:ln>
        </p:spPr>
      </p:sp>
      <p:sp>
        <p:nvSpPr>
          <p:cNvPr id="1787" name="01_find_only_1786">
            <a:extLst>
              <a:ext uri="{FF2B5EF4-FFF2-40B4-BE49-F238E27FC236}">
                <a16:creationId xmlns:a16="http://schemas.microsoft.com/office/drawing/2014/main" id="{3C8416C7-9FCB-43B0-A720-521746B49DE8}"/>
              </a:ext>
            </a:extLst>
          </p:cNvPr>
          <p:cNvSpPr>
            <a:spLocks noGrp="1"/>
          </p:cNvSpPr>
          <p:nvPr/>
        </p:nvSpPr>
        <p:spPr>
          <a:xfrm>
            <a:off x="5330338" y="4123418"/>
            <a:ext cx="28398" cy="28398"/>
          </a:xfrm>
          <a:prstGeom prst="ellipse">
            <a:avLst/>
          </a:prstGeom>
          <a:solidFill>
            <a:srgbClr val="7F8C97">
              <a:alpha val="48000"/>
            </a:srgbClr>
          </a:solidFill>
          <a:ln w="0">
            <a:noFill/>
            <a:prstDash val="solid"/>
          </a:ln>
        </p:spPr>
      </p:sp>
      <p:sp>
        <p:nvSpPr>
          <p:cNvPr id="1788" name="01_find_only_1787">
            <a:extLst>
              <a:ext uri="{FF2B5EF4-FFF2-40B4-BE49-F238E27FC236}">
                <a16:creationId xmlns:a16="http://schemas.microsoft.com/office/drawing/2014/main" id="{D269ED94-653A-45EB-B807-6622866F04A0}"/>
              </a:ext>
            </a:extLst>
          </p:cNvPr>
          <p:cNvSpPr>
            <a:spLocks noGrp="1"/>
          </p:cNvSpPr>
          <p:nvPr/>
        </p:nvSpPr>
        <p:spPr>
          <a:xfrm>
            <a:off x="5269962" y="4123418"/>
            <a:ext cx="28398" cy="28398"/>
          </a:xfrm>
          <a:prstGeom prst="ellipse">
            <a:avLst/>
          </a:prstGeom>
          <a:solidFill>
            <a:srgbClr val="7F8C97">
              <a:alpha val="48000"/>
            </a:srgbClr>
          </a:solidFill>
          <a:ln w="0">
            <a:noFill/>
            <a:prstDash val="solid"/>
          </a:ln>
        </p:spPr>
      </p:sp>
      <p:sp>
        <p:nvSpPr>
          <p:cNvPr id="1789" name="01_find_only_1788">
            <a:extLst>
              <a:ext uri="{FF2B5EF4-FFF2-40B4-BE49-F238E27FC236}">
                <a16:creationId xmlns:a16="http://schemas.microsoft.com/office/drawing/2014/main" id="{1C6A47C8-B48D-415E-B351-935A2EBCE558}"/>
              </a:ext>
            </a:extLst>
          </p:cNvPr>
          <p:cNvSpPr>
            <a:spLocks noGrp="1"/>
          </p:cNvSpPr>
          <p:nvPr/>
        </p:nvSpPr>
        <p:spPr>
          <a:xfrm>
            <a:off x="5287894" y="3904794"/>
            <a:ext cx="28398" cy="28398"/>
          </a:xfrm>
          <a:prstGeom prst="ellipse">
            <a:avLst/>
          </a:prstGeom>
          <a:solidFill>
            <a:srgbClr val="7F8C97">
              <a:alpha val="48000"/>
            </a:srgbClr>
          </a:solidFill>
          <a:ln w="0">
            <a:noFill/>
            <a:prstDash val="solid"/>
          </a:ln>
        </p:spPr>
      </p:sp>
      <p:sp>
        <p:nvSpPr>
          <p:cNvPr id="1790" name="01_find_only_1789">
            <a:extLst>
              <a:ext uri="{FF2B5EF4-FFF2-40B4-BE49-F238E27FC236}">
                <a16:creationId xmlns:a16="http://schemas.microsoft.com/office/drawing/2014/main" id="{55809DFE-6945-466E-B0AB-99639AD62C0C}"/>
              </a:ext>
            </a:extLst>
          </p:cNvPr>
          <p:cNvSpPr>
            <a:spLocks noGrp="1"/>
          </p:cNvSpPr>
          <p:nvPr/>
        </p:nvSpPr>
        <p:spPr>
          <a:xfrm>
            <a:off x="5331006" y="4019482"/>
            <a:ext cx="28398" cy="28398"/>
          </a:xfrm>
          <a:prstGeom prst="ellipse">
            <a:avLst/>
          </a:prstGeom>
          <a:solidFill>
            <a:srgbClr val="7F8C97">
              <a:alpha val="48000"/>
            </a:srgbClr>
          </a:solidFill>
          <a:ln w="0">
            <a:noFill/>
            <a:prstDash val="solid"/>
          </a:ln>
        </p:spPr>
      </p:sp>
      <p:sp>
        <p:nvSpPr>
          <p:cNvPr id="1791" name="01_find_only_1790">
            <a:extLst>
              <a:ext uri="{FF2B5EF4-FFF2-40B4-BE49-F238E27FC236}">
                <a16:creationId xmlns:a16="http://schemas.microsoft.com/office/drawing/2014/main" id="{C248D17E-60C8-4832-BE5C-B1EA4ABD548F}"/>
              </a:ext>
            </a:extLst>
          </p:cNvPr>
          <p:cNvSpPr>
            <a:spLocks noGrp="1"/>
          </p:cNvSpPr>
          <p:nvPr/>
        </p:nvSpPr>
        <p:spPr>
          <a:xfrm>
            <a:off x="5331101" y="3489410"/>
            <a:ext cx="28398" cy="28398"/>
          </a:xfrm>
          <a:prstGeom prst="ellipse">
            <a:avLst/>
          </a:prstGeom>
          <a:solidFill>
            <a:srgbClr val="7F8C97">
              <a:alpha val="48000"/>
            </a:srgbClr>
          </a:solidFill>
          <a:ln w="0">
            <a:noFill/>
            <a:prstDash val="solid"/>
          </a:ln>
        </p:spPr>
      </p:sp>
      <p:sp>
        <p:nvSpPr>
          <p:cNvPr id="1792" name="01_find_only_1791">
            <a:extLst>
              <a:ext uri="{FF2B5EF4-FFF2-40B4-BE49-F238E27FC236}">
                <a16:creationId xmlns:a16="http://schemas.microsoft.com/office/drawing/2014/main" id="{68E07BB0-C92D-47C6-A3B2-DAAE35639858}"/>
              </a:ext>
            </a:extLst>
          </p:cNvPr>
          <p:cNvSpPr>
            <a:spLocks noGrp="1"/>
          </p:cNvSpPr>
          <p:nvPr/>
        </p:nvSpPr>
        <p:spPr>
          <a:xfrm>
            <a:off x="5325188" y="4123418"/>
            <a:ext cx="28398" cy="28398"/>
          </a:xfrm>
          <a:prstGeom prst="ellipse">
            <a:avLst/>
          </a:prstGeom>
          <a:solidFill>
            <a:srgbClr val="7F8C97">
              <a:alpha val="48000"/>
            </a:srgbClr>
          </a:solidFill>
          <a:ln w="0">
            <a:noFill/>
            <a:prstDash val="solid"/>
          </a:ln>
        </p:spPr>
      </p:sp>
      <p:sp>
        <p:nvSpPr>
          <p:cNvPr id="1793" name="01_find_only_1792">
            <a:extLst>
              <a:ext uri="{FF2B5EF4-FFF2-40B4-BE49-F238E27FC236}">
                <a16:creationId xmlns:a16="http://schemas.microsoft.com/office/drawing/2014/main" id="{F080CC35-10D7-4469-B221-E72E57F48AA4}"/>
              </a:ext>
            </a:extLst>
          </p:cNvPr>
          <p:cNvSpPr>
            <a:spLocks noGrp="1"/>
          </p:cNvSpPr>
          <p:nvPr/>
        </p:nvSpPr>
        <p:spPr>
          <a:xfrm>
            <a:off x="5333581" y="3806414"/>
            <a:ext cx="28398" cy="28398"/>
          </a:xfrm>
          <a:prstGeom prst="ellipse">
            <a:avLst/>
          </a:prstGeom>
          <a:solidFill>
            <a:srgbClr val="7F8C97">
              <a:alpha val="48000"/>
            </a:srgbClr>
          </a:solidFill>
          <a:ln w="0">
            <a:noFill/>
            <a:prstDash val="solid"/>
          </a:ln>
        </p:spPr>
      </p:sp>
      <p:sp>
        <p:nvSpPr>
          <p:cNvPr id="1794" name="01_find_only_1793">
            <a:extLst>
              <a:ext uri="{FF2B5EF4-FFF2-40B4-BE49-F238E27FC236}">
                <a16:creationId xmlns:a16="http://schemas.microsoft.com/office/drawing/2014/main" id="{06904741-EA5D-49F7-8812-6D2855CF7603}"/>
              </a:ext>
            </a:extLst>
          </p:cNvPr>
          <p:cNvSpPr>
            <a:spLocks noGrp="1"/>
          </p:cNvSpPr>
          <p:nvPr/>
        </p:nvSpPr>
        <p:spPr>
          <a:xfrm>
            <a:off x="5278737" y="3362608"/>
            <a:ext cx="28398" cy="28398"/>
          </a:xfrm>
          <a:prstGeom prst="ellipse">
            <a:avLst/>
          </a:prstGeom>
          <a:solidFill>
            <a:srgbClr val="7F8C97">
              <a:alpha val="48000"/>
            </a:srgbClr>
          </a:solidFill>
          <a:ln w="0">
            <a:noFill/>
            <a:prstDash val="solid"/>
          </a:ln>
        </p:spPr>
      </p:sp>
      <p:sp>
        <p:nvSpPr>
          <p:cNvPr id="1795" name="01_find_only_1794">
            <a:extLst>
              <a:ext uri="{FF2B5EF4-FFF2-40B4-BE49-F238E27FC236}">
                <a16:creationId xmlns:a16="http://schemas.microsoft.com/office/drawing/2014/main" id="{FE03800F-8200-41AF-9E20-3FDB2E636974}"/>
              </a:ext>
            </a:extLst>
          </p:cNvPr>
          <p:cNvSpPr>
            <a:spLocks noGrp="1"/>
          </p:cNvSpPr>
          <p:nvPr/>
        </p:nvSpPr>
        <p:spPr>
          <a:xfrm>
            <a:off x="5264334" y="3489410"/>
            <a:ext cx="28398" cy="28398"/>
          </a:xfrm>
          <a:prstGeom prst="ellipse">
            <a:avLst/>
          </a:prstGeom>
          <a:solidFill>
            <a:srgbClr val="7F8C97">
              <a:alpha val="48000"/>
            </a:srgbClr>
          </a:solidFill>
          <a:ln w="0">
            <a:noFill/>
            <a:prstDash val="solid"/>
          </a:ln>
        </p:spPr>
      </p:sp>
      <p:sp>
        <p:nvSpPr>
          <p:cNvPr id="1796" name="01_find_only_1795">
            <a:extLst>
              <a:ext uri="{FF2B5EF4-FFF2-40B4-BE49-F238E27FC236}">
                <a16:creationId xmlns:a16="http://schemas.microsoft.com/office/drawing/2014/main" id="{1E7BB4CD-D057-453E-B127-DB936EC4EA18}"/>
              </a:ext>
            </a:extLst>
          </p:cNvPr>
          <p:cNvSpPr>
            <a:spLocks noGrp="1"/>
          </p:cNvSpPr>
          <p:nvPr/>
        </p:nvSpPr>
        <p:spPr>
          <a:xfrm>
            <a:off x="5319846" y="4123418"/>
            <a:ext cx="28398" cy="28398"/>
          </a:xfrm>
          <a:prstGeom prst="ellipse">
            <a:avLst/>
          </a:prstGeom>
          <a:solidFill>
            <a:srgbClr val="7F8C97">
              <a:alpha val="48000"/>
            </a:srgbClr>
          </a:solidFill>
          <a:ln w="0">
            <a:noFill/>
            <a:prstDash val="solid"/>
          </a:ln>
        </p:spPr>
      </p:sp>
      <p:sp>
        <p:nvSpPr>
          <p:cNvPr id="1797" name="01_find_only_1796">
            <a:extLst>
              <a:ext uri="{FF2B5EF4-FFF2-40B4-BE49-F238E27FC236}">
                <a16:creationId xmlns:a16="http://schemas.microsoft.com/office/drawing/2014/main" id="{8D7780C0-FFDD-442D-BDE9-6A80850664FB}"/>
              </a:ext>
            </a:extLst>
          </p:cNvPr>
          <p:cNvSpPr>
            <a:spLocks noGrp="1"/>
          </p:cNvSpPr>
          <p:nvPr/>
        </p:nvSpPr>
        <p:spPr>
          <a:xfrm>
            <a:off x="5259851" y="4123418"/>
            <a:ext cx="28398" cy="28398"/>
          </a:xfrm>
          <a:prstGeom prst="ellipse">
            <a:avLst/>
          </a:prstGeom>
          <a:solidFill>
            <a:srgbClr val="7F8C97">
              <a:alpha val="48000"/>
            </a:srgbClr>
          </a:solidFill>
          <a:ln w="0">
            <a:noFill/>
            <a:prstDash val="solid"/>
          </a:ln>
        </p:spPr>
      </p:sp>
      <p:sp>
        <p:nvSpPr>
          <p:cNvPr id="1798" name="01_find_only_1797">
            <a:extLst>
              <a:ext uri="{FF2B5EF4-FFF2-40B4-BE49-F238E27FC236}">
                <a16:creationId xmlns:a16="http://schemas.microsoft.com/office/drawing/2014/main" id="{94A2249A-1A2F-499C-BDE9-E45C4106E9C7}"/>
              </a:ext>
            </a:extLst>
          </p:cNvPr>
          <p:cNvSpPr>
            <a:spLocks noGrp="1"/>
          </p:cNvSpPr>
          <p:nvPr/>
        </p:nvSpPr>
        <p:spPr>
          <a:xfrm>
            <a:off x="5265860" y="4123418"/>
            <a:ext cx="28398" cy="28398"/>
          </a:xfrm>
          <a:prstGeom prst="ellipse">
            <a:avLst/>
          </a:prstGeom>
          <a:solidFill>
            <a:srgbClr val="7F8C97">
              <a:alpha val="48000"/>
            </a:srgbClr>
          </a:solidFill>
          <a:ln w="0">
            <a:noFill/>
            <a:prstDash val="solid"/>
          </a:ln>
        </p:spPr>
      </p:sp>
      <p:sp>
        <p:nvSpPr>
          <p:cNvPr id="1799" name="01_find_only_1798">
            <a:extLst>
              <a:ext uri="{FF2B5EF4-FFF2-40B4-BE49-F238E27FC236}">
                <a16:creationId xmlns:a16="http://schemas.microsoft.com/office/drawing/2014/main" id="{F3B92B89-475B-414E-B28A-FC5673D70970}"/>
              </a:ext>
            </a:extLst>
          </p:cNvPr>
          <p:cNvSpPr>
            <a:spLocks noGrp="1"/>
          </p:cNvSpPr>
          <p:nvPr/>
        </p:nvSpPr>
        <p:spPr>
          <a:xfrm>
            <a:off x="5322231" y="3330908"/>
            <a:ext cx="28398" cy="28398"/>
          </a:xfrm>
          <a:prstGeom prst="ellipse">
            <a:avLst/>
          </a:prstGeom>
          <a:solidFill>
            <a:srgbClr val="7F8C97">
              <a:alpha val="48000"/>
            </a:srgbClr>
          </a:solidFill>
          <a:ln w="0">
            <a:noFill/>
            <a:prstDash val="solid"/>
          </a:ln>
        </p:spPr>
      </p:sp>
      <p:sp>
        <p:nvSpPr>
          <p:cNvPr id="1800" name="01_find_only_1799">
            <a:extLst>
              <a:ext uri="{FF2B5EF4-FFF2-40B4-BE49-F238E27FC236}">
                <a16:creationId xmlns:a16="http://schemas.microsoft.com/office/drawing/2014/main" id="{17EE95E3-00FB-41A3-B50A-F80794A3C3CA}"/>
              </a:ext>
            </a:extLst>
          </p:cNvPr>
          <p:cNvSpPr>
            <a:spLocks noGrp="1"/>
          </p:cNvSpPr>
          <p:nvPr/>
        </p:nvSpPr>
        <p:spPr>
          <a:xfrm>
            <a:off x="5260710" y="2855402"/>
            <a:ext cx="28398" cy="28398"/>
          </a:xfrm>
          <a:prstGeom prst="ellipse">
            <a:avLst/>
          </a:prstGeom>
          <a:solidFill>
            <a:srgbClr val="7F8C97">
              <a:alpha val="48000"/>
            </a:srgbClr>
          </a:solidFill>
          <a:ln w="0">
            <a:noFill/>
            <a:prstDash val="solid"/>
          </a:ln>
        </p:spPr>
      </p:sp>
      <p:sp>
        <p:nvSpPr>
          <p:cNvPr id="1801" name="01_find_only_1800">
            <a:extLst>
              <a:ext uri="{FF2B5EF4-FFF2-40B4-BE49-F238E27FC236}">
                <a16:creationId xmlns:a16="http://schemas.microsoft.com/office/drawing/2014/main" id="{8B6688DA-B24A-4B54-9570-860BB430D119}"/>
              </a:ext>
            </a:extLst>
          </p:cNvPr>
          <p:cNvSpPr>
            <a:spLocks noGrp="1"/>
          </p:cNvSpPr>
          <p:nvPr/>
        </p:nvSpPr>
        <p:spPr>
          <a:xfrm>
            <a:off x="5340544" y="3489410"/>
            <a:ext cx="28398" cy="28398"/>
          </a:xfrm>
          <a:prstGeom prst="ellipse">
            <a:avLst/>
          </a:prstGeom>
          <a:solidFill>
            <a:srgbClr val="7F8C97">
              <a:alpha val="48000"/>
            </a:srgbClr>
          </a:solidFill>
          <a:ln w="0">
            <a:noFill/>
            <a:prstDash val="solid"/>
          </a:ln>
        </p:spPr>
      </p:sp>
      <p:sp>
        <p:nvSpPr>
          <p:cNvPr id="1802" name="01_find_only_1801">
            <a:extLst>
              <a:ext uri="{FF2B5EF4-FFF2-40B4-BE49-F238E27FC236}">
                <a16:creationId xmlns:a16="http://schemas.microsoft.com/office/drawing/2014/main" id="{CCD14943-9DCE-4420-91A8-C1A6C6B2E049}"/>
              </a:ext>
            </a:extLst>
          </p:cNvPr>
          <p:cNvSpPr>
            <a:spLocks noGrp="1"/>
          </p:cNvSpPr>
          <p:nvPr/>
        </p:nvSpPr>
        <p:spPr>
          <a:xfrm>
            <a:off x="5325951" y="3700746"/>
            <a:ext cx="28398" cy="28398"/>
          </a:xfrm>
          <a:prstGeom prst="ellipse">
            <a:avLst/>
          </a:prstGeom>
          <a:solidFill>
            <a:srgbClr val="7F8C97">
              <a:alpha val="48000"/>
            </a:srgbClr>
          </a:solidFill>
          <a:ln w="0">
            <a:noFill/>
            <a:prstDash val="solid"/>
          </a:ln>
        </p:spPr>
      </p:sp>
      <p:sp>
        <p:nvSpPr>
          <p:cNvPr id="1803" name="01_find_only_1802">
            <a:extLst>
              <a:ext uri="{FF2B5EF4-FFF2-40B4-BE49-F238E27FC236}">
                <a16:creationId xmlns:a16="http://schemas.microsoft.com/office/drawing/2014/main" id="{CD7A4530-F799-4C8B-B376-11F775B525AC}"/>
              </a:ext>
            </a:extLst>
          </p:cNvPr>
          <p:cNvSpPr>
            <a:spLocks noGrp="1"/>
          </p:cNvSpPr>
          <p:nvPr/>
        </p:nvSpPr>
        <p:spPr>
          <a:xfrm>
            <a:off x="5291423" y="3489410"/>
            <a:ext cx="28398" cy="28398"/>
          </a:xfrm>
          <a:prstGeom prst="ellipse">
            <a:avLst/>
          </a:prstGeom>
          <a:solidFill>
            <a:srgbClr val="7F8C97">
              <a:alpha val="48000"/>
            </a:srgbClr>
          </a:solidFill>
          <a:ln w="0">
            <a:noFill/>
            <a:prstDash val="solid"/>
          </a:ln>
        </p:spPr>
      </p:sp>
      <p:sp>
        <p:nvSpPr>
          <p:cNvPr id="1804" name="01_find_only_1803">
            <a:extLst>
              <a:ext uri="{FF2B5EF4-FFF2-40B4-BE49-F238E27FC236}">
                <a16:creationId xmlns:a16="http://schemas.microsoft.com/office/drawing/2014/main" id="{BEE0B3B2-360C-492B-B880-BFC4AC7C204B}"/>
              </a:ext>
            </a:extLst>
          </p:cNvPr>
          <p:cNvSpPr>
            <a:spLocks noGrp="1"/>
          </p:cNvSpPr>
          <p:nvPr/>
        </p:nvSpPr>
        <p:spPr>
          <a:xfrm>
            <a:off x="5275303" y="4123418"/>
            <a:ext cx="28398" cy="28398"/>
          </a:xfrm>
          <a:prstGeom prst="ellipse">
            <a:avLst/>
          </a:prstGeom>
          <a:solidFill>
            <a:srgbClr val="7F8C97">
              <a:alpha val="48000"/>
            </a:srgbClr>
          </a:solidFill>
          <a:ln w="0">
            <a:noFill/>
            <a:prstDash val="solid"/>
          </a:ln>
        </p:spPr>
      </p:sp>
      <p:sp>
        <p:nvSpPr>
          <p:cNvPr id="1805" name="01_find_only_1804">
            <a:extLst>
              <a:ext uri="{FF2B5EF4-FFF2-40B4-BE49-F238E27FC236}">
                <a16:creationId xmlns:a16="http://schemas.microsoft.com/office/drawing/2014/main" id="{7645E4F8-5AB1-4A59-89E4-467ABC570FCC}"/>
              </a:ext>
            </a:extLst>
          </p:cNvPr>
          <p:cNvSpPr>
            <a:spLocks noGrp="1"/>
          </p:cNvSpPr>
          <p:nvPr/>
        </p:nvSpPr>
        <p:spPr>
          <a:xfrm>
            <a:off x="5339113" y="3128093"/>
            <a:ext cx="28398" cy="28398"/>
          </a:xfrm>
          <a:prstGeom prst="ellipse">
            <a:avLst/>
          </a:prstGeom>
          <a:solidFill>
            <a:srgbClr val="7F8C97">
              <a:alpha val="48000"/>
            </a:srgbClr>
          </a:solidFill>
          <a:ln w="0">
            <a:noFill/>
            <a:prstDash val="solid"/>
          </a:ln>
        </p:spPr>
      </p:sp>
      <p:sp>
        <p:nvSpPr>
          <p:cNvPr id="1806" name="01_find_only_1805">
            <a:extLst>
              <a:ext uri="{FF2B5EF4-FFF2-40B4-BE49-F238E27FC236}">
                <a16:creationId xmlns:a16="http://schemas.microsoft.com/office/drawing/2014/main" id="{D15C6E9B-DD07-42A1-8CF8-226C93D0398B}"/>
              </a:ext>
            </a:extLst>
          </p:cNvPr>
          <p:cNvSpPr>
            <a:spLocks noGrp="1"/>
          </p:cNvSpPr>
          <p:nvPr/>
        </p:nvSpPr>
        <p:spPr>
          <a:xfrm>
            <a:off x="5343215" y="3217692"/>
            <a:ext cx="28398" cy="28398"/>
          </a:xfrm>
          <a:prstGeom prst="ellipse">
            <a:avLst/>
          </a:prstGeom>
          <a:solidFill>
            <a:srgbClr val="7F8C97">
              <a:alpha val="48000"/>
            </a:srgbClr>
          </a:solidFill>
          <a:ln w="0">
            <a:noFill/>
            <a:prstDash val="solid"/>
          </a:ln>
        </p:spPr>
      </p:sp>
      <p:sp>
        <p:nvSpPr>
          <p:cNvPr id="1807" name="01_find_only_1806">
            <a:extLst>
              <a:ext uri="{FF2B5EF4-FFF2-40B4-BE49-F238E27FC236}">
                <a16:creationId xmlns:a16="http://schemas.microsoft.com/office/drawing/2014/main" id="{39FDD699-F09D-4946-A983-D9CAF3E29664}"/>
              </a:ext>
            </a:extLst>
          </p:cNvPr>
          <p:cNvSpPr>
            <a:spLocks noGrp="1"/>
          </p:cNvSpPr>
          <p:nvPr/>
        </p:nvSpPr>
        <p:spPr>
          <a:xfrm>
            <a:off x="5308591" y="4123418"/>
            <a:ext cx="28398" cy="28398"/>
          </a:xfrm>
          <a:prstGeom prst="ellipse">
            <a:avLst/>
          </a:prstGeom>
          <a:solidFill>
            <a:srgbClr val="7F8C97">
              <a:alpha val="48000"/>
            </a:srgbClr>
          </a:solidFill>
          <a:ln w="0">
            <a:noFill/>
            <a:prstDash val="solid"/>
          </a:ln>
        </p:spPr>
      </p:sp>
      <p:sp>
        <p:nvSpPr>
          <p:cNvPr id="1808" name="01_find_only_1807">
            <a:extLst>
              <a:ext uri="{FF2B5EF4-FFF2-40B4-BE49-F238E27FC236}">
                <a16:creationId xmlns:a16="http://schemas.microsoft.com/office/drawing/2014/main" id="{AC21011B-67EC-48EE-B8D1-D0E5E72F8E27}"/>
              </a:ext>
            </a:extLst>
          </p:cNvPr>
          <p:cNvSpPr>
            <a:spLocks noGrp="1"/>
          </p:cNvSpPr>
          <p:nvPr/>
        </p:nvSpPr>
        <p:spPr>
          <a:xfrm>
            <a:off x="5330338" y="4123418"/>
            <a:ext cx="28398" cy="28398"/>
          </a:xfrm>
          <a:prstGeom prst="ellipse">
            <a:avLst/>
          </a:prstGeom>
          <a:solidFill>
            <a:srgbClr val="7F8C97">
              <a:alpha val="48000"/>
            </a:srgbClr>
          </a:solidFill>
          <a:ln w="0">
            <a:noFill/>
            <a:prstDash val="solid"/>
          </a:ln>
        </p:spPr>
      </p:sp>
      <p:sp>
        <p:nvSpPr>
          <p:cNvPr id="1809" name="01_find_only_1808">
            <a:extLst>
              <a:ext uri="{FF2B5EF4-FFF2-40B4-BE49-F238E27FC236}">
                <a16:creationId xmlns:a16="http://schemas.microsoft.com/office/drawing/2014/main" id="{1226AAC0-5054-4A0D-B4B5-AEDA18099AC8}"/>
              </a:ext>
            </a:extLst>
          </p:cNvPr>
          <p:cNvSpPr>
            <a:spLocks noGrp="1"/>
          </p:cNvSpPr>
          <p:nvPr/>
        </p:nvSpPr>
        <p:spPr>
          <a:xfrm>
            <a:off x="5263476" y="3362608"/>
            <a:ext cx="28398" cy="28398"/>
          </a:xfrm>
          <a:prstGeom prst="ellipse">
            <a:avLst/>
          </a:prstGeom>
          <a:solidFill>
            <a:srgbClr val="7F8C97">
              <a:alpha val="48000"/>
            </a:srgbClr>
          </a:solidFill>
          <a:ln w="0">
            <a:noFill/>
            <a:prstDash val="solid"/>
          </a:ln>
        </p:spPr>
      </p:sp>
      <p:sp>
        <p:nvSpPr>
          <p:cNvPr id="1810" name="01_find_only_1809">
            <a:extLst>
              <a:ext uri="{FF2B5EF4-FFF2-40B4-BE49-F238E27FC236}">
                <a16:creationId xmlns:a16="http://schemas.microsoft.com/office/drawing/2014/main" id="{A517270C-6E1E-41B3-B32D-A1053C03AEC2}"/>
              </a:ext>
            </a:extLst>
          </p:cNvPr>
          <p:cNvSpPr>
            <a:spLocks noGrp="1"/>
          </p:cNvSpPr>
          <p:nvPr/>
        </p:nvSpPr>
        <p:spPr>
          <a:xfrm>
            <a:off x="5290373" y="4123418"/>
            <a:ext cx="28398" cy="28398"/>
          </a:xfrm>
          <a:prstGeom prst="ellipse">
            <a:avLst/>
          </a:prstGeom>
          <a:solidFill>
            <a:srgbClr val="7F8C97">
              <a:alpha val="48000"/>
            </a:srgbClr>
          </a:solidFill>
          <a:ln w="0">
            <a:noFill/>
            <a:prstDash val="solid"/>
          </a:ln>
        </p:spPr>
      </p:sp>
      <p:sp>
        <p:nvSpPr>
          <p:cNvPr id="1811" name="01_find_only_1810">
            <a:extLst>
              <a:ext uri="{FF2B5EF4-FFF2-40B4-BE49-F238E27FC236}">
                <a16:creationId xmlns:a16="http://schemas.microsoft.com/office/drawing/2014/main" id="{03E28E15-B2E4-4B6E-9FCA-56D0B91F1640}"/>
              </a:ext>
            </a:extLst>
          </p:cNvPr>
          <p:cNvSpPr>
            <a:spLocks noGrp="1"/>
          </p:cNvSpPr>
          <p:nvPr/>
        </p:nvSpPr>
        <p:spPr>
          <a:xfrm>
            <a:off x="5324425" y="4123418"/>
            <a:ext cx="28398" cy="28398"/>
          </a:xfrm>
          <a:prstGeom prst="ellipse">
            <a:avLst/>
          </a:prstGeom>
          <a:solidFill>
            <a:srgbClr val="7F8C97">
              <a:alpha val="48000"/>
            </a:srgbClr>
          </a:solidFill>
          <a:ln w="0">
            <a:noFill/>
            <a:prstDash val="solid"/>
          </a:ln>
        </p:spPr>
      </p:sp>
      <p:sp>
        <p:nvSpPr>
          <p:cNvPr id="1812" name="01_find_only_1811">
            <a:extLst>
              <a:ext uri="{FF2B5EF4-FFF2-40B4-BE49-F238E27FC236}">
                <a16:creationId xmlns:a16="http://schemas.microsoft.com/office/drawing/2014/main" id="{A29E09EB-2029-449D-8B61-CAA852659D37}"/>
              </a:ext>
            </a:extLst>
          </p:cNvPr>
          <p:cNvSpPr>
            <a:spLocks noGrp="1"/>
          </p:cNvSpPr>
          <p:nvPr/>
        </p:nvSpPr>
        <p:spPr>
          <a:xfrm>
            <a:off x="5257658" y="3579982"/>
            <a:ext cx="28398" cy="28398"/>
          </a:xfrm>
          <a:prstGeom prst="ellipse">
            <a:avLst/>
          </a:prstGeom>
          <a:solidFill>
            <a:srgbClr val="7F8C97">
              <a:alpha val="48000"/>
            </a:srgbClr>
          </a:solidFill>
          <a:ln w="0">
            <a:noFill/>
            <a:prstDash val="solid"/>
          </a:ln>
        </p:spPr>
      </p:sp>
      <p:sp>
        <p:nvSpPr>
          <p:cNvPr id="1813" name="01_find_only_1812">
            <a:extLst>
              <a:ext uri="{FF2B5EF4-FFF2-40B4-BE49-F238E27FC236}">
                <a16:creationId xmlns:a16="http://schemas.microsoft.com/office/drawing/2014/main" id="{B7AA90CD-7900-4936-B68A-46B2B4A6308D}"/>
              </a:ext>
            </a:extLst>
          </p:cNvPr>
          <p:cNvSpPr>
            <a:spLocks noGrp="1"/>
          </p:cNvSpPr>
          <p:nvPr/>
        </p:nvSpPr>
        <p:spPr>
          <a:xfrm>
            <a:off x="5254224" y="3489410"/>
            <a:ext cx="28398" cy="28398"/>
          </a:xfrm>
          <a:prstGeom prst="ellipse">
            <a:avLst/>
          </a:prstGeom>
          <a:solidFill>
            <a:srgbClr val="7F8C97">
              <a:alpha val="48000"/>
            </a:srgbClr>
          </a:solidFill>
          <a:ln w="0">
            <a:noFill/>
            <a:prstDash val="solid"/>
          </a:ln>
        </p:spPr>
      </p:sp>
      <p:sp>
        <p:nvSpPr>
          <p:cNvPr id="1814" name="01_find_only_1813">
            <a:extLst>
              <a:ext uri="{FF2B5EF4-FFF2-40B4-BE49-F238E27FC236}">
                <a16:creationId xmlns:a16="http://schemas.microsoft.com/office/drawing/2014/main" id="{97E1DAD7-D438-450C-ABF5-69E926D5B7A4}"/>
              </a:ext>
            </a:extLst>
          </p:cNvPr>
          <p:cNvSpPr>
            <a:spLocks noGrp="1"/>
          </p:cNvSpPr>
          <p:nvPr/>
        </p:nvSpPr>
        <p:spPr>
          <a:xfrm>
            <a:off x="5310594" y="3912082"/>
            <a:ext cx="28398" cy="28398"/>
          </a:xfrm>
          <a:prstGeom prst="ellipse">
            <a:avLst/>
          </a:prstGeom>
          <a:solidFill>
            <a:srgbClr val="7F8C97">
              <a:alpha val="48000"/>
            </a:srgbClr>
          </a:solidFill>
          <a:ln w="0">
            <a:noFill/>
            <a:prstDash val="solid"/>
          </a:ln>
        </p:spPr>
      </p:sp>
      <p:sp>
        <p:nvSpPr>
          <p:cNvPr id="1815" name="01_find_only_1814">
            <a:extLst>
              <a:ext uri="{FF2B5EF4-FFF2-40B4-BE49-F238E27FC236}">
                <a16:creationId xmlns:a16="http://schemas.microsoft.com/office/drawing/2014/main" id="{6D12C987-1704-49BD-818E-C7AA9A4A2732}"/>
              </a:ext>
            </a:extLst>
          </p:cNvPr>
          <p:cNvSpPr>
            <a:spLocks noGrp="1"/>
          </p:cNvSpPr>
          <p:nvPr/>
        </p:nvSpPr>
        <p:spPr>
          <a:xfrm>
            <a:off x="5338541" y="3172406"/>
            <a:ext cx="28398" cy="28398"/>
          </a:xfrm>
          <a:prstGeom prst="ellipse">
            <a:avLst/>
          </a:prstGeom>
          <a:solidFill>
            <a:srgbClr val="7F8C97">
              <a:alpha val="48000"/>
            </a:srgbClr>
          </a:solidFill>
          <a:ln w="0">
            <a:noFill/>
            <a:prstDash val="solid"/>
          </a:ln>
        </p:spPr>
      </p:sp>
      <p:sp>
        <p:nvSpPr>
          <p:cNvPr id="1816" name="01_find_only_1815">
            <a:extLst>
              <a:ext uri="{FF2B5EF4-FFF2-40B4-BE49-F238E27FC236}">
                <a16:creationId xmlns:a16="http://schemas.microsoft.com/office/drawing/2014/main" id="{95D67580-F1E7-412A-BA41-FC398B5FD865}"/>
              </a:ext>
            </a:extLst>
          </p:cNvPr>
          <p:cNvSpPr>
            <a:spLocks noGrp="1"/>
          </p:cNvSpPr>
          <p:nvPr/>
        </p:nvSpPr>
        <p:spPr>
          <a:xfrm>
            <a:off x="5250027" y="3489410"/>
            <a:ext cx="28398" cy="28398"/>
          </a:xfrm>
          <a:prstGeom prst="ellipse">
            <a:avLst/>
          </a:prstGeom>
          <a:solidFill>
            <a:srgbClr val="7F8C97">
              <a:alpha val="48000"/>
            </a:srgbClr>
          </a:solidFill>
          <a:ln w="0">
            <a:noFill/>
            <a:prstDash val="solid"/>
          </a:ln>
        </p:spPr>
      </p:sp>
      <p:sp>
        <p:nvSpPr>
          <p:cNvPr id="1817" name="01_find_only_1816">
            <a:extLst>
              <a:ext uri="{FF2B5EF4-FFF2-40B4-BE49-F238E27FC236}">
                <a16:creationId xmlns:a16="http://schemas.microsoft.com/office/drawing/2014/main" id="{E9BC2EB1-376F-4CE5-96FD-ACAD2C9E2F96}"/>
              </a:ext>
            </a:extLst>
          </p:cNvPr>
          <p:cNvSpPr>
            <a:spLocks noGrp="1"/>
          </p:cNvSpPr>
          <p:nvPr/>
        </p:nvSpPr>
        <p:spPr>
          <a:xfrm>
            <a:off x="5287321" y="3489410"/>
            <a:ext cx="28398" cy="28398"/>
          </a:xfrm>
          <a:prstGeom prst="ellipse">
            <a:avLst/>
          </a:prstGeom>
          <a:solidFill>
            <a:srgbClr val="7F8C97">
              <a:alpha val="48000"/>
            </a:srgbClr>
          </a:solidFill>
          <a:ln w="0">
            <a:noFill/>
            <a:prstDash val="solid"/>
          </a:ln>
        </p:spPr>
      </p:sp>
      <p:sp>
        <p:nvSpPr>
          <p:cNvPr id="1818" name="01_find_only_1817">
            <a:extLst>
              <a:ext uri="{FF2B5EF4-FFF2-40B4-BE49-F238E27FC236}">
                <a16:creationId xmlns:a16="http://schemas.microsoft.com/office/drawing/2014/main" id="{E6AB1EA3-F2CD-4E8F-B83F-28E40E8586B1}"/>
              </a:ext>
            </a:extLst>
          </p:cNvPr>
          <p:cNvSpPr>
            <a:spLocks noGrp="1"/>
          </p:cNvSpPr>
          <p:nvPr/>
        </p:nvSpPr>
        <p:spPr>
          <a:xfrm>
            <a:off x="5317939" y="4123418"/>
            <a:ext cx="28398" cy="28398"/>
          </a:xfrm>
          <a:prstGeom prst="ellipse">
            <a:avLst/>
          </a:prstGeom>
          <a:solidFill>
            <a:srgbClr val="7F8C97">
              <a:alpha val="48000"/>
            </a:srgbClr>
          </a:solidFill>
          <a:ln w="0">
            <a:noFill/>
            <a:prstDash val="solid"/>
          </a:ln>
        </p:spPr>
      </p:sp>
      <p:sp>
        <p:nvSpPr>
          <p:cNvPr id="1819" name="01_find_only_1818">
            <a:extLst>
              <a:ext uri="{FF2B5EF4-FFF2-40B4-BE49-F238E27FC236}">
                <a16:creationId xmlns:a16="http://schemas.microsoft.com/office/drawing/2014/main" id="{ACC173EE-85C8-4A8C-A436-EE5B42EF8880}"/>
              </a:ext>
            </a:extLst>
          </p:cNvPr>
          <p:cNvSpPr>
            <a:spLocks noGrp="1"/>
          </p:cNvSpPr>
          <p:nvPr/>
        </p:nvSpPr>
        <p:spPr>
          <a:xfrm>
            <a:off x="5289324" y="4123418"/>
            <a:ext cx="28398" cy="28398"/>
          </a:xfrm>
          <a:prstGeom prst="ellipse">
            <a:avLst/>
          </a:prstGeom>
          <a:solidFill>
            <a:srgbClr val="7F8C97">
              <a:alpha val="48000"/>
            </a:srgbClr>
          </a:solidFill>
          <a:ln w="0">
            <a:noFill/>
            <a:prstDash val="solid"/>
          </a:ln>
        </p:spPr>
      </p:sp>
      <p:sp>
        <p:nvSpPr>
          <p:cNvPr id="1820" name="01_find_only_1819">
            <a:extLst>
              <a:ext uri="{FF2B5EF4-FFF2-40B4-BE49-F238E27FC236}">
                <a16:creationId xmlns:a16="http://schemas.microsoft.com/office/drawing/2014/main" id="{A67D5275-0B7D-43C4-9489-FAA65414295E}"/>
              </a:ext>
            </a:extLst>
          </p:cNvPr>
          <p:cNvSpPr>
            <a:spLocks noGrp="1"/>
          </p:cNvSpPr>
          <p:nvPr/>
        </p:nvSpPr>
        <p:spPr>
          <a:xfrm>
            <a:off x="5273205" y="4123418"/>
            <a:ext cx="28398" cy="28398"/>
          </a:xfrm>
          <a:prstGeom prst="ellipse">
            <a:avLst/>
          </a:prstGeom>
          <a:solidFill>
            <a:srgbClr val="7F8C97">
              <a:alpha val="48000"/>
            </a:srgbClr>
          </a:solidFill>
          <a:ln w="0">
            <a:noFill/>
            <a:prstDash val="solid"/>
          </a:ln>
        </p:spPr>
      </p:sp>
      <p:sp>
        <p:nvSpPr>
          <p:cNvPr id="1821" name="01_find_only_1820">
            <a:extLst>
              <a:ext uri="{FF2B5EF4-FFF2-40B4-BE49-F238E27FC236}">
                <a16:creationId xmlns:a16="http://schemas.microsoft.com/office/drawing/2014/main" id="{877C3685-DCB8-4D9F-B260-C1BC4B0A17AB}"/>
              </a:ext>
            </a:extLst>
          </p:cNvPr>
          <p:cNvSpPr>
            <a:spLocks noGrp="1"/>
          </p:cNvSpPr>
          <p:nvPr/>
        </p:nvSpPr>
        <p:spPr>
          <a:xfrm>
            <a:off x="5310213" y="4123418"/>
            <a:ext cx="28398" cy="28398"/>
          </a:xfrm>
          <a:prstGeom prst="ellipse">
            <a:avLst/>
          </a:prstGeom>
          <a:solidFill>
            <a:srgbClr val="7F8C97">
              <a:alpha val="48000"/>
            </a:srgbClr>
          </a:solidFill>
          <a:ln w="0">
            <a:noFill/>
            <a:prstDash val="solid"/>
          </a:ln>
        </p:spPr>
      </p:sp>
      <p:sp>
        <p:nvSpPr>
          <p:cNvPr id="1822" name="01_find_only_1821">
            <a:extLst>
              <a:ext uri="{FF2B5EF4-FFF2-40B4-BE49-F238E27FC236}">
                <a16:creationId xmlns:a16="http://schemas.microsoft.com/office/drawing/2014/main" id="{557E71E4-29AA-4431-BE6B-3FFC2E678ACB}"/>
              </a:ext>
            </a:extLst>
          </p:cNvPr>
          <p:cNvSpPr>
            <a:spLocks noGrp="1"/>
          </p:cNvSpPr>
          <p:nvPr/>
        </p:nvSpPr>
        <p:spPr>
          <a:xfrm>
            <a:off x="5307161" y="4123418"/>
            <a:ext cx="28398" cy="28398"/>
          </a:xfrm>
          <a:prstGeom prst="ellipse">
            <a:avLst/>
          </a:prstGeom>
          <a:solidFill>
            <a:srgbClr val="7F8C97">
              <a:alpha val="48000"/>
            </a:srgbClr>
          </a:solidFill>
          <a:ln w="0">
            <a:noFill/>
            <a:prstDash val="solid"/>
          </a:ln>
        </p:spPr>
      </p:sp>
      <p:sp>
        <p:nvSpPr>
          <p:cNvPr id="1823" name="01_find_only_1822">
            <a:extLst>
              <a:ext uri="{FF2B5EF4-FFF2-40B4-BE49-F238E27FC236}">
                <a16:creationId xmlns:a16="http://schemas.microsoft.com/office/drawing/2014/main" id="{6C44E816-081E-4ED2-BFB7-B44F0A8C58D6}"/>
              </a:ext>
            </a:extLst>
          </p:cNvPr>
          <p:cNvSpPr>
            <a:spLocks noGrp="1"/>
          </p:cNvSpPr>
          <p:nvPr/>
        </p:nvSpPr>
        <p:spPr>
          <a:xfrm>
            <a:off x="5295619" y="4123418"/>
            <a:ext cx="28398" cy="28398"/>
          </a:xfrm>
          <a:prstGeom prst="ellipse">
            <a:avLst/>
          </a:prstGeom>
          <a:solidFill>
            <a:srgbClr val="7F8C97">
              <a:alpha val="48000"/>
            </a:srgbClr>
          </a:solidFill>
          <a:ln w="0">
            <a:noFill/>
            <a:prstDash val="solid"/>
          </a:ln>
        </p:spPr>
      </p:sp>
      <p:sp>
        <p:nvSpPr>
          <p:cNvPr id="1824" name="01_find_only_1823">
            <a:extLst>
              <a:ext uri="{FF2B5EF4-FFF2-40B4-BE49-F238E27FC236}">
                <a16:creationId xmlns:a16="http://schemas.microsoft.com/office/drawing/2014/main" id="{3E17DD84-5FFE-4CB9-B45F-ED5EE011CC98}"/>
              </a:ext>
            </a:extLst>
          </p:cNvPr>
          <p:cNvSpPr>
            <a:spLocks noGrp="1"/>
          </p:cNvSpPr>
          <p:nvPr/>
        </p:nvSpPr>
        <p:spPr>
          <a:xfrm>
            <a:off x="5304871" y="4123418"/>
            <a:ext cx="28398" cy="28398"/>
          </a:xfrm>
          <a:prstGeom prst="ellipse">
            <a:avLst/>
          </a:prstGeom>
          <a:solidFill>
            <a:srgbClr val="7F8C97">
              <a:alpha val="48000"/>
            </a:srgbClr>
          </a:solidFill>
          <a:ln w="0">
            <a:noFill/>
            <a:prstDash val="solid"/>
          </a:ln>
        </p:spPr>
      </p:sp>
      <p:sp>
        <p:nvSpPr>
          <p:cNvPr id="1825" name="01_find_only_1824">
            <a:extLst>
              <a:ext uri="{FF2B5EF4-FFF2-40B4-BE49-F238E27FC236}">
                <a16:creationId xmlns:a16="http://schemas.microsoft.com/office/drawing/2014/main" id="{F9DFDE13-FA63-4215-9ACE-20142D55C012}"/>
              </a:ext>
            </a:extLst>
          </p:cNvPr>
          <p:cNvSpPr>
            <a:spLocks noGrp="1"/>
          </p:cNvSpPr>
          <p:nvPr/>
        </p:nvSpPr>
        <p:spPr>
          <a:xfrm>
            <a:off x="5277497" y="4123418"/>
            <a:ext cx="28398" cy="28398"/>
          </a:xfrm>
          <a:prstGeom prst="ellipse">
            <a:avLst/>
          </a:prstGeom>
          <a:solidFill>
            <a:srgbClr val="7F8C97">
              <a:alpha val="48000"/>
            </a:srgbClr>
          </a:solidFill>
          <a:ln w="0">
            <a:noFill/>
            <a:prstDash val="solid"/>
          </a:ln>
        </p:spPr>
      </p:sp>
      <p:sp>
        <p:nvSpPr>
          <p:cNvPr id="1826" name="01_find_only_1825">
            <a:extLst>
              <a:ext uri="{FF2B5EF4-FFF2-40B4-BE49-F238E27FC236}">
                <a16:creationId xmlns:a16="http://schemas.microsoft.com/office/drawing/2014/main" id="{6177EC96-CBBD-479F-8D7F-A9FCBAA08A1E}"/>
              </a:ext>
            </a:extLst>
          </p:cNvPr>
          <p:cNvSpPr>
            <a:spLocks noGrp="1"/>
          </p:cNvSpPr>
          <p:nvPr/>
        </p:nvSpPr>
        <p:spPr>
          <a:xfrm>
            <a:off x="5298862" y="3489410"/>
            <a:ext cx="28398" cy="28398"/>
          </a:xfrm>
          <a:prstGeom prst="ellipse">
            <a:avLst/>
          </a:prstGeom>
          <a:solidFill>
            <a:srgbClr val="7F8C97">
              <a:alpha val="48000"/>
            </a:srgbClr>
          </a:solidFill>
          <a:ln w="0">
            <a:noFill/>
            <a:prstDash val="solid"/>
          </a:ln>
        </p:spPr>
      </p:sp>
      <p:sp>
        <p:nvSpPr>
          <p:cNvPr id="1827" name="01_find_only_1826">
            <a:extLst>
              <a:ext uri="{FF2B5EF4-FFF2-40B4-BE49-F238E27FC236}">
                <a16:creationId xmlns:a16="http://schemas.microsoft.com/office/drawing/2014/main" id="{FFCB0C52-244A-4E51-A961-C6056F48E467}"/>
              </a:ext>
            </a:extLst>
          </p:cNvPr>
          <p:cNvSpPr>
            <a:spLocks noGrp="1"/>
          </p:cNvSpPr>
          <p:nvPr/>
        </p:nvSpPr>
        <p:spPr>
          <a:xfrm>
            <a:off x="5278451" y="3362608"/>
            <a:ext cx="28398" cy="28398"/>
          </a:xfrm>
          <a:prstGeom prst="ellipse">
            <a:avLst/>
          </a:prstGeom>
          <a:solidFill>
            <a:srgbClr val="7F8C97">
              <a:alpha val="48000"/>
            </a:srgbClr>
          </a:solidFill>
          <a:ln w="0">
            <a:noFill/>
            <a:prstDash val="solid"/>
          </a:ln>
        </p:spPr>
      </p:sp>
      <p:sp>
        <p:nvSpPr>
          <p:cNvPr id="1828" name="01_find_only_1827">
            <a:extLst>
              <a:ext uri="{FF2B5EF4-FFF2-40B4-BE49-F238E27FC236}">
                <a16:creationId xmlns:a16="http://schemas.microsoft.com/office/drawing/2014/main" id="{1A95013D-DC98-443F-BCC3-85D4A5440ECD}"/>
              </a:ext>
            </a:extLst>
          </p:cNvPr>
          <p:cNvSpPr>
            <a:spLocks noGrp="1"/>
          </p:cNvSpPr>
          <p:nvPr/>
        </p:nvSpPr>
        <p:spPr>
          <a:xfrm>
            <a:off x="5286844" y="3647912"/>
            <a:ext cx="28398" cy="28398"/>
          </a:xfrm>
          <a:prstGeom prst="ellipse">
            <a:avLst/>
          </a:prstGeom>
          <a:solidFill>
            <a:srgbClr val="7F8C97">
              <a:alpha val="48000"/>
            </a:srgbClr>
          </a:solidFill>
          <a:ln w="0">
            <a:noFill/>
            <a:prstDash val="solid"/>
          </a:ln>
        </p:spPr>
      </p:sp>
      <p:sp>
        <p:nvSpPr>
          <p:cNvPr id="1829" name="01_find_only_1828">
            <a:extLst>
              <a:ext uri="{FF2B5EF4-FFF2-40B4-BE49-F238E27FC236}">
                <a16:creationId xmlns:a16="http://schemas.microsoft.com/office/drawing/2014/main" id="{EBEC07CC-ABE2-42B5-BBDF-4F22F347BE9F}"/>
              </a:ext>
            </a:extLst>
          </p:cNvPr>
          <p:cNvSpPr>
            <a:spLocks noGrp="1"/>
          </p:cNvSpPr>
          <p:nvPr/>
        </p:nvSpPr>
        <p:spPr>
          <a:xfrm>
            <a:off x="5328049" y="3942273"/>
            <a:ext cx="28398" cy="28398"/>
          </a:xfrm>
          <a:prstGeom prst="ellipse">
            <a:avLst/>
          </a:prstGeom>
          <a:solidFill>
            <a:srgbClr val="7F8C97">
              <a:alpha val="48000"/>
            </a:srgbClr>
          </a:solidFill>
          <a:ln w="0">
            <a:noFill/>
            <a:prstDash val="solid"/>
          </a:ln>
        </p:spPr>
      </p:sp>
      <p:sp>
        <p:nvSpPr>
          <p:cNvPr id="1830" name="01_find_only_1829">
            <a:extLst>
              <a:ext uri="{FF2B5EF4-FFF2-40B4-BE49-F238E27FC236}">
                <a16:creationId xmlns:a16="http://schemas.microsoft.com/office/drawing/2014/main" id="{739BD357-C551-46EE-8026-903D29E9790F}"/>
              </a:ext>
            </a:extLst>
          </p:cNvPr>
          <p:cNvSpPr>
            <a:spLocks noGrp="1"/>
          </p:cNvSpPr>
          <p:nvPr/>
        </p:nvSpPr>
        <p:spPr>
          <a:xfrm>
            <a:off x="5260519" y="3489410"/>
            <a:ext cx="28398" cy="28398"/>
          </a:xfrm>
          <a:prstGeom prst="ellipse">
            <a:avLst/>
          </a:prstGeom>
          <a:solidFill>
            <a:srgbClr val="7F8C97">
              <a:alpha val="48000"/>
            </a:srgbClr>
          </a:solidFill>
          <a:ln w="0">
            <a:noFill/>
            <a:prstDash val="solid"/>
          </a:ln>
        </p:spPr>
      </p:sp>
      <p:sp>
        <p:nvSpPr>
          <p:cNvPr id="1831" name="01_find_only_1830">
            <a:extLst>
              <a:ext uri="{FF2B5EF4-FFF2-40B4-BE49-F238E27FC236}">
                <a16:creationId xmlns:a16="http://schemas.microsoft.com/office/drawing/2014/main" id="{0B283309-BF23-480D-AEC9-03A87E961C01}"/>
              </a:ext>
            </a:extLst>
          </p:cNvPr>
          <p:cNvSpPr>
            <a:spLocks noGrp="1"/>
          </p:cNvSpPr>
          <p:nvPr/>
        </p:nvSpPr>
        <p:spPr>
          <a:xfrm>
            <a:off x="5264907" y="4123418"/>
            <a:ext cx="28398" cy="28398"/>
          </a:xfrm>
          <a:prstGeom prst="ellipse">
            <a:avLst/>
          </a:prstGeom>
          <a:solidFill>
            <a:srgbClr val="7F8C97">
              <a:alpha val="48000"/>
            </a:srgbClr>
          </a:solidFill>
          <a:ln w="0">
            <a:noFill/>
            <a:prstDash val="solid"/>
          </a:ln>
        </p:spPr>
      </p:sp>
      <p:sp>
        <p:nvSpPr>
          <p:cNvPr id="1832" name="01_find_only_1831">
            <a:extLst>
              <a:ext uri="{FF2B5EF4-FFF2-40B4-BE49-F238E27FC236}">
                <a16:creationId xmlns:a16="http://schemas.microsoft.com/office/drawing/2014/main" id="{97155508-BCD7-4DDB-A3C3-CF30CD97BCBD}"/>
              </a:ext>
            </a:extLst>
          </p:cNvPr>
          <p:cNvSpPr>
            <a:spLocks noGrp="1"/>
          </p:cNvSpPr>
          <p:nvPr/>
        </p:nvSpPr>
        <p:spPr>
          <a:xfrm>
            <a:off x="5304585" y="2855402"/>
            <a:ext cx="28398" cy="28398"/>
          </a:xfrm>
          <a:prstGeom prst="ellipse">
            <a:avLst/>
          </a:prstGeom>
          <a:solidFill>
            <a:srgbClr val="7F8C97">
              <a:alpha val="48000"/>
            </a:srgbClr>
          </a:solidFill>
          <a:ln w="0">
            <a:noFill/>
            <a:prstDash val="solid"/>
          </a:ln>
        </p:spPr>
      </p:sp>
      <p:sp>
        <p:nvSpPr>
          <p:cNvPr id="1833" name="01_find_only_1832">
            <a:extLst>
              <a:ext uri="{FF2B5EF4-FFF2-40B4-BE49-F238E27FC236}">
                <a16:creationId xmlns:a16="http://schemas.microsoft.com/office/drawing/2014/main" id="{C20AAD2D-780D-41D2-AA0E-5FCA5819A118}"/>
              </a:ext>
            </a:extLst>
          </p:cNvPr>
          <p:cNvSpPr>
            <a:spLocks noGrp="1"/>
          </p:cNvSpPr>
          <p:nvPr/>
        </p:nvSpPr>
        <p:spPr>
          <a:xfrm>
            <a:off x="5303727" y="3278074"/>
            <a:ext cx="28398" cy="28398"/>
          </a:xfrm>
          <a:prstGeom prst="ellipse">
            <a:avLst/>
          </a:prstGeom>
          <a:solidFill>
            <a:srgbClr val="7F8C97">
              <a:alpha val="48000"/>
            </a:srgbClr>
          </a:solidFill>
          <a:ln w="0">
            <a:noFill/>
            <a:prstDash val="solid"/>
          </a:ln>
        </p:spPr>
      </p:sp>
      <p:sp>
        <p:nvSpPr>
          <p:cNvPr id="1834" name="01_find_only_1833">
            <a:extLst>
              <a:ext uri="{FF2B5EF4-FFF2-40B4-BE49-F238E27FC236}">
                <a16:creationId xmlns:a16="http://schemas.microsoft.com/office/drawing/2014/main" id="{C3AB0023-384C-4826-AF05-19E78F05E6EC}"/>
              </a:ext>
            </a:extLst>
          </p:cNvPr>
          <p:cNvSpPr>
            <a:spLocks noGrp="1"/>
          </p:cNvSpPr>
          <p:nvPr/>
        </p:nvSpPr>
        <p:spPr>
          <a:xfrm>
            <a:off x="5334726" y="3489410"/>
            <a:ext cx="28398" cy="28398"/>
          </a:xfrm>
          <a:prstGeom prst="ellipse">
            <a:avLst/>
          </a:prstGeom>
          <a:solidFill>
            <a:srgbClr val="7F8C97">
              <a:alpha val="48000"/>
            </a:srgbClr>
          </a:solidFill>
          <a:ln w="0">
            <a:noFill/>
            <a:prstDash val="solid"/>
          </a:ln>
        </p:spPr>
      </p:sp>
      <p:sp>
        <p:nvSpPr>
          <p:cNvPr id="1835" name="01_find_only_1834">
            <a:extLst>
              <a:ext uri="{FF2B5EF4-FFF2-40B4-BE49-F238E27FC236}">
                <a16:creationId xmlns:a16="http://schemas.microsoft.com/office/drawing/2014/main" id="{886D580D-2608-4291-85A8-0333C75E0D55}"/>
              </a:ext>
            </a:extLst>
          </p:cNvPr>
          <p:cNvSpPr>
            <a:spLocks noGrp="1"/>
          </p:cNvSpPr>
          <p:nvPr/>
        </p:nvSpPr>
        <p:spPr>
          <a:xfrm>
            <a:off x="5320323" y="4123418"/>
            <a:ext cx="28398" cy="28398"/>
          </a:xfrm>
          <a:prstGeom prst="ellipse">
            <a:avLst/>
          </a:prstGeom>
          <a:solidFill>
            <a:srgbClr val="7F8C97">
              <a:alpha val="48000"/>
            </a:srgbClr>
          </a:solidFill>
          <a:ln w="0">
            <a:noFill/>
            <a:prstDash val="solid"/>
          </a:ln>
        </p:spPr>
      </p:sp>
      <p:sp>
        <p:nvSpPr>
          <p:cNvPr id="1836" name="01_find_only_1835">
            <a:extLst>
              <a:ext uri="{FF2B5EF4-FFF2-40B4-BE49-F238E27FC236}">
                <a16:creationId xmlns:a16="http://schemas.microsoft.com/office/drawing/2014/main" id="{E9FF38F3-1778-423D-8C15-4F6DAB4475B7}"/>
              </a:ext>
            </a:extLst>
          </p:cNvPr>
          <p:cNvSpPr>
            <a:spLocks noGrp="1"/>
          </p:cNvSpPr>
          <p:nvPr/>
        </p:nvSpPr>
        <p:spPr>
          <a:xfrm>
            <a:off x="5261473" y="4123418"/>
            <a:ext cx="28398" cy="28398"/>
          </a:xfrm>
          <a:prstGeom prst="ellipse">
            <a:avLst/>
          </a:prstGeom>
          <a:solidFill>
            <a:srgbClr val="7F8C97">
              <a:alpha val="48000"/>
            </a:srgbClr>
          </a:solidFill>
          <a:ln w="0">
            <a:noFill/>
            <a:prstDash val="solid"/>
          </a:ln>
        </p:spPr>
      </p:sp>
      <p:sp>
        <p:nvSpPr>
          <p:cNvPr id="1837" name="01_find_only_1836">
            <a:extLst>
              <a:ext uri="{FF2B5EF4-FFF2-40B4-BE49-F238E27FC236}">
                <a16:creationId xmlns:a16="http://schemas.microsoft.com/office/drawing/2014/main" id="{54FFDB37-3574-4F3E-AFE8-2B57EC509D60}"/>
              </a:ext>
            </a:extLst>
          </p:cNvPr>
          <p:cNvSpPr>
            <a:spLocks noGrp="1"/>
          </p:cNvSpPr>
          <p:nvPr/>
        </p:nvSpPr>
        <p:spPr>
          <a:xfrm>
            <a:off x="5275303" y="4123418"/>
            <a:ext cx="28398" cy="28398"/>
          </a:xfrm>
          <a:prstGeom prst="ellipse">
            <a:avLst/>
          </a:prstGeom>
          <a:solidFill>
            <a:srgbClr val="7F8C97">
              <a:alpha val="48000"/>
            </a:srgbClr>
          </a:solidFill>
          <a:ln w="0">
            <a:noFill/>
            <a:prstDash val="solid"/>
          </a:ln>
        </p:spPr>
      </p:sp>
      <p:sp>
        <p:nvSpPr>
          <p:cNvPr id="1838" name="01_find_only_1837">
            <a:extLst>
              <a:ext uri="{FF2B5EF4-FFF2-40B4-BE49-F238E27FC236}">
                <a16:creationId xmlns:a16="http://schemas.microsoft.com/office/drawing/2014/main" id="{3614F15D-6C8C-48EB-B358-ECE95968CF09}"/>
              </a:ext>
            </a:extLst>
          </p:cNvPr>
          <p:cNvSpPr>
            <a:spLocks noGrp="1"/>
          </p:cNvSpPr>
          <p:nvPr/>
        </p:nvSpPr>
        <p:spPr>
          <a:xfrm>
            <a:off x="5313170" y="4123418"/>
            <a:ext cx="28398" cy="28398"/>
          </a:xfrm>
          <a:prstGeom prst="ellipse">
            <a:avLst/>
          </a:prstGeom>
          <a:solidFill>
            <a:srgbClr val="7F8C97">
              <a:alpha val="48000"/>
            </a:srgbClr>
          </a:solidFill>
          <a:ln w="0">
            <a:noFill/>
            <a:prstDash val="solid"/>
          </a:ln>
        </p:spPr>
      </p:sp>
      <p:sp>
        <p:nvSpPr>
          <p:cNvPr id="1839" name="01_find_only_1838">
            <a:extLst>
              <a:ext uri="{FF2B5EF4-FFF2-40B4-BE49-F238E27FC236}">
                <a16:creationId xmlns:a16="http://schemas.microsoft.com/office/drawing/2014/main" id="{C3D4E3C2-1590-4608-A7DF-749925F57CE8}"/>
              </a:ext>
            </a:extLst>
          </p:cNvPr>
          <p:cNvSpPr>
            <a:spLocks noGrp="1"/>
          </p:cNvSpPr>
          <p:nvPr/>
        </p:nvSpPr>
        <p:spPr>
          <a:xfrm>
            <a:off x="5255941" y="4123418"/>
            <a:ext cx="28398" cy="28398"/>
          </a:xfrm>
          <a:prstGeom prst="ellipse">
            <a:avLst/>
          </a:prstGeom>
          <a:solidFill>
            <a:srgbClr val="7F8C97">
              <a:alpha val="48000"/>
            </a:srgbClr>
          </a:solidFill>
          <a:ln w="0">
            <a:noFill/>
            <a:prstDash val="solid"/>
          </a:ln>
        </p:spPr>
      </p:sp>
      <p:sp>
        <p:nvSpPr>
          <p:cNvPr id="1840" name="01_find_only_1839">
            <a:extLst>
              <a:ext uri="{FF2B5EF4-FFF2-40B4-BE49-F238E27FC236}">
                <a16:creationId xmlns:a16="http://schemas.microsoft.com/office/drawing/2014/main" id="{35781170-2DFF-4CAB-988D-EE62265C00AF}"/>
              </a:ext>
            </a:extLst>
          </p:cNvPr>
          <p:cNvSpPr>
            <a:spLocks noGrp="1"/>
          </p:cNvSpPr>
          <p:nvPr/>
        </p:nvSpPr>
        <p:spPr>
          <a:xfrm>
            <a:off x="5322231" y="3278074"/>
            <a:ext cx="28398" cy="28398"/>
          </a:xfrm>
          <a:prstGeom prst="ellipse">
            <a:avLst/>
          </a:prstGeom>
          <a:solidFill>
            <a:srgbClr val="7F8C97">
              <a:alpha val="48000"/>
            </a:srgbClr>
          </a:solidFill>
          <a:ln w="0">
            <a:noFill/>
            <a:prstDash val="solid"/>
          </a:ln>
        </p:spPr>
      </p:sp>
      <p:sp>
        <p:nvSpPr>
          <p:cNvPr id="1841" name="01_find_only_1840">
            <a:extLst>
              <a:ext uri="{FF2B5EF4-FFF2-40B4-BE49-F238E27FC236}">
                <a16:creationId xmlns:a16="http://schemas.microsoft.com/office/drawing/2014/main" id="{5629F0E8-3A64-4F91-82B6-3D9E127C846F}"/>
              </a:ext>
            </a:extLst>
          </p:cNvPr>
          <p:cNvSpPr>
            <a:spLocks noGrp="1"/>
          </p:cNvSpPr>
          <p:nvPr/>
        </p:nvSpPr>
        <p:spPr>
          <a:xfrm>
            <a:off x="5325474" y="4123418"/>
            <a:ext cx="28398" cy="28398"/>
          </a:xfrm>
          <a:prstGeom prst="ellipse">
            <a:avLst/>
          </a:prstGeom>
          <a:solidFill>
            <a:srgbClr val="7F8C97">
              <a:alpha val="48000"/>
            </a:srgbClr>
          </a:solidFill>
          <a:ln w="0">
            <a:noFill/>
            <a:prstDash val="solid"/>
          </a:ln>
        </p:spPr>
      </p:sp>
      <p:sp>
        <p:nvSpPr>
          <p:cNvPr id="1842" name="01_find_only_1841">
            <a:extLst>
              <a:ext uri="{FF2B5EF4-FFF2-40B4-BE49-F238E27FC236}">
                <a16:creationId xmlns:a16="http://schemas.microsoft.com/office/drawing/2014/main" id="{715983AC-188D-4094-9F6E-DB9E6ADBFD89}"/>
              </a:ext>
            </a:extLst>
          </p:cNvPr>
          <p:cNvSpPr>
            <a:spLocks noGrp="1"/>
          </p:cNvSpPr>
          <p:nvPr/>
        </p:nvSpPr>
        <p:spPr>
          <a:xfrm>
            <a:off x="5315363" y="3330908"/>
            <a:ext cx="28398" cy="28398"/>
          </a:xfrm>
          <a:prstGeom prst="ellipse">
            <a:avLst/>
          </a:prstGeom>
          <a:solidFill>
            <a:srgbClr val="7F8C97">
              <a:alpha val="48000"/>
            </a:srgbClr>
          </a:solidFill>
          <a:ln w="0">
            <a:noFill/>
            <a:prstDash val="solid"/>
          </a:ln>
        </p:spPr>
      </p:sp>
      <p:sp>
        <p:nvSpPr>
          <p:cNvPr id="1843" name="01_find_only_1842">
            <a:extLst>
              <a:ext uri="{FF2B5EF4-FFF2-40B4-BE49-F238E27FC236}">
                <a16:creationId xmlns:a16="http://schemas.microsoft.com/office/drawing/2014/main" id="{DACD18C8-5CF2-4BA0-8A97-FCBF942F3BED}"/>
              </a:ext>
            </a:extLst>
          </p:cNvPr>
          <p:cNvSpPr>
            <a:spLocks noGrp="1"/>
          </p:cNvSpPr>
          <p:nvPr/>
        </p:nvSpPr>
        <p:spPr>
          <a:xfrm>
            <a:off x="5314505" y="3489410"/>
            <a:ext cx="28398" cy="28398"/>
          </a:xfrm>
          <a:prstGeom prst="ellipse">
            <a:avLst/>
          </a:prstGeom>
          <a:solidFill>
            <a:srgbClr val="7F8C97">
              <a:alpha val="48000"/>
            </a:srgbClr>
          </a:solidFill>
          <a:ln w="0">
            <a:noFill/>
            <a:prstDash val="solid"/>
          </a:ln>
        </p:spPr>
      </p:sp>
      <p:sp>
        <p:nvSpPr>
          <p:cNvPr id="1844" name="01_find_only_1843">
            <a:extLst>
              <a:ext uri="{FF2B5EF4-FFF2-40B4-BE49-F238E27FC236}">
                <a16:creationId xmlns:a16="http://schemas.microsoft.com/office/drawing/2014/main" id="{16AEADAB-F226-47CF-ABC1-D40E7B05EB57}"/>
              </a:ext>
            </a:extLst>
          </p:cNvPr>
          <p:cNvSpPr>
            <a:spLocks noGrp="1"/>
          </p:cNvSpPr>
          <p:nvPr/>
        </p:nvSpPr>
        <p:spPr>
          <a:xfrm>
            <a:off x="5318606" y="4123418"/>
            <a:ext cx="28398" cy="28398"/>
          </a:xfrm>
          <a:prstGeom prst="ellipse">
            <a:avLst/>
          </a:prstGeom>
          <a:solidFill>
            <a:srgbClr val="7F8C97">
              <a:alpha val="48000"/>
            </a:srgbClr>
          </a:solidFill>
          <a:ln w="0">
            <a:noFill/>
            <a:prstDash val="solid"/>
          </a:ln>
        </p:spPr>
      </p:sp>
      <p:sp>
        <p:nvSpPr>
          <p:cNvPr id="1845" name="01_find_only_1844">
            <a:extLst>
              <a:ext uri="{FF2B5EF4-FFF2-40B4-BE49-F238E27FC236}">
                <a16:creationId xmlns:a16="http://schemas.microsoft.com/office/drawing/2014/main" id="{CDA76E87-F17F-499F-9F78-14CA4759345C}"/>
              </a:ext>
            </a:extLst>
          </p:cNvPr>
          <p:cNvSpPr>
            <a:spLocks noGrp="1"/>
          </p:cNvSpPr>
          <p:nvPr/>
        </p:nvSpPr>
        <p:spPr>
          <a:xfrm>
            <a:off x="5300579" y="4123418"/>
            <a:ext cx="28398" cy="28398"/>
          </a:xfrm>
          <a:prstGeom prst="ellipse">
            <a:avLst/>
          </a:prstGeom>
          <a:solidFill>
            <a:srgbClr val="7F8C97">
              <a:alpha val="48000"/>
            </a:srgbClr>
          </a:solidFill>
          <a:ln w="0">
            <a:noFill/>
            <a:prstDash val="solid"/>
          </a:ln>
        </p:spPr>
      </p:sp>
      <p:sp>
        <p:nvSpPr>
          <p:cNvPr id="1846" name="01_find_only_1845">
            <a:extLst>
              <a:ext uri="{FF2B5EF4-FFF2-40B4-BE49-F238E27FC236}">
                <a16:creationId xmlns:a16="http://schemas.microsoft.com/office/drawing/2014/main" id="{7B744368-22CB-46F0-9778-2E95A1187B78}"/>
              </a:ext>
            </a:extLst>
          </p:cNvPr>
          <p:cNvSpPr>
            <a:spLocks noGrp="1"/>
          </p:cNvSpPr>
          <p:nvPr/>
        </p:nvSpPr>
        <p:spPr>
          <a:xfrm>
            <a:off x="5251076" y="3489410"/>
            <a:ext cx="28398" cy="28398"/>
          </a:xfrm>
          <a:prstGeom prst="ellipse">
            <a:avLst/>
          </a:prstGeom>
          <a:solidFill>
            <a:srgbClr val="7F8C97">
              <a:alpha val="48000"/>
            </a:srgbClr>
          </a:solidFill>
          <a:ln w="0">
            <a:noFill/>
            <a:prstDash val="solid"/>
          </a:ln>
        </p:spPr>
      </p:sp>
      <p:sp>
        <p:nvSpPr>
          <p:cNvPr id="1847" name="01_find_only_1846">
            <a:extLst>
              <a:ext uri="{FF2B5EF4-FFF2-40B4-BE49-F238E27FC236}">
                <a16:creationId xmlns:a16="http://schemas.microsoft.com/office/drawing/2014/main" id="{D435CCBF-1418-4A6A-BE7A-D76C90002873}"/>
              </a:ext>
            </a:extLst>
          </p:cNvPr>
          <p:cNvSpPr>
            <a:spLocks noGrp="1"/>
          </p:cNvSpPr>
          <p:nvPr/>
        </p:nvSpPr>
        <p:spPr>
          <a:xfrm>
            <a:off x="5300389" y="4123418"/>
            <a:ext cx="28398" cy="28398"/>
          </a:xfrm>
          <a:prstGeom prst="ellipse">
            <a:avLst/>
          </a:prstGeom>
          <a:solidFill>
            <a:srgbClr val="7F8C97">
              <a:alpha val="48000"/>
            </a:srgbClr>
          </a:solidFill>
          <a:ln w="0">
            <a:noFill/>
            <a:prstDash val="solid"/>
          </a:ln>
        </p:spPr>
      </p:sp>
      <p:sp>
        <p:nvSpPr>
          <p:cNvPr id="1848" name="01_find_only_1847">
            <a:extLst>
              <a:ext uri="{FF2B5EF4-FFF2-40B4-BE49-F238E27FC236}">
                <a16:creationId xmlns:a16="http://schemas.microsoft.com/office/drawing/2014/main" id="{11A2A62C-A4AC-4BFE-A0CD-9D01D8B4CC65}"/>
              </a:ext>
            </a:extLst>
          </p:cNvPr>
          <p:cNvSpPr>
            <a:spLocks noGrp="1"/>
          </p:cNvSpPr>
          <p:nvPr/>
        </p:nvSpPr>
        <p:spPr>
          <a:xfrm>
            <a:off x="5263667" y="4123418"/>
            <a:ext cx="28398" cy="28398"/>
          </a:xfrm>
          <a:prstGeom prst="ellipse">
            <a:avLst/>
          </a:prstGeom>
          <a:solidFill>
            <a:srgbClr val="7F8C97">
              <a:alpha val="48000"/>
            </a:srgbClr>
          </a:solidFill>
          <a:ln w="0">
            <a:noFill/>
            <a:prstDash val="solid"/>
          </a:ln>
        </p:spPr>
      </p:sp>
      <p:sp>
        <p:nvSpPr>
          <p:cNvPr id="1849" name="01_find_only_1848">
            <a:extLst>
              <a:ext uri="{FF2B5EF4-FFF2-40B4-BE49-F238E27FC236}">
                <a16:creationId xmlns:a16="http://schemas.microsoft.com/office/drawing/2014/main" id="{42FCD6C7-43A1-4889-812F-46EB89BC0718}"/>
              </a:ext>
            </a:extLst>
          </p:cNvPr>
          <p:cNvSpPr>
            <a:spLocks noGrp="1"/>
          </p:cNvSpPr>
          <p:nvPr/>
        </p:nvSpPr>
        <p:spPr>
          <a:xfrm>
            <a:off x="5314887" y="3879569"/>
            <a:ext cx="28398" cy="28398"/>
          </a:xfrm>
          <a:prstGeom prst="ellipse">
            <a:avLst/>
          </a:prstGeom>
          <a:solidFill>
            <a:srgbClr val="7F8C97">
              <a:alpha val="48000"/>
            </a:srgbClr>
          </a:solidFill>
          <a:ln w="0">
            <a:noFill/>
            <a:prstDash val="solid"/>
          </a:ln>
        </p:spPr>
      </p:sp>
      <p:sp>
        <p:nvSpPr>
          <p:cNvPr id="1850" name="01_find_only_1849">
            <a:extLst>
              <a:ext uri="{FF2B5EF4-FFF2-40B4-BE49-F238E27FC236}">
                <a16:creationId xmlns:a16="http://schemas.microsoft.com/office/drawing/2014/main" id="{9760EC5B-E73B-46C8-A4B5-59BE4C722644}"/>
              </a:ext>
            </a:extLst>
          </p:cNvPr>
          <p:cNvSpPr>
            <a:spLocks noGrp="1"/>
          </p:cNvSpPr>
          <p:nvPr/>
        </p:nvSpPr>
        <p:spPr>
          <a:xfrm>
            <a:off x="5327477" y="3771191"/>
            <a:ext cx="28398" cy="28398"/>
          </a:xfrm>
          <a:prstGeom prst="ellipse">
            <a:avLst/>
          </a:prstGeom>
          <a:solidFill>
            <a:srgbClr val="7F8C97">
              <a:alpha val="48000"/>
            </a:srgbClr>
          </a:solidFill>
          <a:ln w="0">
            <a:noFill/>
            <a:prstDash val="solid"/>
          </a:ln>
        </p:spPr>
      </p:sp>
      <p:sp>
        <p:nvSpPr>
          <p:cNvPr id="1851" name="01_find_only_1850">
            <a:extLst>
              <a:ext uri="{FF2B5EF4-FFF2-40B4-BE49-F238E27FC236}">
                <a16:creationId xmlns:a16="http://schemas.microsoft.com/office/drawing/2014/main" id="{CD08E3C4-F0C9-441C-887A-B09BE0BEBE36}"/>
              </a:ext>
            </a:extLst>
          </p:cNvPr>
          <p:cNvSpPr>
            <a:spLocks noGrp="1"/>
          </p:cNvSpPr>
          <p:nvPr/>
        </p:nvSpPr>
        <p:spPr>
          <a:xfrm>
            <a:off x="5262141" y="4123418"/>
            <a:ext cx="28398" cy="28398"/>
          </a:xfrm>
          <a:prstGeom prst="ellipse">
            <a:avLst/>
          </a:prstGeom>
          <a:solidFill>
            <a:srgbClr val="7F8C97">
              <a:alpha val="48000"/>
            </a:srgbClr>
          </a:solidFill>
          <a:ln w="0">
            <a:noFill/>
            <a:prstDash val="solid"/>
          </a:ln>
        </p:spPr>
      </p:sp>
      <p:sp>
        <p:nvSpPr>
          <p:cNvPr id="1852" name="01_find_only_1851">
            <a:extLst>
              <a:ext uri="{FF2B5EF4-FFF2-40B4-BE49-F238E27FC236}">
                <a16:creationId xmlns:a16="http://schemas.microsoft.com/office/drawing/2014/main" id="{A45761C8-7068-4BF3-9577-0323E92E2F69}"/>
              </a:ext>
            </a:extLst>
          </p:cNvPr>
          <p:cNvSpPr>
            <a:spLocks noGrp="1"/>
          </p:cNvSpPr>
          <p:nvPr/>
        </p:nvSpPr>
        <p:spPr>
          <a:xfrm>
            <a:off x="5315745" y="3099251"/>
            <a:ext cx="28398" cy="28398"/>
          </a:xfrm>
          <a:prstGeom prst="ellipse">
            <a:avLst/>
          </a:prstGeom>
          <a:solidFill>
            <a:srgbClr val="7F8C97">
              <a:alpha val="48000"/>
            </a:srgbClr>
          </a:solidFill>
          <a:ln w="0">
            <a:noFill/>
            <a:prstDash val="solid"/>
          </a:ln>
        </p:spPr>
      </p:sp>
      <p:sp>
        <p:nvSpPr>
          <p:cNvPr id="1853" name="01_find_only_1852">
            <a:extLst>
              <a:ext uri="{FF2B5EF4-FFF2-40B4-BE49-F238E27FC236}">
                <a16:creationId xmlns:a16="http://schemas.microsoft.com/office/drawing/2014/main" id="{ABDC0BB9-DCAF-455C-BF8D-E4DE71178AFD}"/>
              </a:ext>
            </a:extLst>
          </p:cNvPr>
          <p:cNvSpPr>
            <a:spLocks noGrp="1"/>
          </p:cNvSpPr>
          <p:nvPr/>
        </p:nvSpPr>
        <p:spPr>
          <a:xfrm>
            <a:off x="5266910" y="3489410"/>
            <a:ext cx="28398" cy="28398"/>
          </a:xfrm>
          <a:prstGeom prst="ellipse">
            <a:avLst/>
          </a:prstGeom>
          <a:solidFill>
            <a:srgbClr val="7F8C97">
              <a:alpha val="48000"/>
            </a:srgbClr>
          </a:solidFill>
          <a:ln w="0">
            <a:noFill/>
            <a:prstDash val="solid"/>
          </a:ln>
        </p:spPr>
      </p:sp>
      <p:sp>
        <p:nvSpPr>
          <p:cNvPr id="1854" name="01_find_only_1853">
            <a:extLst>
              <a:ext uri="{FF2B5EF4-FFF2-40B4-BE49-F238E27FC236}">
                <a16:creationId xmlns:a16="http://schemas.microsoft.com/office/drawing/2014/main" id="{82FA3386-245C-450B-BEC9-C95A167F6C8D}"/>
              </a:ext>
            </a:extLst>
          </p:cNvPr>
          <p:cNvSpPr>
            <a:spLocks noGrp="1"/>
          </p:cNvSpPr>
          <p:nvPr/>
        </p:nvSpPr>
        <p:spPr>
          <a:xfrm>
            <a:off x="5271106" y="4123418"/>
            <a:ext cx="28398" cy="28398"/>
          </a:xfrm>
          <a:prstGeom prst="ellipse">
            <a:avLst/>
          </a:prstGeom>
          <a:solidFill>
            <a:srgbClr val="7F8C97">
              <a:alpha val="48000"/>
            </a:srgbClr>
          </a:solidFill>
          <a:ln w="0">
            <a:noFill/>
            <a:prstDash val="solid"/>
          </a:ln>
        </p:spPr>
      </p:sp>
      <p:sp>
        <p:nvSpPr>
          <p:cNvPr id="1855" name="01_find_only_1854">
            <a:extLst>
              <a:ext uri="{FF2B5EF4-FFF2-40B4-BE49-F238E27FC236}">
                <a16:creationId xmlns:a16="http://schemas.microsoft.com/office/drawing/2014/main" id="{2B237978-74CC-4EAA-89E8-638C3FD74EE0}"/>
              </a:ext>
            </a:extLst>
          </p:cNvPr>
          <p:cNvSpPr>
            <a:spLocks noGrp="1"/>
          </p:cNvSpPr>
          <p:nvPr/>
        </p:nvSpPr>
        <p:spPr>
          <a:xfrm>
            <a:off x="5259756" y="3489410"/>
            <a:ext cx="28398" cy="28398"/>
          </a:xfrm>
          <a:prstGeom prst="ellipse">
            <a:avLst/>
          </a:prstGeom>
          <a:solidFill>
            <a:srgbClr val="7F8C97">
              <a:alpha val="48000"/>
            </a:srgbClr>
          </a:solidFill>
          <a:ln w="0">
            <a:noFill/>
            <a:prstDash val="solid"/>
          </a:ln>
        </p:spPr>
      </p:sp>
      <p:sp>
        <p:nvSpPr>
          <p:cNvPr id="1856" name="01_find_only_1855">
            <a:extLst>
              <a:ext uri="{FF2B5EF4-FFF2-40B4-BE49-F238E27FC236}">
                <a16:creationId xmlns:a16="http://schemas.microsoft.com/office/drawing/2014/main" id="{DD97EAB9-D743-49C1-A8D9-896351818CB9}"/>
              </a:ext>
            </a:extLst>
          </p:cNvPr>
          <p:cNvSpPr>
            <a:spLocks noGrp="1"/>
          </p:cNvSpPr>
          <p:nvPr/>
        </p:nvSpPr>
        <p:spPr>
          <a:xfrm>
            <a:off x="5314696" y="3647912"/>
            <a:ext cx="28398" cy="28398"/>
          </a:xfrm>
          <a:prstGeom prst="ellipse">
            <a:avLst/>
          </a:prstGeom>
          <a:solidFill>
            <a:srgbClr val="7F8C97">
              <a:alpha val="48000"/>
            </a:srgbClr>
          </a:solidFill>
          <a:ln w="0">
            <a:noFill/>
            <a:prstDash val="solid"/>
          </a:ln>
        </p:spPr>
      </p:sp>
      <p:sp>
        <p:nvSpPr>
          <p:cNvPr id="1857" name="01_find_only_1856">
            <a:extLst>
              <a:ext uri="{FF2B5EF4-FFF2-40B4-BE49-F238E27FC236}">
                <a16:creationId xmlns:a16="http://schemas.microsoft.com/office/drawing/2014/main" id="{B469CFF5-D16F-4E15-AA55-727BAF4301E6}"/>
              </a:ext>
            </a:extLst>
          </p:cNvPr>
          <p:cNvSpPr>
            <a:spLocks noGrp="1"/>
          </p:cNvSpPr>
          <p:nvPr/>
        </p:nvSpPr>
        <p:spPr>
          <a:xfrm>
            <a:off x="5339304" y="3761128"/>
            <a:ext cx="28398" cy="28398"/>
          </a:xfrm>
          <a:prstGeom prst="ellipse">
            <a:avLst/>
          </a:prstGeom>
          <a:solidFill>
            <a:srgbClr val="7F8C97">
              <a:alpha val="48000"/>
            </a:srgbClr>
          </a:solidFill>
          <a:ln w="0">
            <a:noFill/>
            <a:prstDash val="solid"/>
          </a:ln>
        </p:spPr>
      </p:sp>
      <p:sp>
        <p:nvSpPr>
          <p:cNvPr id="1858" name="01_find_only_1857">
            <a:extLst>
              <a:ext uri="{FF2B5EF4-FFF2-40B4-BE49-F238E27FC236}">
                <a16:creationId xmlns:a16="http://schemas.microsoft.com/office/drawing/2014/main" id="{78D0B76C-0450-484C-93A0-162F9D4C25CE}"/>
              </a:ext>
            </a:extLst>
          </p:cNvPr>
          <p:cNvSpPr>
            <a:spLocks noGrp="1"/>
          </p:cNvSpPr>
          <p:nvPr/>
        </p:nvSpPr>
        <p:spPr>
          <a:xfrm>
            <a:off x="5343406" y="3579982"/>
            <a:ext cx="28398" cy="28398"/>
          </a:xfrm>
          <a:prstGeom prst="ellipse">
            <a:avLst/>
          </a:prstGeom>
          <a:solidFill>
            <a:srgbClr val="7F8C97">
              <a:alpha val="48000"/>
            </a:srgbClr>
          </a:solidFill>
          <a:ln w="0">
            <a:noFill/>
            <a:prstDash val="solid"/>
          </a:ln>
        </p:spPr>
      </p:sp>
      <p:sp>
        <p:nvSpPr>
          <p:cNvPr id="1859" name="01_find_only_1858">
            <a:extLst>
              <a:ext uri="{FF2B5EF4-FFF2-40B4-BE49-F238E27FC236}">
                <a16:creationId xmlns:a16="http://schemas.microsoft.com/office/drawing/2014/main" id="{C63BC064-EF5F-408F-B562-8D66C56634FA}"/>
              </a:ext>
            </a:extLst>
          </p:cNvPr>
          <p:cNvSpPr>
            <a:spLocks noGrp="1"/>
          </p:cNvSpPr>
          <p:nvPr/>
        </p:nvSpPr>
        <p:spPr>
          <a:xfrm>
            <a:off x="5284460" y="2855402"/>
            <a:ext cx="28398" cy="28398"/>
          </a:xfrm>
          <a:prstGeom prst="ellipse">
            <a:avLst/>
          </a:prstGeom>
          <a:solidFill>
            <a:srgbClr val="7F8C97">
              <a:alpha val="48000"/>
            </a:srgbClr>
          </a:solidFill>
          <a:ln w="0">
            <a:noFill/>
            <a:prstDash val="solid"/>
          </a:ln>
        </p:spPr>
      </p:sp>
      <p:sp>
        <p:nvSpPr>
          <p:cNvPr id="1860" name="01_find_only_1859">
            <a:extLst>
              <a:ext uri="{FF2B5EF4-FFF2-40B4-BE49-F238E27FC236}">
                <a16:creationId xmlns:a16="http://schemas.microsoft.com/office/drawing/2014/main" id="{294B7FF6-16A8-406B-9777-2B02DCA87227}"/>
              </a:ext>
            </a:extLst>
          </p:cNvPr>
          <p:cNvSpPr>
            <a:spLocks noGrp="1"/>
          </p:cNvSpPr>
          <p:nvPr/>
        </p:nvSpPr>
        <p:spPr>
          <a:xfrm>
            <a:off x="5319465" y="3700746"/>
            <a:ext cx="28398" cy="28398"/>
          </a:xfrm>
          <a:prstGeom prst="ellipse">
            <a:avLst/>
          </a:prstGeom>
          <a:solidFill>
            <a:srgbClr val="7F8C97">
              <a:alpha val="48000"/>
            </a:srgbClr>
          </a:solidFill>
          <a:ln w="0">
            <a:noFill/>
            <a:prstDash val="solid"/>
          </a:ln>
        </p:spPr>
      </p:sp>
      <p:sp>
        <p:nvSpPr>
          <p:cNvPr id="1861" name="01_find_only_1860">
            <a:extLst>
              <a:ext uri="{FF2B5EF4-FFF2-40B4-BE49-F238E27FC236}">
                <a16:creationId xmlns:a16="http://schemas.microsoft.com/office/drawing/2014/main" id="{38C1EC8F-F556-4FD2-BD78-8452246A7F95}"/>
              </a:ext>
            </a:extLst>
          </p:cNvPr>
          <p:cNvSpPr>
            <a:spLocks noGrp="1"/>
          </p:cNvSpPr>
          <p:nvPr/>
        </p:nvSpPr>
        <p:spPr>
          <a:xfrm>
            <a:off x="5337969" y="4123418"/>
            <a:ext cx="28398" cy="28398"/>
          </a:xfrm>
          <a:prstGeom prst="ellipse">
            <a:avLst/>
          </a:prstGeom>
          <a:solidFill>
            <a:srgbClr val="7F8C97">
              <a:alpha val="48000"/>
            </a:srgbClr>
          </a:solidFill>
          <a:ln w="0">
            <a:noFill/>
            <a:prstDash val="solid"/>
          </a:ln>
        </p:spPr>
      </p:sp>
      <p:sp>
        <p:nvSpPr>
          <p:cNvPr id="1862" name="01_find_only_1861">
            <a:extLst>
              <a:ext uri="{FF2B5EF4-FFF2-40B4-BE49-F238E27FC236}">
                <a16:creationId xmlns:a16="http://schemas.microsoft.com/office/drawing/2014/main" id="{19E4751C-F79B-4F1E-B9F4-2D5C5A5A6351}"/>
              </a:ext>
            </a:extLst>
          </p:cNvPr>
          <p:cNvSpPr>
            <a:spLocks noGrp="1"/>
          </p:cNvSpPr>
          <p:nvPr/>
        </p:nvSpPr>
        <p:spPr>
          <a:xfrm>
            <a:off x="5326714" y="3700746"/>
            <a:ext cx="28398" cy="28398"/>
          </a:xfrm>
          <a:prstGeom prst="ellipse">
            <a:avLst/>
          </a:prstGeom>
          <a:solidFill>
            <a:srgbClr val="7F8C97">
              <a:alpha val="48000"/>
            </a:srgbClr>
          </a:solidFill>
          <a:ln w="0">
            <a:noFill/>
            <a:prstDash val="solid"/>
          </a:ln>
        </p:spPr>
      </p:sp>
      <p:sp>
        <p:nvSpPr>
          <p:cNvPr id="1863" name="01_find_only_1862">
            <a:extLst>
              <a:ext uri="{FF2B5EF4-FFF2-40B4-BE49-F238E27FC236}">
                <a16:creationId xmlns:a16="http://schemas.microsoft.com/office/drawing/2014/main" id="{DB4630D3-FB83-4C38-A1C8-30FBB8CD6AD2}"/>
              </a:ext>
            </a:extLst>
          </p:cNvPr>
          <p:cNvSpPr>
            <a:spLocks noGrp="1"/>
          </p:cNvSpPr>
          <p:nvPr/>
        </p:nvSpPr>
        <p:spPr>
          <a:xfrm>
            <a:off x="5316603" y="4123418"/>
            <a:ext cx="28398" cy="28398"/>
          </a:xfrm>
          <a:prstGeom prst="ellipse">
            <a:avLst/>
          </a:prstGeom>
          <a:solidFill>
            <a:srgbClr val="7F8C97">
              <a:alpha val="48000"/>
            </a:srgbClr>
          </a:solidFill>
          <a:ln w="0">
            <a:noFill/>
            <a:prstDash val="solid"/>
          </a:ln>
        </p:spPr>
      </p:sp>
      <p:sp>
        <p:nvSpPr>
          <p:cNvPr id="1864" name="01_find_only_1863">
            <a:extLst>
              <a:ext uri="{FF2B5EF4-FFF2-40B4-BE49-F238E27FC236}">
                <a16:creationId xmlns:a16="http://schemas.microsoft.com/office/drawing/2014/main" id="{416DA707-B589-438A-8C88-5D64083F25CC}"/>
              </a:ext>
            </a:extLst>
          </p:cNvPr>
          <p:cNvSpPr>
            <a:spLocks noGrp="1"/>
          </p:cNvSpPr>
          <p:nvPr/>
        </p:nvSpPr>
        <p:spPr>
          <a:xfrm>
            <a:off x="5293235" y="4123418"/>
            <a:ext cx="28398" cy="28398"/>
          </a:xfrm>
          <a:prstGeom prst="ellipse">
            <a:avLst/>
          </a:prstGeom>
          <a:solidFill>
            <a:srgbClr val="7F8C97">
              <a:alpha val="48000"/>
            </a:srgbClr>
          </a:solidFill>
          <a:ln w="0">
            <a:noFill/>
            <a:prstDash val="solid"/>
          </a:ln>
        </p:spPr>
      </p:sp>
      <p:sp>
        <p:nvSpPr>
          <p:cNvPr id="1865" name="01_find_only_1864">
            <a:extLst>
              <a:ext uri="{FF2B5EF4-FFF2-40B4-BE49-F238E27FC236}">
                <a16:creationId xmlns:a16="http://schemas.microsoft.com/office/drawing/2014/main" id="{E4EC1683-09C2-4CA5-BA6A-4669B98E798C}"/>
              </a:ext>
            </a:extLst>
          </p:cNvPr>
          <p:cNvSpPr>
            <a:spLocks noGrp="1"/>
          </p:cNvSpPr>
          <p:nvPr/>
        </p:nvSpPr>
        <p:spPr>
          <a:xfrm>
            <a:off x="5290373" y="3453730"/>
            <a:ext cx="28398" cy="28398"/>
          </a:xfrm>
          <a:prstGeom prst="ellipse">
            <a:avLst/>
          </a:prstGeom>
          <a:solidFill>
            <a:srgbClr val="7F8C97">
              <a:alpha val="48000"/>
            </a:srgbClr>
          </a:solidFill>
          <a:ln w="0">
            <a:noFill/>
            <a:prstDash val="solid"/>
          </a:ln>
        </p:spPr>
      </p:sp>
      <p:sp>
        <p:nvSpPr>
          <p:cNvPr id="1866" name="01_find_only_1865">
            <a:extLst>
              <a:ext uri="{FF2B5EF4-FFF2-40B4-BE49-F238E27FC236}">
                <a16:creationId xmlns:a16="http://schemas.microsoft.com/office/drawing/2014/main" id="{4E453A8E-673A-4090-8FDB-FD521BF3CBAA}"/>
              </a:ext>
            </a:extLst>
          </p:cNvPr>
          <p:cNvSpPr>
            <a:spLocks noGrp="1"/>
          </p:cNvSpPr>
          <p:nvPr/>
        </p:nvSpPr>
        <p:spPr>
          <a:xfrm>
            <a:off x="5258611" y="4123418"/>
            <a:ext cx="28398" cy="28398"/>
          </a:xfrm>
          <a:prstGeom prst="ellipse">
            <a:avLst/>
          </a:prstGeom>
          <a:solidFill>
            <a:srgbClr val="7F8C97">
              <a:alpha val="48000"/>
            </a:srgbClr>
          </a:solidFill>
          <a:ln w="0">
            <a:noFill/>
            <a:prstDash val="solid"/>
          </a:ln>
        </p:spPr>
      </p:sp>
      <p:sp>
        <p:nvSpPr>
          <p:cNvPr id="1867" name="01_find_only_1866">
            <a:extLst>
              <a:ext uri="{FF2B5EF4-FFF2-40B4-BE49-F238E27FC236}">
                <a16:creationId xmlns:a16="http://schemas.microsoft.com/office/drawing/2014/main" id="{21D4B0EC-FBFD-43E2-B1BD-E5F550EB75F7}"/>
              </a:ext>
            </a:extLst>
          </p:cNvPr>
          <p:cNvSpPr>
            <a:spLocks noGrp="1"/>
          </p:cNvSpPr>
          <p:nvPr/>
        </p:nvSpPr>
        <p:spPr>
          <a:xfrm>
            <a:off x="5338255" y="2855402"/>
            <a:ext cx="28398" cy="28398"/>
          </a:xfrm>
          <a:prstGeom prst="ellipse">
            <a:avLst/>
          </a:prstGeom>
          <a:solidFill>
            <a:srgbClr val="7F8C97">
              <a:alpha val="48000"/>
            </a:srgbClr>
          </a:solidFill>
          <a:ln w="0">
            <a:noFill/>
            <a:prstDash val="solid"/>
          </a:ln>
        </p:spPr>
      </p:sp>
      <p:sp>
        <p:nvSpPr>
          <p:cNvPr id="1868" name="01_find_only_1867">
            <a:extLst>
              <a:ext uri="{FF2B5EF4-FFF2-40B4-BE49-F238E27FC236}">
                <a16:creationId xmlns:a16="http://schemas.microsoft.com/office/drawing/2014/main" id="{7C9582BB-F84C-4FFE-B6F8-F5F984BE70FA}"/>
              </a:ext>
            </a:extLst>
          </p:cNvPr>
          <p:cNvSpPr>
            <a:spLocks noGrp="1"/>
          </p:cNvSpPr>
          <p:nvPr/>
        </p:nvSpPr>
        <p:spPr>
          <a:xfrm>
            <a:off x="5328145" y="2855402"/>
            <a:ext cx="28398" cy="28398"/>
          </a:xfrm>
          <a:prstGeom prst="ellipse">
            <a:avLst/>
          </a:prstGeom>
          <a:solidFill>
            <a:srgbClr val="7F8C97">
              <a:alpha val="48000"/>
            </a:srgbClr>
          </a:solidFill>
          <a:ln w="0">
            <a:noFill/>
            <a:prstDash val="solid"/>
          </a:ln>
        </p:spPr>
      </p:sp>
      <p:sp>
        <p:nvSpPr>
          <p:cNvPr id="1869" name="01_find_only_1868">
            <a:extLst>
              <a:ext uri="{FF2B5EF4-FFF2-40B4-BE49-F238E27FC236}">
                <a16:creationId xmlns:a16="http://schemas.microsoft.com/office/drawing/2014/main" id="{88C1A82E-5941-477F-B774-C3BE679966D8}"/>
              </a:ext>
            </a:extLst>
          </p:cNvPr>
          <p:cNvSpPr>
            <a:spLocks noGrp="1"/>
          </p:cNvSpPr>
          <p:nvPr/>
        </p:nvSpPr>
        <p:spPr>
          <a:xfrm>
            <a:off x="5313742" y="2855402"/>
            <a:ext cx="28398" cy="28398"/>
          </a:xfrm>
          <a:prstGeom prst="ellipse">
            <a:avLst/>
          </a:prstGeom>
          <a:solidFill>
            <a:srgbClr val="7F8C97">
              <a:alpha val="48000"/>
            </a:srgbClr>
          </a:solidFill>
          <a:ln w="0">
            <a:noFill/>
            <a:prstDash val="solid"/>
          </a:ln>
        </p:spPr>
      </p:sp>
      <p:sp>
        <p:nvSpPr>
          <p:cNvPr id="1870" name="01_find_only_1869">
            <a:extLst>
              <a:ext uri="{FF2B5EF4-FFF2-40B4-BE49-F238E27FC236}">
                <a16:creationId xmlns:a16="http://schemas.microsoft.com/office/drawing/2014/main" id="{DBE0C05B-5273-4A7C-AEA0-41F73D0D5AF7}"/>
              </a:ext>
            </a:extLst>
          </p:cNvPr>
          <p:cNvSpPr>
            <a:spLocks noGrp="1"/>
          </p:cNvSpPr>
          <p:nvPr/>
        </p:nvSpPr>
        <p:spPr>
          <a:xfrm>
            <a:off x="5255273" y="2855402"/>
            <a:ext cx="28398" cy="28398"/>
          </a:xfrm>
          <a:prstGeom prst="ellipse">
            <a:avLst/>
          </a:prstGeom>
          <a:solidFill>
            <a:srgbClr val="7F8C97">
              <a:alpha val="48000"/>
            </a:srgbClr>
          </a:solidFill>
          <a:ln w="0">
            <a:noFill/>
            <a:prstDash val="solid"/>
          </a:ln>
        </p:spPr>
      </p:sp>
      <p:sp>
        <p:nvSpPr>
          <p:cNvPr id="1871" name="01_find_only_1870">
            <a:extLst>
              <a:ext uri="{FF2B5EF4-FFF2-40B4-BE49-F238E27FC236}">
                <a16:creationId xmlns:a16="http://schemas.microsoft.com/office/drawing/2014/main" id="{2F40CED4-246D-49D3-8ECF-DE5A36AA2DA6}"/>
              </a:ext>
            </a:extLst>
          </p:cNvPr>
          <p:cNvSpPr>
            <a:spLocks noGrp="1"/>
          </p:cNvSpPr>
          <p:nvPr/>
        </p:nvSpPr>
        <p:spPr>
          <a:xfrm>
            <a:off x="5264525" y="4123418"/>
            <a:ext cx="28398" cy="28398"/>
          </a:xfrm>
          <a:prstGeom prst="ellipse">
            <a:avLst/>
          </a:prstGeom>
          <a:solidFill>
            <a:srgbClr val="7F8C97">
              <a:alpha val="48000"/>
            </a:srgbClr>
          </a:solidFill>
          <a:ln w="0">
            <a:noFill/>
            <a:prstDash val="solid"/>
          </a:ln>
        </p:spPr>
      </p:sp>
      <p:sp>
        <p:nvSpPr>
          <p:cNvPr id="1872" name="01_find_only_1871">
            <a:extLst>
              <a:ext uri="{FF2B5EF4-FFF2-40B4-BE49-F238E27FC236}">
                <a16:creationId xmlns:a16="http://schemas.microsoft.com/office/drawing/2014/main" id="{87CACFC8-9169-4657-9FE5-88DCED0827D4}"/>
              </a:ext>
            </a:extLst>
          </p:cNvPr>
          <p:cNvSpPr>
            <a:spLocks noGrp="1"/>
          </p:cNvSpPr>
          <p:nvPr/>
        </p:nvSpPr>
        <p:spPr>
          <a:xfrm>
            <a:off x="5273777" y="4123418"/>
            <a:ext cx="28398" cy="28398"/>
          </a:xfrm>
          <a:prstGeom prst="ellipse">
            <a:avLst/>
          </a:prstGeom>
          <a:solidFill>
            <a:srgbClr val="7F8C97">
              <a:alpha val="48000"/>
            </a:srgbClr>
          </a:solidFill>
          <a:ln w="0">
            <a:noFill/>
            <a:prstDash val="solid"/>
          </a:ln>
        </p:spPr>
      </p:sp>
      <p:sp>
        <p:nvSpPr>
          <p:cNvPr id="1873" name="01_find_only_1872">
            <a:extLst>
              <a:ext uri="{FF2B5EF4-FFF2-40B4-BE49-F238E27FC236}">
                <a16:creationId xmlns:a16="http://schemas.microsoft.com/office/drawing/2014/main" id="{91B77AED-1B49-43AC-A6FF-134A16AD933F}"/>
              </a:ext>
            </a:extLst>
          </p:cNvPr>
          <p:cNvSpPr>
            <a:spLocks noGrp="1"/>
          </p:cNvSpPr>
          <p:nvPr/>
        </p:nvSpPr>
        <p:spPr>
          <a:xfrm>
            <a:off x="5314696" y="2855402"/>
            <a:ext cx="28398" cy="28398"/>
          </a:xfrm>
          <a:prstGeom prst="ellipse">
            <a:avLst/>
          </a:prstGeom>
          <a:solidFill>
            <a:srgbClr val="7F8C97">
              <a:alpha val="48000"/>
            </a:srgbClr>
          </a:solidFill>
          <a:ln w="0">
            <a:noFill/>
            <a:prstDash val="solid"/>
          </a:ln>
        </p:spPr>
      </p:sp>
      <p:sp>
        <p:nvSpPr>
          <p:cNvPr id="1874" name="01_find_only_1873">
            <a:extLst>
              <a:ext uri="{FF2B5EF4-FFF2-40B4-BE49-F238E27FC236}">
                <a16:creationId xmlns:a16="http://schemas.microsoft.com/office/drawing/2014/main" id="{6F42D10C-BFF4-4F9F-A0E0-C75581A4DC14}"/>
              </a:ext>
            </a:extLst>
          </p:cNvPr>
          <p:cNvSpPr>
            <a:spLocks noGrp="1"/>
          </p:cNvSpPr>
          <p:nvPr/>
        </p:nvSpPr>
        <p:spPr>
          <a:xfrm>
            <a:off x="5305062" y="3489410"/>
            <a:ext cx="28398" cy="28398"/>
          </a:xfrm>
          <a:prstGeom prst="ellipse">
            <a:avLst/>
          </a:prstGeom>
          <a:solidFill>
            <a:srgbClr val="7F8C97">
              <a:alpha val="48000"/>
            </a:srgbClr>
          </a:solidFill>
          <a:ln w="0">
            <a:noFill/>
            <a:prstDash val="solid"/>
          </a:ln>
        </p:spPr>
      </p:sp>
      <p:sp>
        <p:nvSpPr>
          <p:cNvPr id="1875" name="01_find_only_1874">
            <a:extLst>
              <a:ext uri="{FF2B5EF4-FFF2-40B4-BE49-F238E27FC236}">
                <a16:creationId xmlns:a16="http://schemas.microsoft.com/office/drawing/2014/main" id="{ED409CF5-3577-4DF1-B006-6DBB76BD6E11}"/>
              </a:ext>
            </a:extLst>
          </p:cNvPr>
          <p:cNvSpPr>
            <a:spLocks noGrp="1"/>
          </p:cNvSpPr>
          <p:nvPr/>
        </p:nvSpPr>
        <p:spPr>
          <a:xfrm>
            <a:off x="5268531" y="3700746"/>
            <a:ext cx="28398" cy="28398"/>
          </a:xfrm>
          <a:prstGeom prst="ellipse">
            <a:avLst/>
          </a:prstGeom>
          <a:solidFill>
            <a:srgbClr val="7F8C97">
              <a:alpha val="48000"/>
            </a:srgbClr>
          </a:solidFill>
          <a:ln w="0">
            <a:noFill/>
            <a:prstDash val="solid"/>
          </a:ln>
        </p:spPr>
      </p:sp>
      <p:sp>
        <p:nvSpPr>
          <p:cNvPr id="1876" name="01_find_only_1875">
            <a:extLst>
              <a:ext uri="{FF2B5EF4-FFF2-40B4-BE49-F238E27FC236}">
                <a16:creationId xmlns:a16="http://schemas.microsoft.com/office/drawing/2014/main" id="{99894241-8FE3-407E-91EA-C389CE4DD2EA}"/>
              </a:ext>
            </a:extLst>
          </p:cNvPr>
          <p:cNvSpPr>
            <a:spLocks noGrp="1"/>
          </p:cNvSpPr>
          <p:nvPr/>
        </p:nvSpPr>
        <p:spPr>
          <a:xfrm>
            <a:off x="5285795" y="3489410"/>
            <a:ext cx="28398" cy="28398"/>
          </a:xfrm>
          <a:prstGeom prst="ellipse">
            <a:avLst/>
          </a:prstGeom>
          <a:solidFill>
            <a:srgbClr val="7F8C97">
              <a:alpha val="48000"/>
            </a:srgbClr>
          </a:solidFill>
          <a:ln w="0">
            <a:noFill/>
            <a:prstDash val="solid"/>
          </a:ln>
        </p:spPr>
      </p:sp>
      <p:sp>
        <p:nvSpPr>
          <p:cNvPr id="1877" name="01_find_only_1876">
            <a:extLst>
              <a:ext uri="{FF2B5EF4-FFF2-40B4-BE49-F238E27FC236}">
                <a16:creationId xmlns:a16="http://schemas.microsoft.com/office/drawing/2014/main" id="{6BF9170D-B364-4FC3-A009-CB581757B288}"/>
              </a:ext>
            </a:extLst>
          </p:cNvPr>
          <p:cNvSpPr>
            <a:spLocks noGrp="1"/>
          </p:cNvSpPr>
          <p:nvPr/>
        </p:nvSpPr>
        <p:spPr>
          <a:xfrm>
            <a:off x="5252030" y="4123418"/>
            <a:ext cx="28398" cy="28398"/>
          </a:xfrm>
          <a:prstGeom prst="ellipse">
            <a:avLst/>
          </a:prstGeom>
          <a:solidFill>
            <a:srgbClr val="7F8C97">
              <a:alpha val="48000"/>
            </a:srgbClr>
          </a:solidFill>
          <a:ln w="0">
            <a:noFill/>
            <a:prstDash val="solid"/>
          </a:ln>
        </p:spPr>
      </p:sp>
      <p:sp>
        <p:nvSpPr>
          <p:cNvPr id="1878" name="01_find_only_1877">
            <a:extLst>
              <a:ext uri="{FF2B5EF4-FFF2-40B4-BE49-F238E27FC236}">
                <a16:creationId xmlns:a16="http://schemas.microsoft.com/office/drawing/2014/main" id="{C08FF90E-8D1E-42E6-AA90-86EC567AEC37}"/>
              </a:ext>
            </a:extLst>
          </p:cNvPr>
          <p:cNvSpPr>
            <a:spLocks noGrp="1"/>
          </p:cNvSpPr>
          <p:nvPr/>
        </p:nvSpPr>
        <p:spPr>
          <a:xfrm>
            <a:off x="5772823" y="3489410"/>
            <a:ext cx="28398" cy="28398"/>
          </a:xfrm>
          <a:prstGeom prst="ellipse">
            <a:avLst/>
          </a:prstGeom>
          <a:solidFill>
            <a:srgbClr val="7F8C97">
              <a:alpha val="48000"/>
            </a:srgbClr>
          </a:solidFill>
          <a:ln w="0">
            <a:noFill/>
            <a:prstDash val="solid"/>
          </a:ln>
        </p:spPr>
      </p:sp>
      <p:sp>
        <p:nvSpPr>
          <p:cNvPr id="1879" name="01_find_only_1878">
            <a:extLst>
              <a:ext uri="{FF2B5EF4-FFF2-40B4-BE49-F238E27FC236}">
                <a16:creationId xmlns:a16="http://schemas.microsoft.com/office/drawing/2014/main" id="{7B2E8C76-1D60-4FA0-A328-FE6683DF3A78}"/>
              </a:ext>
            </a:extLst>
          </p:cNvPr>
          <p:cNvSpPr>
            <a:spLocks noGrp="1"/>
          </p:cNvSpPr>
          <p:nvPr/>
        </p:nvSpPr>
        <p:spPr>
          <a:xfrm>
            <a:off x="5754510" y="3912082"/>
            <a:ext cx="28398" cy="28398"/>
          </a:xfrm>
          <a:prstGeom prst="ellipse">
            <a:avLst/>
          </a:prstGeom>
          <a:solidFill>
            <a:srgbClr val="7F8C97">
              <a:alpha val="48000"/>
            </a:srgbClr>
          </a:solidFill>
          <a:ln w="0">
            <a:noFill/>
            <a:prstDash val="solid"/>
          </a:ln>
        </p:spPr>
      </p:sp>
      <p:sp>
        <p:nvSpPr>
          <p:cNvPr id="1880" name="01_find_only_1879">
            <a:extLst>
              <a:ext uri="{FF2B5EF4-FFF2-40B4-BE49-F238E27FC236}">
                <a16:creationId xmlns:a16="http://schemas.microsoft.com/office/drawing/2014/main" id="{F06D15E9-8648-4935-9D97-0B7283151E76}"/>
              </a:ext>
            </a:extLst>
          </p:cNvPr>
          <p:cNvSpPr>
            <a:spLocks noGrp="1"/>
          </p:cNvSpPr>
          <p:nvPr/>
        </p:nvSpPr>
        <p:spPr>
          <a:xfrm>
            <a:off x="5769390" y="4123418"/>
            <a:ext cx="28398" cy="28398"/>
          </a:xfrm>
          <a:prstGeom prst="ellipse">
            <a:avLst/>
          </a:prstGeom>
          <a:solidFill>
            <a:srgbClr val="7F8C97">
              <a:alpha val="48000"/>
            </a:srgbClr>
          </a:solidFill>
          <a:ln w="0">
            <a:noFill/>
            <a:prstDash val="solid"/>
          </a:ln>
        </p:spPr>
      </p:sp>
      <p:sp>
        <p:nvSpPr>
          <p:cNvPr id="1881" name="01_find_only_1880">
            <a:extLst>
              <a:ext uri="{FF2B5EF4-FFF2-40B4-BE49-F238E27FC236}">
                <a16:creationId xmlns:a16="http://schemas.microsoft.com/office/drawing/2014/main" id="{FF0E903C-CA93-4C08-9E98-2960C49AA562}"/>
              </a:ext>
            </a:extLst>
          </p:cNvPr>
          <p:cNvSpPr>
            <a:spLocks noGrp="1"/>
          </p:cNvSpPr>
          <p:nvPr/>
        </p:nvSpPr>
        <p:spPr>
          <a:xfrm>
            <a:off x="5769008" y="3700746"/>
            <a:ext cx="28398" cy="28398"/>
          </a:xfrm>
          <a:prstGeom prst="ellipse">
            <a:avLst/>
          </a:prstGeom>
          <a:solidFill>
            <a:srgbClr val="7F8C97">
              <a:alpha val="48000"/>
            </a:srgbClr>
          </a:solidFill>
          <a:ln w="0">
            <a:noFill/>
            <a:prstDash val="solid"/>
          </a:ln>
        </p:spPr>
      </p:sp>
      <p:sp>
        <p:nvSpPr>
          <p:cNvPr id="1882" name="01_find_only_1881">
            <a:extLst>
              <a:ext uri="{FF2B5EF4-FFF2-40B4-BE49-F238E27FC236}">
                <a16:creationId xmlns:a16="http://schemas.microsoft.com/office/drawing/2014/main" id="{707D986B-4E98-47BB-8B7B-5D3267D83226}"/>
              </a:ext>
            </a:extLst>
          </p:cNvPr>
          <p:cNvSpPr>
            <a:spLocks noGrp="1"/>
          </p:cNvSpPr>
          <p:nvPr/>
        </p:nvSpPr>
        <p:spPr>
          <a:xfrm>
            <a:off x="5785223" y="3172406"/>
            <a:ext cx="28398" cy="28398"/>
          </a:xfrm>
          <a:prstGeom prst="ellipse">
            <a:avLst/>
          </a:prstGeom>
          <a:solidFill>
            <a:srgbClr val="7F8C97">
              <a:alpha val="48000"/>
            </a:srgbClr>
          </a:solidFill>
          <a:ln w="0">
            <a:noFill/>
            <a:prstDash val="solid"/>
          </a:ln>
        </p:spPr>
      </p:sp>
      <p:sp>
        <p:nvSpPr>
          <p:cNvPr id="1883" name="01_find_only_1882">
            <a:extLst>
              <a:ext uri="{FF2B5EF4-FFF2-40B4-BE49-F238E27FC236}">
                <a16:creationId xmlns:a16="http://schemas.microsoft.com/office/drawing/2014/main" id="{E7C78013-E521-4E1A-A83F-CD726AE93907}"/>
              </a:ext>
            </a:extLst>
          </p:cNvPr>
          <p:cNvSpPr>
            <a:spLocks noGrp="1"/>
          </p:cNvSpPr>
          <p:nvPr/>
        </p:nvSpPr>
        <p:spPr>
          <a:xfrm>
            <a:off x="5812979" y="3700746"/>
            <a:ext cx="28398" cy="28398"/>
          </a:xfrm>
          <a:prstGeom prst="ellipse">
            <a:avLst/>
          </a:prstGeom>
          <a:solidFill>
            <a:srgbClr val="7F8C97">
              <a:alpha val="48000"/>
            </a:srgbClr>
          </a:solidFill>
          <a:ln w="0">
            <a:noFill/>
            <a:prstDash val="solid"/>
          </a:ln>
        </p:spPr>
      </p:sp>
      <p:sp>
        <p:nvSpPr>
          <p:cNvPr id="1884" name="01_find_only_1883">
            <a:extLst>
              <a:ext uri="{FF2B5EF4-FFF2-40B4-BE49-F238E27FC236}">
                <a16:creationId xmlns:a16="http://schemas.microsoft.com/office/drawing/2014/main" id="{B56B338E-93C1-47EE-880E-5251BCE10E4C}"/>
              </a:ext>
            </a:extLst>
          </p:cNvPr>
          <p:cNvSpPr>
            <a:spLocks noGrp="1"/>
          </p:cNvSpPr>
          <p:nvPr/>
        </p:nvSpPr>
        <p:spPr>
          <a:xfrm>
            <a:off x="5830434" y="3229304"/>
            <a:ext cx="28398" cy="28398"/>
          </a:xfrm>
          <a:prstGeom prst="ellipse">
            <a:avLst/>
          </a:prstGeom>
          <a:solidFill>
            <a:srgbClr val="7F8C97">
              <a:alpha val="48000"/>
            </a:srgbClr>
          </a:solidFill>
          <a:ln w="0">
            <a:noFill/>
            <a:prstDash val="solid"/>
          </a:ln>
        </p:spPr>
      </p:sp>
      <p:sp>
        <p:nvSpPr>
          <p:cNvPr id="1885" name="01_find_only_1884">
            <a:extLst>
              <a:ext uri="{FF2B5EF4-FFF2-40B4-BE49-F238E27FC236}">
                <a16:creationId xmlns:a16="http://schemas.microsoft.com/office/drawing/2014/main" id="{53ED29BF-0A6E-4D26-81EA-B703ECFFEC6A}"/>
              </a:ext>
            </a:extLst>
          </p:cNvPr>
          <p:cNvSpPr>
            <a:spLocks noGrp="1"/>
          </p:cNvSpPr>
          <p:nvPr/>
        </p:nvSpPr>
        <p:spPr>
          <a:xfrm>
            <a:off x="5759565" y="3278074"/>
            <a:ext cx="28398" cy="28398"/>
          </a:xfrm>
          <a:prstGeom prst="ellipse">
            <a:avLst/>
          </a:prstGeom>
          <a:solidFill>
            <a:srgbClr val="7F8C97">
              <a:alpha val="48000"/>
            </a:srgbClr>
          </a:solidFill>
          <a:ln w="0">
            <a:noFill/>
            <a:prstDash val="solid"/>
          </a:ln>
        </p:spPr>
      </p:sp>
      <p:sp>
        <p:nvSpPr>
          <p:cNvPr id="1886" name="01_find_only_1885">
            <a:extLst>
              <a:ext uri="{FF2B5EF4-FFF2-40B4-BE49-F238E27FC236}">
                <a16:creationId xmlns:a16="http://schemas.microsoft.com/office/drawing/2014/main" id="{FB8F6D9B-B8E9-41CA-97CF-CD91CBF71119}"/>
              </a:ext>
            </a:extLst>
          </p:cNvPr>
          <p:cNvSpPr>
            <a:spLocks noGrp="1"/>
          </p:cNvSpPr>
          <p:nvPr/>
        </p:nvSpPr>
        <p:spPr>
          <a:xfrm>
            <a:off x="5803155" y="2855402"/>
            <a:ext cx="28398" cy="28398"/>
          </a:xfrm>
          <a:prstGeom prst="ellipse">
            <a:avLst/>
          </a:prstGeom>
          <a:solidFill>
            <a:srgbClr val="7F8C97">
              <a:alpha val="48000"/>
            </a:srgbClr>
          </a:solidFill>
          <a:ln w="0">
            <a:noFill/>
            <a:prstDash val="solid"/>
          </a:ln>
        </p:spPr>
      </p:sp>
      <p:sp>
        <p:nvSpPr>
          <p:cNvPr id="1887" name="01_find_only_1886">
            <a:extLst>
              <a:ext uri="{FF2B5EF4-FFF2-40B4-BE49-F238E27FC236}">
                <a16:creationId xmlns:a16="http://schemas.microsoft.com/office/drawing/2014/main" id="{D8FE2693-E793-4626-8651-73766B7579E0}"/>
              </a:ext>
            </a:extLst>
          </p:cNvPr>
          <p:cNvSpPr>
            <a:spLocks noGrp="1"/>
          </p:cNvSpPr>
          <p:nvPr/>
        </p:nvSpPr>
        <p:spPr>
          <a:xfrm>
            <a:off x="5759851" y="4123418"/>
            <a:ext cx="28398" cy="28398"/>
          </a:xfrm>
          <a:prstGeom prst="ellipse">
            <a:avLst/>
          </a:prstGeom>
          <a:solidFill>
            <a:srgbClr val="7F8C97">
              <a:alpha val="48000"/>
            </a:srgbClr>
          </a:solidFill>
          <a:ln w="0">
            <a:noFill/>
            <a:prstDash val="solid"/>
          </a:ln>
        </p:spPr>
      </p:sp>
      <p:sp>
        <p:nvSpPr>
          <p:cNvPr id="1888" name="01_find_only_1887">
            <a:extLst>
              <a:ext uri="{FF2B5EF4-FFF2-40B4-BE49-F238E27FC236}">
                <a16:creationId xmlns:a16="http://schemas.microsoft.com/office/drawing/2014/main" id="{C45A4C07-73DE-4111-ABC2-A1CA8052AE95}"/>
              </a:ext>
            </a:extLst>
          </p:cNvPr>
          <p:cNvSpPr>
            <a:spLocks noGrp="1"/>
          </p:cNvSpPr>
          <p:nvPr/>
        </p:nvSpPr>
        <p:spPr>
          <a:xfrm>
            <a:off x="5749359" y="3489410"/>
            <a:ext cx="28398" cy="28398"/>
          </a:xfrm>
          <a:prstGeom prst="ellipse">
            <a:avLst/>
          </a:prstGeom>
          <a:solidFill>
            <a:srgbClr val="7F8C97">
              <a:alpha val="48000"/>
            </a:srgbClr>
          </a:solidFill>
          <a:ln w="0">
            <a:noFill/>
            <a:prstDash val="solid"/>
          </a:ln>
        </p:spPr>
      </p:sp>
      <p:sp>
        <p:nvSpPr>
          <p:cNvPr id="1889" name="01_find_only_1888">
            <a:extLst>
              <a:ext uri="{FF2B5EF4-FFF2-40B4-BE49-F238E27FC236}">
                <a16:creationId xmlns:a16="http://schemas.microsoft.com/office/drawing/2014/main" id="{4AC84714-CE1F-4FA3-9273-0069675CAC7B}"/>
              </a:ext>
            </a:extLst>
          </p:cNvPr>
          <p:cNvSpPr>
            <a:spLocks noGrp="1"/>
          </p:cNvSpPr>
          <p:nvPr/>
        </p:nvSpPr>
        <p:spPr>
          <a:xfrm>
            <a:off x="5822803" y="3330908"/>
            <a:ext cx="28398" cy="28398"/>
          </a:xfrm>
          <a:prstGeom prst="ellipse">
            <a:avLst/>
          </a:prstGeom>
          <a:solidFill>
            <a:srgbClr val="7F8C97">
              <a:alpha val="48000"/>
            </a:srgbClr>
          </a:solidFill>
          <a:ln w="0">
            <a:noFill/>
            <a:prstDash val="solid"/>
          </a:ln>
        </p:spPr>
      </p:sp>
      <p:sp>
        <p:nvSpPr>
          <p:cNvPr id="1890" name="01_find_only_1889">
            <a:extLst>
              <a:ext uri="{FF2B5EF4-FFF2-40B4-BE49-F238E27FC236}">
                <a16:creationId xmlns:a16="http://schemas.microsoft.com/office/drawing/2014/main" id="{99B50458-F8F1-4391-B490-66CBE2461157}"/>
              </a:ext>
            </a:extLst>
          </p:cNvPr>
          <p:cNvSpPr>
            <a:spLocks noGrp="1"/>
          </p:cNvSpPr>
          <p:nvPr/>
        </p:nvSpPr>
        <p:spPr>
          <a:xfrm>
            <a:off x="5842356" y="4123418"/>
            <a:ext cx="28398" cy="28398"/>
          </a:xfrm>
          <a:prstGeom prst="ellipse">
            <a:avLst/>
          </a:prstGeom>
          <a:solidFill>
            <a:srgbClr val="7F8C97">
              <a:alpha val="48000"/>
            </a:srgbClr>
          </a:solidFill>
          <a:ln w="0">
            <a:noFill/>
            <a:prstDash val="solid"/>
          </a:ln>
        </p:spPr>
      </p:sp>
      <p:sp>
        <p:nvSpPr>
          <p:cNvPr id="1891" name="01_find_only_1890">
            <a:extLst>
              <a:ext uri="{FF2B5EF4-FFF2-40B4-BE49-F238E27FC236}">
                <a16:creationId xmlns:a16="http://schemas.microsoft.com/office/drawing/2014/main" id="{F733CD89-5384-449E-81AC-A8CFB5BE917E}"/>
              </a:ext>
            </a:extLst>
          </p:cNvPr>
          <p:cNvSpPr>
            <a:spLocks noGrp="1"/>
          </p:cNvSpPr>
          <p:nvPr/>
        </p:nvSpPr>
        <p:spPr>
          <a:xfrm>
            <a:off x="5784937" y="4123418"/>
            <a:ext cx="28398" cy="28398"/>
          </a:xfrm>
          <a:prstGeom prst="ellipse">
            <a:avLst/>
          </a:prstGeom>
          <a:solidFill>
            <a:srgbClr val="7F8C97">
              <a:alpha val="48000"/>
            </a:srgbClr>
          </a:solidFill>
          <a:ln w="0">
            <a:noFill/>
            <a:prstDash val="solid"/>
          </a:ln>
        </p:spPr>
      </p:sp>
      <p:sp>
        <p:nvSpPr>
          <p:cNvPr id="1892" name="01_find_only_1891">
            <a:extLst>
              <a:ext uri="{FF2B5EF4-FFF2-40B4-BE49-F238E27FC236}">
                <a16:creationId xmlns:a16="http://schemas.microsoft.com/office/drawing/2014/main" id="{CD16D3D3-AE2B-41C3-ADD1-C9FE7DBF7F80}"/>
              </a:ext>
            </a:extLst>
          </p:cNvPr>
          <p:cNvSpPr>
            <a:spLocks noGrp="1"/>
          </p:cNvSpPr>
          <p:nvPr/>
        </p:nvSpPr>
        <p:spPr>
          <a:xfrm>
            <a:off x="5837206" y="2855402"/>
            <a:ext cx="28398" cy="28398"/>
          </a:xfrm>
          <a:prstGeom prst="ellipse">
            <a:avLst/>
          </a:prstGeom>
          <a:solidFill>
            <a:srgbClr val="7F8C97">
              <a:alpha val="48000"/>
            </a:srgbClr>
          </a:solidFill>
          <a:ln w="0">
            <a:noFill/>
            <a:prstDash val="solid"/>
          </a:ln>
        </p:spPr>
      </p:sp>
      <p:sp>
        <p:nvSpPr>
          <p:cNvPr id="1893" name="01_find_only_1892">
            <a:extLst>
              <a:ext uri="{FF2B5EF4-FFF2-40B4-BE49-F238E27FC236}">
                <a16:creationId xmlns:a16="http://schemas.microsoft.com/office/drawing/2014/main" id="{06D3042B-2841-4367-887D-02EE2D92F4BB}"/>
              </a:ext>
            </a:extLst>
          </p:cNvPr>
          <p:cNvSpPr>
            <a:spLocks noGrp="1"/>
          </p:cNvSpPr>
          <p:nvPr/>
        </p:nvSpPr>
        <p:spPr>
          <a:xfrm>
            <a:off x="5769294" y="3207629"/>
            <a:ext cx="28398" cy="28398"/>
          </a:xfrm>
          <a:prstGeom prst="ellipse">
            <a:avLst/>
          </a:prstGeom>
          <a:solidFill>
            <a:srgbClr val="7F8C97">
              <a:alpha val="48000"/>
            </a:srgbClr>
          </a:solidFill>
          <a:ln w="0">
            <a:noFill/>
            <a:prstDash val="solid"/>
          </a:ln>
        </p:spPr>
      </p:sp>
      <p:sp>
        <p:nvSpPr>
          <p:cNvPr id="1894" name="01_find_only_1893">
            <a:extLst>
              <a:ext uri="{FF2B5EF4-FFF2-40B4-BE49-F238E27FC236}">
                <a16:creationId xmlns:a16="http://schemas.microsoft.com/office/drawing/2014/main" id="{18D8D4A5-07AB-4C7E-BC37-F2257FE90754}"/>
              </a:ext>
            </a:extLst>
          </p:cNvPr>
          <p:cNvSpPr>
            <a:spLocks noGrp="1"/>
          </p:cNvSpPr>
          <p:nvPr/>
        </p:nvSpPr>
        <p:spPr>
          <a:xfrm>
            <a:off x="5787417" y="4123418"/>
            <a:ext cx="28398" cy="28398"/>
          </a:xfrm>
          <a:prstGeom prst="ellipse">
            <a:avLst/>
          </a:prstGeom>
          <a:solidFill>
            <a:srgbClr val="7F8C97">
              <a:alpha val="48000"/>
            </a:srgbClr>
          </a:solidFill>
          <a:ln w="0">
            <a:noFill/>
            <a:prstDash val="solid"/>
          </a:ln>
        </p:spPr>
      </p:sp>
      <p:sp>
        <p:nvSpPr>
          <p:cNvPr id="1895" name="01_find_only_1894">
            <a:extLst>
              <a:ext uri="{FF2B5EF4-FFF2-40B4-BE49-F238E27FC236}">
                <a16:creationId xmlns:a16="http://schemas.microsoft.com/office/drawing/2014/main" id="{AF18734D-26C3-4814-BEA4-4DF4CFA8A25E}"/>
              </a:ext>
            </a:extLst>
          </p:cNvPr>
          <p:cNvSpPr>
            <a:spLocks noGrp="1"/>
          </p:cNvSpPr>
          <p:nvPr/>
        </p:nvSpPr>
        <p:spPr>
          <a:xfrm>
            <a:off x="5815840" y="3679612"/>
            <a:ext cx="28398" cy="28398"/>
          </a:xfrm>
          <a:prstGeom prst="ellipse">
            <a:avLst/>
          </a:prstGeom>
          <a:solidFill>
            <a:srgbClr val="7F8C97">
              <a:alpha val="48000"/>
            </a:srgbClr>
          </a:solidFill>
          <a:ln w="0">
            <a:noFill/>
            <a:prstDash val="solid"/>
          </a:ln>
        </p:spPr>
      </p:sp>
      <p:sp>
        <p:nvSpPr>
          <p:cNvPr id="1896" name="01_find_only_1895">
            <a:extLst>
              <a:ext uri="{FF2B5EF4-FFF2-40B4-BE49-F238E27FC236}">
                <a16:creationId xmlns:a16="http://schemas.microsoft.com/office/drawing/2014/main" id="{66CE7D6B-8418-4893-8FE5-6380A3C9A567}"/>
              </a:ext>
            </a:extLst>
          </p:cNvPr>
          <p:cNvSpPr>
            <a:spLocks noGrp="1"/>
          </p:cNvSpPr>
          <p:nvPr/>
        </p:nvSpPr>
        <p:spPr>
          <a:xfrm>
            <a:off x="5832914" y="4123418"/>
            <a:ext cx="28398" cy="28398"/>
          </a:xfrm>
          <a:prstGeom prst="ellipse">
            <a:avLst/>
          </a:prstGeom>
          <a:solidFill>
            <a:srgbClr val="7F8C97">
              <a:alpha val="48000"/>
            </a:srgbClr>
          </a:solidFill>
          <a:ln w="0">
            <a:noFill/>
            <a:prstDash val="solid"/>
          </a:ln>
        </p:spPr>
      </p:sp>
      <p:sp>
        <p:nvSpPr>
          <p:cNvPr id="1897" name="01_find_only_1896">
            <a:extLst>
              <a:ext uri="{FF2B5EF4-FFF2-40B4-BE49-F238E27FC236}">
                <a16:creationId xmlns:a16="http://schemas.microsoft.com/office/drawing/2014/main" id="{75DBC7A2-F40A-4E31-B957-9EBE9877B21A}"/>
              </a:ext>
            </a:extLst>
          </p:cNvPr>
          <p:cNvSpPr>
            <a:spLocks noGrp="1"/>
          </p:cNvSpPr>
          <p:nvPr/>
        </p:nvSpPr>
        <p:spPr>
          <a:xfrm>
            <a:off x="5842166" y="4123418"/>
            <a:ext cx="28398" cy="28398"/>
          </a:xfrm>
          <a:prstGeom prst="ellipse">
            <a:avLst/>
          </a:prstGeom>
          <a:solidFill>
            <a:srgbClr val="7F8C97">
              <a:alpha val="48000"/>
            </a:srgbClr>
          </a:solidFill>
          <a:ln w="0">
            <a:noFill/>
            <a:prstDash val="solid"/>
          </a:ln>
        </p:spPr>
      </p:sp>
      <p:sp>
        <p:nvSpPr>
          <p:cNvPr id="1898" name="01_find_only_1897">
            <a:extLst>
              <a:ext uri="{FF2B5EF4-FFF2-40B4-BE49-F238E27FC236}">
                <a16:creationId xmlns:a16="http://schemas.microsoft.com/office/drawing/2014/main" id="{AB43E5A7-9E7B-48C3-86DF-2635DB007906}"/>
              </a:ext>
            </a:extLst>
          </p:cNvPr>
          <p:cNvSpPr>
            <a:spLocks noGrp="1"/>
          </p:cNvSpPr>
          <p:nvPr/>
        </p:nvSpPr>
        <p:spPr>
          <a:xfrm>
            <a:off x="5809259" y="4123418"/>
            <a:ext cx="28398" cy="28398"/>
          </a:xfrm>
          <a:prstGeom prst="ellipse">
            <a:avLst/>
          </a:prstGeom>
          <a:solidFill>
            <a:srgbClr val="7F8C97">
              <a:alpha val="48000"/>
            </a:srgbClr>
          </a:solidFill>
          <a:ln w="0">
            <a:noFill/>
            <a:prstDash val="solid"/>
          </a:ln>
        </p:spPr>
      </p:sp>
      <p:sp>
        <p:nvSpPr>
          <p:cNvPr id="1899" name="01_find_only_1898">
            <a:extLst>
              <a:ext uri="{FF2B5EF4-FFF2-40B4-BE49-F238E27FC236}">
                <a16:creationId xmlns:a16="http://schemas.microsoft.com/office/drawing/2014/main" id="{FA9220E7-E998-4B54-ADF5-CDFD19C95933}"/>
              </a:ext>
            </a:extLst>
          </p:cNvPr>
          <p:cNvSpPr>
            <a:spLocks noGrp="1"/>
          </p:cNvSpPr>
          <p:nvPr/>
        </p:nvSpPr>
        <p:spPr>
          <a:xfrm>
            <a:off x="5752698" y="3522779"/>
            <a:ext cx="28398" cy="28398"/>
          </a:xfrm>
          <a:prstGeom prst="ellipse">
            <a:avLst/>
          </a:prstGeom>
          <a:solidFill>
            <a:srgbClr val="7F8C97">
              <a:alpha val="48000"/>
            </a:srgbClr>
          </a:solidFill>
          <a:ln w="0">
            <a:noFill/>
            <a:prstDash val="solid"/>
          </a:ln>
        </p:spPr>
      </p:sp>
      <p:sp>
        <p:nvSpPr>
          <p:cNvPr id="1900" name="01_find_only_1899">
            <a:extLst>
              <a:ext uri="{FF2B5EF4-FFF2-40B4-BE49-F238E27FC236}">
                <a16:creationId xmlns:a16="http://schemas.microsoft.com/office/drawing/2014/main" id="{10E4706E-C5C1-40F5-9BD3-F649F98E3FBD}"/>
              </a:ext>
            </a:extLst>
          </p:cNvPr>
          <p:cNvSpPr>
            <a:spLocks noGrp="1"/>
          </p:cNvSpPr>
          <p:nvPr/>
        </p:nvSpPr>
        <p:spPr>
          <a:xfrm>
            <a:off x="5766814" y="4123418"/>
            <a:ext cx="28398" cy="28398"/>
          </a:xfrm>
          <a:prstGeom prst="ellipse">
            <a:avLst/>
          </a:prstGeom>
          <a:solidFill>
            <a:srgbClr val="7F8C97">
              <a:alpha val="48000"/>
            </a:srgbClr>
          </a:solidFill>
          <a:ln w="0">
            <a:noFill/>
            <a:prstDash val="solid"/>
          </a:ln>
        </p:spPr>
      </p:sp>
      <p:sp>
        <p:nvSpPr>
          <p:cNvPr id="1901" name="01_find_only_1900">
            <a:extLst>
              <a:ext uri="{FF2B5EF4-FFF2-40B4-BE49-F238E27FC236}">
                <a16:creationId xmlns:a16="http://schemas.microsoft.com/office/drawing/2014/main" id="{69F88D5D-192A-4DD7-A172-4312846A99B8}"/>
              </a:ext>
            </a:extLst>
          </p:cNvPr>
          <p:cNvSpPr>
            <a:spLocks noGrp="1"/>
          </p:cNvSpPr>
          <p:nvPr/>
        </p:nvSpPr>
        <p:spPr>
          <a:xfrm>
            <a:off x="5773014" y="4123418"/>
            <a:ext cx="28398" cy="28398"/>
          </a:xfrm>
          <a:prstGeom prst="ellipse">
            <a:avLst/>
          </a:prstGeom>
          <a:solidFill>
            <a:srgbClr val="7F8C97">
              <a:alpha val="48000"/>
            </a:srgbClr>
          </a:solidFill>
          <a:ln w="0">
            <a:noFill/>
            <a:prstDash val="solid"/>
          </a:ln>
        </p:spPr>
      </p:sp>
      <p:sp>
        <p:nvSpPr>
          <p:cNvPr id="1902" name="01_find_only_1901">
            <a:extLst>
              <a:ext uri="{FF2B5EF4-FFF2-40B4-BE49-F238E27FC236}">
                <a16:creationId xmlns:a16="http://schemas.microsoft.com/office/drawing/2014/main" id="{45A379D9-4E1B-4300-B180-1AAC5F8FE933}"/>
              </a:ext>
            </a:extLst>
          </p:cNvPr>
          <p:cNvSpPr>
            <a:spLocks noGrp="1"/>
          </p:cNvSpPr>
          <p:nvPr/>
        </p:nvSpPr>
        <p:spPr>
          <a:xfrm>
            <a:off x="5752507" y="4088195"/>
            <a:ext cx="28398" cy="28398"/>
          </a:xfrm>
          <a:prstGeom prst="ellipse">
            <a:avLst/>
          </a:prstGeom>
          <a:solidFill>
            <a:srgbClr val="7F8C97">
              <a:alpha val="48000"/>
            </a:srgbClr>
          </a:solidFill>
          <a:ln w="0">
            <a:noFill/>
            <a:prstDash val="solid"/>
          </a:ln>
        </p:spPr>
      </p:sp>
      <p:sp>
        <p:nvSpPr>
          <p:cNvPr id="1903" name="01_find_only_1902">
            <a:extLst>
              <a:ext uri="{FF2B5EF4-FFF2-40B4-BE49-F238E27FC236}">
                <a16:creationId xmlns:a16="http://schemas.microsoft.com/office/drawing/2014/main" id="{C336CFD1-8E39-4A36-93A4-8CF9BCE782DC}"/>
              </a:ext>
            </a:extLst>
          </p:cNvPr>
          <p:cNvSpPr>
            <a:spLocks noGrp="1"/>
          </p:cNvSpPr>
          <p:nvPr/>
        </p:nvSpPr>
        <p:spPr>
          <a:xfrm>
            <a:off x="5751935" y="3362608"/>
            <a:ext cx="28398" cy="28398"/>
          </a:xfrm>
          <a:prstGeom prst="ellipse">
            <a:avLst/>
          </a:prstGeom>
          <a:solidFill>
            <a:srgbClr val="7F8C97">
              <a:alpha val="48000"/>
            </a:srgbClr>
          </a:solidFill>
          <a:ln w="0">
            <a:noFill/>
            <a:prstDash val="solid"/>
          </a:ln>
        </p:spPr>
      </p:sp>
      <p:sp>
        <p:nvSpPr>
          <p:cNvPr id="1904" name="01_find_only_1903">
            <a:extLst>
              <a:ext uri="{FF2B5EF4-FFF2-40B4-BE49-F238E27FC236}">
                <a16:creationId xmlns:a16="http://schemas.microsoft.com/office/drawing/2014/main" id="{81E60F00-FF02-4BA4-88B4-FF6C4B70506E}"/>
              </a:ext>
            </a:extLst>
          </p:cNvPr>
          <p:cNvSpPr>
            <a:spLocks noGrp="1"/>
          </p:cNvSpPr>
          <p:nvPr/>
        </p:nvSpPr>
        <p:spPr>
          <a:xfrm>
            <a:off x="5770439" y="2855402"/>
            <a:ext cx="28398" cy="28398"/>
          </a:xfrm>
          <a:prstGeom prst="ellipse">
            <a:avLst/>
          </a:prstGeom>
          <a:solidFill>
            <a:srgbClr val="7F8C97">
              <a:alpha val="48000"/>
            </a:srgbClr>
          </a:solidFill>
          <a:ln w="0">
            <a:noFill/>
            <a:prstDash val="solid"/>
          </a:ln>
        </p:spPr>
      </p:sp>
      <p:sp>
        <p:nvSpPr>
          <p:cNvPr id="1905" name="01_find_only_1904">
            <a:extLst>
              <a:ext uri="{FF2B5EF4-FFF2-40B4-BE49-F238E27FC236}">
                <a16:creationId xmlns:a16="http://schemas.microsoft.com/office/drawing/2014/main" id="{06256297-E443-46D2-983B-D4C62DBDDF0D}"/>
              </a:ext>
            </a:extLst>
          </p:cNvPr>
          <p:cNvSpPr>
            <a:spLocks noGrp="1"/>
          </p:cNvSpPr>
          <p:nvPr/>
        </p:nvSpPr>
        <p:spPr>
          <a:xfrm>
            <a:off x="5806398" y="3806414"/>
            <a:ext cx="28398" cy="28398"/>
          </a:xfrm>
          <a:prstGeom prst="ellipse">
            <a:avLst/>
          </a:prstGeom>
          <a:solidFill>
            <a:srgbClr val="7F8C97">
              <a:alpha val="48000"/>
            </a:srgbClr>
          </a:solidFill>
          <a:ln w="0">
            <a:noFill/>
            <a:prstDash val="solid"/>
          </a:ln>
        </p:spPr>
      </p:sp>
      <p:sp>
        <p:nvSpPr>
          <p:cNvPr id="1906" name="01_find_only_1905">
            <a:extLst>
              <a:ext uri="{FF2B5EF4-FFF2-40B4-BE49-F238E27FC236}">
                <a16:creationId xmlns:a16="http://schemas.microsoft.com/office/drawing/2014/main" id="{A91CC239-BBF7-4BA7-8188-329064BDC80A}"/>
              </a:ext>
            </a:extLst>
          </p:cNvPr>
          <p:cNvSpPr>
            <a:spLocks noGrp="1"/>
          </p:cNvSpPr>
          <p:nvPr/>
        </p:nvSpPr>
        <p:spPr>
          <a:xfrm>
            <a:off x="5765384" y="4123418"/>
            <a:ext cx="28398" cy="28398"/>
          </a:xfrm>
          <a:prstGeom prst="ellipse">
            <a:avLst/>
          </a:prstGeom>
          <a:solidFill>
            <a:srgbClr val="7F8C97">
              <a:alpha val="48000"/>
            </a:srgbClr>
          </a:solidFill>
          <a:ln w="0">
            <a:noFill/>
            <a:prstDash val="solid"/>
          </a:ln>
        </p:spPr>
      </p:sp>
      <p:sp>
        <p:nvSpPr>
          <p:cNvPr id="1907" name="01_find_only_1906">
            <a:extLst>
              <a:ext uri="{FF2B5EF4-FFF2-40B4-BE49-F238E27FC236}">
                <a16:creationId xmlns:a16="http://schemas.microsoft.com/office/drawing/2014/main" id="{EACB247A-60A0-4043-89A5-DAF814048545}"/>
              </a:ext>
            </a:extLst>
          </p:cNvPr>
          <p:cNvSpPr>
            <a:spLocks noGrp="1"/>
          </p:cNvSpPr>
          <p:nvPr/>
        </p:nvSpPr>
        <p:spPr>
          <a:xfrm>
            <a:off x="5793998" y="4123418"/>
            <a:ext cx="28398" cy="28398"/>
          </a:xfrm>
          <a:prstGeom prst="ellipse">
            <a:avLst/>
          </a:prstGeom>
          <a:solidFill>
            <a:srgbClr val="7F8C97">
              <a:alpha val="48000"/>
            </a:srgbClr>
          </a:solidFill>
          <a:ln w="0">
            <a:noFill/>
            <a:prstDash val="solid"/>
          </a:ln>
        </p:spPr>
      </p:sp>
      <p:sp>
        <p:nvSpPr>
          <p:cNvPr id="1908" name="01_find_only_1907">
            <a:extLst>
              <a:ext uri="{FF2B5EF4-FFF2-40B4-BE49-F238E27FC236}">
                <a16:creationId xmlns:a16="http://schemas.microsoft.com/office/drawing/2014/main" id="{48F9A4FD-220B-4106-BFE0-BF42D9A86E1E}"/>
              </a:ext>
            </a:extLst>
          </p:cNvPr>
          <p:cNvSpPr>
            <a:spLocks noGrp="1"/>
          </p:cNvSpPr>
          <p:nvPr/>
        </p:nvSpPr>
        <p:spPr>
          <a:xfrm>
            <a:off x="5783888" y="4123418"/>
            <a:ext cx="28398" cy="28398"/>
          </a:xfrm>
          <a:prstGeom prst="ellipse">
            <a:avLst/>
          </a:prstGeom>
          <a:solidFill>
            <a:srgbClr val="7F8C97">
              <a:alpha val="48000"/>
            </a:srgbClr>
          </a:solidFill>
          <a:ln w="0">
            <a:noFill/>
            <a:prstDash val="solid"/>
          </a:ln>
        </p:spPr>
      </p:sp>
      <p:sp>
        <p:nvSpPr>
          <p:cNvPr id="1909" name="01_find_only_1908">
            <a:extLst>
              <a:ext uri="{FF2B5EF4-FFF2-40B4-BE49-F238E27FC236}">
                <a16:creationId xmlns:a16="http://schemas.microsoft.com/office/drawing/2014/main" id="{214CE8F5-E269-4F9B-B204-004F9E994A6F}"/>
              </a:ext>
            </a:extLst>
          </p:cNvPr>
          <p:cNvSpPr>
            <a:spLocks noGrp="1"/>
          </p:cNvSpPr>
          <p:nvPr/>
        </p:nvSpPr>
        <p:spPr>
          <a:xfrm>
            <a:off x="5831197" y="4123418"/>
            <a:ext cx="28398" cy="28398"/>
          </a:xfrm>
          <a:prstGeom prst="ellipse">
            <a:avLst/>
          </a:prstGeom>
          <a:solidFill>
            <a:srgbClr val="7F8C97">
              <a:alpha val="48000"/>
            </a:srgbClr>
          </a:solidFill>
          <a:ln w="0">
            <a:noFill/>
            <a:prstDash val="solid"/>
          </a:ln>
        </p:spPr>
      </p:sp>
      <p:sp>
        <p:nvSpPr>
          <p:cNvPr id="1910" name="01_find_only_1909">
            <a:extLst>
              <a:ext uri="{FF2B5EF4-FFF2-40B4-BE49-F238E27FC236}">
                <a16:creationId xmlns:a16="http://schemas.microsoft.com/office/drawing/2014/main" id="{0A967F81-0E54-4E6D-8303-C9455A5C9842}"/>
              </a:ext>
            </a:extLst>
          </p:cNvPr>
          <p:cNvSpPr>
            <a:spLocks noGrp="1"/>
          </p:cNvSpPr>
          <p:nvPr/>
        </p:nvSpPr>
        <p:spPr>
          <a:xfrm>
            <a:off x="5774445" y="4092740"/>
            <a:ext cx="28398" cy="28398"/>
          </a:xfrm>
          <a:prstGeom prst="ellipse">
            <a:avLst/>
          </a:prstGeom>
          <a:solidFill>
            <a:srgbClr val="7F8C97">
              <a:alpha val="48000"/>
            </a:srgbClr>
          </a:solidFill>
          <a:ln w="0">
            <a:noFill/>
            <a:prstDash val="solid"/>
          </a:ln>
        </p:spPr>
      </p:sp>
      <p:sp>
        <p:nvSpPr>
          <p:cNvPr id="1911" name="01_find_only_1910">
            <a:extLst>
              <a:ext uri="{FF2B5EF4-FFF2-40B4-BE49-F238E27FC236}">
                <a16:creationId xmlns:a16="http://schemas.microsoft.com/office/drawing/2014/main" id="{9A5F9C0C-5EFB-4FA4-A561-AC6C91BBE119}"/>
              </a:ext>
            </a:extLst>
          </p:cNvPr>
          <p:cNvSpPr>
            <a:spLocks noGrp="1"/>
          </p:cNvSpPr>
          <p:nvPr/>
        </p:nvSpPr>
        <p:spPr>
          <a:xfrm>
            <a:off x="5813647" y="4123418"/>
            <a:ext cx="28398" cy="28398"/>
          </a:xfrm>
          <a:prstGeom prst="ellipse">
            <a:avLst/>
          </a:prstGeom>
          <a:solidFill>
            <a:srgbClr val="7F8C97">
              <a:alpha val="48000"/>
            </a:srgbClr>
          </a:solidFill>
          <a:ln w="0">
            <a:noFill/>
            <a:prstDash val="solid"/>
          </a:ln>
        </p:spPr>
      </p:sp>
      <p:sp>
        <p:nvSpPr>
          <p:cNvPr id="1912" name="01_find_only_1911">
            <a:extLst>
              <a:ext uri="{FF2B5EF4-FFF2-40B4-BE49-F238E27FC236}">
                <a16:creationId xmlns:a16="http://schemas.microsoft.com/office/drawing/2014/main" id="{91CF0D1A-023C-49C4-8315-E1173D9F4DE9}"/>
              </a:ext>
            </a:extLst>
          </p:cNvPr>
          <p:cNvSpPr>
            <a:spLocks noGrp="1"/>
          </p:cNvSpPr>
          <p:nvPr/>
        </p:nvSpPr>
        <p:spPr>
          <a:xfrm>
            <a:off x="5816031" y="2855402"/>
            <a:ext cx="28398" cy="28398"/>
          </a:xfrm>
          <a:prstGeom prst="ellipse">
            <a:avLst/>
          </a:prstGeom>
          <a:solidFill>
            <a:srgbClr val="7F8C97">
              <a:alpha val="48000"/>
            </a:srgbClr>
          </a:solidFill>
          <a:ln w="0">
            <a:noFill/>
            <a:prstDash val="solid"/>
          </a:ln>
        </p:spPr>
      </p:sp>
      <p:sp>
        <p:nvSpPr>
          <p:cNvPr id="1913" name="01_find_only_1912">
            <a:extLst>
              <a:ext uri="{FF2B5EF4-FFF2-40B4-BE49-F238E27FC236}">
                <a16:creationId xmlns:a16="http://schemas.microsoft.com/office/drawing/2014/main" id="{0011E76C-6CD0-45C0-907A-75532EC64AAC}"/>
              </a:ext>
            </a:extLst>
          </p:cNvPr>
          <p:cNvSpPr>
            <a:spLocks noGrp="1"/>
          </p:cNvSpPr>
          <p:nvPr/>
        </p:nvSpPr>
        <p:spPr>
          <a:xfrm>
            <a:off x="5752221" y="3700746"/>
            <a:ext cx="28398" cy="28398"/>
          </a:xfrm>
          <a:prstGeom prst="ellipse">
            <a:avLst/>
          </a:prstGeom>
          <a:solidFill>
            <a:srgbClr val="7F8C97">
              <a:alpha val="48000"/>
            </a:srgbClr>
          </a:solidFill>
          <a:ln w="0">
            <a:noFill/>
            <a:prstDash val="solid"/>
          </a:ln>
        </p:spPr>
      </p:sp>
      <p:sp>
        <p:nvSpPr>
          <p:cNvPr id="1914" name="01_find_only_1913">
            <a:extLst>
              <a:ext uri="{FF2B5EF4-FFF2-40B4-BE49-F238E27FC236}">
                <a16:creationId xmlns:a16="http://schemas.microsoft.com/office/drawing/2014/main" id="{59C8E150-A9EF-4CF1-962C-4EF562C56FB1}"/>
              </a:ext>
            </a:extLst>
          </p:cNvPr>
          <p:cNvSpPr>
            <a:spLocks noGrp="1"/>
          </p:cNvSpPr>
          <p:nvPr/>
        </p:nvSpPr>
        <p:spPr>
          <a:xfrm>
            <a:off x="5829957" y="4123418"/>
            <a:ext cx="28398" cy="28398"/>
          </a:xfrm>
          <a:prstGeom prst="ellipse">
            <a:avLst/>
          </a:prstGeom>
          <a:solidFill>
            <a:srgbClr val="7F8C97">
              <a:alpha val="48000"/>
            </a:srgbClr>
          </a:solidFill>
          <a:ln w="0">
            <a:noFill/>
            <a:prstDash val="solid"/>
          </a:ln>
        </p:spPr>
      </p:sp>
      <p:sp>
        <p:nvSpPr>
          <p:cNvPr id="1915" name="01_find_only_1914">
            <a:extLst>
              <a:ext uri="{FF2B5EF4-FFF2-40B4-BE49-F238E27FC236}">
                <a16:creationId xmlns:a16="http://schemas.microsoft.com/office/drawing/2014/main" id="{064F2B9E-E26A-476F-AEAC-F1E523F8A293}"/>
              </a:ext>
            </a:extLst>
          </p:cNvPr>
          <p:cNvSpPr>
            <a:spLocks noGrp="1"/>
          </p:cNvSpPr>
          <p:nvPr/>
        </p:nvSpPr>
        <p:spPr>
          <a:xfrm>
            <a:off x="5749932" y="4123418"/>
            <a:ext cx="28398" cy="28398"/>
          </a:xfrm>
          <a:prstGeom prst="ellipse">
            <a:avLst/>
          </a:prstGeom>
          <a:solidFill>
            <a:srgbClr val="7F8C97">
              <a:alpha val="48000"/>
            </a:srgbClr>
          </a:solidFill>
          <a:ln w="0">
            <a:noFill/>
            <a:prstDash val="solid"/>
          </a:ln>
        </p:spPr>
      </p:sp>
      <p:sp>
        <p:nvSpPr>
          <p:cNvPr id="1916" name="01_find_only_1915">
            <a:extLst>
              <a:ext uri="{FF2B5EF4-FFF2-40B4-BE49-F238E27FC236}">
                <a16:creationId xmlns:a16="http://schemas.microsoft.com/office/drawing/2014/main" id="{9577F7D4-C4AF-48DA-8670-7EB88C0CA8CF}"/>
              </a:ext>
            </a:extLst>
          </p:cNvPr>
          <p:cNvSpPr>
            <a:spLocks noGrp="1"/>
          </p:cNvSpPr>
          <p:nvPr/>
        </p:nvSpPr>
        <p:spPr>
          <a:xfrm>
            <a:off x="5829766" y="4123418"/>
            <a:ext cx="28398" cy="28398"/>
          </a:xfrm>
          <a:prstGeom prst="ellipse">
            <a:avLst/>
          </a:prstGeom>
          <a:solidFill>
            <a:srgbClr val="7F8C97">
              <a:alpha val="48000"/>
            </a:srgbClr>
          </a:solidFill>
          <a:ln w="0">
            <a:noFill/>
            <a:prstDash val="solid"/>
          </a:ln>
        </p:spPr>
      </p:sp>
      <p:sp>
        <p:nvSpPr>
          <p:cNvPr id="1917" name="01_find_only_1916">
            <a:extLst>
              <a:ext uri="{FF2B5EF4-FFF2-40B4-BE49-F238E27FC236}">
                <a16:creationId xmlns:a16="http://schemas.microsoft.com/office/drawing/2014/main" id="{AFFC8D02-98A4-46EF-A7AB-6B4A60C3322F}"/>
              </a:ext>
            </a:extLst>
          </p:cNvPr>
          <p:cNvSpPr>
            <a:spLocks noGrp="1"/>
          </p:cNvSpPr>
          <p:nvPr/>
        </p:nvSpPr>
        <p:spPr>
          <a:xfrm>
            <a:off x="5839018" y="4123418"/>
            <a:ext cx="28398" cy="28398"/>
          </a:xfrm>
          <a:prstGeom prst="ellipse">
            <a:avLst/>
          </a:prstGeom>
          <a:solidFill>
            <a:srgbClr val="7F8C97">
              <a:alpha val="48000"/>
            </a:srgbClr>
          </a:solidFill>
          <a:ln w="0">
            <a:noFill/>
            <a:prstDash val="solid"/>
          </a:ln>
        </p:spPr>
      </p:sp>
      <p:sp>
        <p:nvSpPr>
          <p:cNvPr id="1918" name="01_find_only_1917">
            <a:extLst>
              <a:ext uri="{FF2B5EF4-FFF2-40B4-BE49-F238E27FC236}">
                <a16:creationId xmlns:a16="http://schemas.microsoft.com/office/drawing/2014/main" id="{D0425B5B-DC3E-40C6-9FE9-3FAE2FDD13FE}"/>
              </a:ext>
            </a:extLst>
          </p:cNvPr>
          <p:cNvSpPr>
            <a:spLocks noGrp="1"/>
          </p:cNvSpPr>
          <p:nvPr/>
        </p:nvSpPr>
        <p:spPr>
          <a:xfrm>
            <a:off x="5806970" y="4123418"/>
            <a:ext cx="28398" cy="28398"/>
          </a:xfrm>
          <a:prstGeom prst="ellipse">
            <a:avLst/>
          </a:prstGeom>
          <a:solidFill>
            <a:srgbClr val="7F8C97">
              <a:alpha val="48000"/>
            </a:srgbClr>
          </a:solidFill>
          <a:ln w="0">
            <a:noFill/>
            <a:prstDash val="solid"/>
          </a:ln>
        </p:spPr>
      </p:sp>
      <p:sp>
        <p:nvSpPr>
          <p:cNvPr id="1919" name="01_find_only_1918">
            <a:extLst>
              <a:ext uri="{FF2B5EF4-FFF2-40B4-BE49-F238E27FC236}">
                <a16:creationId xmlns:a16="http://schemas.microsoft.com/office/drawing/2014/main" id="{10A99DA1-B49B-4860-BE76-647188DB80FE}"/>
              </a:ext>
            </a:extLst>
          </p:cNvPr>
          <p:cNvSpPr>
            <a:spLocks noGrp="1"/>
          </p:cNvSpPr>
          <p:nvPr/>
        </p:nvSpPr>
        <p:spPr>
          <a:xfrm>
            <a:off x="5778355" y="4123418"/>
            <a:ext cx="28398" cy="28398"/>
          </a:xfrm>
          <a:prstGeom prst="ellipse">
            <a:avLst/>
          </a:prstGeom>
          <a:solidFill>
            <a:srgbClr val="7F8C97">
              <a:alpha val="48000"/>
            </a:srgbClr>
          </a:solidFill>
          <a:ln w="0">
            <a:noFill/>
            <a:prstDash val="solid"/>
          </a:ln>
        </p:spPr>
      </p:sp>
      <p:sp>
        <p:nvSpPr>
          <p:cNvPr id="1920" name="01_find_only_1919">
            <a:extLst>
              <a:ext uri="{FF2B5EF4-FFF2-40B4-BE49-F238E27FC236}">
                <a16:creationId xmlns:a16="http://schemas.microsoft.com/office/drawing/2014/main" id="{780BDAF5-E653-45DA-9C4B-8875D570432E}"/>
              </a:ext>
            </a:extLst>
          </p:cNvPr>
          <p:cNvSpPr>
            <a:spLocks noGrp="1"/>
          </p:cNvSpPr>
          <p:nvPr/>
        </p:nvSpPr>
        <p:spPr>
          <a:xfrm>
            <a:off x="5818320" y="4123418"/>
            <a:ext cx="28398" cy="28398"/>
          </a:xfrm>
          <a:prstGeom prst="ellipse">
            <a:avLst/>
          </a:prstGeom>
          <a:solidFill>
            <a:srgbClr val="7F8C97">
              <a:alpha val="48000"/>
            </a:srgbClr>
          </a:solidFill>
          <a:ln w="0">
            <a:noFill/>
            <a:prstDash val="solid"/>
          </a:ln>
        </p:spPr>
      </p:sp>
      <p:sp>
        <p:nvSpPr>
          <p:cNvPr id="1921" name="01_find_only_1920">
            <a:extLst>
              <a:ext uri="{FF2B5EF4-FFF2-40B4-BE49-F238E27FC236}">
                <a16:creationId xmlns:a16="http://schemas.microsoft.com/office/drawing/2014/main" id="{79EE9B73-B141-46CE-87C0-FC593E6FDA8F}"/>
              </a:ext>
            </a:extLst>
          </p:cNvPr>
          <p:cNvSpPr>
            <a:spLocks noGrp="1"/>
          </p:cNvSpPr>
          <p:nvPr/>
        </p:nvSpPr>
        <p:spPr>
          <a:xfrm>
            <a:off x="5769771" y="4123418"/>
            <a:ext cx="28398" cy="28398"/>
          </a:xfrm>
          <a:prstGeom prst="ellipse">
            <a:avLst/>
          </a:prstGeom>
          <a:solidFill>
            <a:srgbClr val="7F8C97">
              <a:alpha val="48000"/>
            </a:srgbClr>
          </a:solidFill>
          <a:ln w="0">
            <a:noFill/>
            <a:prstDash val="solid"/>
          </a:ln>
        </p:spPr>
      </p:sp>
      <p:sp>
        <p:nvSpPr>
          <p:cNvPr id="1922" name="01_find_only_1921">
            <a:extLst>
              <a:ext uri="{FF2B5EF4-FFF2-40B4-BE49-F238E27FC236}">
                <a16:creationId xmlns:a16="http://schemas.microsoft.com/office/drawing/2014/main" id="{65258F81-6DE0-4A7C-99FA-ED30661EDF22}"/>
              </a:ext>
            </a:extLst>
          </p:cNvPr>
          <p:cNvSpPr>
            <a:spLocks noGrp="1"/>
          </p:cNvSpPr>
          <p:nvPr/>
        </p:nvSpPr>
        <p:spPr>
          <a:xfrm>
            <a:off x="5794284" y="4123418"/>
            <a:ext cx="28398" cy="28398"/>
          </a:xfrm>
          <a:prstGeom prst="ellipse">
            <a:avLst/>
          </a:prstGeom>
          <a:solidFill>
            <a:srgbClr val="7F8C97">
              <a:alpha val="48000"/>
            </a:srgbClr>
          </a:solidFill>
          <a:ln w="0">
            <a:noFill/>
            <a:prstDash val="solid"/>
          </a:ln>
        </p:spPr>
      </p:sp>
      <p:sp>
        <p:nvSpPr>
          <p:cNvPr id="1923" name="01_find_only_1922">
            <a:extLst>
              <a:ext uri="{FF2B5EF4-FFF2-40B4-BE49-F238E27FC236}">
                <a16:creationId xmlns:a16="http://schemas.microsoft.com/office/drawing/2014/main" id="{43DBEBBC-556A-4566-969C-11B7386E468A}"/>
              </a:ext>
            </a:extLst>
          </p:cNvPr>
          <p:cNvSpPr>
            <a:spLocks noGrp="1"/>
          </p:cNvSpPr>
          <p:nvPr/>
        </p:nvSpPr>
        <p:spPr>
          <a:xfrm>
            <a:off x="5794284" y="4123418"/>
            <a:ext cx="28398" cy="28398"/>
          </a:xfrm>
          <a:prstGeom prst="ellipse">
            <a:avLst/>
          </a:prstGeom>
          <a:solidFill>
            <a:srgbClr val="7F8C97">
              <a:alpha val="48000"/>
            </a:srgbClr>
          </a:solidFill>
          <a:ln w="0">
            <a:noFill/>
            <a:prstDash val="solid"/>
          </a:ln>
        </p:spPr>
      </p:sp>
      <p:sp>
        <p:nvSpPr>
          <p:cNvPr id="1924" name="01_find_only_1923">
            <a:extLst>
              <a:ext uri="{FF2B5EF4-FFF2-40B4-BE49-F238E27FC236}">
                <a16:creationId xmlns:a16="http://schemas.microsoft.com/office/drawing/2014/main" id="{8B03941D-9AE3-4AB4-BF4B-773B5EB493FF}"/>
              </a:ext>
            </a:extLst>
          </p:cNvPr>
          <p:cNvSpPr>
            <a:spLocks noGrp="1"/>
          </p:cNvSpPr>
          <p:nvPr/>
        </p:nvSpPr>
        <p:spPr>
          <a:xfrm>
            <a:off x="5765670" y="4123418"/>
            <a:ext cx="28398" cy="28398"/>
          </a:xfrm>
          <a:prstGeom prst="ellipse">
            <a:avLst/>
          </a:prstGeom>
          <a:solidFill>
            <a:srgbClr val="7F8C97">
              <a:alpha val="48000"/>
            </a:srgbClr>
          </a:solidFill>
          <a:ln w="0">
            <a:noFill/>
            <a:prstDash val="solid"/>
          </a:ln>
        </p:spPr>
      </p:sp>
      <p:sp>
        <p:nvSpPr>
          <p:cNvPr id="1925" name="01_find_only_1924">
            <a:extLst>
              <a:ext uri="{FF2B5EF4-FFF2-40B4-BE49-F238E27FC236}">
                <a16:creationId xmlns:a16="http://schemas.microsoft.com/office/drawing/2014/main" id="{CC6B3E16-8EE4-49FA-B224-3A8E2469B74B}"/>
              </a:ext>
            </a:extLst>
          </p:cNvPr>
          <p:cNvSpPr>
            <a:spLocks noGrp="1"/>
          </p:cNvSpPr>
          <p:nvPr/>
        </p:nvSpPr>
        <p:spPr>
          <a:xfrm>
            <a:off x="5832151" y="4123418"/>
            <a:ext cx="28398" cy="28398"/>
          </a:xfrm>
          <a:prstGeom prst="ellipse">
            <a:avLst/>
          </a:prstGeom>
          <a:solidFill>
            <a:srgbClr val="7F8C97">
              <a:alpha val="48000"/>
            </a:srgbClr>
          </a:solidFill>
          <a:ln w="0">
            <a:noFill/>
            <a:prstDash val="solid"/>
          </a:ln>
        </p:spPr>
      </p:sp>
      <p:sp>
        <p:nvSpPr>
          <p:cNvPr id="1926" name="01_find_only_1925">
            <a:extLst>
              <a:ext uri="{FF2B5EF4-FFF2-40B4-BE49-F238E27FC236}">
                <a16:creationId xmlns:a16="http://schemas.microsoft.com/office/drawing/2014/main" id="{7239924B-37D4-410C-B9DF-06A06DCC7C3C}"/>
              </a:ext>
            </a:extLst>
          </p:cNvPr>
          <p:cNvSpPr>
            <a:spLocks noGrp="1"/>
          </p:cNvSpPr>
          <p:nvPr/>
        </p:nvSpPr>
        <p:spPr>
          <a:xfrm>
            <a:off x="5779977" y="4123418"/>
            <a:ext cx="28398" cy="28398"/>
          </a:xfrm>
          <a:prstGeom prst="ellipse">
            <a:avLst/>
          </a:prstGeom>
          <a:solidFill>
            <a:srgbClr val="7F8C97">
              <a:alpha val="48000"/>
            </a:srgbClr>
          </a:solidFill>
          <a:ln w="0">
            <a:noFill/>
            <a:prstDash val="solid"/>
          </a:ln>
        </p:spPr>
      </p:sp>
      <p:sp>
        <p:nvSpPr>
          <p:cNvPr id="1927" name="01_find_only_1926">
            <a:extLst>
              <a:ext uri="{FF2B5EF4-FFF2-40B4-BE49-F238E27FC236}">
                <a16:creationId xmlns:a16="http://schemas.microsoft.com/office/drawing/2014/main" id="{51C748E3-83A1-4994-9D5C-378D912F660A}"/>
              </a:ext>
            </a:extLst>
          </p:cNvPr>
          <p:cNvSpPr>
            <a:spLocks noGrp="1"/>
          </p:cNvSpPr>
          <p:nvPr/>
        </p:nvSpPr>
        <p:spPr>
          <a:xfrm>
            <a:off x="5789229" y="4123418"/>
            <a:ext cx="28398" cy="28398"/>
          </a:xfrm>
          <a:prstGeom prst="ellipse">
            <a:avLst/>
          </a:prstGeom>
          <a:solidFill>
            <a:srgbClr val="7F8C97">
              <a:alpha val="48000"/>
            </a:srgbClr>
          </a:solidFill>
          <a:ln w="0">
            <a:noFill/>
            <a:prstDash val="solid"/>
          </a:ln>
        </p:spPr>
      </p:sp>
      <p:sp>
        <p:nvSpPr>
          <p:cNvPr id="1928" name="01_find_only_1927">
            <a:extLst>
              <a:ext uri="{FF2B5EF4-FFF2-40B4-BE49-F238E27FC236}">
                <a16:creationId xmlns:a16="http://schemas.microsoft.com/office/drawing/2014/main" id="{AE7464C3-08EF-4749-8930-61352A630859}"/>
              </a:ext>
            </a:extLst>
          </p:cNvPr>
          <p:cNvSpPr>
            <a:spLocks noGrp="1"/>
          </p:cNvSpPr>
          <p:nvPr/>
        </p:nvSpPr>
        <p:spPr>
          <a:xfrm>
            <a:off x="5841307" y="4123418"/>
            <a:ext cx="28398" cy="28398"/>
          </a:xfrm>
          <a:prstGeom prst="ellipse">
            <a:avLst/>
          </a:prstGeom>
          <a:solidFill>
            <a:srgbClr val="7F8C97">
              <a:alpha val="48000"/>
            </a:srgbClr>
          </a:solidFill>
          <a:ln w="0">
            <a:noFill/>
            <a:prstDash val="solid"/>
          </a:ln>
        </p:spPr>
      </p:sp>
      <p:sp>
        <p:nvSpPr>
          <p:cNvPr id="1929" name="01_find_only_1928">
            <a:extLst>
              <a:ext uri="{FF2B5EF4-FFF2-40B4-BE49-F238E27FC236}">
                <a16:creationId xmlns:a16="http://schemas.microsoft.com/office/drawing/2014/main" id="{82AAE4A6-AAA5-40DF-B0BB-4027B502CE0C}"/>
              </a:ext>
            </a:extLst>
          </p:cNvPr>
          <p:cNvSpPr>
            <a:spLocks noGrp="1"/>
          </p:cNvSpPr>
          <p:nvPr/>
        </p:nvSpPr>
        <p:spPr>
          <a:xfrm>
            <a:off x="5812693" y="4123418"/>
            <a:ext cx="28398" cy="28398"/>
          </a:xfrm>
          <a:prstGeom prst="ellipse">
            <a:avLst/>
          </a:prstGeom>
          <a:solidFill>
            <a:srgbClr val="7F8C97">
              <a:alpha val="48000"/>
            </a:srgbClr>
          </a:solidFill>
          <a:ln w="0">
            <a:noFill/>
            <a:prstDash val="solid"/>
          </a:ln>
        </p:spPr>
      </p:sp>
      <p:sp>
        <p:nvSpPr>
          <p:cNvPr id="1930" name="01_find_only_1929">
            <a:extLst>
              <a:ext uri="{FF2B5EF4-FFF2-40B4-BE49-F238E27FC236}">
                <a16:creationId xmlns:a16="http://schemas.microsoft.com/office/drawing/2014/main" id="{C0564005-465D-4542-80D9-25548DB36E17}"/>
              </a:ext>
            </a:extLst>
          </p:cNvPr>
          <p:cNvSpPr>
            <a:spLocks noGrp="1"/>
          </p:cNvSpPr>
          <p:nvPr/>
        </p:nvSpPr>
        <p:spPr>
          <a:xfrm>
            <a:off x="5837873" y="4123418"/>
            <a:ext cx="28398" cy="28398"/>
          </a:xfrm>
          <a:prstGeom prst="ellipse">
            <a:avLst/>
          </a:prstGeom>
          <a:solidFill>
            <a:srgbClr val="7F8C97">
              <a:alpha val="48000"/>
            </a:srgbClr>
          </a:solidFill>
          <a:ln w="0">
            <a:noFill/>
            <a:prstDash val="solid"/>
          </a:ln>
        </p:spPr>
      </p:sp>
      <p:sp>
        <p:nvSpPr>
          <p:cNvPr id="1931" name="01_find_only_1930">
            <a:extLst>
              <a:ext uri="{FF2B5EF4-FFF2-40B4-BE49-F238E27FC236}">
                <a16:creationId xmlns:a16="http://schemas.microsoft.com/office/drawing/2014/main" id="{DF1A174A-573D-49EC-AC2F-1380B8E9C08A}"/>
              </a:ext>
            </a:extLst>
          </p:cNvPr>
          <p:cNvSpPr>
            <a:spLocks noGrp="1"/>
          </p:cNvSpPr>
          <p:nvPr/>
        </p:nvSpPr>
        <p:spPr>
          <a:xfrm>
            <a:off x="5753556" y="3964916"/>
            <a:ext cx="28398" cy="28398"/>
          </a:xfrm>
          <a:prstGeom prst="ellipse">
            <a:avLst/>
          </a:prstGeom>
          <a:solidFill>
            <a:srgbClr val="7F8C97">
              <a:alpha val="48000"/>
            </a:srgbClr>
          </a:solidFill>
          <a:ln w="0">
            <a:noFill/>
            <a:prstDash val="solid"/>
          </a:ln>
        </p:spPr>
      </p:sp>
      <p:sp>
        <p:nvSpPr>
          <p:cNvPr id="1932" name="01_find_only_1931">
            <a:extLst>
              <a:ext uri="{FF2B5EF4-FFF2-40B4-BE49-F238E27FC236}">
                <a16:creationId xmlns:a16="http://schemas.microsoft.com/office/drawing/2014/main" id="{EF1D5035-9054-4F3B-905E-01F7FC2B877C}"/>
              </a:ext>
            </a:extLst>
          </p:cNvPr>
          <p:cNvSpPr>
            <a:spLocks noGrp="1"/>
          </p:cNvSpPr>
          <p:nvPr/>
        </p:nvSpPr>
        <p:spPr>
          <a:xfrm>
            <a:off x="5830815" y="4123418"/>
            <a:ext cx="28398" cy="28398"/>
          </a:xfrm>
          <a:prstGeom prst="ellipse">
            <a:avLst/>
          </a:prstGeom>
          <a:solidFill>
            <a:srgbClr val="7F8C97">
              <a:alpha val="48000"/>
            </a:srgbClr>
          </a:solidFill>
          <a:ln w="0">
            <a:noFill/>
            <a:prstDash val="solid"/>
          </a:ln>
        </p:spPr>
      </p:sp>
      <p:sp>
        <p:nvSpPr>
          <p:cNvPr id="1933" name="01_find_only_1932">
            <a:extLst>
              <a:ext uri="{FF2B5EF4-FFF2-40B4-BE49-F238E27FC236}">
                <a16:creationId xmlns:a16="http://schemas.microsoft.com/office/drawing/2014/main" id="{B02FB4A1-E0DF-454B-8EF0-285691AC869C}"/>
              </a:ext>
            </a:extLst>
          </p:cNvPr>
          <p:cNvSpPr>
            <a:spLocks noGrp="1"/>
          </p:cNvSpPr>
          <p:nvPr/>
        </p:nvSpPr>
        <p:spPr>
          <a:xfrm>
            <a:off x="5818225" y="3172406"/>
            <a:ext cx="28398" cy="28398"/>
          </a:xfrm>
          <a:prstGeom prst="ellipse">
            <a:avLst/>
          </a:prstGeom>
          <a:solidFill>
            <a:srgbClr val="7F8C97">
              <a:alpha val="48000"/>
            </a:srgbClr>
          </a:solidFill>
          <a:ln w="0">
            <a:noFill/>
            <a:prstDash val="solid"/>
          </a:ln>
        </p:spPr>
      </p:sp>
      <p:sp>
        <p:nvSpPr>
          <p:cNvPr id="1934" name="01_find_only_1933">
            <a:extLst>
              <a:ext uri="{FF2B5EF4-FFF2-40B4-BE49-F238E27FC236}">
                <a16:creationId xmlns:a16="http://schemas.microsoft.com/office/drawing/2014/main" id="{1BCEB09D-AC2F-4884-B723-6DF67F9D37AB}"/>
              </a:ext>
            </a:extLst>
          </p:cNvPr>
          <p:cNvSpPr>
            <a:spLocks noGrp="1"/>
          </p:cNvSpPr>
          <p:nvPr/>
        </p:nvSpPr>
        <p:spPr>
          <a:xfrm>
            <a:off x="5785318" y="2855402"/>
            <a:ext cx="28398" cy="28398"/>
          </a:xfrm>
          <a:prstGeom prst="ellipse">
            <a:avLst/>
          </a:prstGeom>
          <a:solidFill>
            <a:srgbClr val="7F8C97">
              <a:alpha val="48000"/>
            </a:srgbClr>
          </a:solidFill>
          <a:ln w="0">
            <a:noFill/>
            <a:prstDash val="solid"/>
          </a:ln>
        </p:spPr>
      </p:sp>
      <p:sp>
        <p:nvSpPr>
          <p:cNvPr id="1935" name="01_find_only_1934">
            <a:extLst>
              <a:ext uri="{FF2B5EF4-FFF2-40B4-BE49-F238E27FC236}">
                <a16:creationId xmlns:a16="http://schemas.microsoft.com/office/drawing/2014/main" id="{9786E707-42BD-446C-B8F4-3B200D8016BE}"/>
              </a:ext>
            </a:extLst>
          </p:cNvPr>
          <p:cNvSpPr>
            <a:spLocks noGrp="1"/>
          </p:cNvSpPr>
          <p:nvPr/>
        </p:nvSpPr>
        <p:spPr>
          <a:xfrm>
            <a:off x="5821945" y="4123418"/>
            <a:ext cx="28398" cy="28398"/>
          </a:xfrm>
          <a:prstGeom prst="ellipse">
            <a:avLst/>
          </a:prstGeom>
          <a:solidFill>
            <a:srgbClr val="7F8C97">
              <a:alpha val="48000"/>
            </a:srgbClr>
          </a:solidFill>
          <a:ln w="0">
            <a:noFill/>
            <a:prstDash val="solid"/>
          </a:ln>
        </p:spPr>
      </p:sp>
      <p:sp>
        <p:nvSpPr>
          <p:cNvPr id="1936" name="01_find_only_1935">
            <a:extLst>
              <a:ext uri="{FF2B5EF4-FFF2-40B4-BE49-F238E27FC236}">
                <a16:creationId xmlns:a16="http://schemas.microsoft.com/office/drawing/2014/main" id="{56A33E25-26E1-4B87-BB28-C8016E4A79DD}"/>
              </a:ext>
            </a:extLst>
          </p:cNvPr>
          <p:cNvSpPr>
            <a:spLocks noGrp="1"/>
          </p:cNvSpPr>
          <p:nvPr/>
        </p:nvSpPr>
        <p:spPr>
          <a:xfrm>
            <a:off x="5841784" y="3172406"/>
            <a:ext cx="28398" cy="28398"/>
          </a:xfrm>
          <a:prstGeom prst="ellipse">
            <a:avLst/>
          </a:prstGeom>
          <a:solidFill>
            <a:srgbClr val="7F8C97">
              <a:alpha val="48000"/>
            </a:srgbClr>
          </a:solidFill>
          <a:ln w="0">
            <a:noFill/>
            <a:prstDash val="solid"/>
          </a:ln>
        </p:spPr>
      </p:sp>
      <p:sp>
        <p:nvSpPr>
          <p:cNvPr id="1937" name="01_find_only_1936">
            <a:extLst>
              <a:ext uri="{FF2B5EF4-FFF2-40B4-BE49-F238E27FC236}">
                <a16:creationId xmlns:a16="http://schemas.microsoft.com/office/drawing/2014/main" id="{8044BF61-FB75-47EE-8647-7349AAF6A5C8}"/>
              </a:ext>
            </a:extLst>
          </p:cNvPr>
          <p:cNvSpPr>
            <a:spLocks noGrp="1"/>
          </p:cNvSpPr>
          <p:nvPr/>
        </p:nvSpPr>
        <p:spPr>
          <a:xfrm>
            <a:off x="5811930" y="3700746"/>
            <a:ext cx="28398" cy="28398"/>
          </a:xfrm>
          <a:prstGeom prst="ellipse">
            <a:avLst/>
          </a:prstGeom>
          <a:solidFill>
            <a:srgbClr val="7F8C97">
              <a:alpha val="48000"/>
            </a:srgbClr>
          </a:solidFill>
          <a:ln w="0">
            <a:noFill/>
            <a:prstDash val="solid"/>
          </a:ln>
        </p:spPr>
      </p:sp>
      <p:sp>
        <p:nvSpPr>
          <p:cNvPr id="1938" name="01_find_only_1937">
            <a:extLst>
              <a:ext uri="{FF2B5EF4-FFF2-40B4-BE49-F238E27FC236}">
                <a16:creationId xmlns:a16="http://schemas.microsoft.com/office/drawing/2014/main" id="{542D2C8E-E3D3-4562-A850-F79154FA2420}"/>
              </a:ext>
            </a:extLst>
          </p:cNvPr>
          <p:cNvSpPr>
            <a:spLocks noGrp="1"/>
          </p:cNvSpPr>
          <p:nvPr/>
        </p:nvSpPr>
        <p:spPr>
          <a:xfrm>
            <a:off x="5819274" y="4123418"/>
            <a:ext cx="28398" cy="28398"/>
          </a:xfrm>
          <a:prstGeom prst="ellipse">
            <a:avLst/>
          </a:prstGeom>
          <a:solidFill>
            <a:srgbClr val="7F8C97">
              <a:alpha val="48000"/>
            </a:srgbClr>
          </a:solidFill>
          <a:ln w="0">
            <a:noFill/>
            <a:prstDash val="solid"/>
          </a:ln>
        </p:spPr>
      </p:sp>
      <p:sp>
        <p:nvSpPr>
          <p:cNvPr id="1939" name="01_find_only_1938">
            <a:extLst>
              <a:ext uri="{FF2B5EF4-FFF2-40B4-BE49-F238E27FC236}">
                <a16:creationId xmlns:a16="http://schemas.microsoft.com/office/drawing/2014/main" id="{E8FF0D99-B32C-4E6B-BD7C-11A07225A609}"/>
              </a:ext>
            </a:extLst>
          </p:cNvPr>
          <p:cNvSpPr>
            <a:spLocks noGrp="1"/>
          </p:cNvSpPr>
          <p:nvPr/>
        </p:nvSpPr>
        <p:spPr>
          <a:xfrm>
            <a:off x="5818416" y="4123418"/>
            <a:ext cx="28398" cy="28398"/>
          </a:xfrm>
          <a:prstGeom prst="ellipse">
            <a:avLst/>
          </a:prstGeom>
          <a:solidFill>
            <a:srgbClr val="7F8C97">
              <a:alpha val="48000"/>
            </a:srgbClr>
          </a:solidFill>
          <a:ln w="0">
            <a:noFill/>
            <a:prstDash val="solid"/>
          </a:ln>
        </p:spPr>
      </p:sp>
      <p:sp>
        <p:nvSpPr>
          <p:cNvPr id="1940" name="01_find_only_1939">
            <a:extLst>
              <a:ext uri="{FF2B5EF4-FFF2-40B4-BE49-F238E27FC236}">
                <a16:creationId xmlns:a16="http://schemas.microsoft.com/office/drawing/2014/main" id="{7DF47001-FA48-446A-B0AB-747FA903C570}"/>
              </a:ext>
            </a:extLst>
          </p:cNvPr>
          <p:cNvSpPr>
            <a:spLocks noGrp="1"/>
          </p:cNvSpPr>
          <p:nvPr/>
        </p:nvSpPr>
        <p:spPr>
          <a:xfrm>
            <a:off x="5803155" y="4123418"/>
            <a:ext cx="28398" cy="28398"/>
          </a:xfrm>
          <a:prstGeom prst="ellipse">
            <a:avLst/>
          </a:prstGeom>
          <a:solidFill>
            <a:srgbClr val="7F8C97">
              <a:alpha val="48000"/>
            </a:srgbClr>
          </a:solidFill>
          <a:ln w="0">
            <a:noFill/>
            <a:prstDash val="solid"/>
          </a:ln>
        </p:spPr>
      </p:sp>
      <p:sp>
        <p:nvSpPr>
          <p:cNvPr id="1941" name="01_find_only_1940">
            <a:extLst>
              <a:ext uri="{FF2B5EF4-FFF2-40B4-BE49-F238E27FC236}">
                <a16:creationId xmlns:a16="http://schemas.microsoft.com/office/drawing/2014/main" id="{1B335F18-0447-4548-8DB0-2D152AF5EBF0}"/>
              </a:ext>
            </a:extLst>
          </p:cNvPr>
          <p:cNvSpPr>
            <a:spLocks noGrp="1"/>
          </p:cNvSpPr>
          <p:nvPr/>
        </p:nvSpPr>
        <p:spPr>
          <a:xfrm>
            <a:off x="5776543" y="3806414"/>
            <a:ext cx="28398" cy="28398"/>
          </a:xfrm>
          <a:prstGeom prst="ellipse">
            <a:avLst/>
          </a:prstGeom>
          <a:solidFill>
            <a:srgbClr val="7F8C97">
              <a:alpha val="48000"/>
            </a:srgbClr>
          </a:solidFill>
          <a:ln w="0">
            <a:noFill/>
            <a:prstDash val="solid"/>
          </a:ln>
        </p:spPr>
      </p:sp>
      <p:sp>
        <p:nvSpPr>
          <p:cNvPr id="1942" name="01_find_only_1941">
            <a:extLst>
              <a:ext uri="{FF2B5EF4-FFF2-40B4-BE49-F238E27FC236}">
                <a16:creationId xmlns:a16="http://schemas.microsoft.com/office/drawing/2014/main" id="{E4DE82CC-CF9C-4087-AE42-05995F09909C}"/>
              </a:ext>
            </a:extLst>
          </p:cNvPr>
          <p:cNvSpPr>
            <a:spLocks noGrp="1"/>
          </p:cNvSpPr>
          <p:nvPr/>
        </p:nvSpPr>
        <p:spPr>
          <a:xfrm>
            <a:off x="5835107" y="4123418"/>
            <a:ext cx="28398" cy="28398"/>
          </a:xfrm>
          <a:prstGeom prst="ellipse">
            <a:avLst/>
          </a:prstGeom>
          <a:solidFill>
            <a:srgbClr val="7F8C97">
              <a:alpha val="48000"/>
            </a:srgbClr>
          </a:solidFill>
          <a:ln w="0">
            <a:noFill/>
            <a:prstDash val="solid"/>
          </a:ln>
        </p:spPr>
      </p:sp>
      <p:sp>
        <p:nvSpPr>
          <p:cNvPr id="1943" name="01_find_only_1942">
            <a:extLst>
              <a:ext uri="{FF2B5EF4-FFF2-40B4-BE49-F238E27FC236}">
                <a16:creationId xmlns:a16="http://schemas.microsoft.com/office/drawing/2014/main" id="{D378389A-F88B-412D-A963-F36D0E407CC9}"/>
              </a:ext>
            </a:extLst>
          </p:cNvPr>
          <p:cNvSpPr>
            <a:spLocks noGrp="1"/>
          </p:cNvSpPr>
          <p:nvPr/>
        </p:nvSpPr>
        <p:spPr>
          <a:xfrm>
            <a:off x="5766433" y="3700746"/>
            <a:ext cx="28398" cy="28398"/>
          </a:xfrm>
          <a:prstGeom prst="ellipse">
            <a:avLst/>
          </a:prstGeom>
          <a:solidFill>
            <a:srgbClr val="7F8C97">
              <a:alpha val="48000"/>
            </a:srgbClr>
          </a:solidFill>
          <a:ln w="0">
            <a:noFill/>
            <a:prstDash val="solid"/>
          </a:ln>
        </p:spPr>
      </p:sp>
      <p:sp>
        <p:nvSpPr>
          <p:cNvPr id="1944" name="01_find_only_1943">
            <a:extLst>
              <a:ext uri="{FF2B5EF4-FFF2-40B4-BE49-F238E27FC236}">
                <a16:creationId xmlns:a16="http://schemas.microsoft.com/office/drawing/2014/main" id="{CA7C22EF-8DC9-4337-8108-5A52376AB006}"/>
              </a:ext>
            </a:extLst>
          </p:cNvPr>
          <p:cNvSpPr>
            <a:spLocks noGrp="1"/>
          </p:cNvSpPr>
          <p:nvPr/>
        </p:nvSpPr>
        <p:spPr>
          <a:xfrm>
            <a:off x="5765670" y="4123418"/>
            <a:ext cx="28398" cy="28398"/>
          </a:xfrm>
          <a:prstGeom prst="ellipse">
            <a:avLst/>
          </a:prstGeom>
          <a:solidFill>
            <a:srgbClr val="7F8C97">
              <a:alpha val="48000"/>
            </a:srgbClr>
          </a:solidFill>
          <a:ln w="0">
            <a:noFill/>
            <a:prstDash val="solid"/>
          </a:ln>
        </p:spPr>
      </p:sp>
      <p:sp>
        <p:nvSpPr>
          <p:cNvPr id="1945" name="01_find_only_1944">
            <a:extLst>
              <a:ext uri="{FF2B5EF4-FFF2-40B4-BE49-F238E27FC236}">
                <a16:creationId xmlns:a16="http://schemas.microsoft.com/office/drawing/2014/main" id="{2567C40A-B402-4738-BCC2-4C4C4F4D4EAB}"/>
              </a:ext>
            </a:extLst>
          </p:cNvPr>
          <p:cNvSpPr>
            <a:spLocks noGrp="1"/>
          </p:cNvSpPr>
          <p:nvPr/>
        </p:nvSpPr>
        <p:spPr>
          <a:xfrm>
            <a:off x="5769962" y="4123418"/>
            <a:ext cx="28398" cy="28398"/>
          </a:xfrm>
          <a:prstGeom prst="ellipse">
            <a:avLst/>
          </a:prstGeom>
          <a:solidFill>
            <a:srgbClr val="7F8C97">
              <a:alpha val="48000"/>
            </a:srgbClr>
          </a:solidFill>
          <a:ln w="0">
            <a:noFill/>
            <a:prstDash val="solid"/>
          </a:ln>
        </p:spPr>
      </p:sp>
      <p:sp>
        <p:nvSpPr>
          <p:cNvPr id="1946" name="01_find_only_1945">
            <a:extLst>
              <a:ext uri="{FF2B5EF4-FFF2-40B4-BE49-F238E27FC236}">
                <a16:creationId xmlns:a16="http://schemas.microsoft.com/office/drawing/2014/main" id="{F6070812-DE83-4CD1-AAD6-36440A0A6ED3}"/>
              </a:ext>
            </a:extLst>
          </p:cNvPr>
          <p:cNvSpPr>
            <a:spLocks noGrp="1"/>
          </p:cNvSpPr>
          <p:nvPr/>
        </p:nvSpPr>
        <p:spPr>
          <a:xfrm>
            <a:off x="5836443" y="3700746"/>
            <a:ext cx="28398" cy="28398"/>
          </a:xfrm>
          <a:prstGeom prst="ellipse">
            <a:avLst/>
          </a:prstGeom>
          <a:solidFill>
            <a:srgbClr val="7F8C97">
              <a:alpha val="48000"/>
            </a:srgbClr>
          </a:solidFill>
          <a:ln w="0">
            <a:noFill/>
            <a:prstDash val="solid"/>
          </a:ln>
        </p:spPr>
      </p:sp>
      <p:sp>
        <p:nvSpPr>
          <p:cNvPr id="1947" name="01_find_only_1946">
            <a:extLst>
              <a:ext uri="{FF2B5EF4-FFF2-40B4-BE49-F238E27FC236}">
                <a16:creationId xmlns:a16="http://schemas.microsoft.com/office/drawing/2014/main" id="{AD631982-7B18-46FF-9390-C058955A650E}"/>
              </a:ext>
            </a:extLst>
          </p:cNvPr>
          <p:cNvSpPr>
            <a:spLocks noGrp="1"/>
          </p:cNvSpPr>
          <p:nvPr/>
        </p:nvSpPr>
        <p:spPr>
          <a:xfrm>
            <a:off x="5826332" y="4123418"/>
            <a:ext cx="28398" cy="28398"/>
          </a:xfrm>
          <a:prstGeom prst="ellipse">
            <a:avLst/>
          </a:prstGeom>
          <a:solidFill>
            <a:srgbClr val="7F8C97">
              <a:alpha val="48000"/>
            </a:srgbClr>
          </a:solidFill>
          <a:ln w="0">
            <a:noFill/>
            <a:prstDash val="solid"/>
          </a:ln>
        </p:spPr>
      </p:sp>
      <p:sp>
        <p:nvSpPr>
          <p:cNvPr id="1948" name="01_find_only_1947">
            <a:extLst>
              <a:ext uri="{FF2B5EF4-FFF2-40B4-BE49-F238E27FC236}">
                <a16:creationId xmlns:a16="http://schemas.microsoft.com/office/drawing/2014/main" id="{A0C5CCF1-2BCE-4CDF-8432-F767AE8F3018}"/>
              </a:ext>
            </a:extLst>
          </p:cNvPr>
          <p:cNvSpPr>
            <a:spLocks noGrp="1"/>
          </p:cNvSpPr>
          <p:nvPr/>
        </p:nvSpPr>
        <p:spPr>
          <a:xfrm>
            <a:off x="5830434" y="4123418"/>
            <a:ext cx="28398" cy="28398"/>
          </a:xfrm>
          <a:prstGeom prst="ellipse">
            <a:avLst/>
          </a:prstGeom>
          <a:solidFill>
            <a:srgbClr val="7F8C97">
              <a:alpha val="48000"/>
            </a:srgbClr>
          </a:solidFill>
          <a:ln w="0">
            <a:noFill/>
            <a:prstDash val="solid"/>
          </a:ln>
        </p:spPr>
      </p:sp>
      <p:sp>
        <p:nvSpPr>
          <p:cNvPr id="1949" name="01_find_only_1948">
            <a:extLst>
              <a:ext uri="{FF2B5EF4-FFF2-40B4-BE49-F238E27FC236}">
                <a16:creationId xmlns:a16="http://schemas.microsoft.com/office/drawing/2014/main" id="{38A1C62F-7985-4084-905A-3DB9EFA411C9}"/>
              </a:ext>
            </a:extLst>
          </p:cNvPr>
          <p:cNvSpPr>
            <a:spLocks noGrp="1"/>
          </p:cNvSpPr>
          <p:nvPr/>
        </p:nvSpPr>
        <p:spPr>
          <a:xfrm>
            <a:off x="5818606" y="2855402"/>
            <a:ext cx="28398" cy="28398"/>
          </a:xfrm>
          <a:prstGeom prst="ellipse">
            <a:avLst/>
          </a:prstGeom>
          <a:solidFill>
            <a:srgbClr val="7F8C97">
              <a:alpha val="48000"/>
            </a:srgbClr>
          </a:solidFill>
          <a:ln w="0">
            <a:noFill/>
            <a:prstDash val="solid"/>
          </a:ln>
        </p:spPr>
      </p:sp>
      <p:sp>
        <p:nvSpPr>
          <p:cNvPr id="1950" name="01_find_only_1949">
            <a:extLst>
              <a:ext uri="{FF2B5EF4-FFF2-40B4-BE49-F238E27FC236}">
                <a16:creationId xmlns:a16="http://schemas.microsoft.com/office/drawing/2014/main" id="{E543670B-A978-4872-A738-BC57846744F1}"/>
              </a:ext>
            </a:extLst>
          </p:cNvPr>
          <p:cNvSpPr>
            <a:spLocks noGrp="1"/>
          </p:cNvSpPr>
          <p:nvPr/>
        </p:nvSpPr>
        <p:spPr>
          <a:xfrm>
            <a:off x="5825951" y="4123418"/>
            <a:ext cx="28398" cy="28398"/>
          </a:xfrm>
          <a:prstGeom prst="ellipse">
            <a:avLst/>
          </a:prstGeom>
          <a:solidFill>
            <a:srgbClr val="7F8C97">
              <a:alpha val="48000"/>
            </a:srgbClr>
          </a:solidFill>
          <a:ln w="0">
            <a:noFill/>
            <a:prstDash val="solid"/>
          </a:ln>
        </p:spPr>
      </p:sp>
      <p:sp>
        <p:nvSpPr>
          <p:cNvPr id="1951" name="01_find_only_1950">
            <a:extLst>
              <a:ext uri="{FF2B5EF4-FFF2-40B4-BE49-F238E27FC236}">
                <a16:creationId xmlns:a16="http://schemas.microsoft.com/office/drawing/2014/main" id="{F2D80902-9A51-4C63-BEBB-42BE1B09905F}"/>
              </a:ext>
            </a:extLst>
          </p:cNvPr>
          <p:cNvSpPr>
            <a:spLocks noGrp="1"/>
          </p:cNvSpPr>
          <p:nvPr/>
        </p:nvSpPr>
        <p:spPr>
          <a:xfrm>
            <a:off x="5834154" y="4123418"/>
            <a:ext cx="28398" cy="28398"/>
          </a:xfrm>
          <a:prstGeom prst="ellipse">
            <a:avLst/>
          </a:prstGeom>
          <a:solidFill>
            <a:srgbClr val="7F8C97">
              <a:alpha val="48000"/>
            </a:srgbClr>
          </a:solidFill>
          <a:ln w="0">
            <a:noFill/>
            <a:prstDash val="solid"/>
          </a:ln>
        </p:spPr>
      </p:sp>
      <p:sp>
        <p:nvSpPr>
          <p:cNvPr id="1952" name="01_find_only_1951">
            <a:extLst>
              <a:ext uri="{FF2B5EF4-FFF2-40B4-BE49-F238E27FC236}">
                <a16:creationId xmlns:a16="http://schemas.microsoft.com/office/drawing/2014/main" id="{DB3A128A-BFB1-4C4A-9C0A-2EF32E0A0004}"/>
              </a:ext>
            </a:extLst>
          </p:cNvPr>
          <p:cNvSpPr>
            <a:spLocks noGrp="1"/>
          </p:cNvSpPr>
          <p:nvPr/>
        </p:nvSpPr>
        <p:spPr>
          <a:xfrm>
            <a:off x="5764144" y="4123418"/>
            <a:ext cx="28398" cy="28398"/>
          </a:xfrm>
          <a:prstGeom prst="ellipse">
            <a:avLst/>
          </a:prstGeom>
          <a:solidFill>
            <a:srgbClr val="7F8C97">
              <a:alpha val="48000"/>
            </a:srgbClr>
          </a:solidFill>
          <a:ln w="0">
            <a:noFill/>
            <a:prstDash val="solid"/>
          </a:ln>
        </p:spPr>
      </p:sp>
      <p:sp>
        <p:nvSpPr>
          <p:cNvPr id="1953" name="01_find_only_1952">
            <a:extLst>
              <a:ext uri="{FF2B5EF4-FFF2-40B4-BE49-F238E27FC236}">
                <a16:creationId xmlns:a16="http://schemas.microsoft.com/office/drawing/2014/main" id="{38C051CB-643D-44B6-ACC1-A50178718FA4}"/>
              </a:ext>
            </a:extLst>
          </p:cNvPr>
          <p:cNvSpPr>
            <a:spLocks noGrp="1"/>
          </p:cNvSpPr>
          <p:nvPr/>
        </p:nvSpPr>
        <p:spPr>
          <a:xfrm>
            <a:off x="5771679" y="3489410"/>
            <a:ext cx="28398" cy="28398"/>
          </a:xfrm>
          <a:prstGeom prst="ellipse">
            <a:avLst/>
          </a:prstGeom>
          <a:solidFill>
            <a:srgbClr val="7F8C97">
              <a:alpha val="48000"/>
            </a:srgbClr>
          </a:solidFill>
          <a:ln w="0">
            <a:noFill/>
            <a:prstDash val="solid"/>
          </a:ln>
        </p:spPr>
      </p:sp>
      <p:sp>
        <p:nvSpPr>
          <p:cNvPr id="1954" name="01_find_only_1953">
            <a:extLst>
              <a:ext uri="{FF2B5EF4-FFF2-40B4-BE49-F238E27FC236}">
                <a16:creationId xmlns:a16="http://schemas.microsoft.com/office/drawing/2014/main" id="{F8CC05E7-5AA4-42C0-B754-8148FC4B411B}"/>
              </a:ext>
            </a:extLst>
          </p:cNvPr>
          <p:cNvSpPr>
            <a:spLocks noGrp="1"/>
          </p:cNvSpPr>
          <p:nvPr/>
        </p:nvSpPr>
        <p:spPr>
          <a:xfrm>
            <a:off x="5816985" y="3928339"/>
            <a:ext cx="28398" cy="28398"/>
          </a:xfrm>
          <a:prstGeom prst="ellipse">
            <a:avLst/>
          </a:prstGeom>
          <a:solidFill>
            <a:srgbClr val="7F8C97">
              <a:alpha val="48000"/>
            </a:srgbClr>
          </a:solidFill>
          <a:ln w="0">
            <a:noFill/>
            <a:prstDash val="solid"/>
          </a:ln>
        </p:spPr>
      </p:sp>
      <p:sp>
        <p:nvSpPr>
          <p:cNvPr id="1955" name="01_find_only_1954">
            <a:extLst>
              <a:ext uri="{FF2B5EF4-FFF2-40B4-BE49-F238E27FC236}">
                <a16:creationId xmlns:a16="http://schemas.microsoft.com/office/drawing/2014/main" id="{C12646E3-82D6-422E-A2BB-F50D058FFA1E}"/>
              </a:ext>
            </a:extLst>
          </p:cNvPr>
          <p:cNvSpPr>
            <a:spLocks noGrp="1"/>
          </p:cNvSpPr>
          <p:nvPr/>
        </p:nvSpPr>
        <p:spPr>
          <a:xfrm>
            <a:off x="5769008" y="4123418"/>
            <a:ext cx="28398" cy="28398"/>
          </a:xfrm>
          <a:prstGeom prst="ellipse">
            <a:avLst/>
          </a:prstGeom>
          <a:solidFill>
            <a:srgbClr val="7F8C97">
              <a:alpha val="48000"/>
            </a:srgbClr>
          </a:solidFill>
          <a:ln w="0">
            <a:noFill/>
            <a:prstDash val="solid"/>
          </a:ln>
        </p:spPr>
      </p:sp>
      <p:sp>
        <p:nvSpPr>
          <p:cNvPr id="1956" name="01_find_only_1955">
            <a:extLst>
              <a:ext uri="{FF2B5EF4-FFF2-40B4-BE49-F238E27FC236}">
                <a16:creationId xmlns:a16="http://schemas.microsoft.com/office/drawing/2014/main" id="{B1FA7B8B-7B7C-43D2-9B9A-E3EDFF512706}"/>
              </a:ext>
            </a:extLst>
          </p:cNvPr>
          <p:cNvSpPr>
            <a:spLocks noGrp="1"/>
          </p:cNvSpPr>
          <p:nvPr/>
        </p:nvSpPr>
        <p:spPr>
          <a:xfrm>
            <a:off x="5778260" y="3388336"/>
            <a:ext cx="28398" cy="28398"/>
          </a:xfrm>
          <a:prstGeom prst="ellipse">
            <a:avLst/>
          </a:prstGeom>
          <a:solidFill>
            <a:srgbClr val="7F8C97">
              <a:alpha val="48000"/>
            </a:srgbClr>
          </a:solidFill>
          <a:ln w="0">
            <a:noFill/>
            <a:prstDash val="solid"/>
          </a:ln>
        </p:spPr>
      </p:sp>
      <p:sp>
        <p:nvSpPr>
          <p:cNvPr id="1957" name="01_find_only_1956">
            <a:extLst>
              <a:ext uri="{FF2B5EF4-FFF2-40B4-BE49-F238E27FC236}">
                <a16:creationId xmlns:a16="http://schemas.microsoft.com/office/drawing/2014/main" id="{BF6A8B56-051E-4FA5-B6B6-0E9178928033}"/>
              </a:ext>
            </a:extLst>
          </p:cNvPr>
          <p:cNvSpPr>
            <a:spLocks noGrp="1"/>
          </p:cNvSpPr>
          <p:nvPr/>
        </p:nvSpPr>
        <p:spPr>
          <a:xfrm>
            <a:off x="5762617" y="4123418"/>
            <a:ext cx="28398" cy="28398"/>
          </a:xfrm>
          <a:prstGeom prst="ellipse">
            <a:avLst/>
          </a:prstGeom>
          <a:solidFill>
            <a:srgbClr val="7F8C97">
              <a:alpha val="48000"/>
            </a:srgbClr>
          </a:solidFill>
          <a:ln w="0">
            <a:noFill/>
            <a:prstDash val="solid"/>
          </a:ln>
        </p:spPr>
      </p:sp>
      <p:sp>
        <p:nvSpPr>
          <p:cNvPr id="1958" name="01_find_only_1957">
            <a:extLst>
              <a:ext uri="{FF2B5EF4-FFF2-40B4-BE49-F238E27FC236}">
                <a16:creationId xmlns:a16="http://schemas.microsoft.com/office/drawing/2014/main" id="{E8484D07-043E-4302-9B73-98D569C6CC7D}"/>
              </a:ext>
            </a:extLst>
          </p:cNvPr>
          <p:cNvSpPr>
            <a:spLocks noGrp="1"/>
          </p:cNvSpPr>
          <p:nvPr/>
        </p:nvSpPr>
        <p:spPr>
          <a:xfrm>
            <a:off x="5772728" y="4123418"/>
            <a:ext cx="28398" cy="28398"/>
          </a:xfrm>
          <a:prstGeom prst="ellipse">
            <a:avLst/>
          </a:prstGeom>
          <a:solidFill>
            <a:srgbClr val="7F8C97">
              <a:alpha val="48000"/>
            </a:srgbClr>
          </a:solidFill>
          <a:ln w="0">
            <a:noFill/>
            <a:prstDash val="solid"/>
          </a:ln>
        </p:spPr>
      </p:sp>
      <p:sp>
        <p:nvSpPr>
          <p:cNvPr id="1959" name="01_find_only_1958">
            <a:extLst>
              <a:ext uri="{FF2B5EF4-FFF2-40B4-BE49-F238E27FC236}">
                <a16:creationId xmlns:a16="http://schemas.microsoft.com/office/drawing/2014/main" id="{8BE87B56-66D9-4FD8-BC51-FA9DD57A2C2B}"/>
              </a:ext>
            </a:extLst>
          </p:cNvPr>
          <p:cNvSpPr>
            <a:spLocks noGrp="1"/>
          </p:cNvSpPr>
          <p:nvPr/>
        </p:nvSpPr>
        <p:spPr>
          <a:xfrm>
            <a:off x="5776448" y="3942273"/>
            <a:ext cx="28398" cy="28398"/>
          </a:xfrm>
          <a:prstGeom prst="ellipse">
            <a:avLst/>
          </a:prstGeom>
          <a:solidFill>
            <a:srgbClr val="7F8C97">
              <a:alpha val="48000"/>
            </a:srgbClr>
          </a:solidFill>
          <a:ln w="0">
            <a:noFill/>
            <a:prstDash val="solid"/>
          </a:ln>
        </p:spPr>
      </p:sp>
      <p:sp>
        <p:nvSpPr>
          <p:cNvPr id="1960" name="01_find_only_1959">
            <a:extLst>
              <a:ext uri="{FF2B5EF4-FFF2-40B4-BE49-F238E27FC236}">
                <a16:creationId xmlns:a16="http://schemas.microsoft.com/office/drawing/2014/main" id="{6A88AD0B-DDB0-40E3-A3FF-AB418895533C}"/>
              </a:ext>
            </a:extLst>
          </p:cNvPr>
          <p:cNvSpPr>
            <a:spLocks noGrp="1"/>
          </p:cNvSpPr>
          <p:nvPr/>
        </p:nvSpPr>
        <p:spPr>
          <a:xfrm>
            <a:off x="5835680" y="4123418"/>
            <a:ext cx="28398" cy="28398"/>
          </a:xfrm>
          <a:prstGeom prst="ellipse">
            <a:avLst/>
          </a:prstGeom>
          <a:solidFill>
            <a:srgbClr val="7F8C97">
              <a:alpha val="48000"/>
            </a:srgbClr>
          </a:solidFill>
          <a:ln w="0">
            <a:noFill/>
            <a:prstDash val="solid"/>
          </a:ln>
        </p:spPr>
      </p:sp>
      <p:sp>
        <p:nvSpPr>
          <p:cNvPr id="1961" name="01_find_only_1960">
            <a:extLst>
              <a:ext uri="{FF2B5EF4-FFF2-40B4-BE49-F238E27FC236}">
                <a16:creationId xmlns:a16="http://schemas.microsoft.com/office/drawing/2014/main" id="{69550984-9ECB-41F4-8813-E0B3A710C4A3}"/>
              </a:ext>
            </a:extLst>
          </p:cNvPr>
          <p:cNvSpPr>
            <a:spLocks noGrp="1"/>
          </p:cNvSpPr>
          <p:nvPr/>
        </p:nvSpPr>
        <p:spPr>
          <a:xfrm>
            <a:off x="5795238" y="4123418"/>
            <a:ext cx="28398" cy="28398"/>
          </a:xfrm>
          <a:prstGeom prst="ellipse">
            <a:avLst/>
          </a:prstGeom>
          <a:solidFill>
            <a:srgbClr val="7F8C97">
              <a:alpha val="48000"/>
            </a:srgbClr>
          </a:solidFill>
          <a:ln w="0">
            <a:noFill/>
            <a:prstDash val="solid"/>
          </a:ln>
        </p:spPr>
      </p:sp>
      <p:sp>
        <p:nvSpPr>
          <p:cNvPr id="1962" name="01_find_only_1961">
            <a:extLst>
              <a:ext uri="{FF2B5EF4-FFF2-40B4-BE49-F238E27FC236}">
                <a16:creationId xmlns:a16="http://schemas.microsoft.com/office/drawing/2014/main" id="{F0B7EC88-0F9C-494E-92FD-6853BD04E7C5}"/>
              </a:ext>
            </a:extLst>
          </p:cNvPr>
          <p:cNvSpPr>
            <a:spLocks noGrp="1"/>
          </p:cNvSpPr>
          <p:nvPr/>
        </p:nvSpPr>
        <p:spPr>
          <a:xfrm>
            <a:off x="5764144" y="4123418"/>
            <a:ext cx="28398" cy="28398"/>
          </a:xfrm>
          <a:prstGeom prst="ellipse">
            <a:avLst/>
          </a:prstGeom>
          <a:solidFill>
            <a:srgbClr val="7F8C97">
              <a:alpha val="48000"/>
            </a:srgbClr>
          </a:solidFill>
          <a:ln w="0">
            <a:noFill/>
            <a:prstDash val="solid"/>
          </a:ln>
        </p:spPr>
      </p:sp>
      <p:sp>
        <p:nvSpPr>
          <p:cNvPr id="1963" name="01_find_only_1962">
            <a:extLst>
              <a:ext uri="{FF2B5EF4-FFF2-40B4-BE49-F238E27FC236}">
                <a16:creationId xmlns:a16="http://schemas.microsoft.com/office/drawing/2014/main" id="{7752AC31-0C2E-47FD-B170-213926BABDAC}"/>
              </a:ext>
            </a:extLst>
          </p:cNvPr>
          <p:cNvSpPr>
            <a:spLocks noGrp="1"/>
          </p:cNvSpPr>
          <p:nvPr/>
        </p:nvSpPr>
        <p:spPr>
          <a:xfrm>
            <a:off x="5777974" y="3806414"/>
            <a:ext cx="28398" cy="28398"/>
          </a:xfrm>
          <a:prstGeom prst="ellipse">
            <a:avLst/>
          </a:prstGeom>
          <a:solidFill>
            <a:srgbClr val="7F8C97">
              <a:alpha val="48000"/>
            </a:srgbClr>
          </a:solidFill>
          <a:ln w="0">
            <a:noFill/>
            <a:prstDash val="solid"/>
          </a:ln>
        </p:spPr>
      </p:sp>
      <p:sp>
        <p:nvSpPr>
          <p:cNvPr id="1964" name="01_find_only_1963">
            <a:extLst>
              <a:ext uri="{FF2B5EF4-FFF2-40B4-BE49-F238E27FC236}">
                <a16:creationId xmlns:a16="http://schemas.microsoft.com/office/drawing/2014/main" id="{1B8DCE52-A5FD-452C-95FF-7B64C73C40A9}"/>
              </a:ext>
            </a:extLst>
          </p:cNvPr>
          <p:cNvSpPr>
            <a:spLocks noGrp="1"/>
          </p:cNvSpPr>
          <p:nvPr/>
        </p:nvSpPr>
        <p:spPr>
          <a:xfrm>
            <a:off x="5830720" y="3616211"/>
            <a:ext cx="28398" cy="28398"/>
          </a:xfrm>
          <a:prstGeom prst="ellipse">
            <a:avLst/>
          </a:prstGeom>
          <a:solidFill>
            <a:srgbClr val="7F8C97">
              <a:alpha val="48000"/>
            </a:srgbClr>
          </a:solidFill>
          <a:ln w="0">
            <a:noFill/>
            <a:prstDash val="solid"/>
          </a:ln>
        </p:spPr>
      </p:sp>
      <p:sp>
        <p:nvSpPr>
          <p:cNvPr id="1965" name="01_find_only_1964">
            <a:extLst>
              <a:ext uri="{FF2B5EF4-FFF2-40B4-BE49-F238E27FC236}">
                <a16:creationId xmlns:a16="http://schemas.microsoft.com/office/drawing/2014/main" id="{14E7B671-CBB6-49D3-BC75-F0953888E5DD}"/>
              </a:ext>
            </a:extLst>
          </p:cNvPr>
          <p:cNvSpPr>
            <a:spLocks noGrp="1"/>
          </p:cNvSpPr>
          <p:nvPr/>
        </p:nvSpPr>
        <p:spPr>
          <a:xfrm>
            <a:off x="5812693" y="3489410"/>
            <a:ext cx="28398" cy="28398"/>
          </a:xfrm>
          <a:prstGeom prst="ellipse">
            <a:avLst/>
          </a:prstGeom>
          <a:solidFill>
            <a:srgbClr val="7F8C97">
              <a:alpha val="48000"/>
            </a:srgbClr>
          </a:solidFill>
          <a:ln w="0">
            <a:noFill/>
            <a:prstDash val="solid"/>
          </a:ln>
        </p:spPr>
      </p:sp>
      <p:sp>
        <p:nvSpPr>
          <p:cNvPr id="1966" name="01_find_only_1965">
            <a:extLst>
              <a:ext uri="{FF2B5EF4-FFF2-40B4-BE49-F238E27FC236}">
                <a16:creationId xmlns:a16="http://schemas.microsoft.com/office/drawing/2014/main" id="{E417BAE5-1BA5-46C9-8541-3F215DB5BCCD}"/>
              </a:ext>
            </a:extLst>
          </p:cNvPr>
          <p:cNvSpPr>
            <a:spLocks noGrp="1"/>
          </p:cNvSpPr>
          <p:nvPr/>
        </p:nvSpPr>
        <p:spPr>
          <a:xfrm>
            <a:off x="5830338" y="4123418"/>
            <a:ext cx="28398" cy="28398"/>
          </a:xfrm>
          <a:prstGeom prst="ellipse">
            <a:avLst/>
          </a:prstGeom>
          <a:solidFill>
            <a:srgbClr val="7F8C97">
              <a:alpha val="48000"/>
            </a:srgbClr>
          </a:solidFill>
          <a:ln w="0">
            <a:noFill/>
            <a:prstDash val="solid"/>
          </a:ln>
        </p:spPr>
      </p:sp>
      <p:sp>
        <p:nvSpPr>
          <p:cNvPr id="1967" name="01_find_only_1966">
            <a:extLst>
              <a:ext uri="{FF2B5EF4-FFF2-40B4-BE49-F238E27FC236}">
                <a16:creationId xmlns:a16="http://schemas.microsoft.com/office/drawing/2014/main" id="{782408C0-6117-4DA4-B24C-A1618C5707E3}"/>
              </a:ext>
            </a:extLst>
          </p:cNvPr>
          <p:cNvSpPr>
            <a:spLocks noGrp="1"/>
          </p:cNvSpPr>
          <p:nvPr/>
        </p:nvSpPr>
        <p:spPr>
          <a:xfrm>
            <a:off x="5769962" y="4123418"/>
            <a:ext cx="28398" cy="28398"/>
          </a:xfrm>
          <a:prstGeom prst="ellipse">
            <a:avLst/>
          </a:prstGeom>
          <a:solidFill>
            <a:srgbClr val="7F8C97">
              <a:alpha val="48000"/>
            </a:srgbClr>
          </a:solidFill>
          <a:ln w="0">
            <a:noFill/>
            <a:prstDash val="solid"/>
          </a:ln>
        </p:spPr>
      </p:sp>
      <p:sp>
        <p:nvSpPr>
          <p:cNvPr id="1968" name="01_find_only_1967">
            <a:extLst>
              <a:ext uri="{FF2B5EF4-FFF2-40B4-BE49-F238E27FC236}">
                <a16:creationId xmlns:a16="http://schemas.microsoft.com/office/drawing/2014/main" id="{75974378-B291-4BFD-901F-C0CA6ACE3DD6}"/>
              </a:ext>
            </a:extLst>
          </p:cNvPr>
          <p:cNvSpPr>
            <a:spLocks noGrp="1"/>
          </p:cNvSpPr>
          <p:nvPr/>
        </p:nvSpPr>
        <p:spPr>
          <a:xfrm>
            <a:off x="5787894" y="3861070"/>
            <a:ext cx="28398" cy="28398"/>
          </a:xfrm>
          <a:prstGeom prst="ellipse">
            <a:avLst/>
          </a:prstGeom>
          <a:solidFill>
            <a:srgbClr val="7F8C97">
              <a:alpha val="48000"/>
            </a:srgbClr>
          </a:solidFill>
          <a:ln w="0">
            <a:noFill/>
            <a:prstDash val="solid"/>
          </a:ln>
        </p:spPr>
      </p:sp>
      <p:sp>
        <p:nvSpPr>
          <p:cNvPr id="1969" name="01_find_only_1968">
            <a:extLst>
              <a:ext uri="{FF2B5EF4-FFF2-40B4-BE49-F238E27FC236}">
                <a16:creationId xmlns:a16="http://schemas.microsoft.com/office/drawing/2014/main" id="{A3D480C1-0D6A-444A-8540-3FE4FE09AE48}"/>
              </a:ext>
            </a:extLst>
          </p:cNvPr>
          <p:cNvSpPr>
            <a:spLocks noGrp="1"/>
          </p:cNvSpPr>
          <p:nvPr/>
        </p:nvSpPr>
        <p:spPr>
          <a:xfrm>
            <a:off x="5831006" y="4019482"/>
            <a:ext cx="28398" cy="28398"/>
          </a:xfrm>
          <a:prstGeom prst="ellipse">
            <a:avLst/>
          </a:prstGeom>
          <a:solidFill>
            <a:srgbClr val="7F8C97">
              <a:alpha val="48000"/>
            </a:srgbClr>
          </a:solidFill>
          <a:ln w="0">
            <a:noFill/>
            <a:prstDash val="solid"/>
          </a:ln>
        </p:spPr>
      </p:sp>
      <p:sp>
        <p:nvSpPr>
          <p:cNvPr id="1970" name="01_find_only_1969">
            <a:extLst>
              <a:ext uri="{FF2B5EF4-FFF2-40B4-BE49-F238E27FC236}">
                <a16:creationId xmlns:a16="http://schemas.microsoft.com/office/drawing/2014/main" id="{879B71FD-61A3-471B-9686-1C9BBB21C5F3}"/>
              </a:ext>
            </a:extLst>
          </p:cNvPr>
          <p:cNvSpPr>
            <a:spLocks noGrp="1"/>
          </p:cNvSpPr>
          <p:nvPr/>
        </p:nvSpPr>
        <p:spPr>
          <a:xfrm>
            <a:off x="5831101" y="3489410"/>
            <a:ext cx="28398" cy="28398"/>
          </a:xfrm>
          <a:prstGeom prst="ellipse">
            <a:avLst/>
          </a:prstGeom>
          <a:solidFill>
            <a:srgbClr val="7F8C97">
              <a:alpha val="48000"/>
            </a:srgbClr>
          </a:solidFill>
          <a:ln w="0">
            <a:noFill/>
            <a:prstDash val="solid"/>
          </a:ln>
        </p:spPr>
      </p:sp>
      <p:sp>
        <p:nvSpPr>
          <p:cNvPr id="1971" name="01_find_only_1970">
            <a:extLst>
              <a:ext uri="{FF2B5EF4-FFF2-40B4-BE49-F238E27FC236}">
                <a16:creationId xmlns:a16="http://schemas.microsoft.com/office/drawing/2014/main" id="{C5280905-0E07-4CCC-9BA8-F0148215257F}"/>
              </a:ext>
            </a:extLst>
          </p:cNvPr>
          <p:cNvSpPr>
            <a:spLocks noGrp="1"/>
          </p:cNvSpPr>
          <p:nvPr/>
        </p:nvSpPr>
        <p:spPr>
          <a:xfrm>
            <a:off x="5825188" y="4123418"/>
            <a:ext cx="28398" cy="28398"/>
          </a:xfrm>
          <a:prstGeom prst="ellipse">
            <a:avLst/>
          </a:prstGeom>
          <a:solidFill>
            <a:srgbClr val="7F8C97">
              <a:alpha val="48000"/>
            </a:srgbClr>
          </a:solidFill>
          <a:ln w="0">
            <a:noFill/>
            <a:prstDash val="solid"/>
          </a:ln>
        </p:spPr>
      </p:sp>
      <p:sp>
        <p:nvSpPr>
          <p:cNvPr id="1972" name="01_find_only_1971">
            <a:extLst>
              <a:ext uri="{FF2B5EF4-FFF2-40B4-BE49-F238E27FC236}">
                <a16:creationId xmlns:a16="http://schemas.microsoft.com/office/drawing/2014/main" id="{9F5A4995-002F-4479-8203-97C1687E82C0}"/>
              </a:ext>
            </a:extLst>
          </p:cNvPr>
          <p:cNvSpPr>
            <a:spLocks noGrp="1"/>
          </p:cNvSpPr>
          <p:nvPr/>
        </p:nvSpPr>
        <p:spPr>
          <a:xfrm>
            <a:off x="5833581" y="3806414"/>
            <a:ext cx="28398" cy="28398"/>
          </a:xfrm>
          <a:prstGeom prst="ellipse">
            <a:avLst/>
          </a:prstGeom>
          <a:solidFill>
            <a:srgbClr val="7F8C97">
              <a:alpha val="48000"/>
            </a:srgbClr>
          </a:solidFill>
          <a:ln w="0">
            <a:noFill/>
            <a:prstDash val="solid"/>
          </a:ln>
        </p:spPr>
      </p:sp>
      <p:sp>
        <p:nvSpPr>
          <p:cNvPr id="1973" name="01_find_only_1972">
            <a:extLst>
              <a:ext uri="{FF2B5EF4-FFF2-40B4-BE49-F238E27FC236}">
                <a16:creationId xmlns:a16="http://schemas.microsoft.com/office/drawing/2014/main" id="{0DAD6AEF-B096-4EAE-8650-7750D079C6A8}"/>
              </a:ext>
            </a:extLst>
          </p:cNvPr>
          <p:cNvSpPr>
            <a:spLocks noGrp="1"/>
          </p:cNvSpPr>
          <p:nvPr/>
        </p:nvSpPr>
        <p:spPr>
          <a:xfrm>
            <a:off x="5778737" y="3362608"/>
            <a:ext cx="28398" cy="28398"/>
          </a:xfrm>
          <a:prstGeom prst="ellipse">
            <a:avLst/>
          </a:prstGeom>
          <a:solidFill>
            <a:srgbClr val="7F8C97">
              <a:alpha val="48000"/>
            </a:srgbClr>
          </a:solidFill>
          <a:ln w="0">
            <a:noFill/>
            <a:prstDash val="solid"/>
          </a:ln>
        </p:spPr>
      </p:sp>
      <p:sp>
        <p:nvSpPr>
          <p:cNvPr id="1974" name="01_find_only_1973">
            <a:extLst>
              <a:ext uri="{FF2B5EF4-FFF2-40B4-BE49-F238E27FC236}">
                <a16:creationId xmlns:a16="http://schemas.microsoft.com/office/drawing/2014/main" id="{4ED1C9B4-81CA-4418-82C0-AFC164E0466E}"/>
              </a:ext>
            </a:extLst>
          </p:cNvPr>
          <p:cNvSpPr>
            <a:spLocks noGrp="1"/>
          </p:cNvSpPr>
          <p:nvPr/>
        </p:nvSpPr>
        <p:spPr>
          <a:xfrm>
            <a:off x="5764334" y="3489410"/>
            <a:ext cx="28398" cy="28398"/>
          </a:xfrm>
          <a:prstGeom prst="ellipse">
            <a:avLst/>
          </a:prstGeom>
          <a:solidFill>
            <a:srgbClr val="7F8C97">
              <a:alpha val="48000"/>
            </a:srgbClr>
          </a:solidFill>
          <a:ln w="0">
            <a:noFill/>
            <a:prstDash val="solid"/>
          </a:ln>
        </p:spPr>
      </p:sp>
      <p:sp>
        <p:nvSpPr>
          <p:cNvPr id="1975" name="01_find_only_1974">
            <a:extLst>
              <a:ext uri="{FF2B5EF4-FFF2-40B4-BE49-F238E27FC236}">
                <a16:creationId xmlns:a16="http://schemas.microsoft.com/office/drawing/2014/main" id="{6F6F20EF-730D-49D6-9D4D-6E3C62630B94}"/>
              </a:ext>
            </a:extLst>
          </p:cNvPr>
          <p:cNvSpPr>
            <a:spLocks noGrp="1"/>
          </p:cNvSpPr>
          <p:nvPr/>
        </p:nvSpPr>
        <p:spPr>
          <a:xfrm>
            <a:off x="5819846" y="4123418"/>
            <a:ext cx="28398" cy="28398"/>
          </a:xfrm>
          <a:prstGeom prst="ellipse">
            <a:avLst/>
          </a:prstGeom>
          <a:solidFill>
            <a:srgbClr val="7F8C97">
              <a:alpha val="48000"/>
            </a:srgbClr>
          </a:solidFill>
          <a:ln w="0">
            <a:noFill/>
            <a:prstDash val="solid"/>
          </a:ln>
        </p:spPr>
      </p:sp>
      <p:sp>
        <p:nvSpPr>
          <p:cNvPr id="1976" name="01_find_only_1975">
            <a:extLst>
              <a:ext uri="{FF2B5EF4-FFF2-40B4-BE49-F238E27FC236}">
                <a16:creationId xmlns:a16="http://schemas.microsoft.com/office/drawing/2014/main" id="{CECA9BB0-702F-4742-AB14-16EFE477A926}"/>
              </a:ext>
            </a:extLst>
          </p:cNvPr>
          <p:cNvSpPr>
            <a:spLocks noGrp="1"/>
          </p:cNvSpPr>
          <p:nvPr/>
        </p:nvSpPr>
        <p:spPr>
          <a:xfrm>
            <a:off x="5759851" y="4123418"/>
            <a:ext cx="28398" cy="28398"/>
          </a:xfrm>
          <a:prstGeom prst="ellipse">
            <a:avLst/>
          </a:prstGeom>
          <a:solidFill>
            <a:srgbClr val="7F8C97">
              <a:alpha val="48000"/>
            </a:srgbClr>
          </a:solidFill>
          <a:ln w="0">
            <a:noFill/>
            <a:prstDash val="solid"/>
          </a:ln>
        </p:spPr>
      </p:sp>
      <p:sp>
        <p:nvSpPr>
          <p:cNvPr id="1977" name="01_find_only_1976">
            <a:extLst>
              <a:ext uri="{FF2B5EF4-FFF2-40B4-BE49-F238E27FC236}">
                <a16:creationId xmlns:a16="http://schemas.microsoft.com/office/drawing/2014/main" id="{D505F1B6-DDFE-4B84-A9DF-67E434E7ED59}"/>
              </a:ext>
            </a:extLst>
          </p:cNvPr>
          <p:cNvSpPr>
            <a:spLocks noGrp="1"/>
          </p:cNvSpPr>
          <p:nvPr/>
        </p:nvSpPr>
        <p:spPr>
          <a:xfrm>
            <a:off x="5765860" y="4123418"/>
            <a:ext cx="28398" cy="28398"/>
          </a:xfrm>
          <a:prstGeom prst="ellipse">
            <a:avLst/>
          </a:prstGeom>
          <a:solidFill>
            <a:srgbClr val="7F8C97">
              <a:alpha val="48000"/>
            </a:srgbClr>
          </a:solidFill>
          <a:ln w="0">
            <a:noFill/>
            <a:prstDash val="solid"/>
          </a:ln>
        </p:spPr>
      </p:sp>
      <p:sp>
        <p:nvSpPr>
          <p:cNvPr id="1978" name="01_find_only_1977">
            <a:extLst>
              <a:ext uri="{FF2B5EF4-FFF2-40B4-BE49-F238E27FC236}">
                <a16:creationId xmlns:a16="http://schemas.microsoft.com/office/drawing/2014/main" id="{B89B3EA0-EB24-4E51-9661-E666338DFA07}"/>
              </a:ext>
            </a:extLst>
          </p:cNvPr>
          <p:cNvSpPr>
            <a:spLocks noGrp="1"/>
          </p:cNvSpPr>
          <p:nvPr/>
        </p:nvSpPr>
        <p:spPr>
          <a:xfrm>
            <a:off x="5822231" y="3330908"/>
            <a:ext cx="28398" cy="28398"/>
          </a:xfrm>
          <a:prstGeom prst="ellipse">
            <a:avLst/>
          </a:prstGeom>
          <a:solidFill>
            <a:srgbClr val="7F8C97">
              <a:alpha val="48000"/>
            </a:srgbClr>
          </a:solidFill>
          <a:ln w="0">
            <a:noFill/>
            <a:prstDash val="solid"/>
          </a:ln>
        </p:spPr>
      </p:sp>
      <p:sp>
        <p:nvSpPr>
          <p:cNvPr id="1979" name="01_find_only_1978">
            <a:extLst>
              <a:ext uri="{FF2B5EF4-FFF2-40B4-BE49-F238E27FC236}">
                <a16:creationId xmlns:a16="http://schemas.microsoft.com/office/drawing/2014/main" id="{C1F70F6D-29E3-479D-82DE-CEA4B6295139}"/>
              </a:ext>
            </a:extLst>
          </p:cNvPr>
          <p:cNvSpPr>
            <a:spLocks noGrp="1"/>
          </p:cNvSpPr>
          <p:nvPr/>
        </p:nvSpPr>
        <p:spPr>
          <a:xfrm>
            <a:off x="5760710" y="2855402"/>
            <a:ext cx="28398" cy="28398"/>
          </a:xfrm>
          <a:prstGeom prst="ellipse">
            <a:avLst/>
          </a:prstGeom>
          <a:solidFill>
            <a:srgbClr val="7F8C97">
              <a:alpha val="48000"/>
            </a:srgbClr>
          </a:solidFill>
          <a:ln w="0">
            <a:noFill/>
            <a:prstDash val="solid"/>
          </a:ln>
        </p:spPr>
      </p:sp>
      <p:sp>
        <p:nvSpPr>
          <p:cNvPr id="1980" name="01_find_only_1979">
            <a:extLst>
              <a:ext uri="{FF2B5EF4-FFF2-40B4-BE49-F238E27FC236}">
                <a16:creationId xmlns:a16="http://schemas.microsoft.com/office/drawing/2014/main" id="{220854DA-2A98-4D8D-A591-A80E988F4DC2}"/>
              </a:ext>
            </a:extLst>
          </p:cNvPr>
          <p:cNvSpPr>
            <a:spLocks noGrp="1"/>
          </p:cNvSpPr>
          <p:nvPr/>
        </p:nvSpPr>
        <p:spPr>
          <a:xfrm>
            <a:off x="5840544" y="3489410"/>
            <a:ext cx="28398" cy="28398"/>
          </a:xfrm>
          <a:prstGeom prst="ellipse">
            <a:avLst/>
          </a:prstGeom>
          <a:solidFill>
            <a:srgbClr val="7F8C97">
              <a:alpha val="48000"/>
            </a:srgbClr>
          </a:solidFill>
          <a:ln w="0">
            <a:noFill/>
            <a:prstDash val="solid"/>
          </a:ln>
        </p:spPr>
      </p:sp>
      <p:sp>
        <p:nvSpPr>
          <p:cNvPr id="1981" name="01_find_only_1980">
            <a:extLst>
              <a:ext uri="{FF2B5EF4-FFF2-40B4-BE49-F238E27FC236}">
                <a16:creationId xmlns:a16="http://schemas.microsoft.com/office/drawing/2014/main" id="{88B2E0FA-2A5A-462C-9C68-6092DF85F774}"/>
              </a:ext>
            </a:extLst>
          </p:cNvPr>
          <p:cNvSpPr>
            <a:spLocks noGrp="1"/>
          </p:cNvSpPr>
          <p:nvPr/>
        </p:nvSpPr>
        <p:spPr>
          <a:xfrm>
            <a:off x="5825951" y="3700746"/>
            <a:ext cx="28398" cy="28398"/>
          </a:xfrm>
          <a:prstGeom prst="ellipse">
            <a:avLst/>
          </a:prstGeom>
          <a:solidFill>
            <a:srgbClr val="7F8C97">
              <a:alpha val="48000"/>
            </a:srgbClr>
          </a:solidFill>
          <a:ln w="0">
            <a:noFill/>
            <a:prstDash val="solid"/>
          </a:ln>
        </p:spPr>
      </p:sp>
      <p:sp>
        <p:nvSpPr>
          <p:cNvPr id="1982" name="01_find_only_1981">
            <a:extLst>
              <a:ext uri="{FF2B5EF4-FFF2-40B4-BE49-F238E27FC236}">
                <a16:creationId xmlns:a16="http://schemas.microsoft.com/office/drawing/2014/main" id="{FC00A947-7CCD-4EAE-9740-B73797873153}"/>
              </a:ext>
            </a:extLst>
          </p:cNvPr>
          <p:cNvSpPr>
            <a:spLocks noGrp="1"/>
          </p:cNvSpPr>
          <p:nvPr/>
        </p:nvSpPr>
        <p:spPr>
          <a:xfrm>
            <a:off x="5791423" y="3489410"/>
            <a:ext cx="28398" cy="28398"/>
          </a:xfrm>
          <a:prstGeom prst="ellipse">
            <a:avLst/>
          </a:prstGeom>
          <a:solidFill>
            <a:srgbClr val="7F8C97">
              <a:alpha val="48000"/>
            </a:srgbClr>
          </a:solidFill>
          <a:ln w="0">
            <a:noFill/>
            <a:prstDash val="solid"/>
          </a:ln>
        </p:spPr>
      </p:sp>
      <p:sp>
        <p:nvSpPr>
          <p:cNvPr id="1983" name="01_find_only_1982">
            <a:extLst>
              <a:ext uri="{FF2B5EF4-FFF2-40B4-BE49-F238E27FC236}">
                <a16:creationId xmlns:a16="http://schemas.microsoft.com/office/drawing/2014/main" id="{80D9170C-4F11-4F4D-970F-ABBA3ED251ED}"/>
              </a:ext>
            </a:extLst>
          </p:cNvPr>
          <p:cNvSpPr>
            <a:spLocks noGrp="1"/>
          </p:cNvSpPr>
          <p:nvPr/>
        </p:nvSpPr>
        <p:spPr>
          <a:xfrm>
            <a:off x="5775303" y="2855402"/>
            <a:ext cx="28398" cy="28398"/>
          </a:xfrm>
          <a:prstGeom prst="ellipse">
            <a:avLst/>
          </a:prstGeom>
          <a:solidFill>
            <a:srgbClr val="7F8C97">
              <a:alpha val="48000"/>
            </a:srgbClr>
          </a:solidFill>
          <a:ln w="0">
            <a:noFill/>
            <a:prstDash val="solid"/>
          </a:ln>
        </p:spPr>
      </p:sp>
      <p:sp>
        <p:nvSpPr>
          <p:cNvPr id="1984" name="01_find_only_1983">
            <a:extLst>
              <a:ext uri="{FF2B5EF4-FFF2-40B4-BE49-F238E27FC236}">
                <a16:creationId xmlns:a16="http://schemas.microsoft.com/office/drawing/2014/main" id="{7883241D-7375-42B3-A38B-4DA7997BC462}"/>
              </a:ext>
            </a:extLst>
          </p:cNvPr>
          <p:cNvSpPr>
            <a:spLocks noGrp="1"/>
          </p:cNvSpPr>
          <p:nvPr/>
        </p:nvSpPr>
        <p:spPr>
          <a:xfrm>
            <a:off x="5839113" y="3128093"/>
            <a:ext cx="28398" cy="28398"/>
          </a:xfrm>
          <a:prstGeom prst="ellipse">
            <a:avLst/>
          </a:prstGeom>
          <a:solidFill>
            <a:srgbClr val="7F8C97">
              <a:alpha val="48000"/>
            </a:srgbClr>
          </a:solidFill>
          <a:ln w="0">
            <a:noFill/>
            <a:prstDash val="solid"/>
          </a:ln>
        </p:spPr>
      </p:sp>
      <p:sp>
        <p:nvSpPr>
          <p:cNvPr id="1985" name="01_find_only_1984">
            <a:extLst>
              <a:ext uri="{FF2B5EF4-FFF2-40B4-BE49-F238E27FC236}">
                <a16:creationId xmlns:a16="http://schemas.microsoft.com/office/drawing/2014/main" id="{41081476-FBD0-484C-A0B5-D3E2F10F53BB}"/>
              </a:ext>
            </a:extLst>
          </p:cNvPr>
          <p:cNvSpPr>
            <a:spLocks noGrp="1"/>
          </p:cNvSpPr>
          <p:nvPr/>
        </p:nvSpPr>
        <p:spPr>
          <a:xfrm>
            <a:off x="5843215" y="3217692"/>
            <a:ext cx="28398" cy="28398"/>
          </a:xfrm>
          <a:prstGeom prst="ellipse">
            <a:avLst/>
          </a:prstGeom>
          <a:solidFill>
            <a:srgbClr val="7F8C97">
              <a:alpha val="48000"/>
            </a:srgbClr>
          </a:solidFill>
          <a:ln w="0">
            <a:noFill/>
            <a:prstDash val="solid"/>
          </a:ln>
        </p:spPr>
      </p:sp>
      <p:sp>
        <p:nvSpPr>
          <p:cNvPr id="1986" name="01_find_only_1985">
            <a:extLst>
              <a:ext uri="{FF2B5EF4-FFF2-40B4-BE49-F238E27FC236}">
                <a16:creationId xmlns:a16="http://schemas.microsoft.com/office/drawing/2014/main" id="{C447B444-DB37-457E-A712-AB178AE0DAE7}"/>
              </a:ext>
            </a:extLst>
          </p:cNvPr>
          <p:cNvSpPr>
            <a:spLocks noGrp="1"/>
          </p:cNvSpPr>
          <p:nvPr/>
        </p:nvSpPr>
        <p:spPr>
          <a:xfrm>
            <a:off x="5808591" y="2855402"/>
            <a:ext cx="28398" cy="28398"/>
          </a:xfrm>
          <a:prstGeom prst="ellipse">
            <a:avLst/>
          </a:prstGeom>
          <a:solidFill>
            <a:srgbClr val="7F8C97">
              <a:alpha val="48000"/>
            </a:srgbClr>
          </a:solidFill>
          <a:ln w="0">
            <a:noFill/>
            <a:prstDash val="solid"/>
          </a:ln>
        </p:spPr>
      </p:sp>
      <p:sp>
        <p:nvSpPr>
          <p:cNvPr id="1987" name="01_find_only_1986">
            <a:extLst>
              <a:ext uri="{FF2B5EF4-FFF2-40B4-BE49-F238E27FC236}">
                <a16:creationId xmlns:a16="http://schemas.microsoft.com/office/drawing/2014/main" id="{0A34CE8A-4A9B-4659-A88E-4B58DDF28F9D}"/>
              </a:ext>
            </a:extLst>
          </p:cNvPr>
          <p:cNvSpPr>
            <a:spLocks noGrp="1"/>
          </p:cNvSpPr>
          <p:nvPr/>
        </p:nvSpPr>
        <p:spPr>
          <a:xfrm>
            <a:off x="5830338" y="4123418"/>
            <a:ext cx="28398" cy="28398"/>
          </a:xfrm>
          <a:prstGeom prst="ellipse">
            <a:avLst/>
          </a:prstGeom>
          <a:solidFill>
            <a:srgbClr val="7F8C97">
              <a:alpha val="48000"/>
            </a:srgbClr>
          </a:solidFill>
          <a:ln w="0">
            <a:noFill/>
            <a:prstDash val="solid"/>
          </a:ln>
        </p:spPr>
      </p:sp>
      <p:sp>
        <p:nvSpPr>
          <p:cNvPr id="1988" name="01_find_only_1987">
            <a:extLst>
              <a:ext uri="{FF2B5EF4-FFF2-40B4-BE49-F238E27FC236}">
                <a16:creationId xmlns:a16="http://schemas.microsoft.com/office/drawing/2014/main" id="{4803EF4F-622E-4850-B44F-C12B8A3653DA}"/>
              </a:ext>
            </a:extLst>
          </p:cNvPr>
          <p:cNvSpPr>
            <a:spLocks noGrp="1"/>
          </p:cNvSpPr>
          <p:nvPr/>
        </p:nvSpPr>
        <p:spPr>
          <a:xfrm>
            <a:off x="5763476" y="2855402"/>
            <a:ext cx="28398" cy="28398"/>
          </a:xfrm>
          <a:prstGeom prst="ellipse">
            <a:avLst/>
          </a:prstGeom>
          <a:solidFill>
            <a:srgbClr val="7F8C97">
              <a:alpha val="48000"/>
            </a:srgbClr>
          </a:solidFill>
          <a:ln w="0">
            <a:noFill/>
            <a:prstDash val="solid"/>
          </a:ln>
        </p:spPr>
      </p:sp>
      <p:sp>
        <p:nvSpPr>
          <p:cNvPr id="1989" name="01_find_only_1988">
            <a:extLst>
              <a:ext uri="{FF2B5EF4-FFF2-40B4-BE49-F238E27FC236}">
                <a16:creationId xmlns:a16="http://schemas.microsoft.com/office/drawing/2014/main" id="{704DFC20-0F3E-44FC-98E6-74F1263F8E97}"/>
              </a:ext>
            </a:extLst>
          </p:cNvPr>
          <p:cNvSpPr>
            <a:spLocks noGrp="1"/>
          </p:cNvSpPr>
          <p:nvPr/>
        </p:nvSpPr>
        <p:spPr>
          <a:xfrm>
            <a:off x="5790373" y="4123418"/>
            <a:ext cx="28398" cy="28398"/>
          </a:xfrm>
          <a:prstGeom prst="ellipse">
            <a:avLst/>
          </a:prstGeom>
          <a:solidFill>
            <a:srgbClr val="7F8C97">
              <a:alpha val="48000"/>
            </a:srgbClr>
          </a:solidFill>
          <a:ln w="0">
            <a:noFill/>
            <a:prstDash val="solid"/>
          </a:ln>
        </p:spPr>
      </p:sp>
      <p:sp>
        <p:nvSpPr>
          <p:cNvPr id="1990" name="01_find_only_1989">
            <a:extLst>
              <a:ext uri="{FF2B5EF4-FFF2-40B4-BE49-F238E27FC236}">
                <a16:creationId xmlns:a16="http://schemas.microsoft.com/office/drawing/2014/main" id="{3390E8B4-6CB4-4948-A30B-4C01F10B7010}"/>
              </a:ext>
            </a:extLst>
          </p:cNvPr>
          <p:cNvSpPr>
            <a:spLocks noGrp="1"/>
          </p:cNvSpPr>
          <p:nvPr/>
        </p:nvSpPr>
        <p:spPr>
          <a:xfrm>
            <a:off x="5824425" y="4123418"/>
            <a:ext cx="28398" cy="28398"/>
          </a:xfrm>
          <a:prstGeom prst="ellipse">
            <a:avLst/>
          </a:prstGeom>
          <a:solidFill>
            <a:srgbClr val="7F8C97">
              <a:alpha val="48000"/>
            </a:srgbClr>
          </a:solidFill>
          <a:ln w="0">
            <a:noFill/>
            <a:prstDash val="solid"/>
          </a:ln>
        </p:spPr>
      </p:sp>
      <p:sp>
        <p:nvSpPr>
          <p:cNvPr id="1991" name="01_find_only_1990">
            <a:extLst>
              <a:ext uri="{FF2B5EF4-FFF2-40B4-BE49-F238E27FC236}">
                <a16:creationId xmlns:a16="http://schemas.microsoft.com/office/drawing/2014/main" id="{D894910E-A1CC-4F8A-9496-D5330D73FD41}"/>
              </a:ext>
            </a:extLst>
          </p:cNvPr>
          <p:cNvSpPr>
            <a:spLocks noGrp="1"/>
          </p:cNvSpPr>
          <p:nvPr/>
        </p:nvSpPr>
        <p:spPr>
          <a:xfrm>
            <a:off x="5757658" y="3579982"/>
            <a:ext cx="28398" cy="28398"/>
          </a:xfrm>
          <a:prstGeom prst="ellipse">
            <a:avLst/>
          </a:prstGeom>
          <a:solidFill>
            <a:srgbClr val="7F8C97">
              <a:alpha val="48000"/>
            </a:srgbClr>
          </a:solidFill>
          <a:ln w="0">
            <a:noFill/>
            <a:prstDash val="solid"/>
          </a:ln>
        </p:spPr>
      </p:sp>
      <p:sp>
        <p:nvSpPr>
          <p:cNvPr id="1992" name="01_find_only_1991">
            <a:extLst>
              <a:ext uri="{FF2B5EF4-FFF2-40B4-BE49-F238E27FC236}">
                <a16:creationId xmlns:a16="http://schemas.microsoft.com/office/drawing/2014/main" id="{0F886401-5A59-4DB4-AE21-338258313944}"/>
              </a:ext>
            </a:extLst>
          </p:cNvPr>
          <p:cNvSpPr>
            <a:spLocks noGrp="1"/>
          </p:cNvSpPr>
          <p:nvPr/>
        </p:nvSpPr>
        <p:spPr>
          <a:xfrm>
            <a:off x="5754224" y="3489410"/>
            <a:ext cx="28398" cy="28398"/>
          </a:xfrm>
          <a:prstGeom prst="ellipse">
            <a:avLst/>
          </a:prstGeom>
          <a:solidFill>
            <a:srgbClr val="7F8C97">
              <a:alpha val="48000"/>
            </a:srgbClr>
          </a:solidFill>
          <a:ln w="0">
            <a:noFill/>
            <a:prstDash val="solid"/>
          </a:ln>
        </p:spPr>
      </p:sp>
      <p:sp>
        <p:nvSpPr>
          <p:cNvPr id="1993" name="01_find_only_1992">
            <a:extLst>
              <a:ext uri="{FF2B5EF4-FFF2-40B4-BE49-F238E27FC236}">
                <a16:creationId xmlns:a16="http://schemas.microsoft.com/office/drawing/2014/main" id="{2CF2271F-0A02-49F3-B4EC-E94E6EEE3446}"/>
              </a:ext>
            </a:extLst>
          </p:cNvPr>
          <p:cNvSpPr>
            <a:spLocks noGrp="1"/>
          </p:cNvSpPr>
          <p:nvPr/>
        </p:nvSpPr>
        <p:spPr>
          <a:xfrm>
            <a:off x="5810594" y="3912082"/>
            <a:ext cx="28398" cy="28398"/>
          </a:xfrm>
          <a:prstGeom prst="ellipse">
            <a:avLst/>
          </a:prstGeom>
          <a:solidFill>
            <a:srgbClr val="7F8C97">
              <a:alpha val="48000"/>
            </a:srgbClr>
          </a:solidFill>
          <a:ln w="0">
            <a:noFill/>
            <a:prstDash val="solid"/>
          </a:ln>
        </p:spPr>
      </p:sp>
      <p:sp>
        <p:nvSpPr>
          <p:cNvPr id="1994" name="01_find_only_1993">
            <a:extLst>
              <a:ext uri="{FF2B5EF4-FFF2-40B4-BE49-F238E27FC236}">
                <a16:creationId xmlns:a16="http://schemas.microsoft.com/office/drawing/2014/main" id="{398D6469-13E2-4958-AD85-000E2338F661}"/>
              </a:ext>
            </a:extLst>
          </p:cNvPr>
          <p:cNvSpPr>
            <a:spLocks noGrp="1"/>
          </p:cNvSpPr>
          <p:nvPr/>
        </p:nvSpPr>
        <p:spPr>
          <a:xfrm>
            <a:off x="5838541" y="3045604"/>
            <a:ext cx="28398" cy="28398"/>
          </a:xfrm>
          <a:prstGeom prst="ellipse">
            <a:avLst/>
          </a:prstGeom>
          <a:solidFill>
            <a:srgbClr val="7F8C97">
              <a:alpha val="48000"/>
            </a:srgbClr>
          </a:solidFill>
          <a:ln w="0">
            <a:noFill/>
            <a:prstDash val="solid"/>
          </a:ln>
        </p:spPr>
      </p:sp>
      <p:sp>
        <p:nvSpPr>
          <p:cNvPr id="1995" name="01_find_only_1994">
            <a:extLst>
              <a:ext uri="{FF2B5EF4-FFF2-40B4-BE49-F238E27FC236}">
                <a16:creationId xmlns:a16="http://schemas.microsoft.com/office/drawing/2014/main" id="{33ABEEB6-43CB-462A-BD0F-61DD4E9B1318}"/>
              </a:ext>
            </a:extLst>
          </p:cNvPr>
          <p:cNvSpPr>
            <a:spLocks noGrp="1"/>
          </p:cNvSpPr>
          <p:nvPr/>
        </p:nvSpPr>
        <p:spPr>
          <a:xfrm>
            <a:off x="5750027" y="3489410"/>
            <a:ext cx="28398" cy="28398"/>
          </a:xfrm>
          <a:prstGeom prst="ellipse">
            <a:avLst/>
          </a:prstGeom>
          <a:solidFill>
            <a:srgbClr val="7F8C97">
              <a:alpha val="48000"/>
            </a:srgbClr>
          </a:solidFill>
          <a:ln w="0">
            <a:noFill/>
            <a:prstDash val="solid"/>
          </a:ln>
        </p:spPr>
      </p:sp>
      <p:sp>
        <p:nvSpPr>
          <p:cNvPr id="1996" name="01_find_only_1995">
            <a:extLst>
              <a:ext uri="{FF2B5EF4-FFF2-40B4-BE49-F238E27FC236}">
                <a16:creationId xmlns:a16="http://schemas.microsoft.com/office/drawing/2014/main" id="{78EA1598-9BE7-41A9-9F20-C8D32C6772B7}"/>
              </a:ext>
            </a:extLst>
          </p:cNvPr>
          <p:cNvSpPr>
            <a:spLocks noGrp="1"/>
          </p:cNvSpPr>
          <p:nvPr/>
        </p:nvSpPr>
        <p:spPr>
          <a:xfrm>
            <a:off x="5787321" y="2855402"/>
            <a:ext cx="28398" cy="28398"/>
          </a:xfrm>
          <a:prstGeom prst="ellipse">
            <a:avLst/>
          </a:prstGeom>
          <a:solidFill>
            <a:srgbClr val="7F8C97">
              <a:alpha val="48000"/>
            </a:srgbClr>
          </a:solidFill>
          <a:ln w="0">
            <a:noFill/>
            <a:prstDash val="solid"/>
          </a:ln>
        </p:spPr>
      </p:sp>
      <p:sp>
        <p:nvSpPr>
          <p:cNvPr id="1997" name="01_find_only_1996">
            <a:extLst>
              <a:ext uri="{FF2B5EF4-FFF2-40B4-BE49-F238E27FC236}">
                <a16:creationId xmlns:a16="http://schemas.microsoft.com/office/drawing/2014/main" id="{7DABE1A0-B527-4044-8D7E-F1C67B516DC7}"/>
              </a:ext>
            </a:extLst>
          </p:cNvPr>
          <p:cNvSpPr>
            <a:spLocks noGrp="1"/>
          </p:cNvSpPr>
          <p:nvPr/>
        </p:nvSpPr>
        <p:spPr>
          <a:xfrm>
            <a:off x="5817939" y="4123418"/>
            <a:ext cx="28398" cy="28398"/>
          </a:xfrm>
          <a:prstGeom prst="ellipse">
            <a:avLst/>
          </a:prstGeom>
          <a:solidFill>
            <a:srgbClr val="7F8C97">
              <a:alpha val="48000"/>
            </a:srgbClr>
          </a:solidFill>
          <a:ln w="0">
            <a:noFill/>
            <a:prstDash val="solid"/>
          </a:ln>
        </p:spPr>
      </p:sp>
      <p:sp>
        <p:nvSpPr>
          <p:cNvPr id="1998" name="01_find_only_1997">
            <a:extLst>
              <a:ext uri="{FF2B5EF4-FFF2-40B4-BE49-F238E27FC236}">
                <a16:creationId xmlns:a16="http://schemas.microsoft.com/office/drawing/2014/main" id="{E24C18C2-C9AB-4C80-9C3D-655A6C056657}"/>
              </a:ext>
            </a:extLst>
          </p:cNvPr>
          <p:cNvSpPr>
            <a:spLocks noGrp="1"/>
          </p:cNvSpPr>
          <p:nvPr/>
        </p:nvSpPr>
        <p:spPr>
          <a:xfrm>
            <a:off x="5789324" y="4123418"/>
            <a:ext cx="28398" cy="28398"/>
          </a:xfrm>
          <a:prstGeom prst="ellipse">
            <a:avLst/>
          </a:prstGeom>
          <a:solidFill>
            <a:srgbClr val="7F8C97">
              <a:alpha val="48000"/>
            </a:srgbClr>
          </a:solidFill>
          <a:ln w="0">
            <a:noFill/>
            <a:prstDash val="solid"/>
          </a:ln>
        </p:spPr>
      </p:sp>
      <p:sp>
        <p:nvSpPr>
          <p:cNvPr id="1999" name="01_find_only_1998">
            <a:extLst>
              <a:ext uri="{FF2B5EF4-FFF2-40B4-BE49-F238E27FC236}">
                <a16:creationId xmlns:a16="http://schemas.microsoft.com/office/drawing/2014/main" id="{1D5F9C7C-089A-4085-8ED0-2861BA56FF1C}"/>
              </a:ext>
            </a:extLst>
          </p:cNvPr>
          <p:cNvSpPr>
            <a:spLocks noGrp="1"/>
          </p:cNvSpPr>
          <p:nvPr/>
        </p:nvSpPr>
        <p:spPr>
          <a:xfrm>
            <a:off x="5773205" y="4123418"/>
            <a:ext cx="28398" cy="28398"/>
          </a:xfrm>
          <a:prstGeom prst="ellipse">
            <a:avLst/>
          </a:prstGeom>
          <a:solidFill>
            <a:srgbClr val="7F8C97">
              <a:alpha val="48000"/>
            </a:srgbClr>
          </a:solidFill>
          <a:ln w="0">
            <a:noFill/>
            <a:prstDash val="solid"/>
          </a:ln>
        </p:spPr>
      </p:sp>
      <p:sp>
        <p:nvSpPr>
          <p:cNvPr id="2000" name="01_find_only_1999">
            <a:extLst>
              <a:ext uri="{FF2B5EF4-FFF2-40B4-BE49-F238E27FC236}">
                <a16:creationId xmlns:a16="http://schemas.microsoft.com/office/drawing/2014/main" id="{F0D5FCC9-BF40-43E8-8407-5B908BE8DFCD}"/>
              </a:ext>
            </a:extLst>
          </p:cNvPr>
          <p:cNvSpPr>
            <a:spLocks noGrp="1"/>
          </p:cNvSpPr>
          <p:nvPr/>
        </p:nvSpPr>
        <p:spPr>
          <a:xfrm>
            <a:off x="5810213" y="4123418"/>
            <a:ext cx="28398" cy="28398"/>
          </a:xfrm>
          <a:prstGeom prst="ellipse">
            <a:avLst/>
          </a:prstGeom>
          <a:solidFill>
            <a:srgbClr val="7F8C97">
              <a:alpha val="48000"/>
            </a:srgbClr>
          </a:solidFill>
          <a:ln w="0">
            <a:noFill/>
            <a:prstDash val="solid"/>
          </a:ln>
        </p:spPr>
      </p:sp>
      <p:sp>
        <p:nvSpPr>
          <p:cNvPr id="2001" name="01_find_only_2000">
            <a:extLst>
              <a:ext uri="{FF2B5EF4-FFF2-40B4-BE49-F238E27FC236}">
                <a16:creationId xmlns:a16="http://schemas.microsoft.com/office/drawing/2014/main" id="{403DE090-1371-41BA-97F3-851CDC149239}"/>
              </a:ext>
            </a:extLst>
          </p:cNvPr>
          <p:cNvSpPr>
            <a:spLocks noGrp="1"/>
          </p:cNvSpPr>
          <p:nvPr/>
        </p:nvSpPr>
        <p:spPr>
          <a:xfrm>
            <a:off x="5807161" y="4123418"/>
            <a:ext cx="28398" cy="28398"/>
          </a:xfrm>
          <a:prstGeom prst="ellipse">
            <a:avLst/>
          </a:prstGeom>
          <a:solidFill>
            <a:srgbClr val="7F8C97">
              <a:alpha val="48000"/>
            </a:srgbClr>
          </a:solidFill>
          <a:ln w="0">
            <a:noFill/>
            <a:prstDash val="solid"/>
          </a:ln>
        </p:spPr>
      </p:sp>
      <p:sp>
        <p:nvSpPr>
          <p:cNvPr id="2002" name="01_find_only_2001">
            <a:extLst>
              <a:ext uri="{FF2B5EF4-FFF2-40B4-BE49-F238E27FC236}">
                <a16:creationId xmlns:a16="http://schemas.microsoft.com/office/drawing/2014/main" id="{BA28267A-11BB-49C3-8024-7C81770F3268}"/>
              </a:ext>
            </a:extLst>
          </p:cNvPr>
          <p:cNvSpPr>
            <a:spLocks noGrp="1"/>
          </p:cNvSpPr>
          <p:nvPr/>
        </p:nvSpPr>
        <p:spPr>
          <a:xfrm>
            <a:off x="5795619" y="4123418"/>
            <a:ext cx="28398" cy="28398"/>
          </a:xfrm>
          <a:prstGeom prst="ellipse">
            <a:avLst/>
          </a:prstGeom>
          <a:solidFill>
            <a:srgbClr val="7F8C97">
              <a:alpha val="48000"/>
            </a:srgbClr>
          </a:solidFill>
          <a:ln w="0">
            <a:noFill/>
            <a:prstDash val="solid"/>
          </a:ln>
        </p:spPr>
      </p:sp>
      <p:sp>
        <p:nvSpPr>
          <p:cNvPr id="2003" name="01_find_only_2002">
            <a:extLst>
              <a:ext uri="{FF2B5EF4-FFF2-40B4-BE49-F238E27FC236}">
                <a16:creationId xmlns:a16="http://schemas.microsoft.com/office/drawing/2014/main" id="{BDD107D2-6BB8-4492-8FAD-976A0D5A143D}"/>
              </a:ext>
            </a:extLst>
          </p:cNvPr>
          <p:cNvSpPr>
            <a:spLocks noGrp="1"/>
          </p:cNvSpPr>
          <p:nvPr/>
        </p:nvSpPr>
        <p:spPr>
          <a:xfrm>
            <a:off x="5804871" y="4123418"/>
            <a:ext cx="28398" cy="28398"/>
          </a:xfrm>
          <a:prstGeom prst="ellipse">
            <a:avLst/>
          </a:prstGeom>
          <a:solidFill>
            <a:srgbClr val="7F8C97">
              <a:alpha val="48000"/>
            </a:srgbClr>
          </a:solidFill>
          <a:ln w="0">
            <a:noFill/>
            <a:prstDash val="solid"/>
          </a:ln>
        </p:spPr>
      </p:sp>
      <p:sp>
        <p:nvSpPr>
          <p:cNvPr id="2004" name="01_find_only_2003">
            <a:extLst>
              <a:ext uri="{FF2B5EF4-FFF2-40B4-BE49-F238E27FC236}">
                <a16:creationId xmlns:a16="http://schemas.microsoft.com/office/drawing/2014/main" id="{D1862900-30D3-4B7B-99FE-A02B5F963EF6}"/>
              </a:ext>
            </a:extLst>
          </p:cNvPr>
          <p:cNvSpPr>
            <a:spLocks noGrp="1"/>
          </p:cNvSpPr>
          <p:nvPr/>
        </p:nvSpPr>
        <p:spPr>
          <a:xfrm>
            <a:off x="5777497" y="4123418"/>
            <a:ext cx="28398" cy="28398"/>
          </a:xfrm>
          <a:prstGeom prst="ellipse">
            <a:avLst/>
          </a:prstGeom>
          <a:solidFill>
            <a:srgbClr val="7F8C97">
              <a:alpha val="48000"/>
            </a:srgbClr>
          </a:solidFill>
          <a:ln w="0">
            <a:noFill/>
            <a:prstDash val="solid"/>
          </a:ln>
        </p:spPr>
      </p:sp>
      <p:sp>
        <p:nvSpPr>
          <p:cNvPr id="2005" name="01_find_only_2004">
            <a:extLst>
              <a:ext uri="{FF2B5EF4-FFF2-40B4-BE49-F238E27FC236}">
                <a16:creationId xmlns:a16="http://schemas.microsoft.com/office/drawing/2014/main" id="{08BC5D71-8E78-4F2C-8D06-083929E5601B}"/>
              </a:ext>
            </a:extLst>
          </p:cNvPr>
          <p:cNvSpPr>
            <a:spLocks noGrp="1"/>
          </p:cNvSpPr>
          <p:nvPr/>
        </p:nvSpPr>
        <p:spPr>
          <a:xfrm>
            <a:off x="5798862" y="3489410"/>
            <a:ext cx="28398" cy="28398"/>
          </a:xfrm>
          <a:prstGeom prst="ellipse">
            <a:avLst/>
          </a:prstGeom>
          <a:solidFill>
            <a:srgbClr val="7F8C97">
              <a:alpha val="48000"/>
            </a:srgbClr>
          </a:solidFill>
          <a:ln w="0">
            <a:noFill/>
            <a:prstDash val="solid"/>
          </a:ln>
        </p:spPr>
      </p:sp>
      <p:sp>
        <p:nvSpPr>
          <p:cNvPr id="2006" name="01_find_only_2005">
            <a:extLst>
              <a:ext uri="{FF2B5EF4-FFF2-40B4-BE49-F238E27FC236}">
                <a16:creationId xmlns:a16="http://schemas.microsoft.com/office/drawing/2014/main" id="{E0972420-0CC7-49D3-BB0A-F789ADF8BED0}"/>
              </a:ext>
            </a:extLst>
          </p:cNvPr>
          <p:cNvSpPr>
            <a:spLocks noGrp="1"/>
          </p:cNvSpPr>
          <p:nvPr/>
        </p:nvSpPr>
        <p:spPr>
          <a:xfrm>
            <a:off x="5778451" y="3109005"/>
            <a:ext cx="28398" cy="28398"/>
          </a:xfrm>
          <a:prstGeom prst="ellipse">
            <a:avLst/>
          </a:prstGeom>
          <a:solidFill>
            <a:srgbClr val="7F8C97">
              <a:alpha val="48000"/>
            </a:srgbClr>
          </a:solidFill>
          <a:ln w="0">
            <a:noFill/>
            <a:prstDash val="solid"/>
          </a:ln>
        </p:spPr>
      </p:sp>
      <p:sp>
        <p:nvSpPr>
          <p:cNvPr id="2007" name="01_find_only_2006">
            <a:extLst>
              <a:ext uri="{FF2B5EF4-FFF2-40B4-BE49-F238E27FC236}">
                <a16:creationId xmlns:a16="http://schemas.microsoft.com/office/drawing/2014/main" id="{BC26E8E2-DC10-46E7-881F-5A2D0A6D66CF}"/>
              </a:ext>
            </a:extLst>
          </p:cNvPr>
          <p:cNvSpPr>
            <a:spLocks noGrp="1"/>
          </p:cNvSpPr>
          <p:nvPr/>
        </p:nvSpPr>
        <p:spPr>
          <a:xfrm>
            <a:off x="5786844" y="3568661"/>
            <a:ext cx="28398" cy="28398"/>
          </a:xfrm>
          <a:prstGeom prst="ellipse">
            <a:avLst/>
          </a:prstGeom>
          <a:solidFill>
            <a:srgbClr val="7F8C97">
              <a:alpha val="48000"/>
            </a:srgbClr>
          </a:solidFill>
          <a:ln w="0">
            <a:noFill/>
            <a:prstDash val="solid"/>
          </a:ln>
        </p:spPr>
      </p:sp>
      <p:sp>
        <p:nvSpPr>
          <p:cNvPr id="2008" name="01_find_only_2007">
            <a:extLst>
              <a:ext uri="{FF2B5EF4-FFF2-40B4-BE49-F238E27FC236}">
                <a16:creationId xmlns:a16="http://schemas.microsoft.com/office/drawing/2014/main" id="{F428C1C6-CFB7-4D3B-96BC-ACF7CF0AB794}"/>
              </a:ext>
            </a:extLst>
          </p:cNvPr>
          <p:cNvSpPr>
            <a:spLocks noGrp="1"/>
          </p:cNvSpPr>
          <p:nvPr/>
        </p:nvSpPr>
        <p:spPr>
          <a:xfrm>
            <a:off x="5828049" y="3942273"/>
            <a:ext cx="28398" cy="28398"/>
          </a:xfrm>
          <a:prstGeom prst="ellipse">
            <a:avLst/>
          </a:prstGeom>
          <a:solidFill>
            <a:srgbClr val="7F8C97">
              <a:alpha val="48000"/>
            </a:srgbClr>
          </a:solidFill>
          <a:ln w="0">
            <a:noFill/>
            <a:prstDash val="solid"/>
          </a:ln>
        </p:spPr>
      </p:sp>
      <p:sp>
        <p:nvSpPr>
          <p:cNvPr id="2009" name="01_find_only_2008">
            <a:extLst>
              <a:ext uri="{FF2B5EF4-FFF2-40B4-BE49-F238E27FC236}">
                <a16:creationId xmlns:a16="http://schemas.microsoft.com/office/drawing/2014/main" id="{50DA5D78-4555-4FD4-858C-9CA4004E7FE8}"/>
              </a:ext>
            </a:extLst>
          </p:cNvPr>
          <p:cNvSpPr>
            <a:spLocks noGrp="1"/>
          </p:cNvSpPr>
          <p:nvPr/>
        </p:nvSpPr>
        <p:spPr>
          <a:xfrm>
            <a:off x="5760519" y="3489410"/>
            <a:ext cx="28398" cy="28398"/>
          </a:xfrm>
          <a:prstGeom prst="ellipse">
            <a:avLst/>
          </a:prstGeom>
          <a:solidFill>
            <a:srgbClr val="7F8C97">
              <a:alpha val="48000"/>
            </a:srgbClr>
          </a:solidFill>
          <a:ln w="0">
            <a:noFill/>
            <a:prstDash val="solid"/>
          </a:ln>
        </p:spPr>
      </p:sp>
      <p:sp>
        <p:nvSpPr>
          <p:cNvPr id="2010" name="01_find_only_2009">
            <a:extLst>
              <a:ext uri="{FF2B5EF4-FFF2-40B4-BE49-F238E27FC236}">
                <a16:creationId xmlns:a16="http://schemas.microsoft.com/office/drawing/2014/main" id="{27BE3587-EC7D-4002-9379-2BEBD7A37FF9}"/>
              </a:ext>
            </a:extLst>
          </p:cNvPr>
          <p:cNvSpPr>
            <a:spLocks noGrp="1"/>
          </p:cNvSpPr>
          <p:nvPr/>
        </p:nvSpPr>
        <p:spPr>
          <a:xfrm>
            <a:off x="5764907" y="4123418"/>
            <a:ext cx="28398" cy="28398"/>
          </a:xfrm>
          <a:prstGeom prst="ellipse">
            <a:avLst/>
          </a:prstGeom>
          <a:solidFill>
            <a:srgbClr val="7F8C97">
              <a:alpha val="48000"/>
            </a:srgbClr>
          </a:solidFill>
          <a:ln w="0">
            <a:noFill/>
            <a:prstDash val="solid"/>
          </a:ln>
        </p:spPr>
      </p:sp>
      <p:sp>
        <p:nvSpPr>
          <p:cNvPr id="2011" name="01_find_only_2010">
            <a:extLst>
              <a:ext uri="{FF2B5EF4-FFF2-40B4-BE49-F238E27FC236}">
                <a16:creationId xmlns:a16="http://schemas.microsoft.com/office/drawing/2014/main" id="{D3CF6E2B-6A1C-4383-BD07-8F85EE3F5D78}"/>
              </a:ext>
            </a:extLst>
          </p:cNvPr>
          <p:cNvSpPr>
            <a:spLocks noGrp="1"/>
          </p:cNvSpPr>
          <p:nvPr/>
        </p:nvSpPr>
        <p:spPr>
          <a:xfrm>
            <a:off x="5804585" y="2855402"/>
            <a:ext cx="28398" cy="28398"/>
          </a:xfrm>
          <a:prstGeom prst="ellipse">
            <a:avLst/>
          </a:prstGeom>
          <a:solidFill>
            <a:srgbClr val="7F8C97">
              <a:alpha val="48000"/>
            </a:srgbClr>
          </a:solidFill>
          <a:ln w="0">
            <a:noFill/>
            <a:prstDash val="solid"/>
          </a:ln>
        </p:spPr>
      </p:sp>
      <p:sp>
        <p:nvSpPr>
          <p:cNvPr id="2012" name="01_find_only_2011">
            <a:extLst>
              <a:ext uri="{FF2B5EF4-FFF2-40B4-BE49-F238E27FC236}">
                <a16:creationId xmlns:a16="http://schemas.microsoft.com/office/drawing/2014/main" id="{6CAF494C-0AFE-4152-8E35-2C100B5C1854}"/>
              </a:ext>
            </a:extLst>
          </p:cNvPr>
          <p:cNvSpPr>
            <a:spLocks noGrp="1"/>
          </p:cNvSpPr>
          <p:nvPr/>
        </p:nvSpPr>
        <p:spPr>
          <a:xfrm>
            <a:off x="5803727" y="3278074"/>
            <a:ext cx="28398" cy="28398"/>
          </a:xfrm>
          <a:prstGeom prst="ellipse">
            <a:avLst/>
          </a:prstGeom>
          <a:solidFill>
            <a:srgbClr val="7F8C97">
              <a:alpha val="48000"/>
            </a:srgbClr>
          </a:solidFill>
          <a:ln w="0">
            <a:noFill/>
            <a:prstDash val="solid"/>
          </a:ln>
        </p:spPr>
      </p:sp>
      <p:sp>
        <p:nvSpPr>
          <p:cNvPr id="2013" name="01_find_only_2012">
            <a:extLst>
              <a:ext uri="{FF2B5EF4-FFF2-40B4-BE49-F238E27FC236}">
                <a16:creationId xmlns:a16="http://schemas.microsoft.com/office/drawing/2014/main" id="{C16C1087-CD4B-43AE-8675-2D43D4526663}"/>
              </a:ext>
            </a:extLst>
          </p:cNvPr>
          <p:cNvSpPr>
            <a:spLocks noGrp="1"/>
          </p:cNvSpPr>
          <p:nvPr/>
        </p:nvSpPr>
        <p:spPr>
          <a:xfrm>
            <a:off x="5834726" y="3489410"/>
            <a:ext cx="28398" cy="28398"/>
          </a:xfrm>
          <a:prstGeom prst="ellipse">
            <a:avLst/>
          </a:prstGeom>
          <a:solidFill>
            <a:srgbClr val="7F8C97">
              <a:alpha val="48000"/>
            </a:srgbClr>
          </a:solidFill>
          <a:ln w="0">
            <a:noFill/>
            <a:prstDash val="solid"/>
          </a:ln>
        </p:spPr>
      </p:sp>
      <p:sp>
        <p:nvSpPr>
          <p:cNvPr id="2014" name="01_find_only_2013">
            <a:extLst>
              <a:ext uri="{FF2B5EF4-FFF2-40B4-BE49-F238E27FC236}">
                <a16:creationId xmlns:a16="http://schemas.microsoft.com/office/drawing/2014/main" id="{79AB5210-C491-41FF-B14C-ABBF91526A24}"/>
              </a:ext>
            </a:extLst>
          </p:cNvPr>
          <p:cNvSpPr>
            <a:spLocks noGrp="1"/>
          </p:cNvSpPr>
          <p:nvPr/>
        </p:nvSpPr>
        <p:spPr>
          <a:xfrm>
            <a:off x="5820323" y="3489410"/>
            <a:ext cx="28398" cy="28398"/>
          </a:xfrm>
          <a:prstGeom prst="ellipse">
            <a:avLst/>
          </a:prstGeom>
          <a:solidFill>
            <a:srgbClr val="7F8C97">
              <a:alpha val="48000"/>
            </a:srgbClr>
          </a:solidFill>
          <a:ln w="0">
            <a:noFill/>
            <a:prstDash val="solid"/>
          </a:ln>
        </p:spPr>
      </p:sp>
      <p:sp>
        <p:nvSpPr>
          <p:cNvPr id="2015" name="01_find_only_2014">
            <a:extLst>
              <a:ext uri="{FF2B5EF4-FFF2-40B4-BE49-F238E27FC236}">
                <a16:creationId xmlns:a16="http://schemas.microsoft.com/office/drawing/2014/main" id="{A5BE3F1A-C84F-450E-8FE7-5F8FB7C09F04}"/>
              </a:ext>
            </a:extLst>
          </p:cNvPr>
          <p:cNvSpPr>
            <a:spLocks noGrp="1"/>
          </p:cNvSpPr>
          <p:nvPr/>
        </p:nvSpPr>
        <p:spPr>
          <a:xfrm>
            <a:off x="5761473" y="4123418"/>
            <a:ext cx="28398" cy="28398"/>
          </a:xfrm>
          <a:prstGeom prst="ellipse">
            <a:avLst/>
          </a:prstGeom>
          <a:solidFill>
            <a:srgbClr val="7F8C97">
              <a:alpha val="48000"/>
            </a:srgbClr>
          </a:solidFill>
          <a:ln w="0">
            <a:noFill/>
            <a:prstDash val="solid"/>
          </a:ln>
        </p:spPr>
      </p:sp>
      <p:sp>
        <p:nvSpPr>
          <p:cNvPr id="2016" name="01_find_only_2015">
            <a:extLst>
              <a:ext uri="{FF2B5EF4-FFF2-40B4-BE49-F238E27FC236}">
                <a16:creationId xmlns:a16="http://schemas.microsoft.com/office/drawing/2014/main" id="{20FE934C-1AEA-4525-8E6B-A28743186FBB}"/>
              </a:ext>
            </a:extLst>
          </p:cNvPr>
          <p:cNvSpPr>
            <a:spLocks noGrp="1"/>
          </p:cNvSpPr>
          <p:nvPr/>
        </p:nvSpPr>
        <p:spPr>
          <a:xfrm>
            <a:off x="5775303" y="4123418"/>
            <a:ext cx="28398" cy="28398"/>
          </a:xfrm>
          <a:prstGeom prst="ellipse">
            <a:avLst/>
          </a:prstGeom>
          <a:solidFill>
            <a:srgbClr val="7F8C97">
              <a:alpha val="48000"/>
            </a:srgbClr>
          </a:solidFill>
          <a:ln w="0">
            <a:noFill/>
            <a:prstDash val="solid"/>
          </a:ln>
        </p:spPr>
      </p:sp>
      <p:sp>
        <p:nvSpPr>
          <p:cNvPr id="2017" name="01_find_only_2016">
            <a:extLst>
              <a:ext uri="{FF2B5EF4-FFF2-40B4-BE49-F238E27FC236}">
                <a16:creationId xmlns:a16="http://schemas.microsoft.com/office/drawing/2014/main" id="{4E65A14E-673C-44D7-ACAA-6ED76CDAECFB}"/>
              </a:ext>
            </a:extLst>
          </p:cNvPr>
          <p:cNvSpPr>
            <a:spLocks noGrp="1"/>
          </p:cNvSpPr>
          <p:nvPr/>
        </p:nvSpPr>
        <p:spPr>
          <a:xfrm>
            <a:off x="5813170" y="4123418"/>
            <a:ext cx="28398" cy="28398"/>
          </a:xfrm>
          <a:prstGeom prst="ellipse">
            <a:avLst/>
          </a:prstGeom>
          <a:solidFill>
            <a:srgbClr val="7F8C97">
              <a:alpha val="48000"/>
            </a:srgbClr>
          </a:solidFill>
          <a:ln w="0">
            <a:noFill/>
            <a:prstDash val="solid"/>
          </a:ln>
        </p:spPr>
      </p:sp>
      <p:sp>
        <p:nvSpPr>
          <p:cNvPr id="2018" name="01_find_only_2017">
            <a:extLst>
              <a:ext uri="{FF2B5EF4-FFF2-40B4-BE49-F238E27FC236}">
                <a16:creationId xmlns:a16="http://schemas.microsoft.com/office/drawing/2014/main" id="{14DDDA19-4AEF-4FA3-ADFC-3E1507A761EA}"/>
              </a:ext>
            </a:extLst>
          </p:cNvPr>
          <p:cNvSpPr>
            <a:spLocks noGrp="1"/>
          </p:cNvSpPr>
          <p:nvPr/>
        </p:nvSpPr>
        <p:spPr>
          <a:xfrm>
            <a:off x="5755941" y="4123418"/>
            <a:ext cx="28398" cy="28398"/>
          </a:xfrm>
          <a:prstGeom prst="ellipse">
            <a:avLst/>
          </a:prstGeom>
          <a:solidFill>
            <a:srgbClr val="7F8C97">
              <a:alpha val="48000"/>
            </a:srgbClr>
          </a:solidFill>
          <a:ln w="0">
            <a:noFill/>
            <a:prstDash val="solid"/>
          </a:ln>
        </p:spPr>
      </p:sp>
      <p:sp>
        <p:nvSpPr>
          <p:cNvPr id="2019" name="01_find_only_2018">
            <a:extLst>
              <a:ext uri="{FF2B5EF4-FFF2-40B4-BE49-F238E27FC236}">
                <a16:creationId xmlns:a16="http://schemas.microsoft.com/office/drawing/2014/main" id="{72BEBE00-6E85-4EB7-A56E-7369116EF3CB}"/>
              </a:ext>
            </a:extLst>
          </p:cNvPr>
          <p:cNvSpPr>
            <a:spLocks noGrp="1"/>
          </p:cNvSpPr>
          <p:nvPr/>
        </p:nvSpPr>
        <p:spPr>
          <a:xfrm>
            <a:off x="5822231" y="3278074"/>
            <a:ext cx="28398" cy="28398"/>
          </a:xfrm>
          <a:prstGeom prst="ellipse">
            <a:avLst/>
          </a:prstGeom>
          <a:solidFill>
            <a:srgbClr val="7F8C97">
              <a:alpha val="48000"/>
            </a:srgbClr>
          </a:solidFill>
          <a:ln w="0">
            <a:noFill/>
            <a:prstDash val="solid"/>
          </a:ln>
        </p:spPr>
      </p:sp>
      <p:sp>
        <p:nvSpPr>
          <p:cNvPr id="2020" name="01_find_only_2019">
            <a:extLst>
              <a:ext uri="{FF2B5EF4-FFF2-40B4-BE49-F238E27FC236}">
                <a16:creationId xmlns:a16="http://schemas.microsoft.com/office/drawing/2014/main" id="{5CA73A33-0591-4DDA-8CA9-917C0E9E969D}"/>
              </a:ext>
            </a:extLst>
          </p:cNvPr>
          <p:cNvSpPr>
            <a:spLocks noGrp="1"/>
          </p:cNvSpPr>
          <p:nvPr/>
        </p:nvSpPr>
        <p:spPr>
          <a:xfrm>
            <a:off x="5825474" y="4123418"/>
            <a:ext cx="28398" cy="28398"/>
          </a:xfrm>
          <a:prstGeom prst="ellipse">
            <a:avLst/>
          </a:prstGeom>
          <a:solidFill>
            <a:srgbClr val="7F8C97">
              <a:alpha val="48000"/>
            </a:srgbClr>
          </a:solidFill>
          <a:ln w="0">
            <a:noFill/>
            <a:prstDash val="solid"/>
          </a:ln>
        </p:spPr>
      </p:sp>
      <p:sp>
        <p:nvSpPr>
          <p:cNvPr id="2021" name="01_find_only_2020">
            <a:extLst>
              <a:ext uri="{FF2B5EF4-FFF2-40B4-BE49-F238E27FC236}">
                <a16:creationId xmlns:a16="http://schemas.microsoft.com/office/drawing/2014/main" id="{3042EDB0-AE03-4FB8-9D26-353FBA4C21C2}"/>
              </a:ext>
            </a:extLst>
          </p:cNvPr>
          <p:cNvSpPr>
            <a:spLocks noGrp="1"/>
          </p:cNvSpPr>
          <p:nvPr/>
        </p:nvSpPr>
        <p:spPr>
          <a:xfrm>
            <a:off x="5815363" y="3172406"/>
            <a:ext cx="28398" cy="28398"/>
          </a:xfrm>
          <a:prstGeom prst="ellipse">
            <a:avLst/>
          </a:prstGeom>
          <a:solidFill>
            <a:srgbClr val="7F8C97">
              <a:alpha val="48000"/>
            </a:srgbClr>
          </a:solidFill>
          <a:ln w="0">
            <a:noFill/>
            <a:prstDash val="solid"/>
          </a:ln>
        </p:spPr>
      </p:sp>
      <p:sp>
        <p:nvSpPr>
          <p:cNvPr id="2022" name="01_find_only_2021">
            <a:extLst>
              <a:ext uri="{FF2B5EF4-FFF2-40B4-BE49-F238E27FC236}">
                <a16:creationId xmlns:a16="http://schemas.microsoft.com/office/drawing/2014/main" id="{CB845ED2-2144-4D37-807E-5FB7FAC159F4}"/>
              </a:ext>
            </a:extLst>
          </p:cNvPr>
          <p:cNvSpPr>
            <a:spLocks noGrp="1"/>
          </p:cNvSpPr>
          <p:nvPr/>
        </p:nvSpPr>
        <p:spPr>
          <a:xfrm>
            <a:off x="5814505" y="3172406"/>
            <a:ext cx="28398" cy="28398"/>
          </a:xfrm>
          <a:prstGeom prst="ellipse">
            <a:avLst/>
          </a:prstGeom>
          <a:solidFill>
            <a:srgbClr val="7F8C97">
              <a:alpha val="48000"/>
            </a:srgbClr>
          </a:solidFill>
          <a:ln w="0">
            <a:noFill/>
            <a:prstDash val="solid"/>
          </a:ln>
        </p:spPr>
      </p:sp>
      <p:sp>
        <p:nvSpPr>
          <p:cNvPr id="2023" name="01_find_only_2022">
            <a:extLst>
              <a:ext uri="{FF2B5EF4-FFF2-40B4-BE49-F238E27FC236}">
                <a16:creationId xmlns:a16="http://schemas.microsoft.com/office/drawing/2014/main" id="{791972A5-153A-4785-BB2B-782103C33F44}"/>
              </a:ext>
            </a:extLst>
          </p:cNvPr>
          <p:cNvSpPr>
            <a:spLocks noGrp="1"/>
          </p:cNvSpPr>
          <p:nvPr/>
        </p:nvSpPr>
        <p:spPr>
          <a:xfrm>
            <a:off x="5818606" y="4123418"/>
            <a:ext cx="28398" cy="28398"/>
          </a:xfrm>
          <a:prstGeom prst="ellipse">
            <a:avLst/>
          </a:prstGeom>
          <a:solidFill>
            <a:srgbClr val="7F8C97">
              <a:alpha val="48000"/>
            </a:srgbClr>
          </a:solidFill>
          <a:ln w="0">
            <a:noFill/>
            <a:prstDash val="solid"/>
          </a:ln>
        </p:spPr>
      </p:sp>
      <p:sp>
        <p:nvSpPr>
          <p:cNvPr id="2024" name="01_find_only_2023">
            <a:extLst>
              <a:ext uri="{FF2B5EF4-FFF2-40B4-BE49-F238E27FC236}">
                <a16:creationId xmlns:a16="http://schemas.microsoft.com/office/drawing/2014/main" id="{5A3A09DE-C8AC-4F36-8DDA-1DF35F938638}"/>
              </a:ext>
            </a:extLst>
          </p:cNvPr>
          <p:cNvSpPr>
            <a:spLocks noGrp="1"/>
          </p:cNvSpPr>
          <p:nvPr/>
        </p:nvSpPr>
        <p:spPr>
          <a:xfrm>
            <a:off x="5800579" y="4123418"/>
            <a:ext cx="28398" cy="28398"/>
          </a:xfrm>
          <a:prstGeom prst="ellipse">
            <a:avLst/>
          </a:prstGeom>
          <a:solidFill>
            <a:srgbClr val="7F8C97">
              <a:alpha val="48000"/>
            </a:srgbClr>
          </a:solidFill>
          <a:ln w="0">
            <a:noFill/>
            <a:prstDash val="solid"/>
          </a:ln>
        </p:spPr>
      </p:sp>
      <p:sp>
        <p:nvSpPr>
          <p:cNvPr id="2025" name="01_find_only_2024">
            <a:extLst>
              <a:ext uri="{FF2B5EF4-FFF2-40B4-BE49-F238E27FC236}">
                <a16:creationId xmlns:a16="http://schemas.microsoft.com/office/drawing/2014/main" id="{D4E13F62-6575-491E-ADDF-E151EDA3674F}"/>
              </a:ext>
            </a:extLst>
          </p:cNvPr>
          <p:cNvSpPr>
            <a:spLocks noGrp="1"/>
          </p:cNvSpPr>
          <p:nvPr/>
        </p:nvSpPr>
        <p:spPr>
          <a:xfrm>
            <a:off x="5751076" y="3489410"/>
            <a:ext cx="28398" cy="28398"/>
          </a:xfrm>
          <a:prstGeom prst="ellipse">
            <a:avLst/>
          </a:prstGeom>
          <a:solidFill>
            <a:srgbClr val="7F8C97">
              <a:alpha val="48000"/>
            </a:srgbClr>
          </a:solidFill>
          <a:ln w="0">
            <a:noFill/>
            <a:prstDash val="solid"/>
          </a:ln>
        </p:spPr>
      </p:sp>
      <p:sp>
        <p:nvSpPr>
          <p:cNvPr id="2026" name="01_find_only_2025">
            <a:extLst>
              <a:ext uri="{FF2B5EF4-FFF2-40B4-BE49-F238E27FC236}">
                <a16:creationId xmlns:a16="http://schemas.microsoft.com/office/drawing/2014/main" id="{C12C1BDF-377A-4ED5-88CF-0FE473CE2C85}"/>
              </a:ext>
            </a:extLst>
          </p:cNvPr>
          <p:cNvSpPr>
            <a:spLocks noGrp="1"/>
          </p:cNvSpPr>
          <p:nvPr/>
        </p:nvSpPr>
        <p:spPr>
          <a:xfrm>
            <a:off x="5800389" y="4123418"/>
            <a:ext cx="28398" cy="28398"/>
          </a:xfrm>
          <a:prstGeom prst="ellipse">
            <a:avLst/>
          </a:prstGeom>
          <a:solidFill>
            <a:srgbClr val="7F8C97">
              <a:alpha val="48000"/>
            </a:srgbClr>
          </a:solidFill>
          <a:ln w="0">
            <a:noFill/>
            <a:prstDash val="solid"/>
          </a:ln>
        </p:spPr>
      </p:sp>
      <p:sp>
        <p:nvSpPr>
          <p:cNvPr id="2027" name="01_find_only_2026">
            <a:extLst>
              <a:ext uri="{FF2B5EF4-FFF2-40B4-BE49-F238E27FC236}">
                <a16:creationId xmlns:a16="http://schemas.microsoft.com/office/drawing/2014/main" id="{B442525E-F5C6-4A10-810C-4ADFB425167A}"/>
              </a:ext>
            </a:extLst>
          </p:cNvPr>
          <p:cNvSpPr>
            <a:spLocks noGrp="1"/>
          </p:cNvSpPr>
          <p:nvPr/>
        </p:nvSpPr>
        <p:spPr>
          <a:xfrm>
            <a:off x="5763667" y="4123418"/>
            <a:ext cx="28398" cy="28398"/>
          </a:xfrm>
          <a:prstGeom prst="ellipse">
            <a:avLst/>
          </a:prstGeom>
          <a:solidFill>
            <a:srgbClr val="7F8C97">
              <a:alpha val="48000"/>
            </a:srgbClr>
          </a:solidFill>
          <a:ln w="0">
            <a:noFill/>
            <a:prstDash val="solid"/>
          </a:ln>
        </p:spPr>
      </p:sp>
      <p:sp>
        <p:nvSpPr>
          <p:cNvPr id="2028" name="01_find_only_2027">
            <a:extLst>
              <a:ext uri="{FF2B5EF4-FFF2-40B4-BE49-F238E27FC236}">
                <a16:creationId xmlns:a16="http://schemas.microsoft.com/office/drawing/2014/main" id="{8BF4D56B-4845-42D3-B659-8DEA3296BB01}"/>
              </a:ext>
            </a:extLst>
          </p:cNvPr>
          <p:cNvSpPr>
            <a:spLocks noGrp="1"/>
          </p:cNvSpPr>
          <p:nvPr/>
        </p:nvSpPr>
        <p:spPr>
          <a:xfrm>
            <a:off x="5814887" y="3830799"/>
            <a:ext cx="28398" cy="28398"/>
          </a:xfrm>
          <a:prstGeom prst="ellipse">
            <a:avLst/>
          </a:prstGeom>
          <a:solidFill>
            <a:srgbClr val="7F8C97">
              <a:alpha val="48000"/>
            </a:srgbClr>
          </a:solidFill>
          <a:ln w="0">
            <a:noFill/>
            <a:prstDash val="solid"/>
          </a:ln>
        </p:spPr>
      </p:sp>
      <p:sp>
        <p:nvSpPr>
          <p:cNvPr id="2029" name="01_find_only_2028">
            <a:extLst>
              <a:ext uri="{FF2B5EF4-FFF2-40B4-BE49-F238E27FC236}">
                <a16:creationId xmlns:a16="http://schemas.microsoft.com/office/drawing/2014/main" id="{6C38D8AD-23F3-43A1-88BB-7DAAD8A79F25}"/>
              </a:ext>
            </a:extLst>
          </p:cNvPr>
          <p:cNvSpPr>
            <a:spLocks noGrp="1"/>
          </p:cNvSpPr>
          <p:nvPr/>
        </p:nvSpPr>
        <p:spPr>
          <a:xfrm>
            <a:off x="5827477" y="3700746"/>
            <a:ext cx="28398" cy="28398"/>
          </a:xfrm>
          <a:prstGeom prst="ellipse">
            <a:avLst/>
          </a:prstGeom>
          <a:solidFill>
            <a:srgbClr val="7F8C97">
              <a:alpha val="48000"/>
            </a:srgbClr>
          </a:solidFill>
          <a:ln w="0">
            <a:noFill/>
            <a:prstDash val="solid"/>
          </a:ln>
        </p:spPr>
      </p:sp>
      <p:sp>
        <p:nvSpPr>
          <p:cNvPr id="2030" name="01_find_only_2029">
            <a:extLst>
              <a:ext uri="{FF2B5EF4-FFF2-40B4-BE49-F238E27FC236}">
                <a16:creationId xmlns:a16="http://schemas.microsoft.com/office/drawing/2014/main" id="{78A8F89A-4CC5-4B45-BDD2-F4D03958D07D}"/>
              </a:ext>
            </a:extLst>
          </p:cNvPr>
          <p:cNvSpPr>
            <a:spLocks noGrp="1"/>
          </p:cNvSpPr>
          <p:nvPr/>
        </p:nvSpPr>
        <p:spPr>
          <a:xfrm>
            <a:off x="5762141" y="4123418"/>
            <a:ext cx="28398" cy="28398"/>
          </a:xfrm>
          <a:prstGeom prst="ellipse">
            <a:avLst/>
          </a:prstGeom>
          <a:solidFill>
            <a:srgbClr val="7F8C97">
              <a:alpha val="48000"/>
            </a:srgbClr>
          </a:solidFill>
          <a:ln w="0">
            <a:noFill/>
            <a:prstDash val="solid"/>
          </a:ln>
        </p:spPr>
      </p:sp>
      <p:sp>
        <p:nvSpPr>
          <p:cNvPr id="2031" name="01_find_only_2030">
            <a:extLst>
              <a:ext uri="{FF2B5EF4-FFF2-40B4-BE49-F238E27FC236}">
                <a16:creationId xmlns:a16="http://schemas.microsoft.com/office/drawing/2014/main" id="{8D2181A8-4FF0-432D-9F1B-CAE57AD80790}"/>
              </a:ext>
            </a:extLst>
          </p:cNvPr>
          <p:cNvSpPr>
            <a:spLocks noGrp="1"/>
          </p:cNvSpPr>
          <p:nvPr/>
        </p:nvSpPr>
        <p:spPr>
          <a:xfrm>
            <a:off x="5815745" y="3050481"/>
            <a:ext cx="28398" cy="28398"/>
          </a:xfrm>
          <a:prstGeom prst="ellipse">
            <a:avLst/>
          </a:prstGeom>
          <a:solidFill>
            <a:srgbClr val="7F8C97">
              <a:alpha val="48000"/>
            </a:srgbClr>
          </a:solidFill>
          <a:ln w="0">
            <a:noFill/>
            <a:prstDash val="solid"/>
          </a:ln>
        </p:spPr>
      </p:sp>
      <p:sp>
        <p:nvSpPr>
          <p:cNvPr id="2032" name="01_find_only_2031">
            <a:extLst>
              <a:ext uri="{FF2B5EF4-FFF2-40B4-BE49-F238E27FC236}">
                <a16:creationId xmlns:a16="http://schemas.microsoft.com/office/drawing/2014/main" id="{79BD235E-3BEF-4E82-B2C7-66F4113338BE}"/>
              </a:ext>
            </a:extLst>
          </p:cNvPr>
          <p:cNvSpPr>
            <a:spLocks noGrp="1"/>
          </p:cNvSpPr>
          <p:nvPr/>
        </p:nvSpPr>
        <p:spPr>
          <a:xfrm>
            <a:off x="5766910" y="3489410"/>
            <a:ext cx="28398" cy="28398"/>
          </a:xfrm>
          <a:prstGeom prst="ellipse">
            <a:avLst/>
          </a:prstGeom>
          <a:solidFill>
            <a:srgbClr val="7F8C97">
              <a:alpha val="48000"/>
            </a:srgbClr>
          </a:solidFill>
          <a:ln w="0">
            <a:noFill/>
            <a:prstDash val="solid"/>
          </a:ln>
        </p:spPr>
      </p:sp>
      <p:sp>
        <p:nvSpPr>
          <p:cNvPr id="2033" name="01_find_only_2032">
            <a:extLst>
              <a:ext uri="{FF2B5EF4-FFF2-40B4-BE49-F238E27FC236}">
                <a16:creationId xmlns:a16="http://schemas.microsoft.com/office/drawing/2014/main" id="{0DDA6CAA-0E38-46FA-B873-102B30B48970}"/>
              </a:ext>
            </a:extLst>
          </p:cNvPr>
          <p:cNvSpPr>
            <a:spLocks noGrp="1"/>
          </p:cNvSpPr>
          <p:nvPr/>
        </p:nvSpPr>
        <p:spPr>
          <a:xfrm>
            <a:off x="5771106" y="4123418"/>
            <a:ext cx="28398" cy="28398"/>
          </a:xfrm>
          <a:prstGeom prst="ellipse">
            <a:avLst/>
          </a:prstGeom>
          <a:solidFill>
            <a:srgbClr val="7F8C97">
              <a:alpha val="48000"/>
            </a:srgbClr>
          </a:solidFill>
          <a:ln w="0">
            <a:noFill/>
            <a:prstDash val="solid"/>
          </a:ln>
        </p:spPr>
      </p:sp>
      <p:sp>
        <p:nvSpPr>
          <p:cNvPr id="2034" name="01_find_only_2033">
            <a:extLst>
              <a:ext uri="{FF2B5EF4-FFF2-40B4-BE49-F238E27FC236}">
                <a16:creationId xmlns:a16="http://schemas.microsoft.com/office/drawing/2014/main" id="{09ADB617-82AB-43ED-A5CA-6D201702D793}"/>
              </a:ext>
            </a:extLst>
          </p:cNvPr>
          <p:cNvSpPr>
            <a:spLocks noGrp="1"/>
          </p:cNvSpPr>
          <p:nvPr/>
        </p:nvSpPr>
        <p:spPr>
          <a:xfrm>
            <a:off x="5759756" y="3278074"/>
            <a:ext cx="28398" cy="28398"/>
          </a:xfrm>
          <a:prstGeom prst="ellipse">
            <a:avLst/>
          </a:prstGeom>
          <a:solidFill>
            <a:srgbClr val="7F8C97">
              <a:alpha val="48000"/>
            </a:srgbClr>
          </a:solidFill>
          <a:ln w="0">
            <a:noFill/>
            <a:prstDash val="solid"/>
          </a:ln>
        </p:spPr>
      </p:sp>
      <p:sp>
        <p:nvSpPr>
          <p:cNvPr id="2035" name="01_find_only_2034">
            <a:extLst>
              <a:ext uri="{FF2B5EF4-FFF2-40B4-BE49-F238E27FC236}">
                <a16:creationId xmlns:a16="http://schemas.microsoft.com/office/drawing/2014/main" id="{1CAFBA83-0FFB-4109-A2CC-603B0937D03F}"/>
              </a:ext>
            </a:extLst>
          </p:cNvPr>
          <p:cNvSpPr>
            <a:spLocks noGrp="1"/>
          </p:cNvSpPr>
          <p:nvPr/>
        </p:nvSpPr>
        <p:spPr>
          <a:xfrm>
            <a:off x="5814696" y="3647912"/>
            <a:ext cx="28398" cy="28398"/>
          </a:xfrm>
          <a:prstGeom prst="ellipse">
            <a:avLst/>
          </a:prstGeom>
          <a:solidFill>
            <a:srgbClr val="7F8C97">
              <a:alpha val="48000"/>
            </a:srgbClr>
          </a:solidFill>
          <a:ln w="0">
            <a:noFill/>
            <a:prstDash val="solid"/>
          </a:ln>
        </p:spPr>
      </p:sp>
      <p:sp>
        <p:nvSpPr>
          <p:cNvPr id="2036" name="01_find_only_2035">
            <a:extLst>
              <a:ext uri="{FF2B5EF4-FFF2-40B4-BE49-F238E27FC236}">
                <a16:creationId xmlns:a16="http://schemas.microsoft.com/office/drawing/2014/main" id="{59ED7C3A-B0EA-4561-9A37-C93CD023AB56}"/>
              </a:ext>
            </a:extLst>
          </p:cNvPr>
          <p:cNvSpPr>
            <a:spLocks noGrp="1"/>
          </p:cNvSpPr>
          <p:nvPr/>
        </p:nvSpPr>
        <p:spPr>
          <a:xfrm>
            <a:off x="5839304" y="3761128"/>
            <a:ext cx="28398" cy="28398"/>
          </a:xfrm>
          <a:prstGeom prst="ellipse">
            <a:avLst/>
          </a:prstGeom>
          <a:solidFill>
            <a:srgbClr val="7F8C97">
              <a:alpha val="48000"/>
            </a:srgbClr>
          </a:solidFill>
          <a:ln w="0">
            <a:noFill/>
            <a:prstDash val="solid"/>
          </a:ln>
        </p:spPr>
      </p:sp>
      <p:sp>
        <p:nvSpPr>
          <p:cNvPr id="2037" name="01_find_only_2036">
            <a:extLst>
              <a:ext uri="{FF2B5EF4-FFF2-40B4-BE49-F238E27FC236}">
                <a16:creationId xmlns:a16="http://schemas.microsoft.com/office/drawing/2014/main" id="{C4B9AD59-56E4-429F-B45E-F01A2C922ABD}"/>
              </a:ext>
            </a:extLst>
          </p:cNvPr>
          <p:cNvSpPr>
            <a:spLocks noGrp="1"/>
          </p:cNvSpPr>
          <p:nvPr/>
        </p:nvSpPr>
        <p:spPr>
          <a:xfrm>
            <a:off x="5843406" y="3579982"/>
            <a:ext cx="28398" cy="28398"/>
          </a:xfrm>
          <a:prstGeom prst="ellipse">
            <a:avLst/>
          </a:prstGeom>
          <a:solidFill>
            <a:srgbClr val="7F8C97">
              <a:alpha val="48000"/>
            </a:srgbClr>
          </a:solidFill>
          <a:ln w="0">
            <a:noFill/>
            <a:prstDash val="solid"/>
          </a:ln>
        </p:spPr>
      </p:sp>
      <p:sp>
        <p:nvSpPr>
          <p:cNvPr id="2038" name="01_find_only_2037">
            <a:extLst>
              <a:ext uri="{FF2B5EF4-FFF2-40B4-BE49-F238E27FC236}">
                <a16:creationId xmlns:a16="http://schemas.microsoft.com/office/drawing/2014/main" id="{76C9BAC1-EC67-45F2-893F-124A53A1D2B3}"/>
              </a:ext>
            </a:extLst>
          </p:cNvPr>
          <p:cNvSpPr>
            <a:spLocks noGrp="1"/>
          </p:cNvSpPr>
          <p:nvPr/>
        </p:nvSpPr>
        <p:spPr>
          <a:xfrm>
            <a:off x="5784460" y="2855402"/>
            <a:ext cx="28398" cy="28398"/>
          </a:xfrm>
          <a:prstGeom prst="ellipse">
            <a:avLst/>
          </a:prstGeom>
          <a:solidFill>
            <a:srgbClr val="7F8C97">
              <a:alpha val="48000"/>
            </a:srgbClr>
          </a:solidFill>
          <a:ln w="0">
            <a:noFill/>
            <a:prstDash val="solid"/>
          </a:ln>
        </p:spPr>
      </p:sp>
      <p:sp>
        <p:nvSpPr>
          <p:cNvPr id="2039" name="01_find_only_2038">
            <a:extLst>
              <a:ext uri="{FF2B5EF4-FFF2-40B4-BE49-F238E27FC236}">
                <a16:creationId xmlns:a16="http://schemas.microsoft.com/office/drawing/2014/main" id="{FB456D08-E203-4123-9CF4-C7E0C684F287}"/>
              </a:ext>
            </a:extLst>
          </p:cNvPr>
          <p:cNvSpPr>
            <a:spLocks noGrp="1"/>
          </p:cNvSpPr>
          <p:nvPr/>
        </p:nvSpPr>
        <p:spPr>
          <a:xfrm>
            <a:off x="5819465" y="3700746"/>
            <a:ext cx="28398" cy="28398"/>
          </a:xfrm>
          <a:prstGeom prst="ellipse">
            <a:avLst/>
          </a:prstGeom>
          <a:solidFill>
            <a:srgbClr val="7F8C97">
              <a:alpha val="48000"/>
            </a:srgbClr>
          </a:solidFill>
          <a:ln w="0">
            <a:noFill/>
            <a:prstDash val="solid"/>
          </a:ln>
        </p:spPr>
      </p:sp>
      <p:sp>
        <p:nvSpPr>
          <p:cNvPr id="2040" name="01_find_only_2039">
            <a:extLst>
              <a:ext uri="{FF2B5EF4-FFF2-40B4-BE49-F238E27FC236}">
                <a16:creationId xmlns:a16="http://schemas.microsoft.com/office/drawing/2014/main" id="{1824DE69-4DCF-4DDB-BBF0-25091BD78FC9}"/>
              </a:ext>
            </a:extLst>
          </p:cNvPr>
          <p:cNvSpPr>
            <a:spLocks noGrp="1"/>
          </p:cNvSpPr>
          <p:nvPr/>
        </p:nvSpPr>
        <p:spPr>
          <a:xfrm>
            <a:off x="5837969" y="4123418"/>
            <a:ext cx="28398" cy="28398"/>
          </a:xfrm>
          <a:prstGeom prst="ellipse">
            <a:avLst/>
          </a:prstGeom>
          <a:solidFill>
            <a:srgbClr val="7F8C97">
              <a:alpha val="48000"/>
            </a:srgbClr>
          </a:solidFill>
          <a:ln w="0">
            <a:noFill/>
            <a:prstDash val="solid"/>
          </a:ln>
        </p:spPr>
      </p:sp>
      <p:sp>
        <p:nvSpPr>
          <p:cNvPr id="2041" name="01_find_only_2040">
            <a:extLst>
              <a:ext uri="{FF2B5EF4-FFF2-40B4-BE49-F238E27FC236}">
                <a16:creationId xmlns:a16="http://schemas.microsoft.com/office/drawing/2014/main" id="{CC7A3363-7C46-43BB-B91F-DBBE11956738}"/>
              </a:ext>
            </a:extLst>
          </p:cNvPr>
          <p:cNvSpPr>
            <a:spLocks noGrp="1"/>
          </p:cNvSpPr>
          <p:nvPr/>
        </p:nvSpPr>
        <p:spPr>
          <a:xfrm>
            <a:off x="5826714" y="3700746"/>
            <a:ext cx="28398" cy="28398"/>
          </a:xfrm>
          <a:prstGeom prst="ellipse">
            <a:avLst/>
          </a:prstGeom>
          <a:solidFill>
            <a:srgbClr val="7F8C97">
              <a:alpha val="48000"/>
            </a:srgbClr>
          </a:solidFill>
          <a:ln w="0">
            <a:noFill/>
            <a:prstDash val="solid"/>
          </a:ln>
        </p:spPr>
      </p:sp>
      <p:sp>
        <p:nvSpPr>
          <p:cNvPr id="2042" name="01_find_only_2041">
            <a:extLst>
              <a:ext uri="{FF2B5EF4-FFF2-40B4-BE49-F238E27FC236}">
                <a16:creationId xmlns:a16="http://schemas.microsoft.com/office/drawing/2014/main" id="{9D429E44-3FF9-4B2F-BC87-7354FD3308A2}"/>
              </a:ext>
            </a:extLst>
          </p:cNvPr>
          <p:cNvSpPr>
            <a:spLocks noGrp="1"/>
          </p:cNvSpPr>
          <p:nvPr/>
        </p:nvSpPr>
        <p:spPr>
          <a:xfrm>
            <a:off x="5816603" y="4123418"/>
            <a:ext cx="28398" cy="28398"/>
          </a:xfrm>
          <a:prstGeom prst="ellipse">
            <a:avLst/>
          </a:prstGeom>
          <a:solidFill>
            <a:srgbClr val="7F8C97">
              <a:alpha val="48000"/>
            </a:srgbClr>
          </a:solidFill>
          <a:ln w="0">
            <a:noFill/>
            <a:prstDash val="solid"/>
          </a:ln>
        </p:spPr>
      </p:sp>
      <p:sp>
        <p:nvSpPr>
          <p:cNvPr id="2043" name="01_find_only_2042">
            <a:extLst>
              <a:ext uri="{FF2B5EF4-FFF2-40B4-BE49-F238E27FC236}">
                <a16:creationId xmlns:a16="http://schemas.microsoft.com/office/drawing/2014/main" id="{355547E4-C10E-4B81-A245-52535ED1126A}"/>
              </a:ext>
            </a:extLst>
          </p:cNvPr>
          <p:cNvSpPr>
            <a:spLocks noGrp="1"/>
          </p:cNvSpPr>
          <p:nvPr/>
        </p:nvSpPr>
        <p:spPr>
          <a:xfrm>
            <a:off x="5793235" y="4123418"/>
            <a:ext cx="28398" cy="28398"/>
          </a:xfrm>
          <a:prstGeom prst="ellipse">
            <a:avLst/>
          </a:prstGeom>
          <a:solidFill>
            <a:srgbClr val="7F8C97">
              <a:alpha val="48000"/>
            </a:srgbClr>
          </a:solidFill>
          <a:ln w="0">
            <a:noFill/>
            <a:prstDash val="solid"/>
          </a:ln>
        </p:spPr>
      </p:sp>
      <p:sp>
        <p:nvSpPr>
          <p:cNvPr id="2044" name="01_find_only_2043">
            <a:extLst>
              <a:ext uri="{FF2B5EF4-FFF2-40B4-BE49-F238E27FC236}">
                <a16:creationId xmlns:a16="http://schemas.microsoft.com/office/drawing/2014/main" id="{52C1177B-A9C5-4BC0-A751-8A7E9381C5C0}"/>
              </a:ext>
            </a:extLst>
          </p:cNvPr>
          <p:cNvSpPr>
            <a:spLocks noGrp="1"/>
          </p:cNvSpPr>
          <p:nvPr/>
        </p:nvSpPr>
        <p:spPr>
          <a:xfrm>
            <a:off x="5790373" y="3327477"/>
            <a:ext cx="28398" cy="28398"/>
          </a:xfrm>
          <a:prstGeom prst="ellipse">
            <a:avLst/>
          </a:prstGeom>
          <a:solidFill>
            <a:srgbClr val="7F8C97">
              <a:alpha val="48000"/>
            </a:srgbClr>
          </a:solidFill>
          <a:ln w="0">
            <a:noFill/>
            <a:prstDash val="solid"/>
          </a:ln>
        </p:spPr>
      </p:sp>
      <p:sp>
        <p:nvSpPr>
          <p:cNvPr id="2045" name="01_find_only_2044">
            <a:extLst>
              <a:ext uri="{FF2B5EF4-FFF2-40B4-BE49-F238E27FC236}">
                <a16:creationId xmlns:a16="http://schemas.microsoft.com/office/drawing/2014/main" id="{D9612D82-8B52-4A70-9F33-19DE4DEA1665}"/>
              </a:ext>
            </a:extLst>
          </p:cNvPr>
          <p:cNvSpPr>
            <a:spLocks noGrp="1"/>
          </p:cNvSpPr>
          <p:nvPr/>
        </p:nvSpPr>
        <p:spPr>
          <a:xfrm>
            <a:off x="5758611" y="4123418"/>
            <a:ext cx="28398" cy="28398"/>
          </a:xfrm>
          <a:prstGeom prst="ellipse">
            <a:avLst/>
          </a:prstGeom>
          <a:solidFill>
            <a:srgbClr val="7F8C97">
              <a:alpha val="48000"/>
            </a:srgbClr>
          </a:solidFill>
          <a:ln w="0">
            <a:noFill/>
            <a:prstDash val="solid"/>
          </a:ln>
        </p:spPr>
      </p:sp>
      <p:sp>
        <p:nvSpPr>
          <p:cNvPr id="2046" name="01_find_only_2045">
            <a:extLst>
              <a:ext uri="{FF2B5EF4-FFF2-40B4-BE49-F238E27FC236}">
                <a16:creationId xmlns:a16="http://schemas.microsoft.com/office/drawing/2014/main" id="{57474969-9393-44E6-82D5-0FADBAE353A5}"/>
              </a:ext>
            </a:extLst>
          </p:cNvPr>
          <p:cNvSpPr>
            <a:spLocks noGrp="1"/>
          </p:cNvSpPr>
          <p:nvPr/>
        </p:nvSpPr>
        <p:spPr>
          <a:xfrm>
            <a:off x="5838255" y="2855402"/>
            <a:ext cx="28398" cy="28398"/>
          </a:xfrm>
          <a:prstGeom prst="ellipse">
            <a:avLst/>
          </a:prstGeom>
          <a:solidFill>
            <a:srgbClr val="7F8C97">
              <a:alpha val="48000"/>
            </a:srgbClr>
          </a:solidFill>
          <a:ln w="0">
            <a:noFill/>
            <a:prstDash val="solid"/>
          </a:ln>
        </p:spPr>
      </p:sp>
      <p:sp>
        <p:nvSpPr>
          <p:cNvPr id="2047" name="01_find_only_2046">
            <a:extLst>
              <a:ext uri="{FF2B5EF4-FFF2-40B4-BE49-F238E27FC236}">
                <a16:creationId xmlns:a16="http://schemas.microsoft.com/office/drawing/2014/main" id="{81476FB6-3F4D-47D9-A2FB-2ABD39C8B79A}"/>
              </a:ext>
            </a:extLst>
          </p:cNvPr>
          <p:cNvSpPr>
            <a:spLocks noGrp="1"/>
          </p:cNvSpPr>
          <p:nvPr/>
        </p:nvSpPr>
        <p:spPr>
          <a:xfrm>
            <a:off x="5828145" y="2855402"/>
            <a:ext cx="28398" cy="28398"/>
          </a:xfrm>
          <a:prstGeom prst="ellipse">
            <a:avLst/>
          </a:prstGeom>
          <a:solidFill>
            <a:srgbClr val="7F8C97">
              <a:alpha val="48000"/>
            </a:srgbClr>
          </a:solidFill>
          <a:ln w="0">
            <a:noFill/>
            <a:prstDash val="solid"/>
          </a:ln>
        </p:spPr>
      </p:sp>
      <p:sp>
        <p:nvSpPr>
          <p:cNvPr id="2048" name="01_find_only_2047">
            <a:extLst>
              <a:ext uri="{FF2B5EF4-FFF2-40B4-BE49-F238E27FC236}">
                <a16:creationId xmlns:a16="http://schemas.microsoft.com/office/drawing/2014/main" id="{D30E5D08-57BB-417B-9F08-BF80B60841C8}"/>
              </a:ext>
            </a:extLst>
          </p:cNvPr>
          <p:cNvSpPr>
            <a:spLocks noGrp="1"/>
          </p:cNvSpPr>
          <p:nvPr/>
        </p:nvSpPr>
        <p:spPr>
          <a:xfrm>
            <a:off x="5813742" y="2855402"/>
            <a:ext cx="28398" cy="28398"/>
          </a:xfrm>
          <a:prstGeom prst="ellipse">
            <a:avLst/>
          </a:prstGeom>
          <a:solidFill>
            <a:srgbClr val="7F8C97">
              <a:alpha val="48000"/>
            </a:srgbClr>
          </a:solidFill>
          <a:ln w="0">
            <a:noFill/>
            <a:prstDash val="solid"/>
          </a:ln>
        </p:spPr>
      </p:sp>
      <p:sp>
        <p:nvSpPr>
          <p:cNvPr id="2049" name="01_find_only_2048">
            <a:extLst>
              <a:ext uri="{FF2B5EF4-FFF2-40B4-BE49-F238E27FC236}">
                <a16:creationId xmlns:a16="http://schemas.microsoft.com/office/drawing/2014/main" id="{3A54CD83-025C-4859-A369-8CA100669FD4}"/>
              </a:ext>
            </a:extLst>
          </p:cNvPr>
          <p:cNvSpPr>
            <a:spLocks noGrp="1"/>
          </p:cNvSpPr>
          <p:nvPr/>
        </p:nvSpPr>
        <p:spPr>
          <a:xfrm>
            <a:off x="5755273" y="2855402"/>
            <a:ext cx="28398" cy="28398"/>
          </a:xfrm>
          <a:prstGeom prst="ellipse">
            <a:avLst/>
          </a:prstGeom>
          <a:solidFill>
            <a:srgbClr val="7F8C97">
              <a:alpha val="48000"/>
            </a:srgbClr>
          </a:solidFill>
          <a:ln w="0">
            <a:noFill/>
            <a:prstDash val="solid"/>
          </a:ln>
        </p:spPr>
      </p:sp>
      <p:sp>
        <p:nvSpPr>
          <p:cNvPr id="2050" name="01_find_only_2049">
            <a:extLst>
              <a:ext uri="{FF2B5EF4-FFF2-40B4-BE49-F238E27FC236}">
                <a16:creationId xmlns:a16="http://schemas.microsoft.com/office/drawing/2014/main" id="{21DE2BCC-5461-4F41-8F6C-AC703856390C}"/>
              </a:ext>
            </a:extLst>
          </p:cNvPr>
          <p:cNvSpPr>
            <a:spLocks noGrp="1"/>
          </p:cNvSpPr>
          <p:nvPr/>
        </p:nvSpPr>
        <p:spPr>
          <a:xfrm>
            <a:off x="5764525" y="4123418"/>
            <a:ext cx="28398" cy="28398"/>
          </a:xfrm>
          <a:prstGeom prst="ellipse">
            <a:avLst/>
          </a:prstGeom>
          <a:solidFill>
            <a:srgbClr val="7F8C97">
              <a:alpha val="48000"/>
            </a:srgbClr>
          </a:solidFill>
          <a:ln w="0">
            <a:noFill/>
            <a:prstDash val="solid"/>
          </a:ln>
        </p:spPr>
      </p:sp>
      <p:sp>
        <p:nvSpPr>
          <p:cNvPr id="2051" name="01_find_only_2050">
            <a:extLst>
              <a:ext uri="{FF2B5EF4-FFF2-40B4-BE49-F238E27FC236}">
                <a16:creationId xmlns:a16="http://schemas.microsoft.com/office/drawing/2014/main" id="{FAE89A15-45DD-46F9-AB4A-7328676845DC}"/>
              </a:ext>
            </a:extLst>
          </p:cNvPr>
          <p:cNvSpPr>
            <a:spLocks noGrp="1"/>
          </p:cNvSpPr>
          <p:nvPr/>
        </p:nvSpPr>
        <p:spPr>
          <a:xfrm>
            <a:off x="5773777" y="4123418"/>
            <a:ext cx="28398" cy="28398"/>
          </a:xfrm>
          <a:prstGeom prst="ellipse">
            <a:avLst/>
          </a:prstGeom>
          <a:solidFill>
            <a:srgbClr val="7F8C97">
              <a:alpha val="48000"/>
            </a:srgbClr>
          </a:solidFill>
          <a:ln w="0">
            <a:noFill/>
            <a:prstDash val="solid"/>
          </a:ln>
        </p:spPr>
      </p:sp>
      <p:sp>
        <p:nvSpPr>
          <p:cNvPr id="2052" name="01_find_only_2051">
            <a:extLst>
              <a:ext uri="{FF2B5EF4-FFF2-40B4-BE49-F238E27FC236}">
                <a16:creationId xmlns:a16="http://schemas.microsoft.com/office/drawing/2014/main" id="{17E1505E-C96E-4AF3-AC1F-1145AB910A88}"/>
              </a:ext>
            </a:extLst>
          </p:cNvPr>
          <p:cNvSpPr>
            <a:spLocks noGrp="1"/>
          </p:cNvSpPr>
          <p:nvPr/>
        </p:nvSpPr>
        <p:spPr>
          <a:xfrm>
            <a:off x="5814696" y="2855402"/>
            <a:ext cx="28398" cy="28398"/>
          </a:xfrm>
          <a:prstGeom prst="ellipse">
            <a:avLst/>
          </a:prstGeom>
          <a:solidFill>
            <a:srgbClr val="7F8C97">
              <a:alpha val="48000"/>
            </a:srgbClr>
          </a:solidFill>
          <a:ln w="0">
            <a:noFill/>
            <a:prstDash val="solid"/>
          </a:ln>
        </p:spPr>
      </p:sp>
      <p:sp>
        <p:nvSpPr>
          <p:cNvPr id="2053" name="01_find_only_2052">
            <a:extLst>
              <a:ext uri="{FF2B5EF4-FFF2-40B4-BE49-F238E27FC236}">
                <a16:creationId xmlns:a16="http://schemas.microsoft.com/office/drawing/2014/main" id="{BEE00B68-51AA-49C6-9363-2C961DE8E1CD}"/>
              </a:ext>
            </a:extLst>
          </p:cNvPr>
          <p:cNvSpPr>
            <a:spLocks noGrp="1"/>
          </p:cNvSpPr>
          <p:nvPr/>
        </p:nvSpPr>
        <p:spPr>
          <a:xfrm>
            <a:off x="5805062" y="3489410"/>
            <a:ext cx="28398" cy="28398"/>
          </a:xfrm>
          <a:prstGeom prst="ellipse">
            <a:avLst/>
          </a:prstGeom>
          <a:solidFill>
            <a:srgbClr val="7F8C97">
              <a:alpha val="48000"/>
            </a:srgbClr>
          </a:solidFill>
          <a:ln w="0">
            <a:noFill/>
            <a:prstDash val="solid"/>
          </a:ln>
        </p:spPr>
      </p:sp>
      <p:sp>
        <p:nvSpPr>
          <p:cNvPr id="2054" name="01_find_only_2053">
            <a:extLst>
              <a:ext uri="{FF2B5EF4-FFF2-40B4-BE49-F238E27FC236}">
                <a16:creationId xmlns:a16="http://schemas.microsoft.com/office/drawing/2014/main" id="{9A812FD9-3B10-443F-84DC-A1F74594AE79}"/>
              </a:ext>
            </a:extLst>
          </p:cNvPr>
          <p:cNvSpPr>
            <a:spLocks noGrp="1"/>
          </p:cNvSpPr>
          <p:nvPr/>
        </p:nvSpPr>
        <p:spPr>
          <a:xfrm>
            <a:off x="5768531" y="3700746"/>
            <a:ext cx="28398" cy="28398"/>
          </a:xfrm>
          <a:prstGeom prst="ellipse">
            <a:avLst/>
          </a:prstGeom>
          <a:solidFill>
            <a:srgbClr val="7F8C97">
              <a:alpha val="48000"/>
            </a:srgbClr>
          </a:solidFill>
          <a:ln w="0">
            <a:noFill/>
            <a:prstDash val="solid"/>
          </a:ln>
        </p:spPr>
      </p:sp>
      <p:sp>
        <p:nvSpPr>
          <p:cNvPr id="2055" name="01_find_only_2054">
            <a:extLst>
              <a:ext uri="{FF2B5EF4-FFF2-40B4-BE49-F238E27FC236}">
                <a16:creationId xmlns:a16="http://schemas.microsoft.com/office/drawing/2014/main" id="{BBD25740-B7C1-4A74-BF6C-840A86D06449}"/>
              </a:ext>
            </a:extLst>
          </p:cNvPr>
          <p:cNvSpPr>
            <a:spLocks noGrp="1"/>
          </p:cNvSpPr>
          <p:nvPr/>
        </p:nvSpPr>
        <p:spPr>
          <a:xfrm>
            <a:off x="5785795" y="3489410"/>
            <a:ext cx="28398" cy="28398"/>
          </a:xfrm>
          <a:prstGeom prst="ellipse">
            <a:avLst/>
          </a:prstGeom>
          <a:solidFill>
            <a:srgbClr val="7F8C97">
              <a:alpha val="48000"/>
            </a:srgbClr>
          </a:solidFill>
          <a:ln w="0">
            <a:noFill/>
            <a:prstDash val="solid"/>
          </a:ln>
        </p:spPr>
      </p:sp>
      <p:sp>
        <p:nvSpPr>
          <p:cNvPr id="2056" name="01_find_only_2055">
            <a:extLst>
              <a:ext uri="{FF2B5EF4-FFF2-40B4-BE49-F238E27FC236}">
                <a16:creationId xmlns:a16="http://schemas.microsoft.com/office/drawing/2014/main" id="{E9D37AD7-756F-426A-9BB6-8F20CA189EF8}"/>
              </a:ext>
            </a:extLst>
          </p:cNvPr>
          <p:cNvSpPr>
            <a:spLocks noGrp="1"/>
          </p:cNvSpPr>
          <p:nvPr/>
        </p:nvSpPr>
        <p:spPr>
          <a:xfrm>
            <a:off x="5752030" y="4123418"/>
            <a:ext cx="28398" cy="28398"/>
          </a:xfrm>
          <a:prstGeom prst="ellipse">
            <a:avLst/>
          </a:prstGeom>
          <a:solidFill>
            <a:srgbClr val="7F8C97">
              <a:alpha val="48000"/>
            </a:srgbClr>
          </a:solidFill>
          <a:ln w="0">
            <a:noFill/>
            <a:prstDash val="solid"/>
          </a:ln>
        </p:spPr>
      </p:sp>
      <p:sp>
        <p:nvSpPr>
          <p:cNvPr id="2057" name="01_find_only_2056">
            <a:extLst>
              <a:ext uri="{FF2B5EF4-FFF2-40B4-BE49-F238E27FC236}">
                <a16:creationId xmlns:a16="http://schemas.microsoft.com/office/drawing/2014/main" id="{BEE153C7-065F-4101-ABF5-6FD6AB1EFCBA}"/>
              </a:ext>
            </a:extLst>
          </p:cNvPr>
          <p:cNvSpPr>
            <a:spLocks noGrp="1"/>
          </p:cNvSpPr>
          <p:nvPr/>
        </p:nvSpPr>
        <p:spPr>
          <a:xfrm>
            <a:off x="6272823" y="3489410"/>
            <a:ext cx="28398" cy="28398"/>
          </a:xfrm>
          <a:prstGeom prst="ellipse">
            <a:avLst/>
          </a:prstGeom>
          <a:solidFill>
            <a:srgbClr val="7F8C97">
              <a:alpha val="48000"/>
            </a:srgbClr>
          </a:solidFill>
          <a:ln w="0">
            <a:noFill/>
            <a:prstDash val="solid"/>
          </a:ln>
        </p:spPr>
      </p:sp>
      <p:sp>
        <p:nvSpPr>
          <p:cNvPr id="2058" name="01_find_only_2057">
            <a:extLst>
              <a:ext uri="{FF2B5EF4-FFF2-40B4-BE49-F238E27FC236}">
                <a16:creationId xmlns:a16="http://schemas.microsoft.com/office/drawing/2014/main" id="{4FC35E7A-5FC1-4F9B-A404-57EC9AA33ECB}"/>
              </a:ext>
            </a:extLst>
          </p:cNvPr>
          <p:cNvSpPr>
            <a:spLocks noGrp="1"/>
          </p:cNvSpPr>
          <p:nvPr/>
        </p:nvSpPr>
        <p:spPr>
          <a:xfrm>
            <a:off x="6254510" y="3912082"/>
            <a:ext cx="28398" cy="28398"/>
          </a:xfrm>
          <a:prstGeom prst="ellipse">
            <a:avLst/>
          </a:prstGeom>
          <a:solidFill>
            <a:srgbClr val="7F8C97">
              <a:alpha val="48000"/>
            </a:srgbClr>
          </a:solidFill>
          <a:ln w="0">
            <a:noFill/>
            <a:prstDash val="solid"/>
          </a:ln>
        </p:spPr>
      </p:sp>
      <p:sp>
        <p:nvSpPr>
          <p:cNvPr id="2059" name="01_find_only_2058">
            <a:extLst>
              <a:ext uri="{FF2B5EF4-FFF2-40B4-BE49-F238E27FC236}">
                <a16:creationId xmlns:a16="http://schemas.microsoft.com/office/drawing/2014/main" id="{73C3454D-A280-4CE9-9600-AA1F588EB0FA}"/>
              </a:ext>
            </a:extLst>
          </p:cNvPr>
          <p:cNvSpPr>
            <a:spLocks noGrp="1"/>
          </p:cNvSpPr>
          <p:nvPr/>
        </p:nvSpPr>
        <p:spPr>
          <a:xfrm>
            <a:off x="6269390" y="4123418"/>
            <a:ext cx="28398" cy="28398"/>
          </a:xfrm>
          <a:prstGeom prst="ellipse">
            <a:avLst/>
          </a:prstGeom>
          <a:solidFill>
            <a:srgbClr val="7F8C97">
              <a:alpha val="48000"/>
            </a:srgbClr>
          </a:solidFill>
          <a:ln w="0">
            <a:noFill/>
            <a:prstDash val="solid"/>
          </a:ln>
        </p:spPr>
      </p:sp>
      <p:sp>
        <p:nvSpPr>
          <p:cNvPr id="2060" name="01_find_only_2059">
            <a:extLst>
              <a:ext uri="{FF2B5EF4-FFF2-40B4-BE49-F238E27FC236}">
                <a16:creationId xmlns:a16="http://schemas.microsoft.com/office/drawing/2014/main" id="{1E8FC30E-877E-4D60-9C95-A1FFC426E9F2}"/>
              </a:ext>
            </a:extLst>
          </p:cNvPr>
          <p:cNvSpPr>
            <a:spLocks noGrp="1"/>
          </p:cNvSpPr>
          <p:nvPr/>
        </p:nvSpPr>
        <p:spPr>
          <a:xfrm>
            <a:off x="6269008" y="3700746"/>
            <a:ext cx="28398" cy="28398"/>
          </a:xfrm>
          <a:prstGeom prst="ellipse">
            <a:avLst/>
          </a:prstGeom>
          <a:solidFill>
            <a:srgbClr val="7F8C97">
              <a:alpha val="48000"/>
            </a:srgbClr>
          </a:solidFill>
          <a:ln w="0">
            <a:noFill/>
            <a:prstDash val="solid"/>
          </a:ln>
        </p:spPr>
      </p:sp>
      <p:sp>
        <p:nvSpPr>
          <p:cNvPr id="2061" name="01_find_only_2060">
            <a:extLst>
              <a:ext uri="{FF2B5EF4-FFF2-40B4-BE49-F238E27FC236}">
                <a16:creationId xmlns:a16="http://schemas.microsoft.com/office/drawing/2014/main" id="{7C7EF542-C141-4EE0-AC47-32151E99F5D3}"/>
              </a:ext>
            </a:extLst>
          </p:cNvPr>
          <p:cNvSpPr>
            <a:spLocks noGrp="1"/>
          </p:cNvSpPr>
          <p:nvPr/>
        </p:nvSpPr>
        <p:spPr>
          <a:xfrm>
            <a:off x="6285223" y="3172406"/>
            <a:ext cx="28398" cy="28398"/>
          </a:xfrm>
          <a:prstGeom prst="ellipse">
            <a:avLst/>
          </a:prstGeom>
          <a:solidFill>
            <a:srgbClr val="7F8C97">
              <a:alpha val="48000"/>
            </a:srgbClr>
          </a:solidFill>
          <a:ln w="0">
            <a:noFill/>
            <a:prstDash val="solid"/>
          </a:ln>
        </p:spPr>
      </p:sp>
      <p:sp>
        <p:nvSpPr>
          <p:cNvPr id="2062" name="01_find_only_2061">
            <a:extLst>
              <a:ext uri="{FF2B5EF4-FFF2-40B4-BE49-F238E27FC236}">
                <a16:creationId xmlns:a16="http://schemas.microsoft.com/office/drawing/2014/main" id="{B0D3F6A3-AAD6-4954-88E5-FB5A67E207B7}"/>
              </a:ext>
            </a:extLst>
          </p:cNvPr>
          <p:cNvSpPr>
            <a:spLocks noGrp="1"/>
          </p:cNvSpPr>
          <p:nvPr/>
        </p:nvSpPr>
        <p:spPr>
          <a:xfrm>
            <a:off x="6312979" y="3700746"/>
            <a:ext cx="28398" cy="28398"/>
          </a:xfrm>
          <a:prstGeom prst="ellipse">
            <a:avLst/>
          </a:prstGeom>
          <a:solidFill>
            <a:srgbClr val="7F8C97">
              <a:alpha val="48000"/>
            </a:srgbClr>
          </a:solidFill>
          <a:ln w="0">
            <a:noFill/>
            <a:prstDash val="solid"/>
          </a:ln>
        </p:spPr>
      </p:sp>
      <p:sp>
        <p:nvSpPr>
          <p:cNvPr id="2063" name="01_find_only_2062">
            <a:extLst>
              <a:ext uri="{FF2B5EF4-FFF2-40B4-BE49-F238E27FC236}">
                <a16:creationId xmlns:a16="http://schemas.microsoft.com/office/drawing/2014/main" id="{6C95D06A-91AA-4C03-969F-48FB4CC05935}"/>
              </a:ext>
            </a:extLst>
          </p:cNvPr>
          <p:cNvSpPr>
            <a:spLocks noGrp="1"/>
          </p:cNvSpPr>
          <p:nvPr/>
        </p:nvSpPr>
        <p:spPr>
          <a:xfrm>
            <a:off x="6330434" y="3131764"/>
            <a:ext cx="28398" cy="28398"/>
          </a:xfrm>
          <a:prstGeom prst="ellipse">
            <a:avLst/>
          </a:prstGeom>
          <a:solidFill>
            <a:srgbClr val="7F8C97">
              <a:alpha val="48000"/>
            </a:srgbClr>
          </a:solidFill>
          <a:ln w="0">
            <a:noFill/>
            <a:prstDash val="solid"/>
          </a:ln>
        </p:spPr>
      </p:sp>
      <p:sp>
        <p:nvSpPr>
          <p:cNvPr id="2064" name="01_find_only_2063">
            <a:extLst>
              <a:ext uri="{FF2B5EF4-FFF2-40B4-BE49-F238E27FC236}">
                <a16:creationId xmlns:a16="http://schemas.microsoft.com/office/drawing/2014/main" id="{E889869D-FB6C-46C0-B752-CE80F85F62D0}"/>
              </a:ext>
            </a:extLst>
          </p:cNvPr>
          <p:cNvSpPr>
            <a:spLocks noGrp="1"/>
          </p:cNvSpPr>
          <p:nvPr/>
        </p:nvSpPr>
        <p:spPr>
          <a:xfrm>
            <a:off x="6259565" y="3278074"/>
            <a:ext cx="28398" cy="28398"/>
          </a:xfrm>
          <a:prstGeom prst="ellipse">
            <a:avLst/>
          </a:prstGeom>
          <a:solidFill>
            <a:srgbClr val="7F8C97">
              <a:alpha val="48000"/>
            </a:srgbClr>
          </a:solidFill>
          <a:ln w="0">
            <a:noFill/>
            <a:prstDash val="solid"/>
          </a:ln>
        </p:spPr>
      </p:sp>
      <p:sp>
        <p:nvSpPr>
          <p:cNvPr id="2065" name="01_find_only_2064">
            <a:extLst>
              <a:ext uri="{FF2B5EF4-FFF2-40B4-BE49-F238E27FC236}">
                <a16:creationId xmlns:a16="http://schemas.microsoft.com/office/drawing/2014/main" id="{3A2E5750-A01F-4FAC-9997-818BA1BC8F0F}"/>
              </a:ext>
            </a:extLst>
          </p:cNvPr>
          <p:cNvSpPr>
            <a:spLocks noGrp="1"/>
          </p:cNvSpPr>
          <p:nvPr/>
        </p:nvSpPr>
        <p:spPr>
          <a:xfrm>
            <a:off x="6303155" y="2855402"/>
            <a:ext cx="28398" cy="28398"/>
          </a:xfrm>
          <a:prstGeom prst="ellipse">
            <a:avLst/>
          </a:prstGeom>
          <a:solidFill>
            <a:srgbClr val="7F8C97">
              <a:alpha val="48000"/>
            </a:srgbClr>
          </a:solidFill>
          <a:ln w="0">
            <a:noFill/>
            <a:prstDash val="solid"/>
          </a:ln>
        </p:spPr>
      </p:sp>
      <p:sp>
        <p:nvSpPr>
          <p:cNvPr id="2066" name="01_find_only_2065">
            <a:extLst>
              <a:ext uri="{FF2B5EF4-FFF2-40B4-BE49-F238E27FC236}">
                <a16:creationId xmlns:a16="http://schemas.microsoft.com/office/drawing/2014/main" id="{F20583ED-59BF-40CA-B87D-E9CDFEE474BA}"/>
              </a:ext>
            </a:extLst>
          </p:cNvPr>
          <p:cNvSpPr>
            <a:spLocks noGrp="1"/>
          </p:cNvSpPr>
          <p:nvPr/>
        </p:nvSpPr>
        <p:spPr>
          <a:xfrm>
            <a:off x="6259851" y="4123418"/>
            <a:ext cx="28398" cy="28398"/>
          </a:xfrm>
          <a:prstGeom prst="ellipse">
            <a:avLst/>
          </a:prstGeom>
          <a:solidFill>
            <a:srgbClr val="7F8C97">
              <a:alpha val="48000"/>
            </a:srgbClr>
          </a:solidFill>
          <a:ln w="0">
            <a:noFill/>
            <a:prstDash val="solid"/>
          </a:ln>
        </p:spPr>
      </p:sp>
      <p:sp>
        <p:nvSpPr>
          <p:cNvPr id="2067" name="01_find_only_2066">
            <a:extLst>
              <a:ext uri="{FF2B5EF4-FFF2-40B4-BE49-F238E27FC236}">
                <a16:creationId xmlns:a16="http://schemas.microsoft.com/office/drawing/2014/main" id="{418291F1-1450-41AA-B1E1-457D71CDAB06}"/>
              </a:ext>
            </a:extLst>
          </p:cNvPr>
          <p:cNvSpPr>
            <a:spLocks noGrp="1"/>
          </p:cNvSpPr>
          <p:nvPr/>
        </p:nvSpPr>
        <p:spPr>
          <a:xfrm>
            <a:off x="6249359" y="3489410"/>
            <a:ext cx="28398" cy="28398"/>
          </a:xfrm>
          <a:prstGeom prst="ellipse">
            <a:avLst/>
          </a:prstGeom>
          <a:solidFill>
            <a:srgbClr val="7F8C97">
              <a:alpha val="48000"/>
            </a:srgbClr>
          </a:solidFill>
          <a:ln w="0">
            <a:noFill/>
            <a:prstDash val="solid"/>
          </a:ln>
        </p:spPr>
      </p:sp>
      <p:sp>
        <p:nvSpPr>
          <p:cNvPr id="2068" name="01_find_only_2067">
            <a:extLst>
              <a:ext uri="{FF2B5EF4-FFF2-40B4-BE49-F238E27FC236}">
                <a16:creationId xmlns:a16="http://schemas.microsoft.com/office/drawing/2014/main" id="{8BA204B2-2F30-47DB-A2A2-9FE3EEBE45A6}"/>
              </a:ext>
            </a:extLst>
          </p:cNvPr>
          <p:cNvSpPr>
            <a:spLocks noGrp="1"/>
          </p:cNvSpPr>
          <p:nvPr/>
        </p:nvSpPr>
        <p:spPr>
          <a:xfrm>
            <a:off x="6322803" y="3330908"/>
            <a:ext cx="28398" cy="28398"/>
          </a:xfrm>
          <a:prstGeom prst="ellipse">
            <a:avLst/>
          </a:prstGeom>
          <a:solidFill>
            <a:srgbClr val="7F8C97">
              <a:alpha val="48000"/>
            </a:srgbClr>
          </a:solidFill>
          <a:ln w="0">
            <a:noFill/>
            <a:prstDash val="solid"/>
          </a:ln>
        </p:spPr>
      </p:sp>
      <p:sp>
        <p:nvSpPr>
          <p:cNvPr id="2069" name="01_find_only_2068">
            <a:extLst>
              <a:ext uri="{FF2B5EF4-FFF2-40B4-BE49-F238E27FC236}">
                <a16:creationId xmlns:a16="http://schemas.microsoft.com/office/drawing/2014/main" id="{7F644734-8566-4851-8719-3AB1A33ABC62}"/>
              </a:ext>
            </a:extLst>
          </p:cNvPr>
          <p:cNvSpPr>
            <a:spLocks noGrp="1"/>
          </p:cNvSpPr>
          <p:nvPr/>
        </p:nvSpPr>
        <p:spPr>
          <a:xfrm>
            <a:off x="6342356" y="4123418"/>
            <a:ext cx="28398" cy="28398"/>
          </a:xfrm>
          <a:prstGeom prst="ellipse">
            <a:avLst/>
          </a:prstGeom>
          <a:solidFill>
            <a:srgbClr val="7F8C97">
              <a:alpha val="48000"/>
            </a:srgbClr>
          </a:solidFill>
          <a:ln w="0">
            <a:noFill/>
            <a:prstDash val="solid"/>
          </a:ln>
        </p:spPr>
      </p:sp>
      <p:sp>
        <p:nvSpPr>
          <p:cNvPr id="2070" name="01_find_only_2069">
            <a:extLst>
              <a:ext uri="{FF2B5EF4-FFF2-40B4-BE49-F238E27FC236}">
                <a16:creationId xmlns:a16="http://schemas.microsoft.com/office/drawing/2014/main" id="{7D9C687D-F211-45A2-9E3B-17B09148937E}"/>
              </a:ext>
            </a:extLst>
          </p:cNvPr>
          <p:cNvSpPr>
            <a:spLocks noGrp="1"/>
          </p:cNvSpPr>
          <p:nvPr/>
        </p:nvSpPr>
        <p:spPr>
          <a:xfrm>
            <a:off x="6284937" y="4123418"/>
            <a:ext cx="28398" cy="28398"/>
          </a:xfrm>
          <a:prstGeom prst="ellipse">
            <a:avLst/>
          </a:prstGeom>
          <a:solidFill>
            <a:srgbClr val="7F8C97">
              <a:alpha val="48000"/>
            </a:srgbClr>
          </a:solidFill>
          <a:ln w="0">
            <a:noFill/>
            <a:prstDash val="solid"/>
          </a:ln>
        </p:spPr>
      </p:sp>
      <p:sp>
        <p:nvSpPr>
          <p:cNvPr id="2071" name="01_find_only_2070">
            <a:extLst>
              <a:ext uri="{FF2B5EF4-FFF2-40B4-BE49-F238E27FC236}">
                <a16:creationId xmlns:a16="http://schemas.microsoft.com/office/drawing/2014/main" id="{4158C64D-0640-4CA1-BBFE-F4473125B084}"/>
              </a:ext>
            </a:extLst>
          </p:cNvPr>
          <p:cNvSpPr>
            <a:spLocks noGrp="1"/>
          </p:cNvSpPr>
          <p:nvPr/>
        </p:nvSpPr>
        <p:spPr>
          <a:xfrm>
            <a:off x="6337206" y="2855402"/>
            <a:ext cx="28398" cy="28398"/>
          </a:xfrm>
          <a:prstGeom prst="ellipse">
            <a:avLst/>
          </a:prstGeom>
          <a:solidFill>
            <a:srgbClr val="7F8C97">
              <a:alpha val="48000"/>
            </a:srgbClr>
          </a:solidFill>
          <a:ln w="0">
            <a:noFill/>
            <a:prstDash val="solid"/>
          </a:ln>
        </p:spPr>
      </p:sp>
      <p:sp>
        <p:nvSpPr>
          <p:cNvPr id="2072" name="01_find_only_2071">
            <a:extLst>
              <a:ext uri="{FF2B5EF4-FFF2-40B4-BE49-F238E27FC236}">
                <a16:creationId xmlns:a16="http://schemas.microsoft.com/office/drawing/2014/main" id="{4708DE89-190F-4482-8E64-4283039F69DB}"/>
              </a:ext>
            </a:extLst>
          </p:cNvPr>
          <p:cNvSpPr>
            <a:spLocks noGrp="1"/>
          </p:cNvSpPr>
          <p:nvPr/>
        </p:nvSpPr>
        <p:spPr>
          <a:xfrm>
            <a:off x="6269294" y="3207629"/>
            <a:ext cx="28398" cy="28398"/>
          </a:xfrm>
          <a:prstGeom prst="ellipse">
            <a:avLst/>
          </a:prstGeom>
          <a:solidFill>
            <a:srgbClr val="7F8C97">
              <a:alpha val="48000"/>
            </a:srgbClr>
          </a:solidFill>
          <a:ln w="0">
            <a:noFill/>
            <a:prstDash val="solid"/>
          </a:ln>
        </p:spPr>
      </p:sp>
      <p:sp>
        <p:nvSpPr>
          <p:cNvPr id="2073" name="01_find_only_2072">
            <a:extLst>
              <a:ext uri="{FF2B5EF4-FFF2-40B4-BE49-F238E27FC236}">
                <a16:creationId xmlns:a16="http://schemas.microsoft.com/office/drawing/2014/main" id="{1AD56C54-E511-4326-83EE-C5D37A04C6D2}"/>
              </a:ext>
            </a:extLst>
          </p:cNvPr>
          <p:cNvSpPr>
            <a:spLocks noGrp="1"/>
          </p:cNvSpPr>
          <p:nvPr/>
        </p:nvSpPr>
        <p:spPr>
          <a:xfrm>
            <a:off x="6287417" y="4123418"/>
            <a:ext cx="28398" cy="28398"/>
          </a:xfrm>
          <a:prstGeom prst="ellipse">
            <a:avLst/>
          </a:prstGeom>
          <a:solidFill>
            <a:srgbClr val="7F8C97">
              <a:alpha val="48000"/>
            </a:srgbClr>
          </a:solidFill>
          <a:ln w="0">
            <a:noFill/>
            <a:prstDash val="solid"/>
          </a:ln>
        </p:spPr>
      </p:sp>
      <p:sp>
        <p:nvSpPr>
          <p:cNvPr id="2074" name="01_find_only_2073">
            <a:extLst>
              <a:ext uri="{FF2B5EF4-FFF2-40B4-BE49-F238E27FC236}">
                <a16:creationId xmlns:a16="http://schemas.microsoft.com/office/drawing/2014/main" id="{DE826759-47E3-45CD-B53F-205249E2891F}"/>
              </a:ext>
            </a:extLst>
          </p:cNvPr>
          <p:cNvSpPr>
            <a:spLocks noGrp="1"/>
          </p:cNvSpPr>
          <p:nvPr/>
        </p:nvSpPr>
        <p:spPr>
          <a:xfrm>
            <a:off x="6315840" y="3679612"/>
            <a:ext cx="28398" cy="28398"/>
          </a:xfrm>
          <a:prstGeom prst="ellipse">
            <a:avLst/>
          </a:prstGeom>
          <a:solidFill>
            <a:srgbClr val="7F8C97">
              <a:alpha val="48000"/>
            </a:srgbClr>
          </a:solidFill>
          <a:ln w="0">
            <a:noFill/>
            <a:prstDash val="solid"/>
          </a:ln>
        </p:spPr>
      </p:sp>
      <p:sp>
        <p:nvSpPr>
          <p:cNvPr id="2075" name="01_find_only_2074">
            <a:extLst>
              <a:ext uri="{FF2B5EF4-FFF2-40B4-BE49-F238E27FC236}">
                <a16:creationId xmlns:a16="http://schemas.microsoft.com/office/drawing/2014/main" id="{6B01424C-C407-4C21-A39C-7E152215DF11}"/>
              </a:ext>
            </a:extLst>
          </p:cNvPr>
          <p:cNvSpPr>
            <a:spLocks noGrp="1"/>
          </p:cNvSpPr>
          <p:nvPr/>
        </p:nvSpPr>
        <p:spPr>
          <a:xfrm>
            <a:off x="6332914" y="4123418"/>
            <a:ext cx="28398" cy="28398"/>
          </a:xfrm>
          <a:prstGeom prst="ellipse">
            <a:avLst/>
          </a:prstGeom>
          <a:solidFill>
            <a:srgbClr val="7F8C97">
              <a:alpha val="48000"/>
            </a:srgbClr>
          </a:solidFill>
          <a:ln w="0">
            <a:noFill/>
            <a:prstDash val="solid"/>
          </a:ln>
        </p:spPr>
      </p:sp>
      <p:sp>
        <p:nvSpPr>
          <p:cNvPr id="2076" name="01_find_only_2075">
            <a:extLst>
              <a:ext uri="{FF2B5EF4-FFF2-40B4-BE49-F238E27FC236}">
                <a16:creationId xmlns:a16="http://schemas.microsoft.com/office/drawing/2014/main" id="{B1923AE1-74FA-49E4-A2AA-2B35E41E6CA5}"/>
              </a:ext>
            </a:extLst>
          </p:cNvPr>
          <p:cNvSpPr>
            <a:spLocks noGrp="1"/>
          </p:cNvSpPr>
          <p:nvPr/>
        </p:nvSpPr>
        <p:spPr>
          <a:xfrm>
            <a:off x="6342166" y="4123418"/>
            <a:ext cx="28398" cy="28398"/>
          </a:xfrm>
          <a:prstGeom prst="ellipse">
            <a:avLst/>
          </a:prstGeom>
          <a:solidFill>
            <a:srgbClr val="7F8C97">
              <a:alpha val="48000"/>
            </a:srgbClr>
          </a:solidFill>
          <a:ln w="0">
            <a:noFill/>
            <a:prstDash val="solid"/>
          </a:ln>
        </p:spPr>
      </p:sp>
      <p:sp>
        <p:nvSpPr>
          <p:cNvPr id="2077" name="01_find_only_2076">
            <a:extLst>
              <a:ext uri="{FF2B5EF4-FFF2-40B4-BE49-F238E27FC236}">
                <a16:creationId xmlns:a16="http://schemas.microsoft.com/office/drawing/2014/main" id="{F04C6A25-915E-4041-AA91-E2D1576BDDB2}"/>
              </a:ext>
            </a:extLst>
          </p:cNvPr>
          <p:cNvSpPr>
            <a:spLocks noGrp="1"/>
          </p:cNvSpPr>
          <p:nvPr/>
        </p:nvSpPr>
        <p:spPr>
          <a:xfrm>
            <a:off x="6309259" y="4123418"/>
            <a:ext cx="28398" cy="28398"/>
          </a:xfrm>
          <a:prstGeom prst="ellipse">
            <a:avLst/>
          </a:prstGeom>
          <a:solidFill>
            <a:srgbClr val="7F8C97">
              <a:alpha val="48000"/>
            </a:srgbClr>
          </a:solidFill>
          <a:ln w="0">
            <a:noFill/>
            <a:prstDash val="solid"/>
          </a:ln>
        </p:spPr>
      </p:sp>
      <p:sp>
        <p:nvSpPr>
          <p:cNvPr id="2078" name="01_find_only_2077">
            <a:extLst>
              <a:ext uri="{FF2B5EF4-FFF2-40B4-BE49-F238E27FC236}">
                <a16:creationId xmlns:a16="http://schemas.microsoft.com/office/drawing/2014/main" id="{BB3927C1-6182-4B3D-AAAC-691A3A7D376F}"/>
              </a:ext>
            </a:extLst>
          </p:cNvPr>
          <p:cNvSpPr>
            <a:spLocks noGrp="1"/>
          </p:cNvSpPr>
          <p:nvPr/>
        </p:nvSpPr>
        <p:spPr>
          <a:xfrm>
            <a:off x="6252698" y="3522779"/>
            <a:ext cx="28398" cy="28398"/>
          </a:xfrm>
          <a:prstGeom prst="ellipse">
            <a:avLst/>
          </a:prstGeom>
          <a:solidFill>
            <a:srgbClr val="7F8C97">
              <a:alpha val="48000"/>
            </a:srgbClr>
          </a:solidFill>
          <a:ln w="0">
            <a:noFill/>
            <a:prstDash val="solid"/>
          </a:ln>
        </p:spPr>
      </p:sp>
      <p:sp>
        <p:nvSpPr>
          <p:cNvPr id="2079" name="01_find_only_2078">
            <a:extLst>
              <a:ext uri="{FF2B5EF4-FFF2-40B4-BE49-F238E27FC236}">
                <a16:creationId xmlns:a16="http://schemas.microsoft.com/office/drawing/2014/main" id="{FAAF4089-5F3A-4BE2-8C0B-7D85FCEF4306}"/>
              </a:ext>
            </a:extLst>
          </p:cNvPr>
          <p:cNvSpPr>
            <a:spLocks noGrp="1"/>
          </p:cNvSpPr>
          <p:nvPr/>
        </p:nvSpPr>
        <p:spPr>
          <a:xfrm>
            <a:off x="6266814" y="4123418"/>
            <a:ext cx="28398" cy="28398"/>
          </a:xfrm>
          <a:prstGeom prst="ellipse">
            <a:avLst/>
          </a:prstGeom>
          <a:solidFill>
            <a:srgbClr val="7F8C97">
              <a:alpha val="48000"/>
            </a:srgbClr>
          </a:solidFill>
          <a:ln w="0">
            <a:noFill/>
            <a:prstDash val="solid"/>
          </a:ln>
        </p:spPr>
      </p:sp>
      <p:sp>
        <p:nvSpPr>
          <p:cNvPr id="2080" name="01_find_only_2079">
            <a:extLst>
              <a:ext uri="{FF2B5EF4-FFF2-40B4-BE49-F238E27FC236}">
                <a16:creationId xmlns:a16="http://schemas.microsoft.com/office/drawing/2014/main" id="{1C29D81E-8AEF-4437-AD51-0D5456BF4A4F}"/>
              </a:ext>
            </a:extLst>
          </p:cNvPr>
          <p:cNvSpPr>
            <a:spLocks noGrp="1"/>
          </p:cNvSpPr>
          <p:nvPr/>
        </p:nvSpPr>
        <p:spPr>
          <a:xfrm>
            <a:off x="6273014" y="4123418"/>
            <a:ext cx="28398" cy="28398"/>
          </a:xfrm>
          <a:prstGeom prst="ellipse">
            <a:avLst/>
          </a:prstGeom>
          <a:solidFill>
            <a:srgbClr val="7F8C97">
              <a:alpha val="48000"/>
            </a:srgbClr>
          </a:solidFill>
          <a:ln w="0">
            <a:noFill/>
            <a:prstDash val="solid"/>
          </a:ln>
        </p:spPr>
      </p:sp>
      <p:sp>
        <p:nvSpPr>
          <p:cNvPr id="2081" name="01_find_only_2080">
            <a:extLst>
              <a:ext uri="{FF2B5EF4-FFF2-40B4-BE49-F238E27FC236}">
                <a16:creationId xmlns:a16="http://schemas.microsoft.com/office/drawing/2014/main" id="{970EACEF-281E-413A-AD44-1D5F106F805A}"/>
              </a:ext>
            </a:extLst>
          </p:cNvPr>
          <p:cNvSpPr>
            <a:spLocks noGrp="1"/>
          </p:cNvSpPr>
          <p:nvPr/>
        </p:nvSpPr>
        <p:spPr>
          <a:xfrm>
            <a:off x="6252507" y="4088195"/>
            <a:ext cx="28398" cy="28398"/>
          </a:xfrm>
          <a:prstGeom prst="ellipse">
            <a:avLst/>
          </a:prstGeom>
          <a:solidFill>
            <a:srgbClr val="7F8C97">
              <a:alpha val="48000"/>
            </a:srgbClr>
          </a:solidFill>
          <a:ln w="0">
            <a:noFill/>
            <a:prstDash val="solid"/>
          </a:ln>
        </p:spPr>
      </p:sp>
      <p:sp>
        <p:nvSpPr>
          <p:cNvPr id="2082" name="01_find_only_2081">
            <a:extLst>
              <a:ext uri="{FF2B5EF4-FFF2-40B4-BE49-F238E27FC236}">
                <a16:creationId xmlns:a16="http://schemas.microsoft.com/office/drawing/2014/main" id="{67BC5228-7042-44D2-8A55-8CEF19BE607F}"/>
              </a:ext>
            </a:extLst>
          </p:cNvPr>
          <p:cNvSpPr>
            <a:spLocks noGrp="1"/>
          </p:cNvSpPr>
          <p:nvPr/>
        </p:nvSpPr>
        <p:spPr>
          <a:xfrm>
            <a:off x="6251935" y="3362608"/>
            <a:ext cx="28398" cy="28398"/>
          </a:xfrm>
          <a:prstGeom prst="ellipse">
            <a:avLst/>
          </a:prstGeom>
          <a:solidFill>
            <a:srgbClr val="7F8C97">
              <a:alpha val="48000"/>
            </a:srgbClr>
          </a:solidFill>
          <a:ln w="0">
            <a:noFill/>
            <a:prstDash val="solid"/>
          </a:ln>
        </p:spPr>
      </p:sp>
      <p:sp>
        <p:nvSpPr>
          <p:cNvPr id="2083" name="01_find_only_2082">
            <a:extLst>
              <a:ext uri="{FF2B5EF4-FFF2-40B4-BE49-F238E27FC236}">
                <a16:creationId xmlns:a16="http://schemas.microsoft.com/office/drawing/2014/main" id="{050FDC71-3299-40D7-A33D-F21BC47DCF97}"/>
              </a:ext>
            </a:extLst>
          </p:cNvPr>
          <p:cNvSpPr>
            <a:spLocks noGrp="1"/>
          </p:cNvSpPr>
          <p:nvPr/>
        </p:nvSpPr>
        <p:spPr>
          <a:xfrm>
            <a:off x="6270439" y="2855402"/>
            <a:ext cx="28398" cy="28398"/>
          </a:xfrm>
          <a:prstGeom prst="ellipse">
            <a:avLst/>
          </a:prstGeom>
          <a:solidFill>
            <a:srgbClr val="7F8C97">
              <a:alpha val="48000"/>
            </a:srgbClr>
          </a:solidFill>
          <a:ln w="0">
            <a:noFill/>
            <a:prstDash val="solid"/>
          </a:ln>
        </p:spPr>
      </p:sp>
      <p:sp>
        <p:nvSpPr>
          <p:cNvPr id="2084" name="01_find_only_2083">
            <a:extLst>
              <a:ext uri="{FF2B5EF4-FFF2-40B4-BE49-F238E27FC236}">
                <a16:creationId xmlns:a16="http://schemas.microsoft.com/office/drawing/2014/main" id="{DC142B99-32A7-4F70-A2EE-0F3159CF06A8}"/>
              </a:ext>
            </a:extLst>
          </p:cNvPr>
          <p:cNvSpPr>
            <a:spLocks noGrp="1"/>
          </p:cNvSpPr>
          <p:nvPr/>
        </p:nvSpPr>
        <p:spPr>
          <a:xfrm>
            <a:off x="6306398" y="3489410"/>
            <a:ext cx="28398" cy="28398"/>
          </a:xfrm>
          <a:prstGeom prst="ellipse">
            <a:avLst/>
          </a:prstGeom>
          <a:solidFill>
            <a:srgbClr val="7F8C97">
              <a:alpha val="48000"/>
            </a:srgbClr>
          </a:solidFill>
          <a:ln w="0">
            <a:noFill/>
            <a:prstDash val="solid"/>
          </a:ln>
        </p:spPr>
      </p:sp>
      <p:sp>
        <p:nvSpPr>
          <p:cNvPr id="2085" name="01_find_only_2084">
            <a:extLst>
              <a:ext uri="{FF2B5EF4-FFF2-40B4-BE49-F238E27FC236}">
                <a16:creationId xmlns:a16="http://schemas.microsoft.com/office/drawing/2014/main" id="{100CB97A-4BE8-49A6-AAEE-C07C514B9D6D}"/>
              </a:ext>
            </a:extLst>
          </p:cNvPr>
          <p:cNvSpPr>
            <a:spLocks noGrp="1"/>
          </p:cNvSpPr>
          <p:nvPr/>
        </p:nvSpPr>
        <p:spPr>
          <a:xfrm>
            <a:off x="6265383" y="4123418"/>
            <a:ext cx="28398" cy="28398"/>
          </a:xfrm>
          <a:prstGeom prst="ellipse">
            <a:avLst/>
          </a:prstGeom>
          <a:solidFill>
            <a:srgbClr val="7F8C97">
              <a:alpha val="48000"/>
            </a:srgbClr>
          </a:solidFill>
          <a:ln w="0">
            <a:noFill/>
            <a:prstDash val="solid"/>
          </a:ln>
        </p:spPr>
      </p:sp>
      <p:sp>
        <p:nvSpPr>
          <p:cNvPr id="2086" name="01_find_only_2085">
            <a:extLst>
              <a:ext uri="{FF2B5EF4-FFF2-40B4-BE49-F238E27FC236}">
                <a16:creationId xmlns:a16="http://schemas.microsoft.com/office/drawing/2014/main" id="{B528B9EF-1D68-49ED-A2EA-0F6A96B52D57}"/>
              </a:ext>
            </a:extLst>
          </p:cNvPr>
          <p:cNvSpPr>
            <a:spLocks noGrp="1"/>
          </p:cNvSpPr>
          <p:nvPr/>
        </p:nvSpPr>
        <p:spPr>
          <a:xfrm>
            <a:off x="6293998" y="4123418"/>
            <a:ext cx="28398" cy="28398"/>
          </a:xfrm>
          <a:prstGeom prst="ellipse">
            <a:avLst/>
          </a:prstGeom>
          <a:solidFill>
            <a:srgbClr val="7F8C97">
              <a:alpha val="48000"/>
            </a:srgbClr>
          </a:solidFill>
          <a:ln w="0">
            <a:noFill/>
            <a:prstDash val="solid"/>
          </a:ln>
        </p:spPr>
      </p:sp>
      <p:sp>
        <p:nvSpPr>
          <p:cNvPr id="2087" name="01_find_only_2086">
            <a:extLst>
              <a:ext uri="{FF2B5EF4-FFF2-40B4-BE49-F238E27FC236}">
                <a16:creationId xmlns:a16="http://schemas.microsoft.com/office/drawing/2014/main" id="{E5BE98A2-FAD7-4F94-AF95-6A6068560EE9}"/>
              </a:ext>
            </a:extLst>
          </p:cNvPr>
          <p:cNvSpPr>
            <a:spLocks noGrp="1"/>
          </p:cNvSpPr>
          <p:nvPr/>
        </p:nvSpPr>
        <p:spPr>
          <a:xfrm>
            <a:off x="6283888" y="4123418"/>
            <a:ext cx="28398" cy="28398"/>
          </a:xfrm>
          <a:prstGeom prst="ellipse">
            <a:avLst/>
          </a:prstGeom>
          <a:solidFill>
            <a:srgbClr val="7F8C97">
              <a:alpha val="48000"/>
            </a:srgbClr>
          </a:solidFill>
          <a:ln w="0">
            <a:noFill/>
            <a:prstDash val="solid"/>
          </a:ln>
        </p:spPr>
      </p:sp>
      <p:sp>
        <p:nvSpPr>
          <p:cNvPr id="2088" name="01_find_only_2087">
            <a:extLst>
              <a:ext uri="{FF2B5EF4-FFF2-40B4-BE49-F238E27FC236}">
                <a16:creationId xmlns:a16="http://schemas.microsoft.com/office/drawing/2014/main" id="{DF2164BD-D618-4741-ACC5-E03271C451B2}"/>
              </a:ext>
            </a:extLst>
          </p:cNvPr>
          <p:cNvSpPr>
            <a:spLocks noGrp="1"/>
          </p:cNvSpPr>
          <p:nvPr/>
        </p:nvSpPr>
        <p:spPr>
          <a:xfrm>
            <a:off x="6331197" y="4123418"/>
            <a:ext cx="28398" cy="28398"/>
          </a:xfrm>
          <a:prstGeom prst="ellipse">
            <a:avLst/>
          </a:prstGeom>
          <a:solidFill>
            <a:srgbClr val="7F8C97">
              <a:alpha val="48000"/>
            </a:srgbClr>
          </a:solidFill>
          <a:ln w="0">
            <a:noFill/>
            <a:prstDash val="solid"/>
          </a:ln>
        </p:spPr>
      </p:sp>
      <p:sp>
        <p:nvSpPr>
          <p:cNvPr id="2089" name="01_find_only_2088">
            <a:extLst>
              <a:ext uri="{FF2B5EF4-FFF2-40B4-BE49-F238E27FC236}">
                <a16:creationId xmlns:a16="http://schemas.microsoft.com/office/drawing/2014/main" id="{9C9CBF5D-075A-4BF5-9FAF-AD9A7774E5CF}"/>
              </a:ext>
            </a:extLst>
          </p:cNvPr>
          <p:cNvSpPr>
            <a:spLocks noGrp="1"/>
          </p:cNvSpPr>
          <p:nvPr/>
        </p:nvSpPr>
        <p:spPr>
          <a:xfrm>
            <a:off x="6274445" y="4092740"/>
            <a:ext cx="28398" cy="28398"/>
          </a:xfrm>
          <a:prstGeom prst="ellipse">
            <a:avLst/>
          </a:prstGeom>
          <a:solidFill>
            <a:srgbClr val="7F8C97">
              <a:alpha val="48000"/>
            </a:srgbClr>
          </a:solidFill>
          <a:ln w="0">
            <a:noFill/>
            <a:prstDash val="solid"/>
          </a:ln>
        </p:spPr>
      </p:sp>
      <p:sp>
        <p:nvSpPr>
          <p:cNvPr id="2090" name="01_find_only_2089">
            <a:extLst>
              <a:ext uri="{FF2B5EF4-FFF2-40B4-BE49-F238E27FC236}">
                <a16:creationId xmlns:a16="http://schemas.microsoft.com/office/drawing/2014/main" id="{EFA7FBEB-9C5C-40E5-90FB-0ADA5578B649}"/>
              </a:ext>
            </a:extLst>
          </p:cNvPr>
          <p:cNvSpPr>
            <a:spLocks noGrp="1"/>
          </p:cNvSpPr>
          <p:nvPr/>
        </p:nvSpPr>
        <p:spPr>
          <a:xfrm>
            <a:off x="6313647" y="4123418"/>
            <a:ext cx="28398" cy="28398"/>
          </a:xfrm>
          <a:prstGeom prst="ellipse">
            <a:avLst/>
          </a:prstGeom>
          <a:solidFill>
            <a:srgbClr val="7F8C97">
              <a:alpha val="48000"/>
            </a:srgbClr>
          </a:solidFill>
          <a:ln w="0">
            <a:noFill/>
            <a:prstDash val="solid"/>
          </a:ln>
        </p:spPr>
      </p:sp>
      <p:sp>
        <p:nvSpPr>
          <p:cNvPr id="2091" name="01_find_only_2090">
            <a:extLst>
              <a:ext uri="{FF2B5EF4-FFF2-40B4-BE49-F238E27FC236}">
                <a16:creationId xmlns:a16="http://schemas.microsoft.com/office/drawing/2014/main" id="{50ECCAC7-6FE3-4205-850D-8665801F663E}"/>
              </a:ext>
            </a:extLst>
          </p:cNvPr>
          <p:cNvSpPr>
            <a:spLocks noGrp="1"/>
          </p:cNvSpPr>
          <p:nvPr/>
        </p:nvSpPr>
        <p:spPr>
          <a:xfrm>
            <a:off x="6316031" y="2855402"/>
            <a:ext cx="28398" cy="28398"/>
          </a:xfrm>
          <a:prstGeom prst="ellipse">
            <a:avLst/>
          </a:prstGeom>
          <a:solidFill>
            <a:srgbClr val="7F8C97">
              <a:alpha val="48000"/>
            </a:srgbClr>
          </a:solidFill>
          <a:ln w="0">
            <a:noFill/>
            <a:prstDash val="solid"/>
          </a:ln>
        </p:spPr>
      </p:sp>
      <p:sp>
        <p:nvSpPr>
          <p:cNvPr id="2092" name="01_find_only_2091">
            <a:extLst>
              <a:ext uri="{FF2B5EF4-FFF2-40B4-BE49-F238E27FC236}">
                <a16:creationId xmlns:a16="http://schemas.microsoft.com/office/drawing/2014/main" id="{CEE300C4-4F83-41AB-A51F-2DCE76342050}"/>
              </a:ext>
            </a:extLst>
          </p:cNvPr>
          <p:cNvSpPr>
            <a:spLocks noGrp="1"/>
          </p:cNvSpPr>
          <p:nvPr/>
        </p:nvSpPr>
        <p:spPr>
          <a:xfrm>
            <a:off x="6252221" y="3489410"/>
            <a:ext cx="28398" cy="28398"/>
          </a:xfrm>
          <a:prstGeom prst="ellipse">
            <a:avLst/>
          </a:prstGeom>
          <a:solidFill>
            <a:srgbClr val="7F8C97">
              <a:alpha val="48000"/>
            </a:srgbClr>
          </a:solidFill>
          <a:ln w="0">
            <a:noFill/>
            <a:prstDash val="solid"/>
          </a:ln>
        </p:spPr>
      </p:sp>
      <p:sp>
        <p:nvSpPr>
          <p:cNvPr id="2093" name="01_find_only_2092">
            <a:extLst>
              <a:ext uri="{FF2B5EF4-FFF2-40B4-BE49-F238E27FC236}">
                <a16:creationId xmlns:a16="http://schemas.microsoft.com/office/drawing/2014/main" id="{735A3BC1-AA8A-4E89-8604-B1C38349DD74}"/>
              </a:ext>
            </a:extLst>
          </p:cNvPr>
          <p:cNvSpPr>
            <a:spLocks noGrp="1"/>
          </p:cNvSpPr>
          <p:nvPr/>
        </p:nvSpPr>
        <p:spPr>
          <a:xfrm>
            <a:off x="6329957" y="4123418"/>
            <a:ext cx="28398" cy="28398"/>
          </a:xfrm>
          <a:prstGeom prst="ellipse">
            <a:avLst/>
          </a:prstGeom>
          <a:solidFill>
            <a:srgbClr val="7F8C97">
              <a:alpha val="48000"/>
            </a:srgbClr>
          </a:solidFill>
          <a:ln w="0">
            <a:noFill/>
            <a:prstDash val="solid"/>
          </a:ln>
        </p:spPr>
      </p:sp>
      <p:sp>
        <p:nvSpPr>
          <p:cNvPr id="2094" name="01_find_only_2093">
            <a:extLst>
              <a:ext uri="{FF2B5EF4-FFF2-40B4-BE49-F238E27FC236}">
                <a16:creationId xmlns:a16="http://schemas.microsoft.com/office/drawing/2014/main" id="{A8E61E97-D10C-4117-9C96-C162DCAC8D9A}"/>
              </a:ext>
            </a:extLst>
          </p:cNvPr>
          <p:cNvSpPr>
            <a:spLocks noGrp="1"/>
          </p:cNvSpPr>
          <p:nvPr/>
        </p:nvSpPr>
        <p:spPr>
          <a:xfrm>
            <a:off x="6249932" y="4123418"/>
            <a:ext cx="28398" cy="28398"/>
          </a:xfrm>
          <a:prstGeom prst="ellipse">
            <a:avLst/>
          </a:prstGeom>
          <a:solidFill>
            <a:srgbClr val="7F8C97">
              <a:alpha val="48000"/>
            </a:srgbClr>
          </a:solidFill>
          <a:ln w="0">
            <a:noFill/>
            <a:prstDash val="solid"/>
          </a:ln>
        </p:spPr>
      </p:sp>
      <p:sp>
        <p:nvSpPr>
          <p:cNvPr id="2095" name="01_find_only_2094">
            <a:extLst>
              <a:ext uri="{FF2B5EF4-FFF2-40B4-BE49-F238E27FC236}">
                <a16:creationId xmlns:a16="http://schemas.microsoft.com/office/drawing/2014/main" id="{43F42A87-3472-4F27-9415-31B9A6FB1AF9}"/>
              </a:ext>
            </a:extLst>
          </p:cNvPr>
          <p:cNvSpPr>
            <a:spLocks noGrp="1"/>
          </p:cNvSpPr>
          <p:nvPr/>
        </p:nvSpPr>
        <p:spPr>
          <a:xfrm>
            <a:off x="6329766" y="4123418"/>
            <a:ext cx="28398" cy="28398"/>
          </a:xfrm>
          <a:prstGeom prst="ellipse">
            <a:avLst/>
          </a:prstGeom>
          <a:solidFill>
            <a:srgbClr val="7F8C97">
              <a:alpha val="48000"/>
            </a:srgbClr>
          </a:solidFill>
          <a:ln w="0">
            <a:noFill/>
            <a:prstDash val="solid"/>
          </a:ln>
        </p:spPr>
      </p:sp>
      <p:sp>
        <p:nvSpPr>
          <p:cNvPr id="2096" name="01_find_only_2095">
            <a:extLst>
              <a:ext uri="{FF2B5EF4-FFF2-40B4-BE49-F238E27FC236}">
                <a16:creationId xmlns:a16="http://schemas.microsoft.com/office/drawing/2014/main" id="{37E20F39-3933-4D16-8D18-691CF63AA50C}"/>
              </a:ext>
            </a:extLst>
          </p:cNvPr>
          <p:cNvSpPr>
            <a:spLocks noGrp="1"/>
          </p:cNvSpPr>
          <p:nvPr/>
        </p:nvSpPr>
        <p:spPr>
          <a:xfrm>
            <a:off x="6339018" y="4123418"/>
            <a:ext cx="28398" cy="28398"/>
          </a:xfrm>
          <a:prstGeom prst="ellipse">
            <a:avLst/>
          </a:prstGeom>
          <a:solidFill>
            <a:srgbClr val="7F8C97">
              <a:alpha val="48000"/>
            </a:srgbClr>
          </a:solidFill>
          <a:ln w="0">
            <a:noFill/>
            <a:prstDash val="solid"/>
          </a:ln>
        </p:spPr>
      </p:sp>
      <p:sp>
        <p:nvSpPr>
          <p:cNvPr id="2097" name="01_find_only_2096">
            <a:extLst>
              <a:ext uri="{FF2B5EF4-FFF2-40B4-BE49-F238E27FC236}">
                <a16:creationId xmlns:a16="http://schemas.microsoft.com/office/drawing/2014/main" id="{F6F202E0-B121-4830-8B26-955AF4A011EB}"/>
              </a:ext>
            </a:extLst>
          </p:cNvPr>
          <p:cNvSpPr>
            <a:spLocks noGrp="1"/>
          </p:cNvSpPr>
          <p:nvPr/>
        </p:nvSpPr>
        <p:spPr>
          <a:xfrm>
            <a:off x="6306970" y="4123418"/>
            <a:ext cx="28398" cy="28398"/>
          </a:xfrm>
          <a:prstGeom prst="ellipse">
            <a:avLst/>
          </a:prstGeom>
          <a:solidFill>
            <a:srgbClr val="7F8C97">
              <a:alpha val="48000"/>
            </a:srgbClr>
          </a:solidFill>
          <a:ln w="0">
            <a:noFill/>
            <a:prstDash val="solid"/>
          </a:ln>
        </p:spPr>
      </p:sp>
      <p:sp>
        <p:nvSpPr>
          <p:cNvPr id="2098" name="01_find_only_2097">
            <a:extLst>
              <a:ext uri="{FF2B5EF4-FFF2-40B4-BE49-F238E27FC236}">
                <a16:creationId xmlns:a16="http://schemas.microsoft.com/office/drawing/2014/main" id="{148B3EAB-093F-4391-B958-FEE08973DAD4}"/>
              </a:ext>
            </a:extLst>
          </p:cNvPr>
          <p:cNvSpPr>
            <a:spLocks noGrp="1"/>
          </p:cNvSpPr>
          <p:nvPr/>
        </p:nvSpPr>
        <p:spPr>
          <a:xfrm>
            <a:off x="6278355" y="4123418"/>
            <a:ext cx="28398" cy="28398"/>
          </a:xfrm>
          <a:prstGeom prst="ellipse">
            <a:avLst/>
          </a:prstGeom>
          <a:solidFill>
            <a:srgbClr val="7F8C97">
              <a:alpha val="48000"/>
            </a:srgbClr>
          </a:solidFill>
          <a:ln w="0">
            <a:noFill/>
            <a:prstDash val="solid"/>
          </a:ln>
        </p:spPr>
      </p:sp>
      <p:sp>
        <p:nvSpPr>
          <p:cNvPr id="2099" name="01_find_only_2098">
            <a:extLst>
              <a:ext uri="{FF2B5EF4-FFF2-40B4-BE49-F238E27FC236}">
                <a16:creationId xmlns:a16="http://schemas.microsoft.com/office/drawing/2014/main" id="{E6A11735-F831-4EDF-89EA-9AD472E90C5D}"/>
              </a:ext>
            </a:extLst>
          </p:cNvPr>
          <p:cNvSpPr>
            <a:spLocks noGrp="1"/>
          </p:cNvSpPr>
          <p:nvPr/>
        </p:nvSpPr>
        <p:spPr>
          <a:xfrm>
            <a:off x="6318320" y="4123418"/>
            <a:ext cx="28398" cy="28398"/>
          </a:xfrm>
          <a:prstGeom prst="ellipse">
            <a:avLst/>
          </a:prstGeom>
          <a:solidFill>
            <a:srgbClr val="7F8C97">
              <a:alpha val="48000"/>
            </a:srgbClr>
          </a:solidFill>
          <a:ln w="0">
            <a:noFill/>
            <a:prstDash val="solid"/>
          </a:ln>
        </p:spPr>
      </p:sp>
      <p:sp>
        <p:nvSpPr>
          <p:cNvPr id="2100" name="01_find_only_2099">
            <a:extLst>
              <a:ext uri="{FF2B5EF4-FFF2-40B4-BE49-F238E27FC236}">
                <a16:creationId xmlns:a16="http://schemas.microsoft.com/office/drawing/2014/main" id="{2BEB1D61-995E-4EDB-AC85-B7F916387174}"/>
              </a:ext>
            </a:extLst>
          </p:cNvPr>
          <p:cNvSpPr>
            <a:spLocks noGrp="1"/>
          </p:cNvSpPr>
          <p:nvPr/>
        </p:nvSpPr>
        <p:spPr>
          <a:xfrm>
            <a:off x="6269771" y="4123418"/>
            <a:ext cx="28398" cy="28398"/>
          </a:xfrm>
          <a:prstGeom prst="ellipse">
            <a:avLst/>
          </a:prstGeom>
          <a:solidFill>
            <a:srgbClr val="7F8C97">
              <a:alpha val="48000"/>
            </a:srgbClr>
          </a:solidFill>
          <a:ln w="0">
            <a:noFill/>
            <a:prstDash val="solid"/>
          </a:ln>
        </p:spPr>
      </p:sp>
      <p:sp>
        <p:nvSpPr>
          <p:cNvPr id="2101" name="01_find_only_2100">
            <a:extLst>
              <a:ext uri="{FF2B5EF4-FFF2-40B4-BE49-F238E27FC236}">
                <a16:creationId xmlns:a16="http://schemas.microsoft.com/office/drawing/2014/main" id="{219CF043-8CD8-4F54-BF93-CAE4829049D1}"/>
              </a:ext>
            </a:extLst>
          </p:cNvPr>
          <p:cNvSpPr>
            <a:spLocks noGrp="1"/>
          </p:cNvSpPr>
          <p:nvPr/>
        </p:nvSpPr>
        <p:spPr>
          <a:xfrm>
            <a:off x="6294284" y="4123418"/>
            <a:ext cx="28398" cy="28398"/>
          </a:xfrm>
          <a:prstGeom prst="ellipse">
            <a:avLst/>
          </a:prstGeom>
          <a:solidFill>
            <a:srgbClr val="7F8C97">
              <a:alpha val="48000"/>
            </a:srgbClr>
          </a:solidFill>
          <a:ln w="0">
            <a:noFill/>
            <a:prstDash val="solid"/>
          </a:ln>
        </p:spPr>
      </p:sp>
      <p:sp>
        <p:nvSpPr>
          <p:cNvPr id="2102" name="01_find_only_2101">
            <a:extLst>
              <a:ext uri="{FF2B5EF4-FFF2-40B4-BE49-F238E27FC236}">
                <a16:creationId xmlns:a16="http://schemas.microsoft.com/office/drawing/2014/main" id="{F06675D7-DA66-48C9-A121-C67CBDBDF4E0}"/>
              </a:ext>
            </a:extLst>
          </p:cNvPr>
          <p:cNvSpPr>
            <a:spLocks noGrp="1"/>
          </p:cNvSpPr>
          <p:nvPr/>
        </p:nvSpPr>
        <p:spPr>
          <a:xfrm>
            <a:off x="6294284" y="4123418"/>
            <a:ext cx="28398" cy="28398"/>
          </a:xfrm>
          <a:prstGeom prst="ellipse">
            <a:avLst/>
          </a:prstGeom>
          <a:solidFill>
            <a:srgbClr val="7F8C97">
              <a:alpha val="48000"/>
            </a:srgbClr>
          </a:solidFill>
          <a:ln w="0">
            <a:noFill/>
            <a:prstDash val="solid"/>
          </a:ln>
        </p:spPr>
      </p:sp>
      <p:sp>
        <p:nvSpPr>
          <p:cNvPr id="2103" name="01_find_only_2102">
            <a:extLst>
              <a:ext uri="{FF2B5EF4-FFF2-40B4-BE49-F238E27FC236}">
                <a16:creationId xmlns:a16="http://schemas.microsoft.com/office/drawing/2014/main" id="{8BC364CA-2A2D-4E8E-9D7C-1C1E0094B231}"/>
              </a:ext>
            </a:extLst>
          </p:cNvPr>
          <p:cNvSpPr>
            <a:spLocks noGrp="1"/>
          </p:cNvSpPr>
          <p:nvPr/>
        </p:nvSpPr>
        <p:spPr>
          <a:xfrm>
            <a:off x="6265670" y="4123418"/>
            <a:ext cx="28398" cy="28398"/>
          </a:xfrm>
          <a:prstGeom prst="ellipse">
            <a:avLst/>
          </a:prstGeom>
          <a:solidFill>
            <a:srgbClr val="7F8C97">
              <a:alpha val="48000"/>
            </a:srgbClr>
          </a:solidFill>
          <a:ln w="0">
            <a:noFill/>
            <a:prstDash val="solid"/>
          </a:ln>
        </p:spPr>
      </p:sp>
      <p:sp>
        <p:nvSpPr>
          <p:cNvPr id="2104" name="01_find_only_2103">
            <a:extLst>
              <a:ext uri="{FF2B5EF4-FFF2-40B4-BE49-F238E27FC236}">
                <a16:creationId xmlns:a16="http://schemas.microsoft.com/office/drawing/2014/main" id="{F710F316-25C6-47E7-A0DB-10F2DC9745AC}"/>
              </a:ext>
            </a:extLst>
          </p:cNvPr>
          <p:cNvSpPr>
            <a:spLocks noGrp="1"/>
          </p:cNvSpPr>
          <p:nvPr/>
        </p:nvSpPr>
        <p:spPr>
          <a:xfrm>
            <a:off x="6332151" y="4123418"/>
            <a:ext cx="28398" cy="28398"/>
          </a:xfrm>
          <a:prstGeom prst="ellipse">
            <a:avLst/>
          </a:prstGeom>
          <a:solidFill>
            <a:srgbClr val="7F8C97">
              <a:alpha val="48000"/>
            </a:srgbClr>
          </a:solidFill>
          <a:ln w="0">
            <a:noFill/>
            <a:prstDash val="solid"/>
          </a:ln>
        </p:spPr>
      </p:sp>
      <p:sp>
        <p:nvSpPr>
          <p:cNvPr id="2105" name="01_find_only_2104">
            <a:extLst>
              <a:ext uri="{FF2B5EF4-FFF2-40B4-BE49-F238E27FC236}">
                <a16:creationId xmlns:a16="http://schemas.microsoft.com/office/drawing/2014/main" id="{2AE5BED5-9896-4CCF-9376-6218E5F0E4E1}"/>
              </a:ext>
            </a:extLst>
          </p:cNvPr>
          <p:cNvSpPr>
            <a:spLocks noGrp="1"/>
          </p:cNvSpPr>
          <p:nvPr/>
        </p:nvSpPr>
        <p:spPr>
          <a:xfrm>
            <a:off x="6279977" y="4123418"/>
            <a:ext cx="28398" cy="28398"/>
          </a:xfrm>
          <a:prstGeom prst="ellipse">
            <a:avLst/>
          </a:prstGeom>
          <a:solidFill>
            <a:srgbClr val="7F8C97">
              <a:alpha val="48000"/>
            </a:srgbClr>
          </a:solidFill>
          <a:ln w="0">
            <a:noFill/>
            <a:prstDash val="solid"/>
          </a:ln>
        </p:spPr>
      </p:sp>
      <p:sp>
        <p:nvSpPr>
          <p:cNvPr id="2106" name="01_find_only_2105">
            <a:extLst>
              <a:ext uri="{FF2B5EF4-FFF2-40B4-BE49-F238E27FC236}">
                <a16:creationId xmlns:a16="http://schemas.microsoft.com/office/drawing/2014/main" id="{F2AB60CE-F4FE-403F-AD1A-EB646F1ACDF5}"/>
              </a:ext>
            </a:extLst>
          </p:cNvPr>
          <p:cNvSpPr>
            <a:spLocks noGrp="1"/>
          </p:cNvSpPr>
          <p:nvPr/>
        </p:nvSpPr>
        <p:spPr>
          <a:xfrm>
            <a:off x="6289229" y="4123418"/>
            <a:ext cx="28398" cy="28398"/>
          </a:xfrm>
          <a:prstGeom prst="ellipse">
            <a:avLst/>
          </a:prstGeom>
          <a:solidFill>
            <a:srgbClr val="7F8C97">
              <a:alpha val="48000"/>
            </a:srgbClr>
          </a:solidFill>
          <a:ln w="0">
            <a:noFill/>
            <a:prstDash val="solid"/>
          </a:ln>
        </p:spPr>
      </p:sp>
      <p:sp>
        <p:nvSpPr>
          <p:cNvPr id="2107" name="01_find_only_2106">
            <a:extLst>
              <a:ext uri="{FF2B5EF4-FFF2-40B4-BE49-F238E27FC236}">
                <a16:creationId xmlns:a16="http://schemas.microsoft.com/office/drawing/2014/main" id="{2C49C0E1-F3C5-499D-97C3-1C97311B5D03}"/>
              </a:ext>
            </a:extLst>
          </p:cNvPr>
          <p:cNvSpPr>
            <a:spLocks noGrp="1"/>
          </p:cNvSpPr>
          <p:nvPr/>
        </p:nvSpPr>
        <p:spPr>
          <a:xfrm>
            <a:off x="6341307" y="4123418"/>
            <a:ext cx="28398" cy="28398"/>
          </a:xfrm>
          <a:prstGeom prst="ellipse">
            <a:avLst/>
          </a:prstGeom>
          <a:solidFill>
            <a:srgbClr val="7F8C97">
              <a:alpha val="48000"/>
            </a:srgbClr>
          </a:solidFill>
          <a:ln w="0">
            <a:noFill/>
            <a:prstDash val="solid"/>
          </a:ln>
        </p:spPr>
      </p:sp>
      <p:sp>
        <p:nvSpPr>
          <p:cNvPr id="2108" name="01_find_only_2107">
            <a:extLst>
              <a:ext uri="{FF2B5EF4-FFF2-40B4-BE49-F238E27FC236}">
                <a16:creationId xmlns:a16="http://schemas.microsoft.com/office/drawing/2014/main" id="{84A665F1-10E4-4D8C-A72D-ADF36AD583CA}"/>
              </a:ext>
            </a:extLst>
          </p:cNvPr>
          <p:cNvSpPr>
            <a:spLocks noGrp="1"/>
          </p:cNvSpPr>
          <p:nvPr/>
        </p:nvSpPr>
        <p:spPr>
          <a:xfrm>
            <a:off x="6312693" y="4123418"/>
            <a:ext cx="28398" cy="28398"/>
          </a:xfrm>
          <a:prstGeom prst="ellipse">
            <a:avLst/>
          </a:prstGeom>
          <a:solidFill>
            <a:srgbClr val="7F8C97">
              <a:alpha val="48000"/>
            </a:srgbClr>
          </a:solidFill>
          <a:ln w="0">
            <a:noFill/>
            <a:prstDash val="solid"/>
          </a:ln>
        </p:spPr>
      </p:sp>
      <p:sp>
        <p:nvSpPr>
          <p:cNvPr id="2109" name="01_find_only_2108">
            <a:extLst>
              <a:ext uri="{FF2B5EF4-FFF2-40B4-BE49-F238E27FC236}">
                <a16:creationId xmlns:a16="http://schemas.microsoft.com/office/drawing/2014/main" id="{6DB9F9C3-50C8-4684-A135-6C1BB9D9AB4A}"/>
              </a:ext>
            </a:extLst>
          </p:cNvPr>
          <p:cNvSpPr>
            <a:spLocks noGrp="1"/>
          </p:cNvSpPr>
          <p:nvPr/>
        </p:nvSpPr>
        <p:spPr>
          <a:xfrm>
            <a:off x="6337873" y="4123418"/>
            <a:ext cx="28398" cy="28398"/>
          </a:xfrm>
          <a:prstGeom prst="ellipse">
            <a:avLst/>
          </a:prstGeom>
          <a:solidFill>
            <a:srgbClr val="7F8C97">
              <a:alpha val="48000"/>
            </a:srgbClr>
          </a:solidFill>
          <a:ln w="0">
            <a:noFill/>
            <a:prstDash val="solid"/>
          </a:ln>
        </p:spPr>
      </p:sp>
      <p:sp>
        <p:nvSpPr>
          <p:cNvPr id="2110" name="01_find_only_2109">
            <a:extLst>
              <a:ext uri="{FF2B5EF4-FFF2-40B4-BE49-F238E27FC236}">
                <a16:creationId xmlns:a16="http://schemas.microsoft.com/office/drawing/2014/main" id="{56BDC8B1-66A1-40A3-BA24-7952563C9496}"/>
              </a:ext>
            </a:extLst>
          </p:cNvPr>
          <p:cNvSpPr>
            <a:spLocks noGrp="1"/>
          </p:cNvSpPr>
          <p:nvPr/>
        </p:nvSpPr>
        <p:spPr>
          <a:xfrm>
            <a:off x="6253556" y="3964916"/>
            <a:ext cx="28398" cy="28398"/>
          </a:xfrm>
          <a:prstGeom prst="ellipse">
            <a:avLst/>
          </a:prstGeom>
          <a:solidFill>
            <a:srgbClr val="7F8C97">
              <a:alpha val="48000"/>
            </a:srgbClr>
          </a:solidFill>
          <a:ln w="0">
            <a:noFill/>
            <a:prstDash val="solid"/>
          </a:ln>
        </p:spPr>
      </p:sp>
      <p:sp>
        <p:nvSpPr>
          <p:cNvPr id="2111" name="01_find_only_2110">
            <a:extLst>
              <a:ext uri="{FF2B5EF4-FFF2-40B4-BE49-F238E27FC236}">
                <a16:creationId xmlns:a16="http://schemas.microsoft.com/office/drawing/2014/main" id="{137C1D96-49BC-45FE-8EC6-343524FE1047}"/>
              </a:ext>
            </a:extLst>
          </p:cNvPr>
          <p:cNvSpPr>
            <a:spLocks noGrp="1"/>
          </p:cNvSpPr>
          <p:nvPr/>
        </p:nvSpPr>
        <p:spPr>
          <a:xfrm>
            <a:off x="6330815" y="4123418"/>
            <a:ext cx="28398" cy="28398"/>
          </a:xfrm>
          <a:prstGeom prst="ellipse">
            <a:avLst/>
          </a:prstGeom>
          <a:solidFill>
            <a:srgbClr val="7F8C97">
              <a:alpha val="48000"/>
            </a:srgbClr>
          </a:solidFill>
          <a:ln w="0">
            <a:noFill/>
            <a:prstDash val="solid"/>
          </a:ln>
        </p:spPr>
      </p:sp>
      <p:sp>
        <p:nvSpPr>
          <p:cNvPr id="2112" name="01_find_only_2111">
            <a:extLst>
              <a:ext uri="{FF2B5EF4-FFF2-40B4-BE49-F238E27FC236}">
                <a16:creationId xmlns:a16="http://schemas.microsoft.com/office/drawing/2014/main" id="{36B0E321-259C-48A3-8DC1-9736A1D5D1D0}"/>
              </a:ext>
            </a:extLst>
          </p:cNvPr>
          <p:cNvSpPr>
            <a:spLocks noGrp="1"/>
          </p:cNvSpPr>
          <p:nvPr/>
        </p:nvSpPr>
        <p:spPr>
          <a:xfrm>
            <a:off x="6318225" y="3172406"/>
            <a:ext cx="28398" cy="28398"/>
          </a:xfrm>
          <a:prstGeom prst="ellipse">
            <a:avLst/>
          </a:prstGeom>
          <a:solidFill>
            <a:srgbClr val="7F8C97">
              <a:alpha val="48000"/>
            </a:srgbClr>
          </a:solidFill>
          <a:ln w="0">
            <a:noFill/>
            <a:prstDash val="solid"/>
          </a:ln>
        </p:spPr>
      </p:sp>
      <p:sp>
        <p:nvSpPr>
          <p:cNvPr id="2113" name="01_find_only_2112">
            <a:extLst>
              <a:ext uri="{FF2B5EF4-FFF2-40B4-BE49-F238E27FC236}">
                <a16:creationId xmlns:a16="http://schemas.microsoft.com/office/drawing/2014/main" id="{606988D4-96C8-4D1B-8725-BB465271477C}"/>
              </a:ext>
            </a:extLst>
          </p:cNvPr>
          <p:cNvSpPr>
            <a:spLocks noGrp="1"/>
          </p:cNvSpPr>
          <p:nvPr/>
        </p:nvSpPr>
        <p:spPr>
          <a:xfrm>
            <a:off x="6285318" y="2855402"/>
            <a:ext cx="28398" cy="28398"/>
          </a:xfrm>
          <a:prstGeom prst="ellipse">
            <a:avLst/>
          </a:prstGeom>
          <a:solidFill>
            <a:srgbClr val="7F8C97">
              <a:alpha val="48000"/>
            </a:srgbClr>
          </a:solidFill>
          <a:ln w="0">
            <a:noFill/>
            <a:prstDash val="solid"/>
          </a:ln>
        </p:spPr>
      </p:sp>
      <p:sp>
        <p:nvSpPr>
          <p:cNvPr id="2114" name="01_find_only_2113">
            <a:extLst>
              <a:ext uri="{FF2B5EF4-FFF2-40B4-BE49-F238E27FC236}">
                <a16:creationId xmlns:a16="http://schemas.microsoft.com/office/drawing/2014/main" id="{9F25234D-719E-4F6D-9DEB-9DD0D239B419}"/>
              </a:ext>
            </a:extLst>
          </p:cNvPr>
          <p:cNvSpPr>
            <a:spLocks noGrp="1"/>
          </p:cNvSpPr>
          <p:nvPr/>
        </p:nvSpPr>
        <p:spPr>
          <a:xfrm>
            <a:off x="6321945" y="4123418"/>
            <a:ext cx="28398" cy="28398"/>
          </a:xfrm>
          <a:prstGeom prst="ellipse">
            <a:avLst/>
          </a:prstGeom>
          <a:solidFill>
            <a:srgbClr val="7F8C97">
              <a:alpha val="48000"/>
            </a:srgbClr>
          </a:solidFill>
          <a:ln w="0">
            <a:noFill/>
            <a:prstDash val="solid"/>
          </a:ln>
        </p:spPr>
      </p:sp>
      <p:sp>
        <p:nvSpPr>
          <p:cNvPr id="2115" name="01_find_only_2114">
            <a:extLst>
              <a:ext uri="{FF2B5EF4-FFF2-40B4-BE49-F238E27FC236}">
                <a16:creationId xmlns:a16="http://schemas.microsoft.com/office/drawing/2014/main" id="{F19C0C35-8CF8-4C45-B450-3ADE6F7CA16F}"/>
              </a:ext>
            </a:extLst>
          </p:cNvPr>
          <p:cNvSpPr>
            <a:spLocks noGrp="1"/>
          </p:cNvSpPr>
          <p:nvPr/>
        </p:nvSpPr>
        <p:spPr>
          <a:xfrm>
            <a:off x="6341784" y="3172406"/>
            <a:ext cx="28398" cy="28398"/>
          </a:xfrm>
          <a:prstGeom prst="ellipse">
            <a:avLst/>
          </a:prstGeom>
          <a:solidFill>
            <a:srgbClr val="7F8C97">
              <a:alpha val="48000"/>
            </a:srgbClr>
          </a:solidFill>
          <a:ln w="0">
            <a:noFill/>
            <a:prstDash val="solid"/>
          </a:ln>
        </p:spPr>
      </p:sp>
      <p:sp>
        <p:nvSpPr>
          <p:cNvPr id="2116" name="01_find_only_2115">
            <a:extLst>
              <a:ext uri="{FF2B5EF4-FFF2-40B4-BE49-F238E27FC236}">
                <a16:creationId xmlns:a16="http://schemas.microsoft.com/office/drawing/2014/main" id="{84B461A2-4621-422A-84D8-6F5AF21B7BD5}"/>
              </a:ext>
            </a:extLst>
          </p:cNvPr>
          <p:cNvSpPr>
            <a:spLocks noGrp="1"/>
          </p:cNvSpPr>
          <p:nvPr/>
        </p:nvSpPr>
        <p:spPr>
          <a:xfrm>
            <a:off x="6311930" y="3700746"/>
            <a:ext cx="28398" cy="28398"/>
          </a:xfrm>
          <a:prstGeom prst="ellipse">
            <a:avLst/>
          </a:prstGeom>
          <a:solidFill>
            <a:srgbClr val="7F8C97">
              <a:alpha val="48000"/>
            </a:srgbClr>
          </a:solidFill>
          <a:ln w="0">
            <a:noFill/>
            <a:prstDash val="solid"/>
          </a:ln>
        </p:spPr>
      </p:sp>
      <p:sp>
        <p:nvSpPr>
          <p:cNvPr id="2117" name="01_find_only_2116">
            <a:extLst>
              <a:ext uri="{FF2B5EF4-FFF2-40B4-BE49-F238E27FC236}">
                <a16:creationId xmlns:a16="http://schemas.microsoft.com/office/drawing/2014/main" id="{B372F4F3-DB5C-4462-966C-BBAF1DC5A882}"/>
              </a:ext>
            </a:extLst>
          </p:cNvPr>
          <p:cNvSpPr>
            <a:spLocks noGrp="1"/>
          </p:cNvSpPr>
          <p:nvPr/>
        </p:nvSpPr>
        <p:spPr>
          <a:xfrm>
            <a:off x="6319274" y="4123418"/>
            <a:ext cx="28398" cy="28398"/>
          </a:xfrm>
          <a:prstGeom prst="ellipse">
            <a:avLst/>
          </a:prstGeom>
          <a:solidFill>
            <a:srgbClr val="7F8C97">
              <a:alpha val="48000"/>
            </a:srgbClr>
          </a:solidFill>
          <a:ln w="0">
            <a:noFill/>
            <a:prstDash val="solid"/>
          </a:ln>
        </p:spPr>
      </p:sp>
      <p:sp>
        <p:nvSpPr>
          <p:cNvPr id="2118" name="01_find_only_2117">
            <a:extLst>
              <a:ext uri="{FF2B5EF4-FFF2-40B4-BE49-F238E27FC236}">
                <a16:creationId xmlns:a16="http://schemas.microsoft.com/office/drawing/2014/main" id="{A9FDAE29-08DC-408D-AF26-057AF4C495A7}"/>
              </a:ext>
            </a:extLst>
          </p:cNvPr>
          <p:cNvSpPr>
            <a:spLocks noGrp="1"/>
          </p:cNvSpPr>
          <p:nvPr/>
        </p:nvSpPr>
        <p:spPr>
          <a:xfrm>
            <a:off x="6318416" y="4123418"/>
            <a:ext cx="28398" cy="28398"/>
          </a:xfrm>
          <a:prstGeom prst="ellipse">
            <a:avLst/>
          </a:prstGeom>
          <a:solidFill>
            <a:srgbClr val="7F8C97">
              <a:alpha val="48000"/>
            </a:srgbClr>
          </a:solidFill>
          <a:ln w="0">
            <a:noFill/>
            <a:prstDash val="solid"/>
          </a:ln>
        </p:spPr>
      </p:sp>
      <p:sp>
        <p:nvSpPr>
          <p:cNvPr id="2119" name="01_find_only_2118">
            <a:extLst>
              <a:ext uri="{FF2B5EF4-FFF2-40B4-BE49-F238E27FC236}">
                <a16:creationId xmlns:a16="http://schemas.microsoft.com/office/drawing/2014/main" id="{DB7061E2-5CCC-4F2B-BFFF-672192A9CBFA}"/>
              </a:ext>
            </a:extLst>
          </p:cNvPr>
          <p:cNvSpPr>
            <a:spLocks noGrp="1"/>
          </p:cNvSpPr>
          <p:nvPr/>
        </p:nvSpPr>
        <p:spPr>
          <a:xfrm>
            <a:off x="6303155" y="4123418"/>
            <a:ext cx="28398" cy="28398"/>
          </a:xfrm>
          <a:prstGeom prst="ellipse">
            <a:avLst/>
          </a:prstGeom>
          <a:solidFill>
            <a:srgbClr val="7F8C97">
              <a:alpha val="48000"/>
            </a:srgbClr>
          </a:solidFill>
          <a:ln w="0">
            <a:noFill/>
            <a:prstDash val="solid"/>
          </a:ln>
        </p:spPr>
      </p:sp>
      <p:sp>
        <p:nvSpPr>
          <p:cNvPr id="2120" name="01_find_only_2119">
            <a:extLst>
              <a:ext uri="{FF2B5EF4-FFF2-40B4-BE49-F238E27FC236}">
                <a16:creationId xmlns:a16="http://schemas.microsoft.com/office/drawing/2014/main" id="{D336D358-DD47-4D9F-8711-F3CB91692DA6}"/>
              </a:ext>
            </a:extLst>
          </p:cNvPr>
          <p:cNvSpPr>
            <a:spLocks noGrp="1"/>
          </p:cNvSpPr>
          <p:nvPr/>
        </p:nvSpPr>
        <p:spPr>
          <a:xfrm>
            <a:off x="6276543" y="3806414"/>
            <a:ext cx="28398" cy="28398"/>
          </a:xfrm>
          <a:prstGeom prst="ellipse">
            <a:avLst/>
          </a:prstGeom>
          <a:solidFill>
            <a:srgbClr val="7F8C97">
              <a:alpha val="48000"/>
            </a:srgbClr>
          </a:solidFill>
          <a:ln w="0">
            <a:noFill/>
            <a:prstDash val="solid"/>
          </a:ln>
        </p:spPr>
      </p:sp>
      <p:sp>
        <p:nvSpPr>
          <p:cNvPr id="2121" name="01_find_only_2120">
            <a:extLst>
              <a:ext uri="{FF2B5EF4-FFF2-40B4-BE49-F238E27FC236}">
                <a16:creationId xmlns:a16="http://schemas.microsoft.com/office/drawing/2014/main" id="{0FB88DC6-186F-4D88-BFDA-98E2F7E571E3}"/>
              </a:ext>
            </a:extLst>
          </p:cNvPr>
          <p:cNvSpPr>
            <a:spLocks noGrp="1"/>
          </p:cNvSpPr>
          <p:nvPr/>
        </p:nvSpPr>
        <p:spPr>
          <a:xfrm>
            <a:off x="6335107" y="4123418"/>
            <a:ext cx="28398" cy="28398"/>
          </a:xfrm>
          <a:prstGeom prst="ellipse">
            <a:avLst/>
          </a:prstGeom>
          <a:solidFill>
            <a:srgbClr val="7F8C97">
              <a:alpha val="48000"/>
            </a:srgbClr>
          </a:solidFill>
          <a:ln w="0">
            <a:noFill/>
            <a:prstDash val="solid"/>
          </a:ln>
        </p:spPr>
      </p:sp>
      <p:sp>
        <p:nvSpPr>
          <p:cNvPr id="2122" name="01_find_only_2121">
            <a:extLst>
              <a:ext uri="{FF2B5EF4-FFF2-40B4-BE49-F238E27FC236}">
                <a16:creationId xmlns:a16="http://schemas.microsoft.com/office/drawing/2014/main" id="{CFACE5D6-6A1F-4957-9E0E-8E4433F5BC19}"/>
              </a:ext>
            </a:extLst>
          </p:cNvPr>
          <p:cNvSpPr>
            <a:spLocks noGrp="1"/>
          </p:cNvSpPr>
          <p:nvPr/>
        </p:nvSpPr>
        <p:spPr>
          <a:xfrm>
            <a:off x="6266433" y="3700746"/>
            <a:ext cx="28398" cy="28398"/>
          </a:xfrm>
          <a:prstGeom prst="ellipse">
            <a:avLst/>
          </a:prstGeom>
          <a:solidFill>
            <a:srgbClr val="7F8C97">
              <a:alpha val="48000"/>
            </a:srgbClr>
          </a:solidFill>
          <a:ln w="0">
            <a:noFill/>
            <a:prstDash val="solid"/>
          </a:ln>
        </p:spPr>
      </p:sp>
      <p:sp>
        <p:nvSpPr>
          <p:cNvPr id="2123" name="01_find_only_2122">
            <a:extLst>
              <a:ext uri="{FF2B5EF4-FFF2-40B4-BE49-F238E27FC236}">
                <a16:creationId xmlns:a16="http://schemas.microsoft.com/office/drawing/2014/main" id="{E8E5B6E1-B452-4250-BBEB-CC04108E40DE}"/>
              </a:ext>
            </a:extLst>
          </p:cNvPr>
          <p:cNvSpPr>
            <a:spLocks noGrp="1"/>
          </p:cNvSpPr>
          <p:nvPr/>
        </p:nvSpPr>
        <p:spPr>
          <a:xfrm>
            <a:off x="6265670" y="4123418"/>
            <a:ext cx="28398" cy="28398"/>
          </a:xfrm>
          <a:prstGeom prst="ellipse">
            <a:avLst/>
          </a:prstGeom>
          <a:solidFill>
            <a:srgbClr val="7F8C97">
              <a:alpha val="48000"/>
            </a:srgbClr>
          </a:solidFill>
          <a:ln w="0">
            <a:noFill/>
            <a:prstDash val="solid"/>
          </a:ln>
        </p:spPr>
      </p:sp>
      <p:sp>
        <p:nvSpPr>
          <p:cNvPr id="2124" name="01_find_only_2123">
            <a:extLst>
              <a:ext uri="{FF2B5EF4-FFF2-40B4-BE49-F238E27FC236}">
                <a16:creationId xmlns:a16="http://schemas.microsoft.com/office/drawing/2014/main" id="{E54EFFF6-C819-4AB8-B2BB-E0DF129E8617}"/>
              </a:ext>
            </a:extLst>
          </p:cNvPr>
          <p:cNvSpPr>
            <a:spLocks noGrp="1"/>
          </p:cNvSpPr>
          <p:nvPr/>
        </p:nvSpPr>
        <p:spPr>
          <a:xfrm>
            <a:off x="6269962" y="4123418"/>
            <a:ext cx="28398" cy="28398"/>
          </a:xfrm>
          <a:prstGeom prst="ellipse">
            <a:avLst/>
          </a:prstGeom>
          <a:solidFill>
            <a:srgbClr val="7F8C97">
              <a:alpha val="48000"/>
            </a:srgbClr>
          </a:solidFill>
          <a:ln w="0">
            <a:noFill/>
            <a:prstDash val="solid"/>
          </a:ln>
        </p:spPr>
      </p:sp>
      <p:sp>
        <p:nvSpPr>
          <p:cNvPr id="2125" name="01_find_only_2124">
            <a:extLst>
              <a:ext uri="{FF2B5EF4-FFF2-40B4-BE49-F238E27FC236}">
                <a16:creationId xmlns:a16="http://schemas.microsoft.com/office/drawing/2014/main" id="{9C4D1F6E-36D8-434F-8072-18A39FB306AA}"/>
              </a:ext>
            </a:extLst>
          </p:cNvPr>
          <p:cNvSpPr>
            <a:spLocks noGrp="1"/>
          </p:cNvSpPr>
          <p:nvPr/>
        </p:nvSpPr>
        <p:spPr>
          <a:xfrm>
            <a:off x="6336443" y="3700746"/>
            <a:ext cx="28398" cy="28398"/>
          </a:xfrm>
          <a:prstGeom prst="ellipse">
            <a:avLst/>
          </a:prstGeom>
          <a:solidFill>
            <a:srgbClr val="7F8C97">
              <a:alpha val="48000"/>
            </a:srgbClr>
          </a:solidFill>
          <a:ln w="0">
            <a:noFill/>
            <a:prstDash val="solid"/>
          </a:ln>
        </p:spPr>
      </p:sp>
      <p:sp>
        <p:nvSpPr>
          <p:cNvPr id="2126" name="01_find_only_2125">
            <a:extLst>
              <a:ext uri="{FF2B5EF4-FFF2-40B4-BE49-F238E27FC236}">
                <a16:creationId xmlns:a16="http://schemas.microsoft.com/office/drawing/2014/main" id="{8DA349B1-2667-4ED5-88A5-32D86ED55BA7}"/>
              </a:ext>
            </a:extLst>
          </p:cNvPr>
          <p:cNvSpPr>
            <a:spLocks noGrp="1"/>
          </p:cNvSpPr>
          <p:nvPr/>
        </p:nvSpPr>
        <p:spPr>
          <a:xfrm>
            <a:off x="6326332" y="4123418"/>
            <a:ext cx="28398" cy="28398"/>
          </a:xfrm>
          <a:prstGeom prst="ellipse">
            <a:avLst/>
          </a:prstGeom>
          <a:solidFill>
            <a:srgbClr val="7F8C97">
              <a:alpha val="48000"/>
            </a:srgbClr>
          </a:solidFill>
          <a:ln w="0">
            <a:noFill/>
            <a:prstDash val="solid"/>
          </a:ln>
        </p:spPr>
      </p:sp>
      <p:sp>
        <p:nvSpPr>
          <p:cNvPr id="2127" name="01_find_only_2126">
            <a:extLst>
              <a:ext uri="{FF2B5EF4-FFF2-40B4-BE49-F238E27FC236}">
                <a16:creationId xmlns:a16="http://schemas.microsoft.com/office/drawing/2014/main" id="{AD365A42-A9A4-45C6-985F-C7B360086F8B}"/>
              </a:ext>
            </a:extLst>
          </p:cNvPr>
          <p:cNvSpPr>
            <a:spLocks noGrp="1"/>
          </p:cNvSpPr>
          <p:nvPr/>
        </p:nvSpPr>
        <p:spPr>
          <a:xfrm>
            <a:off x="6330434" y="4123418"/>
            <a:ext cx="28398" cy="28398"/>
          </a:xfrm>
          <a:prstGeom prst="ellipse">
            <a:avLst/>
          </a:prstGeom>
          <a:solidFill>
            <a:srgbClr val="7F8C97">
              <a:alpha val="48000"/>
            </a:srgbClr>
          </a:solidFill>
          <a:ln w="0">
            <a:noFill/>
            <a:prstDash val="solid"/>
          </a:ln>
        </p:spPr>
      </p:sp>
      <p:sp>
        <p:nvSpPr>
          <p:cNvPr id="2128" name="01_find_only_2127">
            <a:extLst>
              <a:ext uri="{FF2B5EF4-FFF2-40B4-BE49-F238E27FC236}">
                <a16:creationId xmlns:a16="http://schemas.microsoft.com/office/drawing/2014/main" id="{D3A54420-D8AB-41F5-AAF9-83342F0F8840}"/>
              </a:ext>
            </a:extLst>
          </p:cNvPr>
          <p:cNvSpPr>
            <a:spLocks noGrp="1"/>
          </p:cNvSpPr>
          <p:nvPr/>
        </p:nvSpPr>
        <p:spPr>
          <a:xfrm>
            <a:off x="6318606" y="2855402"/>
            <a:ext cx="28398" cy="28398"/>
          </a:xfrm>
          <a:prstGeom prst="ellipse">
            <a:avLst/>
          </a:prstGeom>
          <a:solidFill>
            <a:srgbClr val="7F8C97">
              <a:alpha val="48000"/>
            </a:srgbClr>
          </a:solidFill>
          <a:ln w="0">
            <a:noFill/>
            <a:prstDash val="solid"/>
          </a:ln>
        </p:spPr>
      </p:sp>
      <p:sp>
        <p:nvSpPr>
          <p:cNvPr id="2129" name="01_find_only_2128">
            <a:extLst>
              <a:ext uri="{FF2B5EF4-FFF2-40B4-BE49-F238E27FC236}">
                <a16:creationId xmlns:a16="http://schemas.microsoft.com/office/drawing/2014/main" id="{D221596D-F3C5-41C2-BFCA-3821E0D07EBA}"/>
              </a:ext>
            </a:extLst>
          </p:cNvPr>
          <p:cNvSpPr>
            <a:spLocks noGrp="1"/>
          </p:cNvSpPr>
          <p:nvPr/>
        </p:nvSpPr>
        <p:spPr>
          <a:xfrm>
            <a:off x="6325951" y="4123418"/>
            <a:ext cx="28398" cy="28398"/>
          </a:xfrm>
          <a:prstGeom prst="ellipse">
            <a:avLst/>
          </a:prstGeom>
          <a:solidFill>
            <a:srgbClr val="7F8C97">
              <a:alpha val="48000"/>
            </a:srgbClr>
          </a:solidFill>
          <a:ln w="0">
            <a:noFill/>
            <a:prstDash val="solid"/>
          </a:ln>
        </p:spPr>
      </p:sp>
      <p:sp>
        <p:nvSpPr>
          <p:cNvPr id="2130" name="01_find_only_2129">
            <a:extLst>
              <a:ext uri="{FF2B5EF4-FFF2-40B4-BE49-F238E27FC236}">
                <a16:creationId xmlns:a16="http://schemas.microsoft.com/office/drawing/2014/main" id="{3617D4DF-3CEA-4930-A2D4-87AF836F099B}"/>
              </a:ext>
            </a:extLst>
          </p:cNvPr>
          <p:cNvSpPr>
            <a:spLocks noGrp="1"/>
          </p:cNvSpPr>
          <p:nvPr/>
        </p:nvSpPr>
        <p:spPr>
          <a:xfrm>
            <a:off x="6334154" y="4123418"/>
            <a:ext cx="28398" cy="28398"/>
          </a:xfrm>
          <a:prstGeom prst="ellipse">
            <a:avLst/>
          </a:prstGeom>
          <a:solidFill>
            <a:srgbClr val="7F8C97">
              <a:alpha val="48000"/>
            </a:srgbClr>
          </a:solidFill>
          <a:ln w="0">
            <a:noFill/>
            <a:prstDash val="solid"/>
          </a:ln>
        </p:spPr>
      </p:sp>
      <p:sp>
        <p:nvSpPr>
          <p:cNvPr id="2131" name="01_find_only_2130">
            <a:extLst>
              <a:ext uri="{FF2B5EF4-FFF2-40B4-BE49-F238E27FC236}">
                <a16:creationId xmlns:a16="http://schemas.microsoft.com/office/drawing/2014/main" id="{5528D52D-C9D6-4002-8FA6-05C90D43725D}"/>
              </a:ext>
            </a:extLst>
          </p:cNvPr>
          <p:cNvSpPr>
            <a:spLocks noGrp="1"/>
          </p:cNvSpPr>
          <p:nvPr/>
        </p:nvSpPr>
        <p:spPr>
          <a:xfrm>
            <a:off x="6264144" y="4123418"/>
            <a:ext cx="28398" cy="28398"/>
          </a:xfrm>
          <a:prstGeom prst="ellipse">
            <a:avLst/>
          </a:prstGeom>
          <a:solidFill>
            <a:srgbClr val="7F8C97">
              <a:alpha val="48000"/>
            </a:srgbClr>
          </a:solidFill>
          <a:ln w="0">
            <a:noFill/>
            <a:prstDash val="solid"/>
          </a:ln>
        </p:spPr>
      </p:sp>
      <p:sp>
        <p:nvSpPr>
          <p:cNvPr id="2132" name="01_find_only_2131">
            <a:extLst>
              <a:ext uri="{FF2B5EF4-FFF2-40B4-BE49-F238E27FC236}">
                <a16:creationId xmlns:a16="http://schemas.microsoft.com/office/drawing/2014/main" id="{ACE6D2E7-9F75-4C22-80E8-6393078E8026}"/>
              </a:ext>
            </a:extLst>
          </p:cNvPr>
          <p:cNvSpPr>
            <a:spLocks noGrp="1"/>
          </p:cNvSpPr>
          <p:nvPr/>
        </p:nvSpPr>
        <p:spPr>
          <a:xfrm>
            <a:off x="6271679" y="3489410"/>
            <a:ext cx="28398" cy="28398"/>
          </a:xfrm>
          <a:prstGeom prst="ellipse">
            <a:avLst/>
          </a:prstGeom>
          <a:solidFill>
            <a:srgbClr val="7F8C97">
              <a:alpha val="48000"/>
            </a:srgbClr>
          </a:solidFill>
          <a:ln w="0">
            <a:noFill/>
            <a:prstDash val="solid"/>
          </a:ln>
        </p:spPr>
      </p:sp>
      <p:sp>
        <p:nvSpPr>
          <p:cNvPr id="2133" name="01_find_only_2132">
            <a:extLst>
              <a:ext uri="{FF2B5EF4-FFF2-40B4-BE49-F238E27FC236}">
                <a16:creationId xmlns:a16="http://schemas.microsoft.com/office/drawing/2014/main" id="{277835FB-31FB-42AC-9DB0-369FDEE436FB}"/>
              </a:ext>
            </a:extLst>
          </p:cNvPr>
          <p:cNvSpPr>
            <a:spLocks noGrp="1"/>
          </p:cNvSpPr>
          <p:nvPr/>
        </p:nvSpPr>
        <p:spPr>
          <a:xfrm>
            <a:off x="6316985" y="3928339"/>
            <a:ext cx="28398" cy="28398"/>
          </a:xfrm>
          <a:prstGeom prst="ellipse">
            <a:avLst/>
          </a:prstGeom>
          <a:solidFill>
            <a:srgbClr val="7F8C97">
              <a:alpha val="48000"/>
            </a:srgbClr>
          </a:solidFill>
          <a:ln w="0">
            <a:noFill/>
            <a:prstDash val="solid"/>
          </a:ln>
        </p:spPr>
      </p:sp>
      <p:sp>
        <p:nvSpPr>
          <p:cNvPr id="2134" name="01_find_only_2133">
            <a:extLst>
              <a:ext uri="{FF2B5EF4-FFF2-40B4-BE49-F238E27FC236}">
                <a16:creationId xmlns:a16="http://schemas.microsoft.com/office/drawing/2014/main" id="{137ECC76-1498-4AFE-916B-8E3899DE8AB5}"/>
              </a:ext>
            </a:extLst>
          </p:cNvPr>
          <p:cNvSpPr>
            <a:spLocks noGrp="1"/>
          </p:cNvSpPr>
          <p:nvPr/>
        </p:nvSpPr>
        <p:spPr>
          <a:xfrm>
            <a:off x="6269008" y="4123418"/>
            <a:ext cx="28398" cy="28398"/>
          </a:xfrm>
          <a:prstGeom prst="ellipse">
            <a:avLst/>
          </a:prstGeom>
          <a:solidFill>
            <a:srgbClr val="7F8C97">
              <a:alpha val="48000"/>
            </a:srgbClr>
          </a:solidFill>
          <a:ln w="0">
            <a:noFill/>
            <a:prstDash val="solid"/>
          </a:ln>
        </p:spPr>
      </p:sp>
      <p:sp>
        <p:nvSpPr>
          <p:cNvPr id="2135" name="01_find_only_2134">
            <a:extLst>
              <a:ext uri="{FF2B5EF4-FFF2-40B4-BE49-F238E27FC236}">
                <a16:creationId xmlns:a16="http://schemas.microsoft.com/office/drawing/2014/main" id="{F04BB81F-9C68-4D6E-BF02-BACF2D2F2B0D}"/>
              </a:ext>
            </a:extLst>
          </p:cNvPr>
          <p:cNvSpPr>
            <a:spLocks noGrp="1"/>
          </p:cNvSpPr>
          <p:nvPr/>
        </p:nvSpPr>
        <p:spPr>
          <a:xfrm>
            <a:off x="6278260" y="3388336"/>
            <a:ext cx="28398" cy="28398"/>
          </a:xfrm>
          <a:prstGeom prst="ellipse">
            <a:avLst/>
          </a:prstGeom>
          <a:solidFill>
            <a:srgbClr val="7F8C97">
              <a:alpha val="48000"/>
            </a:srgbClr>
          </a:solidFill>
          <a:ln w="0">
            <a:noFill/>
            <a:prstDash val="solid"/>
          </a:ln>
        </p:spPr>
      </p:sp>
      <p:sp>
        <p:nvSpPr>
          <p:cNvPr id="2136" name="01_find_only_2135">
            <a:extLst>
              <a:ext uri="{FF2B5EF4-FFF2-40B4-BE49-F238E27FC236}">
                <a16:creationId xmlns:a16="http://schemas.microsoft.com/office/drawing/2014/main" id="{FBFCF019-9784-4109-9CE0-E2E1C16D9A0A}"/>
              </a:ext>
            </a:extLst>
          </p:cNvPr>
          <p:cNvSpPr>
            <a:spLocks noGrp="1"/>
          </p:cNvSpPr>
          <p:nvPr/>
        </p:nvSpPr>
        <p:spPr>
          <a:xfrm>
            <a:off x="6262617" y="4123418"/>
            <a:ext cx="28398" cy="28398"/>
          </a:xfrm>
          <a:prstGeom prst="ellipse">
            <a:avLst/>
          </a:prstGeom>
          <a:solidFill>
            <a:srgbClr val="7F8C97">
              <a:alpha val="48000"/>
            </a:srgbClr>
          </a:solidFill>
          <a:ln w="0">
            <a:noFill/>
            <a:prstDash val="solid"/>
          </a:ln>
        </p:spPr>
      </p:sp>
      <p:sp>
        <p:nvSpPr>
          <p:cNvPr id="2137" name="01_find_only_2136">
            <a:extLst>
              <a:ext uri="{FF2B5EF4-FFF2-40B4-BE49-F238E27FC236}">
                <a16:creationId xmlns:a16="http://schemas.microsoft.com/office/drawing/2014/main" id="{92A3E2C0-8E55-440F-9734-D61B4AFA051F}"/>
              </a:ext>
            </a:extLst>
          </p:cNvPr>
          <p:cNvSpPr>
            <a:spLocks noGrp="1"/>
          </p:cNvSpPr>
          <p:nvPr/>
        </p:nvSpPr>
        <p:spPr>
          <a:xfrm>
            <a:off x="6272728" y="4123418"/>
            <a:ext cx="28398" cy="28398"/>
          </a:xfrm>
          <a:prstGeom prst="ellipse">
            <a:avLst/>
          </a:prstGeom>
          <a:solidFill>
            <a:srgbClr val="7F8C97">
              <a:alpha val="48000"/>
            </a:srgbClr>
          </a:solidFill>
          <a:ln w="0">
            <a:noFill/>
            <a:prstDash val="solid"/>
          </a:ln>
        </p:spPr>
      </p:sp>
      <p:sp>
        <p:nvSpPr>
          <p:cNvPr id="2138" name="01_find_only_2137">
            <a:extLst>
              <a:ext uri="{FF2B5EF4-FFF2-40B4-BE49-F238E27FC236}">
                <a16:creationId xmlns:a16="http://schemas.microsoft.com/office/drawing/2014/main" id="{5D513204-D79A-41A3-A48B-295DB815CC90}"/>
              </a:ext>
            </a:extLst>
          </p:cNvPr>
          <p:cNvSpPr>
            <a:spLocks noGrp="1"/>
          </p:cNvSpPr>
          <p:nvPr/>
        </p:nvSpPr>
        <p:spPr>
          <a:xfrm>
            <a:off x="6276448" y="3942273"/>
            <a:ext cx="28398" cy="28398"/>
          </a:xfrm>
          <a:prstGeom prst="ellipse">
            <a:avLst/>
          </a:prstGeom>
          <a:solidFill>
            <a:srgbClr val="7F8C97">
              <a:alpha val="48000"/>
            </a:srgbClr>
          </a:solidFill>
          <a:ln w="0">
            <a:noFill/>
            <a:prstDash val="solid"/>
          </a:ln>
        </p:spPr>
      </p:sp>
      <p:sp>
        <p:nvSpPr>
          <p:cNvPr id="2139" name="01_find_only_2138">
            <a:extLst>
              <a:ext uri="{FF2B5EF4-FFF2-40B4-BE49-F238E27FC236}">
                <a16:creationId xmlns:a16="http://schemas.microsoft.com/office/drawing/2014/main" id="{3E738BD6-DD25-4D92-9C3A-06EB798DAB7D}"/>
              </a:ext>
            </a:extLst>
          </p:cNvPr>
          <p:cNvSpPr>
            <a:spLocks noGrp="1"/>
          </p:cNvSpPr>
          <p:nvPr/>
        </p:nvSpPr>
        <p:spPr>
          <a:xfrm>
            <a:off x="6335680" y="4123418"/>
            <a:ext cx="28398" cy="28398"/>
          </a:xfrm>
          <a:prstGeom prst="ellipse">
            <a:avLst/>
          </a:prstGeom>
          <a:solidFill>
            <a:srgbClr val="7F8C97">
              <a:alpha val="48000"/>
            </a:srgbClr>
          </a:solidFill>
          <a:ln w="0">
            <a:noFill/>
            <a:prstDash val="solid"/>
          </a:ln>
        </p:spPr>
      </p:sp>
      <p:sp>
        <p:nvSpPr>
          <p:cNvPr id="2140" name="01_find_only_2139">
            <a:extLst>
              <a:ext uri="{FF2B5EF4-FFF2-40B4-BE49-F238E27FC236}">
                <a16:creationId xmlns:a16="http://schemas.microsoft.com/office/drawing/2014/main" id="{30E794F9-F211-4F4A-BE62-507FECEE69A7}"/>
              </a:ext>
            </a:extLst>
          </p:cNvPr>
          <p:cNvSpPr>
            <a:spLocks noGrp="1"/>
          </p:cNvSpPr>
          <p:nvPr/>
        </p:nvSpPr>
        <p:spPr>
          <a:xfrm>
            <a:off x="6295238" y="4123418"/>
            <a:ext cx="28398" cy="28398"/>
          </a:xfrm>
          <a:prstGeom prst="ellipse">
            <a:avLst/>
          </a:prstGeom>
          <a:solidFill>
            <a:srgbClr val="7F8C97">
              <a:alpha val="48000"/>
            </a:srgbClr>
          </a:solidFill>
          <a:ln w="0">
            <a:noFill/>
            <a:prstDash val="solid"/>
          </a:ln>
        </p:spPr>
      </p:sp>
      <p:sp>
        <p:nvSpPr>
          <p:cNvPr id="2141" name="01_find_only_2140">
            <a:extLst>
              <a:ext uri="{FF2B5EF4-FFF2-40B4-BE49-F238E27FC236}">
                <a16:creationId xmlns:a16="http://schemas.microsoft.com/office/drawing/2014/main" id="{95DA2C84-DDD1-43BE-AFC5-79494A1E6F7B}"/>
              </a:ext>
            </a:extLst>
          </p:cNvPr>
          <p:cNvSpPr>
            <a:spLocks noGrp="1"/>
          </p:cNvSpPr>
          <p:nvPr/>
        </p:nvSpPr>
        <p:spPr>
          <a:xfrm>
            <a:off x="6264144" y="4123418"/>
            <a:ext cx="28398" cy="28398"/>
          </a:xfrm>
          <a:prstGeom prst="ellipse">
            <a:avLst/>
          </a:prstGeom>
          <a:solidFill>
            <a:srgbClr val="7F8C97">
              <a:alpha val="48000"/>
            </a:srgbClr>
          </a:solidFill>
          <a:ln w="0">
            <a:noFill/>
            <a:prstDash val="solid"/>
          </a:ln>
        </p:spPr>
      </p:sp>
      <p:sp>
        <p:nvSpPr>
          <p:cNvPr id="2142" name="01_find_only_2141">
            <a:extLst>
              <a:ext uri="{FF2B5EF4-FFF2-40B4-BE49-F238E27FC236}">
                <a16:creationId xmlns:a16="http://schemas.microsoft.com/office/drawing/2014/main" id="{A63E1F5E-C245-4F6A-95FA-12C052C16E3B}"/>
              </a:ext>
            </a:extLst>
          </p:cNvPr>
          <p:cNvSpPr>
            <a:spLocks noGrp="1"/>
          </p:cNvSpPr>
          <p:nvPr/>
        </p:nvSpPr>
        <p:spPr>
          <a:xfrm>
            <a:off x="6277974" y="3806414"/>
            <a:ext cx="28398" cy="28398"/>
          </a:xfrm>
          <a:prstGeom prst="ellipse">
            <a:avLst/>
          </a:prstGeom>
          <a:solidFill>
            <a:srgbClr val="7F8C97">
              <a:alpha val="48000"/>
            </a:srgbClr>
          </a:solidFill>
          <a:ln w="0">
            <a:noFill/>
            <a:prstDash val="solid"/>
          </a:ln>
        </p:spPr>
      </p:sp>
      <p:sp>
        <p:nvSpPr>
          <p:cNvPr id="2143" name="01_find_only_2142">
            <a:extLst>
              <a:ext uri="{FF2B5EF4-FFF2-40B4-BE49-F238E27FC236}">
                <a16:creationId xmlns:a16="http://schemas.microsoft.com/office/drawing/2014/main" id="{760856E5-19EF-46B4-9ECB-492DE252E268}"/>
              </a:ext>
            </a:extLst>
          </p:cNvPr>
          <p:cNvSpPr>
            <a:spLocks noGrp="1"/>
          </p:cNvSpPr>
          <p:nvPr/>
        </p:nvSpPr>
        <p:spPr>
          <a:xfrm>
            <a:off x="6330720" y="3616211"/>
            <a:ext cx="28398" cy="28398"/>
          </a:xfrm>
          <a:prstGeom prst="ellipse">
            <a:avLst/>
          </a:prstGeom>
          <a:solidFill>
            <a:srgbClr val="7F8C97">
              <a:alpha val="48000"/>
            </a:srgbClr>
          </a:solidFill>
          <a:ln w="0">
            <a:noFill/>
            <a:prstDash val="solid"/>
          </a:ln>
        </p:spPr>
      </p:sp>
      <p:sp>
        <p:nvSpPr>
          <p:cNvPr id="2144" name="01_find_only_2143">
            <a:extLst>
              <a:ext uri="{FF2B5EF4-FFF2-40B4-BE49-F238E27FC236}">
                <a16:creationId xmlns:a16="http://schemas.microsoft.com/office/drawing/2014/main" id="{0D0C6F2C-6F5C-49E9-B251-BE69799E87E6}"/>
              </a:ext>
            </a:extLst>
          </p:cNvPr>
          <p:cNvSpPr>
            <a:spLocks noGrp="1"/>
          </p:cNvSpPr>
          <p:nvPr/>
        </p:nvSpPr>
        <p:spPr>
          <a:xfrm>
            <a:off x="6312693" y="3489410"/>
            <a:ext cx="28398" cy="28398"/>
          </a:xfrm>
          <a:prstGeom prst="ellipse">
            <a:avLst/>
          </a:prstGeom>
          <a:solidFill>
            <a:srgbClr val="7F8C97">
              <a:alpha val="48000"/>
            </a:srgbClr>
          </a:solidFill>
          <a:ln w="0">
            <a:noFill/>
            <a:prstDash val="solid"/>
          </a:ln>
        </p:spPr>
      </p:sp>
      <p:sp>
        <p:nvSpPr>
          <p:cNvPr id="2145" name="01_find_only_2144">
            <a:extLst>
              <a:ext uri="{FF2B5EF4-FFF2-40B4-BE49-F238E27FC236}">
                <a16:creationId xmlns:a16="http://schemas.microsoft.com/office/drawing/2014/main" id="{96FDEFCC-8DA0-495E-BF40-2EF80F100C0A}"/>
              </a:ext>
            </a:extLst>
          </p:cNvPr>
          <p:cNvSpPr>
            <a:spLocks noGrp="1"/>
          </p:cNvSpPr>
          <p:nvPr/>
        </p:nvSpPr>
        <p:spPr>
          <a:xfrm>
            <a:off x="6330338" y="4123418"/>
            <a:ext cx="28398" cy="28398"/>
          </a:xfrm>
          <a:prstGeom prst="ellipse">
            <a:avLst/>
          </a:prstGeom>
          <a:solidFill>
            <a:srgbClr val="7F8C97">
              <a:alpha val="48000"/>
            </a:srgbClr>
          </a:solidFill>
          <a:ln w="0">
            <a:noFill/>
            <a:prstDash val="solid"/>
          </a:ln>
        </p:spPr>
      </p:sp>
      <p:sp>
        <p:nvSpPr>
          <p:cNvPr id="2146" name="01_find_only_2145">
            <a:extLst>
              <a:ext uri="{FF2B5EF4-FFF2-40B4-BE49-F238E27FC236}">
                <a16:creationId xmlns:a16="http://schemas.microsoft.com/office/drawing/2014/main" id="{A1128314-FAF5-41CC-8494-D80B67FA8A78}"/>
              </a:ext>
            </a:extLst>
          </p:cNvPr>
          <p:cNvSpPr>
            <a:spLocks noGrp="1"/>
          </p:cNvSpPr>
          <p:nvPr/>
        </p:nvSpPr>
        <p:spPr>
          <a:xfrm>
            <a:off x="6269962" y="4123418"/>
            <a:ext cx="28398" cy="28398"/>
          </a:xfrm>
          <a:prstGeom prst="ellipse">
            <a:avLst/>
          </a:prstGeom>
          <a:solidFill>
            <a:srgbClr val="7F8C97">
              <a:alpha val="48000"/>
            </a:srgbClr>
          </a:solidFill>
          <a:ln w="0">
            <a:noFill/>
            <a:prstDash val="solid"/>
          </a:ln>
        </p:spPr>
      </p:sp>
      <p:sp>
        <p:nvSpPr>
          <p:cNvPr id="2147" name="01_find_only_2146">
            <a:extLst>
              <a:ext uri="{FF2B5EF4-FFF2-40B4-BE49-F238E27FC236}">
                <a16:creationId xmlns:a16="http://schemas.microsoft.com/office/drawing/2014/main" id="{D2CB826D-1353-4FA8-97A1-1D2E48164C62}"/>
              </a:ext>
            </a:extLst>
          </p:cNvPr>
          <p:cNvSpPr>
            <a:spLocks noGrp="1"/>
          </p:cNvSpPr>
          <p:nvPr/>
        </p:nvSpPr>
        <p:spPr>
          <a:xfrm>
            <a:off x="6287894" y="3861070"/>
            <a:ext cx="28398" cy="28398"/>
          </a:xfrm>
          <a:prstGeom prst="ellipse">
            <a:avLst/>
          </a:prstGeom>
          <a:solidFill>
            <a:srgbClr val="7F8C97">
              <a:alpha val="48000"/>
            </a:srgbClr>
          </a:solidFill>
          <a:ln w="0">
            <a:noFill/>
            <a:prstDash val="solid"/>
          </a:ln>
        </p:spPr>
      </p:sp>
      <p:sp>
        <p:nvSpPr>
          <p:cNvPr id="2148" name="01_find_only_2147">
            <a:extLst>
              <a:ext uri="{FF2B5EF4-FFF2-40B4-BE49-F238E27FC236}">
                <a16:creationId xmlns:a16="http://schemas.microsoft.com/office/drawing/2014/main" id="{F50C1367-D581-4644-9C5C-EC7291F917CC}"/>
              </a:ext>
            </a:extLst>
          </p:cNvPr>
          <p:cNvSpPr>
            <a:spLocks noGrp="1"/>
          </p:cNvSpPr>
          <p:nvPr/>
        </p:nvSpPr>
        <p:spPr>
          <a:xfrm>
            <a:off x="6331006" y="4019482"/>
            <a:ext cx="28398" cy="28398"/>
          </a:xfrm>
          <a:prstGeom prst="ellipse">
            <a:avLst/>
          </a:prstGeom>
          <a:solidFill>
            <a:srgbClr val="7F8C97">
              <a:alpha val="48000"/>
            </a:srgbClr>
          </a:solidFill>
          <a:ln w="0">
            <a:noFill/>
            <a:prstDash val="solid"/>
          </a:ln>
        </p:spPr>
      </p:sp>
      <p:sp>
        <p:nvSpPr>
          <p:cNvPr id="2149" name="01_find_only_2148">
            <a:extLst>
              <a:ext uri="{FF2B5EF4-FFF2-40B4-BE49-F238E27FC236}">
                <a16:creationId xmlns:a16="http://schemas.microsoft.com/office/drawing/2014/main" id="{468B654C-E9C6-4FB3-9893-0CD979866EFC}"/>
              </a:ext>
            </a:extLst>
          </p:cNvPr>
          <p:cNvSpPr>
            <a:spLocks noGrp="1"/>
          </p:cNvSpPr>
          <p:nvPr/>
        </p:nvSpPr>
        <p:spPr>
          <a:xfrm>
            <a:off x="6331101" y="3489410"/>
            <a:ext cx="28398" cy="28398"/>
          </a:xfrm>
          <a:prstGeom prst="ellipse">
            <a:avLst/>
          </a:prstGeom>
          <a:solidFill>
            <a:srgbClr val="7F8C97">
              <a:alpha val="48000"/>
            </a:srgbClr>
          </a:solidFill>
          <a:ln w="0">
            <a:noFill/>
            <a:prstDash val="solid"/>
          </a:ln>
        </p:spPr>
      </p:sp>
      <p:sp>
        <p:nvSpPr>
          <p:cNvPr id="2150" name="01_find_only_2149">
            <a:extLst>
              <a:ext uri="{FF2B5EF4-FFF2-40B4-BE49-F238E27FC236}">
                <a16:creationId xmlns:a16="http://schemas.microsoft.com/office/drawing/2014/main" id="{8CEC49B0-76D4-471B-BCB4-6F6A0384961E}"/>
              </a:ext>
            </a:extLst>
          </p:cNvPr>
          <p:cNvSpPr>
            <a:spLocks noGrp="1"/>
          </p:cNvSpPr>
          <p:nvPr/>
        </p:nvSpPr>
        <p:spPr>
          <a:xfrm>
            <a:off x="6325188" y="4123418"/>
            <a:ext cx="28398" cy="28398"/>
          </a:xfrm>
          <a:prstGeom prst="ellipse">
            <a:avLst/>
          </a:prstGeom>
          <a:solidFill>
            <a:srgbClr val="7F8C97">
              <a:alpha val="48000"/>
            </a:srgbClr>
          </a:solidFill>
          <a:ln w="0">
            <a:noFill/>
            <a:prstDash val="solid"/>
          </a:ln>
        </p:spPr>
      </p:sp>
      <p:sp>
        <p:nvSpPr>
          <p:cNvPr id="2151" name="01_find_only_2150">
            <a:extLst>
              <a:ext uri="{FF2B5EF4-FFF2-40B4-BE49-F238E27FC236}">
                <a16:creationId xmlns:a16="http://schemas.microsoft.com/office/drawing/2014/main" id="{11329BE6-4ADD-41E7-9012-E7193E852A1A}"/>
              </a:ext>
            </a:extLst>
          </p:cNvPr>
          <p:cNvSpPr>
            <a:spLocks noGrp="1"/>
          </p:cNvSpPr>
          <p:nvPr/>
        </p:nvSpPr>
        <p:spPr>
          <a:xfrm>
            <a:off x="6333581" y="3806414"/>
            <a:ext cx="28398" cy="28398"/>
          </a:xfrm>
          <a:prstGeom prst="ellipse">
            <a:avLst/>
          </a:prstGeom>
          <a:solidFill>
            <a:srgbClr val="7F8C97">
              <a:alpha val="48000"/>
            </a:srgbClr>
          </a:solidFill>
          <a:ln w="0">
            <a:noFill/>
            <a:prstDash val="solid"/>
          </a:ln>
        </p:spPr>
      </p:sp>
      <p:sp>
        <p:nvSpPr>
          <p:cNvPr id="2152" name="01_find_only_2151">
            <a:extLst>
              <a:ext uri="{FF2B5EF4-FFF2-40B4-BE49-F238E27FC236}">
                <a16:creationId xmlns:a16="http://schemas.microsoft.com/office/drawing/2014/main" id="{159C893E-5114-41D3-80FC-D16536BEC1DA}"/>
              </a:ext>
            </a:extLst>
          </p:cNvPr>
          <p:cNvSpPr>
            <a:spLocks noGrp="1"/>
          </p:cNvSpPr>
          <p:nvPr/>
        </p:nvSpPr>
        <p:spPr>
          <a:xfrm>
            <a:off x="6278737" y="3362608"/>
            <a:ext cx="28398" cy="28398"/>
          </a:xfrm>
          <a:prstGeom prst="ellipse">
            <a:avLst/>
          </a:prstGeom>
          <a:solidFill>
            <a:srgbClr val="7F8C97">
              <a:alpha val="48000"/>
            </a:srgbClr>
          </a:solidFill>
          <a:ln w="0">
            <a:noFill/>
            <a:prstDash val="solid"/>
          </a:ln>
        </p:spPr>
      </p:sp>
      <p:sp>
        <p:nvSpPr>
          <p:cNvPr id="2153" name="01_find_only_2152">
            <a:extLst>
              <a:ext uri="{FF2B5EF4-FFF2-40B4-BE49-F238E27FC236}">
                <a16:creationId xmlns:a16="http://schemas.microsoft.com/office/drawing/2014/main" id="{0D6684A5-690C-41BD-985D-C3428AE5BFAF}"/>
              </a:ext>
            </a:extLst>
          </p:cNvPr>
          <p:cNvSpPr>
            <a:spLocks noGrp="1"/>
          </p:cNvSpPr>
          <p:nvPr/>
        </p:nvSpPr>
        <p:spPr>
          <a:xfrm>
            <a:off x="6264334" y="3489410"/>
            <a:ext cx="28398" cy="28398"/>
          </a:xfrm>
          <a:prstGeom prst="ellipse">
            <a:avLst/>
          </a:prstGeom>
          <a:solidFill>
            <a:srgbClr val="7F8C97">
              <a:alpha val="48000"/>
            </a:srgbClr>
          </a:solidFill>
          <a:ln w="0">
            <a:noFill/>
            <a:prstDash val="solid"/>
          </a:ln>
        </p:spPr>
      </p:sp>
      <p:sp>
        <p:nvSpPr>
          <p:cNvPr id="2154" name="01_find_only_2153">
            <a:extLst>
              <a:ext uri="{FF2B5EF4-FFF2-40B4-BE49-F238E27FC236}">
                <a16:creationId xmlns:a16="http://schemas.microsoft.com/office/drawing/2014/main" id="{660E8AFB-BE02-435C-99DB-23E98D8C68AC}"/>
              </a:ext>
            </a:extLst>
          </p:cNvPr>
          <p:cNvSpPr>
            <a:spLocks noGrp="1"/>
          </p:cNvSpPr>
          <p:nvPr/>
        </p:nvSpPr>
        <p:spPr>
          <a:xfrm>
            <a:off x="6319846" y="2855402"/>
            <a:ext cx="28398" cy="28398"/>
          </a:xfrm>
          <a:prstGeom prst="ellipse">
            <a:avLst/>
          </a:prstGeom>
          <a:solidFill>
            <a:srgbClr val="7F8C97">
              <a:alpha val="48000"/>
            </a:srgbClr>
          </a:solidFill>
          <a:ln w="0">
            <a:noFill/>
            <a:prstDash val="solid"/>
          </a:ln>
        </p:spPr>
      </p:sp>
      <p:sp>
        <p:nvSpPr>
          <p:cNvPr id="2155" name="01_find_only_2154">
            <a:extLst>
              <a:ext uri="{FF2B5EF4-FFF2-40B4-BE49-F238E27FC236}">
                <a16:creationId xmlns:a16="http://schemas.microsoft.com/office/drawing/2014/main" id="{48DDAB08-A7BA-48BC-AD77-2AB3BB1FB94E}"/>
              </a:ext>
            </a:extLst>
          </p:cNvPr>
          <p:cNvSpPr>
            <a:spLocks noGrp="1"/>
          </p:cNvSpPr>
          <p:nvPr/>
        </p:nvSpPr>
        <p:spPr>
          <a:xfrm>
            <a:off x="6259851" y="4123418"/>
            <a:ext cx="28398" cy="28398"/>
          </a:xfrm>
          <a:prstGeom prst="ellipse">
            <a:avLst/>
          </a:prstGeom>
          <a:solidFill>
            <a:srgbClr val="7F8C97">
              <a:alpha val="48000"/>
            </a:srgbClr>
          </a:solidFill>
          <a:ln w="0">
            <a:noFill/>
            <a:prstDash val="solid"/>
          </a:ln>
        </p:spPr>
      </p:sp>
      <p:sp>
        <p:nvSpPr>
          <p:cNvPr id="2156" name="01_find_only_2155">
            <a:extLst>
              <a:ext uri="{FF2B5EF4-FFF2-40B4-BE49-F238E27FC236}">
                <a16:creationId xmlns:a16="http://schemas.microsoft.com/office/drawing/2014/main" id="{FFBED593-D3D6-40D3-B5F2-1AE9B373FED2}"/>
              </a:ext>
            </a:extLst>
          </p:cNvPr>
          <p:cNvSpPr>
            <a:spLocks noGrp="1"/>
          </p:cNvSpPr>
          <p:nvPr/>
        </p:nvSpPr>
        <p:spPr>
          <a:xfrm>
            <a:off x="6265860" y="4123418"/>
            <a:ext cx="28398" cy="28398"/>
          </a:xfrm>
          <a:prstGeom prst="ellipse">
            <a:avLst/>
          </a:prstGeom>
          <a:solidFill>
            <a:srgbClr val="7F8C97">
              <a:alpha val="48000"/>
            </a:srgbClr>
          </a:solidFill>
          <a:ln w="0">
            <a:noFill/>
            <a:prstDash val="solid"/>
          </a:ln>
        </p:spPr>
      </p:sp>
      <p:sp>
        <p:nvSpPr>
          <p:cNvPr id="2157" name="01_find_only_2156">
            <a:extLst>
              <a:ext uri="{FF2B5EF4-FFF2-40B4-BE49-F238E27FC236}">
                <a16:creationId xmlns:a16="http://schemas.microsoft.com/office/drawing/2014/main" id="{F1AAAE14-3599-4E1C-8FD3-A2E087ADCA62}"/>
              </a:ext>
            </a:extLst>
          </p:cNvPr>
          <p:cNvSpPr>
            <a:spLocks noGrp="1"/>
          </p:cNvSpPr>
          <p:nvPr/>
        </p:nvSpPr>
        <p:spPr>
          <a:xfrm>
            <a:off x="6322231" y="3330908"/>
            <a:ext cx="28398" cy="28398"/>
          </a:xfrm>
          <a:prstGeom prst="ellipse">
            <a:avLst/>
          </a:prstGeom>
          <a:solidFill>
            <a:srgbClr val="7F8C97">
              <a:alpha val="48000"/>
            </a:srgbClr>
          </a:solidFill>
          <a:ln w="0">
            <a:noFill/>
            <a:prstDash val="solid"/>
          </a:ln>
        </p:spPr>
      </p:sp>
      <p:sp>
        <p:nvSpPr>
          <p:cNvPr id="2158" name="01_find_only_2157">
            <a:extLst>
              <a:ext uri="{FF2B5EF4-FFF2-40B4-BE49-F238E27FC236}">
                <a16:creationId xmlns:a16="http://schemas.microsoft.com/office/drawing/2014/main" id="{A516BEDC-2D29-4D1D-AA89-64DDC17A22B8}"/>
              </a:ext>
            </a:extLst>
          </p:cNvPr>
          <p:cNvSpPr>
            <a:spLocks noGrp="1"/>
          </p:cNvSpPr>
          <p:nvPr/>
        </p:nvSpPr>
        <p:spPr>
          <a:xfrm>
            <a:off x="6260710" y="2855402"/>
            <a:ext cx="28398" cy="28398"/>
          </a:xfrm>
          <a:prstGeom prst="ellipse">
            <a:avLst/>
          </a:prstGeom>
          <a:solidFill>
            <a:srgbClr val="7F8C97">
              <a:alpha val="48000"/>
            </a:srgbClr>
          </a:solidFill>
          <a:ln w="0">
            <a:noFill/>
            <a:prstDash val="solid"/>
          </a:ln>
        </p:spPr>
      </p:sp>
      <p:sp>
        <p:nvSpPr>
          <p:cNvPr id="2159" name="01_find_only_2158">
            <a:extLst>
              <a:ext uri="{FF2B5EF4-FFF2-40B4-BE49-F238E27FC236}">
                <a16:creationId xmlns:a16="http://schemas.microsoft.com/office/drawing/2014/main" id="{FE9D7CC3-38D2-414F-8E43-F1D3FF75D308}"/>
              </a:ext>
            </a:extLst>
          </p:cNvPr>
          <p:cNvSpPr>
            <a:spLocks noGrp="1"/>
          </p:cNvSpPr>
          <p:nvPr/>
        </p:nvSpPr>
        <p:spPr>
          <a:xfrm>
            <a:off x="6340544" y="3489410"/>
            <a:ext cx="28398" cy="28398"/>
          </a:xfrm>
          <a:prstGeom prst="ellipse">
            <a:avLst/>
          </a:prstGeom>
          <a:solidFill>
            <a:srgbClr val="7F8C97">
              <a:alpha val="48000"/>
            </a:srgbClr>
          </a:solidFill>
          <a:ln w="0">
            <a:noFill/>
            <a:prstDash val="solid"/>
          </a:ln>
        </p:spPr>
      </p:sp>
      <p:sp>
        <p:nvSpPr>
          <p:cNvPr id="2160" name="01_find_only_2159">
            <a:extLst>
              <a:ext uri="{FF2B5EF4-FFF2-40B4-BE49-F238E27FC236}">
                <a16:creationId xmlns:a16="http://schemas.microsoft.com/office/drawing/2014/main" id="{8178A114-679D-4FD6-AA2A-98AC6C9CAABC}"/>
              </a:ext>
            </a:extLst>
          </p:cNvPr>
          <p:cNvSpPr>
            <a:spLocks noGrp="1"/>
          </p:cNvSpPr>
          <p:nvPr/>
        </p:nvSpPr>
        <p:spPr>
          <a:xfrm>
            <a:off x="6325951" y="3700746"/>
            <a:ext cx="28398" cy="28398"/>
          </a:xfrm>
          <a:prstGeom prst="ellipse">
            <a:avLst/>
          </a:prstGeom>
          <a:solidFill>
            <a:srgbClr val="7F8C97">
              <a:alpha val="48000"/>
            </a:srgbClr>
          </a:solidFill>
          <a:ln w="0">
            <a:noFill/>
            <a:prstDash val="solid"/>
          </a:ln>
        </p:spPr>
      </p:sp>
      <p:sp>
        <p:nvSpPr>
          <p:cNvPr id="2161" name="01_find_only_2160">
            <a:extLst>
              <a:ext uri="{FF2B5EF4-FFF2-40B4-BE49-F238E27FC236}">
                <a16:creationId xmlns:a16="http://schemas.microsoft.com/office/drawing/2014/main" id="{A05B2AA8-5F2C-4CC0-8318-3556E7350C5E}"/>
              </a:ext>
            </a:extLst>
          </p:cNvPr>
          <p:cNvSpPr>
            <a:spLocks noGrp="1"/>
          </p:cNvSpPr>
          <p:nvPr/>
        </p:nvSpPr>
        <p:spPr>
          <a:xfrm>
            <a:off x="6291423" y="3489410"/>
            <a:ext cx="28398" cy="28398"/>
          </a:xfrm>
          <a:prstGeom prst="ellipse">
            <a:avLst/>
          </a:prstGeom>
          <a:solidFill>
            <a:srgbClr val="7F8C97">
              <a:alpha val="48000"/>
            </a:srgbClr>
          </a:solidFill>
          <a:ln w="0">
            <a:noFill/>
            <a:prstDash val="solid"/>
          </a:ln>
        </p:spPr>
      </p:sp>
      <p:sp>
        <p:nvSpPr>
          <p:cNvPr id="2162" name="01_find_only_2161">
            <a:extLst>
              <a:ext uri="{FF2B5EF4-FFF2-40B4-BE49-F238E27FC236}">
                <a16:creationId xmlns:a16="http://schemas.microsoft.com/office/drawing/2014/main" id="{F1DB7277-6103-473C-B031-1808C082DE9B}"/>
              </a:ext>
            </a:extLst>
          </p:cNvPr>
          <p:cNvSpPr>
            <a:spLocks noGrp="1"/>
          </p:cNvSpPr>
          <p:nvPr/>
        </p:nvSpPr>
        <p:spPr>
          <a:xfrm>
            <a:off x="6275303" y="2855402"/>
            <a:ext cx="28398" cy="28398"/>
          </a:xfrm>
          <a:prstGeom prst="ellipse">
            <a:avLst/>
          </a:prstGeom>
          <a:solidFill>
            <a:srgbClr val="7F8C97">
              <a:alpha val="48000"/>
            </a:srgbClr>
          </a:solidFill>
          <a:ln w="0">
            <a:noFill/>
            <a:prstDash val="solid"/>
          </a:ln>
        </p:spPr>
      </p:sp>
      <p:sp>
        <p:nvSpPr>
          <p:cNvPr id="2163" name="01_find_only_2162">
            <a:extLst>
              <a:ext uri="{FF2B5EF4-FFF2-40B4-BE49-F238E27FC236}">
                <a16:creationId xmlns:a16="http://schemas.microsoft.com/office/drawing/2014/main" id="{98772E98-818D-4C19-8FC7-ADC088828649}"/>
              </a:ext>
            </a:extLst>
          </p:cNvPr>
          <p:cNvSpPr>
            <a:spLocks noGrp="1"/>
          </p:cNvSpPr>
          <p:nvPr/>
        </p:nvSpPr>
        <p:spPr>
          <a:xfrm>
            <a:off x="6339113" y="3128093"/>
            <a:ext cx="28398" cy="28398"/>
          </a:xfrm>
          <a:prstGeom prst="ellipse">
            <a:avLst/>
          </a:prstGeom>
          <a:solidFill>
            <a:srgbClr val="7F8C97">
              <a:alpha val="48000"/>
            </a:srgbClr>
          </a:solidFill>
          <a:ln w="0">
            <a:noFill/>
            <a:prstDash val="solid"/>
          </a:ln>
        </p:spPr>
      </p:sp>
      <p:sp>
        <p:nvSpPr>
          <p:cNvPr id="2164" name="01_find_only_2163">
            <a:extLst>
              <a:ext uri="{FF2B5EF4-FFF2-40B4-BE49-F238E27FC236}">
                <a16:creationId xmlns:a16="http://schemas.microsoft.com/office/drawing/2014/main" id="{EAFDFAB8-483A-4D45-8658-967CCC89924F}"/>
              </a:ext>
            </a:extLst>
          </p:cNvPr>
          <p:cNvSpPr>
            <a:spLocks noGrp="1"/>
          </p:cNvSpPr>
          <p:nvPr/>
        </p:nvSpPr>
        <p:spPr>
          <a:xfrm>
            <a:off x="6343215" y="3217692"/>
            <a:ext cx="28398" cy="28398"/>
          </a:xfrm>
          <a:prstGeom prst="ellipse">
            <a:avLst/>
          </a:prstGeom>
          <a:solidFill>
            <a:srgbClr val="7F8C97">
              <a:alpha val="48000"/>
            </a:srgbClr>
          </a:solidFill>
          <a:ln w="0">
            <a:noFill/>
            <a:prstDash val="solid"/>
          </a:ln>
        </p:spPr>
      </p:sp>
      <p:sp>
        <p:nvSpPr>
          <p:cNvPr id="2165" name="01_find_only_2164">
            <a:extLst>
              <a:ext uri="{FF2B5EF4-FFF2-40B4-BE49-F238E27FC236}">
                <a16:creationId xmlns:a16="http://schemas.microsoft.com/office/drawing/2014/main" id="{B2F387C1-3809-4C34-A22A-0F580358763B}"/>
              </a:ext>
            </a:extLst>
          </p:cNvPr>
          <p:cNvSpPr>
            <a:spLocks noGrp="1"/>
          </p:cNvSpPr>
          <p:nvPr/>
        </p:nvSpPr>
        <p:spPr>
          <a:xfrm>
            <a:off x="6308591" y="2855402"/>
            <a:ext cx="28398" cy="28398"/>
          </a:xfrm>
          <a:prstGeom prst="ellipse">
            <a:avLst/>
          </a:prstGeom>
          <a:solidFill>
            <a:srgbClr val="7F8C97">
              <a:alpha val="48000"/>
            </a:srgbClr>
          </a:solidFill>
          <a:ln w="0">
            <a:noFill/>
            <a:prstDash val="solid"/>
          </a:ln>
        </p:spPr>
      </p:sp>
      <p:sp>
        <p:nvSpPr>
          <p:cNvPr id="2166" name="01_find_only_2165">
            <a:extLst>
              <a:ext uri="{FF2B5EF4-FFF2-40B4-BE49-F238E27FC236}">
                <a16:creationId xmlns:a16="http://schemas.microsoft.com/office/drawing/2014/main" id="{48703F7C-6560-4FC5-BE86-B5178C3B96FB}"/>
              </a:ext>
            </a:extLst>
          </p:cNvPr>
          <p:cNvSpPr>
            <a:spLocks noGrp="1"/>
          </p:cNvSpPr>
          <p:nvPr/>
        </p:nvSpPr>
        <p:spPr>
          <a:xfrm>
            <a:off x="6330338" y="4123418"/>
            <a:ext cx="28398" cy="28398"/>
          </a:xfrm>
          <a:prstGeom prst="ellipse">
            <a:avLst/>
          </a:prstGeom>
          <a:solidFill>
            <a:srgbClr val="7F8C97">
              <a:alpha val="48000"/>
            </a:srgbClr>
          </a:solidFill>
          <a:ln w="0">
            <a:noFill/>
            <a:prstDash val="solid"/>
          </a:ln>
        </p:spPr>
      </p:sp>
      <p:sp>
        <p:nvSpPr>
          <p:cNvPr id="2167" name="01_find_only_2166">
            <a:extLst>
              <a:ext uri="{FF2B5EF4-FFF2-40B4-BE49-F238E27FC236}">
                <a16:creationId xmlns:a16="http://schemas.microsoft.com/office/drawing/2014/main" id="{A538719E-9509-4F35-9784-54D9770B1AC0}"/>
              </a:ext>
            </a:extLst>
          </p:cNvPr>
          <p:cNvSpPr>
            <a:spLocks noGrp="1"/>
          </p:cNvSpPr>
          <p:nvPr/>
        </p:nvSpPr>
        <p:spPr>
          <a:xfrm>
            <a:off x="6263476" y="2855402"/>
            <a:ext cx="28398" cy="28398"/>
          </a:xfrm>
          <a:prstGeom prst="ellipse">
            <a:avLst/>
          </a:prstGeom>
          <a:solidFill>
            <a:srgbClr val="7F8C97">
              <a:alpha val="48000"/>
            </a:srgbClr>
          </a:solidFill>
          <a:ln w="0">
            <a:noFill/>
            <a:prstDash val="solid"/>
          </a:ln>
        </p:spPr>
      </p:sp>
      <p:sp>
        <p:nvSpPr>
          <p:cNvPr id="2168" name="01_find_only_2167">
            <a:extLst>
              <a:ext uri="{FF2B5EF4-FFF2-40B4-BE49-F238E27FC236}">
                <a16:creationId xmlns:a16="http://schemas.microsoft.com/office/drawing/2014/main" id="{1631027B-9432-40BF-AD9A-0A7193317873}"/>
              </a:ext>
            </a:extLst>
          </p:cNvPr>
          <p:cNvSpPr>
            <a:spLocks noGrp="1"/>
          </p:cNvSpPr>
          <p:nvPr/>
        </p:nvSpPr>
        <p:spPr>
          <a:xfrm>
            <a:off x="6290373" y="4123418"/>
            <a:ext cx="28398" cy="28398"/>
          </a:xfrm>
          <a:prstGeom prst="ellipse">
            <a:avLst/>
          </a:prstGeom>
          <a:solidFill>
            <a:srgbClr val="7F8C97">
              <a:alpha val="48000"/>
            </a:srgbClr>
          </a:solidFill>
          <a:ln w="0">
            <a:noFill/>
            <a:prstDash val="solid"/>
          </a:ln>
        </p:spPr>
      </p:sp>
      <p:sp>
        <p:nvSpPr>
          <p:cNvPr id="2169" name="01_find_only_2168">
            <a:extLst>
              <a:ext uri="{FF2B5EF4-FFF2-40B4-BE49-F238E27FC236}">
                <a16:creationId xmlns:a16="http://schemas.microsoft.com/office/drawing/2014/main" id="{62F98060-DA28-4E58-BD3B-6C5E50F94AB8}"/>
              </a:ext>
            </a:extLst>
          </p:cNvPr>
          <p:cNvSpPr>
            <a:spLocks noGrp="1"/>
          </p:cNvSpPr>
          <p:nvPr/>
        </p:nvSpPr>
        <p:spPr>
          <a:xfrm>
            <a:off x="6324425" y="4123418"/>
            <a:ext cx="28398" cy="28398"/>
          </a:xfrm>
          <a:prstGeom prst="ellipse">
            <a:avLst/>
          </a:prstGeom>
          <a:solidFill>
            <a:srgbClr val="7F8C97">
              <a:alpha val="48000"/>
            </a:srgbClr>
          </a:solidFill>
          <a:ln w="0">
            <a:noFill/>
            <a:prstDash val="solid"/>
          </a:ln>
        </p:spPr>
      </p:sp>
      <p:sp>
        <p:nvSpPr>
          <p:cNvPr id="2170" name="01_find_only_2169">
            <a:extLst>
              <a:ext uri="{FF2B5EF4-FFF2-40B4-BE49-F238E27FC236}">
                <a16:creationId xmlns:a16="http://schemas.microsoft.com/office/drawing/2014/main" id="{A23DA1B8-BAED-4BB1-BB15-B59006741428}"/>
              </a:ext>
            </a:extLst>
          </p:cNvPr>
          <p:cNvSpPr>
            <a:spLocks noGrp="1"/>
          </p:cNvSpPr>
          <p:nvPr/>
        </p:nvSpPr>
        <p:spPr>
          <a:xfrm>
            <a:off x="6257658" y="3579982"/>
            <a:ext cx="28398" cy="28398"/>
          </a:xfrm>
          <a:prstGeom prst="ellipse">
            <a:avLst/>
          </a:prstGeom>
          <a:solidFill>
            <a:srgbClr val="7F8C97">
              <a:alpha val="48000"/>
            </a:srgbClr>
          </a:solidFill>
          <a:ln w="0">
            <a:noFill/>
            <a:prstDash val="solid"/>
          </a:ln>
        </p:spPr>
      </p:sp>
      <p:sp>
        <p:nvSpPr>
          <p:cNvPr id="2171" name="01_find_only_2170">
            <a:extLst>
              <a:ext uri="{FF2B5EF4-FFF2-40B4-BE49-F238E27FC236}">
                <a16:creationId xmlns:a16="http://schemas.microsoft.com/office/drawing/2014/main" id="{1397624B-6B06-4F0A-B2FF-55BE45C80B70}"/>
              </a:ext>
            </a:extLst>
          </p:cNvPr>
          <p:cNvSpPr>
            <a:spLocks noGrp="1"/>
          </p:cNvSpPr>
          <p:nvPr/>
        </p:nvSpPr>
        <p:spPr>
          <a:xfrm>
            <a:off x="6254224" y="3489410"/>
            <a:ext cx="28398" cy="28398"/>
          </a:xfrm>
          <a:prstGeom prst="ellipse">
            <a:avLst/>
          </a:prstGeom>
          <a:solidFill>
            <a:srgbClr val="7F8C97">
              <a:alpha val="48000"/>
            </a:srgbClr>
          </a:solidFill>
          <a:ln w="0">
            <a:noFill/>
            <a:prstDash val="solid"/>
          </a:ln>
        </p:spPr>
      </p:sp>
      <p:sp>
        <p:nvSpPr>
          <p:cNvPr id="2172" name="01_find_only_2171">
            <a:extLst>
              <a:ext uri="{FF2B5EF4-FFF2-40B4-BE49-F238E27FC236}">
                <a16:creationId xmlns:a16="http://schemas.microsoft.com/office/drawing/2014/main" id="{839700A6-17EF-4F7F-9D9A-EC8610988FB9}"/>
              </a:ext>
            </a:extLst>
          </p:cNvPr>
          <p:cNvSpPr>
            <a:spLocks noGrp="1"/>
          </p:cNvSpPr>
          <p:nvPr/>
        </p:nvSpPr>
        <p:spPr>
          <a:xfrm>
            <a:off x="6310594" y="3912082"/>
            <a:ext cx="28398" cy="28398"/>
          </a:xfrm>
          <a:prstGeom prst="ellipse">
            <a:avLst/>
          </a:prstGeom>
          <a:solidFill>
            <a:srgbClr val="7F8C97">
              <a:alpha val="48000"/>
            </a:srgbClr>
          </a:solidFill>
          <a:ln w="0">
            <a:noFill/>
            <a:prstDash val="solid"/>
          </a:ln>
        </p:spPr>
      </p:sp>
      <p:sp>
        <p:nvSpPr>
          <p:cNvPr id="2173" name="01_find_only_2172">
            <a:extLst>
              <a:ext uri="{FF2B5EF4-FFF2-40B4-BE49-F238E27FC236}">
                <a16:creationId xmlns:a16="http://schemas.microsoft.com/office/drawing/2014/main" id="{238EF483-DF84-445D-98A8-2368D74DBE92}"/>
              </a:ext>
            </a:extLst>
          </p:cNvPr>
          <p:cNvSpPr>
            <a:spLocks noGrp="1"/>
          </p:cNvSpPr>
          <p:nvPr/>
        </p:nvSpPr>
        <p:spPr>
          <a:xfrm>
            <a:off x="6338541" y="3045604"/>
            <a:ext cx="28398" cy="28398"/>
          </a:xfrm>
          <a:prstGeom prst="ellipse">
            <a:avLst/>
          </a:prstGeom>
          <a:solidFill>
            <a:srgbClr val="7F8C97">
              <a:alpha val="48000"/>
            </a:srgbClr>
          </a:solidFill>
          <a:ln w="0">
            <a:noFill/>
            <a:prstDash val="solid"/>
          </a:ln>
        </p:spPr>
      </p:sp>
      <p:sp>
        <p:nvSpPr>
          <p:cNvPr id="2174" name="01_find_only_2173">
            <a:extLst>
              <a:ext uri="{FF2B5EF4-FFF2-40B4-BE49-F238E27FC236}">
                <a16:creationId xmlns:a16="http://schemas.microsoft.com/office/drawing/2014/main" id="{49855C3B-F94F-4167-AD96-E3132F016756}"/>
              </a:ext>
            </a:extLst>
          </p:cNvPr>
          <p:cNvSpPr>
            <a:spLocks noGrp="1"/>
          </p:cNvSpPr>
          <p:nvPr/>
        </p:nvSpPr>
        <p:spPr>
          <a:xfrm>
            <a:off x="6250027" y="3489410"/>
            <a:ext cx="28398" cy="28398"/>
          </a:xfrm>
          <a:prstGeom prst="ellipse">
            <a:avLst/>
          </a:prstGeom>
          <a:solidFill>
            <a:srgbClr val="7F8C97">
              <a:alpha val="48000"/>
            </a:srgbClr>
          </a:solidFill>
          <a:ln w="0">
            <a:noFill/>
            <a:prstDash val="solid"/>
          </a:ln>
        </p:spPr>
      </p:sp>
      <p:sp>
        <p:nvSpPr>
          <p:cNvPr id="2175" name="01_find_only_2174">
            <a:extLst>
              <a:ext uri="{FF2B5EF4-FFF2-40B4-BE49-F238E27FC236}">
                <a16:creationId xmlns:a16="http://schemas.microsoft.com/office/drawing/2014/main" id="{9D68DFA7-93E4-4852-BC32-83B59BFA338F}"/>
              </a:ext>
            </a:extLst>
          </p:cNvPr>
          <p:cNvSpPr>
            <a:spLocks noGrp="1"/>
          </p:cNvSpPr>
          <p:nvPr/>
        </p:nvSpPr>
        <p:spPr>
          <a:xfrm>
            <a:off x="6287321" y="2855402"/>
            <a:ext cx="28398" cy="28398"/>
          </a:xfrm>
          <a:prstGeom prst="ellipse">
            <a:avLst/>
          </a:prstGeom>
          <a:solidFill>
            <a:srgbClr val="7F8C97">
              <a:alpha val="48000"/>
            </a:srgbClr>
          </a:solidFill>
          <a:ln w="0">
            <a:noFill/>
            <a:prstDash val="solid"/>
          </a:ln>
        </p:spPr>
      </p:sp>
      <p:sp>
        <p:nvSpPr>
          <p:cNvPr id="2176" name="01_find_only_2175">
            <a:extLst>
              <a:ext uri="{FF2B5EF4-FFF2-40B4-BE49-F238E27FC236}">
                <a16:creationId xmlns:a16="http://schemas.microsoft.com/office/drawing/2014/main" id="{82A33647-4CBE-4771-BB73-950171DD3CDF}"/>
              </a:ext>
            </a:extLst>
          </p:cNvPr>
          <p:cNvSpPr>
            <a:spLocks noGrp="1"/>
          </p:cNvSpPr>
          <p:nvPr/>
        </p:nvSpPr>
        <p:spPr>
          <a:xfrm>
            <a:off x="6317939" y="4123418"/>
            <a:ext cx="28398" cy="28398"/>
          </a:xfrm>
          <a:prstGeom prst="ellipse">
            <a:avLst/>
          </a:prstGeom>
          <a:solidFill>
            <a:srgbClr val="7F8C97">
              <a:alpha val="48000"/>
            </a:srgbClr>
          </a:solidFill>
          <a:ln w="0">
            <a:noFill/>
            <a:prstDash val="solid"/>
          </a:ln>
        </p:spPr>
      </p:sp>
      <p:sp>
        <p:nvSpPr>
          <p:cNvPr id="2177" name="01_find_only_2176">
            <a:extLst>
              <a:ext uri="{FF2B5EF4-FFF2-40B4-BE49-F238E27FC236}">
                <a16:creationId xmlns:a16="http://schemas.microsoft.com/office/drawing/2014/main" id="{6D4905D6-D459-4C80-AA56-CE3E3AFBE2D3}"/>
              </a:ext>
            </a:extLst>
          </p:cNvPr>
          <p:cNvSpPr>
            <a:spLocks noGrp="1"/>
          </p:cNvSpPr>
          <p:nvPr/>
        </p:nvSpPr>
        <p:spPr>
          <a:xfrm>
            <a:off x="6289324" y="4123418"/>
            <a:ext cx="28398" cy="28398"/>
          </a:xfrm>
          <a:prstGeom prst="ellipse">
            <a:avLst/>
          </a:prstGeom>
          <a:solidFill>
            <a:srgbClr val="7F8C97">
              <a:alpha val="48000"/>
            </a:srgbClr>
          </a:solidFill>
          <a:ln w="0">
            <a:noFill/>
            <a:prstDash val="solid"/>
          </a:ln>
        </p:spPr>
      </p:sp>
      <p:sp>
        <p:nvSpPr>
          <p:cNvPr id="2178" name="01_find_only_2177">
            <a:extLst>
              <a:ext uri="{FF2B5EF4-FFF2-40B4-BE49-F238E27FC236}">
                <a16:creationId xmlns:a16="http://schemas.microsoft.com/office/drawing/2014/main" id="{B64A6D09-394F-435F-97E7-ED8EE7C8139F}"/>
              </a:ext>
            </a:extLst>
          </p:cNvPr>
          <p:cNvSpPr>
            <a:spLocks noGrp="1"/>
          </p:cNvSpPr>
          <p:nvPr/>
        </p:nvSpPr>
        <p:spPr>
          <a:xfrm>
            <a:off x="6273205" y="4123418"/>
            <a:ext cx="28398" cy="28398"/>
          </a:xfrm>
          <a:prstGeom prst="ellipse">
            <a:avLst/>
          </a:prstGeom>
          <a:solidFill>
            <a:srgbClr val="7F8C97">
              <a:alpha val="48000"/>
            </a:srgbClr>
          </a:solidFill>
          <a:ln w="0">
            <a:noFill/>
            <a:prstDash val="solid"/>
          </a:ln>
        </p:spPr>
      </p:sp>
      <p:sp>
        <p:nvSpPr>
          <p:cNvPr id="2179" name="01_find_only_2178">
            <a:extLst>
              <a:ext uri="{FF2B5EF4-FFF2-40B4-BE49-F238E27FC236}">
                <a16:creationId xmlns:a16="http://schemas.microsoft.com/office/drawing/2014/main" id="{3F871790-B6A1-4292-AD58-F199FF76D2EF}"/>
              </a:ext>
            </a:extLst>
          </p:cNvPr>
          <p:cNvSpPr>
            <a:spLocks noGrp="1"/>
          </p:cNvSpPr>
          <p:nvPr/>
        </p:nvSpPr>
        <p:spPr>
          <a:xfrm>
            <a:off x="6310213" y="4123418"/>
            <a:ext cx="28398" cy="28398"/>
          </a:xfrm>
          <a:prstGeom prst="ellipse">
            <a:avLst/>
          </a:prstGeom>
          <a:solidFill>
            <a:srgbClr val="7F8C97">
              <a:alpha val="48000"/>
            </a:srgbClr>
          </a:solidFill>
          <a:ln w="0">
            <a:noFill/>
            <a:prstDash val="solid"/>
          </a:ln>
        </p:spPr>
      </p:sp>
      <p:sp>
        <p:nvSpPr>
          <p:cNvPr id="2180" name="01_find_only_2179">
            <a:extLst>
              <a:ext uri="{FF2B5EF4-FFF2-40B4-BE49-F238E27FC236}">
                <a16:creationId xmlns:a16="http://schemas.microsoft.com/office/drawing/2014/main" id="{DE86E021-40F9-416E-BCD4-A3516181F507}"/>
              </a:ext>
            </a:extLst>
          </p:cNvPr>
          <p:cNvSpPr>
            <a:spLocks noGrp="1"/>
          </p:cNvSpPr>
          <p:nvPr/>
        </p:nvSpPr>
        <p:spPr>
          <a:xfrm>
            <a:off x="6307161" y="4123418"/>
            <a:ext cx="28398" cy="28398"/>
          </a:xfrm>
          <a:prstGeom prst="ellipse">
            <a:avLst/>
          </a:prstGeom>
          <a:solidFill>
            <a:srgbClr val="7F8C97">
              <a:alpha val="48000"/>
            </a:srgbClr>
          </a:solidFill>
          <a:ln w="0">
            <a:noFill/>
            <a:prstDash val="solid"/>
          </a:ln>
        </p:spPr>
      </p:sp>
      <p:sp>
        <p:nvSpPr>
          <p:cNvPr id="2181" name="01_find_only_2180">
            <a:extLst>
              <a:ext uri="{FF2B5EF4-FFF2-40B4-BE49-F238E27FC236}">
                <a16:creationId xmlns:a16="http://schemas.microsoft.com/office/drawing/2014/main" id="{2DA8496D-6F6F-442A-8B80-A97DA24D11F7}"/>
              </a:ext>
            </a:extLst>
          </p:cNvPr>
          <p:cNvSpPr>
            <a:spLocks noGrp="1"/>
          </p:cNvSpPr>
          <p:nvPr/>
        </p:nvSpPr>
        <p:spPr>
          <a:xfrm>
            <a:off x="6295619" y="4123418"/>
            <a:ext cx="28398" cy="28398"/>
          </a:xfrm>
          <a:prstGeom prst="ellipse">
            <a:avLst/>
          </a:prstGeom>
          <a:solidFill>
            <a:srgbClr val="7F8C97">
              <a:alpha val="48000"/>
            </a:srgbClr>
          </a:solidFill>
          <a:ln w="0">
            <a:noFill/>
            <a:prstDash val="solid"/>
          </a:ln>
        </p:spPr>
      </p:sp>
      <p:sp>
        <p:nvSpPr>
          <p:cNvPr id="2182" name="01_find_only_2181">
            <a:extLst>
              <a:ext uri="{FF2B5EF4-FFF2-40B4-BE49-F238E27FC236}">
                <a16:creationId xmlns:a16="http://schemas.microsoft.com/office/drawing/2014/main" id="{95B903C0-DE72-425F-B12E-B1FFCEF65908}"/>
              </a:ext>
            </a:extLst>
          </p:cNvPr>
          <p:cNvSpPr>
            <a:spLocks noGrp="1"/>
          </p:cNvSpPr>
          <p:nvPr/>
        </p:nvSpPr>
        <p:spPr>
          <a:xfrm>
            <a:off x="6304871" y="4123418"/>
            <a:ext cx="28398" cy="28398"/>
          </a:xfrm>
          <a:prstGeom prst="ellipse">
            <a:avLst/>
          </a:prstGeom>
          <a:solidFill>
            <a:srgbClr val="7F8C97">
              <a:alpha val="48000"/>
            </a:srgbClr>
          </a:solidFill>
          <a:ln w="0">
            <a:noFill/>
            <a:prstDash val="solid"/>
          </a:ln>
        </p:spPr>
      </p:sp>
      <p:sp>
        <p:nvSpPr>
          <p:cNvPr id="2183" name="01_find_only_2182">
            <a:extLst>
              <a:ext uri="{FF2B5EF4-FFF2-40B4-BE49-F238E27FC236}">
                <a16:creationId xmlns:a16="http://schemas.microsoft.com/office/drawing/2014/main" id="{FBDFB06E-BD92-4110-A82C-E9BC6213BEA5}"/>
              </a:ext>
            </a:extLst>
          </p:cNvPr>
          <p:cNvSpPr>
            <a:spLocks noGrp="1"/>
          </p:cNvSpPr>
          <p:nvPr/>
        </p:nvSpPr>
        <p:spPr>
          <a:xfrm>
            <a:off x="6277497" y="4123418"/>
            <a:ext cx="28398" cy="28398"/>
          </a:xfrm>
          <a:prstGeom prst="ellipse">
            <a:avLst/>
          </a:prstGeom>
          <a:solidFill>
            <a:srgbClr val="7F8C97">
              <a:alpha val="48000"/>
            </a:srgbClr>
          </a:solidFill>
          <a:ln w="0">
            <a:noFill/>
            <a:prstDash val="solid"/>
          </a:ln>
        </p:spPr>
      </p:sp>
      <p:sp>
        <p:nvSpPr>
          <p:cNvPr id="2184" name="01_find_only_2183">
            <a:extLst>
              <a:ext uri="{FF2B5EF4-FFF2-40B4-BE49-F238E27FC236}">
                <a16:creationId xmlns:a16="http://schemas.microsoft.com/office/drawing/2014/main" id="{5306F5F4-10D0-4D00-A357-73C58D7AEB94}"/>
              </a:ext>
            </a:extLst>
          </p:cNvPr>
          <p:cNvSpPr>
            <a:spLocks noGrp="1"/>
          </p:cNvSpPr>
          <p:nvPr/>
        </p:nvSpPr>
        <p:spPr>
          <a:xfrm>
            <a:off x="6298862" y="3489410"/>
            <a:ext cx="28398" cy="28398"/>
          </a:xfrm>
          <a:prstGeom prst="ellipse">
            <a:avLst/>
          </a:prstGeom>
          <a:solidFill>
            <a:srgbClr val="7F8C97">
              <a:alpha val="48000"/>
            </a:srgbClr>
          </a:solidFill>
          <a:ln w="0">
            <a:noFill/>
            <a:prstDash val="solid"/>
          </a:ln>
        </p:spPr>
      </p:sp>
      <p:sp>
        <p:nvSpPr>
          <p:cNvPr id="2185" name="01_find_only_2184">
            <a:extLst>
              <a:ext uri="{FF2B5EF4-FFF2-40B4-BE49-F238E27FC236}">
                <a16:creationId xmlns:a16="http://schemas.microsoft.com/office/drawing/2014/main" id="{A742EA71-D16D-4E80-9F33-8890029C12C7}"/>
              </a:ext>
            </a:extLst>
          </p:cNvPr>
          <p:cNvSpPr>
            <a:spLocks noGrp="1"/>
          </p:cNvSpPr>
          <p:nvPr/>
        </p:nvSpPr>
        <p:spPr>
          <a:xfrm>
            <a:off x="6278451" y="3109005"/>
            <a:ext cx="28398" cy="28398"/>
          </a:xfrm>
          <a:prstGeom prst="ellipse">
            <a:avLst/>
          </a:prstGeom>
          <a:solidFill>
            <a:srgbClr val="7F8C97">
              <a:alpha val="48000"/>
            </a:srgbClr>
          </a:solidFill>
          <a:ln w="0">
            <a:noFill/>
            <a:prstDash val="solid"/>
          </a:ln>
        </p:spPr>
      </p:sp>
      <p:sp>
        <p:nvSpPr>
          <p:cNvPr id="2186" name="01_find_only_2185">
            <a:extLst>
              <a:ext uri="{FF2B5EF4-FFF2-40B4-BE49-F238E27FC236}">
                <a16:creationId xmlns:a16="http://schemas.microsoft.com/office/drawing/2014/main" id="{2E6DCFBC-0738-4C88-82F1-0D87F306B6C2}"/>
              </a:ext>
            </a:extLst>
          </p:cNvPr>
          <p:cNvSpPr>
            <a:spLocks noGrp="1"/>
          </p:cNvSpPr>
          <p:nvPr/>
        </p:nvSpPr>
        <p:spPr>
          <a:xfrm>
            <a:off x="6286844" y="3568661"/>
            <a:ext cx="28398" cy="28398"/>
          </a:xfrm>
          <a:prstGeom prst="ellipse">
            <a:avLst/>
          </a:prstGeom>
          <a:solidFill>
            <a:srgbClr val="7F8C97">
              <a:alpha val="48000"/>
            </a:srgbClr>
          </a:solidFill>
          <a:ln w="0">
            <a:noFill/>
            <a:prstDash val="solid"/>
          </a:ln>
        </p:spPr>
      </p:sp>
      <p:sp>
        <p:nvSpPr>
          <p:cNvPr id="2187" name="01_find_only_2186">
            <a:extLst>
              <a:ext uri="{FF2B5EF4-FFF2-40B4-BE49-F238E27FC236}">
                <a16:creationId xmlns:a16="http://schemas.microsoft.com/office/drawing/2014/main" id="{12086CFB-3229-45AB-B6DA-934E641B4468}"/>
              </a:ext>
            </a:extLst>
          </p:cNvPr>
          <p:cNvSpPr>
            <a:spLocks noGrp="1"/>
          </p:cNvSpPr>
          <p:nvPr/>
        </p:nvSpPr>
        <p:spPr>
          <a:xfrm>
            <a:off x="6328049" y="3942273"/>
            <a:ext cx="28398" cy="28398"/>
          </a:xfrm>
          <a:prstGeom prst="ellipse">
            <a:avLst/>
          </a:prstGeom>
          <a:solidFill>
            <a:srgbClr val="7F8C97">
              <a:alpha val="48000"/>
            </a:srgbClr>
          </a:solidFill>
          <a:ln w="0">
            <a:noFill/>
            <a:prstDash val="solid"/>
          </a:ln>
        </p:spPr>
      </p:sp>
      <p:sp>
        <p:nvSpPr>
          <p:cNvPr id="2188" name="01_find_only_2187">
            <a:extLst>
              <a:ext uri="{FF2B5EF4-FFF2-40B4-BE49-F238E27FC236}">
                <a16:creationId xmlns:a16="http://schemas.microsoft.com/office/drawing/2014/main" id="{A2DBE79B-5513-4C13-AE1A-88D980641929}"/>
              </a:ext>
            </a:extLst>
          </p:cNvPr>
          <p:cNvSpPr>
            <a:spLocks noGrp="1"/>
          </p:cNvSpPr>
          <p:nvPr/>
        </p:nvSpPr>
        <p:spPr>
          <a:xfrm>
            <a:off x="6260519" y="3489410"/>
            <a:ext cx="28398" cy="28398"/>
          </a:xfrm>
          <a:prstGeom prst="ellipse">
            <a:avLst/>
          </a:prstGeom>
          <a:solidFill>
            <a:srgbClr val="7F8C97">
              <a:alpha val="48000"/>
            </a:srgbClr>
          </a:solidFill>
          <a:ln w="0">
            <a:noFill/>
            <a:prstDash val="solid"/>
          </a:ln>
        </p:spPr>
      </p:sp>
      <p:sp>
        <p:nvSpPr>
          <p:cNvPr id="2189" name="01_find_only_2188">
            <a:extLst>
              <a:ext uri="{FF2B5EF4-FFF2-40B4-BE49-F238E27FC236}">
                <a16:creationId xmlns:a16="http://schemas.microsoft.com/office/drawing/2014/main" id="{9B9A0C84-46E2-40C4-BADB-062C0D66651C}"/>
              </a:ext>
            </a:extLst>
          </p:cNvPr>
          <p:cNvSpPr>
            <a:spLocks noGrp="1"/>
          </p:cNvSpPr>
          <p:nvPr/>
        </p:nvSpPr>
        <p:spPr>
          <a:xfrm>
            <a:off x="6264907" y="4123418"/>
            <a:ext cx="28398" cy="28398"/>
          </a:xfrm>
          <a:prstGeom prst="ellipse">
            <a:avLst/>
          </a:prstGeom>
          <a:solidFill>
            <a:srgbClr val="7F8C97">
              <a:alpha val="48000"/>
            </a:srgbClr>
          </a:solidFill>
          <a:ln w="0">
            <a:noFill/>
            <a:prstDash val="solid"/>
          </a:ln>
        </p:spPr>
      </p:sp>
      <p:sp>
        <p:nvSpPr>
          <p:cNvPr id="2190" name="01_find_only_2189">
            <a:extLst>
              <a:ext uri="{FF2B5EF4-FFF2-40B4-BE49-F238E27FC236}">
                <a16:creationId xmlns:a16="http://schemas.microsoft.com/office/drawing/2014/main" id="{9157CCD1-B58C-446F-A279-FA20F4658888}"/>
              </a:ext>
            </a:extLst>
          </p:cNvPr>
          <p:cNvSpPr>
            <a:spLocks noGrp="1"/>
          </p:cNvSpPr>
          <p:nvPr/>
        </p:nvSpPr>
        <p:spPr>
          <a:xfrm>
            <a:off x="6304585" y="2855402"/>
            <a:ext cx="28398" cy="28398"/>
          </a:xfrm>
          <a:prstGeom prst="ellipse">
            <a:avLst/>
          </a:prstGeom>
          <a:solidFill>
            <a:srgbClr val="7F8C97">
              <a:alpha val="48000"/>
            </a:srgbClr>
          </a:solidFill>
          <a:ln w="0">
            <a:noFill/>
            <a:prstDash val="solid"/>
          </a:ln>
        </p:spPr>
      </p:sp>
      <p:sp>
        <p:nvSpPr>
          <p:cNvPr id="2191" name="01_find_only_2190">
            <a:extLst>
              <a:ext uri="{FF2B5EF4-FFF2-40B4-BE49-F238E27FC236}">
                <a16:creationId xmlns:a16="http://schemas.microsoft.com/office/drawing/2014/main" id="{9CF5051E-70C4-4FEA-88A5-D101707C70FF}"/>
              </a:ext>
            </a:extLst>
          </p:cNvPr>
          <p:cNvSpPr>
            <a:spLocks noGrp="1"/>
          </p:cNvSpPr>
          <p:nvPr/>
        </p:nvSpPr>
        <p:spPr>
          <a:xfrm>
            <a:off x="6303727" y="3278074"/>
            <a:ext cx="28398" cy="28398"/>
          </a:xfrm>
          <a:prstGeom prst="ellipse">
            <a:avLst/>
          </a:prstGeom>
          <a:solidFill>
            <a:srgbClr val="7F8C97">
              <a:alpha val="48000"/>
            </a:srgbClr>
          </a:solidFill>
          <a:ln w="0">
            <a:noFill/>
            <a:prstDash val="solid"/>
          </a:ln>
        </p:spPr>
      </p:sp>
      <p:sp>
        <p:nvSpPr>
          <p:cNvPr id="2192" name="01_find_only_2191">
            <a:extLst>
              <a:ext uri="{FF2B5EF4-FFF2-40B4-BE49-F238E27FC236}">
                <a16:creationId xmlns:a16="http://schemas.microsoft.com/office/drawing/2014/main" id="{1AF03968-3F8B-41EB-8410-E28FFBD0FDA1}"/>
              </a:ext>
            </a:extLst>
          </p:cNvPr>
          <p:cNvSpPr>
            <a:spLocks noGrp="1"/>
          </p:cNvSpPr>
          <p:nvPr/>
        </p:nvSpPr>
        <p:spPr>
          <a:xfrm>
            <a:off x="6334726" y="3489410"/>
            <a:ext cx="28398" cy="28398"/>
          </a:xfrm>
          <a:prstGeom prst="ellipse">
            <a:avLst/>
          </a:prstGeom>
          <a:solidFill>
            <a:srgbClr val="7F8C97">
              <a:alpha val="48000"/>
            </a:srgbClr>
          </a:solidFill>
          <a:ln w="0">
            <a:noFill/>
            <a:prstDash val="solid"/>
          </a:ln>
        </p:spPr>
      </p:sp>
      <p:sp>
        <p:nvSpPr>
          <p:cNvPr id="2193" name="01_find_only_2192">
            <a:extLst>
              <a:ext uri="{FF2B5EF4-FFF2-40B4-BE49-F238E27FC236}">
                <a16:creationId xmlns:a16="http://schemas.microsoft.com/office/drawing/2014/main" id="{86895E9A-603B-4BC6-B74B-CDD90E771593}"/>
              </a:ext>
            </a:extLst>
          </p:cNvPr>
          <p:cNvSpPr>
            <a:spLocks noGrp="1"/>
          </p:cNvSpPr>
          <p:nvPr/>
        </p:nvSpPr>
        <p:spPr>
          <a:xfrm>
            <a:off x="6320323" y="3172406"/>
            <a:ext cx="28398" cy="28398"/>
          </a:xfrm>
          <a:prstGeom prst="ellipse">
            <a:avLst/>
          </a:prstGeom>
          <a:solidFill>
            <a:srgbClr val="7F8C97">
              <a:alpha val="48000"/>
            </a:srgbClr>
          </a:solidFill>
          <a:ln w="0">
            <a:noFill/>
            <a:prstDash val="solid"/>
          </a:ln>
        </p:spPr>
      </p:sp>
      <p:sp>
        <p:nvSpPr>
          <p:cNvPr id="2194" name="01_find_only_2193">
            <a:extLst>
              <a:ext uri="{FF2B5EF4-FFF2-40B4-BE49-F238E27FC236}">
                <a16:creationId xmlns:a16="http://schemas.microsoft.com/office/drawing/2014/main" id="{BA477FBA-FD3B-44AD-9906-5D26F03BDBCE}"/>
              </a:ext>
            </a:extLst>
          </p:cNvPr>
          <p:cNvSpPr>
            <a:spLocks noGrp="1"/>
          </p:cNvSpPr>
          <p:nvPr/>
        </p:nvSpPr>
        <p:spPr>
          <a:xfrm>
            <a:off x="6261473" y="4123418"/>
            <a:ext cx="28398" cy="28398"/>
          </a:xfrm>
          <a:prstGeom prst="ellipse">
            <a:avLst/>
          </a:prstGeom>
          <a:solidFill>
            <a:srgbClr val="7F8C97">
              <a:alpha val="48000"/>
            </a:srgbClr>
          </a:solidFill>
          <a:ln w="0">
            <a:noFill/>
            <a:prstDash val="solid"/>
          </a:ln>
        </p:spPr>
      </p:sp>
      <p:sp>
        <p:nvSpPr>
          <p:cNvPr id="2195" name="01_find_only_2194">
            <a:extLst>
              <a:ext uri="{FF2B5EF4-FFF2-40B4-BE49-F238E27FC236}">
                <a16:creationId xmlns:a16="http://schemas.microsoft.com/office/drawing/2014/main" id="{B9F82280-4FF8-4D83-AC81-2258CF633F51}"/>
              </a:ext>
            </a:extLst>
          </p:cNvPr>
          <p:cNvSpPr>
            <a:spLocks noGrp="1"/>
          </p:cNvSpPr>
          <p:nvPr/>
        </p:nvSpPr>
        <p:spPr>
          <a:xfrm>
            <a:off x="6275303" y="4123418"/>
            <a:ext cx="28398" cy="28398"/>
          </a:xfrm>
          <a:prstGeom prst="ellipse">
            <a:avLst/>
          </a:prstGeom>
          <a:solidFill>
            <a:srgbClr val="7F8C97">
              <a:alpha val="48000"/>
            </a:srgbClr>
          </a:solidFill>
          <a:ln w="0">
            <a:noFill/>
            <a:prstDash val="solid"/>
          </a:ln>
        </p:spPr>
      </p:sp>
      <p:sp>
        <p:nvSpPr>
          <p:cNvPr id="2196" name="01_find_only_2195">
            <a:extLst>
              <a:ext uri="{FF2B5EF4-FFF2-40B4-BE49-F238E27FC236}">
                <a16:creationId xmlns:a16="http://schemas.microsoft.com/office/drawing/2014/main" id="{435E7337-AE52-45F3-9F38-86F32DA4F01F}"/>
              </a:ext>
            </a:extLst>
          </p:cNvPr>
          <p:cNvSpPr>
            <a:spLocks noGrp="1"/>
          </p:cNvSpPr>
          <p:nvPr/>
        </p:nvSpPr>
        <p:spPr>
          <a:xfrm>
            <a:off x="6313170" y="4123418"/>
            <a:ext cx="28398" cy="28398"/>
          </a:xfrm>
          <a:prstGeom prst="ellipse">
            <a:avLst/>
          </a:prstGeom>
          <a:solidFill>
            <a:srgbClr val="7F8C97">
              <a:alpha val="48000"/>
            </a:srgbClr>
          </a:solidFill>
          <a:ln w="0">
            <a:noFill/>
            <a:prstDash val="solid"/>
          </a:ln>
        </p:spPr>
      </p:sp>
      <p:sp>
        <p:nvSpPr>
          <p:cNvPr id="2197" name="01_find_only_2196">
            <a:extLst>
              <a:ext uri="{FF2B5EF4-FFF2-40B4-BE49-F238E27FC236}">
                <a16:creationId xmlns:a16="http://schemas.microsoft.com/office/drawing/2014/main" id="{000F3CF5-3777-4A29-B8CE-6A3769B2CF5B}"/>
              </a:ext>
            </a:extLst>
          </p:cNvPr>
          <p:cNvSpPr>
            <a:spLocks noGrp="1"/>
          </p:cNvSpPr>
          <p:nvPr/>
        </p:nvSpPr>
        <p:spPr>
          <a:xfrm>
            <a:off x="6255941" y="4123418"/>
            <a:ext cx="28398" cy="28398"/>
          </a:xfrm>
          <a:prstGeom prst="ellipse">
            <a:avLst/>
          </a:prstGeom>
          <a:solidFill>
            <a:srgbClr val="7F8C97">
              <a:alpha val="48000"/>
            </a:srgbClr>
          </a:solidFill>
          <a:ln w="0">
            <a:noFill/>
            <a:prstDash val="solid"/>
          </a:ln>
        </p:spPr>
      </p:sp>
      <p:sp>
        <p:nvSpPr>
          <p:cNvPr id="2198" name="01_find_only_2197">
            <a:extLst>
              <a:ext uri="{FF2B5EF4-FFF2-40B4-BE49-F238E27FC236}">
                <a16:creationId xmlns:a16="http://schemas.microsoft.com/office/drawing/2014/main" id="{5664560E-966D-4EDE-9EBB-05F5C1A35783}"/>
              </a:ext>
            </a:extLst>
          </p:cNvPr>
          <p:cNvSpPr>
            <a:spLocks noGrp="1"/>
          </p:cNvSpPr>
          <p:nvPr/>
        </p:nvSpPr>
        <p:spPr>
          <a:xfrm>
            <a:off x="6322231" y="3278074"/>
            <a:ext cx="28398" cy="28398"/>
          </a:xfrm>
          <a:prstGeom prst="ellipse">
            <a:avLst/>
          </a:prstGeom>
          <a:solidFill>
            <a:srgbClr val="7F8C97">
              <a:alpha val="48000"/>
            </a:srgbClr>
          </a:solidFill>
          <a:ln w="0">
            <a:noFill/>
            <a:prstDash val="solid"/>
          </a:ln>
        </p:spPr>
      </p:sp>
      <p:sp>
        <p:nvSpPr>
          <p:cNvPr id="2199" name="01_find_only_2198">
            <a:extLst>
              <a:ext uri="{FF2B5EF4-FFF2-40B4-BE49-F238E27FC236}">
                <a16:creationId xmlns:a16="http://schemas.microsoft.com/office/drawing/2014/main" id="{E5E40CC8-7842-4C79-8FED-B8FC51996678}"/>
              </a:ext>
            </a:extLst>
          </p:cNvPr>
          <p:cNvSpPr>
            <a:spLocks noGrp="1"/>
          </p:cNvSpPr>
          <p:nvPr/>
        </p:nvSpPr>
        <p:spPr>
          <a:xfrm>
            <a:off x="6325474" y="4123418"/>
            <a:ext cx="28398" cy="28398"/>
          </a:xfrm>
          <a:prstGeom prst="ellipse">
            <a:avLst/>
          </a:prstGeom>
          <a:solidFill>
            <a:srgbClr val="7F8C97">
              <a:alpha val="48000"/>
            </a:srgbClr>
          </a:solidFill>
          <a:ln w="0">
            <a:noFill/>
            <a:prstDash val="solid"/>
          </a:ln>
        </p:spPr>
      </p:sp>
      <p:sp>
        <p:nvSpPr>
          <p:cNvPr id="2200" name="01_find_only_2199">
            <a:extLst>
              <a:ext uri="{FF2B5EF4-FFF2-40B4-BE49-F238E27FC236}">
                <a16:creationId xmlns:a16="http://schemas.microsoft.com/office/drawing/2014/main" id="{2CC8E8A2-FD16-4A06-BC42-2AA146BE0B47}"/>
              </a:ext>
            </a:extLst>
          </p:cNvPr>
          <p:cNvSpPr>
            <a:spLocks noGrp="1"/>
          </p:cNvSpPr>
          <p:nvPr/>
        </p:nvSpPr>
        <p:spPr>
          <a:xfrm>
            <a:off x="6315363" y="3013904"/>
            <a:ext cx="28398" cy="28398"/>
          </a:xfrm>
          <a:prstGeom prst="ellipse">
            <a:avLst/>
          </a:prstGeom>
          <a:solidFill>
            <a:srgbClr val="7F8C97">
              <a:alpha val="48000"/>
            </a:srgbClr>
          </a:solidFill>
          <a:ln w="0">
            <a:noFill/>
            <a:prstDash val="solid"/>
          </a:ln>
        </p:spPr>
      </p:sp>
      <p:sp>
        <p:nvSpPr>
          <p:cNvPr id="2201" name="01_find_only_2200">
            <a:extLst>
              <a:ext uri="{FF2B5EF4-FFF2-40B4-BE49-F238E27FC236}">
                <a16:creationId xmlns:a16="http://schemas.microsoft.com/office/drawing/2014/main" id="{2880604E-2FE9-4D76-8368-027CB2956962}"/>
              </a:ext>
            </a:extLst>
          </p:cNvPr>
          <p:cNvSpPr>
            <a:spLocks noGrp="1"/>
          </p:cNvSpPr>
          <p:nvPr/>
        </p:nvSpPr>
        <p:spPr>
          <a:xfrm>
            <a:off x="6314505" y="3172406"/>
            <a:ext cx="28398" cy="28398"/>
          </a:xfrm>
          <a:prstGeom prst="ellipse">
            <a:avLst/>
          </a:prstGeom>
          <a:solidFill>
            <a:srgbClr val="7F8C97">
              <a:alpha val="48000"/>
            </a:srgbClr>
          </a:solidFill>
          <a:ln w="0">
            <a:noFill/>
            <a:prstDash val="solid"/>
          </a:ln>
        </p:spPr>
      </p:sp>
      <p:sp>
        <p:nvSpPr>
          <p:cNvPr id="2202" name="01_find_only_2201">
            <a:extLst>
              <a:ext uri="{FF2B5EF4-FFF2-40B4-BE49-F238E27FC236}">
                <a16:creationId xmlns:a16="http://schemas.microsoft.com/office/drawing/2014/main" id="{2C398132-D220-46B7-A94D-A9D9E4115896}"/>
              </a:ext>
            </a:extLst>
          </p:cNvPr>
          <p:cNvSpPr>
            <a:spLocks noGrp="1"/>
          </p:cNvSpPr>
          <p:nvPr/>
        </p:nvSpPr>
        <p:spPr>
          <a:xfrm>
            <a:off x="6318606" y="4123418"/>
            <a:ext cx="28398" cy="28398"/>
          </a:xfrm>
          <a:prstGeom prst="ellipse">
            <a:avLst/>
          </a:prstGeom>
          <a:solidFill>
            <a:srgbClr val="7F8C97">
              <a:alpha val="48000"/>
            </a:srgbClr>
          </a:solidFill>
          <a:ln w="0">
            <a:noFill/>
            <a:prstDash val="solid"/>
          </a:ln>
        </p:spPr>
      </p:sp>
      <p:sp>
        <p:nvSpPr>
          <p:cNvPr id="2203" name="01_find_only_2202">
            <a:extLst>
              <a:ext uri="{FF2B5EF4-FFF2-40B4-BE49-F238E27FC236}">
                <a16:creationId xmlns:a16="http://schemas.microsoft.com/office/drawing/2014/main" id="{FFB0408D-3413-4604-B4BA-F9A37C30F91F}"/>
              </a:ext>
            </a:extLst>
          </p:cNvPr>
          <p:cNvSpPr>
            <a:spLocks noGrp="1"/>
          </p:cNvSpPr>
          <p:nvPr/>
        </p:nvSpPr>
        <p:spPr>
          <a:xfrm>
            <a:off x="6300579" y="4123418"/>
            <a:ext cx="28398" cy="28398"/>
          </a:xfrm>
          <a:prstGeom prst="ellipse">
            <a:avLst/>
          </a:prstGeom>
          <a:solidFill>
            <a:srgbClr val="7F8C97">
              <a:alpha val="48000"/>
            </a:srgbClr>
          </a:solidFill>
          <a:ln w="0">
            <a:noFill/>
            <a:prstDash val="solid"/>
          </a:ln>
        </p:spPr>
      </p:sp>
      <p:sp>
        <p:nvSpPr>
          <p:cNvPr id="2204" name="01_find_only_2203">
            <a:extLst>
              <a:ext uri="{FF2B5EF4-FFF2-40B4-BE49-F238E27FC236}">
                <a16:creationId xmlns:a16="http://schemas.microsoft.com/office/drawing/2014/main" id="{D046ABE1-892A-4852-9E8B-706FB8A2BA9F}"/>
              </a:ext>
            </a:extLst>
          </p:cNvPr>
          <p:cNvSpPr>
            <a:spLocks noGrp="1"/>
          </p:cNvSpPr>
          <p:nvPr/>
        </p:nvSpPr>
        <p:spPr>
          <a:xfrm>
            <a:off x="6251076" y="3489410"/>
            <a:ext cx="28398" cy="28398"/>
          </a:xfrm>
          <a:prstGeom prst="ellipse">
            <a:avLst/>
          </a:prstGeom>
          <a:solidFill>
            <a:srgbClr val="7F8C97">
              <a:alpha val="48000"/>
            </a:srgbClr>
          </a:solidFill>
          <a:ln w="0">
            <a:noFill/>
            <a:prstDash val="solid"/>
          </a:ln>
        </p:spPr>
      </p:sp>
      <p:sp>
        <p:nvSpPr>
          <p:cNvPr id="2205" name="01_find_only_2204">
            <a:extLst>
              <a:ext uri="{FF2B5EF4-FFF2-40B4-BE49-F238E27FC236}">
                <a16:creationId xmlns:a16="http://schemas.microsoft.com/office/drawing/2014/main" id="{8BD8C50F-63D4-4430-BF25-989C15D26510}"/>
              </a:ext>
            </a:extLst>
          </p:cNvPr>
          <p:cNvSpPr>
            <a:spLocks noGrp="1"/>
          </p:cNvSpPr>
          <p:nvPr/>
        </p:nvSpPr>
        <p:spPr>
          <a:xfrm>
            <a:off x="6300389" y="4123418"/>
            <a:ext cx="28398" cy="28398"/>
          </a:xfrm>
          <a:prstGeom prst="ellipse">
            <a:avLst/>
          </a:prstGeom>
          <a:solidFill>
            <a:srgbClr val="7F8C97">
              <a:alpha val="48000"/>
            </a:srgbClr>
          </a:solidFill>
          <a:ln w="0">
            <a:noFill/>
            <a:prstDash val="solid"/>
          </a:ln>
        </p:spPr>
      </p:sp>
      <p:sp>
        <p:nvSpPr>
          <p:cNvPr id="2206" name="01_find_only_2205">
            <a:extLst>
              <a:ext uri="{FF2B5EF4-FFF2-40B4-BE49-F238E27FC236}">
                <a16:creationId xmlns:a16="http://schemas.microsoft.com/office/drawing/2014/main" id="{E1BCD953-A3CF-4435-AFCE-4E69AF9395D8}"/>
              </a:ext>
            </a:extLst>
          </p:cNvPr>
          <p:cNvSpPr>
            <a:spLocks noGrp="1"/>
          </p:cNvSpPr>
          <p:nvPr/>
        </p:nvSpPr>
        <p:spPr>
          <a:xfrm>
            <a:off x="6263667" y="4123418"/>
            <a:ext cx="28398" cy="28398"/>
          </a:xfrm>
          <a:prstGeom prst="ellipse">
            <a:avLst/>
          </a:prstGeom>
          <a:solidFill>
            <a:srgbClr val="7F8C97">
              <a:alpha val="48000"/>
            </a:srgbClr>
          </a:solidFill>
          <a:ln w="0">
            <a:noFill/>
            <a:prstDash val="solid"/>
          </a:ln>
        </p:spPr>
      </p:sp>
      <p:sp>
        <p:nvSpPr>
          <p:cNvPr id="2207" name="01_find_only_2206">
            <a:extLst>
              <a:ext uri="{FF2B5EF4-FFF2-40B4-BE49-F238E27FC236}">
                <a16:creationId xmlns:a16="http://schemas.microsoft.com/office/drawing/2014/main" id="{71425999-3552-4285-B650-4A37EC207140}"/>
              </a:ext>
            </a:extLst>
          </p:cNvPr>
          <p:cNvSpPr>
            <a:spLocks noGrp="1"/>
          </p:cNvSpPr>
          <p:nvPr/>
        </p:nvSpPr>
        <p:spPr>
          <a:xfrm>
            <a:off x="6314887" y="3830799"/>
            <a:ext cx="28398" cy="28398"/>
          </a:xfrm>
          <a:prstGeom prst="ellipse">
            <a:avLst/>
          </a:prstGeom>
          <a:solidFill>
            <a:srgbClr val="7F8C97">
              <a:alpha val="48000"/>
            </a:srgbClr>
          </a:solidFill>
          <a:ln w="0">
            <a:noFill/>
            <a:prstDash val="solid"/>
          </a:ln>
        </p:spPr>
      </p:sp>
      <p:sp>
        <p:nvSpPr>
          <p:cNvPr id="2208" name="01_find_only_2207">
            <a:extLst>
              <a:ext uri="{FF2B5EF4-FFF2-40B4-BE49-F238E27FC236}">
                <a16:creationId xmlns:a16="http://schemas.microsoft.com/office/drawing/2014/main" id="{C42C60EC-4449-45EF-829F-450195517C51}"/>
              </a:ext>
            </a:extLst>
          </p:cNvPr>
          <p:cNvSpPr>
            <a:spLocks noGrp="1"/>
          </p:cNvSpPr>
          <p:nvPr/>
        </p:nvSpPr>
        <p:spPr>
          <a:xfrm>
            <a:off x="6327477" y="3700746"/>
            <a:ext cx="28398" cy="28398"/>
          </a:xfrm>
          <a:prstGeom prst="ellipse">
            <a:avLst/>
          </a:prstGeom>
          <a:solidFill>
            <a:srgbClr val="7F8C97">
              <a:alpha val="48000"/>
            </a:srgbClr>
          </a:solidFill>
          <a:ln w="0">
            <a:noFill/>
            <a:prstDash val="solid"/>
          </a:ln>
        </p:spPr>
      </p:sp>
      <p:sp>
        <p:nvSpPr>
          <p:cNvPr id="2209" name="01_find_only_2208">
            <a:extLst>
              <a:ext uri="{FF2B5EF4-FFF2-40B4-BE49-F238E27FC236}">
                <a16:creationId xmlns:a16="http://schemas.microsoft.com/office/drawing/2014/main" id="{870B892C-3CB2-4928-8F5B-B98F9BC2EEF7}"/>
              </a:ext>
            </a:extLst>
          </p:cNvPr>
          <p:cNvSpPr>
            <a:spLocks noGrp="1"/>
          </p:cNvSpPr>
          <p:nvPr/>
        </p:nvSpPr>
        <p:spPr>
          <a:xfrm>
            <a:off x="6262141" y="4123418"/>
            <a:ext cx="28398" cy="28398"/>
          </a:xfrm>
          <a:prstGeom prst="ellipse">
            <a:avLst/>
          </a:prstGeom>
          <a:solidFill>
            <a:srgbClr val="7F8C97">
              <a:alpha val="48000"/>
            </a:srgbClr>
          </a:solidFill>
          <a:ln w="0">
            <a:noFill/>
            <a:prstDash val="solid"/>
          </a:ln>
        </p:spPr>
      </p:sp>
      <p:sp>
        <p:nvSpPr>
          <p:cNvPr id="2210" name="01_find_only_2209">
            <a:extLst>
              <a:ext uri="{FF2B5EF4-FFF2-40B4-BE49-F238E27FC236}">
                <a16:creationId xmlns:a16="http://schemas.microsoft.com/office/drawing/2014/main" id="{BF6100C5-4013-40A3-92FE-64B6DE14B0C6}"/>
              </a:ext>
            </a:extLst>
          </p:cNvPr>
          <p:cNvSpPr>
            <a:spLocks noGrp="1"/>
          </p:cNvSpPr>
          <p:nvPr/>
        </p:nvSpPr>
        <p:spPr>
          <a:xfrm>
            <a:off x="6315745" y="3050481"/>
            <a:ext cx="28398" cy="28398"/>
          </a:xfrm>
          <a:prstGeom prst="ellipse">
            <a:avLst/>
          </a:prstGeom>
          <a:solidFill>
            <a:srgbClr val="7F8C97">
              <a:alpha val="48000"/>
            </a:srgbClr>
          </a:solidFill>
          <a:ln w="0">
            <a:noFill/>
            <a:prstDash val="solid"/>
          </a:ln>
        </p:spPr>
      </p:sp>
      <p:sp>
        <p:nvSpPr>
          <p:cNvPr id="2211" name="01_find_only_2210">
            <a:extLst>
              <a:ext uri="{FF2B5EF4-FFF2-40B4-BE49-F238E27FC236}">
                <a16:creationId xmlns:a16="http://schemas.microsoft.com/office/drawing/2014/main" id="{09C29D2E-ED07-4226-93FE-EE5ECC88C3F6}"/>
              </a:ext>
            </a:extLst>
          </p:cNvPr>
          <p:cNvSpPr>
            <a:spLocks noGrp="1"/>
          </p:cNvSpPr>
          <p:nvPr/>
        </p:nvSpPr>
        <p:spPr>
          <a:xfrm>
            <a:off x="6266910" y="3489410"/>
            <a:ext cx="28398" cy="28398"/>
          </a:xfrm>
          <a:prstGeom prst="ellipse">
            <a:avLst/>
          </a:prstGeom>
          <a:solidFill>
            <a:srgbClr val="7F8C97">
              <a:alpha val="48000"/>
            </a:srgbClr>
          </a:solidFill>
          <a:ln w="0">
            <a:noFill/>
            <a:prstDash val="solid"/>
          </a:ln>
        </p:spPr>
      </p:sp>
      <p:sp>
        <p:nvSpPr>
          <p:cNvPr id="2212" name="01_find_only_2211">
            <a:extLst>
              <a:ext uri="{FF2B5EF4-FFF2-40B4-BE49-F238E27FC236}">
                <a16:creationId xmlns:a16="http://schemas.microsoft.com/office/drawing/2014/main" id="{E187B817-AAE1-4216-B74F-A14A8AE53355}"/>
              </a:ext>
            </a:extLst>
          </p:cNvPr>
          <p:cNvSpPr>
            <a:spLocks noGrp="1"/>
          </p:cNvSpPr>
          <p:nvPr/>
        </p:nvSpPr>
        <p:spPr>
          <a:xfrm>
            <a:off x="6271106" y="4123418"/>
            <a:ext cx="28398" cy="28398"/>
          </a:xfrm>
          <a:prstGeom prst="ellipse">
            <a:avLst/>
          </a:prstGeom>
          <a:solidFill>
            <a:srgbClr val="7F8C97">
              <a:alpha val="48000"/>
            </a:srgbClr>
          </a:solidFill>
          <a:ln w="0">
            <a:noFill/>
            <a:prstDash val="solid"/>
          </a:ln>
        </p:spPr>
      </p:sp>
      <p:sp>
        <p:nvSpPr>
          <p:cNvPr id="2213" name="01_find_only_2212">
            <a:extLst>
              <a:ext uri="{FF2B5EF4-FFF2-40B4-BE49-F238E27FC236}">
                <a16:creationId xmlns:a16="http://schemas.microsoft.com/office/drawing/2014/main" id="{38CA87A1-8A75-4830-92A2-2F029EF1A802}"/>
              </a:ext>
            </a:extLst>
          </p:cNvPr>
          <p:cNvSpPr>
            <a:spLocks noGrp="1"/>
          </p:cNvSpPr>
          <p:nvPr/>
        </p:nvSpPr>
        <p:spPr>
          <a:xfrm>
            <a:off x="6259756" y="3066738"/>
            <a:ext cx="28398" cy="28398"/>
          </a:xfrm>
          <a:prstGeom prst="ellipse">
            <a:avLst/>
          </a:prstGeom>
          <a:solidFill>
            <a:srgbClr val="7F8C97">
              <a:alpha val="48000"/>
            </a:srgbClr>
          </a:solidFill>
          <a:ln w="0">
            <a:noFill/>
            <a:prstDash val="solid"/>
          </a:ln>
        </p:spPr>
      </p:sp>
      <p:sp>
        <p:nvSpPr>
          <p:cNvPr id="2214" name="01_find_only_2213">
            <a:extLst>
              <a:ext uri="{FF2B5EF4-FFF2-40B4-BE49-F238E27FC236}">
                <a16:creationId xmlns:a16="http://schemas.microsoft.com/office/drawing/2014/main" id="{AD555E05-6909-4F40-87AA-A24F367D2611}"/>
              </a:ext>
            </a:extLst>
          </p:cNvPr>
          <p:cNvSpPr>
            <a:spLocks noGrp="1"/>
          </p:cNvSpPr>
          <p:nvPr/>
        </p:nvSpPr>
        <p:spPr>
          <a:xfrm>
            <a:off x="6314696" y="3647912"/>
            <a:ext cx="28398" cy="28398"/>
          </a:xfrm>
          <a:prstGeom prst="ellipse">
            <a:avLst/>
          </a:prstGeom>
          <a:solidFill>
            <a:srgbClr val="7F8C97">
              <a:alpha val="48000"/>
            </a:srgbClr>
          </a:solidFill>
          <a:ln w="0">
            <a:noFill/>
            <a:prstDash val="solid"/>
          </a:ln>
        </p:spPr>
      </p:sp>
      <p:sp>
        <p:nvSpPr>
          <p:cNvPr id="2215" name="01_find_only_2214">
            <a:extLst>
              <a:ext uri="{FF2B5EF4-FFF2-40B4-BE49-F238E27FC236}">
                <a16:creationId xmlns:a16="http://schemas.microsoft.com/office/drawing/2014/main" id="{8F8DE504-DA93-4456-8137-72D23B4A2C4B}"/>
              </a:ext>
            </a:extLst>
          </p:cNvPr>
          <p:cNvSpPr>
            <a:spLocks noGrp="1"/>
          </p:cNvSpPr>
          <p:nvPr/>
        </p:nvSpPr>
        <p:spPr>
          <a:xfrm>
            <a:off x="6339304" y="3761128"/>
            <a:ext cx="28398" cy="28398"/>
          </a:xfrm>
          <a:prstGeom prst="ellipse">
            <a:avLst/>
          </a:prstGeom>
          <a:solidFill>
            <a:srgbClr val="7F8C97">
              <a:alpha val="48000"/>
            </a:srgbClr>
          </a:solidFill>
          <a:ln w="0">
            <a:noFill/>
            <a:prstDash val="solid"/>
          </a:ln>
        </p:spPr>
      </p:sp>
      <p:sp>
        <p:nvSpPr>
          <p:cNvPr id="2216" name="01_find_only_2215">
            <a:extLst>
              <a:ext uri="{FF2B5EF4-FFF2-40B4-BE49-F238E27FC236}">
                <a16:creationId xmlns:a16="http://schemas.microsoft.com/office/drawing/2014/main" id="{1644F3E2-4F1E-41B8-82FD-03065CF8BEDC}"/>
              </a:ext>
            </a:extLst>
          </p:cNvPr>
          <p:cNvSpPr>
            <a:spLocks noGrp="1"/>
          </p:cNvSpPr>
          <p:nvPr/>
        </p:nvSpPr>
        <p:spPr>
          <a:xfrm>
            <a:off x="6343406" y="3579982"/>
            <a:ext cx="28398" cy="28398"/>
          </a:xfrm>
          <a:prstGeom prst="ellipse">
            <a:avLst/>
          </a:prstGeom>
          <a:solidFill>
            <a:srgbClr val="7F8C97">
              <a:alpha val="48000"/>
            </a:srgbClr>
          </a:solidFill>
          <a:ln w="0">
            <a:noFill/>
            <a:prstDash val="solid"/>
          </a:ln>
        </p:spPr>
      </p:sp>
      <p:sp>
        <p:nvSpPr>
          <p:cNvPr id="2217" name="01_find_only_2216">
            <a:extLst>
              <a:ext uri="{FF2B5EF4-FFF2-40B4-BE49-F238E27FC236}">
                <a16:creationId xmlns:a16="http://schemas.microsoft.com/office/drawing/2014/main" id="{B9896DFC-BDB9-46CF-8090-1B0C76279B1D}"/>
              </a:ext>
            </a:extLst>
          </p:cNvPr>
          <p:cNvSpPr>
            <a:spLocks noGrp="1"/>
          </p:cNvSpPr>
          <p:nvPr/>
        </p:nvSpPr>
        <p:spPr>
          <a:xfrm>
            <a:off x="6284460" y="2855402"/>
            <a:ext cx="28398" cy="28398"/>
          </a:xfrm>
          <a:prstGeom prst="ellipse">
            <a:avLst/>
          </a:prstGeom>
          <a:solidFill>
            <a:srgbClr val="7F8C97">
              <a:alpha val="48000"/>
            </a:srgbClr>
          </a:solidFill>
          <a:ln w="0">
            <a:noFill/>
            <a:prstDash val="solid"/>
          </a:ln>
        </p:spPr>
      </p:sp>
      <p:sp>
        <p:nvSpPr>
          <p:cNvPr id="2218" name="01_find_only_2217">
            <a:extLst>
              <a:ext uri="{FF2B5EF4-FFF2-40B4-BE49-F238E27FC236}">
                <a16:creationId xmlns:a16="http://schemas.microsoft.com/office/drawing/2014/main" id="{255AEEDD-1B10-493F-A6E5-EA111586E0DB}"/>
              </a:ext>
            </a:extLst>
          </p:cNvPr>
          <p:cNvSpPr>
            <a:spLocks noGrp="1"/>
          </p:cNvSpPr>
          <p:nvPr/>
        </p:nvSpPr>
        <p:spPr>
          <a:xfrm>
            <a:off x="6319465" y="3700746"/>
            <a:ext cx="28398" cy="28398"/>
          </a:xfrm>
          <a:prstGeom prst="ellipse">
            <a:avLst/>
          </a:prstGeom>
          <a:solidFill>
            <a:srgbClr val="7F8C97">
              <a:alpha val="48000"/>
            </a:srgbClr>
          </a:solidFill>
          <a:ln w="0">
            <a:noFill/>
            <a:prstDash val="solid"/>
          </a:ln>
        </p:spPr>
      </p:sp>
      <p:sp>
        <p:nvSpPr>
          <p:cNvPr id="2219" name="01_find_only_2218">
            <a:extLst>
              <a:ext uri="{FF2B5EF4-FFF2-40B4-BE49-F238E27FC236}">
                <a16:creationId xmlns:a16="http://schemas.microsoft.com/office/drawing/2014/main" id="{372C1167-A84A-4AA4-B70D-0575D87C4774}"/>
              </a:ext>
            </a:extLst>
          </p:cNvPr>
          <p:cNvSpPr>
            <a:spLocks noGrp="1"/>
          </p:cNvSpPr>
          <p:nvPr/>
        </p:nvSpPr>
        <p:spPr>
          <a:xfrm>
            <a:off x="6337969" y="4123418"/>
            <a:ext cx="28398" cy="28398"/>
          </a:xfrm>
          <a:prstGeom prst="ellipse">
            <a:avLst/>
          </a:prstGeom>
          <a:solidFill>
            <a:srgbClr val="7F8C97">
              <a:alpha val="48000"/>
            </a:srgbClr>
          </a:solidFill>
          <a:ln w="0">
            <a:noFill/>
            <a:prstDash val="solid"/>
          </a:ln>
        </p:spPr>
      </p:sp>
      <p:sp>
        <p:nvSpPr>
          <p:cNvPr id="2220" name="01_find_only_2219">
            <a:extLst>
              <a:ext uri="{FF2B5EF4-FFF2-40B4-BE49-F238E27FC236}">
                <a16:creationId xmlns:a16="http://schemas.microsoft.com/office/drawing/2014/main" id="{C02EBAD2-11E3-497D-8BAB-2325361CA6DA}"/>
              </a:ext>
            </a:extLst>
          </p:cNvPr>
          <p:cNvSpPr>
            <a:spLocks noGrp="1"/>
          </p:cNvSpPr>
          <p:nvPr/>
        </p:nvSpPr>
        <p:spPr>
          <a:xfrm>
            <a:off x="6326714" y="3700746"/>
            <a:ext cx="28398" cy="28398"/>
          </a:xfrm>
          <a:prstGeom prst="ellipse">
            <a:avLst/>
          </a:prstGeom>
          <a:solidFill>
            <a:srgbClr val="7F8C97">
              <a:alpha val="48000"/>
            </a:srgbClr>
          </a:solidFill>
          <a:ln w="0">
            <a:noFill/>
            <a:prstDash val="solid"/>
          </a:ln>
        </p:spPr>
      </p:sp>
      <p:sp>
        <p:nvSpPr>
          <p:cNvPr id="2221" name="01_find_only_2220">
            <a:extLst>
              <a:ext uri="{FF2B5EF4-FFF2-40B4-BE49-F238E27FC236}">
                <a16:creationId xmlns:a16="http://schemas.microsoft.com/office/drawing/2014/main" id="{D1393325-30D0-4FA2-ADAC-01A45A7CEC27}"/>
              </a:ext>
            </a:extLst>
          </p:cNvPr>
          <p:cNvSpPr>
            <a:spLocks noGrp="1"/>
          </p:cNvSpPr>
          <p:nvPr/>
        </p:nvSpPr>
        <p:spPr>
          <a:xfrm>
            <a:off x="6316603" y="4123418"/>
            <a:ext cx="28398" cy="28398"/>
          </a:xfrm>
          <a:prstGeom prst="ellipse">
            <a:avLst/>
          </a:prstGeom>
          <a:solidFill>
            <a:srgbClr val="7F8C97">
              <a:alpha val="48000"/>
            </a:srgbClr>
          </a:solidFill>
          <a:ln w="0">
            <a:noFill/>
            <a:prstDash val="solid"/>
          </a:ln>
        </p:spPr>
      </p:sp>
      <p:sp>
        <p:nvSpPr>
          <p:cNvPr id="2222" name="01_find_only_2221">
            <a:extLst>
              <a:ext uri="{FF2B5EF4-FFF2-40B4-BE49-F238E27FC236}">
                <a16:creationId xmlns:a16="http://schemas.microsoft.com/office/drawing/2014/main" id="{49926CAE-8EA0-44FB-BDD9-104AFEAA0D13}"/>
              </a:ext>
            </a:extLst>
          </p:cNvPr>
          <p:cNvSpPr>
            <a:spLocks noGrp="1"/>
          </p:cNvSpPr>
          <p:nvPr/>
        </p:nvSpPr>
        <p:spPr>
          <a:xfrm>
            <a:off x="6293235" y="4123418"/>
            <a:ext cx="28398" cy="28398"/>
          </a:xfrm>
          <a:prstGeom prst="ellipse">
            <a:avLst/>
          </a:prstGeom>
          <a:solidFill>
            <a:srgbClr val="7F8C97">
              <a:alpha val="48000"/>
            </a:srgbClr>
          </a:solidFill>
          <a:ln w="0">
            <a:noFill/>
            <a:prstDash val="solid"/>
          </a:ln>
        </p:spPr>
      </p:sp>
      <p:sp>
        <p:nvSpPr>
          <p:cNvPr id="2223" name="01_find_only_2222">
            <a:extLst>
              <a:ext uri="{FF2B5EF4-FFF2-40B4-BE49-F238E27FC236}">
                <a16:creationId xmlns:a16="http://schemas.microsoft.com/office/drawing/2014/main" id="{D5861E25-E728-48AA-92AA-82A4358F6CEA}"/>
              </a:ext>
            </a:extLst>
          </p:cNvPr>
          <p:cNvSpPr>
            <a:spLocks noGrp="1"/>
          </p:cNvSpPr>
          <p:nvPr/>
        </p:nvSpPr>
        <p:spPr>
          <a:xfrm>
            <a:off x="6290373" y="3300031"/>
            <a:ext cx="28398" cy="28398"/>
          </a:xfrm>
          <a:prstGeom prst="ellipse">
            <a:avLst/>
          </a:prstGeom>
          <a:solidFill>
            <a:srgbClr val="7F8C97">
              <a:alpha val="48000"/>
            </a:srgbClr>
          </a:solidFill>
          <a:ln w="0">
            <a:noFill/>
            <a:prstDash val="solid"/>
          </a:ln>
        </p:spPr>
      </p:sp>
      <p:sp>
        <p:nvSpPr>
          <p:cNvPr id="2224" name="01_find_only_2223">
            <a:extLst>
              <a:ext uri="{FF2B5EF4-FFF2-40B4-BE49-F238E27FC236}">
                <a16:creationId xmlns:a16="http://schemas.microsoft.com/office/drawing/2014/main" id="{1B06DFA9-44A4-481D-B607-66B7CB42515F}"/>
              </a:ext>
            </a:extLst>
          </p:cNvPr>
          <p:cNvSpPr>
            <a:spLocks noGrp="1"/>
          </p:cNvSpPr>
          <p:nvPr/>
        </p:nvSpPr>
        <p:spPr>
          <a:xfrm>
            <a:off x="6258611" y="4123418"/>
            <a:ext cx="28398" cy="28398"/>
          </a:xfrm>
          <a:prstGeom prst="ellipse">
            <a:avLst/>
          </a:prstGeom>
          <a:solidFill>
            <a:srgbClr val="7F8C97">
              <a:alpha val="48000"/>
            </a:srgbClr>
          </a:solidFill>
          <a:ln w="0">
            <a:noFill/>
            <a:prstDash val="solid"/>
          </a:ln>
        </p:spPr>
      </p:sp>
      <p:sp>
        <p:nvSpPr>
          <p:cNvPr id="2225" name="01_find_only_2224">
            <a:extLst>
              <a:ext uri="{FF2B5EF4-FFF2-40B4-BE49-F238E27FC236}">
                <a16:creationId xmlns:a16="http://schemas.microsoft.com/office/drawing/2014/main" id="{84B66D56-DA4E-4EAD-A82B-3F5FA237273F}"/>
              </a:ext>
            </a:extLst>
          </p:cNvPr>
          <p:cNvSpPr>
            <a:spLocks noGrp="1"/>
          </p:cNvSpPr>
          <p:nvPr/>
        </p:nvSpPr>
        <p:spPr>
          <a:xfrm>
            <a:off x="6338255" y="2855402"/>
            <a:ext cx="28398" cy="28398"/>
          </a:xfrm>
          <a:prstGeom prst="ellipse">
            <a:avLst/>
          </a:prstGeom>
          <a:solidFill>
            <a:srgbClr val="7F8C97">
              <a:alpha val="48000"/>
            </a:srgbClr>
          </a:solidFill>
          <a:ln w="0">
            <a:noFill/>
            <a:prstDash val="solid"/>
          </a:ln>
        </p:spPr>
      </p:sp>
      <p:sp>
        <p:nvSpPr>
          <p:cNvPr id="2226" name="01_find_only_2225">
            <a:extLst>
              <a:ext uri="{FF2B5EF4-FFF2-40B4-BE49-F238E27FC236}">
                <a16:creationId xmlns:a16="http://schemas.microsoft.com/office/drawing/2014/main" id="{9D49BC1C-56AF-40AB-8B08-69A648095F45}"/>
              </a:ext>
            </a:extLst>
          </p:cNvPr>
          <p:cNvSpPr>
            <a:spLocks noGrp="1"/>
          </p:cNvSpPr>
          <p:nvPr/>
        </p:nvSpPr>
        <p:spPr>
          <a:xfrm>
            <a:off x="6328145" y="2855402"/>
            <a:ext cx="28398" cy="28398"/>
          </a:xfrm>
          <a:prstGeom prst="ellipse">
            <a:avLst/>
          </a:prstGeom>
          <a:solidFill>
            <a:srgbClr val="7F8C97">
              <a:alpha val="48000"/>
            </a:srgbClr>
          </a:solidFill>
          <a:ln w="0">
            <a:noFill/>
            <a:prstDash val="solid"/>
          </a:ln>
        </p:spPr>
      </p:sp>
      <p:sp>
        <p:nvSpPr>
          <p:cNvPr id="2227" name="01_find_only_2226">
            <a:extLst>
              <a:ext uri="{FF2B5EF4-FFF2-40B4-BE49-F238E27FC236}">
                <a16:creationId xmlns:a16="http://schemas.microsoft.com/office/drawing/2014/main" id="{0F521D1C-B13E-49AB-9A80-4A0453029CE7}"/>
              </a:ext>
            </a:extLst>
          </p:cNvPr>
          <p:cNvSpPr>
            <a:spLocks noGrp="1"/>
          </p:cNvSpPr>
          <p:nvPr/>
        </p:nvSpPr>
        <p:spPr>
          <a:xfrm>
            <a:off x="6313742" y="2855402"/>
            <a:ext cx="28398" cy="28398"/>
          </a:xfrm>
          <a:prstGeom prst="ellipse">
            <a:avLst/>
          </a:prstGeom>
          <a:solidFill>
            <a:srgbClr val="7F8C97">
              <a:alpha val="48000"/>
            </a:srgbClr>
          </a:solidFill>
          <a:ln w="0">
            <a:noFill/>
            <a:prstDash val="solid"/>
          </a:ln>
        </p:spPr>
      </p:sp>
      <p:sp>
        <p:nvSpPr>
          <p:cNvPr id="2228" name="01_find_only_2227">
            <a:extLst>
              <a:ext uri="{FF2B5EF4-FFF2-40B4-BE49-F238E27FC236}">
                <a16:creationId xmlns:a16="http://schemas.microsoft.com/office/drawing/2014/main" id="{B71DE896-3AA4-4397-9D07-05ED10A26EB0}"/>
              </a:ext>
            </a:extLst>
          </p:cNvPr>
          <p:cNvSpPr>
            <a:spLocks noGrp="1"/>
          </p:cNvSpPr>
          <p:nvPr/>
        </p:nvSpPr>
        <p:spPr>
          <a:xfrm>
            <a:off x="6255273" y="2855402"/>
            <a:ext cx="28398" cy="28398"/>
          </a:xfrm>
          <a:prstGeom prst="ellipse">
            <a:avLst/>
          </a:prstGeom>
          <a:solidFill>
            <a:srgbClr val="7F8C97">
              <a:alpha val="48000"/>
            </a:srgbClr>
          </a:solidFill>
          <a:ln w="0">
            <a:noFill/>
            <a:prstDash val="solid"/>
          </a:ln>
        </p:spPr>
      </p:sp>
      <p:sp>
        <p:nvSpPr>
          <p:cNvPr id="2229" name="01_find_only_2228">
            <a:extLst>
              <a:ext uri="{FF2B5EF4-FFF2-40B4-BE49-F238E27FC236}">
                <a16:creationId xmlns:a16="http://schemas.microsoft.com/office/drawing/2014/main" id="{E4069730-6576-49BE-B602-282A5F651C44}"/>
              </a:ext>
            </a:extLst>
          </p:cNvPr>
          <p:cNvSpPr>
            <a:spLocks noGrp="1"/>
          </p:cNvSpPr>
          <p:nvPr/>
        </p:nvSpPr>
        <p:spPr>
          <a:xfrm>
            <a:off x="6264525" y="4123418"/>
            <a:ext cx="28398" cy="28398"/>
          </a:xfrm>
          <a:prstGeom prst="ellipse">
            <a:avLst/>
          </a:prstGeom>
          <a:solidFill>
            <a:srgbClr val="7F8C97">
              <a:alpha val="48000"/>
            </a:srgbClr>
          </a:solidFill>
          <a:ln w="0">
            <a:noFill/>
            <a:prstDash val="solid"/>
          </a:ln>
        </p:spPr>
      </p:sp>
      <p:sp>
        <p:nvSpPr>
          <p:cNvPr id="2230" name="01_find_only_2229">
            <a:extLst>
              <a:ext uri="{FF2B5EF4-FFF2-40B4-BE49-F238E27FC236}">
                <a16:creationId xmlns:a16="http://schemas.microsoft.com/office/drawing/2014/main" id="{B094F0FB-8EE0-4C91-9C9B-9809E2070327}"/>
              </a:ext>
            </a:extLst>
          </p:cNvPr>
          <p:cNvSpPr>
            <a:spLocks noGrp="1"/>
          </p:cNvSpPr>
          <p:nvPr/>
        </p:nvSpPr>
        <p:spPr>
          <a:xfrm>
            <a:off x="6273777" y="4123418"/>
            <a:ext cx="28398" cy="28398"/>
          </a:xfrm>
          <a:prstGeom prst="ellipse">
            <a:avLst/>
          </a:prstGeom>
          <a:solidFill>
            <a:srgbClr val="7F8C97">
              <a:alpha val="48000"/>
            </a:srgbClr>
          </a:solidFill>
          <a:ln w="0">
            <a:noFill/>
            <a:prstDash val="solid"/>
          </a:ln>
        </p:spPr>
      </p:sp>
      <p:sp>
        <p:nvSpPr>
          <p:cNvPr id="2231" name="01_find_only_2230">
            <a:extLst>
              <a:ext uri="{FF2B5EF4-FFF2-40B4-BE49-F238E27FC236}">
                <a16:creationId xmlns:a16="http://schemas.microsoft.com/office/drawing/2014/main" id="{B94124C7-0DCF-4C44-BA11-51BA925DBFE8}"/>
              </a:ext>
            </a:extLst>
          </p:cNvPr>
          <p:cNvSpPr>
            <a:spLocks noGrp="1"/>
          </p:cNvSpPr>
          <p:nvPr/>
        </p:nvSpPr>
        <p:spPr>
          <a:xfrm>
            <a:off x="6314696" y="2855402"/>
            <a:ext cx="28398" cy="28398"/>
          </a:xfrm>
          <a:prstGeom prst="ellipse">
            <a:avLst/>
          </a:prstGeom>
          <a:solidFill>
            <a:srgbClr val="7F8C97">
              <a:alpha val="48000"/>
            </a:srgbClr>
          </a:solidFill>
          <a:ln w="0">
            <a:noFill/>
            <a:prstDash val="solid"/>
          </a:ln>
        </p:spPr>
      </p:sp>
      <p:sp>
        <p:nvSpPr>
          <p:cNvPr id="2232" name="01_find_only_2231">
            <a:extLst>
              <a:ext uri="{FF2B5EF4-FFF2-40B4-BE49-F238E27FC236}">
                <a16:creationId xmlns:a16="http://schemas.microsoft.com/office/drawing/2014/main" id="{6BDAF051-5A38-4D2F-ABBC-3D38A29BCFA2}"/>
              </a:ext>
            </a:extLst>
          </p:cNvPr>
          <p:cNvSpPr>
            <a:spLocks noGrp="1"/>
          </p:cNvSpPr>
          <p:nvPr/>
        </p:nvSpPr>
        <p:spPr>
          <a:xfrm>
            <a:off x="6305062" y="3489410"/>
            <a:ext cx="28398" cy="28398"/>
          </a:xfrm>
          <a:prstGeom prst="ellipse">
            <a:avLst/>
          </a:prstGeom>
          <a:solidFill>
            <a:srgbClr val="7F8C97">
              <a:alpha val="48000"/>
            </a:srgbClr>
          </a:solidFill>
          <a:ln w="0">
            <a:noFill/>
            <a:prstDash val="solid"/>
          </a:ln>
        </p:spPr>
      </p:sp>
      <p:sp>
        <p:nvSpPr>
          <p:cNvPr id="2233" name="01_find_only_2232">
            <a:extLst>
              <a:ext uri="{FF2B5EF4-FFF2-40B4-BE49-F238E27FC236}">
                <a16:creationId xmlns:a16="http://schemas.microsoft.com/office/drawing/2014/main" id="{294DB21B-CD7D-43D8-A1E0-5864F9F431A6}"/>
              </a:ext>
            </a:extLst>
          </p:cNvPr>
          <p:cNvSpPr>
            <a:spLocks noGrp="1"/>
          </p:cNvSpPr>
          <p:nvPr/>
        </p:nvSpPr>
        <p:spPr>
          <a:xfrm>
            <a:off x="6268531" y="3700746"/>
            <a:ext cx="28398" cy="28398"/>
          </a:xfrm>
          <a:prstGeom prst="ellipse">
            <a:avLst/>
          </a:prstGeom>
          <a:solidFill>
            <a:srgbClr val="7F8C97">
              <a:alpha val="48000"/>
            </a:srgbClr>
          </a:solidFill>
          <a:ln w="0">
            <a:noFill/>
            <a:prstDash val="solid"/>
          </a:ln>
        </p:spPr>
      </p:sp>
      <p:sp>
        <p:nvSpPr>
          <p:cNvPr id="2234" name="01_find_only_2233">
            <a:extLst>
              <a:ext uri="{FF2B5EF4-FFF2-40B4-BE49-F238E27FC236}">
                <a16:creationId xmlns:a16="http://schemas.microsoft.com/office/drawing/2014/main" id="{C1C57D35-D89D-4F21-A245-D314710871AC}"/>
              </a:ext>
            </a:extLst>
          </p:cNvPr>
          <p:cNvSpPr>
            <a:spLocks noGrp="1"/>
          </p:cNvSpPr>
          <p:nvPr/>
        </p:nvSpPr>
        <p:spPr>
          <a:xfrm>
            <a:off x="6285795" y="3489410"/>
            <a:ext cx="28398" cy="28398"/>
          </a:xfrm>
          <a:prstGeom prst="ellipse">
            <a:avLst/>
          </a:prstGeom>
          <a:solidFill>
            <a:srgbClr val="7F8C97">
              <a:alpha val="48000"/>
            </a:srgbClr>
          </a:solidFill>
          <a:ln w="0">
            <a:noFill/>
            <a:prstDash val="solid"/>
          </a:ln>
        </p:spPr>
      </p:sp>
      <p:sp>
        <p:nvSpPr>
          <p:cNvPr id="2235" name="01_find_only_2234">
            <a:extLst>
              <a:ext uri="{FF2B5EF4-FFF2-40B4-BE49-F238E27FC236}">
                <a16:creationId xmlns:a16="http://schemas.microsoft.com/office/drawing/2014/main" id="{2CB62A2D-0940-4F75-9CA3-EB7BB6E70A58}"/>
              </a:ext>
            </a:extLst>
          </p:cNvPr>
          <p:cNvSpPr>
            <a:spLocks noGrp="1"/>
          </p:cNvSpPr>
          <p:nvPr/>
        </p:nvSpPr>
        <p:spPr>
          <a:xfrm>
            <a:off x="6252030" y="4123418"/>
            <a:ext cx="28398" cy="28398"/>
          </a:xfrm>
          <a:prstGeom prst="ellipse">
            <a:avLst/>
          </a:prstGeom>
          <a:solidFill>
            <a:srgbClr val="7F8C97">
              <a:alpha val="48000"/>
            </a:srgbClr>
          </a:solidFill>
          <a:ln w="0">
            <a:noFill/>
            <a:prstDash val="solid"/>
          </a:ln>
        </p:spPr>
      </p:sp>
      <p:sp>
        <p:nvSpPr>
          <p:cNvPr id="2236" name="01_find_only_2235">
            <a:extLst>
              <a:ext uri="{FF2B5EF4-FFF2-40B4-BE49-F238E27FC236}">
                <a16:creationId xmlns:a16="http://schemas.microsoft.com/office/drawing/2014/main" id="{967410FA-F51B-41FC-9862-8E2CD2F160BD}"/>
              </a:ext>
            </a:extLst>
          </p:cNvPr>
          <p:cNvSpPr>
            <a:spLocks noGrp="1"/>
          </p:cNvSpPr>
          <p:nvPr/>
        </p:nvSpPr>
        <p:spPr>
          <a:xfrm>
            <a:off x="4795200" y="2806200"/>
            <a:ext cx="191" cy="1394818"/>
          </a:xfrm>
          <a:custGeom>
            <a:avLst/>
            <a:gdLst/>
            <a:ahLst/>
            <a:cxnLst/>
            <a:rect l="0" t="0" r="0" b="0"/>
            <a:pathLst>
              <a:path w="191" h="1394818">
                <a:moveTo>
                  <a:pt x="0" y="1394818"/>
                </a:moveTo>
                <a:lnTo>
                  <a:pt x="0" y="0"/>
                </a:lnTo>
              </a:path>
            </a:pathLst>
          </a:custGeom>
          <a:noFill/>
          <a:ln w="8890">
            <a:solidFill>
              <a:srgbClr val="000000"/>
            </a:solidFill>
            <a:prstDash val="solid"/>
          </a:ln>
        </p:spPr>
      </p:sp>
      <p:sp>
        <p:nvSpPr>
          <p:cNvPr id="2237" name="01_find_only_2236">
            <a:extLst>
              <a:ext uri="{FF2B5EF4-FFF2-40B4-BE49-F238E27FC236}">
                <a16:creationId xmlns:a16="http://schemas.microsoft.com/office/drawing/2014/main" id="{CCD8832C-588E-4F11-A7A6-8205B5DE2423}"/>
              </a:ext>
            </a:extLst>
          </p:cNvPr>
          <p:cNvSpPr>
            <a:spLocks noGrp="1"/>
          </p:cNvSpPr>
          <p:nvPr/>
        </p:nvSpPr>
        <p:spPr>
          <a:xfrm>
            <a:off x="4795200" y="4201018"/>
            <a:ext cx="1620000" cy="191"/>
          </a:xfrm>
          <a:custGeom>
            <a:avLst/>
            <a:gdLst/>
            <a:ahLst/>
            <a:cxnLst/>
            <a:rect l="0" t="0" r="0" b="0"/>
            <a:pathLst>
              <a:path w="1620000" h="191">
                <a:moveTo>
                  <a:pt x="0" y="0"/>
                </a:moveTo>
                <a:lnTo>
                  <a:pt x="1620000" y="0"/>
                </a:lnTo>
              </a:path>
            </a:pathLst>
          </a:custGeom>
          <a:noFill/>
          <a:ln w="8890">
            <a:solidFill>
              <a:srgbClr val="000000"/>
            </a:solidFill>
            <a:prstDash val="solid"/>
          </a:ln>
        </p:spPr>
      </p:sp>
      <p:sp>
        <p:nvSpPr>
          <p:cNvPr id="2238" name="text_2237">
            <a:extLst>
              <a:ext uri="{FF2B5EF4-FFF2-40B4-BE49-F238E27FC236}">
                <a16:creationId xmlns:a16="http://schemas.microsoft.com/office/drawing/2014/main" id="{21801077-E44F-490A-B980-D65B7FDB2B72}"/>
              </a:ext>
            </a:extLst>
          </p:cNvPr>
          <p:cNvSpPr>
            <a:spLocks noGrp="1"/>
          </p:cNvSpPr>
          <p:nvPr/>
        </p:nvSpPr>
        <p:spPr>
          <a:xfrm>
            <a:off x="4568400" y="2615448"/>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c</a:t>
            </a:r>
          </a:p>
        </p:txBody>
      </p:sp>
      <p:sp>
        <p:nvSpPr>
          <p:cNvPr id="2239" name="text_2238">
            <a:extLst>
              <a:ext uri="{FF2B5EF4-FFF2-40B4-BE49-F238E27FC236}">
                <a16:creationId xmlns:a16="http://schemas.microsoft.com/office/drawing/2014/main" id="{038F88EF-1350-4A63-8037-C794D7644985}"/>
              </a:ext>
            </a:extLst>
          </p:cNvPr>
          <p:cNvSpPr>
            <a:spLocks noGrp="1"/>
          </p:cNvSpPr>
          <p:nvPr/>
        </p:nvSpPr>
        <p:spPr>
          <a:xfrm>
            <a:off x="4795200" y="2606620"/>
            <a:ext cx="1014584"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rPr sz="850" b="0">
                <a:solidFill>
                  <a:srgbClr val="273744"/>
                </a:solidFill>
                <a:latin typeface="Arial"/>
                <a:ea typeface="Arial"/>
                <a:cs typeface="Arial"/>
              </a:rPr>
              <a:t>All ligands, Emap2lig</a:t>
            </a:r>
          </a:p>
        </p:txBody>
      </p:sp>
      <p:sp>
        <p:nvSpPr>
          <p:cNvPr id="2240" name="01_find_only_2239">
            <a:extLst>
              <a:ext uri="{FF2B5EF4-FFF2-40B4-BE49-F238E27FC236}">
                <a16:creationId xmlns:a16="http://schemas.microsoft.com/office/drawing/2014/main" id="{AB641214-0408-4212-89CD-2C55EBB99280}"/>
              </a:ext>
            </a:extLst>
          </p:cNvPr>
          <p:cNvSpPr>
            <a:spLocks noGrp="1"/>
          </p:cNvSpPr>
          <p:nvPr/>
        </p:nvSpPr>
        <p:spPr>
          <a:xfrm>
            <a:off x="4810200" y="3756015"/>
            <a:ext cx="1500000" cy="381602"/>
          </a:xfrm>
          <a:custGeom>
            <a:avLst/>
            <a:gdLst/>
            <a:ahLst/>
            <a:cxnLst/>
            <a:rect l="0" t="0" r="0" b="0"/>
            <a:pathLst>
              <a:path w="1500000" h="381602">
                <a:moveTo>
                  <a:pt x="0" y="381602"/>
                </a:moveTo>
                <a:lnTo>
                  <a:pt x="19231" y="380242"/>
                </a:lnTo>
                <a:lnTo>
                  <a:pt x="19481" y="379303"/>
                </a:lnTo>
                <a:lnTo>
                  <a:pt x="25000" y="378947"/>
                </a:lnTo>
                <a:lnTo>
                  <a:pt x="26316" y="377272"/>
                </a:lnTo>
                <a:lnTo>
                  <a:pt x="31250" y="376245"/>
                </a:lnTo>
                <a:lnTo>
                  <a:pt x="32468" y="375604"/>
                </a:lnTo>
                <a:lnTo>
                  <a:pt x="35714" y="375486"/>
                </a:lnTo>
                <a:lnTo>
                  <a:pt x="36797" y="373076"/>
                </a:lnTo>
                <a:lnTo>
                  <a:pt x="41667" y="372061"/>
                </a:lnTo>
                <a:lnTo>
                  <a:pt x="43011" y="370096"/>
                </a:lnTo>
                <a:lnTo>
                  <a:pt x="50000" y="369587"/>
                </a:lnTo>
                <a:lnTo>
                  <a:pt x="51282" y="367505"/>
                </a:lnTo>
                <a:lnTo>
                  <a:pt x="55556" y="366528"/>
                </a:lnTo>
                <a:lnTo>
                  <a:pt x="56277" y="364136"/>
                </a:lnTo>
                <a:lnTo>
                  <a:pt x="62500" y="362931"/>
                </a:lnTo>
                <a:lnTo>
                  <a:pt x="62771" y="356259"/>
                </a:lnTo>
                <a:lnTo>
                  <a:pt x="71429" y="355532"/>
                </a:lnTo>
                <a:lnTo>
                  <a:pt x="71429" y="352718"/>
                </a:lnTo>
                <a:lnTo>
                  <a:pt x="78947" y="351360"/>
                </a:lnTo>
                <a:lnTo>
                  <a:pt x="80087" y="350854"/>
                </a:lnTo>
                <a:lnTo>
                  <a:pt x="83333" y="350747"/>
                </a:lnTo>
                <a:lnTo>
                  <a:pt x="84416" y="341751"/>
                </a:lnTo>
                <a:lnTo>
                  <a:pt x="91398" y="340387"/>
                </a:lnTo>
                <a:lnTo>
                  <a:pt x="91667" y="340193"/>
                </a:lnTo>
                <a:lnTo>
                  <a:pt x="100000" y="339219"/>
                </a:lnTo>
                <a:lnTo>
                  <a:pt x="100000" y="332371"/>
                </a:lnTo>
                <a:lnTo>
                  <a:pt x="107143" y="331698"/>
                </a:lnTo>
                <a:lnTo>
                  <a:pt x="108333" y="330492"/>
                </a:lnTo>
                <a:lnTo>
                  <a:pt x="111111" y="330268"/>
                </a:lnTo>
                <a:lnTo>
                  <a:pt x="111111" y="328300"/>
                </a:lnTo>
                <a:lnTo>
                  <a:pt x="125000" y="327051"/>
                </a:lnTo>
                <a:lnTo>
                  <a:pt x="125541" y="304883"/>
                </a:lnTo>
                <a:lnTo>
                  <a:pt x="136364" y="303713"/>
                </a:lnTo>
                <a:lnTo>
                  <a:pt x="137681" y="302966"/>
                </a:lnTo>
                <a:lnTo>
                  <a:pt x="142857" y="302503"/>
                </a:lnTo>
                <a:lnTo>
                  <a:pt x="142857" y="300986"/>
                </a:lnTo>
                <a:lnTo>
                  <a:pt x="150000" y="300788"/>
                </a:lnTo>
                <a:lnTo>
                  <a:pt x="150538" y="299177"/>
                </a:lnTo>
                <a:lnTo>
                  <a:pt x="162338" y="297782"/>
                </a:lnTo>
                <a:lnTo>
                  <a:pt x="162338" y="297752"/>
                </a:lnTo>
                <a:lnTo>
                  <a:pt x="166667" y="297721"/>
                </a:lnTo>
                <a:lnTo>
                  <a:pt x="166667" y="278140"/>
                </a:lnTo>
                <a:lnTo>
                  <a:pt x="175000" y="277537"/>
                </a:lnTo>
                <a:lnTo>
                  <a:pt x="175325" y="276679"/>
                </a:lnTo>
                <a:lnTo>
                  <a:pt x="178571" y="276603"/>
                </a:lnTo>
                <a:lnTo>
                  <a:pt x="179654" y="274549"/>
                </a:lnTo>
                <a:lnTo>
                  <a:pt x="185897" y="273174"/>
                </a:lnTo>
                <a:lnTo>
                  <a:pt x="185897" y="273083"/>
                </a:lnTo>
                <a:lnTo>
                  <a:pt x="187500" y="273083"/>
                </a:lnTo>
                <a:lnTo>
                  <a:pt x="188406" y="267148"/>
                </a:lnTo>
                <a:lnTo>
                  <a:pt x="200000" y="265805"/>
                </a:lnTo>
                <a:lnTo>
                  <a:pt x="201299" y="260344"/>
                </a:lnTo>
                <a:lnTo>
                  <a:pt x="208333" y="259622"/>
                </a:lnTo>
                <a:lnTo>
                  <a:pt x="209677" y="256476"/>
                </a:lnTo>
                <a:lnTo>
                  <a:pt x="214286" y="255303"/>
                </a:lnTo>
                <a:lnTo>
                  <a:pt x="215054" y="253709"/>
                </a:lnTo>
                <a:lnTo>
                  <a:pt x="222222" y="253321"/>
                </a:lnTo>
                <a:lnTo>
                  <a:pt x="222222" y="252141"/>
                </a:lnTo>
                <a:lnTo>
                  <a:pt x="230769" y="250994"/>
                </a:lnTo>
                <a:lnTo>
                  <a:pt x="231884" y="250452"/>
                </a:lnTo>
                <a:lnTo>
                  <a:pt x="250000" y="249595"/>
                </a:lnTo>
                <a:lnTo>
                  <a:pt x="251082" y="181038"/>
                </a:lnTo>
                <a:lnTo>
                  <a:pt x="269231" y="179759"/>
                </a:lnTo>
                <a:lnTo>
                  <a:pt x="270563" y="179456"/>
                </a:lnTo>
                <a:lnTo>
                  <a:pt x="277778" y="178099"/>
                </a:lnTo>
                <a:lnTo>
                  <a:pt x="277778" y="177312"/>
                </a:lnTo>
                <a:lnTo>
                  <a:pt x="288462" y="175942"/>
                </a:lnTo>
                <a:lnTo>
                  <a:pt x="289855" y="175567"/>
                </a:lnTo>
                <a:lnTo>
                  <a:pt x="291667" y="175460"/>
                </a:lnTo>
                <a:lnTo>
                  <a:pt x="291667" y="172981"/>
                </a:lnTo>
                <a:lnTo>
                  <a:pt x="300000" y="172874"/>
                </a:lnTo>
                <a:lnTo>
                  <a:pt x="301282" y="169016"/>
                </a:lnTo>
                <a:lnTo>
                  <a:pt x="312500" y="167810"/>
                </a:lnTo>
                <a:lnTo>
                  <a:pt x="312500" y="166924"/>
                </a:lnTo>
                <a:lnTo>
                  <a:pt x="333333" y="165766"/>
                </a:lnTo>
                <a:lnTo>
                  <a:pt x="333333" y="154946"/>
                </a:lnTo>
                <a:lnTo>
                  <a:pt x="354167" y="153705"/>
                </a:lnTo>
                <a:lnTo>
                  <a:pt x="354167" y="153410"/>
                </a:lnTo>
                <a:lnTo>
                  <a:pt x="361111" y="152291"/>
                </a:lnTo>
                <a:lnTo>
                  <a:pt x="362069" y="151622"/>
                </a:lnTo>
                <a:lnTo>
                  <a:pt x="375000" y="150571"/>
                </a:lnTo>
                <a:lnTo>
                  <a:pt x="376344" y="142230"/>
                </a:lnTo>
                <a:lnTo>
                  <a:pt x="392473" y="140830"/>
                </a:lnTo>
                <a:lnTo>
                  <a:pt x="392473" y="140754"/>
                </a:lnTo>
                <a:lnTo>
                  <a:pt x="400000" y="140321"/>
                </a:lnTo>
                <a:lnTo>
                  <a:pt x="400000" y="138786"/>
                </a:lnTo>
                <a:lnTo>
                  <a:pt x="416667" y="138258"/>
                </a:lnTo>
                <a:lnTo>
                  <a:pt x="417749" y="135355"/>
                </a:lnTo>
                <a:lnTo>
                  <a:pt x="437500" y="134351"/>
                </a:lnTo>
                <a:lnTo>
                  <a:pt x="437500" y="132580"/>
                </a:lnTo>
                <a:lnTo>
                  <a:pt x="458333" y="131189"/>
                </a:lnTo>
                <a:lnTo>
                  <a:pt x="458333" y="130480"/>
                </a:lnTo>
                <a:lnTo>
                  <a:pt x="500000" y="129782"/>
                </a:lnTo>
                <a:lnTo>
                  <a:pt x="500000" y="53045"/>
                </a:lnTo>
                <a:lnTo>
                  <a:pt x="557692" y="51829"/>
                </a:lnTo>
                <a:lnTo>
                  <a:pt x="557692" y="51193"/>
                </a:lnTo>
                <a:lnTo>
                  <a:pt x="600000" y="50101"/>
                </a:lnTo>
                <a:lnTo>
                  <a:pt x="600000" y="47267"/>
                </a:lnTo>
                <a:lnTo>
                  <a:pt x="653846" y="45909"/>
                </a:lnTo>
                <a:lnTo>
                  <a:pt x="653846" y="45818"/>
                </a:lnTo>
                <a:lnTo>
                  <a:pt x="700000" y="44450"/>
                </a:lnTo>
                <a:lnTo>
                  <a:pt x="700000" y="43033"/>
                </a:lnTo>
                <a:lnTo>
                  <a:pt x="750000" y="42793"/>
                </a:lnTo>
                <a:lnTo>
                  <a:pt x="750000" y="37038"/>
                </a:lnTo>
                <a:lnTo>
                  <a:pt x="833333" y="36000"/>
                </a:lnTo>
                <a:lnTo>
                  <a:pt x="833333" y="34819"/>
                </a:lnTo>
                <a:lnTo>
                  <a:pt x="875000" y="34667"/>
                </a:lnTo>
                <a:lnTo>
                  <a:pt x="875000" y="31125"/>
                </a:lnTo>
                <a:lnTo>
                  <a:pt x="900000" y="31035"/>
                </a:lnTo>
                <a:lnTo>
                  <a:pt x="900000" y="29618"/>
                </a:lnTo>
                <a:lnTo>
                  <a:pt x="1000000" y="28739"/>
                </a:lnTo>
                <a:lnTo>
                  <a:pt x="1000000" y="14571"/>
                </a:lnTo>
                <a:lnTo>
                  <a:pt x="1125000" y="14297"/>
                </a:lnTo>
                <a:lnTo>
                  <a:pt x="1125000" y="11641"/>
                </a:lnTo>
                <a:lnTo>
                  <a:pt x="1250000" y="10248"/>
                </a:lnTo>
                <a:lnTo>
                  <a:pt x="1250000" y="8477"/>
                </a:lnTo>
                <a:lnTo>
                  <a:pt x="1500000" y="7084"/>
                </a:lnTo>
                <a:lnTo>
                  <a:pt x="1500000" y="0"/>
                </a:lnTo>
                <a:lnTo>
                  <a:pt x="1500000" y="0"/>
                </a:lnTo>
              </a:path>
            </a:pathLst>
          </a:custGeom>
          <a:noFill/>
          <a:ln w="22860">
            <a:solidFill>
              <a:srgbClr val="00878B"/>
            </a:solidFill>
            <a:prstDash val="solid"/>
          </a:ln>
        </p:spPr>
      </p:sp>
      <p:sp>
        <p:nvSpPr>
          <p:cNvPr id="2241" name="01_find_only_2240">
            <a:extLst>
              <a:ext uri="{FF2B5EF4-FFF2-40B4-BE49-F238E27FC236}">
                <a16:creationId xmlns:a16="http://schemas.microsoft.com/office/drawing/2014/main" id="{411838F1-57C7-4B57-92F6-1CEF55DB6AB9}"/>
              </a:ext>
            </a:extLst>
          </p:cNvPr>
          <p:cNvSpPr>
            <a:spLocks noGrp="1"/>
          </p:cNvSpPr>
          <p:nvPr/>
        </p:nvSpPr>
        <p:spPr>
          <a:xfrm>
            <a:off x="4810200" y="3979115"/>
            <a:ext cx="1500000" cy="158502"/>
          </a:xfrm>
          <a:custGeom>
            <a:avLst/>
            <a:gdLst/>
            <a:ahLst/>
            <a:cxnLst/>
            <a:rect l="0" t="0" r="0" b="0"/>
            <a:pathLst>
              <a:path w="1500000" h="158502">
                <a:moveTo>
                  <a:pt x="0" y="158502"/>
                </a:moveTo>
                <a:lnTo>
                  <a:pt x="750000" y="158502"/>
                </a:lnTo>
                <a:lnTo>
                  <a:pt x="750000" y="127824"/>
                </a:lnTo>
                <a:lnTo>
                  <a:pt x="1000000" y="127824"/>
                </a:lnTo>
                <a:lnTo>
                  <a:pt x="1000000" y="54566"/>
                </a:lnTo>
                <a:lnTo>
                  <a:pt x="1500000" y="54566"/>
                </a:lnTo>
                <a:lnTo>
                  <a:pt x="1500000" y="0"/>
                </a:lnTo>
                <a:lnTo>
                  <a:pt x="1500000" y="0"/>
                </a:lnTo>
              </a:path>
            </a:pathLst>
          </a:custGeom>
          <a:noFill/>
          <a:ln w="13335">
            <a:solidFill>
              <a:srgbClr val="3A64C8"/>
            </a:solidFill>
            <a:prstDash val="solid"/>
          </a:ln>
        </p:spPr>
      </p:sp>
      <p:sp>
        <p:nvSpPr>
          <p:cNvPr id="2242" name="01_find_only_2241">
            <a:extLst>
              <a:ext uri="{FF2B5EF4-FFF2-40B4-BE49-F238E27FC236}">
                <a16:creationId xmlns:a16="http://schemas.microsoft.com/office/drawing/2014/main" id="{65E6EF0A-33C1-4D34-BFFF-5409BE0DAB60}"/>
              </a:ext>
            </a:extLst>
          </p:cNvPr>
          <p:cNvSpPr>
            <a:spLocks noGrp="1"/>
          </p:cNvSpPr>
          <p:nvPr/>
        </p:nvSpPr>
        <p:spPr>
          <a:xfrm>
            <a:off x="5038610" y="3915494"/>
            <a:ext cx="43180" cy="43180"/>
          </a:xfrm>
          <a:prstGeom prst="ellipse">
            <a:avLst/>
          </a:prstGeom>
          <a:solidFill>
            <a:srgbClr val="00878B"/>
          </a:solidFill>
          <a:ln w="4445">
            <a:solidFill>
              <a:srgbClr val="FFFFFF"/>
            </a:solidFill>
            <a:prstDash val="solid"/>
          </a:ln>
        </p:spPr>
      </p:sp>
      <p:sp>
        <p:nvSpPr>
          <p:cNvPr id="2243" name="01_find_only_2242">
            <a:extLst>
              <a:ext uri="{FF2B5EF4-FFF2-40B4-BE49-F238E27FC236}">
                <a16:creationId xmlns:a16="http://schemas.microsoft.com/office/drawing/2014/main" id="{842FDC00-649E-462B-9FC9-432FE1691C11}"/>
              </a:ext>
            </a:extLst>
          </p:cNvPr>
          <p:cNvSpPr>
            <a:spLocks noGrp="1"/>
          </p:cNvSpPr>
          <p:nvPr/>
        </p:nvSpPr>
        <p:spPr>
          <a:xfrm>
            <a:off x="5288610" y="3787471"/>
            <a:ext cx="43180" cy="43180"/>
          </a:xfrm>
          <a:prstGeom prst="ellipse">
            <a:avLst/>
          </a:prstGeom>
          <a:solidFill>
            <a:srgbClr val="00878B"/>
          </a:solidFill>
          <a:ln w="4445">
            <a:solidFill>
              <a:srgbClr val="FFFFFF"/>
            </a:solidFill>
            <a:prstDash val="solid"/>
          </a:ln>
        </p:spPr>
      </p:sp>
      <p:sp>
        <p:nvSpPr>
          <p:cNvPr id="2244" name="01_find_only_2243">
            <a:extLst>
              <a:ext uri="{FF2B5EF4-FFF2-40B4-BE49-F238E27FC236}">
                <a16:creationId xmlns:a16="http://schemas.microsoft.com/office/drawing/2014/main" id="{AB0D9F76-79C0-4468-A6D0-587FBA1DD1B2}"/>
              </a:ext>
            </a:extLst>
          </p:cNvPr>
          <p:cNvSpPr>
            <a:spLocks noGrp="1"/>
          </p:cNvSpPr>
          <p:nvPr/>
        </p:nvSpPr>
        <p:spPr>
          <a:xfrm>
            <a:off x="5788610" y="3748996"/>
            <a:ext cx="43180" cy="43180"/>
          </a:xfrm>
          <a:prstGeom prst="ellipse">
            <a:avLst/>
          </a:prstGeom>
          <a:solidFill>
            <a:srgbClr val="00878B"/>
          </a:solidFill>
          <a:ln w="4445">
            <a:solidFill>
              <a:srgbClr val="FFFFFF"/>
            </a:solidFill>
            <a:prstDash val="solid"/>
          </a:ln>
        </p:spPr>
      </p:sp>
      <p:sp>
        <p:nvSpPr>
          <p:cNvPr id="2245" name="01_find_only_2244">
            <a:extLst>
              <a:ext uri="{FF2B5EF4-FFF2-40B4-BE49-F238E27FC236}">
                <a16:creationId xmlns:a16="http://schemas.microsoft.com/office/drawing/2014/main" id="{BF67828C-7AF2-4A8C-B47A-3296C8440B60}"/>
              </a:ext>
            </a:extLst>
          </p:cNvPr>
          <p:cNvSpPr>
            <a:spLocks noGrp="1"/>
          </p:cNvSpPr>
          <p:nvPr/>
        </p:nvSpPr>
        <p:spPr>
          <a:xfrm>
            <a:off x="6288610" y="3734425"/>
            <a:ext cx="43180" cy="43180"/>
          </a:xfrm>
          <a:prstGeom prst="ellipse">
            <a:avLst/>
          </a:prstGeom>
          <a:solidFill>
            <a:srgbClr val="00878B"/>
          </a:solidFill>
          <a:ln w="4445">
            <a:solidFill>
              <a:srgbClr val="FFFFFF"/>
            </a:solidFill>
            <a:prstDash val="solid"/>
          </a:ln>
        </p:spPr>
      </p:sp>
      <p:sp>
        <p:nvSpPr>
          <p:cNvPr id="2246" name="01_find_only_2245">
            <a:extLst>
              <a:ext uri="{FF2B5EF4-FFF2-40B4-BE49-F238E27FC236}">
                <a16:creationId xmlns:a16="http://schemas.microsoft.com/office/drawing/2014/main" id="{3BACA3B1-99FF-4273-ACBE-A49C67944C02}"/>
              </a:ext>
            </a:extLst>
          </p:cNvPr>
          <p:cNvSpPr>
            <a:spLocks noGrp="1"/>
          </p:cNvSpPr>
          <p:nvPr/>
        </p:nvSpPr>
        <p:spPr>
          <a:xfrm>
            <a:off x="5024279" y="410169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247" name="01_find_only_2246">
            <a:extLst>
              <a:ext uri="{FF2B5EF4-FFF2-40B4-BE49-F238E27FC236}">
                <a16:creationId xmlns:a16="http://schemas.microsoft.com/office/drawing/2014/main" id="{B2827D9E-CD0F-49B5-B4BC-FA2BC2C6ABD5}"/>
              </a:ext>
            </a:extLst>
          </p:cNvPr>
          <p:cNvSpPr>
            <a:spLocks noGrp="1"/>
          </p:cNvSpPr>
          <p:nvPr/>
        </p:nvSpPr>
        <p:spPr>
          <a:xfrm>
            <a:off x="5274279" y="410169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248" name="01_find_only_2247">
            <a:extLst>
              <a:ext uri="{FF2B5EF4-FFF2-40B4-BE49-F238E27FC236}">
                <a16:creationId xmlns:a16="http://schemas.microsoft.com/office/drawing/2014/main" id="{204D6548-2BEB-4A69-BC3C-BD77CECD9861}"/>
              </a:ext>
            </a:extLst>
          </p:cNvPr>
          <p:cNvSpPr>
            <a:spLocks noGrp="1"/>
          </p:cNvSpPr>
          <p:nvPr/>
        </p:nvSpPr>
        <p:spPr>
          <a:xfrm>
            <a:off x="5774279" y="3997760"/>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249" name="01_find_only_2248">
            <a:extLst>
              <a:ext uri="{FF2B5EF4-FFF2-40B4-BE49-F238E27FC236}">
                <a16:creationId xmlns:a16="http://schemas.microsoft.com/office/drawing/2014/main" id="{546DDA99-42FB-4DFC-A784-9AB990C334F9}"/>
              </a:ext>
            </a:extLst>
          </p:cNvPr>
          <p:cNvSpPr>
            <a:spLocks noGrp="1"/>
          </p:cNvSpPr>
          <p:nvPr/>
        </p:nvSpPr>
        <p:spPr>
          <a:xfrm>
            <a:off x="6274279" y="3943194"/>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250" name="01_find_only_2249">
            <a:extLst>
              <a:ext uri="{FF2B5EF4-FFF2-40B4-BE49-F238E27FC236}">
                <a16:creationId xmlns:a16="http://schemas.microsoft.com/office/drawing/2014/main" id="{3F4DFEED-77F3-4F04-9DA9-AE3937B77BD4}"/>
              </a:ext>
            </a:extLst>
          </p:cNvPr>
          <p:cNvSpPr>
            <a:spLocks noGrp="1"/>
          </p:cNvSpPr>
          <p:nvPr/>
        </p:nvSpPr>
        <p:spPr>
          <a:xfrm>
            <a:off x="550800" y="4856582"/>
            <a:ext cx="1620000" cy="1394818"/>
          </a:xfrm>
          <a:custGeom>
            <a:avLst/>
            <a:gdLst/>
            <a:ahLst/>
            <a:cxnLst/>
            <a:rect l="0" t="0" r="0" b="0"/>
            <a:pathLst>
              <a:path w="1620000" h="1394818">
                <a:moveTo>
                  <a:pt x="0" y="1394818"/>
                </a:moveTo>
                <a:lnTo>
                  <a:pt x="1620000" y="1394818"/>
                </a:lnTo>
                <a:lnTo>
                  <a:pt x="1620000" y="0"/>
                </a:lnTo>
                <a:lnTo>
                  <a:pt x="0" y="0"/>
                </a:lnTo>
                <a:lnTo>
                  <a:pt x="0" y="1394818"/>
                </a:lnTo>
                <a:close/>
              </a:path>
            </a:pathLst>
          </a:custGeom>
          <a:solidFill>
            <a:srgbClr val="FFFFFF"/>
          </a:solidFill>
          <a:ln w="0">
            <a:noFill/>
            <a:prstDash val="solid"/>
          </a:ln>
        </p:spPr>
      </p:sp>
      <p:sp>
        <p:nvSpPr>
          <p:cNvPr id="2251" name="01_find_only_2250">
            <a:extLst>
              <a:ext uri="{FF2B5EF4-FFF2-40B4-BE49-F238E27FC236}">
                <a16:creationId xmlns:a16="http://schemas.microsoft.com/office/drawing/2014/main" id="{E71866DE-379F-4102-BE26-01E870AF5E3C}"/>
              </a:ext>
            </a:extLst>
          </p:cNvPr>
          <p:cNvSpPr>
            <a:spLocks noGrp="1"/>
          </p:cNvSpPr>
          <p:nvPr/>
        </p:nvSpPr>
        <p:spPr>
          <a:xfrm>
            <a:off x="750800" y="4919983"/>
            <a:ext cx="130000" cy="1268016"/>
          </a:xfrm>
          <a:custGeom>
            <a:avLst/>
            <a:gdLst/>
            <a:ahLst/>
            <a:cxnLst/>
            <a:rect l="0" t="0" r="0" b="0"/>
            <a:pathLst>
              <a:path w="130000" h="1268016">
                <a:moveTo>
                  <a:pt x="130000" y="1268016"/>
                </a:moveTo>
                <a:lnTo>
                  <a:pt x="0" y="1268016"/>
                </a:lnTo>
                <a:lnTo>
                  <a:pt x="698" y="1257449"/>
                </a:lnTo>
                <a:lnTo>
                  <a:pt x="2746" y="1246883"/>
                </a:lnTo>
                <a:lnTo>
                  <a:pt x="6003" y="1236316"/>
                </a:lnTo>
                <a:lnTo>
                  <a:pt x="10258" y="1225749"/>
                </a:lnTo>
                <a:lnTo>
                  <a:pt x="15245" y="1215182"/>
                </a:lnTo>
                <a:lnTo>
                  <a:pt x="20673" y="1204615"/>
                </a:lnTo>
                <a:lnTo>
                  <a:pt x="26256" y="1194049"/>
                </a:lnTo>
                <a:lnTo>
                  <a:pt x="31734" y="1183482"/>
                </a:lnTo>
                <a:lnTo>
                  <a:pt x="36892" y="1172915"/>
                </a:lnTo>
                <a:lnTo>
                  <a:pt x="41573" y="1162348"/>
                </a:lnTo>
                <a:lnTo>
                  <a:pt x="45677" y="1151781"/>
                </a:lnTo>
                <a:lnTo>
                  <a:pt x="49163" y="1141215"/>
                </a:lnTo>
                <a:lnTo>
                  <a:pt x="52034" y="1130648"/>
                </a:lnTo>
                <a:lnTo>
                  <a:pt x="54331" y="1120081"/>
                </a:lnTo>
                <a:lnTo>
                  <a:pt x="56116" y="1109514"/>
                </a:lnTo>
                <a:lnTo>
                  <a:pt x="57466" y="1098947"/>
                </a:lnTo>
                <a:lnTo>
                  <a:pt x="58456" y="1088381"/>
                </a:lnTo>
                <a:lnTo>
                  <a:pt x="59161" y="1077814"/>
                </a:lnTo>
                <a:lnTo>
                  <a:pt x="59643" y="1067247"/>
                </a:lnTo>
                <a:lnTo>
                  <a:pt x="59956" y="1056680"/>
                </a:lnTo>
                <a:lnTo>
                  <a:pt x="60141" y="1046113"/>
                </a:lnTo>
                <a:lnTo>
                  <a:pt x="60231" y="1035547"/>
                </a:lnTo>
                <a:lnTo>
                  <a:pt x="60249" y="1024980"/>
                </a:lnTo>
                <a:lnTo>
                  <a:pt x="60211" y="1014413"/>
                </a:lnTo>
                <a:lnTo>
                  <a:pt x="60128" y="1003846"/>
                </a:lnTo>
                <a:lnTo>
                  <a:pt x="60007" y="993279"/>
                </a:lnTo>
                <a:lnTo>
                  <a:pt x="59852" y="982713"/>
                </a:lnTo>
                <a:lnTo>
                  <a:pt x="59662" y="972146"/>
                </a:lnTo>
                <a:lnTo>
                  <a:pt x="59439" y="961579"/>
                </a:lnTo>
                <a:lnTo>
                  <a:pt x="59180" y="951012"/>
                </a:lnTo>
                <a:lnTo>
                  <a:pt x="58883" y="940445"/>
                </a:lnTo>
                <a:lnTo>
                  <a:pt x="58549" y="929879"/>
                </a:lnTo>
                <a:lnTo>
                  <a:pt x="58177" y="919312"/>
                </a:lnTo>
                <a:lnTo>
                  <a:pt x="57771" y="908745"/>
                </a:lnTo>
                <a:lnTo>
                  <a:pt x="57336" y="898178"/>
                </a:lnTo>
                <a:lnTo>
                  <a:pt x="56876" y="887611"/>
                </a:lnTo>
                <a:lnTo>
                  <a:pt x="56398" y="877045"/>
                </a:lnTo>
                <a:lnTo>
                  <a:pt x="55908" y="866478"/>
                </a:lnTo>
                <a:lnTo>
                  <a:pt x="55409" y="855911"/>
                </a:lnTo>
                <a:lnTo>
                  <a:pt x="54899" y="845344"/>
                </a:lnTo>
                <a:lnTo>
                  <a:pt x="54374" y="834777"/>
                </a:lnTo>
                <a:lnTo>
                  <a:pt x="53820" y="824211"/>
                </a:lnTo>
                <a:lnTo>
                  <a:pt x="53221" y="813644"/>
                </a:lnTo>
                <a:lnTo>
                  <a:pt x="52550" y="803077"/>
                </a:lnTo>
                <a:lnTo>
                  <a:pt x="51780" y="792510"/>
                </a:lnTo>
                <a:lnTo>
                  <a:pt x="50880" y="781943"/>
                </a:lnTo>
                <a:lnTo>
                  <a:pt x="49821" y="771377"/>
                </a:lnTo>
                <a:lnTo>
                  <a:pt x="48578" y="760810"/>
                </a:lnTo>
                <a:lnTo>
                  <a:pt x="47136" y="750243"/>
                </a:lnTo>
                <a:lnTo>
                  <a:pt x="45496" y="739676"/>
                </a:lnTo>
                <a:lnTo>
                  <a:pt x="43677" y="729109"/>
                </a:lnTo>
                <a:lnTo>
                  <a:pt x="41723" y="718543"/>
                </a:lnTo>
                <a:lnTo>
                  <a:pt x="39698" y="707976"/>
                </a:lnTo>
                <a:lnTo>
                  <a:pt x="37693" y="697409"/>
                </a:lnTo>
                <a:lnTo>
                  <a:pt x="35813" y="686842"/>
                </a:lnTo>
                <a:lnTo>
                  <a:pt x="34175" y="676275"/>
                </a:lnTo>
                <a:lnTo>
                  <a:pt x="32897" y="665708"/>
                </a:lnTo>
                <a:lnTo>
                  <a:pt x="32085" y="655142"/>
                </a:lnTo>
                <a:lnTo>
                  <a:pt x="31822" y="644575"/>
                </a:lnTo>
                <a:lnTo>
                  <a:pt x="32158" y="634008"/>
                </a:lnTo>
                <a:lnTo>
                  <a:pt x="33104" y="623441"/>
                </a:lnTo>
                <a:lnTo>
                  <a:pt x="34630" y="612874"/>
                </a:lnTo>
                <a:lnTo>
                  <a:pt x="36667" y="602308"/>
                </a:lnTo>
                <a:lnTo>
                  <a:pt x="39113" y="591741"/>
                </a:lnTo>
                <a:lnTo>
                  <a:pt x="41846" y="581174"/>
                </a:lnTo>
                <a:lnTo>
                  <a:pt x="44732" y="570607"/>
                </a:lnTo>
                <a:lnTo>
                  <a:pt x="47641" y="560040"/>
                </a:lnTo>
                <a:lnTo>
                  <a:pt x="50456" y="549474"/>
                </a:lnTo>
                <a:lnTo>
                  <a:pt x="53082" y="538907"/>
                </a:lnTo>
                <a:lnTo>
                  <a:pt x="55450" y="528340"/>
                </a:lnTo>
                <a:lnTo>
                  <a:pt x="57517" y="517773"/>
                </a:lnTo>
                <a:lnTo>
                  <a:pt x="59267" y="507206"/>
                </a:lnTo>
                <a:lnTo>
                  <a:pt x="60706" y="496640"/>
                </a:lnTo>
                <a:lnTo>
                  <a:pt x="61856" y="486073"/>
                </a:lnTo>
                <a:lnTo>
                  <a:pt x="62749" y="475506"/>
                </a:lnTo>
                <a:lnTo>
                  <a:pt x="63425" y="464939"/>
                </a:lnTo>
                <a:lnTo>
                  <a:pt x="63923" y="454372"/>
                </a:lnTo>
                <a:lnTo>
                  <a:pt x="64280" y="443806"/>
                </a:lnTo>
                <a:lnTo>
                  <a:pt x="64529" y="433239"/>
                </a:lnTo>
                <a:lnTo>
                  <a:pt x="64699" y="422672"/>
                </a:lnTo>
                <a:lnTo>
                  <a:pt x="64812" y="412105"/>
                </a:lnTo>
                <a:lnTo>
                  <a:pt x="64886" y="401538"/>
                </a:lnTo>
                <a:lnTo>
                  <a:pt x="64932" y="390972"/>
                </a:lnTo>
                <a:lnTo>
                  <a:pt x="64960" y="380405"/>
                </a:lnTo>
                <a:lnTo>
                  <a:pt x="64977" y="369838"/>
                </a:lnTo>
                <a:lnTo>
                  <a:pt x="64987" y="359271"/>
                </a:lnTo>
                <a:lnTo>
                  <a:pt x="64993" y="348704"/>
                </a:lnTo>
                <a:lnTo>
                  <a:pt x="64996" y="338138"/>
                </a:lnTo>
                <a:lnTo>
                  <a:pt x="64998" y="327571"/>
                </a:lnTo>
                <a:lnTo>
                  <a:pt x="64999" y="317004"/>
                </a:lnTo>
                <a:lnTo>
                  <a:pt x="65000" y="306437"/>
                </a:lnTo>
                <a:lnTo>
                  <a:pt x="65000" y="295870"/>
                </a:lnTo>
                <a:lnTo>
                  <a:pt x="65000" y="285304"/>
                </a:lnTo>
                <a:lnTo>
                  <a:pt x="65000" y="274737"/>
                </a:lnTo>
                <a:lnTo>
                  <a:pt x="65000" y="264170"/>
                </a:lnTo>
                <a:lnTo>
                  <a:pt x="65000" y="253603"/>
                </a:lnTo>
                <a:lnTo>
                  <a:pt x="65000" y="243036"/>
                </a:lnTo>
                <a:lnTo>
                  <a:pt x="65000" y="232470"/>
                </a:lnTo>
                <a:lnTo>
                  <a:pt x="65000" y="221903"/>
                </a:lnTo>
                <a:lnTo>
                  <a:pt x="65000" y="211336"/>
                </a:lnTo>
                <a:lnTo>
                  <a:pt x="65000" y="200769"/>
                </a:lnTo>
                <a:lnTo>
                  <a:pt x="65000" y="190202"/>
                </a:lnTo>
                <a:lnTo>
                  <a:pt x="65000" y="179636"/>
                </a:lnTo>
                <a:lnTo>
                  <a:pt x="65000" y="169069"/>
                </a:lnTo>
                <a:lnTo>
                  <a:pt x="65000" y="158502"/>
                </a:lnTo>
                <a:lnTo>
                  <a:pt x="65000" y="147935"/>
                </a:lnTo>
                <a:lnTo>
                  <a:pt x="65000" y="137368"/>
                </a:lnTo>
                <a:lnTo>
                  <a:pt x="65000" y="126802"/>
                </a:lnTo>
                <a:lnTo>
                  <a:pt x="65000" y="116235"/>
                </a:lnTo>
                <a:lnTo>
                  <a:pt x="65000" y="105668"/>
                </a:lnTo>
                <a:lnTo>
                  <a:pt x="65000" y="95101"/>
                </a:lnTo>
                <a:lnTo>
                  <a:pt x="65000" y="84534"/>
                </a:lnTo>
                <a:lnTo>
                  <a:pt x="65000" y="73968"/>
                </a:lnTo>
                <a:lnTo>
                  <a:pt x="65000" y="63401"/>
                </a:lnTo>
                <a:lnTo>
                  <a:pt x="65000" y="52834"/>
                </a:lnTo>
                <a:lnTo>
                  <a:pt x="65000" y="42267"/>
                </a:lnTo>
                <a:lnTo>
                  <a:pt x="65000" y="31700"/>
                </a:lnTo>
                <a:lnTo>
                  <a:pt x="65000" y="21134"/>
                </a:lnTo>
                <a:lnTo>
                  <a:pt x="65000" y="10567"/>
                </a:lnTo>
                <a:lnTo>
                  <a:pt x="65000" y="0"/>
                </a:lnTo>
                <a:lnTo>
                  <a:pt x="65000" y="0"/>
                </a:lnTo>
                <a:lnTo>
                  <a:pt x="65000" y="0"/>
                </a:lnTo>
                <a:lnTo>
                  <a:pt x="65000" y="10567"/>
                </a:lnTo>
                <a:lnTo>
                  <a:pt x="65000" y="21134"/>
                </a:lnTo>
                <a:lnTo>
                  <a:pt x="65000" y="31700"/>
                </a:lnTo>
                <a:lnTo>
                  <a:pt x="65000" y="42267"/>
                </a:lnTo>
                <a:lnTo>
                  <a:pt x="65000" y="52834"/>
                </a:lnTo>
                <a:lnTo>
                  <a:pt x="65000" y="63401"/>
                </a:lnTo>
                <a:lnTo>
                  <a:pt x="65000" y="73968"/>
                </a:lnTo>
                <a:lnTo>
                  <a:pt x="65000" y="84534"/>
                </a:lnTo>
                <a:lnTo>
                  <a:pt x="65000" y="95101"/>
                </a:lnTo>
                <a:lnTo>
                  <a:pt x="65000" y="105668"/>
                </a:lnTo>
                <a:lnTo>
                  <a:pt x="65000" y="116235"/>
                </a:lnTo>
                <a:lnTo>
                  <a:pt x="65000" y="126802"/>
                </a:lnTo>
                <a:lnTo>
                  <a:pt x="65000" y="137368"/>
                </a:lnTo>
                <a:lnTo>
                  <a:pt x="65000" y="147935"/>
                </a:lnTo>
                <a:lnTo>
                  <a:pt x="65000" y="158502"/>
                </a:lnTo>
                <a:lnTo>
                  <a:pt x="65000" y="169069"/>
                </a:lnTo>
                <a:lnTo>
                  <a:pt x="65000" y="179636"/>
                </a:lnTo>
                <a:lnTo>
                  <a:pt x="65000" y="190202"/>
                </a:lnTo>
                <a:lnTo>
                  <a:pt x="65000" y="200769"/>
                </a:lnTo>
                <a:lnTo>
                  <a:pt x="65000" y="211336"/>
                </a:lnTo>
                <a:lnTo>
                  <a:pt x="65000" y="221903"/>
                </a:lnTo>
                <a:lnTo>
                  <a:pt x="65000" y="232470"/>
                </a:lnTo>
                <a:lnTo>
                  <a:pt x="65000" y="243036"/>
                </a:lnTo>
                <a:lnTo>
                  <a:pt x="65000" y="253603"/>
                </a:lnTo>
                <a:lnTo>
                  <a:pt x="65000" y="264170"/>
                </a:lnTo>
                <a:lnTo>
                  <a:pt x="65000" y="274737"/>
                </a:lnTo>
                <a:lnTo>
                  <a:pt x="65000" y="285304"/>
                </a:lnTo>
                <a:lnTo>
                  <a:pt x="65000" y="295870"/>
                </a:lnTo>
                <a:lnTo>
                  <a:pt x="65000" y="306437"/>
                </a:lnTo>
                <a:lnTo>
                  <a:pt x="65001" y="317004"/>
                </a:lnTo>
                <a:lnTo>
                  <a:pt x="65002" y="327571"/>
                </a:lnTo>
                <a:lnTo>
                  <a:pt x="65004" y="338138"/>
                </a:lnTo>
                <a:lnTo>
                  <a:pt x="65007" y="348704"/>
                </a:lnTo>
                <a:lnTo>
                  <a:pt x="65013" y="359271"/>
                </a:lnTo>
                <a:lnTo>
                  <a:pt x="65023" y="369838"/>
                </a:lnTo>
                <a:lnTo>
                  <a:pt x="65040" y="380405"/>
                </a:lnTo>
                <a:lnTo>
                  <a:pt x="65068" y="390972"/>
                </a:lnTo>
                <a:lnTo>
                  <a:pt x="65114" y="401538"/>
                </a:lnTo>
                <a:lnTo>
                  <a:pt x="65188" y="412105"/>
                </a:lnTo>
                <a:lnTo>
                  <a:pt x="65301" y="422672"/>
                </a:lnTo>
                <a:lnTo>
                  <a:pt x="65471" y="433239"/>
                </a:lnTo>
                <a:lnTo>
                  <a:pt x="65720" y="443806"/>
                </a:lnTo>
                <a:lnTo>
                  <a:pt x="66077" y="454372"/>
                </a:lnTo>
                <a:lnTo>
                  <a:pt x="66575" y="464939"/>
                </a:lnTo>
                <a:lnTo>
                  <a:pt x="67251" y="475506"/>
                </a:lnTo>
                <a:lnTo>
                  <a:pt x="68144" y="486073"/>
                </a:lnTo>
                <a:lnTo>
                  <a:pt x="69294" y="496640"/>
                </a:lnTo>
                <a:lnTo>
                  <a:pt x="70733" y="507206"/>
                </a:lnTo>
                <a:lnTo>
                  <a:pt x="72483" y="517773"/>
                </a:lnTo>
                <a:lnTo>
                  <a:pt x="74550" y="528340"/>
                </a:lnTo>
                <a:lnTo>
                  <a:pt x="76918" y="538907"/>
                </a:lnTo>
                <a:lnTo>
                  <a:pt x="79544" y="549474"/>
                </a:lnTo>
                <a:lnTo>
                  <a:pt x="82359" y="560040"/>
                </a:lnTo>
                <a:lnTo>
                  <a:pt x="85268" y="570607"/>
                </a:lnTo>
                <a:lnTo>
                  <a:pt x="88154" y="581174"/>
                </a:lnTo>
                <a:lnTo>
                  <a:pt x="90887" y="591741"/>
                </a:lnTo>
                <a:lnTo>
                  <a:pt x="93333" y="602308"/>
                </a:lnTo>
                <a:lnTo>
                  <a:pt x="95370" y="612874"/>
                </a:lnTo>
                <a:lnTo>
                  <a:pt x="96896" y="623441"/>
                </a:lnTo>
                <a:lnTo>
                  <a:pt x="97842" y="634008"/>
                </a:lnTo>
                <a:lnTo>
                  <a:pt x="98178" y="644575"/>
                </a:lnTo>
                <a:lnTo>
                  <a:pt x="97915" y="655142"/>
                </a:lnTo>
                <a:lnTo>
                  <a:pt x="97103" y="665708"/>
                </a:lnTo>
                <a:lnTo>
                  <a:pt x="95825" y="676275"/>
                </a:lnTo>
                <a:lnTo>
                  <a:pt x="94187" y="686842"/>
                </a:lnTo>
                <a:lnTo>
                  <a:pt x="92307" y="697409"/>
                </a:lnTo>
                <a:lnTo>
                  <a:pt x="90302" y="707976"/>
                </a:lnTo>
                <a:lnTo>
                  <a:pt x="88277" y="718543"/>
                </a:lnTo>
                <a:lnTo>
                  <a:pt x="86323" y="729109"/>
                </a:lnTo>
                <a:lnTo>
                  <a:pt x="84504" y="739676"/>
                </a:lnTo>
                <a:lnTo>
                  <a:pt x="82864" y="750243"/>
                </a:lnTo>
                <a:lnTo>
                  <a:pt x="81422" y="760810"/>
                </a:lnTo>
                <a:lnTo>
                  <a:pt x="80179" y="771377"/>
                </a:lnTo>
                <a:lnTo>
                  <a:pt x="79120" y="781943"/>
                </a:lnTo>
                <a:lnTo>
                  <a:pt x="78220" y="792510"/>
                </a:lnTo>
                <a:lnTo>
                  <a:pt x="77450" y="803077"/>
                </a:lnTo>
                <a:lnTo>
                  <a:pt x="76780" y="813644"/>
                </a:lnTo>
                <a:lnTo>
                  <a:pt x="76180" y="824211"/>
                </a:lnTo>
                <a:lnTo>
                  <a:pt x="75626" y="834777"/>
                </a:lnTo>
                <a:lnTo>
                  <a:pt x="75101" y="845344"/>
                </a:lnTo>
                <a:lnTo>
                  <a:pt x="74591" y="855911"/>
                </a:lnTo>
                <a:lnTo>
                  <a:pt x="74092" y="866478"/>
                </a:lnTo>
                <a:lnTo>
                  <a:pt x="73602" y="877045"/>
                </a:lnTo>
                <a:lnTo>
                  <a:pt x="73124" y="887611"/>
                </a:lnTo>
                <a:lnTo>
                  <a:pt x="72664" y="898178"/>
                </a:lnTo>
                <a:lnTo>
                  <a:pt x="72229" y="908745"/>
                </a:lnTo>
                <a:lnTo>
                  <a:pt x="71823" y="919312"/>
                </a:lnTo>
                <a:lnTo>
                  <a:pt x="71451" y="929879"/>
                </a:lnTo>
                <a:lnTo>
                  <a:pt x="71117" y="940445"/>
                </a:lnTo>
                <a:lnTo>
                  <a:pt x="70820" y="951012"/>
                </a:lnTo>
                <a:lnTo>
                  <a:pt x="70561" y="961579"/>
                </a:lnTo>
                <a:lnTo>
                  <a:pt x="70338" y="972146"/>
                </a:lnTo>
                <a:lnTo>
                  <a:pt x="70148" y="982713"/>
                </a:lnTo>
                <a:lnTo>
                  <a:pt x="69993" y="993279"/>
                </a:lnTo>
                <a:lnTo>
                  <a:pt x="69872" y="1003846"/>
                </a:lnTo>
                <a:lnTo>
                  <a:pt x="69789" y="1014413"/>
                </a:lnTo>
                <a:lnTo>
                  <a:pt x="69751" y="1024980"/>
                </a:lnTo>
                <a:lnTo>
                  <a:pt x="69769" y="1035547"/>
                </a:lnTo>
                <a:lnTo>
                  <a:pt x="69859" y="1046113"/>
                </a:lnTo>
                <a:lnTo>
                  <a:pt x="70044" y="1056680"/>
                </a:lnTo>
                <a:lnTo>
                  <a:pt x="70357" y="1067247"/>
                </a:lnTo>
                <a:lnTo>
                  <a:pt x="70839" y="1077814"/>
                </a:lnTo>
                <a:lnTo>
                  <a:pt x="71544" y="1088381"/>
                </a:lnTo>
                <a:lnTo>
                  <a:pt x="72534" y="1098947"/>
                </a:lnTo>
                <a:lnTo>
                  <a:pt x="73884" y="1109514"/>
                </a:lnTo>
                <a:lnTo>
                  <a:pt x="75669" y="1120081"/>
                </a:lnTo>
                <a:lnTo>
                  <a:pt x="77966" y="1130648"/>
                </a:lnTo>
                <a:lnTo>
                  <a:pt x="80837" y="1141215"/>
                </a:lnTo>
                <a:lnTo>
                  <a:pt x="84323" y="1151781"/>
                </a:lnTo>
                <a:lnTo>
                  <a:pt x="88427" y="1162348"/>
                </a:lnTo>
                <a:lnTo>
                  <a:pt x="93108" y="1172915"/>
                </a:lnTo>
                <a:lnTo>
                  <a:pt x="98266" y="1183482"/>
                </a:lnTo>
                <a:lnTo>
                  <a:pt x="103744" y="1194049"/>
                </a:lnTo>
                <a:lnTo>
                  <a:pt x="109327" y="1204615"/>
                </a:lnTo>
                <a:lnTo>
                  <a:pt x="114755" y="1215182"/>
                </a:lnTo>
                <a:lnTo>
                  <a:pt x="119742" y="1225749"/>
                </a:lnTo>
                <a:lnTo>
                  <a:pt x="123997" y="1236316"/>
                </a:lnTo>
                <a:lnTo>
                  <a:pt x="127254" y="1246883"/>
                </a:lnTo>
                <a:lnTo>
                  <a:pt x="129302" y="1257449"/>
                </a:lnTo>
                <a:lnTo>
                  <a:pt x="130000" y="1268016"/>
                </a:lnTo>
                <a:lnTo>
                  <a:pt x="130000" y="1268016"/>
                </a:lnTo>
                <a:close/>
              </a:path>
            </a:pathLst>
          </a:custGeom>
          <a:solidFill>
            <a:srgbClr val="00878B">
              <a:alpha val="12000"/>
            </a:srgbClr>
          </a:solidFill>
          <a:ln w="6985">
            <a:solidFill>
              <a:srgbClr val="00878B">
                <a:alpha val="12000"/>
              </a:srgbClr>
            </a:solidFill>
            <a:prstDash val="solid"/>
          </a:ln>
        </p:spPr>
      </p:sp>
      <p:sp>
        <p:nvSpPr>
          <p:cNvPr id="2252" name="01_find_only_2251">
            <a:extLst>
              <a:ext uri="{FF2B5EF4-FFF2-40B4-BE49-F238E27FC236}">
                <a16:creationId xmlns:a16="http://schemas.microsoft.com/office/drawing/2014/main" id="{69E0B6EF-D117-4EDD-9B4A-0D2B36F40CF5}"/>
              </a:ext>
            </a:extLst>
          </p:cNvPr>
          <p:cNvSpPr>
            <a:spLocks noGrp="1"/>
          </p:cNvSpPr>
          <p:nvPr/>
        </p:nvSpPr>
        <p:spPr>
          <a:xfrm>
            <a:off x="1000800" y="4919983"/>
            <a:ext cx="130000" cy="1268016"/>
          </a:xfrm>
          <a:custGeom>
            <a:avLst/>
            <a:gdLst/>
            <a:ahLst/>
            <a:cxnLst/>
            <a:rect l="0" t="0" r="0" b="0"/>
            <a:pathLst>
              <a:path w="130000" h="1268016">
                <a:moveTo>
                  <a:pt x="82906" y="1268016"/>
                </a:moveTo>
                <a:lnTo>
                  <a:pt x="47094" y="1268016"/>
                </a:lnTo>
                <a:lnTo>
                  <a:pt x="47268" y="1257449"/>
                </a:lnTo>
                <a:lnTo>
                  <a:pt x="47779" y="1246883"/>
                </a:lnTo>
                <a:lnTo>
                  <a:pt x="48591" y="1236316"/>
                </a:lnTo>
                <a:lnTo>
                  <a:pt x="49651" y="1225749"/>
                </a:lnTo>
                <a:lnTo>
                  <a:pt x="50893" y="1215182"/>
                </a:lnTo>
                <a:lnTo>
                  <a:pt x="52242" y="1204615"/>
                </a:lnTo>
                <a:lnTo>
                  <a:pt x="53629" y="1194049"/>
                </a:lnTo>
                <a:lnTo>
                  <a:pt x="54989" y="1183482"/>
                </a:lnTo>
                <a:lnTo>
                  <a:pt x="56270" y="1172915"/>
                </a:lnTo>
                <a:lnTo>
                  <a:pt x="57434" y="1162348"/>
                </a:lnTo>
                <a:lnTo>
                  <a:pt x="58460" y="1151781"/>
                </a:lnTo>
                <a:lnTo>
                  <a:pt x="59340" y="1141215"/>
                </a:lnTo>
                <a:lnTo>
                  <a:pt x="60076" y="1130648"/>
                </a:lnTo>
                <a:lnTo>
                  <a:pt x="60681" y="1120081"/>
                </a:lnTo>
                <a:lnTo>
                  <a:pt x="61171" y="1109514"/>
                </a:lnTo>
                <a:lnTo>
                  <a:pt x="61565" y="1098947"/>
                </a:lnTo>
                <a:lnTo>
                  <a:pt x="61881" y="1088381"/>
                </a:lnTo>
                <a:lnTo>
                  <a:pt x="62136" y="1077814"/>
                </a:lnTo>
                <a:lnTo>
                  <a:pt x="62342" y="1067247"/>
                </a:lnTo>
                <a:lnTo>
                  <a:pt x="62510" y="1056680"/>
                </a:lnTo>
                <a:lnTo>
                  <a:pt x="62647" y="1046113"/>
                </a:lnTo>
                <a:lnTo>
                  <a:pt x="62758" y="1035547"/>
                </a:lnTo>
                <a:lnTo>
                  <a:pt x="62847" y="1024980"/>
                </a:lnTo>
                <a:lnTo>
                  <a:pt x="62919" y="1014413"/>
                </a:lnTo>
                <a:lnTo>
                  <a:pt x="62976" y="1003846"/>
                </a:lnTo>
                <a:lnTo>
                  <a:pt x="63022" y="993279"/>
                </a:lnTo>
                <a:lnTo>
                  <a:pt x="63062" y="982713"/>
                </a:lnTo>
                <a:lnTo>
                  <a:pt x="63098" y="972146"/>
                </a:lnTo>
                <a:lnTo>
                  <a:pt x="63135" y="961579"/>
                </a:lnTo>
                <a:lnTo>
                  <a:pt x="63175" y="951012"/>
                </a:lnTo>
                <a:lnTo>
                  <a:pt x="63220" y="940445"/>
                </a:lnTo>
                <a:lnTo>
                  <a:pt x="63271" y="929879"/>
                </a:lnTo>
                <a:lnTo>
                  <a:pt x="63327" y="919312"/>
                </a:lnTo>
                <a:lnTo>
                  <a:pt x="63387" y="908745"/>
                </a:lnTo>
                <a:lnTo>
                  <a:pt x="63446" y="898178"/>
                </a:lnTo>
                <a:lnTo>
                  <a:pt x="63501" y="887611"/>
                </a:lnTo>
                <a:lnTo>
                  <a:pt x="63548" y="877045"/>
                </a:lnTo>
                <a:lnTo>
                  <a:pt x="63581" y="866478"/>
                </a:lnTo>
                <a:lnTo>
                  <a:pt x="63596" y="855911"/>
                </a:lnTo>
                <a:lnTo>
                  <a:pt x="63588" y="845344"/>
                </a:lnTo>
                <a:lnTo>
                  <a:pt x="63555" y="834777"/>
                </a:lnTo>
                <a:lnTo>
                  <a:pt x="63494" y="824211"/>
                </a:lnTo>
                <a:lnTo>
                  <a:pt x="63404" y="813644"/>
                </a:lnTo>
                <a:lnTo>
                  <a:pt x="63288" y="803077"/>
                </a:lnTo>
                <a:lnTo>
                  <a:pt x="63145" y="792510"/>
                </a:lnTo>
                <a:lnTo>
                  <a:pt x="62979" y="781943"/>
                </a:lnTo>
                <a:lnTo>
                  <a:pt x="62794" y="771377"/>
                </a:lnTo>
                <a:lnTo>
                  <a:pt x="62593" y="760810"/>
                </a:lnTo>
                <a:lnTo>
                  <a:pt x="62382" y="750243"/>
                </a:lnTo>
                <a:lnTo>
                  <a:pt x="62165" y="739676"/>
                </a:lnTo>
                <a:lnTo>
                  <a:pt x="61947" y="729109"/>
                </a:lnTo>
                <a:lnTo>
                  <a:pt x="61734" y="718543"/>
                </a:lnTo>
                <a:lnTo>
                  <a:pt x="61533" y="707976"/>
                </a:lnTo>
                <a:lnTo>
                  <a:pt x="61350" y="697409"/>
                </a:lnTo>
                <a:lnTo>
                  <a:pt x="61193" y="686842"/>
                </a:lnTo>
                <a:lnTo>
                  <a:pt x="61070" y="676275"/>
                </a:lnTo>
                <a:lnTo>
                  <a:pt x="60986" y="665708"/>
                </a:lnTo>
                <a:lnTo>
                  <a:pt x="60947" y="655142"/>
                </a:lnTo>
                <a:lnTo>
                  <a:pt x="60955" y="644575"/>
                </a:lnTo>
                <a:lnTo>
                  <a:pt x="61011" y="634008"/>
                </a:lnTo>
                <a:lnTo>
                  <a:pt x="61108" y="623441"/>
                </a:lnTo>
                <a:lnTo>
                  <a:pt x="61241" y="612874"/>
                </a:lnTo>
                <a:lnTo>
                  <a:pt x="61398" y="602308"/>
                </a:lnTo>
                <a:lnTo>
                  <a:pt x="61564" y="591741"/>
                </a:lnTo>
                <a:lnTo>
                  <a:pt x="61727" y="581174"/>
                </a:lnTo>
                <a:lnTo>
                  <a:pt x="61870" y="570607"/>
                </a:lnTo>
                <a:lnTo>
                  <a:pt x="61982" y="560040"/>
                </a:lnTo>
                <a:lnTo>
                  <a:pt x="62051" y="549474"/>
                </a:lnTo>
                <a:lnTo>
                  <a:pt x="62073" y="538907"/>
                </a:lnTo>
                <a:lnTo>
                  <a:pt x="62043" y="528340"/>
                </a:lnTo>
                <a:lnTo>
                  <a:pt x="61963" y="517773"/>
                </a:lnTo>
                <a:lnTo>
                  <a:pt x="61840" y="507206"/>
                </a:lnTo>
                <a:lnTo>
                  <a:pt x="61679" y="496640"/>
                </a:lnTo>
                <a:lnTo>
                  <a:pt x="61493" y="486073"/>
                </a:lnTo>
                <a:lnTo>
                  <a:pt x="61290" y="475506"/>
                </a:lnTo>
                <a:lnTo>
                  <a:pt x="61081" y="464939"/>
                </a:lnTo>
                <a:lnTo>
                  <a:pt x="60876" y="454372"/>
                </a:lnTo>
                <a:lnTo>
                  <a:pt x="60682" y="443806"/>
                </a:lnTo>
                <a:lnTo>
                  <a:pt x="60506" y="433239"/>
                </a:lnTo>
                <a:lnTo>
                  <a:pt x="60352" y="422672"/>
                </a:lnTo>
                <a:lnTo>
                  <a:pt x="60222" y="412105"/>
                </a:lnTo>
                <a:lnTo>
                  <a:pt x="60119" y="401538"/>
                </a:lnTo>
                <a:lnTo>
                  <a:pt x="60045" y="390972"/>
                </a:lnTo>
                <a:lnTo>
                  <a:pt x="60000" y="380405"/>
                </a:lnTo>
                <a:lnTo>
                  <a:pt x="59987" y="369838"/>
                </a:lnTo>
                <a:lnTo>
                  <a:pt x="60010" y="359271"/>
                </a:lnTo>
                <a:lnTo>
                  <a:pt x="60071" y="348704"/>
                </a:lnTo>
                <a:lnTo>
                  <a:pt x="60172" y="338138"/>
                </a:lnTo>
                <a:lnTo>
                  <a:pt x="60316" y="327571"/>
                </a:lnTo>
                <a:lnTo>
                  <a:pt x="60504" y="317004"/>
                </a:lnTo>
                <a:lnTo>
                  <a:pt x="60731" y="306437"/>
                </a:lnTo>
                <a:lnTo>
                  <a:pt x="60994" y="295870"/>
                </a:lnTo>
                <a:lnTo>
                  <a:pt x="61282" y="285304"/>
                </a:lnTo>
                <a:lnTo>
                  <a:pt x="61586" y="274737"/>
                </a:lnTo>
                <a:lnTo>
                  <a:pt x="61889" y="264170"/>
                </a:lnTo>
                <a:lnTo>
                  <a:pt x="62174" y="253603"/>
                </a:lnTo>
                <a:lnTo>
                  <a:pt x="62423" y="243036"/>
                </a:lnTo>
                <a:lnTo>
                  <a:pt x="62611" y="232470"/>
                </a:lnTo>
                <a:lnTo>
                  <a:pt x="62713" y="221903"/>
                </a:lnTo>
                <a:lnTo>
                  <a:pt x="62696" y="211336"/>
                </a:lnTo>
                <a:lnTo>
                  <a:pt x="62523" y="200769"/>
                </a:lnTo>
                <a:lnTo>
                  <a:pt x="62147" y="190202"/>
                </a:lnTo>
                <a:lnTo>
                  <a:pt x="61511" y="179636"/>
                </a:lnTo>
                <a:lnTo>
                  <a:pt x="60547" y="169069"/>
                </a:lnTo>
                <a:lnTo>
                  <a:pt x="59182" y="158502"/>
                </a:lnTo>
                <a:lnTo>
                  <a:pt x="57336" y="147935"/>
                </a:lnTo>
                <a:lnTo>
                  <a:pt x="54934" y="137368"/>
                </a:lnTo>
                <a:lnTo>
                  <a:pt x="51912" y="126802"/>
                </a:lnTo>
                <a:lnTo>
                  <a:pt x="48232" y="116235"/>
                </a:lnTo>
                <a:lnTo>
                  <a:pt x="43894" y="105668"/>
                </a:lnTo>
                <a:lnTo>
                  <a:pt x="38945" y="95101"/>
                </a:lnTo>
                <a:lnTo>
                  <a:pt x="33492" y="84534"/>
                </a:lnTo>
                <a:lnTo>
                  <a:pt x="27704" y="73968"/>
                </a:lnTo>
                <a:lnTo>
                  <a:pt x="21808" y="63401"/>
                </a:lnTo>
                <a:lnTo>
                  <a:pt x="16078" y="52834"/>
                </a:lnTo>
                <a:lnTo>
                  <a:pt x="10817" y="42267"/>
                </a:lnTo>
                <a:lnTo>
                  <a:pt x="6329" y="31700"/>
                </a:lnTo>
                <a:lnTo>
                  <a:pt x="2894" y="21134"/>
                </a:lnTo>
                <a:lnTo>
                  <a:pt x="736" y="10567"/>
                </a:lnTo>
                <a:lnTo>
                  <a:pt x="0" y="0"/>
                </a:lnTo>
                <a:lnTo>
                  <a:pt x="130000" y="0"/>
                </a:lnTo>
                <a:lnTo>
                  <a:pt x="130000" y="0"/>
                </a:lnTo>
                <a:lnTo>
                  <a:pt x="129264" y="10567"/>
                </a:lnTo>
                <a:lnTo>
                  <a:pt x="127106" y="21134"/>
                </a:lnTo>
                <a:lnTo>
                  <a:pt x="123671" y="31700"/>
                </a:lnTo>
                <a:lnTo>
                  <a:pt x="119183" y="42267"/>
                </a:lnTo>
                <a:lnTo>
                  <a:pt x="113922" y="52834"/>
                </a:lnTo>
                <a:lnTo>
                  <a:pt x="108192" y="63401"/>
                </a:lnTo>
                <a:lnTo>
                  <a:pt x="102296" y="73968"/>
                </a:lnTo>
                <a:lnTo>
                  <a:pt x="96508" y="84534"/>
                </a:lnTo>
                <a:lnTo>
                  <a:pt x="91055" y="95101"/>
                </a:lnTo>
                <a:lnTo>
                  <a:pt x="86106" y="105668"/>
                </a:lnTo>
                <a:lnTo>
                  <a:pt x="81768" y="116235"/>
                </a:lnTo>
                <a:lnTo>
                  <a:pt x="78088" y="126802"/>
                </a:lnTo>
                <a:lnTo>
                  <a:pt x="75066" y="137368"/>
                </a:lnTo>
                <a:lnTo>
                  <a:pt x="72664" y="147935"/>
                </a:lnTo>
                <a:lnTo>
                  <a:pt x="70818" y="158502"/>
                </a:lnTo>
                <a:lnTo>
                  <a:pt x="69453" y="169069"/>
                </a:lnTo>
                <a:lnTo>
                  <a:pt x="68489" y="179636"/>
                </a:lnTo>
                <a:lnTo>
                  <a:pt x="67853" y="190202"/>
                </a:lnTo>
                <a:lnTo>
                  <a:pt x="67477" y="200769"/>
                </a:lnTo>
                <a:lnTo>
                  <a:pt x="67304" y="211336"/>
                </a:lnTo>
                <a:lnTo>
                  <a:pt x="67287" y="221903"/>
                </a:lnTo>
                <a:lnTo>
                  <a:pt x="67389" y="232470"/>
                </a:lnTo>
                <a:lnTo>
                  <a:pt x="67577" y="243036"/>
                </a:lnTo>
                <a:lnTo>
                  <a:pt x="67826" y="253603"/>
                </a:lnTo>
                <a:lnTo>
                  <a:pt x="68111" y="264170"/>
                </a:lnTo>
                <a:lnTo>
                  <a:pt x="68414" y="274737"/>
                </a:lnTo>
                <a:lnTo>
                  <a:pt x="68718" y="285304"/>
                </a:lnTo>
                <a:lnTo>
                  <a:pt x="69006" y="295870"/>
                </a:lnTo>
                <a:lnTo>
                  <a:pt x="69269" y="306437"/>
                </a:lnTo>
                <a:lnTo>
                  <a:pt x="69496" y="317004"/>
                </a:lnTo>
                <a:lnTo>
                  <a:pt x="69684" y="327571"/>
                </a:lnTo>
                <a:lnTo>
                  <a:pt x="69828" y="338138"/>
                </a:lnTo>
                <a:lnTo>
                  <a:pt x="69929" y="348704"/>
                </a:lnTo>
                <a:lnTo>
                  <a:pt x="69990" y="359271"/>
                </a:lnTo>
                <a:lnTo>
                  <a:pt x="70013" y="369838"/>
                </a:lnTo>
                <a:lnTo>
                  <a:pt x="70000" y="380405"/>
                </a:lnTo>
                <a:lnTo>
                  <a:pt x="69955" y="390972"/>
                </a:lnTo>
                <a:lnTo>
                  <a:pt x="69881" y="401538"/>
                </a:lnTo>
                <a:lnTo>
                  <a:pt x="69778" y="412105"/>
                </a:lnTo>
                <a:lnTo>
                  <a:pt x="69648" y="422672"/>
                </a:lnTo>
                <a:lnTo>
                  <a:pt x="69494" y="433239"/>
                </a:lnTo>
                <a:lnTo>
                  <a:pt x="69318" y="443806"/>
                </a:lnTo>
                <a:lnTo>
                  <a:pt x="69124" y="454372"/>
                </a:lnTo>
                <a:lnTo>
                  <a:pt x="68919" y="464939"/>
                </a:lnTo>
                <a:lnTo>
                  <a:pt x="68710" y="475506"/>
                </a:lnTo>
                <a:lnTo>
                  <a:pt x="68507" y="486073"/>
                </a:lnTo>
                <a:lnTo>
                  <a:pt x="68321" y="496640"/>
                </a:lnTo>
                <a:lnTo>
                  <a:pt x="68160" y="507206"/>
                </a:lnTo>
                <a:lnTo>
                  <a:pt x="68037" y="517773"/>
                </a:lnTo>
                <a:lnTo>
                  <a:pt x="67957" y="528340"/>
                </a:lnTo>
                <a:lnTo>
                  <a:pt x="67927" y="538907"/>
                </a:lnTo>
                <a:lnTo>
                  <a:pt x="67949" y="549474"/>
                </a:lnTo>
                <a:lnTo>
                  <a:pt x="68018" y="560040"/>
                </a:lnTo>
                <a:lnTo>
                  <a:pt x="68130" y="570607"/>
                </a:lnTo>
                <a:lnTo>
                  <a:pt x="68273" y="581174"/>
                </a:lnTo>
                <a:lnTo>
                  <a:pt x="68436" y="591741"/>
                </a:lnTo>
                <a:lnTo>
                  <a:pt x="68602" y="602308"/>
                </a:lnTo>
                <a:lnTo>
                  <a:pt x="68759" y="612874"/>
                </a:lnTo>
                <a:lnTo>
                  <a:pt x="68892" y="623441"/>
                </a:lnTo>
                <a:lnTo>
                  <a:pt x="68989" y="634008"/>
                </a:lnTo>
                <a:lnTo>
                  <a:pt x="69045" y="644575"/>
                </a:lnTo>
                <a:lnTo>
                  <a:pt x="69053" y="655142"/>
                </a:lnTo>
                <a:lnTo>
                  <a:pt x="69014" y="665708"/>
                </a:lnTo>
                <a:lnTo>
                  <a:pt x="68930" y="676275"/>
                </a:lnTo>
                <a:lnTo>
                  <a:pt x="68807" y="686842"/>
                </a:lnTo>
                <a:lnTo>
                  <a:pt x="68650" y="697409"/>
                </a:lnTo>
                <a:lnTo>
                  <a:pt x="68467" y="707976"/>
                </a:lnTo>
                <a:lnTo>
                  <a:pt x="68266" y="718543"/>
                </a:lnTo>
                <a:lnTo>
                  <a:pt x="68053" y="729109"/>
                </a:lnTo>
                <a:lnTo>
                  <a:pt x="67835" y="739676"/>
                </a:lnTo>
                <a:lnTo>
                  <a:pt x="67618" y="750243"/>
                </a:lnTo>
                <a:lnTo>
                  <a:pt x="67407" y="760810"/>
                </a:lnTo>
                <a:lnTo>
                  <a:pt x="67206" y="771377"/>
                </a:lnTo>
                <a:lnTo>
                  <a:pt x="67021" y="781943"/>
                </a:lnTo>
                <a:lnTo>
                  <a:pt x="66855" y="792510"/>
                </a:lnTo>
                <a:lnTo>
                  <a:pt x="66712" y="803077"/>
                </a:lnTo>
                <a:lnTo>
                  <a:pt x="66595" y="813644"/>
                </a:lnTo>
                <a:lnTo>
                  <a:pt x="66506" y="824211"/>
                </a:lnTo>
                <a:lnTo>
                  <a:pt x="66445" y="834777"/>
                </a:lnTo>
                <a:lnTo>
                  <a:pt x="66412" y="845344"/>
                </a:lnTo>
                <a:lnTo>
                  <a:pt x="66404" y="855911"/>
                </a:lnTo>
                <a:lnTo>
                  <a:pt x="66419" y="866478"/>
                </a:lnTo>
                <a:lnTo>
                  <a:pt x="66452" y="877045"/>
                </a:lnTo>
                <a:lnTo>
                  <a:pt x="66499" y="887611"/>
                </a:lnTo>
                <a:lnTo>
                  <a:pt x="66554" y="898178"/>
                </a:lnTo>
                <a:lnTo>
                  <a:pt x="66613" y="908745"/>
                </a:lnTo>
                <a:lnTo>
                  <a:pt x="66673" y="919312"/>
                </a:lnTo>
                <a:lnTo>
                  <a:pt x="66729" y="929879"/>
                </a:lnTo>
                <a:lnTo>
                  <a:pt x="66780" y="940445"/>
                </a:lnTo>
                <a:lnTo>
                  <a:pt x="66825" y="951012"/>
                </a:lnTo>
                <a:lnTo>
                  <a:pt x="66865" y="961579"/>
                </a:lnTo>
                <a:lnTo>
                  <a:pt x="66902" y="972146"/>
                </a:lnTo>
                <a:lnTo>
                  <a:pt x="66938" y="982713"/>
                </a:lnTo>
                <a:lnTo>
                  <a:pt x="66978" y="993279"/>
                </a:lnTo>
                <a:lnTo>
                  <a:pt x="67024" y="1003846"/>
                </a:lnTo>
                <a:lnTo>
                  <a:pt x="67081" y="1014413"/>
                </a:lnTo>
                <a:lnTo>
                  <a:pt x="67153" y="1024980"/>
                </a:lnTo>
                <a:lnTo>
                  <a:pt x="67242" y="1035547"/>
                </a:lnTo>
                <a:lnTo>
                  <a:pt x="67353" y="1046113"/>
                </a:lnTo>
                <a:lnTo>
                  <a:pt x="67490" y="1056680"/>
                </a:lnTo>
                <a:lnTo>
                  <a:pt x="67658" y="1067247"/>
                </a:lnTo>
                <a:lnTo>
                  <a:pt x="67864" y="1077814"/>
                </a:lnTo>
                <a:lnTo>
                  <a:pt x="68119" y="1088381"/>
                </a:lnTo>
                <a:lnTo>
                  <a:pt x="68435" y="1098947"/>
                </a:lnTo>
                <a:lnTo>
                  <a:pt x="68829" y="1109514"/>
                </a:lnTo>
                <a:lnTo>
                  <a:pt x="69319" y="1120081"/>
                </a:lnTo>
                <a:lnTo>
                  <a:pt x="69924" y="1130648"/>
                </a:lnTo>
                <a:lnTo>
                  <a:pt x="70660" y="1141215"/>
                </a:lnTo>
                <a:lnTo>
                  <a:pt x="71540" y="1151781"/>
                </a:lnTo>
                <a:lnTo>
                  <a:pt x="72566" y="1162348"/>
                </a:lnTo>
                <a:lnTo>
                  <a:pt x="73730" y="1172915"/>
                </a:lnTo>
                <a:lnTo>
                  <a:pt x="75011" y="1183482"/>
                </a:lnTo>
                <a:lnTo>
                  <a:pt x="76371" y="1194049"/>
                </a:lnTo>
                <a:lnTo>
                  <a:pt x="77758" y="1204615"/>
                </a:lnTo>
                <a:lnTo>
                  <a:pt x="79107" y="1215182"/>
                </a:lnTo>
                <a:lnTo>
                  <a:pt x="80349" y="1225749"/>
                </a:lnTo>
                <a:lnTo>
                  <a:pt x="81409" y="1236316"/>
                </a:lnTo>
                <a:lnTo>
                  <a:pt x="82221" y="1246883"/>
                </a:lnTo>
                <a:lnTo>
                  <a:pt x="82732" y="1257449"/>
                </a:lnTo>
                <a:lnTo>
                  <a:pt x="82906" y="1268016"/>
                </a:lnTo>
                <a:lnTo>
                  <a:pt x="82906" y="1268016"/>
                </a:lnTo>
                <a:close/>
              </a:path>
            </a:pathLst>
          </a:custGeom>
          <a:solidFill>
            <a:srgbClr val="00878B">
              <a:alpha val="12000"/>
            </a:srgbClr>
          </a:solidFill>
          <a:ln w="6985">
            <a:solidFill>
              <a:srgbClr val="00878B">
                <a:alpha val="12000"/>
              </a:srgbClr>
            </a:solidFill>
            <a:prstDash val="solid"/>
          </a:ln>
        </p:spPr>
      </p:sp>
      <p:sp>
        <p:nvSpPr>
          <p:cNvPr id="2253" name="01_find_only_2252">
            <a:extLst>
              <a:ext uri="{FF2B5EF4-FFF2-40B4-BE49-F238E27FC236}">
                <a16:creationId xmlns:a16="http://schemas.microsoft.com/office/drawing/2014/main" id="{DC5ED15B-7217-4791-872C-CDA97F7FF959}"/>
              </a:ext>
            </a:extLst>
          </p:cNvPr>
          <p:cNvSpPr>
            <a:spLocks noGrp="1"/>
          </p:cNvSpPr>
          <p:nvPr/>
        </p:nvSpPr>
        <p:spPr>
          <a:xfrm>
            <a:off x="1500800" y="4919983"/>
            <a:ext cx="130000" cy="1268016"/>
          </a:xfrm>
          <a:custGeom>
            <a:avLst/>
            <a:gdLst/>
            <a:ahLst/>
            <a:cxnLst/>
            <a:rect l="0" t="0" r="0" b="0"/>
            <a:pathLst>
              <a:path w="130000" h="1268016">
                <a:moveTo>
                  <a:pt x="81629" y="1268016"/>
                </a:moveTo>
                <a:lnTo>
                  <a:pt x="48371" y="1268016"/>
                </a:lnTo>
                <a:lnTo>
                  <a:pt x="48533" y="1257449"/>
                </a:lnTo>
                <a:lnTo>
                  <a:pt x="49007" y="1246883"/>
                </a:lnTo>
                <a:lnTo>
                  <a:pt x="49762" y="1236316"/>
                </a:lnTo>
                <a:lnTo>
                  <a:pt x="50746" y="1225749"/>
                </a:lnTo>
                <a:lnTo>
                  <a:pt x="51899" y="1215182"/>
                </a:lnTo>
                <a:lnTo>
                  <a:pt x="53152" y="1204615"/>
                </a:lnTo>
                <a:lnTo>
                  <a:pt x="54440" y="1194049"/>
                </a:lnTo>
                <a:lnTo>
                  <a:pt x="55703" y="1183482"/>
                </a:lnTo>
                <a:lnTo>
                  <a:pt x="56893" y="1172915"/>
                </a:lnTo>
                <a:lnTo>
                  <a:pt x="57974" y="1162348"/>
                </a:lnTo>
                <a:lnTo>
                  <a:pt x="58927" y="1151781"/>
                </a:lnTo>
                <a:lnTo>
                  <a:pt x="59743" y="1141215"/>
                </a:lnTo>
                <a:lnTo>
                  <a:pt x="60427" y="1130648"/>
                </a:lnTo>
                <a:lnTo>
                  <a:pt x="60989" y="1120081"/>
                </a:lnTo>
                <a:lnTo>
                  <a:pt x="61444" y="1109514"/>
                </a:lnTo>
                <a:lnTo>
                  <a:pt x="61810" y="1098947"/>
                </a:lnTo>
                <a:lnTo>
                  <a:pt x="62104" y="1088381"/>
                </a:lnTo>
                <a:lnTo>
                  <a:pt x="62340" y="1077814"/>
                </a:lnTo>
                <a:lnTo>
                  <a:pt x="62532" y="1067247"/>
                </a:lnTo>
                <a:lnTo>
                  <a:pt x="62688" y="1056680"/>
                </a:lnTo>
                <a:lnTo>
                  <a:pt x="62815" y="1046113"/>
                </a:lnTo>
                <a:lnTo>
                  <a:pt x="62918" y="1035547"/>
                </a:lnTo>
                <a:lnTo>
                  <a:pt x="63001" y="1024980"/>
                </a:lnTo>
                <a:lnTo>
                  <a:pt x="63067" y="1014413"/>
                </a:lnTo>
                <a:lnTo>
                  <a:pt x="63120" y="1003846"/>
                </a:lnTo>
                <a:lnTo>
                  <a:pt x="63163" y="993279"/>
                </a:lnTo>
                <a:lnTo>
                  <a:pt x="63200" y="982713"/>
                </a:lnTo>
                <a:lnTo>
                  <a:pt x="63234" y="972146"/>
                </a:lnTo>
                <a:lnTo>
                  <a:pt x="63268" y="961579"/>
                </a:lnTo>
                <a:lnTo>
                  <a:pt x="63305" y="951012"/>
                </a:lnTo>
                <a:lnTo>
                  <a:pt x="63347" y="940445"/>
                </a:lnTo>
                <a:lnTo>
                  <a:pt x="63395" y="929879"/>
                </a:lnTo>
                <a:lnTo>
                  <a:pt x="63447" y="919312"/>
                </a:lnTo>
                <a:lnTo>
                  <a:pt x="63502" y="908745"/>
                </a:lnTo>
                <a:lnTo>
                  <a:pt x="63558" y="898178"/>
                </a:lnTo>
                <a:lnTo>
                  <a:pt x="63610" y="887611"/>
                </a:lnTo>
                <a:lnTo>
                  <a:pt x="63654" y="877045"/>
                </a:lnTo>
                <a:lnTo>
                  <a:pt x="63687" y="866478"/>
                </a:lnTo>
                <a:lnTo>
                  <a:pt x="63703" y="855911"/>
                </a:lnTo>
                <a:lnTo>
                  <a:pt x="63701" y="845344"/>
                </a:lnTo>
                <a:lnTo>
                  <a:pt x="63676" y="834777"/>
                </a:lnTo>
                <a:lnTo>
                  <a:pt x="63629" y="824211"/>
                </a:lnTo>
                <a:lnTo>
                  <a:pt x="63560" y="813644"/>
                </a:lnTo>
                <a:lnTo>
                  <a:pt x="63471" y="803077"/>
                </a:lnTo>
                <a:lnTo>
                  <a:pt x="63365" y="792510"/>
                </a:lnTo>
                <a:lnTo>
                  <a:pt x="63245" y="781943"/>
                </a:lnTo>
                <a:lnTo>
                  <a:pt x="63118" y="771377"/>
                </a:lnTo>
                <a:lnTo>
                  <a:pt x="62987" y="760810"/>
                </a:lnTo>
                <a:lnTo>
                  <a:pt x="62858" y="750243"/>
                </a:lnTo>
                <a:lnTo>
                  <a:pt x="62735" y="739676"/>
                </a:lnTo>
                <a:lnTo>
                  <a:pt x="62622" y="729109"/>
                </a:lnTo>
                <a:lnTo>
                  <a:pt x="62523" y="718543"/>
                </a:lnTo>
                <a:lnTo>
                  <a:pt x="62441" y="707976"/>
                </a:lnTo>
                <a:lnTo>
                  <a:pt x="62377" y="697409"/>
                </a:lnTo>
                <a:lnTo>
                  <a:pt x="62335" y="686842"/>
                </a:lnTo>
                <a:lnTo>
                  <a:pt x="62315" y="676275"/>
                </a:lnTo>
                <a:lnTo>
                  <a:pt x="62318" y="665708"/>
                </a:lnTo>
                <a:lnTo>
                  <a:pt x="62343" y="655142"/>
                </a:lnTo>
                <a:lnTo>
                  <a:pt x="62390" y="644575"/>
                </a:lnTo>
                <a:lnTo>
                  <a:pt x="62454" y="634008"/>
                </a:lnTo>
                <a:lnTo>
                  <a:pt x="62532" y="623441"/>
                </a:lnTo>
                <a:lnTo>
                  <a:pt x="62616" y="612874"/>
                </a:lnTo>
                <a:lnTo>
                  <a:pt x="62700" y="602308"/>
                </a:lnTo>
                <a:lnTo>
                  <a:pt x="62774" y="591741"/>
                </a:lnTo>
                <a:lnTo>
                  <a:pt x="62831" y="581174"/>
                </a:lnTo>
                <a:lnTo>
                  <a:pt x="62861" y="570607"/>
                </a:lnTo>
                <a:lnTo>
                  <a:pt x="62859" y="560040"/>
                </a:lnTo>
                <a:lnTo>
                  <a:pt x="62821" y="549474"/>
                </a:lnTo>
                <a:lnTo>
                  <a:pt x="62744" y="538907"/>
                </a:lnTo>
                <a:lnTo>
                  <a:pt x="62630" y="528340"/>
                </a:lnTo>
                <a:lnTo>
                  <a:pt x="62482" y="517773"/>
                </a:lnTo>
                <a:lnTo>
                  <a:pt x="62307" y="507206"/>
                </a:lnTo>
                <a:lnTo>
                  <a:pt x="62113" y="496640"/>
                </a:lnTo>
                <a:lnTo>
                  <a:pt x="61910" y="486073"/>
                </a:lnTo>
                <a:lnTo>
                  <a:pt x="61707" y="475506"/>
                </a:lnTo>
                <a:lnTo>
                  <a:pt x="61513" y="464939"/>
                </a:lnTo>
                <a:lnTo>
                  <a:pt x="61339" y="454372"/>
                </a:lnTo>
                <a:lnTo>
                  <a:pt x="61190" y="443806"/>
                </a:lnTo>
                <a:lnTo>
                  <a:pt x="61073" y="433239"/>
                </a:lnTo>
                <a:lnTo>
                  <a:pt x="60990" y="422672"/>
                </a:lnTo>
                <a:lnTo>
                  <a:pt x="60944" y="412105"/>
                </a:lnTo>
                <a:lnTo>
                  <a:pt x="60934" y="401538"/>
                </a:lnTo>
                <a:lnTo>
                  <a:pt x="60960" y="390972"/>
                </a:lnTo>
                <a:lnTo>
                  <a:pt x="61020" y="380405"/>
                </a:lnTo>
                <a:lnTo>
                  <a:pt x="61111" y="369838"/>
                </a:lnTo>
                <a:lnTo>
                  <a:pt x="61232" y="359271"/>
                </a:lnTo>
                <a:lnTo>
                  <a:pt x="61380" y="348704"/>
                </a:lnTo>
                <a:lnTo>
                  <a:pt x="61552" y="338138"/>
                </a:lnTo>
                <a:lnTo>
                  <a:pt x="61746" y="327571"/>
                </a:lnTo>
                <a:lnTo>
                  <a:pt x="61957" y="317004"/>
                </a:lnTo>
                <a:lnTo>
                  <a:pt x="62181" y="306437"/>
                </a:lnTo>
                <a:lnTo>
                  <a:pt x="62412" y="295870"/>
                </a:lnTo>
                <a:lnTo>
                  <a:pt x="62642" y="285304"/>
                </a:lnTo>
                <a:lnTo>
                  <a:pt x="62863" y="274737"/>
                </a:lnTo>
                <a:lnTo>
                  <a:pt x="63065" y="264170"/>
                </a:lnTo>
                <a:lnTo>
                  <a:pt x="63235" y="253603"/>
                </a:lnTo>
                <a:lnTo>
                  <a:pt x="63361" y="243036"/>
                </a:lnTo>
                <a:lnTo>
                  <a:pt x="63425" y="232470"/>
                </a:lnTo>
                <a:lnTo>
                  <a:pt x="63405" y="221903"/>
                </a:lnTo>
                <a:lnTo>
                  <a:pt x="63276" y="211336"/>
                </a:lnTo>
                <a:lnTo>
                  <a:pt x="63000" y="200769"/>
                </a:lnTo>
                <a:lnTo>
                  <a:pt x="62533" y="190202"/>
                </a:lnTo>
                <a:lnTo>
                  <a:pt x="61819" y="179636"/>
                </a:lnTo>
                <a:lnTo>
                  <a:pt x="60791" y="169069"/>
                </a:lnTo>
                <a:lnTo>
                  <a:pt x="59373" y="158502"/>
                </a:lnTo>
                <a:lnTo>
                  <a:pt x="57486" y="147935"/>
                </a:lnTo>
                <a:lnTo>
                  <a:pt x="55050" y="137368"/>
                </a:lnTo>
                <a:lnTo>
                  <a:pt x="52002" y="126802"/>
                </a:lnTo>
                <a:lnTo>
                  <a:pt x="48303" y="116235"/>
                </a:lnTo>
                <a:lnTo>
                  <a:pt x="43948" y="105668"/>
                </a:lnTo>
                <a:lnTo>
                  <a:pt x="38987" y="95101"/>
                </a:lnTo>
                <a:lnTo>
                  <a:pt x="33524" y="84534"/>
                </a:lnTo>
                <a:lnTo>
                  <a:pt x="27728" y="73968"/>
                </a:lnTo>
                <a:lnTo>
                  <a:pt x="21825" y="63401"/>
                </a:lnTo>
                <a:lnTo>
                  <a:pt x="16090" y="52834"/>
                </a:lnTo>
                <a:lnTo>
                  <a:pt x="10824" y="42267"/>
                </a:lnTo>
                <a:lnTo>
                  <a:pt x="6333" y="31700"/>
                </a:lnTo>
                <a:lnTo>
                  <a:pt x="2896" y="21134"/>
                </a:lnTo>
                <a:lnTo>
                  <a:pt x="737" y="10567"/>
                </a:lnTo>
                <a:lnTo>
                  <a:pt x="0" y="0"/>
                </a:lnTo>
                <a:lnTo>
                  <a:pt x="130000" y="0"/>
                </a:lnTo>
                <a:lnTo>
                  <a:pt x="130000" y="0"/>
                </a:lnTo>
                <a:lnTo>
                  <a:pt x="129263" y="10567"/>
                </a:lnTo>
                <a:lnTo>
                  <a:pt x="127104" y="21134"/>
                </a:lnTo>
                <a:lnTo>
                  <a:pt x="123667" y="31700"/>
                </a:lnTo>
                <a:lnTo>
                  <a:pt x="119176" y="42267"/>
                </a:lnTo>
                <a:lnTo>
                  <a:pt x="113911" y="52834"/>
                </a:lnTo>
                <a:lnTo>
                  <a:pt x="108175" y="63401"/>
                </a:lnTo>
                <a:lnTo>
                  <a:pt x="102272" y="73968"/>
                </a:lnTo>
                <a:lnTo>
                  <a:pt x="96476" y="84534"/>
                </a:lnTo>
                <a:lnTo>
                  <a:pt x="91013" y="95101"/>
                </a:lnTo>
                <a:lnTo>
                  <a:pt x="86052" y="105668"/>
                </a:lnTo>
                <a:lnTo>
                  <a:pt x="81697" y="116235"/>
                </a:lnTo>
                <a:lnTo>
                  <a:pt x="77998" y="126802"/>
                </a:lnTo>
                <a:lnTo>
                  <a:pt x="74950" y="137368"/>
                </a:lnTo>
                <a:lnTo>
                  <a:pt x="72514" y="147935"/>
                </a:lnTo>
                <a:lnTo>
                  <a:pt x="70627" y="158502"/>
                </a:lnTo>
                <a:lnTo>
                  <a:pt x="69209" y="169069"/>
                </a:lnTo>
                <a:lnTo>
                  <a:pt x="68181" y="179636"/>
                </a:lnTo>
                <a:lnTo>
                  <a:pt x="67467" y="190202"/>
                </a:lnTo>
                <a:lnTo>
                  <a:pt x="67000" y="200769"/>
                </a:lnTo>
                <a:lnTo>
                  <a:pt x="66724" y="211336"/>
                </a:lnTo>
                <a:lnTo>
                  <a:pt x="66595" y="221903"/>
                </a:lnTo>
                <a:lnTo>
                  <a:pt x="66575" y="232470"/>
                </a:lnTo>
                <a:lnTo>
                  <a:pt x="66639" y="243036"/>
                </a:lnTo>
                <a:lnTo>
                  <a:pt x="66765" y="253603"/>
                </a:lnTo>
                <a:lnTo>
                  <a:pt x="66935" y="264170"/>
                </a:lnTo>
                <a:lnTo>
                  <a:pt x="67137" y="274737"/>
                </a:lnTo>
                <a:lnTo>
                  <a:pt x="67358" y="285304"/>
                </a:lnTo>
                <a:lnTo>
                  <a:pt x="67588" y="295870"/>
                </a:lnTo>
                <a:lnTo>
                  <a:pt x="67819" y="306437"/>
                </a:lnTo>
                <a:lnTo>
                  <a:pt x="68043" y="317004"/>
                </a:lnTo>
                <a:lnTo>
                  <a:pt x="68254" y="327571"/>
                </a:lnTo>
                <a:lnTo>
                  <a:pt x="68448" y="338138"/>
                </a:lnTo>
                <a:lnTo>
                  <a:pt x="68620" y="348704"/>
                </a:lnTo>
                <a:lnTo>
                  <a:pt x="68768" y="359271"/>
                </a:lnTo>
                <a:lnTo>
                  <a:pt x="68889" y="369838"/>
                </a:lnTo>
                <a:lnTo>
                  <a:pt x="68980" y="380405"/>
                </a:lnTo>
                <a:lnTo>
                  <a:pt x="69040" y="390972"/>
                </a:lnTo>
                <a:lnTo>
                  <a:pt x="69066" y="401538"/>
                </a:lnTo>
                <a:lnTo>
                  <a:pt x="69056" y="412105"/>
                </a:lnTo>
                <a:lnTo>
                  <a:pt x="69010" y="422672"/>
                </a:lnTo>
                <a:lnTo>
                  <a:pt x="68927" y="433239"/>
                </a:lnTo>
                <a:lnTo>
                  <a:pt x="68810" y="443806"/>
                </a:lnTo>
                <a:lnTo>
                  <a:pt x="68661" y="454372"/>
                </a:lnTo>
                <a:lnTo>
                  <a:pt x="68487" y="464939"/>
                </a:lnTo>
                <a:lnTo>
                  <a:pt x="68293" y="475506"/>
                </a:lnTo>
                <a:lnTo>
                  <a:pt x="68090" y="486073"/>
                </a:lnTo>
                <a:lnTo>
                  <a:pt x="67887" y="496640"/>
                </a:lnTo>
                <a:lnTo>
                  <a:pt x="67693" y="507206"/>
                </a:lnTo>
                <a:lnTo>
                  <a:pt x="67518" y="517773"/>
                </a:lnTo>
                <a:lnTo>
                  <a:pt x="67370" y="528340"/>
                </a:lnTo>
                <a:lnTo>
                  <a:pt x="67256" y="538907"/>
                </a:lnTo>
                <a:lnTo>
                  <a:pt x="67179" y="549474"/>
                </a:lnTo>
                <a:lnTo>
                  <a:pt x="67141" y="560040"/>
                </a:lnTo>
                <a:lnTo>
                  <a:pt x="67139" y="570607"/>
                </a:lnTo>
                <a:lnTo>
                  <a:pt x="67169" y="581174"/>
                </a:lnTo>
                <a:lnTo>
                  <a:pt x="67226" y="591741"/>
                </a:lnTo>
                <a:lnTo>
                  <a:pt x="67300" y="602308"/>
                </a:lnTo>
                <a:lnTo>
                  <a:pt x="67384" y="612874"/>
                </a:lnTo>
                <a:lnTo>
                  <a:pt x="67468" y="623441"/>
                </a:lnTo>
                <a:lnTo>
                  <a:pt x="67546" y="634008"/>
                </a:lnTo>
                <a:lnTo>
                  <a:pt x="67610" y="644575"/>
                </a:lnTo>
                <a:lnTo>
                  <a:pt x="67657" y="655142"/>
                </a:lnTo>
                <a:lnTo>
                  <a:pt x="67682" y="665708"/>
                </a:lnTo>
                <a:lnTo>
                  <a:pt x="67685" y="676275"/>
                </a:lnTo>
                <a:lnTo>
                  <a:pt x="67665" y="686842"/>
                </a:lnTo>
                <a:lnTo>
                  <a:pt x="67623" y="697409"/>
                </a:lnTo>
                <a:lnTo>
                  <a:pt x="67559" y="707976"/>
                </a:lnTo>
                <a:lnTo>
                  <a:pt x="67477" y="718543"/>
                </a:lnTo>
                <a:lnTo>
                  <a:pt x="67378" y="729109"/>
                </a:lnTo>
                <a:lnTo>
                  <a:pt x="67265" y="739676"/>
                </a:lnTo>
                <a:lnTo>
                  <a:pt x="67142" y="750243"/>
                </a:lnTo>
                <a:lnTo>
                  <a:pt x="67013" y="760810"/>
                </a:lnTo>
                <a:lnTo>
                  <a:pt x="66882" y="771377"/>
                </a:lnTo>
                <a:lnTo>
                  <a:pt x="66755" y="781943"/>
                </a:lnTo>
                <a:lnTo>
                  <a:pt x="66635" y="792510"/>
                </a:lnTo>
                <a:lnTo>
                  <a:pt x="66529" y="803077"/>
                </a:lnTo>
                <a:lnTo>
                  <a:pt x="66440" y="813644"/>
                </a:lnTo>
                <a:lnTo>
                  <a:pt x="66371" y="824211"/>
                </a:lnTo>
                <a:lnTo>
                  <a:pt x="66324" y="834777"/>
                </a:lnTo>
                <a:lnTo>
                  <a:pt x="66299" y="845344"/>
                </a:lnTo>
                <a:lnTo>
                  <a:pt x="66297" y="855911"/>
                </a:lnTo>
                <a:lnTo>
                  <a:pt x="66313" y="866478"/>
                </a:lnTo>
                <a:lnTo>
                  <a:pt x="66346" y="877045"/>
                </a:lnTo>
                <a:lnTo>
                  <a:pt x="66390" y="887611"/>
                </a:lnTo>
                <a:lnTo>
                  <a:pt x="66442" y="898178"/>
                </a:lnTo>
                <a:lnTo>
                  <a:pt x="66498" y="908745"/>
                </a:lnTo>
                <a:lnTo>
                  <a:pt x="66553" y="919312"/>
                </a:lnTo>
                <a:lnTo>
                  <a:pt x="66605" y="929879"/>
                </a:lnTo>
                <a:lnTo>
                  <a:pt x="66653" y="940445"/>
                </a:lnTo>
                <a:lnTo>
                  <a:pt x="66695" y="951012"/>
                </a:lnTo>
                <a:lnTo>
                  <a:pt x="66732" y="961579"/>
                </a:lnTo>
                <a:lnTo>
                  <a:pt x="66766" y="972146"/>
                </a:lnTo>
                <a:lnTo>
                  <a:pt x="66800" y="982713"/>
                </a:lnTo>
                <a:lnTo>
                  <a:pt x="66837" y="993279"/>
                </a:lnTo>
                <a:lnTo>
                  <a:pt x="66880" y="1003846"/>
                </a:lnTo>
                <a:lnTo>
                  <a:pt x="66933" y="1014413"/>
                </a:lnTo>
                <a:lnTo>
                  <a:pt x="66999" y="1024980"/>
                </a:lnTo>
                <a:lnTo>
                  <a:pt x="67082" y="1035547"/>
                </a:lnTo>
                <a:lnTo>
                  <a:pt x="67185" y="1046113"/>
                </a:lnTo>
                <a:lnTo>
                  <a:pt x="67312" y="1056680"/>
                </a:lnTo>
                <a:lnTo>
                  <a:pt x="67468" y="1067247"/>
                </a:lnTo>
                <a:lnTo>
                  <a:pt x="67660" y="1077814"/>
                </a:lnTo>
                <a:lnTo>
                  <a:pt x="67896" y="1088381"/>
                </a:lnTo>
                <a:lnTo>
                  <a:pt x="68190" y="1098947"/>
                </a:lnTo>
                <a:lnTo>
                  <a:pt x="68556" y="1109514"/>
                </a:lnTo>
                <a:lnTo>
                  <a:pt x="69011" y="1120081"/>
                </a:lnTo>
                <a:lnTo>
                  <a:pt x="69573" y="1130648"/>
                </a:lnTo>
                <a:lnTo>
                  <a:pt x="70257" y="1141215"/>
                </a:lnTo>
                <a:lnTo>
                  <a:pt x="71073" y="1151781"/>
                </a:lnTo>
                <a:lnTo>
                  <a:pt x="72026" y="1162348"/>
                </a:lnTo>
                <a:lnTo>
                  <a:pt x="73107" y="1172915"/>
                </a:lnTo>
                <a:lnTo>
                  <a:pt x="74297" y="1183482"/>
                </a:lnTo>
                <a:lnTo>
                  <a:pt x="75560" y="1194049"/>
                </a:lnTo>
                <a:lnTo>
                  <a:pt x="76848" y="1204615"/>
                </a:lnTo>
                <a:lnTo>
                  <a:pt x="78101" y="1215182"/>
                </a:lnTo>
                <a:lnTo>
                  <a:pt x="79254" y="1225749"/>
                </a:lnTo>
                <a:lnTo>
                  <a:pt x="80238" y="1236316"/>
                </a:lnTo>
                <a:lnTo>
                  <a:pt x="80993" y="1246883"/>
                </a:lnTo>
                <a:lnTo>
                  <a:pt x="81467" y="1257449"/>
                </a:lnTo>
                <a:lnTo>
                  <a:pt x="81629" y="1268016"/>
                </a:lnTo>
                <a:lnTo>
                  <a:pt x="81629" y="1268016"/>
                </a:lnTo>
                <a:close/>
              </a:path>
            </a:pathLst>
          </a:custGeom>
          <a:solidFill>
            <a:srgbClr val="00878B">
              <a:alpha val="12000"/>
            </a:srgbClr>
          </a:solidFill>
          <a:ln w="6985">
            <a:solidFill>
              <a:srgbClr val="00878B">
                <a:alpha val="12000"/>
              </a:srgbClr>
            </a:solidFill>
            <a:prstDash val="solid"/>
          </a:ln>
        </p:spPr>
      </p:sp>
      <p:sp>
        <p:nvSpPr>
          <p:cNvPr id="2254" name="01_find_only_2253">
            <a:extLst>
              <a:ext uri="{FF2B5EF4-FFF2-40B4-BE49-F238E27FC236}">
                <a16:creationId xmlns:a16="http://schemas.microsoft.com/office/drawing/2014/main" id="{D0695431-2A18-418A-888C-2BB24698A0C1}"/>
              </a:ext>
            </a:extLst>
          </p:cNvPr>
          <p:cNvSpPr>
            <a:spLocks noGrp="1"/>
          </p:cNvSpPr>
          <p:nvPr/>
        </p:nvSpPr>
        <p:spPr>
          <a:xfrm>
            <a:off x="2000800" y="4919983"/>
            <a:ext cx="130000" cy="1268016"/>
          </a:xfrm>
          <a:custGeom>
            <a:avLst/>
            <a:gdLst/>
            <a:ahLst/>
            <a:cxnLst/>
            <a:rect l="0" t="0" r="0" b="0"/>
            <a:pathLst>
              <a:path w="130000" h="1268016">
                <a:moveTo>
                  <a:pt x="79146" y="1268016"/>
                </a:moveTo>
                <a:lnTo>
                  <a:pt x="50854" y="1268016"/>
                </a:lnTo>
                <a:lnTo>
                  <a:pt x="50983" y="1257449"/>
                </a:lnTo>
                <a:lnTo>
                  <a:pt x="51360" y="1246883"/>
                </a:lnTo>
                <a:lnTo>
                  <a:pt x="51960" y="1236316"/>
                </a:lnTo>
                <a:lnTo>
                  <a:pt x="52740" y="1225749"/>
                </a:lnTo>
                <a:lnTo>
                  <a:pt x="53651" y="1215182"/>
                </a:lnTo>
                <a:lnTo>
                  <a:pt x="54638" y="1204615"/>
                </a:lnTo>
                <a:lnTo>
                  <a:pt x="55648" y="1194049"/>
                </a:lnTo>
                <a:lnTo>
                  <a:pt x="56633" y="1183482"/>
                </a:lnTo>
                <a:lnTo>
                  <a:pt x="57556" y="1172915"/>
                </a:lnTo>
                <a:lnTo>
                  <a:pt x="58392" y="1162348"/>
                </a:lnTo>
                <a:lnTo>
                  <a:pt x="59127" y="1151781"/>
                </a:lnTo>
                <a:lnTo>
                  <a:pt x="59758" y="1141215"/>
                </a:lnTo>
                <a:lnTo>
                  <a:pt x="60291" y="1130648"/>
                </a:lnTo>
                <a:lnTo>
                  <a:pt x="60736" y="1120081"/>
                </a:lnTo>
                <a:lnTo>
                  <a:pt x="61109" y="1109514"/>
                </a:lnTo>
                <a:lnTo>
                  <a:pt x="61424" y="1098947"/>
                </a:lnTo>
                <a:lnTo>
                  <a:pt x="61693" y="1088381"/>
                </a:lnTo>
                <a:lnTo>
                  <a:pt x="61929" y="1077814"/>
                </a:lnTo>
                <a:lnTo>
                  <a:pt x="62137" y="1067247"/>
                </a:lnTo>
                <a:lnTo>
                  <a:pt x="62324" y="1056680"/>
                </a:lnTo>
                <a:lnTo>
                  <a:pt x="62491" y="1046113"/>
                </a:lnTo>
                <a:lnTo>
                  <a:pt x="62639" y="1035547"/>
                </a:lnTo>
                <a:lnTo>
                  <a:pt x="62768" y="1024980"/>
                </a:lnTo>
                <a:lnTo>
                  <a:pt x="62879" y="1014413"/>
                </a:lnTo>
                <a:lnTo>
                  <a:pt x="62974" y="1003846"/>
                </a:lnTo>
                <a:lnTo>
                  <a:pt x="63055" y="993279"/>
                </a:lnTo>
                <a:lnTo>
                  <a:pt x="63123" y="982713"/>
                </a:lnTo>
                <a:lnTo>
                  <a:pt x="63183" y="972146"/>
                </a:lnTo>
                <a:lnTo>
                  <a:pt x="63239" y="961579"/>
                </a:lnTo>
                <a:lnTo>
                  <a:pt x="63292" y="951012"/>
                </a:lnTo>
                <a:lnTo>
                  <a:pt x="63346" y="940445"/>
                </a:lnTo>
                <a:lnTo>
                  <a:pt x="63402" y="929879"/>
                </a:lnTo>
                <a:lnTo>
                  <a:pt x="63460" y="919312"/>
                </a:lnTo>
                <a:lnTo>
                  <a:pt x="63520" y="908745"/>
                </a:lnTo>
                <a:lnTo>
                  <a:pt x="63577" y="898178"/>
                </a:lnTo>
                <a:lnTo>
                  <a:pt x="63631" y="887611"/>
                </a:lnTo>
                <a:lnTo>
                  <a:pt x="63676" y="877045"/>
                </a:lnTo>
                <a:lnTo>
                  <a:pt x="63708" y="866478"/>
                </a:lnTo>
                <a:lnTo>
                  <a:pt x="63725" y="855911"/>
                </a:lnTo>
                <a:lnTo>
                  <a:pt x="63723" y="845344"/>
                </a:lnTo>
                <a:lnTo>
                  <a:pt x="63699" y="834777"/>
                </a:lnTo>
                <a:lnTo>
                  <a:pt x="63653" y="824211"/>
                </a:lnTo>
                <a:lnTo>
                  <a:pt x="63585" y="813644"/>
                </a:lnTo>
                <a:lnTo>
                  <a:pt x="63498" y="803077"/>
                </a:lnTo>
                <a:lnTo>
                  <a:pt x="63393" y="792510"/>
                </a:lnTo>
                <a:lnTo>
                  <a:pt x="63276" y="781943"/>
                </a:lnTo>
                <a:lnTo>
                  <a:pt x="63151" y="771377"/>
                </a:lnTo>
                <a:lnTo>
                  <a:pt x="63022" y="760810"/>
                </a:lnTo>
                <a:lnTo>
                  <a:pt x="62895" y="750243"/>
                </a:lnTo>
                <a:lnTo>
                  <a:pt x="62774" y="739676"/>
                </a:lnTo>
                <a:lnTo>
                  <a:pt x="62664" y="729109"/>
                </a:lnTo>
                <a:lnTo>
                  <a:pt x="62566" y="718543"/>
                </a:lnTo>
                <a:lnTo>
                  <a:pt x="62485" y="707976"/>
                </a:lnTo>
                <a:lnTo>
                  <a:pt x="62423" y="697409"/>
                </a:lnTo>
                <a:lnTo>
                  <a:pt x="62382" y="686842"/>
                </a:lnTo>
                <a:lnTo>
                  <a:pt x="62362" y="676275"/>
                </a:lnTo>
                <a:lnTo>
                  <a:pt x="62365" y="665708"/>
                </a:lnTo>
                <a:lnTo>
                  <a:pt x="62390" y="655142"/>
                </a:lnTo>
                <a:lnTo>
                  <a:pt x="62435" y="644575"/>
                </a:lnTo>
                <a:lnTo>
                  <a:pt x="62499" y="634008"/>
                </a:lnTo>
                <a:lnTo>
                  <a:pt x="62575" y="623441"/>
                </a:lnTo>
                <a:lnTo>
                  <a:pt x="62658" y="612874"/>
                </a:lnTo>
                <a:lnTo>
                  <a:pt x="62740" y="602308"/>
                </a:lnTo>
                <a:lnTo>
                  <a:pt x="62813" y="591741"/>
                </a:lnTo>
                <a:lnTo>
                  <a:pt x="62869" y="581174"/>
                </a:lnTo>
                <a:lnTo>
                  <a:pt x="62899" y="570607"/>
                </a:lnTo>
                <a:lnTo>
                  <a:pt x="62897" y="560040"/>
                </a:lnTo>
                <a:lnTo>
                  <a:pt x="62859" y="549474"/>
                </a:lnTo>
                <a:lnTo>
                  <a:pt x="62783" y="538907"/>
                </a:lnTo>
                <a:lnTo>
                  <a:pt x="62671" y="528340"/>
                </a:lnTo>
                <a:lnTo>
                  <a:pt x="62526" y="517773"/>
                </a:lnTo>
                <a:lnTo>
                  <a:pt x="62354" y="507206"/>
                </a:lnTo>
                <a:lnTo>
                  <a:pt x="62164" y="496640"/>
                </a:lnTo>
                <a:lnTo>
                  <a:pt x="61964" y="486073"/>
                </a:lnTo>
                <a:lnTo>
                  <a:pt x="61764" y="475506"/>
                </a:lnTo>
                <a:lnTo>
                  <a:pt x="61575" y="464939"/>
                </a:lnTo>
                <a:lnTo>
                  <a:pt x="61403" y="454372"/>
                </a:lnTo>
                <a:lnTo>
                  <a:pt x="61257" y="443806"/>
                </a:lnTo>
                <a:lnTo>
                  <a:pt x="61142" y="433239"/>
                </a:lnTo>
                <a:lnTo>
                  <a:pt x="61060" y="422672"/>
                </a:lnTo>
                <a:lnTo>
                  <a:pt x="61015" y="412105"/>
                </a:lnTo>
                <a:lnTo>
                  <a:pt x="61005" y="401538"/>
                </a:lnTo>
                <a:lnTo>
                  <a:pt x="61031" y="390972"/>
                </a:lnTo>
                <a:lnTo>
                  <a:pt x="61089" y="380405"/>
                </a:lnTo>
                <a:lnTo>
                  <a:pt x="61179" y="369838"/>
                </a:lnTo>
                <a:lnTo>
                  <a:pt x="61298" y="359271"/>
                </a:lnTo>
                <a:lnTo>
                  <a:pt x="61444" y="348704"/>
                </a:lnTo>
                <a:lnTo>
                  <a:pt x="61613" y="338138"/>
                </a:lnTo>
                <a:lnTo>
                  <a:pt x="61803" y="327571"/>
                </a:lnTo>
                <a:lnTo>
                  <a:pt x="62011" y="317004"/>
                </a:lnTo>
                <a:lnTo>
                  <a:pt x="62231" y="306437"/>
                </a:lnTo>
                <a:lnTo>
                  <a:pt x="62457" y="295870"/>
                </a:lnTo>
                <a:lnTo>
                  <a:pt x="62683" y="285304"/>
                </a:lnTo>
                <a:lnTo>
                  <a:pt x="62900" y="274737"/>
                </a:lnTo>
                <a:lnTo>
                  <a:pt x="63098" y="264170"/>
                </a:lnTo>
                <a:lnTo>
                  <a:pt x="63265" y="253603"/>
                </a:lnTo>
                <a:lnTo>
                  <a:pt x="63387" y="243036"/>
                </a:lnTo>
                <a:lnTo>
                  <a:pt x="63448" y="232470"/>
                </a:lnTo>
                <a:lnTo>
                  <a:pt x="63426" y="221903"/>
                </a:lnTo>
                <a:lnTo>
                  <a:pt x="63294" y="211336"/>
                </a:lnTo>
                <a:lnTo>
                  <a:pt x="63017" y="200769"/>
                </a:lnTo>
                <a:lnTo>
                  <a:pt x="62549" y="190202"/>
                </a:lnTo>
                <a:lnTo>
                  <a:pt x="61834" y="179636"/>
                </a:lnTo>
                <a:lnTo>
                  <a:pt x="60805" y="169069"/>
                </a:lnTo>
                <a:lnTo>
                  <a:pt x="59386" y="158502"/>
                </a:lnTo>
                <a:lnTo>
                  <a:pt x="57497" y="147935"/>
                </a:lnTo>
                <a:lnTo>
                  <a:pt x="55061" y="137368"/>
                </a:lnTo>
                <a:lnTo>
                  <a:pt x="52012" y="126802"/>
                </a:lnTo>
                <a:lnTo>
                  <a:pt x="48311" y="116235"/>
                </a:lnTo>
                <a:lnTo>
                  <a:pt x="43956" y="105668"/>
                </a:lnTo>
                <a:lnTo>
                  <a:pt x="38993" y="95101"/>
                </a:lnTo>
                <a:lnTo>
                  <a:pt x="33529" y="84534"/>
                </a:lnTo>
                <a:lnTo>
                  <a:pt x="27732" y="73968"/>
                </a:lnTo>
                <a:lnTo>
                  <a:pt x="21828" y="63401"/>
                </a:lnTo>
                <a:lnTo>
                  <a:pt x="16092" y="52834"/>
                </a:lnTo>
                <a:lnTo>
                  <a:pt x="10825" y="42267"/>
                </a:lnTo>
                <a:lnTo>
                  <a:pt x="6334" y="31700"/>
                </a:lnTo>
                <a:lnTo>
                  <a:pt x="2897" y="21134"/>
                </a:lnTo>
                <a:lnTo>
                  <a:pt x="737" y="10567"/>
                </a:lnTo>
                <a:lnTo>
                  <a:pt x="0" y="0"/>
                </a:lnTo>
                <a:lnTo>
                  <a:pt x="130000" y="0"/>
                </a:lnTo>
                <a:lnTo>
                  <a:pt x="130000" y="0"/>
                </a:lnTo>
                <a:lnTo>
                  <a:pt x="129263" y="10567"/>
                </a:lnTo>
                <a:lnTo>
                  <a:pt x="127103" y="21134"/>
                </a:lnTo>
                <a:lnTo>
                  <a:pt x="123666" y="31700"/>
                </a:lnTo>
                <a:lnTo>
                  <a:pt x="119175" y="42267"/>
                </a:lnTo>
                <a:lnTo>
                  <a:pt x="113908" y="52834"/>
                </a:lnTo>
                <a:lnTo>
                  <a:pt x="108172" y="63401"/>
                </a:lnTo>
                <a:lnTo>
                  <a:pt x="102268" y="73968"/>
                </a:lnTo>
                <a:lnTo>
                  <a:pt x="96471" y="84534"/>
                </a:lnTo>
                <a:lnTo>
                  <a:pt x="91007" y="95101"/>
                </a:lnTo>
                <a:lnTo>
                  <a:pt x="86044" y="105668"/>
                </a:lnTo>
                <a:lnTo>
                  <a:pt x="81689" y="116235"/>
                </a:lnTo>
                <a:lnTo>
                  <a:pt x="77988" y="126802"/>
                </a:lnTo>
                <a:lnTo>
                  <a:pt x="74939" y="137368"/>
                </a:lnTo>
                <a:lnTo>
                  <a:pt x="72503" y="147935"/>
                </a:lnTo>
                <a:lnTo>
                  <a:pt x="70614" y="158502"/>
                </a:lnTo>
                <a:lnTo>
                  <a:pt x="69195" y="169069"/>
                </a:lnTo>
                <a:lnTo>
                  <a:pt x="68166" y="179636"/>
                </a:lnTo>
                <a:lnTo>
                  <a:pt x="67451" y="190202"/>
                </a:lnTo>
                <a:lnTo>
                  <a:pt x="66983" y="200769"/>
                </a:lnTo>
                <a:lnTo>
                  <a:pt x="66706" y="211336"/>
                </a:lnTo>
                <a:lnTo>
                  <a:pt x="66574" y="221903"/>
                </a:lnTo>
                <a:lnTo>
                  <a:pt x="66552" y="232470"/>
                </a:lnTo>
                <a:lnTo>
                  <a:pt x="66613" y="243036"/>
                </a:lnTo>
                <a:lnTo>
                  <a:pt x="66735" y="253603"/>
                </a:lnTo>
                <a:lnTo>
                  <a:pt x="66902" y="264170"/>
                </a:lnTo>
                <a:lnTo>
                  <a:pt x="67100" y="274737"/>
                </a:lnTo>
                <a:lnTo>
                  <a:pt x="67317" y="285304"/>
                </a:lnTo>
                <a:lnTo>
                  <a:pt x="67543" y="295870"/>
                </a:lnTo>
                <a:lnTo>
                  <a:pt x="67769" y="306437"/>
                </a:lnTo>
                <a:lnTo>
                  <a:pt x="67989" y="317004"/>
                </a:lnTo>
                <a:lnTo>
                  <a:pt x="68197" y="327571"/>
                </a:lnTo>
                <a:lnTo>
                  <a:pt x="68387" y="338138"/>
                </a:lnTo>
                <a:lnTo>
                  <a:pt x="68557" y="348704"/>
                </a:lnTo>
                <a:lnTo>
                  <a:pt x="68702" y="359271"/>
                </a:lnTo>
                <a:lnTo>
                  <a:pt x="68821" y="369838"/>
                </a:lnTo>
                <a:lnTo>
                  <a:pt x="68911" y="380405"/>
                </a:lnTo>
                <a:lnTo>
                  <a:pt x="68969" y="390972"/>
                </a:lnTo>
                <a:lnTo>
                  <a:pt x="68995" y="401538"/>
                </a:lnTo>
                <a:lnTo>
                  <a:pt x="68985" y="412105"/>
                </a:lnTo>
                <a:lnTo>
                  <a:pt x="68940" y="422672"/>
                </a:lnTo>
                <a:lnTo>
                  <a:pt x="68858" y="433239"/>
                </a:lnTo>
                <a:lnTo>
                  <a:pt x="68743" y="443806"/>
                </a:lnTo>
                <a:lnTo>
                  <a:pt x="68597" y="454372"/>
                </a:lnTo>
                <a:lnTo>
                  <a:pt x="68425" y="464939"/>
                </a:lnTo>
                <a:lnTo>
                  <a:pt x="68236" y="475506"/>
                </a:lnTo>
                <a:lnTo>
                  <a:pt x="68036" y="486073"/>
                </a:lnTo>
                <a:lnTo>
                  <a:pt x="67836" y="496640"/>
                </a:lnTo>
                <a:lnTo>
                  <a:pt x="67646" y="507206"/>
                </a:lnTo>
                <a:lnTo>
                  <a:pt x="67474" y="517773"/>
                </a:lnTo>
                <a:lnTo>
                  <a:pt x="67329" y="528340"/>
                </a:lnTo>
                <a:lnTo>
                  <a:pt x="67217" y="538907"/>
                </a:lnTo>
                <a:lnTo>
                  <a:pt x="67141" y="549474"/>
                </a:lnTo>
                <a:lnTo>
                  <a:pt x="67103" y="560040"/>
                </a:lnTo>
                <a:lnTo>
                  <a:pt x="67101" y="570607"/>
                </a:lnTo>
                <a:lnTo>
                  <a:pt x="67131" y="581174"/>
                </a:lnTo>
                <a:lnTo>
                  <a:pt x="67187" y="591741"/>
                </a:lnTo>
                <a:lnTo>
                  <a:pt x="67260" y="602308"/>
                </a:lnTo>
                <a:lnTo>
                  <a:pt x="67342" y="612874"/>
                </a:lnTo>
                <a:lnTo>
                  <a:pt x="67425" y="623441"/>
                </a:lnTo>
                <a:lnTo>
                  <a:pt x="67501" y="634008"/>
                </a:lnTo>
                <a:lnTo>
                  <a:pt x="67565" y="644575"/>
                </a:lnTo>
                <a:lnTo>
                  <a:pt x="67610" y="655142"/>
                </a:lnTo>
                <a:lnTo>
                  <a:pt x="67635" y="665708"/>
                </a:lnTo>
                <a:lnTo>
                  <a:pt x="67638" y="676275"/>
                </a:lnTo>
                <a:lnTo>
                  <a:pt x="67618" y="686842"/>
                </a:lnTo>
                <a:lnTo>
                  <a:pt x="67577" y="697409"/>
                </a:lnTo>
                <a:lnTo>
                  <a:pt x="67515" y="707976"/>
                </a:lnTo>
                <a:lnTo>
                  <a:pt x="67434" y="718543"/>
                </a:lnTo>
                <a:lnTo>
                  <a:pt x="67336" y="729109"/>
                </a:lnTo>
                <a:lnTo>
                  <a:pt x="67226" y="739676"/>
                </a:lnTo>
                <a:lnTo>
                  <a:pt x="67105" y="750243"/>
                </a:lnTo>
                <a:lnTo>
                  <a:pt x="66978" y="760810"/>
                </a:lnTo>
                <a:lnTo>
                  <a:pt x="66849" y="771377"/>
                </a:lnTo>
                <a:lnTo>
                  <a:pt x="66724" y="781943"/>
                </a:lnTo>
                <a:lnTo>
                  <a:pt x="66607" y="792510"/>
                </a:lnTo>
                <a:lnTo>
                  <a:pt x="66502" y="803077"/>
                </a:lnTo>
                <a:lnTo>
                  <a:pt x="66415" y="813644"/>
                </a:lnTo>
                <a:lnTo>
                  <a:pt x="66347" y="824211"/>
                </a:lnTo>
                <a:lnTo>
                  <a:pt x="66301" y="834777"/>
                </a:lnTo>
                <a:lnTo>
                  <a:pt x="66277" y="845344"/>
                </a:lnTo>
                <a:lnTo>
                  <a:pt x="66275" y="855911"/>
                </a:lnTo>
                <a:lnTo>
                  <a:pt x="66292" y="866478"/>
                </a:lnTo>
                <a:lnTo>
                  <a:pt x="66324" y="877045"/>
                </a:lnTo>
                <a:lnTo>
                  <a:pt x="66369" y="887611"/>
                </a:lnTo>
                <a:lnTo>
                  <a:pt x="66423" y="898178"/>
                </a:lnTo>
                <a:lnTo>
                  <a:pt x="66480" y="908745"/>
                </a:lnTo>
                <a:lnTo>
                  <a:pt x="66540" y="919312"/>
                </a:lnTo>
                <a:lnTo>
                  <a:pt x="66598" y="929879"/>
                </a:lnTo>
                <a:lnTo>
                  <a:pt x="66654" y="940445"/>
                </a:lnTo>
                <a:lnTo>
                  <a:pt x="66708" y="951012"/>
                </a:lnTo>
                <a:lnTo>
                  <a:pt x="66761" y="961579"/>
                </a:lnTo>
                <a:lnTo>
                  <a:pt x="66817" y="972146"/>
                </a:lnTo>
                <a:lnTo>
                  <a:pt x="66877" y="982713"/>
                </a:lnTo>
                <a:lnTo>
                  <a:pt x="66945" y="993279"/>
                </a:lnTo>
                <a:lnTo>
                  <a:pt x="67026" y="1003846"/>
                </a:lnTo>
                <a:lnTo>
                  <a:pt x="67121" y="1014413"/>
                </a:lnTo>
                <a:lnTo>
                  <a:pt x="67232" y="1024980"/>
                </a:lnTo>
                <a:lnTo>
                  <a:pt x="67361" y="1035547"/>
                </a:lnTo>
                <a:lnTo>
                  <a:pt x="67509" y="1046113"/>
                </a:lnTo>
                <a:lnTo>
                  <a:pt x="67676" y="1056680"/>
                </a:lnTo>
                <a:lnTo>
                  <a:pt x="67863" y="1067247"/>
                </a:lnTo>
                <a:lnTo>
                  <a:pt x="68071" y="1077814"/>
                </a:lnTo>
                <a:lnTo>
                  <a:pt x="68307" y="1088381"/>
                </a:lnTo>
                <a:lnTo>
                  <a:pt x="68576" y="1098947"/>
                </a:lnTo>
                <a:lnTo>
                  <a:pt x="68891" y="1109514"/>
                </a:lnTo>
                <a:lnTo>
                  <a:pt x="69264" y="1120081"/>
                </a:lnTo>
                <a:lnTo>
                  <a:pt x="69709" y="1130648"/>
                </a:lnTo>
                <a:lnTo>
                  <a:pt x="70242" y="1141215"/>
                </a:lnTo>
                <a:lnTo>
                  <a:pt x="70873" y="1151781"/>
                </a:lnTo>
                <a:lnTo>
                  <a:pt x="71608" y="1162348"/>
                </a:lnTo>
                <a:lnTo>
                  <a:pt x="72444" y="1172915"/>
                </a:lnTo>
                <a:lnTo>
                  <a:pt x="73367" y="1183482"/>
                </a:lnTo>
                <a:lnTo>
                  <a:pt x="74352" y="1194049"/>
                </a:lnTo>
                <a:lnTo>
                  <a:pt x="75362" y="1204615"/>
                </a:lnTo>
                <a:lnTo>
                  <a:pt x="76349" y="1215182"/>
                </a:lnTo>
                <a:lnTo>
                  <a:pt x="77260" y="1225749"/>
                </a:lnTo>
                <a:lnTo>
                  <a:pt x="78040" y="1236316"/>
                </a:lnTo>
                <a:lnTo>
                  <a:pt x="78640" y="1246883"/>
                </a:lnTo>
                <a:lnTo>
                  <a:pt x="79017" y="1257449"/>
                </a:lnTo>
                <a:lnTo>
                  <a:pt x="79146" y="1268016"/>
                </a:lnTo>
                <a:lnTo>
                  <a:pt x="79146" y="1268016"/>
                </a:lnTo>
                <a:close/>
              </a:path>
            </a:pathLst>
          </a:custGeom>
          <a:solidFill>
            <a:srgbClr val="00878B">
              <a:alpha val="12000"/>
            </a:srgbClr>
          </a:solidFill>
          <a:ln w="6985">
            <a:solidFill>
              <a:srgbClr val="00878B">
                <a:alpha val="12000"/>
              </a:srgbClr>
            </a:solidFill>
            <a:prstDash val="solid"/>
          </a:ln>
        </p:spPr>
      </p:sp>
      <p:sp>
        <p:nvSpPr>
          <p:cNvPr id="2255" name="01_find_only_2254">
            <a:extLst>
              <a:ext uri="{FF2B5EF4-FFF2-40B4-BE49-F238E27FC236}">
                <a16:creationId xmlns:a16="http://schemas.microsoft.com/office/drawing/2014/main" id="{754DA4EE-DC06-4491-A78E-71F3103BBA13}"/>
              </a:ext>
            </a:extLst>
          </p:cNvPr>
          <p:cNvSpPr>
            <a:spLocks noGrp="1"/>
          </p:cNvSpPr>
          <p:nvPr/>
        </p:nvSpPr>
        <p:spPr>
          <a:xfrm>
            <a:off x="565800" y="625140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256" name="text_2255">
            <a:extLst>
              <a:ext uri="{FF2B5EF4-FFF2-40B4-BE49-F238E27FC236}">
                <a16:creationId xmlns:a16="http://schemas.microsoft.com/office/drawing/2014/main" id="{BAECA8AB-7EBC-4760-84ED-01A8B9339BAD}"/>
              </a:ext>
            </a:extLst>
          </p:cNvPr>
          <p:cNvSpPr>
            <a:spLocks noGrp="1"/>
          </p:cNvSpPr>
          <p:nvPr/>
        </p:nvSpPr>
        <p:spPr>
          <a:xfrm>
            <a:off x="540027" y="6320719"/>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2257" name="01_find_only_2256">
            <a:extLst>
              <a:ext uri="{FF2B5EF4-FFF2-40B4-BE49-F238E27FC236}">
                <a16:creationId xmlns:a16="http://schemas.microsoft.com/office/drawing/2014/main" id="{2ACA6FF5-E13F-44C3-B343-274C804D0764}"/>
              </a:ext>
            </a:extLst>
          </p:cNvPr>
          <p:cNvSpPr>
            <a:spLocks noGrp="1"/>
          </p:cNvSpPr>
          <p:nvPr/>
        </p:nvSpPr>
        <p:spPr>
          <a:xfrm>
            <a:off x="815800" y="625140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258" name="text_2257">
            <a:extLst>
              <a:ext uri="{FF2B5EF4-FFF2-40B4-BE49-F238E27FC236}">
                <a16:creationId xmlns:a16="http://schemas.microsoft.com/office/drawing/2014/main" id="{C0C8FDA7-32EE-458F-B5E0-BE0AAC32368C}"/>
              </a:ext>
            </a:extLst>
          </p:cNvPr>
          <p:cNvSpPr>
            <a:spLocks noGrp="1"/>
          </p:cNvSpPr>
          <p:nvPr/>
        </p:nvSpPr>
        <p:spPr>
          <a:xfrm>
            <a:off x="764253" y="6320719"/>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2259" name="01_find_only_2258">
            <a:extLst>
              <a:ext uri="{FF2B5EF4-FFF2-40B4-BE49-F238E27FC236}">
                <a16:creationId xmlns:a16="http://schemas.microsoft.com/office/drawing/2014/main" id="{0E8E776E-CB51-4AE8-BB54-37BC6FEF44A3}"/>
              </a:ext>
            </a:extLst>
          </p:cNvPr>
          <p:cNvSpPr>
            <a:spLocks noGrp="1"/>
          </p:cNvSpPr>
          <p:nvPr/>
        </p:nvSpPr>
        <p:spPr>
          <a:xfrm>
            <a:off x="1065800" y="625140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260" name="text_2259">
            <a:extLst>
              <a:ext uri="{FF2B5EF4-FFF2-40B4-BE49-F238E27FC236}">
                <a16:creationId xmlns:a16="http://schemas.microsoft.com/office/drawing/2014/main" id="{A8CBDCCA-5847-43F6-B329-CB0E0C3DBA6E}"/>
              </a:ext>
            </a:extLst>
          </p:cNvPr>
          <p:cNvSpPr>
            <a:spLocks noGrp="1"/>
          </p:cNvSpPr>
          <p:nvPr/>
        </p:nvSpPr>
        <p:spPr>
          <a:xfrm>
            <a:off x="988480" y="632071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2261" name="01_find_only_2260">
            <a:extLst>
              <a:ext uri="{FF2B5EF4-FFF2-40B4-BE49-F238E27FC236}">
                <a16:creationId xmlns:a16="http://schemas.microsoft.com/office/drawing/2014/main" id="{C482DD3A-6670-45FD-AC18-AF9E461E3446}"/>
              </a:ext>
            </a:extLst>
          </p:cNvPr>
          <p:cNvSpPr>
            <a:spLocks noGrp="1"/>
          </p:cNvSpPr>
          <p:nvPr/>
        </p:nvSpPr>
        <p:spPr>
          <a:xfrm>
            <a:off x="1565800" y="625140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262" name="text_2261">
            <a:extLst>
              <a:ext uri="{FF2B5EF4-FFF2-40B4-BE49-F238E27FC236}">
                <a16:creationId xmlns:a16="http://schemas.microsoft.com/office/drawing/2014/main" id="{9DB07AFB-B6F1-49CF-AF70-A96700580ABA}"/>
              </a:ext>
            </a:extLst>
          </p:cNvPr>
          <p:cNvSpPr>
            <a:spLocks noGrp="1"/>
          </p:cNvSpPr>
          <p:nvPr/>
        </p:nvSpPr>
        <p:spPr>
          <a:xfrm>
            <a:off x="1488480" y="632071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200</a:t>
            </a:r>
          </a:p>
        </p:txBody>
      </p:sp>
      <p:sp>
        <p:nvSpPr>
          <p:cNvPr id="2263" name="01_find_only_2262">
            <a:extLst>
              <a:ext uri="{FF2B5EF4-FFF2-40B4-BE49-F238E27FC236}">
                <a16:creationId xmlns:a16="http://schemas.microsoft.com/office/drawing/2014/main" id="{16576F52-D814-4896-B777-288B258AED61}"/>
              </a:ext>
            </a:extLst>
          </p:cNvPr>
          <p:cNvSpPr>
            <a:spLocks noGrp="1"/>
          </p:cNvSpPr>
          <p:nvPr/>
        </p:nvSpPr>
        <p:spPr>
          <a:xfrm>
            <a:off x="2065800" y="625140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264" name="text_2263">
            <a:extLst>
              <a:ext uri="{FF2B5EF4-FFF2-40B4-BE49-F238E27FC236}">
                <a16:creationId xmlns:a16="http://schemas.microsoft.com/office/drawing/2014/main" id="{537E49C1-35F9-44BC-B979-1061778550D8}"/>
              </a:ext>
            </a:extLst>
          </p:cNvPr>
          <p:cNvSpPr>
            <a:spLocks noGrp="1"/>
          </p:cNvSpPr>
          <p:nvPr/>
        </p:nvSpPr>
        <p:spPr>
          <a:xfrm>
            <a:off x="1988480" y="632071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300</a:t>
            </a:r>
          </a:p>
        </p:txBody>
      </p:sp>
      <p:sp>
        <p:nvSpPr>
          <p:cNvPr id="2265" name="text_2264">
            <a:extLst>
              <a:ext uri="{FF2B5EF4-FFF2-40B4-BE49-F238E27FC236}">
                <a16:creationId xmlns:a16="http://schemas.microsoft.com/office/drawing/2014/main" id="{29911697-E70A-4FAD-97DC-3337002C2B78}"/>
              </a:ext>
            </a:extLst>
          </p:cNvPr>
          <p:cNvSpPr>
            <a:spLocks noGrp="1"/>
          </p:cNvSpPr>
          <p:nvPr/>
        </p:nvSpPr>
        <p:spPr>
          <a:xfrm>
            <a:off x="752010" y="6457278"/>
            <a:ext cx="1230281"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vl1pPr algn="l">
              <a:defRPr sz="750" b="0">
                <a:solidFill>
                  <a:srgbClr val="273744"/>
                </a:solidFill>
                <a:latin typeface="Arial"/>
                <a:ea typeface="Arial"/>
                <a:cs typeface="Arial"/>
              </a:defRPr>
            </a:lvl1pPr>
            <a:lvl2pPr algn="l">
              <a:defRPr sz="750" b="0">
                <a:solidFill>
                  <a:srgbClr val="273744"/>
                </a:solidFill>
                <a:latin typeface="Arial"/>
                <a:ea typeface="Arial"/>
                <a:cs typeface="Arial"/>
              </a:defRPr>
            </a:lvl2pPr>
            <a:lvl3pPr algn="l">
              <a:defRPr sz="750" b="0">
                <a:solidFill>
                  <a:srgbClr val="273744"/>
                </a:solidFill>
                <a:latin typeface="Arial"/>
                <a:ea typeface="Arial"/>
                <a:cs typeface="Arial"/>
              </a:defRPr>
            </a:lvl3pPr>
            <a:lvl4pPr algn="l">
              <a:defRPr sz="750" b="0">
                <a:solidFill>
                  <a:srgbClr val="273744"/>
                </a:solidFill>
                <a:latin typeface="Arial"/>
                <a:ea typeface="Arial"/>
                <a:cs typeface="Arial"/>
              </a:defRPr>
            </a:lvl4pPr>
            <a:lvl5pPr algn="l">
              <a:defRPr sz="750" b="0">
                <a:solidFill>
                  <a:srgbClr val="273744"/>
                </a:solidFill>
                <a:latin typeface="Arial"/>
                <a:ea typeface="Arial"/>
                <a:cs typeface="Arial"/>
              </a:defRPr>
            </a:lvl5pPr>
            <a:lvl6pPr algn="l">
              <a:defRPr sz="750" b="0">
                <a:solidFill>
                  <a:srgbClr val="273744"/>
                </a:solidFill>
                <a:latin typeface="Arial"/>
                <a:ea typeface="Arial"/>
                <a:cs typeface="Arial"/>
              </a:defRPr>
            </a:lvl6pPr>
            <a:lvl7pPr algn="l">
              <a:defRPr sz="750" b="0">
                <a:solidFill>
                  <a:srgbClr val="273744"/>
                </a:solidFill>
                <a:latin typeface="Arial"/>
                <a:ea typeface="Arial"/>
                <a:cs typeface="Arial"/>
              </a:defRPr>
            </a:lvl7pPr>
            <a:lvl8pPr algn="l">
              <a:defRPr sz="750" b="0">
                <a:solidFill>
                  <a:srgbClr val="273744"/>
                </a:solidFill>
                <a:latin typeface="Arial"/>
                <a:ea typeface="Arial"/>
                <a:cs typeface="Arial"/>
              </a:defRPr>
            </a:lvl8pPr>
            <a:lvl9pPr algn="l">
              <a:defRPr sz="750" b="0">
                <a:solidFill>
                  <a:srgbClr val="273744"/>
                </a:solidFill>
                <a:latin typeface="Arial"/>
                <a:ea typeface="Arial"/>
                <a:cs typeface="Arial"/>
              </a:defRPr>
            </a:lvl9pPr>
          </a:lstStyle>
          <a:p>
            <a:pPr algn="l">
              <a:defRPr sz="750" b="0">
                <a:solidFill>
                  <a:srgbClr val="273744"/>
                </a:solidFill>
                <a:latin typeface="Arial"/>
                <a:ea typeface="Arial"/>
                <a:cs typeface="Arial"/>
              </a:defRPr>
            </a:pPr>
            <a:r>
              <a:rPr sz="750" b="0">
                <a:solidFill>
                  <a:srgbClr val="273744"/>
                </a:solidFill>
                <a:latin typeface="Arial"/>
                <a:ea typeface="Arial"/>
                <a:cs typeface="Arial"/>
              </a:rPr>
              <a:t>Relative candidate count (%)</a:t>
            </a:r>
          </a:p>
        </p:txBody>
      </p:sp>
      <p:sp>
        <p:nvSpPr>
          <p:cNvPr id="2266" name="01_find_only_2265">
            <a:extLst>
              <a:ext uri="{FF2B5EF4-FFF2-40B4-BE49-F238E27FC236}">
                <a16:creationId xmlns:a16="http://schemas.microsoft.com/office/drawing/2014/main" id="{AEA7F2D1-CEFC-43B2-9327-76EF4A9E7DDA}"/>
              </a:ext>
            </a:extLst>
          </p:cNvPr>
          <p:cNvSpPr>
            <a:spLocks noGrp="1"/>
          </p:cNvSpPr>
          <p:nvPr/>
        </p:nvSpPr>
        <p:spPr>
          <a:xfrm>
            <a:off x="550800" y="6187999"/>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2267" name="01_find_only_2266">
            <a:extLst>
              <a:ext uri="{FF2B5EF4-FFF2-40B4-BE49-F238E27FC236}">
                <a16:creationId xmlns:a16="http://schemas.microsoft.com/office/drawing/2014/main" id="{BD5AF745-87C5-4383-BF6D-35A7BB6715F7}"/>
              </a:ext>
            </a:extLst>
          </p:cNvPr>
          <p:cNvSpPr>
            <a:spLocks noGrp="1"/>
          </p:cNvSpPr>
          <p:nvPr/>
        </p:nvSpPr>
        <p:spPr>
          <a:xfrm>
            <a:off x="512700" y="6187999"/>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268" name="text_2267">
            <a:extLst>
              <a:ext uri="{FF2B5EF4-FFF2-40B4-BE49-F238E27FC236}">
                <a16:creationId xmlns:a16="http://schemas.microsoft.com/office/drawing/2014/main" id="{2EFB54A9-7DD2-4C58-940D-C2947306C995}"/>
              </a:ext>
            </a:extLst>
          </p:cNvPr>
          <p:cNvSpPr>
            <a:spLocks noGrp="1"/>
          </p:cNvSpPr>
          <p:nvPr/>
        </p:nvSpPr>
        <p:spPr>
          <a:xfrm>
            <a:off x="423053" y="6147938"/>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2269" name="01_find_only_2268">
            <a:extLst>
              <a:ext uri="{FF2B5EF4-FFF2-40B4-BE49-F238E27FC236}">
                <a16:creationId xmlns:a16="http://schemas.microsoft.com/office/drawing/2014/main" id="{295AE4B4-13E0-435F-8F4F-83A0AF7FBE1A}"/>
              </a:ext>
            </a:extLst>
          </p:cNvPr>
          <p:cNvSpPr>
            <a:spLocks noGrp="1"/>
          </p:cNvSpPr>
          <p:nvPr/>
        </p:nvSpPr>
        <p:spPr>
          <a:xfrm>
            <a:off x="550800" y="5553991"/>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2270" name="01_find_only_2269">
            <a:extLst>
              <a:ext uri="{FF2B5EF4-FFF2-40B4-BE49-F238E27FC236}">
                <a16:creationId xmlns:a16="http://schemas.microsoft.com/office/drawing/2014/main" id="{EE63D605-DEDB-415F-ACFF-92EFE8ACFC2C}"/>
              </a:ext>
            </a:extLst>
          </p:cNvPr>
          <p:cNvSpPr>
            <a:spLocks noGrp="1"/>
          </p:cNvSpPr>
          <p:nvPr/>
        </p:nvSpPr>
        <p:spPr>
          <a:xfrm>
            <a:off x="512700" y="5553991"/>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271" name="text_2270">
            <a:extLst>
              <a:ext uri="{FF2B5EF4-FFF2-40B4-BE49-F238E27FC236}">
                <a16:creationId xmlns:a16="http://schemas.microsoft.com/office/drawing/2014/main" id="{382A174F-AF1D-49E3-A1C5-756D8147FDAC}"/>
              </a:ext>
            </a:extLst>
          </p:cNvPr>
          <p:cNvSpPr>
            <a:spLocks noGrp="1"/>
          </p:cNvSpPr>
          <p:nvPr/>
        </p:nvSpPr>
        <p:spPr>
          <a:xfrm>
            <a:off x="371506" y="551393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2272" name="01_find_only_2271">
            <a:extLst>
              <a:ext uri="{FF2B5EF4-FFF2-40B4-BE49-F238E27FC236}">
                <a16:creationId xmlns:a16="http://schemas.microsoft.com/office/drawing/2014/main" id="{00900AB2-B707-468A-8288-95B9F11F4648}"/>
              </a:ext>
            </a:extLst>
          </p:cNvPr>
          <p:cNvSpPr>
            <a:spLocks noGrp="1"/>
          </p:cNvSpPr>
          <p:nvPr/>
        </p:nvSpPr>
        <p:spPr>
          <a:xfrm>
            <a:off x="550800" y="4919983"/>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2273" name="01_find_only_2272">
            <a:extLst>
              <a:ext uri="{FF2B5EF4-FFF2-40B4-BE49-F238E27FC236}">
                <a16:creationId xmlns:a16="http://schemas.microsoft.com/office/drawing/2014/main" id="{CCC0119A-0979-4541-AC48-2F316729F6BF}"/>
              </a:ext>
            </a:extLst>
          </p:cNvPr>
          <p:cNvSpPr>
            <a:spLocks noGrp="1"/>
          </p:cNvSpPr>
          <p:nvPr/>
        </p:nvSpPr>
        <p:spPr>
          <a:xfrm>
            <a:off x="512700" y="491998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274" name="text_2273">
            <a:extLst>
              <a:ext uri="{FF2B5EF4-FFF2-40B4-BE49-F238E27FC236}">
                <a16:creationId xmlns:a16="http://schemas.microsoft.com/office/drawing/2014/main" id="{6B957785-6FF3-498C-B1B7-FAA0BFBC7033}"/>
              </a:ext>
            </a:extLst>
          </p:cNvPr>
          <p:cNvSpPr>
            <a:spLocks noGrp="1"/>
          </p:cNvSpPr>
          <p:nvPr/>
        </p:nvSpPr>
        <p:spPr>
          <a:xfrm>
            <a:off x="319960" y="4879922"/>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2275" name="text_2274">
            <a:extLst>
              <a:ext uri="{FF2B5EF4-FFF2-40B4-BE49-F238E27FC236}">
                <a16:creationId xmlns:a16="http://schemas.microsoft.com/office/drawing/2014/main" id="{1CBE3F2B-1E89-4D40-8FFF-0815851B4946}"/>
              </a:ext>
            </a:extLst>
          </p:cNvPr>
          <p:cNvSpPr>
            <a:spLocks noGrp="1"/>
          </p:cNvSpPr>
          <p:nvPr/>
        </p:nvSpPr>
        <p:spPr>
          <a:xfrm rot="-5400000">
            <a:off x="-294134" y="5490491"/>
            <a:ext cx="1062939"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vl1pPr algn="l">
              <a:defRPr sz="800" b="0">
                <a:solidFill>
                  <a:srgbClr val="273744"/>
                </a:solidFill>
                <a:latin typeface="Arial"/>
                <a:ea typeface="Arial"/>
                <a:cs typeface="Arial"/>
              </a:defRPr>
            </a:lvl1pPr>
            <a:lvl2pPr algn="l">
              <a:defRPr sz="800" b="0">
                <a:solidFill>
                  <a:srgbClr val="273744"/>
                </a:solidFill>
                <a:latin typeface="Arial"/>
                <a:ea typeface="Arial"/>
                <a:cs typeface="Arial"/>
              </a:defRPr>
            </a:lvl2pPr>
            <a:lvl3pPr algn="l">
              <a:defRPr sz="800" b="0">
                <a:solidFill>
                  <a:srgbClr val="273744"/>
                </a:solidFill>
                <a:latin typeface="Arial"/>
                <a:ea typeface="Arial"/>
                <a:cs typeface="Arial"/>
              </a:defRPr>
            </a:lvl3pPr>
            <a:lvl4pPr algn="l">
              <a:defRPr sz="800" b="0">
                <a:solidFill>
                  <a:srgbClr val="273744"/>
                </a:solidFill>
                <a:latin typeface="Arial"/>
                <a:ea typeface="Arial"/>
                <a:cs typeface="Arial"/>
              </a:defRPr>
            </a:lvl4pPr>
            <a:lvl5pPr algn="l">
              <a:defRPr sz="800" b="0">
                <a:solidFill>
                  <a:srgbClr val="273744"/>
                </a:solidFill>
                <a:latin typeface="Arial"/>
                <a:ea typeface="Arial"/>
                <a:cs typeface="Arial"/>
              </a:defRPr>
            </a:lvl5pPr>
            <a:lvl6pPr algn="l">
              <a:defRPr sz="800" b="0">
                <a:solidFill>
                  <a:srgbClr val="273744"/>
                </a:solidFill>
                <a:latin typeface="Arial"/>
                <a:ea typeface="Arial"/>
                <a:cs typeface="Arial"/>
              </a:defRPr>
            </a:lvl6pPr>
            <a:lvl7pPr algn="l">
              <a:defRPr sz="800" b="0">
                <a:solidFill>
                  <a:srgbClr val="273744"/>
                </a:solidFill>
                <a:latin typeface="Arial"/>
                <a:ea typeface="Arial"/>
                <a:cs typeface="Arial"/>
              </a:defRPr>
            </a:lvl7pPr>
            <a:lvl8pPr algn="l">
              <a:defRPr sz="800" b="0">
                <a:solidFill>
                  <a:srgbClr val="273744"/>
                </a:solidFill>
                <a:latin typeface="Arial"/>
                <a:ea typeface="Arial"/>
                <a:cs typeface="Arial"/>
              </a:defRPr>
            </a:lvl8pPr>
            <a:lvl9pPr algn="l">
              <a:defRPr sz="800" b="0">
                <a:solidFill>
                  <a:srgbClr val="273744"/>
                </a:solidFill>
                <a:latin typeface="Arial"/>
                <a:ea typeface="Arial"/>
                <a:cs typeface="Arial"/>
              </a:defRPr>
            </a:lvl9pPr>
          </a:lstStyle>
          <a:p>
            <a:pPr algn="l">
              <a:defRPr sz="800" b="0">
                <a:solidFill>
                  <a:srgbClr val="273744"/>
                </a:solidFill>
                <a:latin typeface="Arial"/>
                <a:ea typeface="Arial"/>
                <a:cs typeface="Arial"/>
              </a:defRPr>
            </a:pPr>
            <a:r>
              <a:rPr sz="800" b="0">
                <a:solidFill>
                  <a:srgbClr val="273744"/>
                </a:solidFill>
                <a:latin typeface="Arial"/>
                <a:ea typeface="Arial"/>
                <a:cs typeface="Arial"/>
              </a:rPr>
              <a:t>Detected instances (%)</a:t>
            </a:r>
          </a:p>
        </p:txBody>
      </p:sp>
      <p:sp>
        <p:nvSpPr>
          <p:cNvPr id="2276" name="01_find_only_2275">
            <a:extLst>
              <a:ext uri="{FF2B5EF4-FFF2-40B4-BE49-F238E27FC236}">
                <a16:creationId xmlns:a16="http://schemas.microsoft.com/office/drawing/2014/main" id="{6ACB401B-0C9A-48CA-A752-6C96782D7EAE}"/>
              </a:ext>
            </a:extLst>
          </p:cNvPr>
          <p:cNvSpPr>
            <a:spLocks noGrp="1"/>
          </p:cNvSpPr>
          <p:nvPr/>
        </p:nvSpPr>
        <p:spPr>
          <a:xfrm>
            <a:off x="774990" y="5539792"/>
            <a:ext cx="28398" cy="28398"/>
          </a:xfrm>
          <a:prstGeom prst="ellipse">
            <a:avLst/>
          </a:prstGeom>
          <a:solidFill>
            <a:srgbClr val="7F8C97">
              <a:alpha val="48000"/>
            </a:srgbClr>
          </a:solidFill>
          <a:ln w="0">
            <a:noFill/>
            <a:prstDash val="solid"/>
          </a:ln>
        </p:spPr>
      </p:sp>
      <p:sp>
        <p:nvSpPr>
          <p:cNvPr id="2277" name="01_find_only_2276">
            <a:extLst>
              <a:ext uri="{FF2B5EF4-FFF2-40B4-BE49-F238E27FC236}">
                <a16:creationId xmlns:a16="http://schemas.microsoft.com/office/drawing/2014/main" id="{F3481EDA-755C-4BF6-B0DC-69E60C888C4C}"/>
              </a:ext>
            </a:extLst>
          </p:cNvPr>
          <p:cNvSpPr>
            <a:spLocks noGrp="1"/>
          </p:cNvSpPr>
          <p:nvPr/>
        </p:nvSpPr>
        <p:spPr>
          <a:xfrm>
            <a:off x="836034" y="5539792"/>
            <a:ext cx="28398" cy="28398"/>
          </a:xfrm>
          <a:prstGeom prst="ellipse">
            <a:avLst/>
          </a:prstGeom>
          <a:solidFill>
            <a:srgbClr val="7F8C97">
              <a:alpha val="48000"/>
            </a:srgbClr>
          </a:solidFill>
          <a:ln w="0">
            <a:noFill/>
            <a:prstDash val="solid"/>
          </a:ln>
        </p:spPr>
      </p:sp>
      <p:sp>
        <p:nvSpPr>
          <p:cNvPr id="2278" name="01_find_only_2277">
            <a:extLst>
              <a:ext uri="{FF2B5EF4-FFF2-40B4-BE49-F238E27FC236}">
                <a16:creationId xmlns:a16="http://schemas.microsoft.com/office/drawing/2014/main" id="{70779519-439B-46C4-A260-259D105BE7A2}"/>
              </a:ext>
            </a:extLst>
          </p:cNvPr>
          <p:cNvSpPr>
            <a:spLocks noGrp="1"/>
          </p:cNvSpPr>
          <p:nvPr/>
        </p:nvSpPr>
        <p:spPr>
          <a:xfrm>
            <a:off x="754959" y="5539792"/>
            <a:ext cx="28398" cy="28398"/>
          </a:xfrm>
          <a:prstGeom prst="ellipse">
            <a:avLst/>
          </a:prstGeom>
          <a:solidFill>
            <a:srgbClr val="7F8C97">
              <a:alpha val="48000"/>
            </a:srgbClr>
          </a:solidFill>
          <a:ln w="0">
            <a:noFill/>
            <a:prstDash val="solid"/>
          </a:ln>
        </p:spPr>
      </p:sp>
      <p:sp>
        <p:nvSpPr>
          <p:cNvPr id="2279" name="01_find_only_2278">
            <a:extLst>
              <a:ext uri="{FF2B5EF4-FFF2-40B4-BE49-F238E27FC236}">
                <a16:creationId xmlns:a16="http://schemas.microsoft.com/office/drawing/2014/main" id="{6A62303F-8C35-4F7E-8D3A-DE338EAE6A15}"/>
              </a:ext>
            </a:extLst>
          </p:cNvPr>
          <p:cNvSpPr>
            <a:spLocks noGrp="1"/>
          </p:cNvSpPr>
          <p:nvPr/>
        </p:nvSpPr>
        <p:spPr>
          <a:xfrm>
            <a:off x="828403" y="6173800"/>
            <a:ext cx="28398" cy="28398"/>
          </a:xfrm>
          <a:prstGeom prst="ellipse">
            <a:avLst/>
          </a:prstGeom>
          <a:solidFill>
            <a:srgbClr val="7F8C97">
              <a:alpha val="48000"/>
            </a:srgbClr>
          </a:solidFill>
          <a:ln w="0">
            <a:noFill/>
            <a:prstDash val="solid"/>
          </a:ln>
        </p:spPr>
      </p:sp>
      <p:sp>
        <p:nvSpPr>
          <p:cNvPr id="2280" name="01_find_only_2279">
            <a:extLst>
              <a:ext uri="{FF2B5EF4-FFF2-40B4-BE49-F238E27FC236}">
                <a16:creationId xmlns:a16="http://schemas.microsoft.com/office/drawing/2014/main" id="{E20BEC90-CC38-49E2-AA13-D3627103DB91}"/>
              </a:ext>
            </a:extLst>
          </p:cNvPr>
          <p:cNvSpPr>
            <a:spLocks noGrp="1"/>
          </p:cNvSpPr>
          <p:nvPr/>
        </p:nvSpPr>
        <p:spPr>
          <a:xfrm>
            <a:off x="790537" y="6173800"/>
            <a:ext cx="28398" cy="28398"/>
          </a:xfrm>
          <a:prstGeom prst="ellipse">
            <a:avLst/>
          </a:prstGeom>
          <a:solidFill>
            <a:srgbClr val="7F8C97">
              <a:alpha val="48000"/>
            </a:srgbClr>
          </a:solidFill>
          <a:ln w="0">
            <a:noFill/>
            <a:prstDash val="solid"/>
          </a:ln>
        </p:spPr>
      </p:sp>
      <p:sp>
        <p:nvSpPr>
          <p:cNvPr id="2281" name="01_find_only_2280">
            <a:extLst>
              <a:ext uri="{FF2B5EF4-FFF2-40B4-BE49-F238E27FC236}">
                <a16:creationId xmlns:a16="http://schemas.microsoft.com/office/drawing/2014/main" id="{4C5DDE3A-2C41-4EF7-A525-9B6E7A2BC2E2}"/>
              </a:ext>
            </a:extLst>
          </p:cNvPr>
          <p:cNvSpPr>
            <a:spLocks noGrp="1"/>
          </p:cNvSpPr>
          <p:nvPr/>
        </p:nvSpPr>
        <p:spPr>
          <a:xfrm>
            <a:off x="842806" y="5539792"/>
            <a:ext cx="28398" cy="28398"/>
          </a:xfrm>
          <a:prstGeom prst="ellipse">
            <a:avLst/>
          </a:prstGeom>
          <a:solidFill>
            <a:srgbClr val="7F8C97">
              <a:alpha val="48000"/>
            </a:srgbClr>
          </a:solidFill>
          <a:ln w="0">
            <a:noFill/>
            <a:prstDash val="solid"/>
          </a:ln>
        </p:spPr>
      </p:sp>
      <p:sp>
        <p:nvSpPr>
          <p:cNvPr id="2282" name="01_find_only_2281">
            <a:extLst>
              <a:ext uri="{FF2B5EF4-FFF2-40B4-BE49-F238E27FC236}">
                <a16:creationId xmlns:a16="http://schemas.microsoft.com/office/drawing/2014/main" id="{6A26D201-DEDE-4751-B702-9FA228AA5133}"/>
              </a:ext>
            </a:extLst>
          </p:cNvPr>
          <p:cNvSpPr>
            <a:spLocks noGrp="1"/>
          </p:cNvSpPr>
          <p:nvPr/>
        </p:nvSpPr>
        <p:spPr>
          <a:xfrm>
            <a:off x="774894" y="6173800"/>
            <a:ext cx="28398" cy="28398"/>
          </a:xfrm>
          <a:prstGeom prst="ellipse">
            <a:avLst/>
          </a:prstGeom>
          <a:solidFill>
            <a:srgbClr val="7F8C97">
              <a:alpha val="48000"/>
            </a:srgbClr>
          </a:solidFill>
          <a:ln w="0">
            <a:noFill/>
            <a:prstDash val="solid"/>
          </a:ln>
        </p:spPr>
      </p:sp>
      <p:sp>
        <p:nvSpPr>
          <p:cNvPr id="2283" name="01_find_only_2282">
            <a:extLst>
              <a:ext uri="{FF2B5EF4-FFF2-40B4-BE49-F238E27FC236}">
                <a16:creationId xmlns:a16="http://schemas.microsoft.com/office/drawing/2014/main" id="{84C6C150-D7C8-44EA-B196-5AC94FECC13D}"/>
              </a:ext>
            </a:extLst>
          </p:cNvPr>
          <p:cNvSpPr>
            <a:spLocks noGrp="1"/>
          </p:cNvSpPr>
          <p:nvPr/>
        </p:nvSpPr>
        <p:spPr>
          <a:xfrm>
            <a:off x="821440" y="5630365"/>
            <a:ext cx="28398" cy="28398"/>
          </a:xfrm>
          <a:prstGeom prst="ellipse">
            <a:avLst/>
          </a:prstGeom>
          <a:solidFill>
            <a:srgbClr val="7F8C97">
              <a:alpha val="48000"/>
            </a:srgbClr>
          </a:solidFill>
          <a:ln w="0">
            <a:noFill/>
            <a:prstDash val="solid"/>
          </a:ln>
        </p:spPr>
      </p:sp>
      <p:sp>
        <p:nvSpPr>
          <p:cNvPr id="2284" name="01_find_only_2283">
            <a:extLst>
              <a:ext uri="{FF2B5EF4-FFF2-40B4-BE49-F238E27FC236}">
                <a16:creationId xmlns:a16="http://schemas.microsoft.com/office/drawing/2014/main" id="{5224A792-F49C-4A1F-A31C-294F2A3DDB50}"/>
              </a:ext>
            </a:extLst>
          </p:cNvPr>
          <p:cNvSpPr>
            <a:spLocks noGrp="1"/>
          </p:cNvSpPr>
          <p:nvPr/>
        </p:nvSpPr>
        <p:spPr>
          <a:xfrm>
            <a:off x="758298" y="5597429"/>
            <a:ext cx="28398" cy="28398"/>
          </a:xfrm>
          <a:prstGeom prst="ellipse">
            <a:avLst/>
          </a:prstGeom>
          <a:solidFill>
            <a:srgbClr val="7F8C97">
              <a:alpha val="48000"/>
            </a:srgbClr>
          </a:solidFill>
          <a:ln w="0">
            <a:noFill/>
            <a:prstDash val="solid"/>
          </a:ln>
        </p:spPr>
      </p:sp>
      <p:sp>
        <p:nvSpPr>
          <p:cNvPr id="2285" name="01_find_only_2284">
            <a:extLst>
              <a:ext uri="{FF2B5EF4-FFF2-40B4-BE49-F238E27FC236}">
                <a16:creationId xmlns:a16="http://schemas.microsoft.com/office/drawing/2014/main" id="{60B7192A-5470-4335-AB37-1ABD33B7CF60}"/>
              </a:ext>
            </a:extLst>
          </p:cNvPr>
          <p:cNvSpPr>
            <a:spLocks noGrp="1"/>
          </p:cNvSpPr>
          <p:nvPr/>
        </p:nvSpPr>
        <p:spPr>
          <a:xfrm>
            <a:off x="778614" y="6173800"/>
            <a:ext cx="28398" cy="28398"/>
          </a:xfrm>
          <a:prstGeom prst="ellipse">
            <a:avLst/>
          </a:prstGeom>
          <a:solidFill>
            <a:srgbClr val="7F8C97">
              <a:alpha val="48000"/>
            </a:srgbClr>
          </a:solidFill>
          <a:ln w="0">
            <a:noFill/>
            <a:prstDash val="solid"/>
          </a:ln>
        </p:spPr>
      </p:sp>
      <p:sp>
        <p:nvSpPr>
          <p:cNvPr id="2286" name="01_find_only_2285">
            <a:extLst>
              <a:ext uri="{FF2B5EF4-FFF2-40B4-BE49-F238E27FC236}">
                <a16:creationId xmlns:a16="http://schemas.microsoft.com/office/drawing/2014/main" id="{49362C09-561E-4D8E-8A65-86285C5065C5}"/>
              </a:ext>
            </a:extLst>
          </p:cNvPr>
          <p:cNvSpPr>
            <a:spLocks noGrp="1"/>
          </p:cNvSpPr>
          <p:nvPr/>
        </p:nvSpPr>
        <p:spPr>
          <a:xfrm>
            <a:off x="758107" y="5856796"/>
            <a:ext cx="28398" cy="28398"/>
          </a:xfrm>
          <a:prstGeom prst="ellipse">
            <a:avLst/>
          </a:prstGeom>
          <a:solidFill>
            <a:srgbClr val="7F8C97">
              <a:alpha val="48000"/>
            </a:srgbClr>
          </a:solidFill>
          <a:ln w="0">
            <a:noFill/>
            <a:prstDash val="solid"/>
          </a:ln>
        </p:spPr>
      </p:sp>
      <p:sp>
        <p:nvSpPr>
          <p:cNvPr id="2287" name="01_find_only_2286">
            <a:extLst>
              <a:ext uri="{FF2B5EF4-FFF2-40B4-BE49-F238E27FC236}">
                <a16:creationId xmlns:a16="http://schemas.microsoft.com/office/drawing/2014/main" id="{F313B7C7-D789-4F8F-B28C-3D5334B28F48}"/>
              </a:ext>
            </a:extLst>
          </p:cNvPr>
          <p:cNvSpPr>
            <a:spLocks noGrp="1"/>
          </p:cNvSpPr>
          <p:nvPr/>
        </p:nvSpPr>
        <p:spPr>
          <a:xfrm>
            <a:off x="811998" y="5539792"/>
            <a:ext cx="28398" cy="28398"/>
          </a:xfrm>
          <a:prstGeom prst="ellipse">
            <a:avLst/>
          </a:prstGeom>
          <a:solidFill>
            <a:srgbClr val="7F8C97">
              <a:alpha val="48000"/>
            </a:srgbClr>
          </a:solidFill>
          <a:ln w="0">
            <a:noFill/>
            <a:prstDash val="solid"/>
          </a:ln>
        </p:spPr>
      </p:sp>
      <p:sp>
        <p:nvSpPr>
          <p:cNvPr id="2288" name="01_find_only_2287">
            <a:extLst>
              <a:ext uri="{FF2B5EF4-FFF2-40B4-BE49-F238E27FC236}">
                <a16:creationId xmlns:a16="http://schemas.microsoft.com/office/drawing/2014/main" id="{3FECBA48-D1D6-46BE-B299-6051C5D5B212}"/>
              </a:ext>
            </a:extLst>
          </p:cNvPr>
          <p:cNvSpPr>
            <a:spLocks noGrp="1"/>
          </p:cNvSpPr>
          <p:nvPr/>
        </p:nvSpPr>
        <p:spPr>
          <a:xfrm>
            <a:off x="770983" y="6173800"/>
            <a:ext cx="28398" cy="28398"/>
          </a:xfrm>
          <a:prstGeom prst="ellipse">
            <a:avLst/>
          </a:prstGeom>
          <a:solidFill>
            <a:srgbClr val="7F8C97">
              <a:alpha val="48000"/>
            </a:srgbClr>
          </a:solidFill>
          <a:ln w="0">
            <a:noFill/>
            <a:prstDash val="solid"/>
          </a:ln>
        </p:spPr>
      </p:sp>
      <p:sp>
        <p:nvSpPr>
          <p:cNvPr id="2289" name="01_find_only_2288">
            <a:extLst>
              <a:ext uri="{FF2B5EF4-FFF2-40B4-BE49-F238E27FC236}">
                <a16:creationId xmlns:a16="http://schemas.microsoft.com/office/drawing/2014/main" id="{2F209FA4-8F71-49A8-96B2-CFF962F52D77}"/>
              </a:ext>
            </a:extLst>
          </p:cNvPr>
          <p:cNvSpPr>
            <a:spLocks noGrp="1"/>
          </p:cNvSpPr>
          <p:nvPr/>
        </p:nvSpPr>
        <p:spPr>
          <a:xfrm>
            <a:off x="799598" y="5539792"/>
            <a:ext cx="28398" cy="28398"/>
          </a:xfrm>
          <a:prstGeom prst="ellipse">
            <a:avLst/>
          </a:prstGeom>
          <a:solidFill>
            <a:srgbClr val="7F8C97">
              <a:alpha val="48000"/>
            </a:srgbClr>
          </a:solidFill>
          <a:ln w="0">
            <a:noFill/>
            <a:prstDash val="solid"/>
          </a:ln>
        </p:spPr>
      </p:sp>
      <p:sp>
        <p:nvSpPr>
          <p:cNvPr id="2290" name="01_find_only_2289">
            <a:extLst>
              <a:ext uri="{FF2B5EF4-FFF2-40B4-BE49-F238E27FC236}">
                <a16:creationId xmlns:a16="http://schemas.microsoft.com/office/drawing/2014/main" id="{5D46C856-4E0C-4CFB-8A8B-E3C59C236293}"/>
              </a:ext>
            </a:extLst>
          </p:cNvPr>
          <p:cNvSpPr>
            <a:spLocks noGrp="1"/>
          </p:cNvSpPr>
          <p:nvPr/>
        </p:nvSpPr>
        <p:spPr>
          <a:xfrm>
            <a:off x="789488" y="6173800"/>
            <a:ext cx="28398" cy="28398"/>
          </a:xfrm>
          <a:prstGeom prst="ellipse">
            <a:avLst/>
          </a:prstGeom>
          <a:solidFill>
            <a:srgbClr val="7F8C97">
              <a:alpha val="48000"/>
            </a:srgbClr>
          </a:solidFill>
          <a:ln w="0">
            <a:noFill/>
            <a:prstDash val="solid"/>
          </a:ln>
        </p:spPr>
      </p:sp>
      <p:sp>
        <p:nvSpPr>
          <p:cNvPr id="2291" name="01_find_only_2290">
            <a:extLst>
              <a:ext uri="{FF2B5EF4-FFF2-40B4-BE49-F238E27FC236}">
                <a16:creationId xmlns:a16="http://schemas.microsoft.com/office/drawing/2014/main" id="{3D65B7F3-0306-4115-8C9E-621C3A39B323}"/>
              </a:ext>
            </a:extLst>
          </p:cNvPr>
          <p:cNvSpPr>
            <a:spLocks noGrp="1"/>
          </p:cNvSpPr>
          <p:nvPr/>
        </p:nvSpPr>
        <p:spPr>
          <a:xfrm>
            <a:off x="780045" y="6128514"/>
            <a:ext cx="28398" cy="28398"/>
          </a:xfrm>
          <a:prstGeom prst="ellipse">
            <a:avLst/>
          </a:prstGeom>
          <a:solidFill>
            <a:srgbClr val="7F8C97">
              <a:alpha val="48000"/>
            </a:srgbClr>
          </a:solidFill>
          <a:ln w="0">
            <a:noFill/>
            <a:prstDash val="solid"/>
          </a:ln>
        </p:spPr>
      </p:sp>
      <p:sp>
        <p:nvSpPr>
          <p:cNvPr id="2292" name="01_find_only_2291">
            <a:extLst>
              <a:ext uri="{FF2B5EF4-FFF2-40B4-BE49-F238E27FC236}">
                <a16:creationId xmlns:a16="http://schemas.microsoft.com/office/drawing/2014/main" id="{007FE992-F170-4981-A866-4E9DFBEFDC27}"/>
              </a:ext>
            </a:extLst>
          </p:cNvPr>
          <p:cNvSpPr>
            <a:spLocks noGrp="1"/>
          </p:cNvSpPr>
          <p:nvPr/>
        </p:nvSpPr>
        <p:spPr>
          <a:xfrm>
            <a:off x="757821" y="5539792"/>
            <a:ext cx="28398" cy="28398"/>
          </a:xfrm>
          <a:prstGeom prst="ellipse">
            <a:avLst/>
          </a:prstGeom>
          <a:solidFill>
            <a:srgbClr val="7F8C97">
              <a:alpha val="48000"/>
            </a:srgbClr>
          </a:solidFill>
          <a:ln w="0">
            <a:noFill/>
            <a:prstDash val="solid"/>
          </a:ln>
        </p:spPr>
      </p:sp>
      <p:sp>
        <p:nvSpPr>
          <p:cNvPr id="2293" name="01_find_only_2292">
            <a:extLst>
              <a:ext uri="{FF2B5EF4-FFF2-40B4-BE49-F238E27FC236}">
                <a16:creationId xmlns:a16="http://schemas.microsoft.com/office/drawing/2014/main" id="{F26A15CD-DF1C-44C9-8B3F-60F297ED6A62}"/>
              </a:ext>
            </a:extLst>
          </p:cNvPr>
          <p:cNvSpPr>
            <a:spLocks noGrp="1"/>
          </p:cNvSpPr>
          <p:nvPr/>
        </p:nvSpPr>
        <p:spPr>
          <a:xfrm>
            <a:off x="843473" y="5992655"/>
            <a:ext cx="28398" cy="28398"/>
          </a:xfrm>
          <a:prstGeom prst="ellipse">
            <a:avLst/>
          </a:prstGeom>
          <a:solidFill>
            <a:srgbClr val="7F8C97">
              <a:alpha val="48000"/>
            </a:srgbClr>
          </a:solidFill>
          <a:ln w="0">
            <a:noFill/>
            <a:prstDash val="solid"/>
          </a:ln>
        </p:spPr>
      </p:sp>
      <p:sp>
        <p:nvSpPr>
          <p:cNvPr id="2294" name="01_find_only_2293">
            <a:extLst>
              <a:ext uri="{FF2B5EF4-FFF2-40B4-BE49-F238E27FC236}">
                <a16:creationId xmlns:a16="http://schemas.microsoft.com/office/drawing/2014/main" id="{EF06E5F5-178F-4111-8AA8-15AF5F3CAC3F}"/>
              </a:ext>
            </a:extLst>
          </p:cNvPr>
          <p:cNvSpPr>
            <a:spLocks noGrp="1"/>
          </p:cNvSpPr>
          <p:nvPr/>
        </p:nvSpPr>
        <p:spPr>
          <a:xfrm>
            <a:off x="759156" y="6173800"/>
            <a:ext cx="28398" cy="28398"/>
          </a:xfrm>
          <a:prstGeom prst="ellipse">
            <a:avLst/>
          </a:prstGeom>
          <a:solidFill>
            <a:srgbClr val="7F8C97">
              <a:alpha val="48000"/>
            </a:srgbClr>
          </a:solidFill>
          <a:ln w="0">
            <a:noFill/>
            <a:prstDash val="solid"/>
          </a:ln>
        </p:spPr>
      </p:sp>
      <p:sp>
        <p:nvSpPr>
          <p:cNvPr id="2295" name="01_find_only_2294">
            <a:extLst>
              <a:ext uri="{FF2B5EF4-FFF2-40B4-BE49-F238E27FC236}">
                <a16:creationId xmlns:a16="http://schemas.microsoft.com/office/drawing/2014/main" id="{F0EFC8FC-975D-46D0-A4BA-58CF841015BD}"/>
              </a:ext>
            </a:extLst>
          </p:cNvPr>
          <p:cNvSpPr>
            <a:spLocks noGrp="1"/>
          </p:cNvSpPr>
          <p:nvPr/>
        </p:nvSpPr>
        <p:spPr>
          <a:xfrm>
            <a:off x="836415" y="6173800"/>
            <a:ext cx="28398" cy="28398"/>
          </a:xfrm>
          <a:prstGeom prst="ellipse">
            <a:avLst/>
          </a:prstGeom>
          <a:solidFill>
            <a:srgbClr val="7F8C97">
              <a:alpha val="48000"/>
            </a:srgbClr>
          </a:solidFill>
          <a:ln w="0">
            <a:noFill/>
            <a:prstDash val="solid"/>
          </a:ln>
        </p:spPr>
      </p:sp>
      <p:sp>
        <p:nvSpPr>
          <p:cNvPr id="2296" name="01_find_only_2295">
            <a:extLst>
              <a:ext uri="{FF2B5EF4-FFF2-40B4-BE49-F238E27FC236}">
                <a16:creationId xmlns:a16="http://schemas.microsoft.com/office/drawing/2014/main" id="{1A129897-C7F4-4DC2-95E1-AA95A67B2017}"/>
              </a:ext>
            </a:extLst>
          </p:cNvPr>
          <p:cNvSpPr>
            <a:spLocks noGrp="1"/>
          </p:cNvSpPr>
          <p:nvPr/>
        </p:nvSpPr>
        <p:spPr>
          <a:xfrm>
            <a:off x="790918" y="6173800"/>
            <a:ext cx="28398" cy="28398"/>
          </a:xfrm>
          <a:prstGeom prst="ellipse">
            <a:avLst/>
          </a:prstGeom>
          <a:solidFill>
            <a:srgbClr val="7F8C97">
              <a:alpha val="48000"/>
            </a:srgbClr>
          </a:solidFill>
          <a:ln w="0">
            <a:noFill/>
            <a:prstDash val="solid"/>
          </a:ln>
        </p:spPr>
      </p:sp>
      <p:sp>
        <p:nvSpPr>
          <p:cNvPr id="2297" name="01_find_only_2296">
            <a:extLst>
              <a:ext uri="{FF2B5EF4-FFF2-40B4-BE49-F238E27FC236}">
                <a16:creationId xmlns:a16="http://schemas.microsoft.com/office/drawing/2014/main" id="{AA024743-9BEA-4FB5-B2FE-0FD0D023152E}"/>
              </a:ext>
            </a:extLst>
          </p:cNvPr>
          <p:cNvSpPr>
            <a:spLocks noGrp="1"/>
          </p:cNvSpPr>
          <p:nvPr/>
        </p:nvSpPr>
        <p:spPr>
          <a:xfrm>
            <a:off x="847384" y="5539792"/>
            <a:ext cx="28398" cy="28398"/>
          </a:xfrm>
          <a:prstGeom prst="ellipse">
            <a:avLst/>
          </a:prstGeom>
          <a:solidFill>
            <a:srgbClr val="7F8C97">
              <a:alpha val="48000"/>
            </a:srgbClr>
          </a:solidFill>
          <a:ln w="0">
            <a:noFill/>
            <a:prstDash val="solid"/>
          </a:ln>
        </p:spPr>
      </p:sp>
      <p:sp>
        <p:nvSpPr>
          <p:cNvPr id="2298" name="01_find_only_2297">
            <a:extLst>
              <a:ext uri="{FF2B5EF4-FFF2-40B4-BE49-F238E27FC236}">
                <a16:creationId xmlns:a16="http://schemas.microsoft.com/office/drawing/2014/main" id="{16541391-C86C-49D8-81D2-4E4792A26A78}"/>
              </a:ext>
            </a:extLst>
          </p:cNvPr>
          <p:cNvSpPr>
            <a:spLocks noGrp="1"/>
          </p:cNvSpPr>
          <p:nvPr/>
        </p:nvSpPr>
        <p:spPr>
          <a:xfrm>
            <a:off x="817530" y="5751128"/>
            <a:ext cx="28398" cy="28398"/>
          </a:xfrm>
          <a:prstGeom prst="ellipse">
            <a:avLst/>
          </a:prstGeom>
          <a:solidFill>
            <a:srgbClr val="7F8C97">
              <a:alpha val="48000"/>
            </a:srgbClr>
          </a:solidFill>
          <a:ln w="0">
            <a:noFill/>
            <a:prstDash val="solid"/>
          </a:ln>
        </p:spPr>
      </p:sp>
      <p:sp>
        <p:nvSpPr>
          <p:cNvPr id="2299" name="01_find_only_2298">
            <a:extLst>
              <a:ext uri="{FF2B5EF4-FFF2-40B4-BE49-F238E27FC236}">
                <a16:creationId xmlns:a16="http://schemas.microsoft.com/office/drawing/2014/main" id="{BCA2D9B8-D535-4F62-A659-28258743B59C}"/>
              </a:ext>
            </a:extLst>
          </p:cNvPr>
          <p:cNvSpPr>
            <a:spLocks noGrp="1"/>
          </p:cNvSpPr>
          <p:nvPr/>
        </p:nvSpPr>
        <p:spPr>
          <a:xfrm>
            <a:off x="824016" y="5892019"/>
            <a:ext cx="28398" cy="28398"/>
          </a:xfrm>
          <a:prstGeom prst="ellipse">
            <a:avLst/>
          </a:prstGeom>
          <a:solidFill>
            <a:srgbClr val="7F8C97">
              <a:alpha val="48000"/>
            </a:srgbClr>
          </a:solidFill>
          <a:ln w="0">
            <a:noFill/>
            <a:prstDash val="solid"/>
          </a:ln>
        </p:spPr>
      </p:sp>
      <p:sp>
        <p:nvSpPr>
          <p:cNvPr id="2300" name="01_find_only_2299">
            <a:extLst>
              <a:ext uri="{FF2B5EF4-FFF2-40B4-BE49-F238E27FC236}">
                <a16:creationId xmlns:a16="http://schemas.microsoft.com/office/drawing/2014/main" id="{B9B8D601-D1FC-4D03-ADC6-5B4F360BEE15}"/>
              </a:ext>
            </a:extLst>
          </p:cNvPr>
          <p:cNvSpPr>
            <a:spLocks noGrp="1"/>
          </p:cNvSpPr>
          <p:nvPr/>
        </p:nvSpPr>
        <p:spPr>
          <a:xfrm>
            <a:off x="782143" y="5680683"/>
            <a:ext cx="28398" cy="28398"/>
          </a:xfrm>
          <a:prstGeom prst="ellipse">
            <a:avLst/>
          </a:prstGeom>
          <a:solidFill>
            <a:srgbClr val="7F8C97">
              <a:alpha val="48000"/>
            </a:srgbClr>
          </a:solidFill>
          <a:ln w="0">
            <a:noFill/>
            <a:prstDash val="solid"/>
          </a:ln>
        </p:spPr>
      </p:sp>
      <p:sp>
        <p:nvSpPr>
          <p:cNvPr id="2301" name="01_find_only_2300">
            <a:extLst>
              <a:ext uri="{FF2B5EF4-FFF2-40B4-BE49-F238E27FC236}">
                <a16:creationId xmlns:a16="http://schemas.microsoft.com/office/drawing/2014/main" id="{2702BEF8-1C38-456F-97EF-FF825578751C}"/>
              </a:ext>
            </a:extLst>
          </p:cNvPr>
          <p:cNvSpPr>
            <a:spLocks noGrp="1"/>
          </p:cNvSpPr>
          <p:nvPr/>
        </p:nvSpPr>
        <p:spPr>
          <a:xfrm>
            <a:off x="842043" y="5751128"/>
            <a:ext cx="28398" cy="28398"/>
          </a:xfrm>
          <a:prstGeom prst="ellipse">
            <a:avLst/>
          </a:prstGeom>
          <a:solidFill>
            <a:srgbClr val="7F8C97">
              <a:alpha val="48000"/>
            </a:srgbClr>
          </a:solidFill>
          <a:ln w="0">
            <a:noFill/>
            <a:prstDash val="solid"/>
          </a:ln>
        </p:spPr>
      </p:sp>
      <p:sp>
        <p:nvSpPr>
          <p:cNvPr id="2302" name="01_find_only_2301">
            <a:extLst>
              <a:ext uri="{FF2B5EF4-FFF2-40B4-BE49-F238E27FC236}">
                <a16:creationId xmlns:a16="http://schemas.microsoft.com/office/drawing/2014/main" id="{18EC2FD2-FAAA-465A-8BCC-7B0743437C88}"/>
              </a:ext>
            </a:extLst>
          </p:cNvPr>
          <p:cNvSpPr>
            <a:spLocks noGrp="1"/>
          </p:cNvSpPr>
          <p:nvPr/>
        </p:nvSpPr>
        <p:spPr>
          <a:xfrm>
            <a:off x="824206" y="5597429"/>
            <a:ext cx="28398" cy="28398"/>
          </a:xfrm>
          <a:prstGeom prst="ellipse">
            <a:avLst/>
          </a:prstGeom>
          <a:solidFill>
            <a:srgbClr val="7F8C97">
              <a:alpha val="48000"/>
            </a:srgbClr>
          </a:solidFill>
          <a:ln w="0">
            <a:noFill/>
            <a:prstDash val="solid"/>
          </a:ln>
        </p:spPr>
      </p:sp>
      <p:sp>
        <p:nvSpPr>
          <p:cNvPr id="2303" name="01_find_only_2302">
            <a:extLst>
              <a:ext uri="{FF2B5EF4-FFF2-40B4-BE49-F238E27FC236}">
                <a16:creationId xmlns:a16="http://schemas.microsoft.com/office/drawing/2014/main" id="{8AFFAE85-A457-4542-9214-16032743BD2A}"/>
              </a:ext>
            </a:extLst>
          </p:cNvPr>
          <p:cNvSpPr>
            <a:spLocks noGrp="1"/>
          </p:cNvSpPr>
          <p:nvPr/>
        </p:nvSpPr>
        <p:spPr>
          <a:xfrm>
            <a:off x="769744" y="6173800"/>
            <a:ext cx="28398" cy="28398"/>
          </a:xfrm>
          <a:prstGeom prst="ellipse">
            <a:avLst/>
          </a:prstGeom>
          <a:solidFill>
            <a:srgbClr val="7F8C97">
              <a:alpha val="48000"/>
            </a:srgbClr>
          </a:solidFill>
          <a:ln w="0">
            <a:noFill/>
            <a:prstDash val="solid"/>
          </a:ln>
        </p:spPr>
      </p:sp>
      <p:sp>
        <p:nvSpPr>
          <p:cNvPr id="2304" name="01_find_only_2303">
            <a:extLst>
              <a:ext uri="{FF2B5EF4-FFF2-40B4-BE49-F238E27FC236}">
                <a16:creationId xmlns:a16="http://schemas.microsoft.com/office/drawing/2014/main" id="{BB6C206D-88AF-46DC-9A4E-1069760B419D}"/>
              </a:ext>
            </a:extLst>
          </p:cNvPr>
          <p:cNvSpPr>
            <a:spLocks noGrp="1"/>
          </p:cNvSpPr>
          <p:nvPr/>
        </p:nvSpPr>
        <p:spPr>
          <a:xfrm>
            <a:off x="822585" y="5666594"/>
            <a:ext cx="28398" cy="28398"/>
          </a:xfrm>
          <a:prstGeom prst="ellipse">
            <a:avLst/>
          </a:prstGeom>
          <a:solidFill>
            <a:srgbClr val="7F8C97">
              <a:alpha val="48000"/>
            </a:srgbClr>
          </a:solidFill>
          <a:ln w="0">
            <a:noFill/>
            <a:prstDash val="solid"/>
          </a:ln>
        </p:spPr>
      </p:sp>
      <p:sp>
        <p:nvSpPr>
          <p:cNvPr id="2305" name="01_find_only_2304">
            <a:extLst>
              <a:ext uri="{FF2B5EF4-FFF2-40B4-BE49-F238E27FC236}">
                <a16:creationId xmlns:a16="http://schemas.microsoft.com/office/drawing/2014/main" id="{59DC1BFC-7963-47F9-B4E8-ED89208D6230}"/>
              </a:ext>
            </a:extLst>
          </p:cNvPr>
          <p:cNvSpPr>
            <a:spLocks noGrp="1"/>
          </p:cNvSpPr>
          <p:nvPr/>
        </p:nvSpPr>
        <p:spPr>
          <a:xfrm>
            <a:off x="774608" y="5666594"/>
            <a:ext cx="28398" cy="28398"/>
          </a:xfrm>
          <a:prstGeom prst="ellipse">
            <a:avLst/>
          </a:prstGeom>
          <a:solidFill>
            <a:srgbClr val="7F8C97">
              <a:alpha val="48000"/>
            </a:srgbClr>
          </a:solidFill>
          <a:ln w="0">
            <a:noFill/>
            <a:prstDash val="solid"/>
          </a:ln>
        </p:spPr>
      </p:sp>
      <p:sp>
        <p:nvSpPr>
          <p:cNvPr id="2306" name="01_find_only_2305">
            <a:extLst>
              <a:ext uri="{FF2B5EF4-FFF2-40B4-BE49-F238E27FC236}">
                <a16:creationId xmlns:a16="http://schemas.microsoft.com/office/drawing/2014/main" id="{F0C0FF0B-3D79-434F-8296-78EB01C970A8}"/>
              </a:ext>
            </a:extLst>
          </p:cNvPr>
          <p:cNvSpPr>
            <a:spLocks noGrp="1"/>
          </p:cNvSpPr>
          <p:nvPr/>
        </p:nvSpPr>
        <p:spPr>
          <a:xfrm>
            <a:off x="782048" y="5539792"/>
            <a:ext cx="28398" cy="28398"/>
          </a:xfrm>
          <a:prstGeom prst="ellipse">
            <a:avLst/>
          </a:prstGeom>
          <a:solidFill>
            <a:srgbClr val="7F8C97">
              <a:alpha val="48000"/>
            </a:srgbClr>
          </a:solidFill>
          <a:ln w="0">
            <a:noFill/>
            <a:prstDash val="solid"/>
          </a:ln>
        </p:spPr>
      </p:sp>
      <p:sp>
        <p:nvSpPr>
          <p:cNvPr id="2307" name="01_find_only_2306">
            <a:extLst>
              <a:ext uri="{FF2B5EF4-FFF2-40B4-BE49-F238E27FC236}">
                <a16:creationId xmlns:a16="http://schemas.microsoft.com/office/drawing/2014/main" id="{9506E3FB-BF41-4D3C-BB94-D4D2921B0A84}"/>
              </a:ext>
            </a:extLst>
          </p:cNvPr>
          <p:cNvSpPr>
            <a:spLocks noGrp="1"/>
          </p:cNvSpPr>
          <p:nvPr/>
        </p:nvSpPr>
        <p:spPr>
          <a:xfrm>
            <a:off x="841280" y="5539792"/>
            <a:ext cx="28398" cy="28398"/>
          </a:xfrm>
          <a:prstGeom prst="ellipse">
            <a:avLst/>
          </a:prstGeom>
          <a:solidFill>
            <a:srgbClr val="7F8C97">
              <a:alpha val="48000"/>
            </a:srgbClr>
          </a:solidFill>
          <a:ln w="0">
            <a:noFill/>
            <a:prstDash val="solid"/>
          </a:ln>
        </p:spPr>
      </p:sp>
      <p:sp>
        <p:nvSpPr>
          <p:cNvPr id="2308" name="01_find_only_2307">
            <a:extLst>
              <a:ext uri="{FF2B5EF4-FFF2-40B4-BE49-F238E27FC236}">
                <a16:creationId xmlns:a16="http://schemas.microsoft.com/office/drawing/2014/main" id="{662F4AC1-74C8-40A0-80A3-C96133F49E79}"/>
              </a:ext>
            </a:extLst>
          </p:cNvPr>
          <p:cNvSpPr>
            <a:spLocks noGrp="1"/>
          </p:cNvSpPr>
          <p:nvPr/>
        </p:nvSpPr>
        <p:spPr>
          <a:xfrm>
            <a:off x="783574" y="5539792"/>
            <a:ext cx="28398" cy="28398"/>
          </a:xfrm>
          <a:prstGeom prst="ellipse">
            <a:avLst/>
          </a:prstGeom>
          <a:solidFill>
            <a:srgbClr val="7F8C97">
              <a:alpha val="48000"/>
            </a:srgbClr>
          </a:solidFill>
          <a:ln w="0">
            <a:noFill/>
            <a:prstDash val="solid"/>
          </a:ln>
        </p:spPr>
      </p:sp>
      <p:sp>
        <p:nvSpPr>
          <p:cNvPr id="2309" name="01_find_only_2308">
            <a:extLst>
              <a:ext uri="{FF2B5EF4-FFF2-40B4-BE49-F238E27FC236}">
                <a16:creationId xmlns:a16="http://schemas.microsoft.com/office/drawing/2014/main" id="{EB6173F4-EF12-42AD-BC93-B7D44E4C3C67}"/>
              </a:ext>
            </a:extLst>
          </p:cNvPr>
          <p:cNvSpPr>
            <a:spLocks noGrp="1"/>
          </p:cNvSpPr>
          <p:nvPr/>
        </p:nvSpPr>
        <p:spPr>
          <a:xfrm>
            <a:off x="835938" y="5751128"/>
            <a:ext cx="28398" cy="28398"/>
          </a:xfrm>
          <a:prstGeom prst="ellipse">
            <a:avLst/>
          </a:prstGeom>
          <a:solidFill>
            <a:srgbClr val="7F8C97">
              <a:alpha val="48000"/>
            </a:srgbClr>
          </a:solidFill>
          <a:ln w="0">
            <a:noFill/>
            <a:prstDash val="solid"/>
          </a:ln>
        </p:spPr>
      </p:sp>
      <p:sp>
        <p:nvSpPr>
          <p:cNvPr id="2310" name="01_find_only_2309">
            <a:extLst>
              <a:ext uri="{FF2B5EF4-FFF2-40B4-BE49-F238E27FC236}">
                <a16:creationId xmlns:a16="http://schemas.microsoft.com/office/drawing/2014/main" id="{3C3657AA-A2F4-4683-9B7C-C0D5FA16AE31}"/>
              </a:ext>
            </a:extLst>
          </p:cNvPr>
          <p:cNvSpPr>
            <a:spLocks noGrp="1"/>
          </p:cNvSpPr>
          <p:nvPr/>
        </p:nvSpPr>
        <p:spPr>
          <a:xfrm>
            <a:off x="836701" y="5539792"/>
            <a:ext cx="28398" cy="28398"/>
          </a:xfrm>
          <a:prstGeom prst="ellipse">
            <a:avLst/>
          </a:prstGeom>
          <a:solidFill>
            <a:srgbClr val="7F8C97">
              <a:alpha val="48000"/>
            </a:srgbClr>
          </a:solidFill>
          <a:ln w="0">
            <a:noFill/>
            <a:prstDash val="solid"/>
          </a:ln>
        </p:spPr>
      </p:sp>
      <p:sp>
        <p:nvSpPr>
          <p:cNvPr id="2311" name="01_find_only_2310">
            <a:extLst>
              <a:ext uri="{FF2B5EF4-FFF2-40B4-BE49-F238E27FC236}">
                <a16:creationId xmlns:a16="http://schemas.microsoft.com/office/drawing/2014/main" id="{CED6C0C6-637D-4736-8B5C-6438D96E88BD}"/>
              </a:ext>
            </a:extLst>
          </p:cNvPr>
          <p:cNvSpPr>
            <a:spLocks noGrp="1"/>
          </p:cNvSpPr>
          <p:nvPr/>
        </p:nvSpPr>
        <p:spPr>
          <a:xfrm>
            <a:off x="839181" y="5751128"/>
            <a:ext cx="28398" cy="28398"/>
          </a:xfrm>
          <a:prstGeom prst="ellipse">
            <a:avLst/>
          </a:prstGeom>
          <a:solidFill>
            <a:srgbClr val="7F8C97">
              <a:alpha val="48000"/>
            </a:srgbClr>
          </a:solidFill>
          <a:ln w="0">
            <a:noFill/>
            <a:prstDash val="solid"/>
          </a:ln>
        </p:spPr>
      </p:sp>
      <p:sp>
        <p:nvSpPr>
          <p:cNvPr id="2312" name="01_find_only_2311">
            <a:extLst>
              <a:ext uri="{FF2B5EF4-FFF2-40B4-BE49-F238E27FC236}">
                <a16:creationId xmlns:a16="http://schemas.microsoft.com/office/drawing/2014/main" id="{CEE871F3-7007-450A-9266-A5C2DD1F6944}"/>
              </a:ext>
            </a:extLst>
          </p:cNvPr>
          <p:cNvSpPr>
            <a:spLocks noGrp="1"/>
          </p:cNvSpPr>
          <p:nvPr/>
        </p:nvSpPr>
        <p:spPr>
          <a:xfrm>
            <a:off x="784337" y="5920197"/>
            <a:ext cx="28398" cy="28398"/>
          </a:xfrm>
          <a:prstGeom prst="ellipse">
            <a:avLst/>
          </a:prstGeom>
          <a:solidFill>
            <a:srgbClr val="7F8C97">
              <a:alpha val="48000"/>
            </a:srgbClr>
          </a:solidFill>
          <a:ln w="0">
            <a:noFill/>
            <a:prstDash val="solid"/>
          </a:ln>
        </p:spPr>
      </p:sp>
      <p:sp>
        <p:nvSpPr>
          <p:cNvPr id="2313" name="01_find_only_2312">
            <a:extLst>
              <a:ext uri="{FF2B5EF4-FFF2-40B4-BE49-F238E27FC236}">
                <a16:creationId xmlns:a16="http://schemas.microsoft.com/office/drawing/2014/main" id="{93917DE0-B7B9-4F54-8285-AEC46DA3DCBE}"/>
              </a:ext>
            </a:extLst>
          </p:cNvPr>
          <p:cNvSpPr>
            <a:spLocks noGrp="1"/>
          </p:cNvSpPr>
          <p:nvPr/>
        </p:nvSpPr>
        <p:spPr>
          <a:xfrm>
            <a:off x="769934" y="5539792"/>
            <a:ext cx="28398" cy="28398"/>
          </a:xfrm>
          <a:prstGeom prst="ellipse">
            <a:avLst/>
          </a:prstGeom>
          <a:solidFill>
            <a:srgbClr val="7F8C97">
              <a:alpha val="48000"/>
            </a:srgbClr>
          </a:solidFill>
          <a:ln w="0">
            <a:noFill/>
            <a:prstDash val="solid"/>
          </a:ln>
        </p:spPr>
      </p:sp>
      <p:sp>
        <p:nvSpPr>
          <p:cNvPr id="2314" name="01_find_only_2313">
            <a:extLst>
              <a:ext uri="{FF2B5EF4-FFF2-40B4-BE49-F238E27FC236}">
                <a16:creationId xmlns:a16="http://schemas.microsoft.com/office/drawing/2014/main" id="{41DBA869-4DCB-4224-AF00-7CDAF357EC89}"/>
              </a:ext>
            </a:extLst>
          </p:cNvPr>
          <p:cNvSpPr>
            <a:spLocks noGrp="1"/>
          </p:cNvSpPr>
          <p:nvPr/>
        </p:nvSpPr>
        <p:spPr>
          <a:xfrm>
            <a:off x="825446" y="6173800"/>
            <a:ext cx="28398" cy="28398"/>
          </a:xfrm>
          <a:prstGeom prst="ellipse">
            <a:avLst/>
          </a:prstGeom>
          <a:solidFill>
            <a:srgbClr val="7F8C97">
              <a:alpha val="48000"/>
            </a:srgbClr>
          </a:solidFill>
          <a:ln w="0">
            <a:noFill/>
            <a:prstDash val="solid"/>
          </a:ln>
        </p:spPr>
      </p:sp>
      <p:sp>
        <p:nvSpPr>
          <p:cNvPr id="2315" name="01_find_only_2314">
            <a:extLst>
              <a:ext uri="{FF2B5EF4-FFF2-40B4-BE49-F238E27FC236}">
                <a16:creationId xmlns:a16="http://schemas.microsoft.com/office/drawing/2014/main" id="{A2128C0D-9F4B-4278-AB19-57DDF079D039}"/>
              </a:ext>
            </a:extLst>
          </p:cNvPr>
          <p:cNvSpPr>
            <a:spLocks noGrp="1"/>
          </p:cNvSpPr>
          <p:nvPr/>
        </p:nvSpPr>
        <p:spPr>
          <a:xfrm>
            <a:off x="765451" y="6173800"/>
            <a:ext cx="28398" cy="28398"/>
          </a:xfrm>
          <a:prstGeom prst="ellipse">
            <a:avLst/>
          </a:prstGeom>
          <a:solidFill>
            <a:srgbClr val="7F8C97">
              <a:alpha val="48000"/>
            </a:srgbClr>
          </a:solidFill>
          <a:ln w="0">
            <a:noFill/>
            <a:prstDash val="solid"/>
          </a:ln>
        </p:spPr>
      </p:sp>
      <p:sp>
        <p:nvSpPr>
          <p:cNvPr id="2316" name="01_find_only_2315">
            <a:extLst>
              <a:ext uri="{FF2B5EF4-FFF2-40B4-BE49-F238E27FC236}">
                <a16:creationId xmlns:a16="http://schemas.microsoft.com/office/drawing/2014/main" id="{8E7A5BA8-529F-443A-AFFA-79003D354E37}"/>
              </a:ext>
            </a:extLst>
          </p:cNvPr>
          <p:cNvSpPr>
            <a:spLocks noGrp="1"/>
          </p:cNvSpPr>
          <p:nvPr/>
        </p:nvSpPr>
        <p:spPr>
          <a:xfrm>
            <a:off x="771460" y="6173800"/>
            <a:ext cx="28398" cy="28398"/>
          </a:xfrm>
          <a:prstGeom prst="ellipse">
            <a:avLst/>
          </a:prstGeom>
          <a:solidFill>
            <a:srgbClr val="7F8C97">
              <a:alpha val="48000"/>
            </a:srgbClr>
          </a:solidFill>
          <a:ln w="0">
            <a:noFill/>
            <a:prstDash val="solid"/>
          </a:ln>
        </p:spPr>
      </p:sp>
      <p:sp>
        <p:nvSpPr>
          <p:cNvPr id="2317" name="01_find_only_2316">
            <a:extLst>
              <a:ext uri="{FF2B5EF4-FFF2-40B4-BE49-F238E27FC236}">
                <a16:creationId xmlns:a16="http://schemas.microsoft.com/office/drawing/2014/main" id="{7444CE59-EBB6-4419-941E-1276B4813237}"/>
              </a:ext>
            </a:extLst>
          </p:cNvPr>
          <p:cNvSpPr>
            <a:spLocks noGrp="1"/>
          </p:cNvSpPr>
          <p:nvPr/>
        </p:nvSpPr>
        <p:spPr>
          <a:xfrm>
            <a:off x="827831" y="5666594"/>
            <a:ext cx="28398" cy="28398"/>
          </a:xfrm>
          <a:prstGeom prst="ellipse">
            <a:avLst/>
          </a:prstGeom>
          <a:solidFill>
            <a:srgbClr val="7F8C97">
              <a:alpha val="48000"/>
            </a:srgbClr>
          </a:solidFill>
          <a:ln w="0">
            <a:noFill/>
            <a:prstDash val="solid"/>
          </a:ln>
        </p:spPr>
      </p:sp>
      <p:sp>
        <p:nvSpPr>
          <p:cNvPr id="2318" name="01_find_only_2317">
            <a:extLst>
              <a:ext uri="{FF2B5EF4-FFF2-40B4-BE49-F238E27FC236}">
                <a16:creationId xmlns:a16="http://schemas.microsoft.com/office/drawing/2014/main" id="{41DBA1E4-82E2-4BFF-B201-084251DE63D5}"/>
              </a:ext>
            </a:extLst>
          </p:cNvPr>
          <p:cNvSpPr>
            <a:spLocks noGrp="1"/>
          </p:cNvSpPr>
          <p:nvPr/>
        </p:nvSpPr>
        <p:spPr>
          <a:xfrm>
            <a:off x="766310" y="5539792"/>
            <a:ext cx="28398" cy="28398"/>
          </a:xfrm>
          <a:prstGeom prst="ellipse">
            <a:avLst/>
          </a:prstGeom>
          <a:solidFill>
            <a:srgbClr val="7F8C97">
              <a:alpha val="48000"/>
            </a:srgbClr>
          </a:solidFill>
          <a:ln w="0">
            <a:noFill/>
            <a:prstDash val="solid"/>
          </a:ln>
        </p:spPr>
      </p:sp>
      <p:sp>
        <p:nvSpPr>
          <p:cNvPr id="2319" name="01_find_only_2318">
            <a:extLst>
              <a:ext uri="{FF2B5EF4-FFF2-40B4-BE49-F238E27FC236}">
                <a16:creationId xmlns:a16="http://schemas.microsoft.com/office/drawing/2014/main" id="{D719B5DE-551B-43C1-A3AD-532033D7BFF6}"/>
              </a:ext>
            </a:extLst>
          </p:cNvPr>
          <p:cNvSpPr>
            <a:spLocks noGrp="1"/>
          </p:cNvSpPr>
          <p:nvPr/>
        </p:nvSpPr>
        <p:spPr>
          <a:xfrm>
            <a:off x="846144" y="6173800"/>
            <a:ext cx="28398" cy="28398"/>
          </a:xfrm>
          <a:prstGeom prst="ellipse">
            <a:avLst/>
          </a:prstGeom>
          <a:solidFill>
            <a:srgbClr val="7F8C97">
              <a:alpha val="48000"/>
            </a:srgbClr>
          </a:solidFill>
          <a:ln w="0">
            <a:noFill/>
            <a:prstDash val="solid"/>
          </a:ln>
        </p:spPr>
      </p:sp>
      <p:sp>
        <p:nvSpPr>
          <p:cNvPr id="2320" name="01_find_only_2319">
            <a:extLst>
              <a:ext uri="{FF2B5EF4-FFF2-40B4-BE49-F238E27FC236}">
                <a16:creationId xmlns:a16="http://schemas.microsoft.com/office/drawing/2014/main" id="{AE911D95-B7A5-43C7-8412-953B0D6B0D3B}"/>
              </a:ext>
            </a:extLst>
          </p:cNvPr>
          <p:cNvSpPr>
            <a:spLocks noGrp="1"/>
          </p:cNvSpPr>
          <p:nvPr/>
        </p:nvSpPr>
        <p:spPr>
          <a:xfrm>
            <a:off x="831551" y="6173800"/>
            <a:ext cx="28398" cy="28398"/>
          </a:xfrm>
          <a:prstGeom prst="ellipse">
            <a:avLst/>
          </a:prstGeom>
          <a:solidFill>
            <a:srgbClr val="7F8C97">
              <a:alpha val="48000"/>
            </a:srgbClr>
          </a:solidFill>
          <a:ln w="0">
            <a:noFill/>
            <a:prstDash val="solid"/>
          </a:ln>
        </p:spPr>
      </p:sp>
      <p:sp>
        <p:nvSpPr>
          <p:cNvPr id="2321" name="01_find_only_2320">
            <a:extLst>
              <a:ext uri="{FF2B5EF4-FFF2-40B4-BE49-F238E27FC236}">
                <a16:creationId xmlns:a16="http://schemas.microsoft.com/office/drawing/2014/main" id="{D9D7DF11-FAAD-4ABB-BC8A-3C21A493C755}"/>
              </a:ext>
            </a:extLst>
          </p:cNvPr>
          <p:cNvSpPr>
            <a:spLocks noGrp="1"/>
          </p:cNvSpPr>
          <p:nvPr/>
        </p:nvSpPr>
        <p:spPr>
          <a:xfrm>
            <a:off x="797023" y="5539792"/>
            <a:ext cx="28398" cy="28398"/>
          </a:xfrm>
          <a:prstGeom prst="ellipse">
            <a:avLst/>
          </a:prstGeom>
          <a:solidFill>
            <a:srgbClr val="7F8C97">
              <a:alpha val="48000"/>
            </a:srgbClr>
          </a:solidFill>
          <a:ln w="0">
            <a:noFill/>
            <a:prstDash val="solid"/>
          </a:ln>
        </p:spPr>
      </p:sp>
      <p:sp>
        <p:nvSpPr>
          <p:cNvPr id="2322" name="01_find_only_2321">
            <a:extLst>
              <a:ext uri="{FF2B5EF4-FFF2-40B4-BE49-F238E27FC236}">
                <a16:creationId xmlns:a16="http://schemas.microsoft.com/office/drawing/2014/main" id="{904D9979-B97A-4F95-9FFD-2D33B852BF27}"/>
              </a:ext>
            </a:extLst>
          </p:cNvPr>
          <p:cNvSpPr>
            <a:spLocks noGrp="1"/>
          </p:cNvSpPr>
          <p:nvPr/>
        </p:nvSpPr>
        <p:spPr>
          <a:xfrm>
            <a:off x="780903" y="6173800"/>
            <a:ext cx="28398" cy="28398"/>
          </a:xfrm>
          <a:prstGeom prst="ellipse">
            <a:avLst/>
          </a:prstGeom>
          <a:solidFill>
            <a:srgbClr val="7F8C97">
              <a:alpha val="48000"/>
            </a:srgbClr>
          </a:solidFill>
          <a:ln w="0">
            <a:noFill/>
            <a:prstDash val="solid"/>
          </a:ln>
        </p:spPr>
      </p:sp>
      <p:sp>
        <p:nvSpPr>
          <p:cNvPr id="2323" name="01_find_only_2322">
            <a:extLst>
              <a:ext uri="{FF2B5EF4-FFF2-40B4-BE49-F238E27FC236}">
                <a16:creationId xmlns:a16="http://schemas.microsoft.com/office/drawing/2014/main" id="{F47DD109-A8CD-4841-841C-F53C7D69C001}"/>
              </a:ext>
            </a:extLst>
          </p:cNvPr>
          <p:cNvSpPr>
            <a:spLocks noGrp="1"/>
          </p:cNvSpPr>
          <p:nvPr/>
        </p:nvSpPr>
        <p:spPr>
          <a:xfrm>
            <a:off x="848815" y="5630365"/>
            <a:ext cx="28398" cy="28398"/>
          </a:xfrm>
          <a:prstGeom prst="ellipse">
            <a:avLst/>
          </a:prstGeom>
          <a:solidFill>
            <a:srgbClr val="7F8C97">
              <a:alpha val="48000"/>
            </a:srgbClr>
          </a:solidFill>
          <a:ln w="0">
            <a:noFill/>
            <a:prstDash val="solid"/>
          </a:ln>
        </p:spPr>
      </p:sp>
      <p:sp>
        <p:nvSpPr>
          <p:cNvPr id="2324" name="01_find_only_2323">
            <a:extLst>
              <a:ext uri="{FF2B5EF4-FFF2-40B4-BE49-F238E27FC236}">
                <a16:creationId xmlns:a16="http://schemas.microsoft.com/office/drawing/2014/main" id="{42AA5099-09C3-4ECE-A883-97B307ABB493}"/>
              </a:ext>
            </a:extLst>
          </p:cNvPr>
          <p:cNvSpPr>
            <a:spLocks noGrp="1"/>
          </p:cNvSpPr>
          <p:nvPr/>
        </p:nvSpPr>
        <p:spPr>
          <a:xfrm>
            <a:off x="814191" y="6173800"/>
            <a:ext cx="28398" cy="28398"/>
          </a:xfrm>
          <a:prstGeom prst="ellipse">
            <a:avLst/>
          </a:prstGeom>
          <a:solidFill>
            <a:srgbClr val="7F8C97">
              <a:alpha val="48000"/>
            </a:srgbClr>
          </a:solidFill>
          <a:ln w="0">
            <a:noFill/>
            <a:prstDash val="solid"/>
          </a:ln>
        </p:spPr>
      </p:sp>
      <p:sp>
        <p:nvSpPr>
          <p:cNvPr id="2325" name="01_find_only_2324">
            <a:extLst>
              <a:ext uri="{FF2B5EF4-FFF2-40B4-BE49-F238E27FC236}">
                <a16:creationId xmlns:a16="http://schemas.microsoft.com/office/drawing/2014/main" id="{989FA155-7970-4AC9-83F9-DDB6A105EFFD}"/>
              </a:ext>
            </a:extLst>
          </p:cNvPr>
          <p:cNvSpPr>
            <a:spLocks noGrp="1"/>
          </p:cNvSpPr>
          <p:nvPr/>
        </p:nvSpPr>
        <p:spPr>
          <a:xfrm>
            <a:off x="835938" y="6173800"/>
            <a:ext cx="28398" cy="28398"/>
          </a:xfrm>
          <a:prstGeom prst="ellipse">
            <a:avLst/>
          </a:prstGeom>
          <a:solidFill>
            <a:srgbClr val="7F8C97">
              <a:alpha val="48000"/>
            </a:srgbClr>
          </a:solidFill>
          <a:ln w="0">
            <a:noFill/>
            <a:prstDash val="solid"/>
          </a:ln>
        </p:spPr>
      </p:sp>
      <p:sp>
        <p:nvSpPr>
          <p:cNvPr id="2326" name="01_find_only_2325">
            <a:extLst>
              <a:ext uri="{FF2B5EF4-FFF2-40B4-BE49-F238E27FC236}">
                <a16:creationId xmlns:a16="http://schemas.microsoft.com/office/drawing/2014/main" id="{F31A3414-2881-4911-A167-1B4D7BC20B06}"/>
              </a:ext>
            </a:extLst>
          </p:cNvPr>
          <p:cNvSpPr>
            <a:spLocks noGrp="1"/>
          </p:cNvSpPr>
          <p:nvPr/>
        </p:nvSpPr>
        <p:spPr>
          <a:xfrm>
            <a:off x="769076" y="5666594"/>
            <a:ext cx="28398" cy="28398"/>
          </a:xfrm>
          <a:prstGeom prst="ellipse">
            <a:avLst/>
          </a:prstGeom>
          <a:solidFill>
            <a:srgbClr val="7F8C97">
              <a:alpha val="48000"/>
            </a:srgbClr>
          </a:solidFill>
          <a:ln w="0">
            <a:noFill/>
            <a:prstDash val="solid"/>
          </a:ln>
        </p:spPr>
      </p:sp>
      <p:sp>
        <p:nvSpPr>
          <p:cNvPr id="2327" name="01_find_only_2326">
            <a:extLst>
              <a:ext uri="{FF2B5EF4-FFF2-40B4-BE49-F238E27FC236}">
                <a16:creationId xmlns:a16="http://schemas.microsoft.com/office/drawing/2014/main" id="{1520F996-A8A3-4C7F-828C-12432C831FB5}"/>
              </a:ext>
            </a:extLst>
          </p:cNvPr>
          <p:cNvSpPr>
            <a:spLocks noGrp="1"/>
          </p:cNvSpPr>
          <p:nvPr/>
        </p:nvSpPr>
        <p:spPr>
          <a:xfrm>
            <a:off x="795973" y="6173800"/>
            <a:ext cx="28398" cy="28398"/>
          </a:xfrm>
          <a:prstGeom prst="ellipse">
            <a:avLst/>
          </a:prstGeom>
          <a:solidFill>
            <a:srgbClr val="7F8C97">
              <a:alpha val="48000"/>
            </a:srgbClr>
          </a:solidFill>
          <a:ln w="0">
            <a:noFill/>
            <a:prstDash val="solid"/>
          </a:ln>
        </p:spPr>
      </p:sp>
      <p:sp>
        <p:nvSpPr>
          <p:cNvPr id="2328" name="01_find_only_2327">
            <a:extLst>
              <a:ext uri="{FF2B5EF4-FFF2-40B4-BE49-F238E27FC236}">
                <a16:creationId xmlns:a16="http://schemas.microsoft.com/office/drawing/2014/main" id="{C1B5733C-4698-454A-9812-82301B97C3C0}"/>
              </a:ext>
            </a:extLst>
          </p:cNvPr>
          <p:cNvSpPr>
            <a:spLocks noGrp="1"/>
          </p:cNvSpPr>
          <p:nvPr/>
        </p:nvSpPr>
        <p:spPr>
          <a:xfrm>
            <a:off x="830025" y="5539792"/>
            <a:ext cx="28398" cy="28398"/>
          </a:xfrm>
          <a:prstGeom prst="ellipse">
            <a:avLst/>
          </a:prstGeom>
          <a:solidFill>
            <a:srgbClr val="7F8C97">
              <a:alpha val="48000"/>
            </a:srgbClr>
          </a:solidFill>
          <a:ln w="0">
            <a:noFill/>
            <a:prstDash val="solid"/>
          </a:ln>
        </p:spPr>
      </p:sp>
      <p:sp>
        <p:nvSpPr>
          <p:cNvPr id="2329" name="01_find_only_2328">
            <a:extLst>
              <a:ext uri="{FF2B5EF4-FFF2-40B4-BE49-F238E27FC236}">
                <a16:creationId xmlns:a16="http://schemas.microsoft.com/office/drawing/2014/main" id="{23E90D4A-9C86-4827-BCD8-64756D2B38F9}"/>
              </a:ext>
            </a:extLst>
          </p:cNvPr>
          <p:cNvSpPr>
            <a:spLocks noGrp="1"/>
          </p:cNvSpPr>
          <p:nvPr/>
        </p:nvSpPr>
        <p:spPr>
          <a:xfrm>
            <a:off x="816194" y="5539792"/>
            <a:ext cx="28398" cy="28398"/>
          </a:xfrm>
          <a:prstGeom prst="ellipse">
            <a:avLst/>
          </a:prstGeom>
          <a:solidFill>
            <a:srgbClr val="7F8C97">
              <a:alpha val="48000"/>
            </a:srgbClr>
          </a:solidFill>
          <a:ln w="0">
            <a:noFill/>
            <a:prstDash val="solid"/>
          </a:ln>
        </p:spPr>
      </p:sp>
      <p:sp>
        <p:nvSpPr>
          <p:cNvPr id="2330" name="01_find_only_2329">
            <a:extLst>
              <a:ext uri="{FF2B5EF4-FFF2-40B4-BE49-F238E27FC236}">
                <a16:creationId xmlns:a16="http://schemas.microsoft.com/office/drawing/2014/main" id="{CAECA2CA-D4C0-4D13-A42A-35F0CED94BFC}"/>
              </a:ext>
            </a:extLst>
          </p:cNvPr>
          <p:cNvSpPr>
            <a:spLocks noGrp="1"/>
          </p:cNvSpPr>
          <p:nvPr/>
        </p:nvSpPr>
        <p:spPr>
          <a:xfrm>
            <a:off x="844141" y="5624326"/>
            <a:ext cx="28398" cy="28398"/>
          </a:xfrm>
          <a:prstGeom prst="ellipse">
            <a:avLst/>
          </a:prstGeom>
          <a:solidFill>
            <a:srgbClr val="7F8C97">
              <a:alpha val="48000"/>
            </a:srgbClr>
          </a:solidFill>
          <a:ln w="0">
            <a:noFill/>
            <a:prstDash val="solid"/>
          </a:ln>
        </p:spPr>
      </p:sp>
      <p:sp>
        <p:nvSpPr>
          <p:cNvPr id="2331" name="01_find_only_2330">
            <a:extLst>
              <a:ext uri="{FF2B5EF4-FFF2-40B4-BE49-F238E27FC236}">
                <a16:creationId xmlns:a16="http://schemas.microsoft.com/office/drawing/2014/main" id="{8D1C219F-20A2-468D-8162-94FF16404A69}"/>
              </a:ext>
            </a:extLst>
          </p:cNvPr>
          <p:cNvSpPr>
            <a:spLocks noGrp="1"/>
          </p:cNvSpPr>
          <p:nvPr/>
        </p:nvSpPr>
        <p:spPr>
          <a:xfrm>
            <a:off x="755627" y="5539792"/>
            <a:ext cx="28398" cy="28398"/>
          </a:xfrm>
          <a:prstGeom prst="ellipse">
            <a:avLst/>
          </a:prstGeom>
          <a:solidFill>
            <a:srgbClr val="7F8C97">
              <a:alpha val="48000"/>
            </a:srgbClr>
          </a:solidFill>
          <a:ln w="0">
            <a:noFill/>
            <a:prstDash val="solid"/>
          </a:ln>
        </p:spPr>
      </p:sp>
      <p:sp>
        <p:nvSpPr>
          <p:cNvPr id="2332" name="01_find_only_2331">
            <a:extLst>
              <a:ext uri="{FF2B5EF4-FFF2-40B4-BE49-F238E27FC236}">
                <a16:creationId xmlns:a16="http://schemas.microsoft.com/office/drawing/2014/main" id="{031BE57E-234B-44CD-AC16-8707A4BEB684}"/>
              </a:ext>
            </a:extLst>
          </p:cNvPr>
          <p:cNvSpPr>
            <a:spLocks noGrp="1"/>
          </p:cNvSpPr>
          <p:nvPr/>
        </p:nvSpPr>
        <p:spPr>
          <a:xfrm>
            <a:off x="794924" y="6173800"/>
            <a:ext cx="28398" cy="28398"/>
          </a:xfrm>
          <a:prstGeom prst="ellipse">
            <a:avLst/>
          </a:prstGeom>
          <a:solidFill>
            <a:srgbClr val="7F8C97">
              <a:alpha val="48000"/>
            </a:srgbClr>
          </a:solidFill>
          <a:ln w="0">
            <a:noFill/>
            <a:prstDash val="solid"/>
          </a:ln>
        </p:spPr>
      </p:sp>
      <p:sp>
        <p:nvSpPr>
          <p:cNvPr id="2333" name="01_find_only_2332">
            <a:extLst>
              <a:ext uri="{FF2B5EF4-FFF2-40B4-BE49-F238E27FC236}">
                <a16:creationId xmlns:a16="http://schemas.microsoft.com/office/drawing/2014/main" id="{64287E00-B51E-402B-A838-036CF12E20C6}"/>
              </a:ext>
            </a:extLst>
          </p:cNvPr>
          <p:cNvSpPr>
            <a:spLocks noGrp="1"/>
          </p:cNvSpPr>
          <p:nvPr/>
        </p:nvSpPr>
        <p:spPr>
          <a:xfrm>
            <a:off x="812761" y="6173800"/>
            <a:ext cx="28398" cy="28398"/>
          </a:xfrm>
          <a:prstGeom prst="ellipse">
            <a:avLst/>
          </a:prstGeom>
          <a:solidFill>
            <a:srgbClr val="7F8C97">
              <a:alpha val="48000"/>
            </a:srgbClr>
          </a:solidFill>
          <a:ln w="0">
            <a:noFill/>
            <a:prstDash val="solid"/>
          </a:ln>
        </p:spPr>
      </p:sp>
      <p:sp>
        <p:nvSpPr>
          <p:cNvPr id="2334" name="01_find_only_2333">
            <a:extLst>
              <a:ext uri="{FF2B5EF4-FFF2-40B4-BE49-F238E27FC236}">
                <a16:creationId xmlns:a16="http://schemas.microsoft.com/office/drawing/2014/main" id="{F82010CA-9BF7-4571-9454-C7699562B62A}"/>
              </a:ext>
            </a:extLst>
          </p:cNvPr>
          <p:cNvSpPr>
            <a:spLocks noGrp="1"/>
          </p:cNvSpPr>
          <p:nvPr/>
        </p:nvSpPr>
        <p:spPr>
          <a:xfrm>
            <a:off x="783097" y="6173800"/>
            <a:ext cx="28398" cy="28398"/>
          </a:xfrm>
          <a:prstGeom prst="ellipse">
            <a:avLst/>
          </a:prstGeom>
          <a:solidFill>
            <a:srgbClr val="7F8C97">
              <a:alpha val="48000"/>
            </a:srgbClr>
          </a:solidFill>
          <a:ln w="0">
            <a:noFill/>
            <a:prstDash val="solid"/>
          </a:ln>
        </p:spPr>
      </p:sp>
      <p:sp>
        <p:nvSpPr>
          <p:cNvPr id="2335" name="01_find_only_2334">
            <a:extLst>
              <a:ext uri="{FF2B5EF4-FFF2-40B4-BE49-F238E27FC236}">
                <a16:creationId xmlns:a16="http://schemas.microsoft.com/office/drawing/2014/main" id="{9CB3862E-58DE-4943-9F9B-FB7CBEF58519}"/>
              </a:ext>
            </a:extLst>
          </p:cNvPr>
          <p:cNvSpPr>
            <a:spLocks noGrp="1"/>
          </p:cNvSpPr>
          <p:nvPr/>
        </p:nvSpPr>
        <p:spPr>
          <a:xfrm>
            <a:off x="804462" y="5539792"/>
            <a:ext cx="28398" cy="28398"/>
          </a:xfrm>
          <a:prstGeom prst="ellipse">
            <a:avLst/>
          </a:prstGeom>
          <a:solidFill>
            <a:srgbClr val="7F8C97">
              <a:alpha val="48000"/>
            </a:srgbClr>
          </a:solidFill>
          <a:ln w="0">
            <a:noFill/>
            <a:prstDash val="solid"/>
          </a:ln>
        </p:spPr>
      </p:sp>
      <p:sp>
        <p:nvSpPr>
          <p:cNvPr id="2336" name="01_find_only_2335">
            <a:extLst>
              <a:ext uri="{FF2B5EF4-FFF2-40B4-BE49-F238E27FC236}">
                <a16:creationId xmlns:a16="http://schemas.microsoft.com/office/drawing/2014/main" id="{5ED1D158-7DC1-445F-95A4-B0E556385F17}"/>
              </a:ext>
            </a:extLst>
          </p:cNvPr>
          <p:cNvSpPr>
            <a:spLocks noGrp="1"/>
          </p:cNvSpPr>
          <p:nvPr/>
        </p:nvSpPr>
        <p:spPr>
          <a:xfrm>
            <a:off x="792444" y="6068132"/>
            <a:ext cx="28398" cy="28398"/>
          </a:xfrm>
          <a:prstGeom prst="ellipse">
            <a:avLst/>
          </a:prstGeom>
          <a:solidFill>
            <a:srgbClr val="7F8C97">
              <a:alpha val="48000"/>
            </a:srgbClr>
          </a:solidFill>
          <a:ln w="0">
            <a:noFill/>
            <a:prstDash val="solid"/>
          </a:ln>
        </p:spPr>
      </p:sp>
      <p:sp>
        <p:nvSpPr>
          <p:cNvPr id="2337" name="01_find_only_2336">
            <a:extLst>
              <a:ext uri="{FF2B5EF4-FFF2-40B4-BE49-F238E27FC236}">
                <a16:creationId xmlns:a16="http://schemas.microsoft.com/office/drawing/2014/main" id="{F996F06C-27F2-498C-9DC5-CD4DEB6B4E10}"/>
              </a:ext>
            </a:extLst>
          </p:cNvPr>
          <p:cNvSpPr>
            <a:spLocks noGrp="1"/>
          </p:cNvSpPr>
          <p:nvPr/>
        </p:nvSpPr>
        <p:spPr>
          <a:xfrm>
            <a:off x="833649" y="5992655"/>
            <a:ext cx="28398" cy="28398"/>
          </a:xfrm>
          <a:prstGeom prst="ellipse">
            <a:avLst/>
          </a:prstGeom>
          <a:solidFill>
            <a:srgbClr val="7F8C97">
              <a:alpha val="48000"/>
            </a:srgbClr>
          </a:solidFill>
          <a:ln w="0">
            <a:noFill/>
            <a:prstDash val="solid"/>
          </a:ln>
        </p:spPr>
      </p:sp>
      <p:sp>
        <p:nvSpPr>
          <p:cNvPr id="2338" name="01_find_only_2337">
            <a:extLst>
              <a:ext uri="{FF2B5EF4-FFF2-40B4-BE49-F238E27FC236}">
                <a16:creationId xmlns:a16="http://schemas.microsoft.com/office/drawing/2014/main" id="{CEC92227-08EE-4F2B-BDA0-04ADFF93A92D}"/>
              </a:ext>
            </a:extLst>
          </p:cNvPr>
          <p:cNvSpPr>
            <a:spLocks noGrp="1"/>
          </p:cNvSpPr>
          <p:nvPr/>
        </p:nvSpPr>
        <p:spPr>
          <a:xfrm>
            <a:off x="766119" y="5539792"/>
            <a:ext cx="28398" cy="28398"/>
          </a:xfrm>
          <a:prstGeom prst="ellipse">
            <a:avLst/>
          </a:prstGeom>
          <a:solidFill>
            <a:srgbClr val="7F8C97">
              <a:alpha val="48000"/>
            </a:srgbClr>
          </a:solidFill>
          <a:ln w="0">
            <a:noFill/>
            <a:prstDash val="solid"/>
          </a:ln>
        </p:spPr>
      </p:sp>
      <p:sp>
        <p:nvSpPr>
          <p:cNvPr id="2339" name="01_find_only_2338">
            <a:extLst>
              <a:ext uri="{FF2B5EF4-FFF2-40B4-BE49-F238E27FC236}">
                <a16:creationId xmlns:a16="http://schemas.microsoft.com/office/drawing/2014/main" id="{284E176E-9013-4A45-8797-BC9DDC5766D4}"/>
              </a:ext>
            </a:extLst>
          </p:cNvPr>
          <p:cNvSpPr>
            <a:spLocks noGrp="1"/>
          </p:cNvSpPr>
          <p:nvPr/>
        </p:nvSpPr>
        <p:spPr>
          <a:xfrm>
            <a:off x="770507" y="6173800"/>
            <a:ext cx="28398" cy="28398"/>
          </a:xfrm>
          <a:prstGeom prst="ellipse">
            <a:avLst/>
          </a:prstGeom>
          <a:solidFill>
            <a:srgbClr val="7F8C97">
              <a:alpha val="48000"/>
            </a:srgbClr>
          </a:solidFill>
          <a:ln w="0">
            <a:noFill/>
            <a:prstDash val="solid"/>
          </a:ln>
        </p:spPr>
      </p:sp>
      <p:sp>
        <p:nvSpPr>
          <p:cNvPr id="2340" name="01_find_only_2339">
            <a:extLst>
              <a:ext uri="{FF2B5EF4-FFF2-40B4-BE49-F238E27FC236}">
                <a16:creationId xmlns:a16="http://schemas.microsoft.com/office/drawing/2014/main" id="{5CB95598-474E-4458-AD78-C9ADBBAF5447}"/>
              </a:ext>
            </a:extLst>
          </p:cNvPr>
          <p:cNvSpPr>
            <a:spLocks noGrp="1"/>
          </p:cNvSpPr>
          <p:nvPr/>
        </p:nvSpPr>
        <p:spPr>
          <a:xfrm>
            <a:off x="810185" y="5539792"/>
            <a:ext cx="28398" cy="28398"/>
          </a:xfrm>
          <a:prstGeom prst="ellipse">
            <a:avLst/>
          </a:prstGeom>
          <a:solidFill>
            <a:srgbClr val="7F8C97">
              <a:alpha val="48000"/>
            </a:srgbClr>
          </a:solidFill>
          <a:ln w="0">
            <a:noFill/>
            <a:prstDash val="solid"/>
          </a:ln>
        </p:spPr>
      </p:sp>
      <p:sp>
        <p:nvSpPr>
          <p:cNvPr id="2341" name="01_find_only_2340">
            <a:extLst>
              <a:ext uri="{FF2B5EF4-FFF2-40B4-BE49-F238E27FC236}">
                <a16:creationId xmlns:a16="http://schemas.microsoft.com/office/drawing/2014/main" id="{A9276BE0-6EC4-42B7-AADB-527E64A1CC61}"/>
              </a:ext>
            </a:extLst>
          </p:cNvPr>
          <p:cNvSpPr>
            <a:spLocks noGrp="1"/>
          </p:cNvSpPr>
          <p:nvPr/>
        </p:nvSpPr>
        <p:spPr>
          <a:xfrm>
            <a:off x="809327" y="5539792"/>
            <a:ext cx="28398" cy="28398"/>
          </a:xfrm>
          <a:prstGeom prst="ellipse">
            <a:avLst/>
          </a:prstGeom>
          <a:solidFill>
            <a:srgbClr val="7F8C97">
              <a:alpha val="48000"/>
            </a:srgbClr>
          </a:solidFill>
          <a:ln w="0">
            <a:noFill/>
            <a:prstDash val="solid"/>
          </a:ln>
        </p:spPr>
      </p:sp>
      <p:sp>
        <p:nvSpPr>
          <p:cNvPr id="2342" name="01_find_only_2341">
            <a:extLst>
              <a:ext uri="{FF2B5EF4-FFF2-40B4-BE49-F238E27FC236}">
                <a16:creationId xmlns:a16="http://schemas.microsoft.com/office/drawing/2014/main" id="{9A556818-D138-4263-A77B-D213C86FCA6E}"/>
              </a:ext>
            </a:extLst>
          </p:cNvPr>
          <p:cNvSpPr>
            <a:spLocks noGrp="1"/>
          </p:cNvSpPr>
          <p:nvPr/>
        </p:nvSpPr>
        <p:spPr>
          <a:xfrm>
            <a:off x="840326" y="6173800"/>
            <a:ext cx="28398" cy="28398"/>
          </a:xfrm>
          <a:prstGeom prst="ellipse">
            <a:avLst/>
          </a:prstGeom>
          <a:solidFill>
            <a:srgbClr val="7F8C97">
              <a:alpha val="48000"/>
            </a:srgbClr>
          </a:solidFill>
          <a:ln w="0">
            <a:noFill/>
            <a:prstDash val="solid"/>
          </a:ln>
        </p:spPr>
      </p:sp>
      <p:sp>
        <p:nvSpPr>
          <p:cNvPr id="2343" name="01_find_only_2342">
            <a:extLst>
              <a:ext uri="{FF2B5EF4-FFF2-40B4-BE49-F238E27FC236}">
                <a16:creationId xmlns:a16="http://schemas.microsoft.com/office/drawing/2014/main" id="{0AD179C4-FBD4-4D45-9735-436BBD5494EE}"/>
              </a:ext>
            </a:extLst>
          </p:cNvPr>
          <p:cNvSpPr>
            <a:spLocks noGrp="1"/>
          </p:cNvSpPr>
          <p:nvPr/>
        </p:nvSpPr>
        <p:spPr>
          <a:xfrm>
            <a:off x="825923" y="5856796"/>
            <a:ext cx="28398" cy="28398"/>
          </a:xfrm>
          <a:prstGeom prst="ellipse">
            <a:avLst/>
          </a:prstGeom>
          <a:solidFill>
            <a:srgbClr val="7F8C97">
              <a:alpha val="48000"/>
            </a:srgbClr>
          </a:solidFill>
          <a:ln w="0">
            <a:noFill/>
            <a:prstDash val="solid"/>
          </a:ln>
        </p:spPr>
      </p:sp>
      <p:sp>
        <p:nvSpPr>
          <p:cNvPr id="2344" name="01_find_only_2343">
            <a:extLst>
              <a:ext uri="{FF2B5EF4-FFF2-40B4-BE49-F238E27FC236}">
                <a16:creationId xmlns:a16="http://schemas.microsoft.com/office/drawing/2014/main" id="{E2AA88B5-EA45-4FA8-97CB-3BA7ED1F94FC}"/>
              </a:ext>
            </a:extLst>
          </p:cNvPr>
          <p:cNvSpPr>
            <a:spLocks noGrp="1"/>
          </p:cNvSpPr>
          <p:nvPr/>
        </p:nvSpPr>
        <p:spPr>
          <a:xfrm>
            <a:off x="780903" y="6173800"/>
            <a:ext cx="28398" cy="28398"/>
          </a:xfrm>
          <a:prstGeom prst="ellipse">
            <a:avLst/>
          </a:prstGeom>
          <a:solidFill>
            <a:srgbClr val="7F8C97">
              <a:alpha val="48000"/>
            </a:srgbClr>
          </a:solidFill>
          <a:ln w="0">
            <a:noFill/>
            <a:prstDash val="solid"/>
          </a:ln>
        </p:spPr>
      </p:sp>
      <p:sp>
        <p:nvSpPr>
          <p:cNvPr id="2345" name="01_find_only_2344">
            <a:extLst>
              <a:ext uri="{FF2B5EF4-FFF2-40B4-BE49-F238E27FC236}">
                <a16:creationId xmlns:a16="http://schemas.microsoft.com/office/drawing/2014/main" id="{E908B8E7-3294-491C-9D73-5F0878850DCB}"/>
              </a:ext>
            </a:extLst>
          </p:cNvPr>
          <p:cNvSpPr>
            <a:spLocks noGrp="1"/>
          </p:cNvSpPr>
          <p:nvPr/>
        </p:nvSpPr>
        <p:spPr>
          <a:xfrm>
            <a:off x="827831" y="5539792"/>
            <a:ext cx="28398" cy="28398"/>
          </a:xfrm>
          <a:prstGeom prst="ellipse">
            <a:avLst/>
          </a:prstGeom>
          <a:solidFill>
            <a:srgbClr val="7F8C97">
              <a:alpha val="48000"/>
            </a:srgbClr>
          </a:solidFill>
          <a:ln w="0">
            <a:noFill/>
            <a:prstDash val="solid"/>
          </a:ln>
        </p:spPr>
      </p:sp>
      <p:sp>
        <p:nvSpPr>
          <p:cNvPr id="2346" name="01_find_only_2345">
            <a:extLst>
              <a:ext uri="{FF2B5EF4-FFF2-40B4-BE49-F238E27FC236}">
                <a16:creationId xmlns:a16="http://schemas.microsoft.com/office/drawing/2014/main" id="{E578E3E1-A903-47BE-9432-4F95D99FC02F}"/>
              </a:ext>
            </a:extLst>
          </p:cNvPr>
          <p:cNvSpPr>
            <a:spLocks noGrp="1"/>
          </p:cNvSpPr>
          <p:nvPr/>
        </p:nvSpPr>
        <p:spPr>
          <a:xfrm>
            <a:off x="820105" y="5751128"/>
            <a:ext cx="28398" cy="28398"/>
          </a:xfrm>
          <a:prstGeom prst="ellipse">
            <a:avLst/>
          </a:prstGeom>
          <a:solidFill>
            <a:srgbClr val="7F8C97">
              <a:alpha val="48000"/>
            </a:srgbClr>
          </a:solidFill>
          <a:ln w="0">
            <a:noFill/>
            <a:prstDash val="solid"/>
          </a:ln>
        </p:spPr>
      </p:sp>
      <p:sp>
        <p:nvSpPr>
          <p:cNvPr id="2347" name="01_find_only_2346">
            <a:extLst>
              <a:ext uri="{FF2B5EF4-FFF2-40B4-BE49-F238E27FC236}">
                <a16:creationId xmlns:a16="http://schemas.microsoft.com/office/drawing/2014/main" id="{6F0ED881-9642-4006-891F-7EF80D72A9C8}"/>
              </a:ext>
            </a:extLst>
          </p:cNvPr>
          <p:cNvSpPr>
            <a:spLocks noGrp="1"/>
          </p:cNvSpPr>
          <p:nvPr/>
        </p:nvSpPr>
        <p:spPr>
          <a:xfrm>
            <a:off x="824206" y="6173800"/>
            <a:ext cx="28398" cy="28398"/>
          </a:xfrm>
          <a:prstGeom prst="ellipse">
            <a:avLst/>
          </a:prstGeom>
          <a:solidFill>
            <a:srgbClr val="7F8C97">
              <a:alpha val="48000"/>
            </a:srgbClr>
          </a:solidFill>
          <a:ln w="0">
            <a:noFill/>
            <a:prstDash val="solid"/>
          </a:ln>
        </p:spPr>
      </p:sp>
      <p:sp>
        <p:nvSpPr>
          <p:cNvPr id="2348" name="01_find_only_2347">
            <a:extLst>
              <a:ext uri="{FF2B5EF4-FFF2-40B4-BE49-F238E27FC236}">
                <a16:creationId xmlns:a16="http://schemas.microsoft.com/office/drawing/2014/main" id="{0C8694D0-D0EC-49CC-9147-F8BD81D7531E}"/>
              </a:ext>
            </a:extLst>
          </p:cNvPr>
          <p:cNvSpPr>
            <a:spLocks noGrp="1"/>
          </p:cNvSpPr>
          <p:nvPr/>
        </p:nvSpPr>
        <p:spPr>
          <a:xfrm>
            <a:off x="806179" y="6173800"/>
            <a:ext cx="28398" cy="28398"/>
          </a:xfrm>
          <a:prstGeom prst="ellipse">
            <a:avLst/>
          </a:prstGeom>
          <a:solidFill>
            <a:srgbClr val="7F8C97">
              <a:alpha val="48000"/>
            </a:srgbClr>
          </a:solidFill>
          <a:ln w="0">
            <a:noFill/>
            <a:prstDash val="solid"/>
          </a:ln>
        </p:spPr>
      </p:sp>
      <p:sp>
        <p:nvSpPr>
          <p:cNvPr id="2349" name="01_find_only_2348">
            <a:extLst>
              <a:ext uri="{FF2B5EF4-FFF2-40B4-BE49-F238E27FC236}">
                <a16:creationId xmlns:a16="http://schemas.microsoft.com/office/drawing/2014/main" id="{E9030504-37E7-4A97-9059-C876CDA567EC}"/>
              </a:ext>
            </a:extLst>
          </p:cNvPr>
          <p:cNvSpPr>
            <a:spLocks noGrp="1"/>
          </p:cNvSpPr>
          <p:nvPr/>
        </p:nvSpPr>
        <p:spPr>
          <a:xfrm>
            <a:off x="756676" y="6173800"/>
            <a:ext cx="28398" cy="28398"/>
          </a:xfrm>
          <a:prstGeom prst="ellipse">
            <a:avLst/>
          </a:prstGeom>
          <a:solidFill>
            <a:srgbClr val="7F8C97">
              <a:alpha val="48000"/>
            </a:srgbClr>
          </a:solidFill>
          <a:ln w="0">
            <a:noFill/>
            <a:prstDash val="solid"/>
          </a:ln>
        </p:spPr>
      </p:sp>
      <p:sp>
        <p:nvSpPr>
          <p:cNvPr id="2350" name="01_find_only_2349">
            <a:extLst>
              <a:ext uri="{FF2B5EF4-FFF2-40B4-BE49-F238E27FC236}">
                <a16:creationId xmlns:a16="http://schemas.microsoft.com/office/drawing/2014/main" id="{CE85D609-5307-4035-9E59-9A578B880371}"/>
              </a:ext>
            </a:extLst>
          </p:cNvPr>
          <p:cNvSpPr>
            <a:spLocks noGrp="1"/>
          </p:cNvSpPr>
          <p:nvPr/>
        </p:nvSpPr>
        <p:spPr>
          <a:xfrm>
            <a:off x="820487" y="5734871"/>
            <a:ext cx="28398" cy="28398"/>
          </a:xfrm>
          <a:prstGeom prst="ellipse">
            <a:avLst/>
          </a:prstGeom>
          <a:solidFill>
            <a:srgbClr val="7F8C97">
              <a:alpha val="48000"/>
            </a:srgbClr>
          </a:solidFill>
          <a:ln w="0">
            <a:noFill/>
            <a:prstDash val="solid"/>
          </a:ln>
        </p:spPr>
      </p:sp>
      <p:sp>
        <p:nvSpPr>
          <p:cNvPr id="2351" name="01_find_only_2350">
            <a:extLst>
              <a:ext uri="{FF2B5EF4-FFF2-40B4-BE49-F238E27FC236}">
                <a16:creationId xmlns:a16="http://schemas.microsoft.com/office/drawing/2014/main" id="{459315E1-E61E-480A-AF43-6AD093642E02}"/>
              </a:ext>
            </a:extLst>
          </p:cNvPr>
          <p:cNvSpPr>
            <a:spLocks noGrp="1"/>
          </p:cNvSpPr>
          <p:nvPr/>
        </p:nvSpPr>
        <p:spPr>
          <a:xfrm>
            <a:off x="833077" y="5539792"/>
            <a:ext cx="28398" cy="28398"/>
          </a:xfrm>
          <a:prstGeom prst="ellipse">
            <a:avLst/>
          </a:prstGeom>
          <a:solidFill>
            <a:srgbClr val="7F8C97">
              <a:alpha val="48000"/>
            </a:srgbClr>
          </a:solidFill>
          <a:ln w="0">
            <a:noFill/>
            <a:prstDash val="solid"/>
          </a:ln>
        </p:spPr>
      </p:sp>
      <p:sp>
        <p:nvSpPr>
          <p:cNvPr id="2352" name="01_find_only_2351">
            <a:extLst>
              <a:ext uri="{FF2B5EF4-FFF2-40B4-BE49-F238E27FC236}">
                <a16:creationId xmlns:a16="http://schemas.microsoft.com/office/drawing/2014/main" id="{A402B71B-0E94-4C4C-A89D-8160A2F819AC}"/>
              </a:ext>
            </a:extLst>
          </p:cNvPr>
          <p:cNvSpPr>
            <a:spLocks noGrp="1"/>
          </p:cNvSpPr>
          <p:nvPr/>
        </p:nvSpPr>
        <p:spPr>
          <a:xfrm>
            <a:off x="772510" y="5539792"/>
            <a:ext cx="28398" cy="28398"/>
          </a:xfrm>
          <a:prstGeom prst="ellipse">
            <a:avLst/>
          </a:prstGeom>
          <a:solidFill>
            <a:srgbClr val="7F8C97">
              <a:alpha val="48000"/>
            </a:srgbClr>
          </a:solidFill>
          <a:ln w="0">
            <a:noFill/>
            <a:prstDash val="solid"/>
          </a:ln>
        </p:spPr>
      </p:sp>
      <p:sp>
        <p:nvSpPr>
          <p:cNvPr id="2353" name="01_find_only_2352">
            <a:extLst>
              <a:ext uri="{FF2B5EF4-FFF2-40B4-BE49-F238E27FC236}">
                <a16:creationId xmlns:a16="http://schemas.microsoft.com/office/drawing/2014/main" id="{5C395931-C5D1-41BF-9E8D-78235C55B49B}"/>
              </a:ext>
            </a:extLst>
          </p:cNvPr>
          <p:cNvSpPr>
            <a:spLocks noGrp="1"/>
          </p:cNvSpPr>
          <p:nvPr/>
        </p:nvSpPr>
        <p:spPr>
          <a:xfrm>
            <a:off x="765356" y="5539792"/>
            <a:ext cx="28398" cy="28398"/>
          </a:xfrm>
          <a:prstGeom prst="ellipse">
            <a:avLst/>
          </a:prstGeom>
          <a:solidFill>
            <a:srgbClr val="7F8C97">
              <a:alpha val="48000"/>
            </a:srgbClr>
          </a:solidFill>
          <a:ln w="0">
            <a:noFill/>
            <a:prstDash val="solid"/>
          </a:ln>
        </p:spPr>
      </p:sp>
      <p:sp>
        <p:nvSpPr>
          <p:cNvPr id="2354" name="01_find_only_2353">
            <a:extLst>
              <a:ext uri="{FF2B5EF4-FFF2-40B4-BE49-F238E27FC236}">
                <a16:creationId xmlns:a16="http://schemas.microsoft.com/office/drawing/2014/main" id="{4758904B-A7E5-4459-BBB0-B0C4E91D1F54}"/>
              </a:ext>
            </a:extLst>
          </p:cNvPr>
          <p:cNvSpPr>
            <a:spLocks noGrp="1"/>
          </p:cNvSpPr>
          <p:nvPr/>
        </p:nvSpPr>
        <p:spPr>
          <a:xfrm>
            <a:off x="820296" y="5539792"/>
            <a:ext cx="28398" cy="28398"/>
          </a:xfrm>
          <a:prstGeom prst="ellipse">
            <a:avLst/>
          </a:prstGeom>
          <a:solidFill>
            <a:srgbClr val="7F8C97">
              <a:alpha val="48000"/>
            </a:srgbClr>
          </a:solidFill>
          <a:ln w="0">
            <a:noFill/>
            <a:prstDash val="solid"/>
          </a:ln>
        </p:spPr>
      </p:sp>
      <p:sp>
        <p:nvSpPr>
          <p:cNvPr id="2355" name="01_find_only_2354">
            <a:extLst>
              <a:ext uri="{FF2B5EF4-FFF2-40B4-BE49-F238E27FC236}">
                <a16:creationId xmlns:a16="http://schemas.microsoft.com/office/drawing/2014/main" id="{45DED0BD-6A4A-42A7-9934-A55414EF98E5}"/>
              </a:ext>
            </a:extLst>
          </p:cNvPr>
          <p:cNvSpPr>
            <a:spLocks noGrp="1"/>
          </p:cNvSpPr>
          <p:nvPr/>
        </p:nvSpPr>
        <p:spPr>
          <a:xfrm>
            <a:off x="844904" y="5539792"/>
            <a:ext cx="28398" cy="28398"/>
          </a:xfrm>
          <a:prstGeom prst="ellipse">
            <a:avLst/>
          </a:prstGeom>
          <a:solidFill>
            <a:srgbClr val="7F8C97">
              <a:alpha val="48000"/>
            </a:srgbClr>
          </a:solidFill>
          <a:ln w="0">
            <a:noFill/>
            <a:prstDash val="solid"/>
          </a:ln>
        </p:spPr>
      </p:sp>
      <p:sp>
        <p:nvSpPr>
          <p:cNvPr id="2356" name="01_find_only_2355">
            <a:extLst>
              <a:ext uri="{FF2B5EF4-FFF2-40B4-BE49-F238E27FC236}">
                <a16:creationId xmlns:a16="http://schemas.microsoft.com/office/drawing/2014/main" id="{DBCC7366-E5CA-45F4-B582-B8177DD97565}"/>
              </a:ext>
            </a:extLst>
          </p:cNvPr>
          <p:cNvSpPr>
            <a:spLocks noGrp="1"/>
          </p:cNvSpPr>
          <p:nvPr/>
        </p:nvSpPr>
        <p:spPr>
          <a:xfrm>
            <a:off x="849006" y="5539792"/>
            <a:ext cx="28398" cy="28398"/>
          </a:xfrm>
          <a:prstGeom prst="ellipse">
            <a:avLst/>
          </a:prstGeom>
          <a:solidFill>
            <a:srgbClr val="7F8C97">
              <a:alpha val="48000"/>
            </a:srgbClr>
          </a:solidFill>
          <a:ln w="0">
            <a:noFill/>
            <a:prstDash val="solid"/>
          </a:ln>
        </p:spPr>
      </p:sp>
      <p:sp>
        <p:nvSpPr>
          <p:cNvPr id="2357" name="01_find_only_2356">
            <a:extLst>
              <a:ext uri="{FF2B5EF4-FFF2-40B4-BE49-F238E27FC236}">
                <a16:creationId xmlns:a16="http://schemas.microsoft.com/office/drawing/2014/main" id="{6F7C07E9-11BA-4C57-B87A-75FC2AB7170A}"/>
              </a:ext>
            </a:extLst>
          </p:cNvPr>
          <p:cNvSpPr>
            <a:spLocks noGrp="1"/>
          </p:cNvSpPr>
          <p:nvPr/>
        </p:nvSpPr>
        <p:spPr>
          <a:xfrm>
            <a:off x="790060" y="5539792"/>
            <a:ext cx="28398" cy="28398"/>
          </a:xfrm>
          <a:prstGeom prst="ellipse">
            <a:avLst/>
          </a:prstGeom>
          <a:solidFill>
            <a:srgbClr val="7F8C97">
              <a:alpha val="48000"/>
            </a:srgbClr>
          </a:solidFill>
          <a:ln w="0">
            <a:noFill/>
            <a:prstDash val="solid"/>
          </a:ln>
        </p:spPr>
      </p:sp>
      <p:sp>
        <p:nvSpPr>
          <p:cNvPr id="2358" name="01_find_only_2357">
            <a:extLst>
              <a:ext uri="{FF2B5EF4-FFF2-40B4-BE49-F238E27FC236}">
                <a16:creationId xmlns:a16="http://schemas.microsoft.com/office/drawing/2014/main" id="{69B60240-067F-40DA-ADF6-2FCE9C68178D}"/>
              </a:ext>
            </a:extLst>
          </p:cNvPr>
          <p:cNvSpPr>
            <a:spLocks noGrp="1"/>
          </p:cNvSpPr>
          <p:nvPr/>
        </p:nvSpPr>
        <p:spPr>
          <a:xfrm>
            <a:off x="825065" y="6173800"/>
            <a:ext cx="28398" cy="28398"/>
          </a:xfrm>
          <a:prstGeom prst="ellipse">
            <a:avLst/>
          </a:prstGeom>
          <a:solidFill>
            <a:srgbClr val="7F8C97">
              <a:alpha val="48000"/>
            </a:srgbClr>
          </a:solidFill>
          <a:ln w="0">
            <a:noFill/>
            <a:prstDash val="solid"/>
          </a:ln>
        </p:spPr>
      </p:sp>
      <p:sp>
        <p:nvSpPr>
          <p:cNvPr id="2359" name="01_find_only_2358">
            <a:extLst>
              <a:ext uri="{FF2B5EF4-FFF2-40B4-BE49-F238E27FC236}">
                <a16:creationId xmlns:a16="http://schemas.microsoft.com/office/drawing/2014/main" id="{81FCFA4B-4A23-48EB-B68C-764F7BDEDE31}"/>
              </a:ext>
            </a:extLst>
          </p:cNvPr>
          <p:cNvSpPr>
            <a:spLocks noGrp="1"/>
          </p:cNvSpPr>
          <p:nvPr/>
        </p:nvSpPr>
        <p:spPr>
          <a:xfrm>
            <a:off x="832314" y="6173800"/>
            <a:ext cx="28398" cy="28398"/>
          </a:xfrm>
          <a:prstGeom prst="ellipse">
            <a:avLst/>
          </a:prstGeom>
          <a:solidFill>
            <a:srgbClr val="7F8C97">
              <a:alpha val="48000"/>
            </a:srgbClr>
          </a:solidFill>
          <a:ln w="0">
            <a:noFill/>
            <a:prstDash val="solid"/>
          </a:ln>
        </p:spPr>
      </p:sp>
      <p:sp>
        <p:nvSpPr>
          <p:cNvPr id="2360" name="01_find_only_2359">
            <a:extLst>
              <a:ext uri="{FF2B5EF4-FFF2-40B4-BE49-F238E27FC236}">
                <a16:creationId xmlns:a16="http://schemas.microsoft.com/office/drawing/2014/main" id="{E1BB6082-6F2A-4AD1-9499-731AC78CCB29}"/>
              </a:ext>
            </a:extLst>
          </p:cNvPr>
          <p:cNvSpPr>
            <a:spLocks noGrp="1"/>
          </p:cNvSpPr>
          <p:nvPr/>
        </p:nvSpPr>
        <p:spPr>
          <a:xfrm>
            <a:off x="843855" y="6173800"/>
            <a:ext cx="28398" cy="28398"/>
          </a:xfrm>
          <a:prstGeom prst="ellipse">
            <a:avLst/>
          </a:prstGeom>
          <a:solidFill>
            <a:srgbClr val="7F8C97">
              <a:alpha val="48000"/>
            </a:srgbClr>
          </a:solidFill>
          <a:ln w="0">
            <a:noFill/>
            <a:prstDash val="solid"/>
          </a:ln>
        </p:spPr>
      </p:sp>
      <p:sp>
        <p:nvSpPr>
          <p:cNvPr id="2361" name="01_find_only_2360">
            <a:extLst>
              <a:ext uri="{FF2B5EF4-FFF2-40B4-BE49-F238E27FC236}">
                <a16:creationId xmlns:a16="http://schemas.microsoft.com/office/drawing/2014/main" id="{C59E5E46-700A-437D-B115-46AF5AB88DEE}"/>
              </a:ext>
            </a:extLst>
          </p:cNvPr>
          <p:cNvSpPr>
            <a:spLocks noGrp="1"/>
          </p:cNvSpPr>
          <p:nvPr/>
        </p:nvSpPr>
        <p:spPr>
          <a:xfrm>
            <a:off x="833745" y="6173800"/>
            <a:ext cx="28398" cy="28398"/>
          </a:xfrm>
          <a:prstGeom prst="ellipse">
            <a:avLst/>
          </a:prstGeom>
          <a:solidFill>
            <a:srgbClr val="7F8C97">
              <a:alpha val="48000"/>
            </a:srgbClr>
          </a:solidFill>
          <a:ln w="0">
            <a:noFill/>
            <a:prstDash val="solid"/>
          </a:ln>
        </p:spPr>
      </p:sp>
      <p:sp>
        <p:nvSpPr>
          <p:cNvPr id="2362" name="01_find_only_2361">
            <a:extLst>
              <a:ext uri="{FF2B5EF4-FFF2-40B4-BE49-F238E27FC236}">
                <a16:creationId xmlns:a16="http://schemas.microsoft.com/office/drawing/2014/main" id="{14F9B18A-F75F-40FB-AD84-2315499CA7D4}"/>
              </a:ext>
            </a:extLst>
          </p:cNvPr>
          <p:cNvSpPr>
            <a:spLocks noGrp="1"/>
          </p:cNvSpPr>
          <p:nvPr/>
        </p:nvSpPr>
        <p:spPr>
          <a:xfrm>
            <a:off x="819342" y="6173800"/>
            <a:ext cx="28398" cy="28398"/>
          </a:xfrm>
          <a:prstGeom prst="ellipse">
            <a:avLst/>
          </a:prstGeom>
          <a:solidFill>
            <a:srgbClr val="7F8C97">
              <a:alpha val="48000"/>
            </a:srgbClr>
          </a:solidFill>
          <a:ln w="0">
            <a:noFill/>
            <a:prstDash val="solid"/>
          </a:ln>
        </p:spPr>
      </p:sp>
      <p:sp>
        <p:nvSpPr>
          <p:cNvPr id="2363" name="01_find_only_2362">
            <a:extLst>
              <a:ext uri="{FF2B5EF4-FFF2-40B4-BE49-F238E27FC236}">
                <a16:creationId xmlns:a16="http://schemas.microsoft.com/office/drawing/2014/main" id="{3C22276A-2DA2-4CCC-94B9-599C57B0FF48}"/>
              </a:ext>
            </a:extLst>
          </p:cNvPr>
          <p:cNvSpPr>
            <a:spLocks noGrp="1"/>
          </p:cNvSpPr>
          <p:nvPr/>
        </p:nvSpPr>
        <p:spPr>
          <a:xfrm>
            <a:off x="760873" y="5539792"/>
            <a:ext cx="28398" cy="28398"/>
          </a:xfrm>
          <a:prstGeom prst="ellipse">
            <a:avLst/>
          </a:prstGeom>
          <a:solidFill>
            <a:srgbClr val="7F8C97">
              <a:alpha val="48000"/>
            </a:srgbClr>
          </a:solidFill>
          <a:ln w="0">
            <a:noFill/>
            <a:prstDash val="solid"/>
          </a:ln>
        </p:spPr>
      </p:sp>
      <p:sp>
        <p:nvSpPr>
          <p:cNvPr id="2364" name="01_find_only_2363">
            <a:extLst>
              <a:ext uri="{FF2B5EF4-FFF2-40B4-BE49-F238E27FC236}">
                <a16:creationId xmlns:a16="http://schemas.microsoft.com/office/drawing/2014/main" id="{0EA173F1-C847-4C17-8E3B-CFD2395EFB71}"/>
              </a:ext>
            </a:extLst>
          </p:cNvPr>
          <p:cNvSpPr>
            <a:spLocks noGrp="1"/>
          </p:cNvSpPr>
          <p:nvPr/>
        </p:nvSpPr>
        <p:spPr>
          <a:xfrm>
            <a:off x="770125" y="5793395"/>
            <a:ext cx="28398" cy="28398"/>
          </a:xfrm>
          <a:prstGeom prst="ellipse">
            <a:avLst/>
          </a:prstGeom>
          <a:solidFill>
            <a:srgbClr val="7F8C97">
              <a:alpha val="48000"/>
            </a:srgbClr>
          </a:solidFill>
          <a:ln w="0">
            <a:noFill/>
            <a:prstDash val="solid"/>
          </a:ln>
        </p:spPr>
      </p:sp>
      <p:sp>
        <p:nvSpPr>
          <p:cNvPr id="2365" name="01_find_only_2364">
            <a:extLst>
              <a:ext uri="{FF2B5EF4-FFF2-40B4-BE49-F238E27FC236}">
                <a16:creationId xmlns:a16="http://schemas.microsoft.com/office/drawing/2014/main" id="{EBD535BD-1F51-4783-8B38-E7FC5EB24FF8}"/>
              </a:ext>
            </a:extLst>
          </p:cNvPr>
          <p:cNvSpPr>
            <a:spLocks noGrp="1"/>
          </p:cNvSpPr>
          <p:nvPr/>
        </p:nvSpPr>
        <p:spPr>
          <a:xfrm>
            <a:off x="820296" y="5539792"/>
            <a:ext cx="28398" cy="28398"/>
          </a:xfrm>
          <a:prstGeom prst="ellipse">
            <a:avLst/>
          </a:prstGeom>
          <a:solidFill>
            <a:srgbClr val="7F8C97">
              <a:alpha val="48000"/>
            </a:srgbClr>
          </a:solidFill>
          <a:ln w="0">
            <a:noFill/>
            <a:prstDash val="solid"/>
          </a:ln>
        </p:spPr>
      </p:sp>
      <p:sp>
        <p:nvSpPr>
          <p:cNvPr id="2366" name="01_find_only_2365">
            <a:extLst>
              <a:ext uri="{FF2B5EF4-FFF2-40B4-BE49-F238E27FC236}">
                <a16:creationId xmlns:a16="http://schemas.microsoft.com/office/drawing/2014/main" id="{600392B9-D1D8-4787-AB99-0EE1254ADA3A}"/>
              </a:ext>
            </a:extLst>
          </p:cNvPr>
          <p:cNvSpPr>
            <a:spLocks noGrp="1"/>
          </p:cNvSpPr>
          <p:nvPr/>
        </p:nvSpPr>
        <p:spPr>
          <a:xfrm>
            <a:off x="810662" y="5539792"/>
            <a:ext cx="28398" cy="28398"/>
          </a:xfrm>
          <a:prstGeom prst="ellipse">
            <a:avLst/>
          </a:prstGeom>
          <a:solidFill>
            <a:srgbClr val="7F8C97">
              <a:alpha val="48000"/>
            </a:srgbClr>
          </a:solidFill>
          <a:ln w="0">
            <a:noFill/>
            <a:prstDash val="solid"/>
          </a:ln>
        </p:spPr>
      </p:sp>
      <p:sp>
        <p:nvSpPr>
          <p:cNvPr id="2367" name="01_find_only_2366">
            <a:extLst>
              <a:ext uri="{FF2B5EF4-FFF2-40B4-BE49-F238E27FC236}">
                <a16:creationId xmlns:a16="http://schemas.microsoft.com/office/drawing/2014/main" id="{74FFA809-717E-475E-967F-A5FB64B79C14}"/>
              </a:ext>
            </a:extLst>
          </p:cNvPr>
          <p:cNvSpPr>
            <a:spLocks noGrp="1"/>
          </p:cNvSpPr>
          <p:nvPr/>
        </p:nvSpPr>
        <p:spPr>
          <a:xfrm>
            <a:off x="774131" y="6173800"/>
            <a:ext cx="28398" cy="28398"/>
          </a:xfrm>
          <a:prstGeom prst="ellipse">
            <a:avLst/>
          </a:prstGeom>
          <a:solidFill>
            <a:srgbClr val="7F8C97">
              <a:alpha val="48000"/>
            </a:srgbClr>
          </a:solidFill>
          <a:ln w="0">
            <a:noFill/>
            <a:prstDash val="solid"/>
          </a:ln>
        </p:spPr>
      </p:sp>
      <p:sp>
        <p:nvSpPr>
          <p:cNvPr id="2368" name="01_find_only_2367">
            <a:extLst>
              <a:ext uri="{FF2B5EF4-FFF2-40B4-BE49-F238E27FC236}">
                <a16:creationId xmlns:a16="http://schemas.microsoft.com/office/drawing/2014/main" id="{79731756-AF00-4D2A-8EA1-8EA990FCC354}"/>
              </a:ext>
            </a:extLst>
          </p:cNvPr>
          <p:cNvSpPr>
            <a:spLocks noGrp="1"/>
          </p:cNvSpPr>
          <p:nvPr/>
        </p:nvSpPr>
        <p:spPr>
          <a:xfrm>
            <a:off x="791395" y="6173800"/>
            <a:ext cx="28398" cy="28398"/>
          </a:xfrm>
          <a:prstGeom prst="ellipse">
            <a:avLst/>
          </a:prstGeom>
          <a:solidFill>
            <a:srgbClr val="7F8C97">
              <a:alpha val="48000"/>
            </a:srgbClr>
          </a:solidFill>
          <a:ln w="0">
            <a:noFill/>
            <a:prstDash val="solid"/>
          </a:ln>
        </p:spPr>
      </p:sp>
      <p:sp>
        <p:nvSpPr>
          <p:cNvPr id="2369" name="01_find_only_2368">
            <a:extLst>
              <a:ext uri="{FF2B5EF4-FFF2-40B4-BE49-F238E27FC236}">
                <a16:creationId xmlns:a16="http://schemas.microsoft.com/office/drawing/2014/main" id="{4C3EDB24-89BE-4728-81A4-2D720889E82D}"/>
              </a:ext>
            </a:extLst>
          </p:cNvPr>
          <p:cNvSpPr>
            <a:spLocks noGrp="1"/>
          </p:cNvSpPr>
          <p:nvPr/>
        </p:nvSpPr>
        <p:spPr>
          <a:xfrm>
            <a:off x="757630" y="6037941"/>
            <a:ext cx="28398" cy="28398"/>
          </a:xfrm>
          <a:prstGeom prst="ellipse">
            <a:avLst/>
          </a:prstGeom>
          <a:solidFill>
            <a:srgbClr val="7F8C97">
              <a:alpha val="48000"/>
            </a:srgbClr>
          </a:solidFill>
          <a:ln w="0">
            <a:noFill/>
            <a:prstDash val="solid"/>
          </a:ln>
        </p:spPr>
      </p:sp>
      <p:sp>
        <p:nvSpPr>
          <p:cNvPr id="2370" name="01_find_only_2369">
            <a:extLst>
              <a:ext uri="{FF2B5EF4-FFF2-40B4-BE49-F238E27FC236}">
                <a16:creationId xmlns:a16="http://schemas.microsoft.com/office/drawing/2014/main" id="{A6F5F52A-DCE7-4599-BA7C-F214E91EBAFF}"/>
              </a:ext>
            </a:extLst>
          </p:cNvPr>
          <p:cNvSpPr>
            <a:spLocks noGrp="1"/>
          </p:cNvSpPr>
          <p:nvPr/>
        </p:nvSpPr>
        <p:spPr>
          <a:xfrm>
            <a:off x="1024990" y="4905784"/>
            <a:ext cx="28398" cy="28398"/>
          </a:xfrm>
          <a:prstGeom prst="ellipse">
            <a:avLst/>
          </a:prstGeom>
          <a:solidFill>
            <a:srgbClr val="7F8C97">
              <a:alpha val="48000"/>
            </a:srgbClr>
          </a:solidFill>
          <a:ln w="0">
            <a:noFill/>
            <a:prstDash val="solid"/>
          </a:ln>
        </p:spPr>
      </p:sp>
      <p:sp>
        <p:nvSpPr>
          <p:cNvPr id="2371" name="01_find_only_2370">
            <a:extLst>
              <a:ext uri="{FF2B5EF4-FFF2-40B4-BE49-F238E27FC236}">
                <a16:creationId xmlns:a16="http://schemas.microsoft.com/office/drawing/2014/main" id="{9D1B5537-5664-4ED2-AE09-618A2A0AE9D1}"/>
              </a:ext>
            </a:extLst>
          </p:cNvPr>
          <p:cNvSpPr>
            <a:spLocks noGrp="1"/>
          </p:cNvSpPr>
          <p:nvPr/>
        </p:nvSpPr>
        <p:spPr>
          <a:xfrm>
            <a:off x="1086034" y="4905784"/>
            <a:ext cx="28398" cy="28398"/>
          </a:xfrm>
          <a:prstGeom prst="ellipse">
            <a:avLst/>
          </a:prstGeom>
          <a:solidFill>
            <a:srgbClr val="7F8C97">
              <a:alpha val="48000"/>
            </a:srgbClr>
          </a:solidFill>
          <a:ln w="0">
            <a:noFill/>
            <a:prstDash val="solid"/>
          </a:ln>
        </p:spPr>
      </p:sp>
      <p:sp>
        <p:nvSpPr>
          <p:cNvPr id="2372" name="01_find_only_2371">
            <a:extLst>
              <a:ext uri="{FF2B5EF4-FFF2-40B4-BE49-F238E27FC236}">
                <a16:creationId xmlns:a16="http://schemas.microsoft.com/office/drawing/2014/main" id="{9F28411B-C44B-401A-827B-F86A49DFE774}"/>
              </a:ext>
            </a:extLst>
          </p:cNvPr>
          <p:cNvSpPr>
            <a:spLocks noGrp="1"/>
          </p:cNvSpPr>
          <p:nvPr/>
        </p:nvSpPr>
        <p:spPr>
          <a:xfrm>
            <a:off x="1004959" y="4905784"/>
            <a:ext cx="28398" cy="28398"/>
          </a:xfrm>
          <a:prstGeom prst="ellipse">
            <a:avLst/>
          </a:prstGeom>
          <a:solidFill>
            <a:srgbClr val="7F8C97">
              <a:alpha val="48000"/>
            </a:srgbClr>
          </a:solidFill>
          <a:ln w="0">
            <a:noFill/>
            <a:prstDash val="solid"/>
          </a:ln>
        </p:spPr>
      </p:sp>
      <p:sp>
        <p:nvSpPr>
          <p:cNvPr id="2373" name="01_find_only_2372">
            <a:extLst>
              <a:ext uri="{FF2B5EF4-FFF2-40B4-BE49-F238E27FC236}">
                <a16:creationId xmlns:a16="http://schemas.microsoft.com/office/drawing/2014/main" id="{0AA5621F-C089-4A38-9AFC-3C38CC6B538A}"/>
              </a:ext>
            </a:extLst>
          </p:cNvPr>
          <p:cNvSpPr>
            <a:spLocks noGrp="1"/>
          </p:cNvSpPr>
          <p:nvPr/>
        </p:nvSpPr>
        <p:spPr>
          <a:xfrm>
            <a:off x="1078403" y="4905784"/>
            <a:ext cx="28398" cy="28398"/>
          </a:xfrm>
          <a:prstGeom prst="ellipse">
            <a:avLst/>
          </a:prstGeom>
          <a:solidFill>
            <a:srgbClr val="7F8C97">
              <a:alpha val="48000"/>
            </a:srgbClr>
          </a:solidFill>
          <a:ln w="0">
            <a:noFill/>
            <a:prstDash val="solid"/>
          </a:ln>
        </p:spPr>
      </p:sp>
      <p:sp>
        <p:nvSpPr>
          <p:cNvPr id="2374" name="01_find_only_2373">
            <a:extLst>
              <a:ext uri="{FF2B5EF4-FFF2-40B4-BE49-F238E27FC236}">
                <a16:creationId xmlns:a16="http://schemas.microsoft.com/office/drawing/2014/main" id="{3F0D3399-8303-4D0F-BF9C-88285772A945}"/>
              </a:ext>
            </a:extLst>
          </p:cNvPr>
          <p:cNvSpPr>
            <a:spLocks noGrp="1"/>
          </p:cNvSpPr>
          <p:nvPr/>
        </p:nvSpPr>
        <p:spPr>
          <a:xfrm>
            <a:off x="1040537" y="4905784"/>
            <a:ext cx="28398" cy="28398"/>
          </a:xfrm>
          <a:prstGeom prst="ellipse">
            <a:avLst/>
          </a:prstGeom>
          <a:solidFill>
            <a:srgbClr val="7F8C97">
              <a:alpha val="48000"/>
            </a:srgbClr>
          </a:solidFill>
          <a:ln w="0">
            <a:noFill/>
            <a:prstDash val="solid"/>
          </a:ln>
        </p:spPr>
      </p:sp>
      <p:sp>
        <p:nvSpPr>
          <p:cNvPr id="2375" name="01_find_only_2374">
            <a:extLst>
              <a:ext uri="{FF2B5EF4-FFF2-40B4-BE49-F238E27FC236}">
                <a16:creationId xmlns:a16="http://schemas.microsoft.com/office/drawing/2014/main" id="{D58E563F-6023-4F3A-A484-0AB7290FD0BC}"/>
              </a:ext>
            </a:extLst>
          </p:cNvPr>
          <p:cNvSpPr>
            <a:spLocks noGrp="1"/>
          </p:cNvSpPr>
          <p:nvPr/>
        </p:nvSpPr>
        <p:spPr>
          <a:xfrm>
            <a:off x="1092806" y="4905784"/>
            <a:ext cx="28398" cy="28398"/>
          </a:xfrm>
          <a:prstGeom prst="ellipse">
            <a:avLst/>
          </a:prstGeom>
          <a:solidFill>
            <a:srgbClr val="7F8C97">
              <a:alpha val="48000"/>
            </a:srgbClr>
          </a:solidFill>
          <a:ln w="0">
            <a:noFill/>
            <a:prstDash val="solid"/>
          </a:ln>
        </p:spPr>
      </p:sp>
      <p:sp>
        <p:nvSpPr>
          <p:cNvPr id="2376" name="01_find_only_2375">
            <a:extLst>
              <a:ext uri="{FF2B5EF4-FFF2-40B4-BE49-F238E27FC236}">
                <a16:creationId xmlns:a16="http://schemas.microsoft.com/office/drawing/2014/main" id="{09A680E9-1D96-4FD6-9605-43F313F9270C}"/>
              </a:ext>
            </a:extLst>
          </p:cNvPr>
          <p:cNvSpPr>
            <a:spLocks noGrp="1"/>
          </p:cNvSpPr>
          <p:nvPr/>
        </p:nvSpPr>
        <p:spPr>
          <a:xfrm>
            <a:off x="1024894" y="6173800"/>
            <a:ext cx="28398" cy="28398"/>
          </a:xfrm>
          <a:prstGeom prst="ellipse">
            <a:avLst/>
          </a:prstGeom>
          <a:solidFill>
            <a:srgbClr val="7F8C97">
              <a:alpha val="48000"/>
            </a:srgbClr>
          </a:solidFill>
          <a:ln w="0">
            <a:noFill/>
            <a:prstDash val="solid"/>
          </a:ln>
        </p:spPr>
      </p:sp>
      <p:sp>
        <p:nvSpPr>
          <p:cNvPr id="2377" name="01_find_only_2376">
            <a:extLst>
              <a:ext uri="{FF2B5EF4-FFF2-40B4-BE49-F238E27FC236}">
                <a16:creationId xmlns:a16="http://schemas.microsoft.com/office/drawing/2014/main" id="{DD3E4B41-2D58-4F9C-B6EF-D111C11F9987}"/>
              </a:ext>
            </a:extLst>
          </p:cNvPr>
          <p:cNvSpPr>
            <a:spLocks noGrp="1"/>
          </p:cNvSpPr>
          <p:nvPr/>
        </p:nvSpPr>
        <p:spPr>
          <a:xfrm>
            <a:off x="1071440" y="4905784"/>
            <a:ext cx="28398" cy="28398"/>
          </a:xfrm>
          <a:prstGeom prst="ellipse">
            <a:avLst/>
          </a:prstGeom>
          <a:solidFill>
            <a:srgbClr val="7F8C97">
              <a:alpha val="48000"/>
            </a:srgbClr>
          </a:solidFill>
          <a:ln w="0">
            <a:noFill/>
            <a:prstDash val="solid"/>
          </a:ln>
        </p:spPr>
      </p:sp>
      <p:sp>
        <p:nvSpPr>
          <p:cNvPr id="2378" name="01_find_only_2377">
            <a:extLst>
              <a:ext uri="{FF2B5EF4-FFF2-40B4-BE49-F238E27FC236}">
                <a16:creationId xmlns:a16="http://schemas.microsoft.com/office/drawing/2014/main" id="{BAA53615-7FE3-4807-BD28-6CB16DFD432F}"/>
              </a:ext>
            </a:extLst>
          </p:cNvPr>
          <p:cNvSpPr>
            <a:spLocks noGrp="1"/>
          </p:cNvSpPr>
          <p:nvPr/>
        </p:nvSpPr>
        <p:spPr>
          <a:xfrm>
            <a:off x="1008298" y="4905784"/>
            <a:ext cx="28398" cy="28398"/>
          </a:xfrm>
          <a:prstGeom prst="ellipse">
            <a:avLst/>
          </a:prstGeom>
          <a:solidFill>
            <a:srgbClr val="7F8C97">
              <a:alpha val="48000"/>
            </a:srgbClr>
          </a:solidFill>
          <a:ln w="0">
            <a:noFill/>
            <a:prstDash val="solid"/>
          </a:ln>
        </p:spPr>
      </p:sp>
      <p:sp>
        <p:nvSpPr>
          <p:cNvPr id="2379" name="01_find_only_2378">
            <a:extLst>
              <a:ext uri="{FF2B5EF4-FFF2-40B4-BE49-F238E27FC236}">
                <a16:creationId xmlns:a16="http://schemas.microsoft.com/office/drawing/2014/main" id="{3C2DC543-7FDF-4BEC-AC1E-6E0DEFBD0C0A}"/>
              </a:ext>
            </a:extLst>
          </p:cNvPr>
          <p:cNvSpPr>
            <a:spLocks noGrp="1"/>
          </p:cNvSpPr>
          <p:nvPr/>
        </p:nvSpPr>
        <p:spPr>
          <a:xfrm>
            <a:off x="1028614" y="5539792"/>
            <a:ext cx="28398" cy="28398"/>
          </a:xfrm>
          <a:prstGeom prst="ellipse">
            <a:avLst/>
          </a:prstGeom>
          <a:solidFill>
            <a:srgbClr val="7F8C97">
              <a:alpha val="48000"/>
            </a:srgbClr>
          </a:solidFill>
          <a:ln w="0">
            <a:noFill/>
            <a:prstDash val="solid"/>
          </a:ln>
        </p:spPr>
      </p:sp>
      <p:sp>
        <p:nvSpPr>
          <p:cNvPr id="2380" name="01_find_only_2379">
            <a:extLst>
              <a:ext uri="{FF2B5EF4-FFF2-40B4-BE49-F238E27FC236}">
                <a16:creationId xmlns:a16="http://schemas.microsoft.com/office/drawing/2014/main" id="{A79211B2-8A9D-449C-8054-CEE92BFDC110}"/>
              </a:ext>
            </a:extLst>
          </p:cNvPr>
          <p:cNvSpPr>
            <a:spLocks noGrp="1"/>
          </p:cNvSpPr>
          <p:nvPr/>
        </p:nvSpPr>
        <p:spPr>
          <a:xfrm>
            <a:off x="1008107" y="5856796"/>
            <a:ext cx="28398" cy="28398"/>
          </a:xfrm>
          <a:prstGeom prst="ellipse">
            <a:avLst/>
          </a:prstGeom>
          <a:solidFill>
            <a:srgbClr val="7F8C97">
              <a:alpha val="48000"/>
            </a:srgbClr>
          </a:solidFill>
          <a:ln w="0">
            <a:noFill/>
            <a:prstDash val="solid"/>
          </a:ln>
        </p:spPr>
      </p:sp>
      <p:sp>
        <p:nvSpPr>
          <p:cNvPr id="2381" name="01_find_only_2380">
            <a:extLst>
              <a:ext uri="{FF2B5EF4-FFF2-40B4-BE49-F238E27FC236}">
                <a16:creationId xmlns:a16="http://schemas.microsoft.com/office/drawing/2014/main" id="{59217F45-345B-4496-862A-625C450E71A6}"/>
              </a:ext>
            </a:extLst>
          </p:cNvPr>
          <p:cNvSpPr>
            <a:spLocks noGrp="1"/>
          </p:cNvSpPr>
          <p:nvPr/>
        </p:nvSpPr>
        <p:spPr>
          <a:xfrm>
            <a:off x="1061998" y="4905784"/>
            <a:ext cx="28398" cy="28398"/>
          </a:xfrm>
          <a:prstGeom prst="ellipse">
            <a:avLst/>
          </a:prstGeom>
          <a:solidFill>
            <a:srgbClr val="7F8C97">
              <a:alpha val="48000"/>
            </a:srgbClr>
          </a:solidFill>
          <a:ln w="0">
            <a:noFill/>
            <a:prstDash val="solid"/>
          </a:ln>
        </p:spPr>
      </p:sp>
      <p:sp>
        <p:nvSpPr>
          <p:cNvPr id="2382" name="01_find_only_2381">
            <a:extLst>
              <a:ext uri="{FF2B5EF4-FFF2-40B4-BE49-F238E27FC236}">
                <a16:creationId xmlns:a16="http://schemas.microsoft.com/office/drawing/2014/main" id="{C225CA9E-E3CA-442B-890E-426C25709872}"/>
              </a:ext>
            </a:extLst>
          </p:cNvPr>
          <p:cNvSpPr>
            <a:spLocks noGrp="1"/>
          </p:cNvSpPr>
          <p:nvPr/>
        </p:nvSpPr>
        <p:spPr>
          <a:xfrm>
            <a:off x="1020983" y="6173800"/>
            <a:ext cx="28398" cy="28398"/>
          </a:xfrm>
          <a:prstGeom prst="ellipse">
            <a:avLst/>
          </a:prstGeom>
          <a:solidFill>
            <a:srgbClr val="7F8C97">
              <a:alpha val="48000"/>
            </a:srgbClr>
          </a:solidFill>
          <a:ln w="0">
            <a:noFill/>
            <a:prstDash val="solid"/>
          </a:ln>
        </p:spPr>
      </p:sp>
      <p:sp>
        <p:nvSpPr>
          <p:cNvPr id="2383" name="01_find_only_2382">
            <a:extLst>
              <a:ext uri="{FF2B5EF4-FFF2-40B4-BE49-F238E27FC236}">
                <a16:creationId xmlns:a16="http://schemas.microsoft.com/office/drawing/2014/main" id="{CBD5D9CD-B426-4751-82FD-3205F8FA8C90}"/>
              </a:ext>
            </a:extLst>
          </p:cNvPr>
          <p:cNvSpPr>
            <a:spLocks noGrp="1"/>
          </p:cNvSpPr>
          <p:nvPr/>
        </p:nvSpPr>
        <p:spPr>
          <a:xfrm>
            <a:off x="1049598" y="4905784"/>
            <a:ext cx="28398" cy="28398"/>
          </a:xfrm>
          <a:prstGeom prst="ellipse">
            <a:avLst/>
          </a:prstGeom>
          <a:solidFill>
            <a:srgbClr val="7F8C97">
              <a:alpha val="48000"/>
            </a:srgbClr>
          </a:solidFill>
          <a:ln w="0">
            <a:noFill/>
            <a:prstDash val="solid"/>
          </a:ln>
        </p:spPr>
      </p:sp>
      <p:sp>
        <p:nvSpPr>
          <p:cNvPr id="2384" name="01_find_only_2383">
            <a:extLst>
              <a:ext uri="{FF2B5EF4-FFF2-40B4-BE49-F238E27FC236}">
                <a16:creationId xmlns:a16="http://schemas.microsoft.com/office/drawing/2014/main" id="{BE31F9CF-D1C0-403E-8551-ECB894C715BB}"/>
              </a:ext>
            </a:extLst>
          </p:cNvPr>
          <p:cNvSpPr>
            <a:spLocks noGrp="1"/>
          </p:cNvSpPr>
          <p:nvPr/>
        </p:nvSpPr>
        <p:spPr>
          <a:xfrm>
            <a:off x="1039488" y="4905784"/>
            <a:ext cx="28398" cy="28398"/>
          </a:xfrm>
          <a:prstGeom prst="ellipse">
            <a:avLst/>
          </a:prstGeom>
          <a:solidFill>
            <a:srgbClr val="7F8C97">
              <a:alpha val="48000"/>
            </a:srgbClr>
          </a:solidFill>
          <a:ln w="0">
            <a:noFill/>
            <a:prstDash val="solid"/>
          </a:ln>
        </p:spPr>
      </p:sp>
      <p:sp>
        <p:nvSpPr>
          <p:cNvPr id="2385" name="01_find_only_2384">
            <a:extLst>
              <a:ext uri="{FF2B5EF4-FFF2-40B4-BE49-F238E27FC236}">
                <a16:creationId xmlns:a16="http://schemas.microsoft.com/office/drawing/2014/main" id="{36F93F11-3165-4AB2-9C32-9A68EB728055}"/>
              </a:ext>
            </a:extLst>
          </p:cNvPr>
          <p:cNvSpPr>
            <a:spLocks noGrp="1"/>
          </p:cNvSpPr>
          <p:nvPr/>
        </p:nvSpPr>
        <p:spPr>
          <a:xfrm>
            <a:off x="1030045" y="6128514"/>
            <a:ext cx="28398" cy="28398"/>
          </a:xfrm>
          <a:prstGeom prst="ellipse">
            <a:avLst/>
          </a:prstGeom>
          <a:solidFill>
            <a:srgbClr val="7F8C97">
              <a:alpha val="48000"/>
            </a:srgbClr>
          </a:solidFill>
          <a:ln w="0">
            <a:noFill/>
            <a:prstDash val="solid"/>
          </a:ln>
        </p:spPr>
      </p:sp>
      <p:sp>
        <p:nvSpPr>
          <p:cNvPr id="2386" name="01_find_only_2385">
            <a:extLst>
              <a:ext uri="{FF2B5EF4-FFF2-40B4-BE49-F238E27FC236}">
                <a16:creationId xmlns:a16="http://schemas.microsoft.com/office/drawing/2014/main" id="{82FA60AE-D195-4B82-8DF2-B47FDF1D1382}"/>
              </a:ext>
            </a:extLst>
          </p:cNvPr>
          <p:cNvSpPr>
            <a:spLocks noGrp="1"/>
          </p:cNvSpPr>
          <p:nvPr/>
        </p:nvSpPr>
        <p:spPr>
          <a:xfrm>
            <a:off x="1007821" y="5222788"/>
            <a:ext cx="28398" cy="28398"/>
          </a:xfrm>
          <a:prstGeom prst="ellipse">
            <a:avLst/>
          </a:prstGeom>
          <a:solidFill>
            <a:srgbClr val="7F8C97">
              <a:alpha val="48000"/>
            </a:srgbClr>
          </a:solidFill>
          <a:ln w="0">
            <a:noFill/>
            <a:prstDash val="solid"/>
          </a:ln>
        </p:spPr>
      </p:sp>
      <p:sp>
        <p:nvSpPr>
          <p:cNvPr id="2387" name="01_find_only_2386">
            <a:extLst>
              <a:ext uri="{FF2B5EF4-FFF2-40B4-BE49-F238E27FC236}">
                <a16:creationId xmlns:a16="http://schemas.microsoft.com/office/drawing/2014/main" id="{19E117E8-B530-4EF4-8840-55729C894AF8}"/>
              </a:ext>
            </a:extLst>
          </p:cNvPr>
          <p:cNvSpPr>
            <a:spLocks noGrp="1"/>
          </p:cNvSpPr>
          <p:nvPr/>
        </p:nvSpPr>
        <p:spPr>
          <a:xfrm>
            <a:off x="1093473" y="5992655"/>
            <a:ext cx="28398" cy="28398"/>
          </a:xfrm>
          <a:prstGeom prst="ellipse">
            <a:avLst/>
          </a:prstGeom>
          <a:solidFill>
            <a:srgbClr val="7F8C97">
              <a:alpha val="48000"/>
            </a:srgbClr>
          </a:solidFill>
          <a:ln w="0">
            <a:noFill/>
            <a:prstDash val="solid"/>
          </a:ln>
        </p:spPr>
      </p:sp>
      <p:sp>
        <p:nvSpPr>
          <p:cNvPr id="2388" name="01_find_only_2387">
            <a:extLst>
              <a:ext uri="{FF2B5EF4-FFF2-40B4-BE49-F238E27FC236}">
                <a16:creationId xmlns:a16="http://schemas.microsoft.com/office/drawing/2014/main" id="{2DBF65C5-0221-4739-9387-D4C2F1581120}"/>
              </a:ext>
            </a:extLst>
          </p:cNvPr>
          <p:cNvSpPr>
            <a:spLocks noGrp="1"/>
          </p:cNvSpPr>
          <p:nvPr/>
        </p:nvSpPr>
        <p:spPr>
          <a:xfrm>
            <a:off x="1009156" y="6173800"/>
            <a:ext cx="28398" cy="28398"/>
          </a:xfrm>
          <a:prstGeom prst="ellipse">
            <a:avLst/>
          </a:prstGeom>
          <a:solidFill>
            <a:srgbClr val="7F8C97">
              <a:alpha val="48000"/>
            </a:srgbClr>
          </a:solidFill>
          <a:ln w="0">
            <a:noFill/>
            <a:prstDash val="solid"/>
          </a:ln>
        </p:spPr>
      </p:sp>
      <p:sp>
        <p:nvSpPr>
          <p:cNvPr id="2389" name="01_find_only_2388">
            <a:extLst>
              <a:ext uri="{FF2B5EF4-FFF2-40B4-BE49-F238E27FC236}">
                <a16:creationId xmlns:a16="http://schemas.microsoft.com/office/drawing/2014/main" id="{06FC4AAD-71EB-46DD-9B4C-7AE485B0DE66}"/>
              </a:ext>
            </a:extLst>
          </p:cNvPr>
          <p:cNvSpPr>
            <a:spLocks noGrp="1"/>
          </p:cNvSpPr>
          <p:nvPr/>
        </p:nvSpPr>
        <p:spPr>
          <a:xfrm>
            <a:off x="1086415" y="6173800"/>
            <a:ext cx="28398" cy="28398"/>
          </a:xfrm>
          <a:prstGeom prst="ellipse">
            <a:avLst/>
          </a:prstGeom>
          <a:solidFill>
            <a:srgbClr val="7F8C97">
              <a:alpha val="48000"/>
            </a:srgbClr>
          </a:solidFill>
          <a:ln w="0">
            <a:noFill/>
            <a:prstDash val="solid"/>
          </a:ln>
        </p:spPr>
      </p:sp>
      <p:sp>
        <p:nvSpPr>
          <p:cNvPr id="2390" name="01_find_only_2389">
            <a:extLst>
              <a:ext uri="{FF2B5EF4-FFF2-40B4-BE49-F238E27FC236}">
                <a16:creationId xmlns:a16="http://schemas.microsoft.com/office/drawing/2014/main" id="{18680607-BF69-4F29-81AA-89100AFEA80D}"/>
              </a:ext>
            </a:extLst>
          </p:cNvPr>
          <p:cNvSpPr>
            <a:spLocks noGrp="1"/>
          </p:cNvSpPr>
          <p:nvPr/>
        </p:nvSpPr>
        <p:spPr>
          <a:xfrm>
            <a:off x="1040918" y="4905784"/>
            <a:ext cx="28398" cy="28398"/>
          </a:xfrm>
          <a:prstGeom prst="ellipse">
            <a:avLst/>
          </a:prstGeom>
          <a:solidFill>
            <a:srgbClr val="7F8C97">
              <a:alpha val="48000"/>
            </a:srgbClr>
          </a:solidFill>
          <a:ln w="0">
            <a:noFill/>
            <a:prstDash val="solid"/>
          </a:ln>
        </p:spPr>
      </p:sp>
      <p:sp>
        <p:nvSpPr>
          <p:cNvPr id="2391" name="01_find_only_2390">
            <a:extLst>
              <a:ext uri="{FF2B5EF4-FFF2-40B4-BE49-F238E27FC236}">
                <a16:creationId xmlns:a16="http://schemas.microsoft.com/office/drawing/2014/main" id="{459B25AF-8DF2-49C9-B5F4-3B128E758F28}"/>
              </a:ext>
            </a:extLst>
          </p:cNvPr>
          <p:cNvSpPr>
            <a:spLocks noGrp="1"/>
          </p:cNvSpPr>
          <p:nvPr/>
        </p:nvSpPr>
        <p:spPr>
          <a:xfrm>
            <a:off x="1097384" y="5222788"/>
            <a:ext cx="28398" cy="28398"/>
          </a:xfrm>
          <a:prstGeom prst="ellipse">
            <a:avLst/>
          </a:prstGeom>
          <a:solidFill>
            <a:srgbClr val="7F8C97">
              <a:alpha val="48000"/>
            </a:srgbClr>
          </a:solidFill>
          <a:ln w="0">
            <a:noFill/>
            <a:prstDash val="solid"/>
          </a:ln>
        </p:spPr>
      </p:sp>
      <p:sp>
        <p:nvSpPr>
          <p:cNvPr id="2392" name="01_find_only_2391">
            <a:extLst>
              <a:ext uri="{FF2B5EF4-FFF2-40B4-BE49-F238E27FC236}">
                <a16:creationId xmlns:a16="http://schemas.microsoft.com/office/drawing/2014/main" id="{4D3C0B61-3F6E-402B-BDF6-CC0FE45673AD}"/>
              </a:ext>
            </a:extLst>
          </p:cNvPr>
          <p:cNvSpPr>
            <a:spLocks noGrp="1"/>
          </p:cNvSpPr>
          <p:nvPr/>
        </p:nvSpPr>
        <p:spPr>
          <a:xfrm>
            <a:off x="1067530" y="4905784"/>
            <a:ext cx="28398" cy="28398"/>
          </a:xfrm>
          <a:prstGeom prst="ellipse">
            <a:avLst/>
          </a:prstGeom>
          <a:solidFill>
            <a:srgbClr val="7F8C97">
              <a:alpha val="48000"/>
            </a:srgbClr>
          </a:solidFill>
          <a:ln w="0">
            <a:noFill/>
            <a:prstDash val="solid"/>
          </a:ln>
        </p:spPr>
      </p:sp>
      <p:sp>
        <p:nvSpPr>
          <p:cNvPr id="2393" name="01_find_only_2392">
            <a:extLst>
              <a:ext uri="{FF2B5EF4-FFF2-40B4-BE49-F238E27FC236}">
                <a16:creationId xmlns:a16="http://schemas.microsoft.com/office/drawing/2014/main" id="{4FE069A5-0A33-4F19-A45C-5D5D9C38815D}"/>
              </a:ext>
            </a:extLst>
          </p:cNvPr>
          <p:cNvSpPr>
            <a:spLocks noGrp="1"/>
          </p:cNvSpPr>
          <p:nvPr/>
        </p:nvSpPr>
        <p:spPr>
          <a:xfrm>
            <a:off x="1074016" y="5892019"/>
            <a:ext cx="28398" cy="28398"/>
          </a:xfrm>
          <a:prstGeom prst="ellipse">
            <a:avLst/>
          </a:prstGeom>
          <a:solidFill>
            <a:srgbClr val="7F8C97">
              <a:alpha val="48000"/>
            </a:srgbClr>
          </a:solidFill>
          <a:ln w="0">
            <a:noFill/>
            <a:prstDash val="solid"/>
          </a:ln>
        </p:spPr>
      </p:sp>
      <p:sp>
        <p:nvSpPr>
          <p:cNvPr id="2394" name="01_find_only_2393">
            <a:extLst>
              <a:ext uri="{FF2B5EF4-FFF2-40B4-BE49-F238E27FC236}">
                <a16:creationId xmlns:a16="http://schemas.microsoft.com/office/drawing/2014/main" id="{47EEAB47-F5AD-41EB-B519-D72AFAFF7B27}"/>
              </a:ext>
            </a:extLst>
          </p:cNvPr>
          <p:cNvSpPr>
            <a:spLocks noGrp="1"/>
          </p:cNvSpPr>
          <p:nvPr/>
        </p:nvSpPr>
        <p:spPr>
          <a:xfrm>
            <a:off x="1032143" y="5610237"/>
            <a:ext cx="28398" cy="28398"/>
          </a:xfrm>
          <a:prstGeom prst="ellipse">
            <a:avLst/>
          </a:prstGeom>
          <a:solidFill>
            <a:srgbClr val="7F8C97">
              <a:alpha val="48000"/>
            </a:srgbClr>
          </a:solidFill>
          <a:ln w="0">
            <a:noFill/>
            <a:prstDash val="solid"/>
          </a:ln>
        </p:spPr>
      </p:sp>
      <p:sp>
        <p:nvSpPr>
          <p:cNvPr id="2395" name="01_find_only_2394">
            <a:extLst>
              <a:ext uri="{FF2B5EF4-FFF2-40B4-BE49-F238E27FC236}">
                <a16:creationId xmlns:a16="http://schemas.microsoft.com/office/drawing/2014/main" id="{045C1D5A-FD79-464C-8C00-BBCB74AD33C1}"/>
              </a:ext>
            </a:extLst>
          </p:cNvPr>
          <p:cNvSpPr>
            <a:spLocks noGrp="1"/>
          </p:cNvSpPr>
          <p:nvPr/>
        </p:nvSpPr>
        <p:spPr>
          <a:xfrm>
            <a:off x="1092043" y="5328456"/>
            <a:ext cx="28398" cy="28398"/>
          </a:xfrm>
          <a:prstGeom prst="ellipse">
            <a:avLst/>
          </a:prstGeom>
          <a:solidFill>
            <a:srgbClr val="7F8C97">
              <a:alpha val="48000"/>
            </a:srgbClr>
          </a:solidFill>
          <a:ln w="0">
            <a:noFill/>
            <a:prstDash val="solid"/>
          </a:ln>
        </p:spPr>
      </p:sp>
      <p:sp>
        <p:nvSpPr>
          <p:cNvPr id="2396" name="01_find_only_2395">
            <a:extLst>
              <a:ext uri="{FF2B5EF4-FFF2-40B4-BE49-F238E27FC236}">
                <a16:creationId xmlns:a16="http://schemas.microsoft.com/office/drawing/2014/main" id="{BAB553FB-EBB7-4404-930C-07405F60CC6D}"/>
              </a:ext>
            </a:extLst>
          </p:cNvPr>
          <p:cNvSpPr>
            <a:spLocks noGrp="1"/>
          </p:cNvSpPr>
          <p:nvPr/>
        </p:nvSpPr>
        <p:spPr>
          <a:xfrm>
            <a:off x="1074206" y="4905784"/>
            <a:ext cx="28398" cy="28398"/>
          </a:xfrm>
          <a:prstGeom prst="ellipse">
            <a:avLst/>
          </a:prstGeom>
          <a:solidFill>
            <a:srgbClr val="7F8C97">
              <a:alpha val="48000"/>
            </a:srgbClr>
          </a:solidFill>
          <a:ln w="0">
            <a:noFill/>
            <a:prstDash val="solid"/>
          </a:ln>
        </p:spPr>
      </p:sp>
      <p:sp>
        <p:nvSpPr>
          <p:cNvPr id="2397" name="01_find_only_2396">
            <a:extLst>
              <a:ext uri="{FF2B5EF4-FFF2-40B4-BE49-F238E27FC236}">
                <a16:creationId xmlns:a16="http://schemas.microsoft.com/office/drawing/2014/main" id="{61555CF8-73E5-40F0-8C30-DA5D12A811B5}"/>
              </a:ext>
            </a:extLst>
          </p:cNvPr>
          <p:cNvSpPr>
            <a:spLocks noGrp="1"/>
          </p:cNvSpPr>
          <p:nvPr/>
        </p:nvSpPr>
        <p:spPr>
          <a:xfrm>
            <a:off x="1019744" y="6173800"/>
            <a:ext cx="28398" cy="28398"/>
          </a:xfrm>
          <a:prstGeom prst="ellipse">
            <a:avLst/>
          </a:prstGeom>
          <a:solidFill>
            <a:srgbClr val="7F8C97">
              <a:alpha val="48000"/>
            </a:srgbClr>
          </a:solidFill>
          <a:ln w="0">
            <a:noFill/>
            <a:prstDash val="solid"/>
          </a:ln>
        </p:spPr>
      </p:sp>
      <p:sp>
        <p:nvSpPr>
          <p:cNvPr id="2398" name="01_find_only_2397">
            <a:extLst>
              <a:ext uri="{FF2B5EF4-FFF2-40B4-BE49-F238E27FC236}">
                <a16:creationId xmlns:a16="http://schemas.microsoft.com/office/drawing/2014/main" id="{4C0714EC-603D-431C-BB72-E5F4CBD04161}"/>
              </a:ext>
            </a:extLst>
          </p:cNvPr>
          <p:cNvSpPr>
            <a:spLocks noGrp="1"/>
          </p:cNvSpPr>
          <p:nvPr/>
        </p:nvSpPr>
        <p:spPr>
          <a:xfrm>
            <a:off x="1072585" y="5539792"/>
            <a:ext cx="28398" cy="28398"/>
          </a:xfrm>
          <a:prstGeom prst="ellipse">
            <a:avLst/>
          </a:prstGeom>
          <a:solidFill>
            <a:srgbClr val="7F8C97">
              <a:alpha val="48000"/>
            </a:srgbClr>
          </a:solidFill>
          <a:ln w="0">
            <a:noFill/>
            <a:prstDash val="solid"/>
          </a:ln>
        </p:spPr>
      </p:sp>
      <p:sp>
        <p:nvSpPr>
          <p:cNvPr id="2399" name="01_find_only_2398">
            <a:extLst>
              <a:ext uri="{FF2B5EF4-FFF2-40B4-BE49-F238E27FC236}">
                <a16:creationId xmlns:a16="http://schemas.microsoft.com/office/drawing/2014/main" id="{7273D1BC-E32F-4321-9B95-CA7C2E5B1877}"/>
              </a:ext>
            </a:extLst>
          </p:cNvPr>
          <p:cNvSpPr>
            <a:spLocks noGrp="1"/>
          </p:cNvSpPr>
          <p:nvPr/>
        </p:nvSpPr>
        <p:spPr>
          <a:xfrm>
            <a:off x="1024608" y="4905784"/>
            <a:ext cx="28398" cy="28398"/>
          </a:xfrm>
          <a:prstGeom prst="ellipse">
            <a:avLst/>
          </a:prstGeom>
          <a:solidFill>
            <a:srgbClr val="7F8C97">
              <a:alpha val="48000"/>
            </a:srgbClr>
          </a:solidFill>
          <a:ln w="0">
            <a:noFill/>
            <a:prstDash val="solid"/>
          </a:ln>
        </p:spPr>
      </p:sp>
      <p:sp>
        <p:nvSpPr>
          <p:cNvPr id="2400" name="01_find_only_2399">
            <a:extLst>
              <a:ext uri="{FF2B5EF4-FFF2-40B4-BE49-F238E27FC236}">
                <a16:creationId xmlns:a16="http://schemas.microsoft.com/office/drawing/2014/main" id="{5799C3E8-F883-47B5-A290-1998B31E82E1}"/>
              </a:ext>
            </a:extLst>
          </p:cNvPr>
          <p:cNvSpPr>
            <a:spLocks noGrp="1"/>
          </p:cNvSpPr>
          <p:nvPr/>
        </p:nvSpPr>
        <p:spPr>
          <a:xfrm>
            <a:off x="1032048" y="5328456"/>
            <a:ext cx="28398" cy="28398"/>
          </a:xfrm>
          <a:prstGeom prst="ellipse">
            <a:avLst/>
          </a:prstGeom>
          <a:solidFill>
            <a:srgbClr val="7F8C97">
              <a:alpha val="48000"/>
            </a:srgbClr>
          </a:solidFill>
          <a:ln w="0">
            <a:noFill/>
            <a:prstDash val="solid"/>
          </a:ln>
        </p:spPr>
      </p:sp>
      <p:sp>
        <p:nvSpPr>
          <p:cNvPr id="2401" name="01_find_only_2400">
            <a:extLst>
              <a:ext uri="{FF2B5EF4-FFF2-40B4-BE49-F238E27FC236}">
                <a16:creationId xmlns:a16="http://schemas.microsoft.com/office/drawing/2014/main" id="{3C15D271-0A5C-4521-92E3-096A8438E400}"/>
              </a:ext>
            </a:extLst>
          </p:cNvPr>
          <p:cNvSpPr>
            <a:spLocks noGrp="1"/>
          </p:cNvSpPr>
          <p:nvPr/>
        </p:nvSpPr>
        <p:spPr>
          <a:xfrm>
            <a:off x="1091280" y="4905784"/>
            <a:ext cx="28398" cy="28398"/>
          </a:xfrm>
          <a:prstGeom prst="ellipse">
            <a:avLst/>
          </a:prstGeom>
          <a:solidFill>
            <a:srgbClr val="7F8C97">
              <a:alpha val="48000"/>
            </a:srgbClr>
          </a:solidFill>
          <a:ln w="0">
            <a:noFill/>
            <a:prstDash val="solid"/>
          </a:ln>
        </p:spPr>
      </p:sp>
      <p:sp>
        <p:nvSpPr>
          <p:cNvPr id="2402" name="01_find_only_2401">
            <a:extLst>
              <a:ext uri="{FF2B5EF4-FFF2-40B4-BE49-F238E27FC236}">
                <a16:creationId xmlns:a16="http://schemas.microsoft.com/office/drawing/2014/main" id="{1AF19B6C-F294-46DE-8AE6-CB7839EB4E58}"/>
              </a:ext>
            </a:extLst>
          </p:cNvPr>
          <p:cNvSpPr>
            <a:spLocks noGrp="1"/>
          </p:cNvSpPr>
          <p:nvPr/>
        </p:nvSpPr>
        <p:spPr>
          <a:xfrm>
            <a:off x="1033574" y="4905784"/>
            <a:ext cx="28398" cy="28398"/>
          </a:xfrm>
          <a:prstGeom prst="ellipse">
            <a:avLst/>
          </a:prstGeom>
          <a:solidFill>
            <a:srgbClr val="7F8C97">
              <a:alpha val="48000"/>
            </a:srgbClr>
          </a:solidFill>
          <a:ln w="0">
            <a:noFill/>
            <a:prstDash val="solid"/>
          </a:ln>
        </p:spPr>
      </p:sp>
      <p:sp>
        <p:nvSpPr>
          <p:cNvPr id="2403" name="01_find_only_2402">
            <a:extLst>
              <a:ext uri="{FF2B5EF4-FFF2-40B4-BE49-F238E27FC236}">
                <a16:creationId xmlns:a16="http://schemas.microsoft.com/office/drawing/2014/main" id="{59D00C27-89DC-4708-97D4-AFC7BA0AD2C6}"/>
              </a:ext>
            </a:extLst>
          </p:cNvPr>
          <p:cNvSpPr>
            <a:spLocks noGrp="1"/>
          </p:cNvSpPr>
          <p:nvPr/>
        </p:nvSpPr>
        <p:spPr>
          <a:xfrm>
            <a:off x="1085938" y="5645460"/>
            <a:ext cx="28398" cy="28398"/>
          </a:xfrm>
          <a:prstGeom prst="ellipse">
            <a:avLst/>
          </a:prstGeom>
          <a:solidFill>
            <a:srgbClr val="7F8C97">
              <a:alpha val="48000"/>
            </a:srgbClr>
          </a:solidFill>
          <a:ln w="0">
            <a:noFill/>
            <a:prstDash val="solid"/>
          </a:ln>
        </p:spPr>
      </p:sp>
      <p:sp>
        <p:nvSpPr>
          <p:cNvPr id="2404" name="01_find_only_2403">
            <a:extLst>
              <a:ext uri="{FF2B5EF4-FFF2-40B4-BE49-F238E27FC236}">
                <a16:creationId xmlns:a16="http://schemas.microsoft.com/office/drawing/2014/main" id="{D18045BE-0586-4545-8FF2-63B7C4BF60FC}"/>
              </a:ext>
            </a:extLst>
          </p:cNvPr>
          <p:cNvSpPr>
            <a:spLocks noGrp="1"/>
          </p:cNvSpPr>
          <p:nvPr/>
        </p:nvSpPr>
        <p:spPr>
          <a:xfrm>
            <a:off x="1086701" y="4905784"/>
            <a:ext cx="28398" cy="28398"/>
          </a:xfrm>
          <a:prstGeom prst="ellipse">
            <a:avLst/>
          </a:prstGeom>
          <a:solidFill>
            <a:srgbClr val="7F8C97">
              <a:alpha val="48000"/>
            </a:srgbClr>
          </a:solidFill>
          <a:ln w="0">
            <a:noFill/>
            <a:prstDash val="solid"/>
          </a:ln>
        </p:spPr>
      </p:sp>
      <p:sp>
        <p:nvSpPr>
          <p:cNvPr id="2405" name="01_find_only_2404">
            <a:extLst>
              <a:ext uri="{FF2B5EF4-FFF2-40B4-BE49-F238E27FC236}">
                <a16:creationId xmlns:a16="http://schemas.microsoft.com/office/drawing/2014/main" id="{480FAA88-1731-4C8E-B11A-19B362185B33}"/>
              </a:ext>
            </a:extLst>
          </p:cNvPr>
          <p:cNvSpPr>
            <a:spLocks noGrp="1"/>
          </p:cNvSpPr>
          <p:nvPr/>
        </p:nvSpPr>
        <p:spPr>
          <a:xfrm>
            <a:off x="1089181" y="5328456"/>
            <a:ext cx="28398" cy="28398"/>
          </a:xfrm>
          <a:prstGeom prst="ellipse">
            <a:avLst/>
          </a:prstGeom>
          <a:solidFill>
            <a:srgbClr val="7F8C97">
              <a:alpha val="48000"/>
            </a:srgbClr>
          </a:solidFill>
          <a:ln w="0">
            <a:noFill/>
            <a:prstDash val="solid"/>
          </a:ln>
        </p:spPr>
      </p:sp>
      <p:sp>
        <p:nvSpPr>
          <p:cNvPr id="2406" name="01_find_only_2405">
            <a:extLst>
              <a:ext uri="{FF2B5EF4-FFF2-40B4-BE49-F238E27FC236}">
                <a16:creationId xmlns:a16="http://schemas.microsoft.com/office/drawing/2014/main" id="{820BA2EA-D5AD-42C8-91FF-AEE0A7390603}"/>
              </a:ext>
            </a:extLst>
          </p:cNvPr>
          <p:cNvSpPr>
            <a:spLocks noGrp="1"/>
          </p:cNvSpPr>
          <p:nvPr/>
        </p:nvSpPr>
        <p:spPr>
          <a:xfrm>
            <a:off x="1034337" y="5666594"/>
            <a:ext cx="28398" cy="28398"/>
          </a:xfrm>
          <a:prstGeom prst="ellipse">
            <a:avLst/>
          </a:prstGeom>
          <a:solidFill>
            <a:srgbClr val="7F8C97">
              <a:alpha val="48000"/>
            </a:srgbClr>
          </a:solidFill>
          <a:ln w="0">
            <a:noFill/>
            <a:prstDash val="solid"/>
          </a:ln>
        </p:spPr>
      </p:sp>
      <p:sp>
        <p:nvSpPr>
          <p:cNvPr id="2407" name="01_find_only_2406">
            <a:extLst>
              <a:ext uri="{FF2B5EF4-FFF2-40B4-BE49-F238E27FC236}">
                <a16:creationId xmlns:a16="http://schemas.microsoft.com/office/drawing/2014/main" id="{DDFE6E74-E184-48CB-9CF1-B05C22105246}"/>
              </a:ext>
            </a:extLst>
          </p:cNvPr>
          <p:cNvSpPr>
            <a:spLocks noGrp="1"/>
          </p:cNvSpPr>
          <p:nvPr/>
        </p:nvSpPr>
        <p:spPr>
          <a:xfrm>
            <a:off x="1019934" y="5539792"/>
            <a:ext cx="28398" cy="28398"/>
          </a:xfrm>
          <a:prstGeom prst="ellipse">
            <a:avLst/>
          </a:prstGeom>
          <a:solidFill>
            <a:srgbClr val="7F8C97">
              <a:alpha val="48000"/>
            </a:srgbClr>
          </a:solidFill>
          <a:ln w="0">
            <a:noFill/>
            <a:prstDash val="solid"/>
          </a:ln>
        </p:spPr>
      </p:sp>
      <p:sp>
        <p:nvSpPr>
          <p:cNvPr id="2408" name="01_find_only_2407">
            <a:extLst>
              <a:ext uri="{FF2B5EF4-FFF2-40B4-BE49-F238E27FC236}">
                <a16:creationId xmlns:a16="http://schemas.microsoft.com/office/drawing/2014/main" id="{467404BC-7E72-4941-AC2E-F4DB84570379}"/>
              </a:ext>
            </a:extLst>
          </p:cNvPr>
          <p:cNvSpPr>
            <a:spLocks noGrp="1"/>
          </p:cNvSpPr>
          <p:nvPr/>
        </p:nvSpPr>
        <p:spPr>
          <a:xfrm>
            <a:off x="1075446" y="4905784"/>
            <a:ext cx="28398" cy="28398"/>
          </a:xfrm>
          <a:prstGeom prst="ellipse">
            <a:avLst/>
          </a:prstGeom>
          <a:solidFill>
            <a:srgbClr val="7F8C97">
              <a:alpha val="48000"/>
            </a:srgbClr>
          </a:solidFill>
          <a:ln w="0">
            <a:noFill/>
            <a:prstDash val="solid"/>
          </a:ln>
        </p:spPr>
      </p:sp>
      <p:sp>
        <p:nvSpPr>
          <p:cNvPr id="2409" name="01_find_only_2408">
            <a:extLst>
              <a:ext uri="{FF2B5EF4-FFF2-40B4-BE49-F238E27FC236}">
                <a16:creationId xmlns:a16="http://schemas.microsoft.com/office/drawing/2014/main" id="{B794B738-0776-4352-B1A6-871ED59BC82C}"/>
              </a:ext>
            </a:extLst>
          </p:cNvPr>
          <p:cNvSpPr>
            <a:spLocks noGrp="1"/>
          </p:cNvSpPr>
          <p:nvPr/>
        </p:nvSpPr>
        <p:spPr>
          <a:xfrm>
            <a:off x="1015451" y="4905784"/>
            <a:ext cx="28398" cy="28398"/>
          </a:xfrm>
          <a:prstGeom prst="ellipse">
            <a:avLst/>
          </a:prstGeom>
          <a:solidFill>
            <a:srgbClr val="7F8C97">
              <a:alpha val="48000"/>
            </a:srgbClr>
          </a:solidFill>
          <a:ln w="0">
            <a:noFill/>
            <a:prstDash val="solid"/>
          </a:ln>
        </p:spPr>
      </p:sp>
      <p:sp>
        <p:nvSpPr>
          <p:cNvPr id="2410" name="01_find_only_2409">
            <a:extLst>
              <a:ext uri="{FF2B5EF4-FFF2-40B4-BE49-F238E27FC236}">
                <a16:creationId xmlns:a16="http://schemas.microsoft.com/office/drawing/2014/main" id="{BA22B612-B89D-4364-8ABC-E9EEE90B7F56}"/>
              </a:ext>
            </a:extLst>
          </p:cNvPr>
          <p:cNvSpPr>
            <a:spLocks noGrp="1"/>
          </p:cNvSpPr>
          <p:nvPr/>
        </p:nvSpPr>
        <p:spPr>
          <a:xfrm>
            <a:off x="1021460" y="6173800"/>
            <a:ext cx="28398" cy="28398"/>
          </a:xfrm>
          <a:prstGeom prst="ellipse">
            <a:avLst/>
          </a:prstGeom>
          <a:solidFill>
            <a:srgbClr val="7F8C97">
              <a:alpha val="48000"/>
            </a:srgbClr>
          </a:solidFill>
          <a:ln w="0">
            <a:noFill/>
            <a:prstDash val="solid"/>
          </a:ln>
        </p:spPr>
      </p:sp>
      <p:sp>
        <p:nvSpPr>
          <p:cNvPr id="2411" name="01_find_only_2410">
            <a:extLst>
              <a:ext uri="{FF2B5EF4-FFF2-40B4-BE49-F238E27FC236}">
                <a16:creationId xmlns:a16="http://schemas.microsoft.com/office/drawing/2014/main" id="{446DD80D-58B1-4F09-9342-856E45E2AAB6}"/>
              </a:ext>
            </a:extLst>
          </p:cNvPr>
          <p:cNvSpPr>
            <a:spLocks noGrp="1"/>
          </p:cNvSpPr>
          <p:nvPr/>
        </p:nvSpPr>
        <p:spPr>
          <a:xfrm>
            <a:off x="1077831" y="4905784"/>
            <a:ext cx="28398" cy="28398"/>
          </a:xfrm>
          <a:prstGeom prst="ellipse">
            <a:avLst/>
          </a:prstGeom>
          <a:solidFill>
            <a:srgbClr val="7F8C97">
              <a:alpha val="48000"/>
            </a:srgbClr>
          </a:solidFill>
          <a:ln w="0">
            <a:noFill/>
            <a:prstDash val="solid"/>
          </a:ln>
        </p:spPr>
      </p:sp>
      <p:sp>
        <p:nvSpPr>
          <p:cNvPr id="2412" name="01_find_only_2411">
            <a:extLst>
              <a:ext uri="{FF2B5EF4-FFF2-40B4-BE49-F238E27FC236}">
                <a16:creationId xmlns:a16="http://schemas.microsoft.com/office/drawing/2014/main" id="{D81CD3EC-7299-4A4D-A228-434332F21FD3}"/>
              </a:ext>
            </a:extLst>
          </p:cNvPr>
          <p:cNvSpPr>
            <a:spLocks noGrp="1"/>
          </p:cNvSpPr>
          <p:nvPr/>
        </p:nvSpPr>
        <p:spPr>
          <a:xfrm>
            <a:off x="1016310" y="4905784"/>
            <a:ext cx="28398" cy="28398"/>
          </a:xfrm>
          <a:prstGeom prst="ellipse">
            <a:avLst/>
          </a:prstGeom>
          <a:solidFill>
            <a:srgbClr val="7F8C97">
              <a:alpha val="48000"/>
            </a:srgbClr>
          </a:solidFill>
          <a:ln w="0">
            <a:noFill/>
            <a:prstDash val="solid"/>
          </a:ln>
        </p:spPr>
      </p:sp>
      <p:sp>
        <p:nvSpPr>
          <p:cNvPr id="2413" name="01_find_only_2412">
            <a:extLst>
              <a:ext uri="{FF2B5EF4-FFF2-40B4-BE49-F238E27FC236}">
                <a16:creationId xmlns:a16="http://schemas.microsoft.com/office/drawing/2014/main" id="{7D892ABE-EA0A-44F8-A29A-55880FF223C2}"/>
              </a:ext>
            </a:extLst>
          </p:cNvPr>
          <p:cNvSpPr>
            <a:spLocks noGrp="1"/>
          </p:cNvSpPr>
          <p:nvPr/>
        </p:nvSpPr>
        <p:spPr>
          <a:xfrm>
            <a:off x="1096144" y="4905784"/>
            <a:ext cx="28398" cy="28398"/>
          </a:xfrm>
          <a:prstGeom prst="ellipse">
            <a:avLst/>
          </a:prstGeom>
          <a:solidFill>
            <a:srgbClr val="7F8C97">
              <a:alpha val="48000"/>
            </a:srgbClr>
          </a:solidFill>
          <a:ln w="0">
            <a:noFill/>
            <a:prstDash val="solid"/>
          </a:ln>
        </p:spPr>
      </p:sp>
      <p:sp>
        <p:nvSpPr>
          <p:cNvPr id="2414" name="01_find_only_2413">
            <a:extLst>
              <a:ext uri="{FF2B5EF4-FFF2-40B4-BE49-F238E27FC236}">
                <a16:creationId xmlns:a16="http://schemas.microsoft.com/office/drawing/2014/main" id="{FA8CAE10-ABE4-43F4-B33B-D75BB8EA7DAE}"/>
              </a:ext>
            </a:extLst>
          </p:cNvPr>
          <p:cNvSpPr>
            <a:spLocks noGrp="1"/>
          </p:cNvSpPr>
          <p:nvPr/>
        </p:nvSpPr>
        <p:spPr>
          <a:xfrm>
            <a:off x="1081551" y="4905784"/>
            <a:ext cx="28398" cy="28398"/>
          </a:xfrm>
          <a:prstGeom prst="ellipse">
            <a:avLst/>
          </a:prstGeom>
          <a:solidFill>
            <a:srgbClr val="7F8C97">
              <a:alpha val="48000"/>
            </a:srgbClr>
          </a:solidFill>
          <a:ln w="0">
            <a:noFill/>
            <a:prstDash val="solid"/>
          </a:ln>
        </p:spPr>
      </p:sp>
      <p:sp>
        <p:nvSpPr>
          <p:cNvPr id="2415" name="01_find_only_2414">
            <a:extLst>
              <a:ext uri="{FF2B5EF4-FFF2-40B4-BE49-F238E27FC236}">
                <a16:creationId xmlns:a16="http://schemas.microsoft.com/office/drawing/2014/main" id="{FBAE5C01-F290-4CFB-BB32-F05E7AAB7EDA}"/>
              </a:ext>
            </a:extLst>
          </p:cNvPr>
          <p:cNvSpPr>
            <a:spLocks noGrp="1"/>
          </p:cNvSpPr>
          <p:nvPr/>
        </p:nvSpPr>
        <p:spPr>
          <a:xfrm>
            <a:off x="1047023" y="4905784"/>
            <a:ext cx="28398" cy="28398"/>
          </a:xfrm>
          <a:prstGeom prst="ellipse">
            <a:avLst/>
          </a:prstGeom>
          <a:solidFill>
            <a:srgbClr val="7F8C97">
              <a:alpha val="48000"/>
            </a:srgbClr>
          </a:solidFill>
          <a:ln w="0">
            <a:noFill/>
            <a:prstDash val="solid"/>
          </a:ln>
        </p:spPr>
      </p:sp>
      <p:sp>
        <p:nvSpPr>
          <p:cNvPr id="2416" name="01_find_only_2415">
            <a:extLst>
              <a:ext uri="{FF2B5EF4-FFF2-40B4-BE49-F238E27FC236}">
                <a16:creationId xmlns:a16="http://schemas.microsoft.com/office/drawing/2014/main" id="{21341890-AAE3-49E0-9F0B-67BD3121C0DB}"/>
              </a:ext>
            </a:extLst>
          </p:cNvPr>
          <p:cNvSpPr>
            <a:spLocks noGrp="1"/>
          </p:cNvSpPr>
          <p:nvPr/>
        </p:nvSpPr>
        <p:spPr>
          <a:xfrm>
            <a:off x="1030903" y="4905784"/>
            <a:ext cx="28398" cy="28398"/>
          </a:xfrm>
          <a:prstGeom prst="ellipse">
            <a:avLst/>
          </a:prstGeom>
          <a:solidFill>
            <a:srgbClr val="7F8C97">
              <a:alpha val="48000"/>
            </a:srgbClr>
          </a:solidFill>
          <a:ln w="0">
            <a:noFill/>
            <a:prstDash val="solid"/>
          </a:ln>
        </p:spPr>
      </p:sp>
      <p:sp>
        <p:nvSpPr>
          <p:cNvPr id="2417" name="01_find_only_2416">
            <a:extLst>
              <a:ext uri="{FF2B5EF4-FFF2-40B4-BE49-F238E27FC236}">
                <a16:creationId xmlns:a16="http://schemas.microsoft.com/office/drawing/2014/main" id="{31DEB6AE-083D-456E-99DD-331F5D5B8674}"/>
              </a:ext>
            </a:extLst>
          </p:cNvPr>
          <p:cNvSpPr>
            <a:spLocks noGrp="1"/>
          </p:cNvSpPr>
          <p:nvPr/>
        </p:nvSpPr>
        <p:spPr>
          <a:xfrm>
            <a:off x="1098815" y="5268074"/>
            <a:ext cx="28398" cy="28398"/>
          </a:xfrm>
          <a:prstGeom prst="ellipse">
            <a:avLst/>
          </a:prstGeom>
          <a:solidFill>
            <a:srgbClr val="7F8C97">
              <a:alpha val="48000"/>
            </a:srgbClr>
          </a:solidFill>
          <a:ln w="0">
            <a:noFill/>
            <a:prstDash val="solid"/>
          </a:ln>
        </p:spPr>
      </p:sp>
      <p:sp>
        <p:nvSpPr>
          <p:cNvPr id="2418" name="01_find_only_2417">
            <a:extLst>
              <a:ext uri="{FF2B5EF4-FFF2-40B4-BE49-F238E27FC236}">
                <a16:creationId xmlns:a16="http://schemas.microsoft.com/office/drawing/2014/main" id="{7C47CF65-09CB-41FA-B896-B056F87361E5}"/>
              </a:ext>
            </a:extLst>
          </p:cNvPr>
          <p:cNvSpPr>
            <a:spLocks noGrp="1"/>
          </p:cNvSpPr>
          <p:nvPr/>
        </p:nvSpPr>
        <p:spPr>
          <a:xfrm>
            <a:off x="1064191" y="6173800"/>
            <a:ext cx="28398" cy="28398"/>
          </a:xfrm>
          <a:prstGeom prst="ellipse">
            <a:avLst/>
          </a:prstGeom>
          <a:solidFill>
            <a:srgbClr val="7F8C97">
              <a:alpha val="48000"/>
            </a:srgbClr>
          </a:solidFill>
          <a:ln w="0">
            <a:noFill/>
            <a:prstDash val="solid"/>
          </a:ln>
        </p:spPr>
      </p:sp>
      <p:sp>
        <p:nvSpPr>
          <p:cNvPr id="2419" name="01_find_only_2418">
            <a:extLst>
              <a:ext uri="{FF2B5EF4-FFF2-40B4-BE49-F238E27FC236}">
                <a16:creationId xmlns:a16="http://schemas.microsoft.com/office/drawing/2014/main" id="{7FF1562B-AF13-42C0-9513-98FCC8137782}"/>
              </a:ext>
            </a:extLst>
          </p:cNvPr>
          <p:cNvSpPr>
            <a:spLocks noGrp="1"/>
          </p:cNvSpPr>
          <p:nvPr/>
        </p:nvSpPr>
        <p:spPr>
          <a:xfrm>
            <a:off x="1085938" y="6173800"/>
            <a:ext cx="28398" cy="28398"/>
          </a:xfrm>
          <a:prstGeom prst="ellipse">
            <a:avLst/>
          </a:prstGeom>
          <a:solidFill>
            <a:srgbClr val="7F8C97">
              <a:alpha val="48000"/>
            </a:srgbClr>
          </a:solidFill>
          <a:ln w="0">
            <a:noFill/>
            <a:prstDash val="solid"/>
          </a:ln>
        </p:spPr>
      </p:sp>
      <p:sp>
        <p:nvSpPr>
          <p:cNvPr id="2420" name="01_find_only_2419">
            <a:extLst>
              <a:ext uri="{FF2B5EF4-FFF2-40B4-BE49-F238E27FC236}">
                <a16:creationId xmlns:a16="http://schemas.microsoft.com/office/drawing/2014/main" id="{4BEE34FF-9B71-4B22-839A-27C59105E307}"/>
              </a:ext>
            </a:extLst>
          </p:cNvPr>
          <p:cNvSpPr>
            <a:spLocks noGrp="1"/>
          </p:cNvSpPr>
          <p:nvPr/>
        </p:nvSpPr>
        <p:spPr>
          <a:xfrm>
            <a:off x="1019076" y="4905784"/>
            <a:ext cx="28398" cy="28398"/>
          </a:xfrm>
          <a:prstGeom prst="ellipse">
            <a:avLst/>
          </a:prstGeom>
          <a:solidFill>
            <a:srgbClr val="7F8C97">
              <a:alpha val="48000"/>
            </a:srgbClr>
          </a:solidFill>
          <a:ln w="0">
            <a:noFill/>
            <a:prstDash val="solid"/>
          </a:ln>
        </p:spPr>
      </p:sp>
      <p:sp>
        <p:nvSpPr>
          <p:cNvPr id="2421" name="01_find_only_2420">
            <a:extLst>
              <a:ext uri="{FF2B5EF4-FFF2-40B4-BE49-F238E27FC236}">
                <a16:creationId xmlns:a16="http://schemas.microsoft.com/office/drawing/2014/main" id="{D7E2BFDE-637B-4C96-B745-750B701BD2EB}"/>
              </a:ext>
            </a:extLst>
          </p:cNvPr>
          <p:cNvSpPr>
            <a:spLocks noGrp="1"/>
          </p:cNvSpPr>
          <p:nvPr/>
        </p:nvSpPr>
        <p:spPr>
          <a:xfrm>
            <a:off x="1045973" y="4905784"/>
            <a:ext cx="28398" cy="28398"/>
          </a:xfrm>
          <a:prstGeom prst="ellipse">
            <a:avLst/>
          </a:prstGeom>
          <a:solidFill>
            <a:srgbClr val="7F8C97">
              <a:alpha val="48000"/>
            </a:srgbClr>
          </a:solidFill>
          <a:ln w="0">
            <a:noFill/>
            <a:prstDash val="solid"/>
          </a:ln>
        </p:spPr>
      </p:sp>
      <p:sp>
        <p:nvSpPr>
          <p:cNvPr id="2422" name="01_find_only_2421">
            <a:extLst>
              <a:ext uri="{FF2B5EF4-FFF2-40B4-BE49-F238E27FC236}">
                <a16:creationId xmlns:a16="http://schemas.microsoft.com/office/drawing/2014/main" id="{5E43A52F-DA39-4947-8748-1554CEE28D42}"/>
              </a:ext>
            </a:extLst>
          </p:cNvPr>
          <p:cNvSpPr>
            <a:spLocks noGrp="1"/>
          </p:cNvSpPr>
          <p:nvPr/>
        </p:nvSpPr>
        <p:spPr>
          <a:xfrm>
            <a:off x="1080025" y="5539792"/>
            <a:ext cx="28398" cy="28398"/>
          </a:xfrm>
          <a:prstGeom prst="ellipse">
            <a:avLst/>
          </a:prstGeom>
          <a:solidFill>
            <a:srgbClr val="7F8C97">
              <a:alpha val="48000"/>
            </a:srgbClr>
          </a:solidFill>
          <a:ln w="0">
            <a:noFill/>
            <a:prstDash val="solid"/>
          </a:ln>
        </p:spPr>
      </p:sp>
      <p:sp>
        <p:nvSpPr>
          <p:cNvPr id="2423" name="01_find_only_2422">
            <a:extLst>
              <a:ext uri="{FF2B5EF4-FFF2-40B4-BE49-F238E27FC236}">
                <a16:creationId xmlns:a16="http://schemas.microsoft.com/office/drawing/2014/main" id="{CB487742-95E1-4566-8994-99D698B087B0}"/>
              </a:ext>
            </a:extLst>
          </p:cNvPr>
          <p:cNvSpPr>
            <a:spLocks noGrp="1"/>
          </p:cNvSpPr>
          <p:nvPr/>
        </p:nvSpPr>
        <p:spPr>
          <a:xfrm>
            <a:off x="1066194" y="4905784"/>
            <a:ext cx="28398" cy="28398"/>
          </a:xfrm>
          <a:prstGeom prst="ellipse">
            <a:avLst/>
          </a:prstGeom>
          <a:solidFill>
            <a:srgbClr val="7F8C97">
              <a:alpha val="48000"/>
            </a:srgbClr>
          </a:solidFill>
          <a:ln w="0">
            <a:noFill/>
            <a:prstDash val="solid"/>
          </a:ln>
        </p:spPr>
      </p:sp>
      <p:sp>
        <p:nvSpPr>
          <p:cNvPr id="2424" name="01_find_only_2423">
            <a:extLst>
              <a:ext uri="{FF2B5EF4-FFF2-40B4-BE49-F238E27FC236}">
                <a16:creationId xmlns:a16="http://schemas.microsoft.com/office/drawing/2014/main" id="{0B001166-68E6-46A9-A956-BD62DC0C813F}"/>
              </a:ext>
            </a:extLst>
          </p:cNvPr>
          <p:cNvSpPr>
            <a:spLocks noGrp="1"/>
          </p:cNvSpPr>
          <p:nvPr/>
        </p:nvSpPr>
        <p:spPr>
          <a:xfrm>
            <a:off x="1094141" y="5201654"/>
            <a:ext cx="28398" cy="28398"/>
          </a:xfrm>
          <a:prstGeom prst="ellipse">
            <a:avLst/>
          </a:prstGeom>
          <a:solidFill>
            <a:srgbClr val="7F8C97">
              <a:alpha val="48000"/>
            </a:srgbClr>
          </a:solidFill>
          <a:ln w="0">
            <a:noFill/>
            <a:prstDash val="solid"/>
          </a:ln>
        </p:spPr>
      </p:sp>
      <p:sp>
        <p:nvSpPr>
          <p:cNvPr id="2425" name="01_find_only_2424">
            <a:extLst>
              <a:ext uri="{FF2B5EF4-FFF2-40B4-BE49-F238E27FC236}">
                <a16:creationId xmlns:a16="http://schemas.microsoft.com/office/drawing/2014/main" id="{3CB94B2D-3EBA-427D-BF1F-2ACA0140CD40}"/>
              </a:ext>
            </a:extLst>
          </p:cNvPr>
          <p:cNvSpPr>
            <a:spLocks noGrp="1"/>
          </p:cNvSpPr>
          <p:nvPr/>
        </p:nvSpPr>
        <p:spPr>
          <a:xfrm>
            <a:off x="1005627" y="4905784"/>
            <a:ext cx="28398" cy="28398"/>
          </a:xfrm>
          <a:prstGeom prst="ellipse">
            <a:avLst/>
          </a:prstGeom>
          <a:solidFill>
            <a:srgbClr val="7F8C97">
              <a:alpha val="48000"/>
            </a:srgbClr>
          </a:solidFill>
          <a:ln w="0">
            <a:noFill/>
            <a:prstDash val="solid"/>
          </a:ln>
        </p:spPr>
      </p:sp>
      <p:sp>
        <p:nvSpPr>
          <p:cNvPr id="2426" name="01_find_only_2425">
            <a:extLst>
              <a:ext uri="{FF2B5EF4-FFF2-40B4-BE49-F238E27FC236}">
                <a16:creationId xmlns:a16="http://schemas.microsoft.com/office/drawing/2014/main" id="{68D657D9-F4AA-4304-9C04-B084CBEC7D34}"/>
              </a:ext>
            </a:extLst>
          </p:cNvPr>
          <p:cNvSpPr>
            <a:spLocks noGrp="1"/>
          </p:cNvSpPr>
          <p:nvPr/>
        </p:nvSpPr>
        <p:spPr>
          <a:xfrm>
            <a:off x="1044924" y="6173800"/>
            <a:ext cx="28398" cy="28398"/>
          </a:xfrm>
          <a:prstGeom prst="ellipse">
            <a:avLst/>
          </a:prstGeom>
          <a:solidFill>
            <a:srgbClr val="7F8C97">
              <a:alpha val="48000"/>
            </a:srgbClr>
          </a:solidFill>
          <a:ln w="0">
            <a:noFill/>
            <a:prstDash val="solid"/>
          </a:ln>
        </p:spPr>
      </p:sp>
      <p:sp>
        <p:nvSpPr>
          <p:cNvPr id="2427" name="01_find_only_2426">
            <a:extLst>
              <a:ext uri="{FF2B5EF4-FFF2-40B4-BE49-F238E27FC236}">
                <a16:creationId xmlns:a16="http://schemas.microsoft.com/office/drawing/2014/main" id="{B533E480-D3BD-4063-86F2-4984B1CB2EB9}"/>
              </a:ext>
            </a:extLst>
          </p:cNvPr>
          <p:cNvSpPr>
            <a:spLocks noGrp="1"/>
          </p:cNvSpPr>
          <p:nvPr/>
        </p:nvSpPr>
        <p:spPr>
          <a:xfrm>
            <a:off x="1062761" y="6173800"/>
            <a:ext cx="28398" cy="28398"/>
          </a:xfrm>
          <a:prstGeom prst="ellipse">
            <a:avLst/>
          </a:prstGeom>
          <a:solidFill>
            <a:srgbClr val="7F8C97">
              <a:alpha val="48000"/>
            </a:srgbClr>
          </a:solidFill>
          <a:ln w="0">
            <a:noFill/>
            <a:prstDash val="solid"/>
          </a:ln>
        </p:spPr>
      </p:sp>
      <p:sp>
        <p:nvSpPr>
          <p:cNvPr id="2428" name="01_find_only_2427">
            <a:extLst>
              <a:ext uri="{FF2B5EF4-FFF2-40B4-BE49-F238E27FC236}">
                <a16:creationId xmlns:a16="http://schemas.microsoft.com/office/drawing/2014/main" id="{DDF51801-7EBC-49CE-AE8F-18281924C19A}"/>
              </a:ext>
            </a:extLst>
          </p:cNvPr>
          <p:cNvSpPr>
            <a:spLocks noGrp="1"/>
          </p:cNvSpPr>
          <p:nvPr/>
        </p:nvSpPr>
        <p:spPr>
          <a:xfrm>
            <a:off x="1033097" y="6173800"/>
            <a:ext cx="28398" cy="28398"/>
          </a:xfrm>
          <a:prstGeom prst="ellipse">
            <a:avLst/>
          </a:prstGeom>
          <a:solidFill>
            <a:srgbClr val="7F8C97">
              <a:alpha val="48000"/>
            </a:srgbClr>
          </a:solidFill>
          <a:ln w="0">
            <a:noFill/>
            <a:prstDash val="solid"/>
          </a:ln>
        </p:spPr>
      </p:sp>
      <p:sp>
        <p:nvSpPr>
          <p:cNvPr id="2429" name="01_find_only_2428">
            <a:extLst>
              <a:ext uri="{FF2B5EF4-FFF2-40B4-BE49-F238E27FC236}">
                <a16:creationId xmlns:a16="http://schemas.microsoft.com/office/drawing/2014/main" id="{D49FF7A2-38DD-4195-AD97-3B19F7B4D863}"/>
              </a:ext>
            </a:extLst>
          </p:cNvPr>
          <p:cNvSpPr>
            <a:spLocks noGrp="1"/>
          </p:cNvSpPr>
          <p:nvPr/>
        </p:nvSpPr>
        <p:spPr>
          <a:xfrm>
            <a:off x="1054462" y="4905784"/>
            <a:ext cx="28398" cy="28398"/>
          </a:xfrm>
          <a:prstGeom prst="ellipse">
            <a:avLst/>
          </a:prstGeom>
          <a:solidFill>
            <a:srgbClr val="7F8C97">
              <a:alpha val="48000"/>
            </a:srgbClr>
          </a:solidFill>
          <a:ln w="0">
            <a:noFill/>
            <a:prstDash val="solid"/>
          </a:ln>
        </p:spPr>
      </p:sp>
      <p:sp>
        <p:nvSpPr>
          <p:cNvPr id="2430" name="01_find_only_2429">
            <a:extLst>
              <a:ext uri="{FF2B5EF4-FFF2-40B4-BE49-F238E27FC236}">
                <a16:creationId xmlns:a16="http://schemas.microsoft.com/office/drawing/2014/main" id="{582A1CE3-FE44-4CB0-83F9-419A689CEADA}"/>
              </a:ext>
            </a:extLst>
          </p:cNvPr>
          <p:cNvSpPr>
            <a:spLocks noGrp="1"/>
          </p:cNvSpPr>
          <p:nvPr/>
        </p:nvSpPr>
        <p:spPr>
          <a:xfrm>
            <a:off x="1042444" y="6068132"/>
            <a:ext cx="28398" cy="28398"/>
          </a:xfrm>
          <a:prstGeom prst="ellipse">
            <a:avLst/>
          </a:prstGeom>
          <a:solidFill>
            <a:srgbClr val="7F8C97">
              <a:alpha val="48000"/>
            </a:srgbClr>
          </a:solidFill>
          <a:ln w="0">
            <a:noFill/>
            <a:prstDash val="solid"/>
          </a:ln>
        </p:spPr>
      </p:sp>
      <p:sp>
        <p:nvSpPr>
          <p:cNvPr id="2431" name="01_find_only_2430">
            <a:extLst>
              <a:ext uri="{FF2B5EF4-FFF2-40B4-BE49-F238E27FC236}">
                <a16:creationId xmlns:a16="http://schemas.microsoft.com/office/drawing/2014/main" id="{41D5A16F-2A25-4FFF-BDA5-67C06A755811}"/>
              </a:ext>
            </a:extLst>
          </p:cNvPr>
          <p:cNvSpPr>
            <a:spLocks noGrp="1"/>
          </p:cNvSpPr>
          <p:nvPr/>
        </p:nvSpPr>
        <p:spPr>
          <a:xfrm>
            <a:off x="1083649" y="5992655"/>
            <a:ext cx="28398" cy="28398"/>
          </a:xfrm>
          <a:prstGeom prst="ellipse">
            <a:avLst/>
          </a:prstGeom>
          <a:solidFill>
            <a:srgbClr val="7F8C97">
              <a:alpha val="48000"/>
            </a:srgbClr>
          </a:solidFill>
          <a:ln w="0">
            <a:noFill/>
            <a:prstDash val="solid"/>
          </a:ln>
        </p:spPr>
      </p:sp>
      <p:sp>
        <p:nvSpPr>
          <p:cNvPr id="2432" name="01_find_only_2431">
            <a:extLst>
              <a:ext uri="{FF2B5EF4-FFF2-40B4-BE49-F238E27FC236}">
                <a16:creationId xmlns:a16="http://schemas.microsoft.com/office/drawing/2014/main" id="{FA8DC213-D762-4697-923B-9835B5D3CDBB}"/>
              </a:ext>
            </a:extLst>
          </p:cNvPr>
          <p:cNvSpPr>
            <a:spLocks noGrp="1"/>
          </p:cNvSpPr>
          <p:nvPr/>
        </p:nvSpPr>
        <p:spPr>
          <a:xfrm>
            <a:off x="1016119" y="4905784"/>
            <a:ext cx="28398" cy="28398"/>
          </a:xfrm>
          <a:prstGeom prst="ellipse">
            <a:avLst/>
          </a:prstGeom>
          <a:solidFill>
            <a:srgbClr val="7F8C97">
              <a:alpha val="48000"/>
            </a:srgbClr>
          </a:solidFill>
          <a:ln w="0">
            <a:noFill/>
            <a:prstDash val="solid"/>
          </a:ln>
        </p:spPr>
      </p:sp>
      <p:sp>
        <p:nvSpPr>
          <p:cNvPr id="2433" name="01_find_only_2432">
            <a:extLst>
              <a:ext uri="{FF2B5EF4-FFF2-40B4-BE49-F238E27FC236}">
                <a16:creationId xmlns:a16="http://schemas.microsoft.com/office/drawing/2014/main" id="{DCF65455-5672-402F-82C0-CB8AA3C73F8B}"/>
              </a:ext>
            </a:extLst>
          </p:cNvPr>
          <p:cNvSpPr>
            <a:spLocks noGrp="1"/>
          </p:cNvSpPr>
          <p:nvPr/>
        </p:nvSpPr>
        <p:spPr>
          <a:xfrm>
            <a:off x="1020507" y="4905784"/>
            <a:ext cx="28398" cy="28398"/>
          </a:xfrm>
          <a:prstGeom prst="ellipse">
            <a:avLst/>
          </a:prstGeom>
          <a:solidFill>
            <a:srgbClr val="7F8C97">
              <a:alpha val="48000"/>
            </a:srgbClr>
          </a:solidFill>
          <a:ln w="0">
            <a:noFill/>
            <a:prstDash val="solid"/>
          </a:ln>
        </p:spPr>
      </p:sp>
      <p:sp>
        <p:nvSpPr>
          <p:cNvPr id="2434" name="01_find_only_2433">
            <a:extLst>
              <a:ext uri="{FF2B5EF4-FFF2-40B4-BE49-F238E27FC236}">
                <a16:creationId xmlns:a16="http://schemas.microsoft.com/office/drawing/2014/main" id="{DA46C4E5-0BAE-43D3-9F30-6A81D9C8C22D}"/>
              </a:ext>
            </a:extLst>
          </p:cNvPr>
          <p:cNvSpPr>
            <a:spLocks noGrp="1"/>
          </p:cNvSpPr>
          <p:nvPr/>
        </p:nvSpPr>
        <p:spPr>
          <a:xfrm>
            <a:off x="1060185" y="4905784"/>
            <a:ext cx="28398" cy="28398"/>
          </a:xfrm>
          <a:prstGeom prst="ellipse">
            <a:avLst/>
          </a:prstGeom>
          <a:solidFill>
            <a:srgbClr val="7F8C97">
              <a:alpha val="48000"/>
            </a:srgbClr>
          </a:solidFill>
          <a:ln w="0">
            <a:noFill/>
            <a:prstDash val="solid"/>
          </a:ln>
        </p:spPr>
      </p:sp>
      <p:sp>
        <p:nvSpPr>
          <p:cNvPr id="2435" name="01_find_only_2434">
            <a:extLst>
              <a:ext uri="{FF2B5EF4-FFF2-40B4-BE49-F238E27FC236}">
                <a16:creationId xmlns:a16="http://schemas.microsoft.com/office/drawing/2014/main" id="{AF93B914-2061-4066-B70D-BD5C64510CD3}"/>
              </a:ext>
            </a:extLst>
          </p:cNvPr>
          <p:cNvSpPr>
            <a:spLocks noGrp="1"/>
          </p:cNvSpPr>
          <p:nvPr/>
        </p:nvSpPr>
        <p:spPr>
          <a:xfrm>
            <a:off x="1059327" y="4905784"/>
            <a:ext cx="28398" cy="28398"/>
          </a:xfrm>
          <a:prstGeom prst="ellipse">
            <a:avLst/>
          </a:prstGeom>
          <a:solidFill>
            <a:srgbClr val="7F8C97">
              <a:alpha val="48000"/>
            </a:srgbClr>
          </a:solidFill>
          <a:ln w="0">
            <a:noFill/>
            <a:prstDash val="solid"/>
          </a:ln>
        </p:spPr>
      </p:sp>
      <p:sp>
        <p:nvSpPr>
          <p:cNvPr id="2436" name="01_find_only_2435">
            <a:extLst>
              <a:ext uri="{FF2B5EF4-FFF2-40B4-BE49-F238E27FC236}">
                <a16:creationId xmlns:a16="http://schemas.microsoft.com/office/drawing/2014/main" id="{AD0EB6E2-1736-473E-ABE5-879C79A2C540}"/>
              </a:ext>
            </a:extLst>
          </p:cNvPr>
          <p:cNvSpPr>
            <a:spLocks noGrp="1"/>
          </p:cNvSpPr>
          <p:nvPr/>
        </p:nvSpPr>
        <p:spPr>
          <a:xfrm>
            <a:off x="1090326" y="4905784"/>
            <a:ext cx="28398" cy="28398"/>
          </a:xfrm>
          <a:prstGeom prst="ellipse">
            <a:avLst/>
          </a:prstGeom>
          <a:solidFill>
            <a:srgbClr val="7F8C97">
              <a:alpha val="48000"/>
            </a:srgbClr>
          </a:solidFill>
          <a:ln w="0">
            <a:noFill/>
            <a:prstDash val="solid"/>
          </a:ln>
        </p:spPr>
      </p:sp>
      <p:sp>
        <p:nvSpPr>
          <p:cNvPr id="2437" name="01_find_only_2436">
            <a:extLst>
              <a:ext uri="{FF2B5EF4-FFF2-40B4-BE49-F238E27FC236}">
                <a16:creationId xmlns:a16="http://schemas.microsoft.com/office/drawing/2014/main" id="{395AC7BA-04A2-4764-B328-FD25AEFA91DA}"/>
              </a:ext>
            </a:extLst>
          </p:cNvPr>
          <p:cNvSpPr>
            <a:spLocks noGrp="1"/>
          </p:cNvSpPr>
          <p:nvPr/>
        </p:nvSpPr>
        <p:spPr>
          <a:xfrm>
            <a:off x="1075923" y="5222788"/>
            <a:ext cx="28398" cy="28398"/>
          </a:xfrm>
          <a:prstGeom prst="ellipse">
            <a:avLst/>
          </a:prstGeom>
          <a:solidFill>
            <a:srgbClr val="7F8C97">
              <a:alpha val="48000"/>
            </a:srgbClr>
          </a:solidFill>
          <a:ln w="0">
            <a:noFill/>
            <a:prstDash val="solid"/>
          </a:ln>
        </p:spPr>
      </p:sp>
      <p:sp>
        <p:nvSpPr>
          <p:cNvPr id="2438" name="01_find_only_2437">
            <a:extLst>
              <a:ext uri="{FF2B5EF4-FFF2-40B4-BE49-F238E27FC236}">
                <a16:creationId xmlns:a16="http://schemas.microsoft.com/office/drawing/2014/main" id="{D834083A-8841-4C9A-99B8-B47A1BC947EE}"/>
              </a:ext>
            </a:extLst>
          </p:cNvPr>
          <p:cNvSpPr>
            <a:spLocks noGrp="1"/>
          </p:cNvSpPr>
          <p:nvPr/>
        </p:nvSpPr>
        <p:spPr>
          <a:xfrm>
            <a:off x="1030903" y="6173800"/>
            <a:ext cx="28398" cy="28398"/>
          </a:xfrm>
          <a:prstGeom prst="ellipse">
            <a:avLst/>
          </a:prstGeom>
          <a:solidFill>
            <a:srgbClr val="7F8C97">
              <a:alpha val="48000"/>
            </a:srgbClr>
          </a:solidFill>
          <a:ln w="0">
            <a:noFill/>
            <a:prstDash val="solid"/>
          </a:ln>
        </p:spPr>
      </p:sp>
      <p:sp>
        <p:nvSpPr>
          <p:cNvPr id="2439" name="01_find_only_2438">
            <a:extLst>
              <a:ext uri="{FF2B5EF4-FFF2-40B4-BE49-F238E27FC236}">
                <a16:creationId xmlns:a16="http://schemas.microsoft.com/office/drawing/2014/main" id="{AA78E986-B7FE-4E20-A6F3-B0DCB2725EA3}"/>
              </a:ext>
            </a:extLst>
          </p:cNvPr>
          <p:cNvSpPr>
            <a:spLocks noGrp="1"/>
          </p:cNvSpPr>
          <p:nvPr/>
        </p:nvSpPr>
        <p:spPr>
          <a:xfrm>
            <a:off x="1077831" y="5222788"/>
            <a:ext cx="28398" cy="28398"/>
          </a:xfrm>
          <a:prstGeom prst="ellipse">
            <a:avLst/>
          </a:prstGeom>
          <a:solidFill>
            <a:srgbClr val="7F8C97">
              <a:alpha val="48000"/>
            </a:srgbClr>
          </a:solidFill>
          <a:ln w="0">
            <a:noFill/>
            <a:prstDash val="solid"/>
          </a:ln>
        </p:spPr>
      </p:sp>
      <p:sp>
        <p:nvSpPr>
          <p:cNvPr id="2440" name="01_find_only_2439">
            <a:extLst>
              <a:ext uri="{FF2B5EF4-FFF2-40B4-BE49-F238E27FC236}">
                <a16:creationId xmlns:a16="http://schemas.microsoft.com/office/drawing/2014/main" id="{65AE6A71-E12A-45E7-B46C-7EDA3DE42ADC}"/>
              </a:ext>
            </a:extLst>
          </p:cNvPr>
          <p:cNvSpPr>
            <a:spLocks noGrp="1"/>
          </p:cNvSpPr>
          <p:nvPr/>
        </p:nvSpPr>
        <p:spPr>
          <a:xfrm>
            <a:off x="1070105" y="4905784"/>
            <a:ext cx="28398" cy="28398"/>
          </a:xfrm>
          <a:prstGeom prst="ellipse">
            <a:avLst/>
          </a:prstGeom>
          <a:solidFill>
            <a:srgbClr val="7F8C97">
              <a:alpha val="48000"/>
            </a:srgbClr>
          </a:solidFill>
          <a:ln w="0">
            <a:noFill/>
            <a:prstDash val="solid"/>
          </a:ln>
        </p:spPr>
      </p:sp>
      <p:sp>
        <p:nvSpPr>
          <p:cNvPr id="2441" name="01_find_only_2440">
            <a:extLst>
              <a:ext uri="{FF2B5EF4-FFF2-40B4-BE49-F238E27FC236}">
                <a16:creationId xmlns:a16="http://schemas.microsoft.com/office/drawing/2014/main" id="{0FEB9A6E-44F5-4087-B7C5-5628A8C50579}"/>
              </a:ext>
            </a:extLst>
          </p:cNvPr>
          <p:cNvSpPr>
            <a:spLocks noGrp="1"/>
          </p:cNvSpPr>
          <p:nvPr/>
        </p:nvSpPr>
        <p:spPr>
          <a:xfrm>
            <a:off x="1074206" y="4905784"/>
            <a:ext cx="28398" cy="28398"/>
          </a:xfrm>
          <a:prstGeom prst="ellipse">
            <a:avLst/>
          </a:prstGeom>
          <a:solidFill>
            <a:srgbClr val="7F8C97">
              <a:alpha val="48000"/>
            </a:srgbClr>
          </a:solidFill>
          <a:ln w="0">
            <a:noFill/>
            <a:prstDash val="solid"/>
          </a:ln>
        </p:spPr>
      </p:sp>
      <p:sp>
        <p:nvSpPr>
          <p:cNvPr id="2442" name="01_find_only_2441">
            <a:extLst>
              <a:ext uri="{FF2B5EF4-FFF2-40B4-BE49-F238E27FC236}">
                <a16:creationId xmlns:a16="http://schemas.microsoft.com/office/drawing/2014/main" id="{732E94EE-4E00-4098-8673-C0A18093D268}"/>
              </a:ext>
            </a:extLst>
          </p:cNvPr>
          <p:cNvSpPr>
            <a:spLocks noGrp="1"/>
          </p:cNvSpPr>
          <p:nvPr/>
        </p:nvSpPr>
        <p:spPr>
          <a:xfrm>
            <a:off x="1056179" y="6173800"/>
            <a:ext cx="28398" cy="28398"/>
          </a:xfrm>
          <a:prstGeom prst="ellipse">
            <a:avLst/>
          </a:prstGeom>
          <a:solidFill>
            <a:srgbClr val="7F8C97">
              <a:alpha val="48000"/>
            </a:srgbClr>
          </a:solidFill>
          <a:ln w="0">
            <a:noFill/>
            <a:prstDash val="solid"/>
          </a:ln>
        </p:spPr>
      </p:sp>
      <p:sp>
        <p:nvSpPr>
          <p:cNvPr id="2443" name="01_find_only_2442">
            <a:extLst>
              <a:ext uri="{FF2B5EF4-FFF2-40B4-BE49-F238E27FC236}">
                <a16:creationId xmlns:a16="http://schemas.microsoft.com/office/drawing/2014/main" id="{DE4307B7-D001-4168-99B2-8E83812A5341}"/>
              </a:ext>
            </a:extLst>
          </p:cNvPr>
          <p:cNvSpPr>
            <a:spLocks noGrp="1"/>
          </p:cNvSpPr>
          <p:nvPr/>
        </p:nvSpPr>
        <p:spPr>
          <a:xfrm>
            <a:off x="1006676" y="5539792"/>
            <a:ext cx="28398" cy="28398"/>
          </a:xfrm>
          <a:prstGeom prst="ellipse">
            <a:avLst/>
          </a:prstGeom>
          <a:solidFill>
            <a:srgbClr val="7F8C97">
              <a:alpha val="48000"/>
            </a:srgbClr>
          </a:solidFill>
          <a:ln w="0">
            <a:noFill/>
            <a:prstDash val="solid"/>
          </a:ln>
        </p:spPr>
      </p:sp>
      <p:sp>
        <p:nvSpPr>
          <p:cNvPr id="2444" name="01_find_only_2443">
            <a:extLst>
              <a:ext uri="{FF2B5EF4-FFF2-40B4-BE49-F238E27FC236}">
                <a16:creationId xmlns:a16="http://schemas.microsoft.com/office/drawing/2014/main" id="{C8C00A5A-7C0A-40D9-AEEF-21B642A2D785}"/>
              </a:ext>
            </a:extLst>
          </p:cNvPr>
          <p:cNvSpPr>
            <a:spLocks noGrp="1"/>
          </p:cNvSpPr>
          <p:nvPr/>
        </p:nvSpPr>
        <p:spPr>
          <a:xfrm>
            <a:off x="1070487" y="5393482"/>
            <a:ext cx="28398" cy="28398"/>
          </a:xfrm>
          <a:prstGeom prst="ellipse">
            <a:avLst/>
          </a:prstGeom>
          <a:solidFill>
            <a:srgbClr val="7F8C97">
              <a:alpha val="48000"/>
            </a:srgbClr>
          </a:solidFill>
          <a:ln w="0">
            <a:noFill/>
            <a:prstDash val="solid"/>
          </a:ln>
        </p:spPr>
      </p:sp>
      <p:sp>
        <p:nvSpPr>
          <p:cNvPr id="2445" name="01_find_only_2444">
            <a:extLst>
              <a:ext uri="{FF2B5EF4-FFF2-40B4-BE49-F238E27FC236}">
                <a16:creationId xmlns:a16="http://schemas.microsoft.com/office/drawing/2014/main" id="{C205FDC9-9E1A-41A4-9CAD-73425E26E282}"/>
              </a:ext>
            </a:extLst>
          </p:cNvPr>
          <p:cNvSpPr>
            <a:spLocks noGrp="1"/>
          </p:cNvSpPr>
          <p:nvPr/>
        </p:nvSpPr>
        <p:spPr>
          <a:xfrm>
            <a:off x="1083077" y="5398901"/>
            <a:ext cx="28398" cy="28398"/>
          </a:xfrm>
          <a:prstGeom prst="ellipse">
            <a:avLst/>
          </a:prstGeom>
          <a:solidFill>
            <a:srgbClr val="7F8C97">
              <a:alpha val="48000"/>
            </a:srgbClr>
          </a:solidFill>
          <a:ln w="0">
            <a:noFill/>
            <a:prstDash val="solid"/>
          </a:ln>
        </p:spPr>
      </p:sp>
      <p:sp>
        <p:nvSpPr>
          <p:cNvPr id="2446" name="01_find_only_2445">
            <a:extLst>
              <a:ext uri="{FF2B5EF4-FFF2-40B4-BE49-F238E27FC236}">
                <a16:creationId xmlns:a16="http://schemas.microsoft.com/office/drawing/2014/main" id="{98D25085-9B5A-41E8-9C28-8B03090AEE36}"/>
              </a:ext>
            </a:extLst>
          </p:cNvPr>
          <p:cNvSpPr>
            <a:spLocks noGrp="1"/>
          </p:cNvSpPr>
          <p:nvPr/>
        </p:nvSpPr>
        <p:spPr>
          <a:xfrm>
            <a:off x="1022510" y="4905784"/>
            <a:ext cx="28398" cy="28398"/>
          </a:xfrm>
          <a:prstGeom prst="ellipse">
            <a:avLst/>
          </a:prstGeom>
          <a:solidFill>
            <a:srgbClr val="7F8C97">
              <a:alpha val="48000"/>
            </a:srgbClr>
          </a:solidFill>
          <a:ln w="0">
            <a:noFill/>
            <a:prstDash val="solid"/>
          </a:ln>
        </p:spPr>
      </p:sp>
      <p:sp>
        <p:nvSpPr>
          <p:cNvPr id="2447" name="01_find_only_2446">
            <a:extLst>
              <a:ext uri="{FF2B5EF4-FFF2-40B4-BE49-F238E27FC236}">
                <a16:creationId xmlns:a16="http://schemas.microsoft.com/office/drawing/2014/main" id="{710246B7-B70B-4132-A701-8CCAA595FA4E}"/>
              </a:ext>
            </a:extLst>
          </p:cNvPr>
          <p:cNvSpPr>
            <a:spLocks noGrp="1"/>
          </p:cNvSpPr>
          <p:nvPr/>
        </p:nvSpPr>
        <p:spPr>
          <a:xfrm>
            <a:off x="1015356" y="4905784"/>
            <a:ext cx="28398" cy="28398"/>
          </a:xfrm>
          <a:prstGeom prst="ellipse">
            <a:avLst/>
          </a:prstGeom>
          <a:solidFill>
            <a:srgbClr val="7F8C97">
              <a:alpha val="48000"/>
            </a:srgbClr>
          </a:solidFill>
          <a:ln w="0">
            <a:noFill/>
            <a:prstDash val="solid"/>
          </a:ln>
        </p:spPr>
      </p:sp>
      <p:sp>
        <p:nvSpPr>
          <p:cNvPr id="2448" name="01_find_only_2447">
            <a:extLst>
              <a:ext uri="{FF2B5EF4-FFF2-40B4-BE49-F238E27FC236}">
                <a16:creationId xmlns:a16="http://schemas.microsoft.com/office/drawing/2014/main" id="{71DB7C1B-5BCD-4254-ABF7-E1CDD72591B0}"/>
              </a:ext>
            </a:extLst>
          </p:cNvPr>
          <p:cNvSpPr>
            <a:spLocks noGrp="1"/>
          </p:cNvSpPr>
          <p:nvPr/>
        </p:nvSpPr>
        <p:spPr>
          <a:xfrm>
            <a:off x="1070296" y="5064286"/>
            <a:ext cx="28398" cy="28398"/>
          </a:xfrm>
          <a:prstGeom prst="ellipse">
            <a:avLst/>
          </a:prstGeom>
          <a:solidFill>
            <a:srgbClr val="7F8C97">
              <a:alpha val="48000"/>
            </a:srgbClr>
          </a:solidFill>
          <a:ln w="0">
            <a:noFill/>
            <a:prstDash val="solid"/>
          </a:ln>
        </p:spPr>
      </p:sp>
      <p:sp>
        <p:nvSpPr>
          <p:cNvPr id="2449" name="01_find_only_2448">
            <a:extLst>
              <a:ext uri="{FF2B5EF4-FFF2-40B4-BE49-F238E27FC236}">
                <a16:creationId xmlns:a16="http://schemas.microsoft.com/office/drawing/2014/main" id="{5EF3706D-E04C-4703-8DE1-E78632F85D02}"/>
              </a:ext>
            </a:extLst>
          </p:cNvPr>
          <p:cNvSpPr>
            <a:spLocks noGrp="1"/>
          </p:cNvSpPr>
          <p:nvPr/>
        </p:nvSpPr>
        <p:spPr>
          <a:xfrm>
            <a:off x="1094904" y="4905784"/>
            <a:ext cx="28398" cy="28398"/>
          </a:xfrm>
          <a:prstGeom prst="ellipse">
            <a:avLst/>
          </a:prstGeom>
          <a:solidFill>
            <a:srgbClr val="7F8C97">
              <a:alpha val="48000"/>
            </a:srgbClr>
          </a:solidFill>
          <a:ln w="0">
            <a:noFill/>
            <a:prstDash val="solid"/>
          </a:ln>
        </p:spPr>
      </p:sp>
      <p:sp>
        <p:nvSpPr>
          <p:cNvPr id="2450" name="01_find_only_2449">
            <a:extLst>
              <a:ext uri="{FF2B5EF4-FFF2-40B4-BE49-F238E27FC236}">
                <a16:creationId xmlns:a16="http://schemas.microsoft.com/office/drawing/2014/main" id="{51F9535E-3CB2-43F2-B5F0-9C7F98D4561B}"/>
              </a:ext>
            </a:extLst>
          </p:cNvPr>
          <p:cNvSpPr>
            <a:spLocks noGrp="1"/>
          </p:cNvSpPr>
          <p:nvPr/>
        </p:nvSpPr>
        <p:spPr>
          <a:xfrm>
            <a:off x="1099006" y="4905784"/>
            <a:ext cx="28398" cy="28398"/>
          </a:xfrm>
          <a:prstGeom prst="ellipse">
            <a:avLst/>
          </a:prstGeom>
          <a:solidFill>
            <a:srgbClr val="7F8C97">
              <a:alpha val="48000"/>
            </a:srgbClr>
          </a:solidFill>
          <a:ln w="0">
            <a:noFill/>
            <a:prstDash val="solid"/>
          </a:ln>
        </p:spPr>
      </p:sp>
      <p:sp>
        <p:nvSpPr>
          <p:cNvPr id="2451" name="01_find_only_2450">
            <a:extLst>
              <a:ext uri="{FF2B5EF4-FFF2-40B4-BE49-F238E27FC236}">
                <a16:creationId xmlns:a16="http://schemas.microsoft.com/office/drawing/2014/main" id="{A38923D0-1AAF-49C1-810A-3C154577FFB1}"/>
              </a:ext>
            </a:extLst>
          </p:cNvPr>
          <p:cNvSpPr>
            <a:spLocks noGrp="1"/>
          </p:cNvSpPr>
          <p:nvPr/>
        </p:nvSpPr>
        <p:spPr>
          <a:xfrm>
            <a:off x="1040060" y="4905784"/>
            <a:ext cx="28398" cy="28398"/>
          </a:xfrm>
          <a:prstGeom prst="ellipse">
            <a:avLst/>
          </a:prstGeom>
          <a:solidFill>
            <a:srgbClr val="7F8C97">
              <a:alpha val="48000"/>
            </a:srgbClr>
          </a:solidFill>
          <a:ln w="0">
            <a:noFill/>
            <a:prstDash val="solid"/>
          </a:ln>
        </p:spPr>
      </p:sp>
      <p:sp>
        <p:nvSpPr>
          <p:cNvPr id="2452" name="01_find_only_2451">
            <a:extLst>
              <a:ext uri="{FF2B5EF4-FFF2-40B4-BE49-F238E27FC236}">
                <a16:creationId xmlns:a16="http://schemas.microsoft.com/office/drawing/2014/main" id="{DE1C51A7-1E4E-432A-9C87-870FEAE77216}"/>
              </a:ext>
            </a:extLst>
          </p:cNvPr>
          <p:cNvSpPr>
            <a:spLocks noGrp="1"/>
          </p:cNvSpPr>
          <p:nvPr/>
        </p:nvSpPr>
        <p:spPr>
          <a:xfrm>
            <a:off x="1075065" y="5328456"/>
            <a:ext cx="28398" cy="28398"/>
          </a:xfrm>
          <a:prstGeom prst="ellipse">
            <a:avLst/>
          </a:prstGeom>
          <a:solidFill>
            <a:srgbClr val="7F8C97">
              <a:alpha val="48000"/>
            </a:srgbClr>
          </a:solidFill>
          <a:ln w="0">
            <a:noFill/>
            <a:prstDash val="solid"/>
          </a:ln>
        </p:spPr>
      </p:sp>
      <p:sp>
        <p:nvSpPr>
          <p:cNvPr id="2453" name="01_find_only_2452">
            <a:extLst>
              <a:ext uri="{FF2B5EF4-FFF2-40B4-BE49-F238E27FC236}">
                <a16:creationId xmlns:a16="http://schemas.microsoft.com/office/drawing/2014/main" id="{E5D4A7B3-80A8-43AB-A539-0C27987A466F}"/>
              </a:ext>
            </a:extLst>
          </p:cNvPr>
          <p:cNvSpPr>
            <a:spLocks noGrp="1"/>
          </p:cNvSpPr>
          <p:nvPr/>
        </p:nvSpPr>
        <p:spPr>
          <a:xfrm>
            <a:off x="1082314" y="4905784"/>
            <a:ext cx="28398" cy="28398"/>
          </a:xfrm>
          <a:prstGeom prst="ellipse">
            <a:avLst/>
          </a:prstGeom>
          <a:solidFill>
            <a:srgbClr val="7F8C97">
              <a:alpha val="48000"/>
            </a:srgbClr>
          </a:solidFill>
          <a:ln w="0">
            <a:noFill/>
            <a:prstDash val="solid"/>
          </a:ln>
        </p:spPr>
      </p:sp>
      <p:sp>
        <p:nvSpPr>
          <p:cNvPr id="2454" name="01_find_only_2453">
            <a:extLst>
              <a:ext uri="{FF2B5EF4-FFF2-40B4-BE49-F238E27FC236}">
                <a16:creationId xmlns:a16="http://schemas.microsoft.com/office/drawing/2014/main" id="{BA8955E5-F8E1-45CE-B94A-6F6B5F3975F3}"/>
              </a:ext>
            </a:extLst>
          </p:cNvPr>
          <p:cNvSpPr>
            <a:spLocks noGrp="1"/>
          </p:cNvSpPr>
          <p:nvPr/>
        </p:nvSpPr>
        <p:spPr>
          <a:xfrm>
            <a:off x="1093855" y="4905784"/>
            <a:ext cx="28398" cy="28398"/>
          </a:xfrm>
          <a:prstGeom prst="ellipse">
            <a:avLst/>
          </a:prstGeom>
          <a:solidFill>
            <a:srgbClr val="7F8C97">
              <a:alpha val="48000"/>
            </a:srgbClr>
          </a:solidFill>
          <a:ln w="0">
            <a:noFill/>
            <a:prstDash val="solid"/>
          </a:ln>
        </p:spPr>
      </p:sp>
      <p:sp>
        <p:nvSpPr>
          <p:cNvPr id="2455" name="01_find_only_2454">
            <a:extLst>
              <a:ext uri="{FF2B5EF4-FFF2-40B4-BE49-F238E27FC236}">
                <a16:creationId xmlns:a16="http://schemas.microsoft.com/office/drawing/2014/main" id="{892127E2-953B-446B-9B30-267423FFA1A1}"/>
              </a:ext>
            </a:extLst>
          </p:cNvPr>
          <p:cNvSpPr>
            <a:spLocks noGrp="1"/>
          </p:cNvSpPr>
          <p:nvPr/>
        </p:nvSpPr>
        <p:spPr>
          <a:xfrm>
            <a:off x="1083745" y="4905784"/>
            <a:ext cx="28398" cy="28398"/>
          </a:xfrm>
          <a:prstGeom prst="ellipse">
            <a:avLst/>
          </a:prstGeom>
          <a:solidFill>
            <a:srgbClr val="7F8C97">
              <a:alpha val="48000"/>
            </a:srgbClr>
          </a:solidFill>
          <a:ln w="0">
            <a:noFill/>
            <a:prstDash val="solid"/>
          </a:ln>
        </p:spPr>
      </p:sp>
      <p:sp>
        <p:nvSpPr>
          <p:cNvPr id="2456" name="01_find_only_2455">
            <a:extLst>
              <a:ext uri="{FF2B5EF4-FFF2-40B4-BE49-F238E27FC236}">
                <a16:creationId xmlns:a16="http://schemas.microsoft.com/office/drawing/2014/main" id="{9233EC5D-D85A-4693-A9C8-98FA4CCD6FDE}"/>
              </a:ext>
            </a:extLst>
          </p:cNvPr>
          <p:cNvSpPr>
            <a:spLocks noGrp="1"/>
          </p:cNvSpPr>
          <p:nvPr/>
        </p:nvSpPr>
        <p:spPr>
          <a:xfrm>
            <a:off x="1069342" y="4905784"/>
            <a:ext cx="28398" cy="28398"/>
          </a:xfrm>
          <a:prstGeom prst="ellipse">
            <a:avLst/>
          </a:prstGeom>
          <a:solidFill>
            <a:srgbClr val="7F8C97">
              <a:alpha val="48000"/>
            </a:srgbClr>
          </a:solidFill>
          <a:ln w="0">
            <a:noFill/>
            <a:prstDash val="solid"/>
          </a:ln>
        </p:spPr>
      </p:sp>
      <p:sp>
        <p:nvSpPr>
          <p:cNvPr id="2457" name="01_find_only_2456">
            <a:extLst>
              <a:ext uri="{FF2B5EF4-FFF2-40B4-BE49-F238E27FC236}">
                <a16:creationId xmlns:a16="http://schemas.microsoft.com/office/drawing/2014/main" id="{4E45C5D2-C927-4153-97AB-81790860B19B}"/>
              </a:ext>
            </a:extLst>
          </p:cNvPr>
          <p:cNvSpPr>
            <a:spLocks noGrp="1"/>
          </p:cNvSpPr>
          <p:nvPr/>
        </p:nvSpPr>
        <p:spPr>
          <a:xfrm>
            <a:off x="1010873" y="4905784"/>
            <a:ext cx="28398" cy="28398"/>
          </a:xfrm>
          <a:prstGeom prst="ellipse">
            <a:avLst/>
          </a:prstGeom>
          <a:solidFill>
            <a:srgbClr val="7F8C97">
              <a:alpha val="48000"/>
            </a:srgbClr>
          </a:solidFill>
          <a:ln w="0">
            <a:noFill/>
            <a:prstDash val="solid"/>
          </a:ln>
        </p:spPr>
      </p:sp>
      <p:sp>
        <p:nvSpPr>
          <p:cNvPr id="2458" name="01_find_only_2457">
            <a:extLst>
              <a:ext uri="{FF2B5EF4-FFF2-40B4-BE49-F238E27FC236}">
                <a16:creationId xmlns:a16="http://schemas.microsoft.com/office/drawing/2014/main" id="{56B2DC7A-26C4-4616-AC43-0D32194A8CBA}"/>
              </a:ext>
            </a:extLst>
          </p:cNvPr>
          <p:cNvSpPr>
            <a:spLocks noGrp="1"/>
          </p:cNvSpPr>
          <p:nvPr/>
        </p:nvSpPr>
        <p:spPr>
          <a:xfrm>
            <a:off x="1020125" y="5793395"/>
            <a:ext cx="28398" cy="28398"/>
          </a:xfrm>
          <a:prstGeom prst="ellipse">
            <a:avLst/>
          </a:prstGeom>
          <a:solidFill>
            <a:srgbClr val="7F8C97">
              <a:alpha val="48000"/>
            </a:srgbClr>
          </a:solidFill>
          <a:ln w="0">
            <a:noFill/>
            <a:prstDash val="solid"/>
          </a:ln>
        </p:spPr>
      </p:sp>
      <p:sp>
        <p:nvSpPr>
          <p:cNvPr id="2459" name="01_find_only_2458">
            <a:extLst>
              <a:ext uri="{FF2B5EF4-FFF2-40B4-BE49-F238E27FC236}">
                <a16:creationId xmlns:a16="http://schemas.microsoft.com/office/drawing/2014/main" id="{074D7352-D530-410D-822B-B0E71564FD1C}"/>
              </a:ext>
            </a:extLst>
          </p:cNvPr>
          <p:cNvSpPr>
            <a:spLocks noGrp="1"/>
          </p:cNvSpPr>
          <p:nvPr/>
        </p:nvSpPr>
        <p:spPr>
          <a:xfrm>
            <a:off x="1070296" y="4905784"/>
            <a:ext cx="28398" cy="28398"/>
          </a:xfrm>
          <a:prstGeom prst="ellipse">
            <a:avLst/>
          </a:prstGeom>
          <a:solidFill>
            <a:srgbClr val="7F8C97">
              <a:alpha val="48000"/>
            </a:srgbClr>
          </a:solidFill>
          <a:ln w="0">
            <a:noFill/>
            <a:prstDash val="solid"/>
          </a:ln>
        </p:spPr>
      </p:sp>
      <p:sp>
        <p:nvSpPr>
          <p:cNvPr id="2460" name="01_find_only_2459">
            <a:extLst>
              <a:ext uri="{FF2B5EF4-FFF2-40B4-BE49-F238E27FC236}">
                <a16:creationId xmlns:a16="http://schemas.microsoft.com/office/drawing/2014/main" id="{6349E69D-E336-4B30-BF7D-BFAAE02833DE}"/>
              </a:ext>
            </a:extLst>
          </p:cNvPr>
          <p:cNvSpPr>
            <a:spLocks noGrp="1"/>
          </p:cNvSpPr>
          <p:nvPr/>
        </p:nvSpPr>
        <p:spPr>
          <a:xfrm>
            <a:off x="1060662" y="4905784"/>
            <a:ext cx="28398" cy="28398"/>
          </a:xfrm>
          <a:prstGeom prst="ellipse">
            <a:avLst/>
          </a:prstGeom>
          <a:solidFill>
            <a:srgbClr val="7F8C97">
              <a:alpha val="48000"/>
            </a:srgbClr>
          </a:solidFill>
          <a:ln w="0">
            <a:noFill/>
            <a:prstDash val="solid"/>
          </a:ln>
        </p:spPr>
      </p:sp>
      <p:sp>
        <p:nvSpPr>
          <p:cNvPr id="2461" name="01_find_only_2460">
            <a:extLst>
              <a:ext uri="{FF2B5EF4-FFF2-40B4-BE49-F238E27FC236}">
                <a16:creationId xmlns:a16="http://schemas.microsoft.com/office/drawing/2014/main" id="{38B2F9D0-905C-4637-A1D6-5BBE2965B0A9}"/>
              </a:ext>
            </a:extLst>
          </p:cNvPr>
          <p:cNvSpPr>
            <a:spLocks noGrp="1"/>
          </p:cNvSpPr>
          <p:nvPr/>
        </p:nvSpPr>
        <p:spPr>
          <a:xfrm>
            <a:off x="1024131" y="4905784"/>
            <a:ext cx="28398" cy="28398"/>
          </a:xfrm>
          <a:prstGeom prst="ellipse">
            <a:avLst/>
          </a:prstGeom>
          <a:solidFill>
            <a:srgbClr val="7F8C97">
              <a:alpha val="48000"/>
            </a:srgbClr>
          </a:solidFill>
          <a:ln w="0">
            <a:noFill/>
            <a:prstDash val="solid"/>
          </a:ln>
        </p:spPr>
      </p:sp>
      <p:sp>
        <p:nvSpPr>
          <p:cNvPr id="2462" name="01_find_only_2461">
            <a:extLst>
              <a:ext uri="{FF2B5EF4-FFF2-40B4-BE49-F238E27FC236}">
                <a16:creationId xmlns:a16="http://schemas.microsoft.com/office/drawing/2014/main" id="{08B835B8-5609-4D61-98D0-109C4CE82C59}"/>
              </a:ext>
            </a:extLst>
          </p:cNvPr>
          <p:cNvSpPr>
            <a:spLocks noGrp="1"/>
          </p:cNvSpPr>
          <p:nvPr/>
        </p:nvSpPr>
        <p:spPr>
          <a:xfrm>
            <a:off x="1041395" y="4905784"/>
            <a:ext cx="28398" cy="28398"/>
          </a:xfrm>
          <a:prstGeom prst="ellipse">
            <a:avLst/>
          </a:prstGeom>
          <a:solidFill>
            <a:srgbClr val="7F8C97">
              <a:alpha val="48000"/>
            </a:srgbClr>
          </a:solidFill>
          <a:ln w="0">
            <a:noFill/>
            <a:prstDash val="solid"/>
          </a:ln>
        </p:spPr>
      </p:sp>
      <p:sp>
        <p:nvSpPr>
          <p:cNvPr id="2463" name="01_find_only_2462">
            <a:extLst>
              <a:ext uri="{FF2B5EF4-FFF2-40B4-BE49-F238E27FC236}">
                <a16:creationId xmlns:a16="http://schemas.microsoft.com/office/drawing/2014/main" id="{23A7605B-41A0-4B8A-9A69-9C7A9D8C25DC}"/>
              </a:ext>
            </a:extLst>
          </p:cNvPr>
          <p:cNvSpPr>
            <a:spLocks noGrp="1"/>
          </p:cNvSpPr>
          <p:nvPr/>
        </p:nvSpPr>
        <p:spPr>
          <a:xfrm>
            <a:off x="1007630" y="6037941"/>
            <a:ext cx="28398" cy="28398"/>
          </a:xfrm>
          <a:prstGeom prst="ellipse">
            <a:avLst/>
          </a:prstGeom>
          <a:solidFill>
            <a:srgbClr val="7F8C97">
              <a:alpha val="48000"/>
            </a:srgbClr>
          </a:solidFill>
          <a:ln w="0">
            <a:noFill/>
            <a:prstDash val="solid"/>
          </a:ln>
        </p:spPr>
      </p:sp>
      <p:sp>
        <p:nvSpPr>
          <p:cNvPr id="2464" name="01_find_only_2463">
            <a:extLst>
              <a:ext uri="{FF2B5EF4-FFF2-40B4-BE49-F238E27FC236}">
                <a16:creationId xmlns:a16="http://schemas.microsoft.com/office/drawing/2014/main" id="{E6CFCA9D-5C01-4F3D-B7EE-A05E908CDC5A}"/>
              </a:ext>
            </a:extLst>
          </p:cNvPr>
          <p:cNvSpPr>
            <a:spLocks noGrp="1"/>
          </p:cNvSpPr>
          <p:nvPr/>
        </p:nvSpPr>
        <p:spPr>
          <a:xfrm>
            <a:off x="1524990" y="4905784"/>
            <a:ext cx="28398" cy="28398"/>
          </a:xfrm>
          <a:prstGeom prst="ellipse">
            <a:avLst/>
          </a:prstGeom>
          <a:solidFill>
            <a:srgbClr val="7F8C97">
              <a:alpha val="48000"/>
            </a:srgbClr>
          </a:solidFill>
          <a:ln w="0">
            <a:noFill/>
            <a:prstDash val="solid"/>
          </a:ln>
        </p:spPr>
      </p:sp>
      <p:sp>
        <p:nvSpPr>
          <p:cNvPr id="2465" name="01_find_only_2464">
            <a:extLst>
              <a:ext uri="{FF2B5EF4-FFF2-40B4-BE49-F238E27FC236}">
                <a16:creationId xmlns:a16="http://schemas.microsoft.com/office/drawing/2014/main" id="{451697BC-F8CB-450C-A56F-3B8E8A69745D}"/>
              </a:ext>
            </a:extLst>
          </p:cNvPr>
          <p:cNvSpPr>
            <a:spLocks noGrp="1"/>
          </p:cNvSpPr>
          <p:nvPr/>
        </p:nvSpPr>
        <p:spPr>
          <a:xfrm>
            <a:off x="1586034" y="4905784"/>
            <a:ext cx="28398" cy="28398"/>
          </a:xfrm>
          <a:prstGeom prst="ellipse">
            <a:avLst/>
          </a:prstGeom>
          <a:solidFill>
            <a:srgbClr val="7F8C97">
              <a:alpha val="48000"/>
            </a:srgbClr>
          </a:solidFill>
          <a:ln w="0">
            <a:noFill/>
            <a:prstDash val="solid"/>
          </a:ln>
        </p:spPr>
      </p:sp>
      <p:sp>
        <p:nvSpPr>
          <p:cNvPr id="2466" name="01_find_only_2465">
            <a:extLst>
              <a:ext uri="{FF2B5EF4-FFF2-40B4-BE49-F238E27FC236}">
                <a16:creationId xmlns:a16="http://schemas.microsoft.com/office/drawing/2014/main" id="{32D4FDD2-B8CC-4211-BA48-2E56422B75CC}"/>
              </a:ext>
            </a:extLst>
          </p:cNvPr>
          <p:cNvSpPr>
            <a:spLocks noGrp="1"/>
          </p:cNvSpPr>
          <p:nvPr/>
        </p:nvSpPr>
        <p:spPr>
          <a:xfrm>
            <a:off x="1504959" y="4905784"/>
            <a:ext cx="28398" cy="28398"/>
          </a:xfrm>
          <a:prstGeom prst="ellipse">
            <a:avLst/>
          </a:prstGeom>
          <a:solidFill>
            <a:srgbClr val="7F8C97">
              <a:alpha val="48000"/>
            </a:srgbClr>
          </a:solidFill>
          <a:ln w="0">
            <a:noFill/>
            <a:prstDash val="solid"/>
          </a:ln>
        </p:spPr>
      </p:sp>
      <p:sp>
        <p:nvSpPr>
          <p:cNvPr id="2467" name="01_find_only_2466">
            <a:extLst>
              <a:ext uri="{FF2B5EF4-FFF2-40B4-BE49-F238E27FC236}">
                <a16:creationId xmlns:a16="http://schemas.microsoft.com/office/drawing/2014/main" id="{050BB920-8C48-4138-9A7E-3B5AE4EE01D8}"/>
              </a:ext>
            </a:extLst>
          </p:cNvPr>
          <p:cNvSpPr>
            <a:spLocks noGrp="1"/>
          </p:cNvSpPr>
          <p:nvPr/>
        </p:nvSpPr>
        <p:spPr>
          <a:xfrm>
            <a:off x="1578403" y="4905784"/>
            <a:ext cx="28398" cy="28398"/>
          </a:xfrm>
          <a:prstGeom prst="ellipse">
            <a:avLst/>
          </a:prstGeom>
          <a:solidFill>
            <a:srgbClr val="7F8C97">
              <a:alpha val="48000"/>
            </a:srgbClr>
          </a:solidFill>
          <a:ln w="0">
            <a:noFill/>
            <a:prstDash val="solid"/>
          </a:ln>
        </p:spPr>
      </p:sp>
      <p:sp>
        <p:nvSpPr>
          <p:cNvPr id="2468" name="01_find_only_2467">
            <a:extLst>
              <a:ext uri="{FF2B5EF4-FFF2-40B4-BE49-F238E27FC236}">
                <a16:creationId xmlns:a16="http://schemas.microsoft.com/office/drawing/2014/main" id="{C95A6BA8-1452-42C2-AC5C-2C9EA60BE21B}"/>
              </a:ext>
            </a:extLst>
          </p:cNvPr>
          <p:cNvSpPr>
            <a:spLocks noGrp="1"/>
          </p:cNvSpPr>
          <p:nvPr/>
        </p:nvSpPr>
        <p:spPr>
          <a:xfrm>
            <a:off x="1540537" y="4905784"/>
            <a:ext cx="28398" cy="28398"/>
          </a:xfrm>
          <a:prstGeom prst="ellipse">
            <a:avLst/>
          </a:prstGeom>
          <a:solidFill>
            <a:srgbClr val="7F8C97">
              <a:alpha val="48000"/>
            </a:srgbClr>
          </a:solidFill>
          <a:ln w="0">
            <a:noFill/>
            <a:prstDash val="solid"/>
          </a:ln>
        </p:spPr>
      </p:sp>
      <p:sp>
        <p:nvSpPr>
          <p:cNvPr id="2469" name="01_find_only_2468">
            <a:extLst>
              <a:ext uri="{FF2B5EF4-FFF2-40B4-BE49-F238E27FC236}">
                <a16:creationId xmlns:a16="http://schemas.microsoft.com/office/drawing/2014/main" id="{2F8AEDC4-EA6C-4E4C-81E2-7CAB2F4B9A3C}"/>
              </a:ext>
            </a:extLst>
          </p:cNvPr>
          <p:cNvSpPr>
            <a:spLocks noGrp="1"/>
          </p:cNvSpPr>
          <p:nvPr/>
        </p:nvSpPr>
        <p:spPr>
          <a:xfrm>
            <a:off x="1592806" y="4905784"/>
            <a:ext cx="28398" cy="28398"/>
          </a:xfrm>
          <a:prstGeom prst="ellipse">
            <a:avLst/>
          </a:prstGeom>
          <a:solidFill>
            <a:srgbClr val="7F8C97">
              <a:alpha val="48000"/>
            </a:srgbClr>
          </a:solidFill>
          <a:ln w="0">
            <a:noFill/>
            <a:prstDash val="solid"/>
          </a:ln>
        </p:spPr>
      </p:sp>
      <p:sp>
        <p:nvSpPr>
          <p:cNvPr id="2470" name="01_find_only_2469">
            <a:extLst>
              <a:ext uri="{FF2B5EF4-FFF2-40B4-BE49-F238E27FC236}">
                <a16:creationId xmlns:a16="http://schemas.microsoft.com/office/drawing/2014/main" id="{A2F1D756-40C3-4CE7-AB2E-595AB47DA9DD}"/>
              </a:ext>
            </a:extLst>
          </p:cNvPr>
          <p:cNvSpPr>
            <a:spLocks noGrp="1"/>
          </p:cNvSpPr>
          <p:nvPr/>
        </p:nvSpPr>
        <p:spPr>
          <a:xfrm>
            <a:off x="1524894" y="6173800"/>
            <a:ext cx="28398" cy="28398"/>
          </a:xfrm>
          <a:prstGeom prst="ellipse">
            <a:avLst/>
          </a:prstGeom>
          <a:solidFill>
            <a:srgbClr val="7F8C97">
              <a:alpha val="48000"/>
            </a:srgbClr>
          </a:solidFill>
          <a:ln w="0">
            <a:noFill/>
            <a:prstDash val="solid"/>
          </a:ln>
        </p:spPr>
      </p:sp>
      <p:sp>
        <p:nvSpPr>
          <p:cNvPr id="2471" name="01_find_only_2470">
            <a:extLst>
              <a:ext uri="{FF2B5EF4-FFF2-40B4-BE49-F238E27FC236}">
                <a16:creationId xmlns:a16="http://schemas.microsoft.com/office/drawing/2014/main" id="{07EEE2EF-9BC0-4354-A779-7CECBC10D217}"/>
              </a:ext>
            </a:extLst>
          </p:cNvPr>
          <p:cNvSpPr>
            <a:spLocks noGrp="1"/>
          </p:cNvSpPr>
          <p:nvPr/>
        </p:nvSpPr>
        <p:spPr>
          <a:xfrm>
            <a:off x="1571440" y="4905784"/>
            <a:ext cx="28398" cy="28398"/>
          </a:xfrm>
          <a:prstGeom prst="ellipse">
            <a:avLst/>
          </a:prstGeom>
          <a:solidFill>
            <a:srgbClr val="7F8C97">
              <a:alpha val="48000"/>
            </a:srgbClr>
          </a:solidFill>
          <a:ln w="0">
            <a:noFill/>
            <a:prstDash val="solid"/>
          </a:ln>
        </p:spPr>
      </p:sp>
      <p:sp>
        <p:nvSpPr>
          <p:cNvPr id="2472" name="01_find_only_2471">
            <a:extLst>
              <a:ext uri="{FF2B5EF4-FFF2-40B4-BE49-F238E27FC236}">
                <a16:creationId xmlns:a16="http://schemas.microsoft.com/office/drawing/2014/main" id="{71E6BD09-267A-49A8-A201-62E550B980AB}"/>
              </a:ext>
            </a:extLst>
          </p:cNvPr>
          <p:cNvSpPr>
            <a:spLocks noGrp="1"/>
          </p:cNvSpPr>
          <p:nvPr/>
        </p:nvSpPr>
        <p:spPr>
          <a:xfrm>
            <a:off x="1508298" y="4905784"/>
            <a:ext cx="28398" cy="28398"/>
          </a:xfrm>
          <a:prstGeom prst="ellipse">
            <a:avLst/>
          </a:prstGeom>
          <a:solidFill>
            <a:srgbClr val="7F8C97">
              <a:alpha val="48000"/>
            </a:srgbClr>
          </a:solidFill>
          <a:ln w="0">
            <a:noFill/>
            <a:prstDash val="solid"/>
          </a:ln>
        </p:spPr>
      </p:sp>
      <p:sp>
        <p:nvSpPr>
          <p:cNvPr id="2473" name="01_find_only_2472">
            <a:extLst>
              <a:ext uri="{FF2B5EF4-FFF2-40B4-BE49-F238E27FC236}">
                <a16:creationId xmlns:a16="http://schemas.microsoft.com/office/drawing/2014/main" id="{61938985-3AE6-47F1-8A78-9B1D98F6AA54}"/>
              </a:ext>
            </a:extLst>
          </p:cNvPr>
          <p:cNvSpPr>
            <a:spLocks noGrp="1"/>
          </p:cNvSpPr>
          <p:nvPr/>
        </p:nvSpPr>
        <p:spPr>
          <a:xfrm>
            <a:off x="1528614" y="4905784"/>
            <a:ext cx="28398" cy="28398"/>
          </a:xfrm>
          <a:prstGeom prst="ellipse">
            <a:avLst/>
          </a:prstGeom>
          <a:solidFill>
            <a:srgbClr val="7F8C97">
              <a:alpha val="48000"/>
            </a:srgbClr>
          </a:solidFill>
          <a:ln w="0">
            <a:noFill/>
            <a:prstDash val="solid"/>
          </a:ln>
        </p:spPr>
      </p:sp>
      <p:sp>
        <p:nvSpPr>
          <p:cNvPr id="2474" name="01_find_only_2473">
            <a:extLst>
              <a:ext uri="{FF2B5EF4-FFF2-40B4-BE49-F238E27FC236}">
                <a16:creationId xmlns:a16="http://schemas.microsoft.com/office/drawing/2014/main" id="{B7CC97C0-2E61-47E7-ACAA-B6984202847D}"/>
              </a:ext>
            </a:extLst>
          </p:cNvPr>
          <p:cNvSpPr>
            <a:spLocks noGrp="1"/>
          </p:cNvSpPr>
          <p:nvPr/>
        </p:nvSpPr>
        <p:spPr>
          <a:xfrm>
            <a:off x="1508107" y="5856796"/>
            <a:ext cx="28398" cy="28398"/>
          </a:xfrm>
          <a:prstGeom prst="ellipse">
            <a:avLst/>
          </a:prstGeom>
          <a:solidFill>
            <a:srgbClr val="7F8C97">
              <a:alpha val="48000"/>
            </a:srgbClr>
          </a:solidFill>
          <a:ln w="0">
            <a:noFill/>
            <a:prstDash val="solid"/>
          </a:ln>
        </p:spPr>
      </p:sp>
      <p:sp>
        <p:nvSpPr>
          <p:cNvPr id="2475" name="01_find_only_2474">
            <a:extLst>
              <a:ext uri="{FF2B5EF4-FFF2-40B4-BE49-F238E27FC236}">
                <a16:creationId xmlns:a16="http://schemas.microsoft.com/office/drawing/2014/main" id="{033F48D4-95C9-4BCC-9FDD-FBBC166730BA}"/>
              </a:ext>
            </a:extLst>
          </p:cNvPr>
          <p:cNvSpPr>
            <a:spLocks noGrp="1"/>
          </p:cNvSpPr>
          <p:nvPr/>
        </p:nvSpPr>
        <p:spPr>
          <a:xfrm>
            <a:off x="1561998" y="4905784"/>
            <a:ext cx="28398" cy="28398"/>
          </a:xfrm>
          <a:prstGeom prst="ellipse">
            <a:avLst/>
          </a:prstGeom>
          <a:solidFill>
            <a:srgbClr val="7F8C97">
              <a:alpha val="48000"/>
            </a:srgbClr>
          </a:solidFill>
          <a:ln w="0">
            <a:noFill/>
            <a:prstDash val="solid"/>
          </a:ln>
        </p:spPr>
      </p:sp>
      <p:sp>
        <p:nvSpPr>
          <p:cNvPr id="2476" name="01_find_only_2475">
            <a:extLst>
              <a:ext uri="{FF2B5EF4-FFF2-40B4-BE49-F238E27FC236}">
                <a16:creationId xmlns:a16="http://schemas.microsoft.com/office/drawing/2014/main" id="{E2DDA380-BADA-4A16-BF96-F1529AB8A911}"/>
              </a:ext>
            </a:extLst>
          </p:cNvPr>
          <p:cNvSpPr>
            <a:spLocks noGrp="1"/>
          </p:cNvSpPr>
          <p:nvPr/>
        </p:nvSpPr>
        <p:spPr>
          <a:xfrm>
            <a:off x="1520983" y="6173800"/>
            <a:ext cx="28398" cy="28398"/>
          </a:xfrm>
          <a:prstGeom prst="ellipse">
            <a:avLst/>
          </a:prstGeom>
          <a:solidFill>
            <a:srgbClr val="7F8C97">
              <a:alpha val="48000"/>
            </a:srgbClr>
          </a:solidFill>
          <a:ln w="0">
            <a:noFill/>
            <a:prstDash val="solid"/>
          </a:ln>
        </p:spPr>
      </p:sp>
      <p:sp>
        <p:nvSpPr>
          <p:cNvPr id="2477" name="01_find_only_2476">
            <a:extLst>
              <a:ext uri="{FF2B5EF4-FFF2-40B4-BE49-F238E27FC236}">
                <a16:creationId xmlns:a16="http://schemas.microsoft.com/office/drawing/2014/main" id="{8E89A964-14DF-4254-87DC-FC4A5346E9C1}"/>
              </a:ext>
            </a:extLst>
          </p:cNvPr>
          <p:cNvSpPr>
            <a:spLocks noGrp="1"/>
          </p:cNvSpPr>
          <p:nvPr/>
        </p:nvSpPr>
        <p:spPr>
          <a:xfrm>
            <a:off x="1549598" y="4905784"/>
            <a:ext cx="28398" cy="28398"/>
          </a:xfrm>
          <a:prstGeom prst="ellipse">
            <a:avLst/>
          </a:prstGeom>
          <a:solidFill>
            <a:srgbClr val="7F8C97">
              <a:alpha val="48000"/>
            </a:srgbClr>
          </a:solidFill>
          <a:ln w="0">
            <a:noFill/>
            <a:prstDash val="solid"/>
          </a:ln>
        </p:spPr>
      </p:sp>
      <p:sp>
        <p:nvSpPr>
          <p:cNvPr id="2478" name="01_find_only_2477">
            <a:extLst>
              <a:ext uri="{FF2B5EF4-FFF2-40B4-BE49-F238E27FC236}">
                <a16:creationId xmlns:a16="http://schemas.microsoft.com/office/drawing/2014/main" id="{FD173389-525F-4A65-A0A3-894A4464CDB6}"/>
              </a:ext>
            </a:extLst>
          </p:cNvPr>
          <p:cNvSpPr>
            <a:spLocks noGrp="1"/>
          </p:cNvSpPr>
          <p:nvPr/>
        </p:nvSpPr>
        <p:spPr>
          <a:xfrm>
            <a:off x="1539488" y="4905784"/>
            <a:ext cx="28398" cy="28398"/>
          </a:xfrm>
          <a:prstGeom prst="ellipse">
            <a:avLst/>
          </a:prstGeom>
          <a:solidFill>
            <a:srgbClr val="7F8C97">
              <a:alpha val="48000"/>
            </a:srgbClr>
          </a:solidFill>
          <a:ln w="0">
            <a:noFill/>
            <a:prstDash val="solid"/>
          </a:ln>
        </p:spPr>
      </p:sp>
      <p:sp>
        <p:nvSpPr>
          <p:cNvPr id="2479" name="01_find_only_2478">
            <a:extLst>
              <a:ext uri="{FF2B5EF4-FFF2-40B4-BE49-F238E27FC236}">
                <a16:creationId xmlns:a16="http://schemas.microsoft.com/office/drawing/2014/main" id="{6CEC63CF-FF77-448A-9614-BFB3F98B57DB}"/>
              </a:ext>
            </a:extLst>
          </p:cNvPr>
          <p:cNvSpPr>
            <a:spLocks noGrp="1"/>
          </p:cNvSpPr>
          <p:nvPr/>
        </p:nvSpPr>
        <p:spPr>
          <a:xfrm>
            <a:off x="1530045" y="6128514"/>
            <a:ext cx="28398" cy="28398"/>
          </a:xfrm>
          <a:prstGeom prst="ellipse">
            <a:avLst/>
          </a:prstGeom>
          <a:solidFill>
            <a:srgbClr val="7F8C97">
              <a:alpha val="48000"/>
            </a:srgbClr>
          </a:solidFill>
          <a:ln w="0">
            <a:noFill/>
            <a:prstDash val="solid"/>
          </a:ln>
        </p:spPr>
      </p:sp>
      <p:sp>
        <p:nvSpPr>
          <p:cNvPr id="2480" name="01_find_only_2479">
            <a:extLst>
              <a:ext uri="{FF2B5EF4-FFF2-40B4-BE49-F238E27FC236}">
                <a16:creationId xmlns:a16="http://schemas.microsoft.com/office/drawing/2014/main" id="{1062B73D-7619-4632-A2DF-6015E05D9736}"/>
              </a:ext>
            </a:extLst>
          </p:cNvPr>
          <p:cNvSpPr>
            <a:spLocks noGrp="1"/>
          </p:cNvSpPr>
          <p:nvPr/>
        </p:nvSpPr>
        <p:spPr>
          <a:xfrm>
            <a:off x="1507821" y="5222788"/>
            <a:ext cx="28398" cy="28398"/>
          </a:xfrm>
          <a:prstGeom prst="ellipse">
            <a:avLst/>
          </a:prstGeom>
          <a:solidFill>
            <a:srgbClr val="7F8C97">
              <a:alpha val="48000"/>
            </a:srgbClr>
          </a:solidFill>
          <a:ln w="0">
            <a:noFill/>
            <a:prstDash val="solid"/>
          </a:ln>
        </p:spPr>
      </p:sp>
      <p:sp>
        <p:nvSpPr>
          <p:cNvPr id="2481" name="01_find_only_2480">
            <a:extLst>
              <a:ext uri="{FF2B5EF4-FFF2-40B4-BE49-F238E27FC236}">
                <a16:creationId xmlns:a16="http://schemas.microsoft.com/office/drawing/2014/main" id="{0749CE73-E82B-49C5-8618-F5ADBB403A7A}"/>
              </a:ext>
            </a:extLst>
          </p:cNvPr>
          <p:cNvSpPr>
            <a:spLocks noGrp="1"/>
          </p:cNvSpPr>
          <p:nvPr/>
        </p:nvSpPr>
        <p:spPr>
          <a:xfrm>
            <a:off x="1593473" y="5992655"/>
            <a:ext cx="28398" cy="28398"/>
          </a:xfrm>
          <a:prstGeom prst="ellipse">
            <a:avLst/>
          </a:prstGeom>
          <a:solidFill>
            <a:srgbClr val="7F8C97">
              <a:alpha val="48000"/>
            </a:srgbClr>
          </a:solidFill>
          <a:ln w="0">
            <a:noFill/>
            <a:prstDash val="solid"/>
          </a:ln>
        </p:spPr>
      </p:sp>
      <p:sp>
        <p:nvSpPr>
          <p:cNvPr id="2482" name="01_find_only_2481">
            <a:extLst>
              <a:ext uri="{FF2B5EF4-FFF2-40B4-BE49-F238E27FC236}">
                <a16:creationId xmlns:a16="http://schemas.microsoft.com/office/drawing/2014/main" id="{4A795560-72F2-4214-BA3D-0D8F9408A312}"/>
              </a:ext>
            </a:extLst>
          </p:cNvPr>
          <p:cNvSpPr>
            <a:spLocks noGrp="1"/>
          </p:cNvSpPr>
          <p:nvPr/>
        </p:nvSpPr>
        <p:spPr>
          <a:xfrm>
            <a:off x="1509156" y="6173800"/>
            <a:ext cx="28398" cy="28398"/>
          </a:xfrm>
          <a:prstGeom prst="ellipse">
            <a:avLst/>
          </a:prstGeom>
          <a:solidFill>
            <a:srgbClr val="7F8C97">
              <a:alpha val="48000"/>
            </a:srgbClr>
          </a:solidFill>
          <a:ln w="0">
            <a:noFill/>
            <a:prstDash val="solid"/>
          </a:ln>
        </p:spPr>
      </p:sp>
      <p:sp>
        <p:nvSpPr>
          <p:cNvPr id="2483" name="01_find_only_2482">
            <a:extLst>
              <a:ext uri="{FF2B5EF4-FFF2-40B4-BE49-F238E27FC236}">
                <a16:creationId xmlns:a16="http://schemas.microsoft.com/office/drawing/2014/main" id="{F8B503BD-F406-4481-B694-3E04B5D4A98B}"/>
              </a:ext>
            </a:extLst>
          </p:cNvPr>
          <p:cNvSpPr>
            <a:spLocks noGrp="1"/>
          </p:cNvSpPr>
          <p:nvPr/>
        </p:nvSpPr>
        <p:spPr>
          <a:xfrm>
            <a:off x="1586415" y="6173800"/>
            <a:ext cx="28398" cy="28398"/>
          </a:xfrm>
          <a:prstGeom prst="ellipse">
            <a:avLst/>
          </a:prstGeom>
          <a:solidFill>
            <a:srgbClr val="7F8C97">
              <a:alpha val="48000"/>
            </a:srgbClr>
          </a:solidFill>
          <a:ln w="0">
            <a:noFill/>
            <a:prstDash val="solid"/>
          </a:ln>
        </p:spPr>
      </p:sp>
      <p:sp>
        <p:nvSpPr>
          <p:cNvPr id="2484" name="01_find_only_2483">
            <a:extLst>
              <a:ext uri="{FF2B5EF4-FFF2-40B4-BE49-F238E27FC236}">
                <a16:creationId xmlns:a16="http://schemas.microsoft.com/office/drawing/2014/main" id="{5EC09FDC-4A4D-4B3A-A9F8-BE001FA403FC}"/>
              </a:ext>
            </a:extLst>
          </p:cNvPr>
          <p:cNvSpPr>
            <a:spLocks noGrp="1"/>
          </p:cNvSpPr>
          <p:nvPr/>
        </p:nvSpPr>
        <p:spPr>
          <a:xfrm>
            <a:off x="1540918" y="4905784"/>
            <a:ext cx="28398" cy="28398"/>
          </a:xfrm>
          <a:prstGeom prst="ellipse">
            <a:avLst/>
          </a:prstGeom>
          <a:solidFill>
            <a:srgbClr val="7F8C97">
              <a:alpha val="48000"/>
            </a:srgbClr>
          </a:solidFill>
          <a:ln w="0">
            <a:noFill/>
            <a:prstDash val="solid"/>
          </a:ln>
        </p:spPr>
      </p:sp>
      <p:sp>
        <p:nvSpPr>
          <p:cNvPr id="2485" name="01_find_only_2484">
            <a:extLst>
              <a:ext uri="{FF2B5EF4-FFF2-40B4-BE49-F238E27FC236}">
                <a16:creationId xmlns:a16="http://schemas.microsoft.com/office/drawing/2014/main" id="{ADB9EEFA-E874-495E-8582-E09E410516A4}"/>
              </a:ext>
            </a:extLst>
          </p:cNvPr>
          <p:cNvSpPr>
            <a:spLocks noGrp="1"/>
          </p:cNvSpPr>
          <p:nvPr/>
        </p:nvSpPr>
        <p:spPr>
          <a:xfrm>
            <a:off x="1597384" y="5222788"/>
            <a:ext cx="28398" cy="28398"/>
          </a:xfrm>
          <a:prstGeom prst="ellipse">
            <a:avLst/>
          </a:prstGeom>
          <a:solidFill>
            <a:srgbClr val="7F8C97">
              <a:alpha val="48000"/>
            </a:srgbClr>
          </a:solidFill>
          <a:ln w="0">
            <a:noFill/>
            <a:prstDash val="solid"/>
          </a:ln>
        </p:spPr>
      </p:sp>
      <p:sp>
        <p:nvSpPr>
          <p:cNvPr id="2486" name="01_find_only_2485">
            <a:extLst>
              <a:ext uri="{FF2B5EF4-FFF2-40B4-BE49-F238E27FC236}">
                <a16:creationId xmlns:a16="http://schemas.microsoft.com/office/drawing/2014/main" id="{FF2610CA-6F36-4B60-9A6E-71C0B21D2106}"/>
              </a:ext>
            </a:extLst>
          </p:cNvPr>
          <p:cNvSpPr>
            <a:spLocks noGrp="1"/>
          </p:cNvSpPr>
          <p:nvPr/>
        </p:nvSpPr>
        <p:spPr>
          <a:xfrm>
            <a:off x="1567530" y="4905784"/>
            <a:ext cx="28398" cy="28398"/>
          </a:xfrm>
          <a:prstGeom prst="ellipse">
            <a:avLst/>
          </a:prstGeom>
          <a:solidFill>
            <a:srgbClr val="7F8C97">
              <a:alpha val="48000"/>
            </a:srgbClr>
          </a:solidFill>
          <a:ln w="0">
            <a:noFill/>
            <a:prstDash val="solid"/>
          </a:ln>
        </p:spPr>
      </p:sp>
      <p:sp>
        <p:nvSpPr>
          <p:cNvPr id="2487" name="01_find_only_2486">
            <a:extLst>
              <a:ext uri="{FF2B5EF4-FFF2-40B4-BE49-F238E27FC236}">
                <a16:creationId xmlns:a16="http://schemas.microsoft.com/office/drawing/2014/main" id="{0F8D6BF8-A908-4E25-A06C-8EFCA9120BEE}"/>
              </a:ext>
            </a:extLst>
          </p:cNvPr>
          <p:cNvSpPr>
            <a:spLocks noGrp="1"/>
          </p:cNvSpPr>
          <p:nvPr/>
        </p:nvSpPr>
        <p:spPr>
          <a:xfrm>
            <a:off x="1574016" y="5892019"/>
            <a:ext cx="28398" cy="28398"/>
          </a:xfrm>
          <a:prstGeom prst="ellipse">
            <a:avLst/>
          </a:prstGeom>
          <a:solidFill>
            <a:srgbClr val="7F8C97">
              <a:alpha val="48000"/>
            </a:srgbClr>
          </a:solidFill>
          <a:ln w="0">
            <a:noFill/>
            <a:prstDash val="solid"/>
          </a:ln>
        </p:spPr>
      </p:sp>
      <p:sp>
        <p:nvSpPr>
          <p:cNvPr id="2488" name="01_find_only_2487">
            <a:extLst>
              <a:ext uri="{FF2B5EF4-FFF2-40B4-BE49-F238E27FC236}">
                <a16:creationId xmlns:a16="http://schemas.microsoft.com/office/drawing/2014/main" id="{6E5B6E5F-AC5C-4556-8133-9E34FF0AA81E}"/>
              </a:ext>
            </a:extLst>
          </p:cNvPr>
          <p:cNvSpPr>
            <a:spLocks noGrp="1"/>
          </p:cNvSpPr>
          <p:nvPr/>
        </p:nvSpPr>
        <p:spPr>
          <a:xfrm>
            <a:off x="1532143" y="5610237"/>
            <a:ext cx="28398" cy="28398"/>
          </a:xfrm>
          <a:prstGeom prst="ellipse">
            <a:avLst/>
          </a:prstGeom>
          <a:solidFill>
            <a:srgbClr val="7F8C97">
              <a:alpha val="48000"/>
            </a:srgbClr>
          </a:solidFill>
          <a:ln w="0">
            <a:noFill/>
            <a:prstDash val="solid"/>
          </a:ln>
        </p:spPr>
      </p:sp>
      <p:sp>
        <p:nvSpPr>
          <p:cNvPr id="2489" name="01_find_only_2488">
            <a:extLst>
              <a:ext uri="{FF2B5EF4-FFF2-40B4-BE49-F238E27FC236}">
                <a16:creationId xmlns:a16="http://schemas.microsoft.com/office/drawing/2014/main" id="{57328E3E-9D19-4215-824B-BF76727AD1D8}"/>
              </a:ext>
            </a:extLst>
          </p:cNvPr>
          <p:cNvSpPr>
            <a:spLocks noGrp="1"/>
          </p:cNvSpPr>
          <p:nvPr/>
        </p:nvSpPr>
        <p:spPr>
          <a:xfrm>
            <a:off x="1592043" y="5328456"/>
            <a:ext cx="28398" cy="28398"/>
          </a:xfrm>
          <a:prstGeom prst="ellipse">
            <a:avLst/>
          </a:prstGeom>
          <a:solidFill>
            <a:srgbClr val="7F8C97">
              <a:alpha val="48000"/>
            </a:srgbClr>
          </a:solidFill>
          <a:ln w="0">
            <a:noFill/>
            <a:prstDash val="solid"/>
          </a:ln>
        </p:spPr>
      </p:sp>
      <p:sp>
        <p:nvSpPr>
          <p:cNvPr id="2490" name="01_find_only_2489">
            <a:extLst>
              <a:ext uri="{FF2B5EF4-FFF2-40B4-BE49-F238E27FC236}">
                <a16:creationId xmlns:a16="http://schemas.microsoft.com/office/drawing/2014/main" id="{28CE93F6-8065-42A1-9D0D-AF3F61067D1B}"/>
              </a:ext>
            </a:extLst>
          </p:cNvPr>
          <p:cNvSpPr>
            <a:spLocks noGrp="1"/>
          </p:cNvSpPr>
          <p:nvPr/>
        </p:nvSpPr>
        <p:spPr>
          <a:xfrm>
            <a:off x="1574206" y="4905784"/>
            <a:ext cx="28398" cy="28398"/>
          </a:xfrm>
          <a:prstGeom prst="ellipse">
            <a:avLst/>
          </a:prstGeom>
          <a:solidFill>
            <a:srgbClr val="7F8C97">
              <a:alpha val="48000"/>
            </a:srgbClr>
          </a:solidFill>
          <a:ln w="0">
            <a:noFill/>
            <a:prstDash val="solid"/>
          </a:ln>
        </p:spPr>
      </p:sp>
      <p:sp>
        <p:nvSpPr>
          <p:cNvPr id="2491" name="01_find_only_2490">
            <a:extLst>
              <a:ext uri="{FF2B5EF4-FFF2-40B4-BE49-F238E27FC236}">
                <a16:creationId xmlns:a16="http://schemas.microsoft.com/office/drawing/2014/main" id="{C7085AB0-EC1D-460C-9CB6-CA2D01CE74C5}"/>
              </a:ext>
            </a:extLst>
          </p:cNvPr>
          <p:cNvSpPr>
            <a:spLocks noGrp="1"/>
          </p:cNvSpPr>
          <p:nvPr/>
        </p:nvSpPr>
        <p:spPr>
          <a:xfrm>
            <a:off x="1519744" y="6173800"/>
            <a:ext cx="28398" cy="28398"/>
          </a:xfrm>
          <a:prstGeom prst="ellipse">
            <a:avLst/>
          </a:prstGeom>
          <a:solidFill>
            <a:srgbClr val="7F8C97">
              <a:alpha val="48000"/>
            </a:srgbClr>
          </a:solidFill>
          <a:ln w="0">
            <a:noFill/>
            <a:prstDash val="solid"/>
          </a:ln>
        </p:spPr>
      </p:sp>
      <p:sp>
        <p:nvSpPr>
          <p:cNvPr id="2492" name="01_find_only_2491">
            <a:extLst>
              <a:ext uri="{FF2B5EF4-FFF2-40B4-BE49-F238E27FC236}">
                <a16:creationId xmlns:a16="http://schemas.microsoft.com/office/drawing/2014/main" id="{9A8671B5-678C-42BC-86BD-85E12EC745EF}"/>
              </a:ext>
            </a:extLst>
          </p:cNvPr>
          <p:cNvSpPr>
            <a:spLocks noGrp="1"/>
          </p:cNvSpPr>
          <p:nvPr/>
        </p:nvSpPr>
        <p:spPr>
          <a:xfrm>
            <a:off x="1572585" y="5539792"/>
            <a:ext cx="28398" cy="28398"/>
          </a:xfrm>
          <a:prstGeom prst="ellipse">
            <a:avLst/>
          </a:prstGeom>
          <a:solidFill>
            <a:srgbClr val="7F8C97">
              <a:alpha val="48000"/>
            </a:srgbClr>
          </a:solidFill>
          <a:ln w="0">
            <a:noFill/>
            <a:prstDash val="solid"/>
          </a:ln>
        </p:spPr>
      </p:sp>
      <p:sp>
        <p:nvSpPr>
          <p:cNvPr id="2493" name="01_find_only_2492">
            <a:extLst>
              <a:ext uri="{FF2B5EF4-FFF2-40B4-BE49-F238E27FC236}">
                <a16:creationId xmlns:a16="http://schemas.microsoft.com/office/drawing/2014/main" id="{83F79121-E651-45CE-874B-C7B921C35A7A}"/>
              </a:ext>
            </a:extLst>
          </p:cNvPr>
          <p:cNvSpPr>
            <a:spLocks noGrp="1"/>
          </p:cNvSpPr>
          <p:nvPr/>
        </p:nvSpPr>
        <p:spPr>
          <a:xfrm>
            <a:off x="1524608" y="4905784"/>
            <a:ext cx="28398" cy="28398"/>
          </a:xfrm>
          <a:prstGeom prst="ellipse">
            <a:avLst/>
          </a:prstGeom>
          <a:solidFill>
            <a:srgbClr val="7F8C97">
              <a:alpha val="48000"/>
            </a:srgbClr>
          </a:solidFill>
          <a:ln w="0">
            <a:noFill/>
            <a:prstDash val="solid"/>
          </a:ln>
        </p:spPr>
      </p:sp>
      <p:sp>
        <p:nvSpPr>
          <p:cNvPr id="2494" name="01_find_only_2493">
            <a:extLst>
              <a:ext uri="{FF2B5EF4-FFF2-40B4-BE49-F238E27FC236}">
                <a16:creationId xmlns:a16="http://schemas.microsoft.com/office/drawing/2014/main" id="{7FDAAC30-6E0A-4338-AE13-08043DFF0589}"/>
              </a:ext>
            </a:extLst>
          </p:cNvPr>
          <p:cNvSpPr>
            <a:spLocks noGrp="1"/>
          </p:cNvSpPr>
          <p:nvPr/>
        </p:nvSpPr>
        <p:spPr>
          <a:xfrm>
            <a:off x="1532048" y="5328456"/>
            <a:ext cx="28398" cy="28398"/>
          </a:xfrm>
          <a:prstGeom prst="ellipse">
            <a:avLst/>
          </a:prstGeom>
          <a:solidFill>
            <a:srgbClr val="7F8C97">
              <a:alpha val="48000"/>
            </a:srgbClr>
          </a:solidFill>
          <a:ln w="0">
            <a:noFill/>
            <a:prstDash val="solid"/>
          </a:ln>
        </p:spPr>
      </p:sp>
      <p:sp>
        <p:nvSpPr>
          <p:cNvPr id="2495" name="01_find_only_2494">
            <a:extLst>
              <a:ext uri="{FF2B5EF4-FFF2-40B4-BE49-F238E27FC236}">
                <a16:creationId xmlns:a16="http://schemas.microsoft.com/office/drawing/2014/main" id="{E01354B3-10D0-4FDC-9E0D-37CF0B42D6DA}"/>
              </a:ext>
            </a:extLst>
          </p:cNvPr>
          <p:cNvSpPr>
            <a:spLocks noGrp="1"/>
          </p:cNvSpPr>
          <p:nvPr/>
        </p:nvSpPr>
        <p:spPr>
          <a:xfrm>
            <a:off x="1591280" y="4905784"/>
            <a:ext cx="28398" cy="28398"/>
          </a:xfrm>
          <a:prstGeom prst="ellipse">
            <a:avLst/>
          </a:prstGeom>
          <a:solidFill>
            <a:srgbClr val="7F8C97">
              <a:alpha val="48000"/>
            </a:srgbClr>
          </a:solidFill>
          <a:ln w="0">
            <a:noFill/>
            <a:prstDash val="solid"/>
          </a:ln>
        </p:spPr>
      </p:sp>
      <p:sp>
        <p:nvSpPr>
          <p:cNvPr id="2496" name="01_find_only_2495">
            <a:extLst>
              <a:ext uri="{FF2B5EF4-FFF2-40B4-BE49-F238E27FC236}">
                <a16:creationId xmlns:a16="http://schemas.microsoft.com/office/drawing/2014/main" id="{37827F85-AA6D-46A4-98C4-651B6EC7711D}"/>
              </a:ext>
            </a:extLst>
          </p:cNvPr>
          <p:cNvSpPr>
            <a:spLocks noGrp="1"/>
          </p:cNvSpPr>
          <p:nvPr/>
        </p:nvSpPr>
        <p:spPr>
          <a:xfrm>
            <a:off x="1533574" y="4905784"/>
            <a:ext cx="28398" cy="28398"/>
          </a:xfrm>
          <a:prstGeom prst="ellipse">
            <a:avLst/>
          </a:prstGeom>
          <a:solidFill>
            <a:srgbClr val="7F8C97">
              <a:alpha val="48000"/>
            </a:srgbClr>
          </a:solidFill>
          <a:ln w="0">
            <a:noFill/>
            <a:prstDash val="solid"/>
          </a:ln>
        </p:spPr>
      </p:sp>
      <p:sp>
        <p:nvSpPr>
          <p:cNvPr id="2497" name="01_find_only_2496">
            <a:extLst>
              <a:ext uri="{FF2B5EF4-FFF2-40B4-BE49-F238E27FC236}">
                <a16:creationId xmlns:a16="http://schemas.microsoft.com/office/drawing/2014/main" id="{46875255-C240-4FFF-AD71-70094C1C84DD}"/>
              </a:ext>
            </a:extLst>
          </p:cNvPr>
          <p:cNvSpPr>
            <a:spLocks noGrp="1"/>
          </p:cNvSpPr>
          <p:nvPr/>
        </p:nvSpPr>
        <p:spPr>
          <a:xfrm>
            <a:off x="1585938" y="5645460"/>
            <a:ext cx="28398" cy="28398"/>
          </a:xfrm>
          <a:prstGeom prst="ellipse">
            <a:avLst/>
          </a:prstGeom>
          <a:solidFill>
            <a:srgbClr val="7F8C97">
              <a:alpha val="48000"/>
            </a:srgbClr>
          </a:solidFill>
          <a:ln w="0">
            <a:noFill/>
            <a:prstDash val="solid"/>
          </a:ln>
        </p:spPr>
      </p:sp>
      <p:sp>
        <p:nvSpPr>
          <p:cNvPr id="2498" name="01_find_only_2497">
            <a:extLst>
              <a:ext uri="{FF2B5EF4-FFF2-40B4-BE49-F238E27FC236}">
                <a16:creationId xmlns:a16="http://schemas.microsoft.com/office/drawing/2014/main" id="{EAD37C22-E596-4A12-9CE8-DBF499BB5C40}"/>
              </a:ext>
            </a:extLst>
          </p:cNvPr>
          <p:cNvSpPr>
            <a:spLocks noGrp="1"/>
          </p:cNvSpPr>
          <p:nvPr/>
        </p:nvSpPr>
        <p:spPr>
          <a:xfrm>
            <a:off x="1586701" y="4905784"/>
            <a:ext cx="28398" cy="28398"/>
          </a:xfrm>
          <a:prstGeom prst="ellipse">
            <a:avLst/>
          </a:prstGeom>
          <a:solidFill>
            <a:srgbClr val="7F8C97">
              <a:alpha val="48000"/>
            </a:srgbClr>
          </a:solidFill>
          <a:ln w="0">
            <a:noFill/>
            <a:prstDash val="solid"/>
          </a:ln>
        </p:spPr>
      </p:sp>
      <p:sp>
        <p:nvSpPr>
          <p:cNvPr id="2499" name="01_find_only_2498">
            <a:extLst>
              <a:ext uri="{FF2B5EF4-FFF2-40B4-BE49-F238E27FC236}">
                <a16:creationId xmlns:a16="http://schemas.microsoft.com/office/drawing/2014/main" id="{818DBA21-6649-460A-8D1B-353C7E7058D2}"/>
              </a:ext>
            </a:extLst>
          </p:cNvPr>
          <p:cNvSpPr>
            <a:spLocks noGrp="1"/>
          </p:cNvSpPr>
          <p:nvPr/>
        </p:nvSpPr>
        <p:spPr>
          <a:xfrm>
            <a:off x="1589181" y="5328456"/>
            <a:ext cx="28398" cy="28398"/>
          </a:xfrm>
          <a:prstGeom prst="ellipse">
            <a:avLst/>
          </a:prstGeom>
          <a:solidFill>
            <a:srgbClr val="7F8C97">
              <a:alpha val="48000"/>
            </a:srgbClr>
          </a:solidFill>
          <a:ln w="0">
            <a:noFill/>
            <a:prstDash val="solid"/>
          </a:ln>
        </p:spPr>
      </p:sp>
      <p:sp>
        <p:nvSpPr>
          <p:cNvPr id="2500" name="01_find_only_2499">
            <a:extLst>
              <a:ext uri="{FF2B5EF4-FFF2-40B4-BE49-F238E27FC236}">
                <a16:creationId xmlns:a16="http://schemas.microsoft.com/office/drawing/2014/main" id="{9BEC88C8-7531-4828-A972-E46ADB8CED3E}"/>
              </a:ext>
            </a:extLst>
          </p:cNvPr>
          <p:cNvSpPr>
            <a:spLocks noGrp="1"/>
          </p:cNvSpPr>
          <p:nvPr/>
        </p:nvSpPr>
        <p:spPr>
          <a:xfrm>
            <a:off x="1534337" y="5666594"/>
            <a:ext cx="28398" cy="28398"/>
          </a:xfrm>
          <a:prstGeom prst="ellipse">
            <a:avLst/>
          </a:prstGeom>
          <a:solidFill>
            <a:srgbClr val="7F8C97">
              <a:alpha val="48000"/>
            </a:srgbClr>
          </a:solidFill>
          <a:ln w="0">
            <a:noFill/>
            <a:prstDash val="solid"/>
          </a:ln>
        </p:spPr>
      </p:sp>
      <p:sp>
        <p:nvSpPr>
          <p:cNvPr id="2501" name="01_find_only_2500">
            <a:extLst>
              <a:ext uri="{FF2B5EF4-FFF2-40B4-BE49-F238E27FC236}">
                <a16:creationId xmlns:a16="http://schemas.microsoft.com/office/drawing/2014/main" id="{69E83DE9-B84B-45EA-A0E0-13DA8E211CC0}"/>
              </a:ext>
            </a:extLst>
          </p:cNvPr>
          <p:cNvSpPr>
            <a:spLocks noGrp="1"/>
          </p:cNvSpPr>
          <p:nvPr/>
        </p:nvSpPr>
        <p:spPr>
          <a:xfrm>
            <a:off x="1519934" y="5539792"/>
            <a:ext cx="28398" cy="28398"/>
          </a:xfrm>
          <a:prstGeom prst="ellipse">
            <a:avLst/>
          </a:prstGeom>
          <a:solidFill>
            <a:srgbClr val="7F8C97">
              <a:alpha val="48000"/>
            </a:srgbClr>
          </a:solidFill>
          <a:ln w="0">
            <a:noFill/>
            <a:prstDash val="solid"/>
          </a:ln>
        </p:spPr>
      </p:sp>
      <p:sp>
        <p:nvSpPr>
          <p:cNvPr id="2502" name="01_find_only_2501">
            <a:extLst>
              <a:ext uri="{FF2B5EF4-FFF2-40B4-BE49-F238E27FC236}">
                <a16:creationId xmlns:a16="http://schemas.microsoft.com/office/drawing/2014/main" id="{3E92EF24-48FB-47E6-BC70-41B35AB70E47}"/>
              </a:ext>
            </a:extLst>
          </p:cNvPr>
          <p:cNvSpPr>
            <a:spLocks noGrp="1"/>
          </p:cNvSpPr>
          <p:nvPr/>
        </p:nvSpPr>
        <p:spPr>
          <a:xfrm>
            <a:off x="1575446" y="4905784"/>
            <a:ext cx="28398" cy="28398"/>
          </a:xfrm>
          <a:prstGeom prst="ellipse">
            <a:avLst/>
          </a:prstGeom>
          <a:solidFill>
            <a:srgbClr val="7F8C97">
              <a:alpha val="48000"/>
            </a:srgbClr>
          </a:solidFill>
          <a:ln w="0">
            <a:noFill/>
            <a:prstDash val="solid"/>
          </a:ln>
        </p:spPr>
      </p:sp>
      <p:sp>
        <p:nvSpPr>
          <p:cNvPr id="2503" name="01_find_only_2502">
            <a:extLst>
              <a:ext uri="{FF2B5EF4-FFF2-40B4-BE49-F238E27FC236}">
                <a16:creationId xmlns:a16="http://schemas.microsoft.com/office/drawing/2014/main" id="{2920EC06-080E-4D33-8699-2E0D65CB6F49}"/>
              </a:ext>
            </a:extLst>
          </p:cNvPr>
          <p:cNvSpPr>
            <a:spLocks noGrp="1"/>
          </p:cNvSpPr>
          <p:nvPr/>
        </p:nvSpPr>
        <p:spPr>
          <a:xfrm>
            <a:off x="1515451" y="4905784"/>
            <a:ext cx="28398" cy="28398"/>
          </a:xfrm>
          <a:prstGeom prst="ellipse">
            <a:avLst/>
          </a:prstGeom>
          <a:solidFill>
            <a:srgbClr val="7F8C97">
              <a:alpha val="48000"/>
            </a:srgbClr>
          </a:solidFill>
          <a:ln w="0">
            <a:noFill/>
            <a:prstDash val="solid"/>
          </a:ln>
        </p:spPr>
      </p:sp>
      <p:sp>
        <p:nvSpPr>
          <p:cNvPr id="2504" name="01_find_only_2503">
            <a:extLst>
              <a:ext uri="{FF2B5EF4-FFF2-40B4-BE49-F238E27FC236}">
                <a16:creationId xmlns:a16="http://schemas.microsoft.com/office/drawing/2014/main" id="{F5E7B201-B432-42A1-8F8D-13ED47C79255}"/>
              </a:ext>
            </a:extLst>
          </p:cNvPr>
          <p:cNvSpPr>
            <a:spLocks noGrp="1"/>
          </p:cNvSpPr>
          <p:nvPr/>
        </p:nvSpPr>
        <p:spPr>
          <a:xfrm>
            <a:off x="1521460" y="6173800"/>
            <a:ext cx="28398" cy="28398"/>
          </a:xfrm>
          <a:prstGeom prst="ellipse">
            <a:avLst/>
          </a:prstGeom>
          <a:solidFill>
            <a:srgbClr val="7F8C97">
              <a:alpha val="48000"/>
            </a:srgbClr>
          </a:solidFill>
          <a:ln w="0">
            <a:noFill/>
            <a:prstDash val="solid"/>
          </a:ln>
        </p:spPr>
      </p:sp>
      <p:sp>
        <p:nvSpPr>
          <p:cNvPr id="2505" name="01_find_only_2504">
            <a:extLst>
              <a:ext uri="{FF2B5EF4-FFF2-40B4-BE49-F238E27FC236}">
                <a16:creationId xmlns:a16="http://schemas.microsoft.com/office/drawing/2014/main" id="{46DD0389-25BF-440B-AAC0-AB0BEA93E198}"/>
              </a:ext>
            </a:extLst>
          </p:cNvPr>
          <p:cNvSpPr>
            <a:spLocks noGrp="1"/>
          </p:cNvSpPr>
          <p:nvPr/>
        </p:nvSpPr>
        <p:spPr>
          <a:xfrm>
            <a:off x="1577831" y="4905784"/>
            <a:ext cx="28398" cy="28398"/>
          </a:xfrm>
          <a:prstGeom prst="ellipse">
            <a:avLst/>
          </a:prstGeom>
          <a:solidFill>
            <a:srgbClr val="7F8C97">
              <a:alpha val="48000"/>
            </a:srgbClr>
          </a:solidFill>
          <a:ln w="0">
            <a:noFill/>
            <a:prstDash val="solid"/>
          </a:ln>
        </p:spPr>
      </p:sp>
      <p:sp>
        <p:nvSpPr>
          <p:cNvPr id="2506" name="01_find_only_2505">
            <a:extLst>
              <a:ext uri="{FF2B5EF4-FFF2-40B4-BE49-F238E27FC236}">
                <a16:creationId xmlns:a16="http://schemas.microsoft.com/office/drawing/2014/main" id="{C354DB76-E5AF-4B24-B188-4F1E80EAFF03}"/>
              </a:ext>
            </a:extLst>
          </p:cNvPr>
          <p:cNvSpPr>
            <a:spLocks noGrp="1"/>
          </p:cNvSpPr>
          <p:nvPr/>
        </p:nvSpPr>
        <p:spPr>
          <a:xfrm>
            <a:off x="1516310" y="4905784"/>
            <a:ext cx="28398" cy="28398"/>
          </a:xfrm>
          <a:prstGeom prst="ellipse">
            <a:avLst/>
          </a:prstGeom>
          <a:solidFill>
            <a:srgbClr val="7F8C97">
              <a:alpha val="48000"/>
            </a:srgbClr>
          </a:solidFill>
          <a:ln w="0">
            <a:noFill/>
            <a:prstDash val="solid"/>
          </a:ln>
        </p:spPr>
      </p:sp>
      <p:sp>
        <p:nvSpPr>
          <p:cNvPr id="2507" name="01_find_only_2506">
            <a:extLst>
              <a:ext uri="{FF2B5EF4-FFF2-40B4-BE49-F238E27FC236}">
                <a16:creationId xmlns:a16="http://schemas.microsoft.com/office/drawing/2014/main" id="{C3E4645A-0DC7-4A76-AAD4-127543AC6EFF}"/>
              </a:ext>
            </a:extLst>
          </p:cNvPr>
          <p:cNvSpPr>
            <a:spLocks noGrp="1"/>
          </p:cNvSpPr>
          <p:nvPr/>
        </p:nvSpPr>
        <p:spPr>
          <a:xfrm>
            <a:off x="1596144" y="4905784"/>
            <a:ext cx="28398" cy="28398"/>
          </a:xfrm>
          <a:prstGeom prst="ellipse">
            <a:avLst/>
          </a:prstGeom>
          <a:solidFill>
            <a:srgbClr val="7F8C97">
              <a:alpha val="48000"/>
            </a:srgbClr>
          </a:solidFill>
          <a:ln w="0">
            <a:noFill/>
            <a:prstDash val="solid"/>
          </a:ln>
        </p:spPr>
      </p:sp>
      <p:sp>
        <p:nvSpPr>
          <p:cNvPr id="2508" name="01_find_only_2507">
            <a:extLst>
              <a:ext uri="{FF2B5EF4-FFF2-40B4-BE49-F238E27FC236}">
                <a16:creationId xmlns:a16="http://schemas.microsoft.com/office/drawing/2014/main" id="{28D05C31-2BBD-405D-9AC2-6893AD776890}"/>
              </a:ext>
            </a:extLst>
          </p:cNvPr>
          <p:cNvSpPr>
            <a:spLocks noGrp="1"/>
          </p:cNvSpPr>
          <p:nvPr/>
        </p:nvSpPr>
        <p:spPr>
          <a:xfrm>
            <a:off x="1581551" y="4905784"/>
            <a:ext cx="28398" cy="28398"/>
          </a:xfrm>
          <a:prstGeom prst="ellipse">
            <a:avLst/>
          </a:prstGeom>
          <a:solidFill>
            <a:srgbClr val="7F8C97">
              <a:alpha val="48000"/>
            </a:srgbClr>
          </a:solidFill>
          <a:ln w="0">
            <a:noFill/>
            <a:prstDash val="solid"/>
          </a:ln>
        </p:spPr>
      </p:sp>
      <p:sp>
        <p:nvSpPr>
          <p:cNvPr id="2509" name="01_find_only_2508">
            <a:extLst>
              <a:ext uri="{FF2B5EF4-FFF2-40B4-BE49-F238E27FC236}">
                <a16:creationId xmlns:a16="http://schemas.microsoft.com/office/drawing/2014/main" id="{CEC6E246-9343-4368-A0D5-5CE4A17A16F9}"/>
              </a:ext>
            </a:extLst>
          </p:cNvPr>
          <p:cNvSpPr>
            <a:spLocks noGrp="1"/>
          </p:cNvSpPr>
          <p:nvPr/>
        </p:nvSpPr>
        <p:spPr>
          <a:xfrm>
            <a:off x="1547023" y="4905784"/>
            <a:ext cx="28398" cy="28398"/>
          </a:xfrm>
          <a:prstGeom prst="ellipse">
            <a:avLst/>
          </a:prstGeom>
          <a:solidFill>
            <a:srgbClr val="7F8C97">
              <a:alpha val="48000"/>
            </a:srgbClr>
          </a:solidFill>
          <a:ln w="0">
            <a:noFill/>
            <a:prstDash val="solid"/>
          </a:ln>
        </p:spPr>
      </p:sp>
      <p:sp>
        <p:nvSpPr>
          <p:cNvPr id="2510" name="01_find_only_2509">
            <a:extLst>
              <a:ext uri="{FF2B5EF4-FFF2-40B4-BE49-F238E27FC236}">
                <a16:creationId xmlns:a16="http://schemas.microsoft.com/office/drawing/2014/main" id="{05584EA2-0909-4A68-8099-BF9EA68ED00C}"/>
              </a:ext>
            </a:extLst>
          </p:cNvPr>
          <p:cNvSpPr>
            <a:spLocks noGrp="1"/>
          </p:cNvSpPr>
          <p:nvPr/>
        </p:nvSpPr>
        <p:spPr>
          <a:xfrm>
            <a:off x="1530903" y="4905784"/>
            <a:ext cx="28398" cy="28398"/>
          </a:xfrm>
          <a:prstGeom prst="ellipse">
            <a:avLst/>
          </a:prstGeom>
          <a:solidFill>
            <a:srgbClr val="7F8C97">
              <a:alpha val="48000"/>
            </a:srgbClr>
          </a:solidFill>
          <a:ln w="0">
            <a:noFill/>
            <a:prstDash val="solid"/>
          </a:ln>
        </p:spPr>
      </p:sp>
      <p:sp>
        <p:nvSpPr>
          <p:cNvPr id="2511" name="01_find_only_2510">
            <a:extLst>
              <a:ext uri="{FF2B5EF4-FFF2-40B4-BE49-F238E27FC236}">
                <a16:creationId xmlns:a16="http://schemas.microsoft.com/office/drawing/2014/main" id="{D11259E5-7BF0-4571-8A99-5382F94FB346}"/>
              </a:ext>
            </a:extLst>
          </p:cNvPr>
          <p:cNvSpPr>
            <a:spLocks noGrp="1"/>
          </p:cNvSpPr>
          <p:nvPr/>
        </p:nvSpPr>
        <p:spPr>
          <a:xfrm>
            <a:off x="1598815" y="5268074"/>
            <a:ext cx="28398" cy="28398"/>
          </a:xfrm>
          <a:prstGeom prst="ellipse">
            <a:avLst/>
          </a:prstGeom>
          <a:solidFill>
            <a:srgbClr val="7F8C97">
              <a:alpha val="48000"/>
            </a:srgbClr>
          </a:solidFill>
          <a:ln w="0">
            <a:noFill/>
            <a:prstDash val="solid"/>
          </a:ln>
        </p:spPr>
      </p:sp>
      <p:sp>
        <p:nvSpPr>
          <p:cNvPr id="2512" name="01_find_only_2511">
            <a:extLst>
              <a:ext uri="{FF2B5EF4-FFF2-40B4-BE49-F238E27FC236}">
                <a16:creationId xmlns:a16="http://schemas.microsoft.com/office/drawing/2014/main" id="{DC8448B3-2B45-4487-8609-C2A208C13A0C}"/>
              </a:ext>
            </a:extLst>
          </p:cNvPr>
          <p:cNvSpPr>
            <a:spLocks noGrp="1"/>
          </p:cNvSpPr>
          <p:nvPr/>
        </p:nvSpPr>
        <p:spPr>
          <a:xfrm>
            <a:off x="1564191" y="6173800"/>
            <a:ext cx="28398" cy="28398"/>
          </a:xfrm>
          <a:prstGeom prst="ellipse">
            <a:avLst/>
          </a:prstGeom>
          <a:solidFill>
            <a:srgbClr val="7F8C97">
              <a:alpha val="48000"/>
            </a:srgbClr>
          </a:solidFill>
          <a:ln w="0">
            <a:noFill/>
            <a:prstDash val="solid"/>
          </a:ln>
        </p:spPr>
      </p:sp>
      <p:sp>
        <p:nvSpPr>
          <p:cNvPr id="2513" name="01_find_only_2512">
            <a:extLst>
              <a:ext uri="{FF2B5EF4-FFF2-40B4-BE49-F238E27FC236}">
                <a16:creationId xmlns:a16="http://schemas.microsoft.com/office/drawing/2014/main" id="{05E635CD-B905-4AF2-9338-8429FEF3CB07}"/>
              </a:ext>
            </a:extLst>
          </p:cNvPr>
          <p:cNvSpPr>
            <a:spLocks noGrp="1"/>
          </p:cNvSpPr>
          <p:nvPr/>
        </p:nvSpPr>
        <p:spPr>
          <a:xfrm>
            <a:off x="1585938" y="6173800"/>
            <a:ext cx="28398" cy="28398"/>
          </a:xfrm>
          <a:prstGeom prst="ellipse">
            <a:avLst/>
          </a:prstGeom>
          <a:solidFill>
            <a:srgbClr val="7F8C97">
              <a:alpha val="48000"/>
            </a:srgbClr>
          </a:solidFill>
          <a:ln w="0">
            <a:noFill/>
            <a:prstDash val="solid"/>
          </a:ln>
        </p:spPr>
      </p:sp>
      <p:sp>
        <p:nvSpPr>
          <p:cNvPr id="2514" name="01_find_only_2513">
            <a:extLst>
              <a:ext uri="{FF2B5EF4-FFF2-40B4-BE49-F238E27FC236}">
                <a16:creationId xmlns:a16="http://schemas.microsoft.com/office/drawing/2014/main" id="{F24302CC-6074-469C-BBC8-430BDD986020}"/>
              </a:ext>
            </a:extLst>
          </p:cNvPr>
          <p:cNvSpPr>
            <a:spLocks noGrp="1"/>
          </p:cNvSpPr>
          <p:nvPr/>
        </p:nvSpPr>
        <p:spPr>
          <a:xfrm>
            <a:off x="1519076" y="4905784"/>
            <a:ext cx="28398" cy="28398"/>
          </a:xfrm>
          <a:prstGeom prst="ellipse">
            <a:avLst/>
          </a:prstGeom>
          <a:solidFill>
            <a:srgbClr val="7F8C97">
              <a:alpha val="48000"/>
            </a:srgbClr>
          </a:solidFill>
          <a:ln w="0">
            <a:noFill/>
            <a:prstDash val="solid"/>
          </a:ln>
        </p:spPr>
      </p:sp>
      <p:sp>
        <p:nvSpPr>
          <p:cNvPr id="2515" name="01_find_only_2514">
            <a:extLst>
              <a:ext uri="{FF2B5EF4-FFF2-40B4-BE49-F238E27FC236}">
                <a16:creationId xmlns:a16="http://schemas.microsoft.com/office/drawing/2014/main" id="{20F7358F-E13F-419F-9294-B84CA86E9D22}"/>
              </a:ext>
            </a:extLst>
          </p:cNvPr>
          <p:cNvSpPr>
            <a:spLocks noGrp="1"/>
          </p:cNvSpPr>
          <p:nvPr/>
        </p:nvSpPr>
        <p:spPr>
          <a:xfrm>
            <a:off x="1545973" y="4905784"/>
            <a:ext cx="28398" cy="28398"/>
          </a:xfrm>
          <a:prstGeom prst="ellipse">
            <a:avLst/>
          </a:prstGeom>
          <a:solidFill>
            <a:srgbClr val="7F8C97">
              <a:alpha val="48000"/>
            </a:srgbClr>
          </a:solidFill>
          <a:ln w="0">
            <a:noFill/>
            <a:prstDash val="solid"/>
          </a:ln>
        </p:spPr>
      </p:sp>
      <p:sp>
        <p:nvSpPr>
          <p:cNvPr id="2516" name="01_find_only_2515">
            <a:extLst>
              <a:ext uri="{FF2B5EF4-FFF2-40B4-BE49-F238E27FC236}">
                <a16:creationId xmlns:a16="http://schemas.microsoft.com/office/drawing/2014/main" id="{B6DF8136-6C38-4F37-9B1A-6F3B23C2D46F}"/>
              </a:ext>
            </a:extLst>
          </p:cNvPr>
          <p:cNvSpPr>
            <a:spLocks noGrp="1"/>
          </p:cNvSpPr>
          <p:nvPr/>
        </p:nvSpPr>
        <p:spPr>
          <a:xfrm>
            <a:off x="1580025" y="5539792"/>
            <a:ext cx="28398" cy="28398"/>
          </a:xfrm>
          <a:prstGeom prst="ellipse">
            <a:avLst/>
          </a:prstGeom>
          <a:solidFill>
            <a:srgbClr val="7F8C97">
              <a:alpha val="48000"/>
            </a:srgbClr>
          </a:solidFill>
          <a:ln w="0">
            <a:noFill/>
            <a:prstDash val="solid"/>
          </a:ln>
        </p:spPr>
      </p:sp>
      <p:sp>
        <p:nvSpPr>
          <p:cNvPr id="2517" name="01_find_only_2516">
            <a:extLst>
              <a:ext uri="{FF2B5EF4-FFF2-40B4-BE49-F238E27FC236}">
                <a16:creationId xmlns:a16="http://schemas.microsoft.com/office/drawing/2014/main" id="{BA8EC6BA-53BB-4848-80D3-500FB67CC777}"/>
              </a:ext>
            </a:extLst>
          </p:cNvPr>
          <p:cNvSpPr>
            <a:spLocks noGrp="1"/>
          </p:cNvSpPr>
          <p:nvPr/>
        </p:nvSpPr>
        <p:spPr>
          <a:xfrm>
            <a:off x="1566194" y="4905784"/>
            <a:ext cx="28398" cy="28398"/>
          </a:xfrm>
          <a:prstGeom prst="ellipse">
            <a:avLst/>
          </a:prstGeom>
          <a:solidFill>
            <a:srgbClr val="7F8C97">
              <a:alpha val="48000"/>
            </a:srgbClr>
          </a:solidFill>
          <a:ln w="0">
            <a:noFill/>
            <a:prstDash val="solid"/>
          </a:ln>
        </p:spPr>
      </p:sp>
      <p:sp>
        <p:nvSpPr>
          <p:cNvPr id="2518" name="01_find_only_2517">
            <a:extLst>
              <a:ext uri="{FF2B5EF4-FFF2-40B4-BE49-F238E27FC236}">
                <a16:creationId xmlns:a16="http://schemas.microsoft.com/office/drawing/2014/main" id="{96DCBA97-D165-4BB6-81F4-BA22394D5659}"/>
              </a:ext>
            </a:extLst>
          </p:cNvPr>
          <p:cNvSpPr>
            <a:spLocks noGrp="1"/>
          </p:cNvSpPr>
          <p:nvPr/>
        </p:nvSpPr>
        <p:spPr>
          <a:xfrm>
            <a:off x="1594141" y="4905784"/>
            <a:ext cx="28398" cy="28398"/>
          </a:xfrm>
          <a:prstGeom prst="ellipse">
            <a:avLst/>
          </a:prstGeom>
          <a:solidFill>
            <a:srgbClr val="7F8C97">
              <a:alpha val="48000"/>
            </a:srgbClr>
          </a:solidFill>
          <a:ln w="0">
            <a:noFill/>
            <a:prstDash val="solid"/>
          </a:ln>
        </p:spPr>
      </p:sp>
      <p:sp>
        <p:nvSpPr>
          <p:cNvPr id="2519" name="01_find_only_2518">
            <a:extLst>
              <a:ext uri="{FF2B5EF4-FFF2-40B4-BE49-F238E27FC236}">
                <a16:creationId xmlns:a16="http://schemas.microsoft.com/office/drawing/2014/main" id="{9835ABAD-623B-4648-8BA4-543BC9062E36}"/>
              </a:ext>
            </a:extLst>
          </p:cNvPr>
          <p:cNvSpPr>
            <a:spLocks noGrp="1"/>
          </p:cNvSpPr>
          <p:nvPr/>
        </p:nvSpPr>
        <p:spPr>
          <a:xfrm>
            <a:off x="1505627" y="4905784"/>
            <a:ext cx="28398" cy="28398"/>
          </a:xfrm>
          <a:prstGeom prst="ellipse">
            <a:avLst/>
          </a:prstGeom>
          <a:solidFill>
            <a:srgbClr val="7F8C97">
              <a:alpha val="48000"/>
            </a:srgbClr>
          </a:solidFill>
          <a:ln w="0">
            <a:noFill/>
            <a:prstDash val="solid"/>
          </a:ln>
        </p:spPr>
      </p:sp>
      <p:sp>
        <p:nvSpPr>
          <p:cNvPr id="2520" name="01_find_only_2519">
            <a:extLst>
              <a:ext uri="{FF2B5EF4-FFF2-40B4-BE49-F238E27FC236}">
                <a16:creationId xmlns:a16="http://schemas.microsoft.com/office/drawing/2014/main" id="{48F645FA-4E7D-4D03-A4B6-A9AA5CD1EB22}"/>
              </a:ext>
            </a:extLst>
          </p:cNvPr>
          <p:cNvSpPr>
            <a:spLocks noGrp="1"/>
          </p:cNvSpPr>
          <p:nvPr/>
        </p:nvSpPr>
        <p:spPr>
          <a:xfrm>
            <a:off x="1544924" y="6173800"/>
            <a:ext cx="28398" cy="28398"/>
          </a:xfrm>
          <a:prstGeom prst="ellipse">
            <a:avLst/>
          </a:prstGeom>
          <a:solidFill>
            <a:srgbClr val="7F8C97">
              <a:alpha val="48000"/>
            </a:srgbClr>
          </a:solidFill>
          <a:ln w="0">
            <a:noFill/>
            <a:prstDash val="solid"/>
          </a:ln>
        </p:spPr>
      </p:sp>
      <p:sp>
        <p:nvSpPr>
          <p:cNvPr id="2521" name="01_find_only_2520">
            <a:extLst>
              <a:ext uri="{FF2B5EF4-FFF2-40B4-BE49-F238E27FC236}">
                <a16:creationId xmlns:a16="http://schemas.microsoft.com/office/drawing/2014/main" id="{4BCBCB96-AF4C-46BF-9F1C-2641F0D9E954}"/>
              </a:ext>
            </a:extLst>
          </p:cNvPr>
          <p:cNvSpPr>
            <a:spLocks noGrp="1"/>
          </p:cNvSpPr>
          <p:nvPr/>
        </p:nvSpPr>
        <p:spPr>
          <a:xfrm>
            <a:off x="1562761" y="6173800"/>
            <a:ext cx="28398" cy="28398"/>
          </a:xfrm>
          <a:prstGeom prst="ellipse">
            <a:avLst/>
          </a:prstGeom>
          <a:solidFill>
            <a:srgbClr val="7F8C97">
              <a:alpha val="48000"/>
            </a:srgbClr>
          </a:solidFill>
          <a:ln w="0">
            <a:noFill/>
            <a:prstDash val="solid"/>
          </a:ln>
        </p:spPr>
      </p:sp>
      <p:sp>
        <p:nvSpPr>
          <p:cNvPr id="2522" name="01_find_only_2521">
            <a:extLst>
              <a:ext uri="{FF2B5EF4-FFF2-40B4-BE49-F238E27FC236}">
                <a16:creationId xmlns:a16="http://schemas.microsoft.com/office/drawing/2014/main" id="{2D90B459-E478-4D09-8A02-86C094983D0D}"/>
              </a:ext>
            </a:extLst>
          </p:cNvPr>
          <p:cNvSpPr>
            <a:spLocks noGrp="1"/>
          </p:cNvSpPr>
          <p:nvPr/>
        </p:nvSpPr>
        <p:spPr>
          <a:xfrm>
            <a:off x="1533097" y="6173800"/>
            <a:ext cx="28398" cy="28398"/>
          </a:xfrm>
          <a:prstGeom prst="ellipse">
            <a:avLst/>
          </a:prstGeom>
          <a:solidFill>
            <a:srgbClr val="7F8C97">
              <a:alpha val="48000"/>
            </a:srgbClr>
          </a:solidFill>
          <a:ln w="0">
            <a:noFill/>
            <a:prstDash val="solid"/>
          </a:ln>
        </p:spPr>
      </p:sp>
      <p:sp>
        <p:nvSpPr>
          <p:cNvPr id="2523" name="01_find_only_2522">
            <a:extLst>
              <a:ext uri="{FF2B5EF4-FFF2-40B4-BE49-F238E27FC236}">
                <a16:creationId xmlns:a16="http://schemas.microsoft.com/office/drawing/2014/main" id="{777CDD59-1B68-43E0-B807-FA46E6C346FA}"/>
              </a:ext>
            </a:extLst>
          </p:cNvPr>
          <p:cNvSpPr>
            <a:spLocks noGrp="1"/>
          </p:cNvSpPr>
          <p:nvPr/>
        </p:nvSpPr>
        <p:spPr>
          <a:xfrm>
            <a:off x="1554462" y="4905784"/>
            <a:ext cx="28398" cy="28398"/>
          </a:xfrm>
          <a:prstGeom prst="ellipse">
            <a:avLst/>
          </a:prstGeom>
          <a:solidFill>
            <a:srgbClr val="7F8C97">
              <a:alpha val="48000"/>
            </a:srgbClr>
          </a:solidFill>
          <a:ln w="0">
            <a:noFill/>
            <a:prstDash val="solid"/>
          </a:ln>
        </p:spPr>
      </p:sp>
      <p:sp>
        <p:nvSpPr>
          <p:cNvPr id="2524" name="01_find_only_2523">
            <a:extLst>
              <a:ext uri="{FF2B5EF4-FFF2-40B4-BE49-F238E27FC236}">
                <a16:creationId xmlns:a16="http://schemas.microsoft.com/office/drawing/2014/main" id="{C3E0024C-5983-493E-B0E0-0BEC5829E2AD}"/>
              </a:ext>
            </a:extLst>
          </p:cNvPr>
          <p:cNvSpPr>
            <a:spLocks noGrp="1"/>
          </p:cNvSpPr>
          <p:nvPr/>
        </p:nvSpPr>
        <p:spPr>
          <a:xfrm>
            <a:off x="1542444" y="6068132"/>
            <a:ext cx="28398" cy="28398"/>
          </a:xfrm>
          <a:prstGeom prst="ellipse">
            <a:avLst/>
          </a:prstGeom>
          <a:solidFill>
            <a:srgbClr val="7F8C97">
              <a:alpha val="48000"/>
            </a:srgbClr>
          </a:solidFill>
          <a:ln w="0">
            <a:noFill/>
            <a:prstDash val="solid"/>
          </a:ln>
        </p:spPr>
      </p:sp>
      <p:sp>
        <p:nvSpPr>
          <p:cNvPr id="2525" name="01_find_only_2524">
            <a:extLst>
              <a:ext uri="{FF2B5EF4-FFF2-40B4-BE49-F238E27FC236}">
                <a16:creationId xmlns:a16="http://schemas.microsoft.com/office/drawing/2014/main" id="{0766196A-FA84-4D49-9843-10789130EBAB}"/>
              </a:ext>
            </a:extLst>
          </p:cNvPr>
          <p:cNvSpPr>
            <a:spLocks noGrp="1"/>
          </p:cNvSpPr>
          <p:nvPr/>
        </p:nvSpPr>
        <p:spPr>
          <a:xfrm>
            <a:off x="1583649" y="5992655"/>
            <a:ext cx="28398" cy="28398"/>
          </a:xfrm>
          <a:prstGeom prst="ellipse">
            <a:avLst/>
          </a:prstGeom>
          <a:solidFill>
            <a:srgbClr val="7F8C97">
              <a:alpha val="48000"/>
            </a:srgbClr>
          </a:solidFill>
          <a:ln w="0">
            <a:noFill/>
            <a:prstDash val="solid"/>
          </a:ln>
        </p:spPr>
      </p:sp>
      <p:sp>
        <p:nvSpPr>
          <p:cNvPr id="2526" name="01_find_only_2525">
            <a:extLst>
              <a:ext uri="{FF2B5EF4-FFF2-40B4-BE49-F238E27FC236}">
                <a16:creationId xmlns:a16="http://schemas.microsoft.com/office/drawing/2014/main" id="{01F45570-54BD-4E79-9505-1A49B5AA1A16}"/>
              </a:ext>
            </a:extLst>
          </p:cNvPr>
          <p:cNvSpPr>
            <a:spLocks noGrp="1"/>
          </p:cNvSpPr>
          <p:nvPr/>
        </p:nvSpPr>
        <p:spPr>
          <a:xfrm>
            <a:off x="1516119" y="4905784"/>
            <a:ext cx="28398" cy="28398"/>
          </a:xfrm>
          <a:prstGeom prst="ellipse">
            <a:avLst/>
          </a:prstGeom>
          <a:solidFill>
            <a:srgbClr val="7F8C97">
              <a:alpha val="48000"/>
            </a:srgbClr>
          </a:solidFill>
          <a:ln w="0">
            <a:noFill/>
            <a:prstDash val="solid"/>
          </a:ln>
        </p:spPr>
      </p:sp>
      <p:sp>
        <p:nvSpPr>
          <p:cNvPr id="2527" name="01_find_only_2526">
            <a:extLst>
              <a:ext uri="{FF2B5EF4-FFF2-40B4-BE49-F238E27FC236}">
                <a16:creationId xmlns:a16="http://schemas.microsoft.com/office/drawing/2014/main" id="{F60BAAB0-B765-49EA-971D-B5FFBC69010F}"/>
              </a:ext>
            </a:extLst>
          </p:cNvPr>
          <p:cNvSpPr>
            <a:spLocks noGrp="1"/>
          </p:cNvSpPr>
          <p:nvPr/>
        </p:nvSpPr>
        <p:spPr>
          <a:xfrm>
            <a:off x="1520507" y="4905784"/>
            <a:ext cx="28398" cy="28398"/>
          </a:xfrm>
          <a:prstGeom prst="ellipse">
            <a:avLst/>
          </a:prstGeom>
          <a:solidFill>
            <a:srgbClr val="7F8C97">
              <a:alpha val="48000"/>
            </a:srgbClr>
          </a:solidFill>
          <a:ln w="0">
            <a:noFill/>
            <a:prstDash val="solid"/>
          </a:ln>
        </p:spPr>
      </p:sp>
      <p:sp>
        <p:nvSpPr>
          <p:cNvPr id="2528" name="01_find_only_2527">
            <a:extLst>
              <a:ext uri="{FF2B5EF4-FFF2-40B4-BE49-F238E27FC236}">
                <a16:creationId xmlns:a16="http://schemas.microsoft.com/office/drawing/2014/main" id="{9E7E4FF7-5599-44A7-AD79-C108F0029382}"/>
              </a:ext>
            </a:extLst>
          </p:cNvPr>
          <p:cNvSpPr>
            <a:spLocks noGrp="1"/>
          </p:cNvSpPr>
          <p:nvPr/>
        </p:nvSpPr>
        <p:spPr>
          <a:xfrm>
            <a:off x="1560185" y="4905784"/>
            <a:ext cx="28398" cy="28398"/>
          </a:xfrm>
          <a:prstGeom prst="ellipse">
            <a:avLst/>
          </a:prstGeom>
          <a:solidFill>
            <a:srgbClr val="7F8C97">
              <a:alpha val="48000"/>
            </a:srgbClr>
          </a:solidFill>
          <a:ln w="0">
            <a:noFill/>
            <a:prstDash val="solid"/>
          </a:ln>
        </p:spPr>
      </p:sp>
      <p:sp>
        <p:nvSpPr>
          <p:cNvPr id="2529" name="01_find_only_2528">
            <a:extLst>
              <a:ext uri="{FF2B5EF4-FFF2-40B4-BE49-F238E27FC236}">
                <a16:creationId xmlns:a16="http://schemas.microsoft.com/office/drawing/2014/main" id="{63E7C32A-31F8-4385-A612-D1F678331E3A}"/>
              </a:ext>
            </a:extLst>
          </p:cNvPr>
          <p:cNvSpPr>
            <a:spLocks noGrp="1"/>
          </p:cNvSpPr>
          <p:nvPr/>
        </p:nvSpPr>
        <p:spPr>
          <a:xfrm>
            <a:off x="1559327" y="4905784"/>
            <a:ext cx="28398" cy="28398"/>
          </a:xfrm>
          <a:prstGeom prst="ellipse">
            <a:avLst/>
          </a:prstGeom>
          <a:solidFill>
            <a:srgbClr val="7F8C97">
              <a:alpha val="48000"/>
            </a:srgbClr>
          </a:solidFill>
          <a:ln w="0">
            <a:noFill/>
            <a:prstDash val="solid"/>
          </a:ln>
        </p:spPr>
      </p:sp>
      <p:sp>
        <p:nvSpPr>
          <p:cNvPr id="2530" name="01_find_only_2529">
            <a:extLst>
              <a:ext uri="{FF2B5EF4-FFF2-40B4-BE49-F238E27FC236}">
                <a16:creationId xmlns:a16="http://schemas.microsoft.com/office/drawing/2014/main" id="{86ABBBE0-CF92-4FDB-9F5A-315D8C649A3E}"/>
              </a:ext>
            </a:extLst>
          </p:cNvPr>
          <p:cNvSpPr>
            <a:spLocks noGrp="1"/>
          </p:cNvSpPr>
          <p:nvPr/>
        </p:nvSpPr>
        <p:spPr>
          <a:xfrm>
            <a:off x="1590326" y="4905784"/>
            <a:ext cx="28398" cy="28398"/>
          </a:xfrm>
          <a:prstGeom prst="ellipse">
            <a:avLst/>
          </a:prstGeom>
          <a:solidFill>
            <a:srgbClr val="7F8C97">
              <a:alpha val="48000"/>
            </a:srgbClr>
          </a:solidFill>
          <a:ln w="0">
            <a:noFill/>
            <a:prstDash val="solid"/>
          </a:ln>
        </p:spPr>
      </p:sp>
      <p:sp>
        <p:nvSpPr>
          <p:cNvPr id="2531" name="01_find_only_2530">
            <a:extLst>
              <a:ext uri="{FF2B5EF4-FFF2-40B4-BE49-F238E27FC236}">
                <a16:creationId xmlns:a16="http://schemas.microsoft.com/office/drawing/2014/main" id="{C188A033-61C4-4722-B9BE-0AC660F26FCB}"/>
              </a:ext>
            </a:extLst>
          </p:cNvPr>
          <p:cNvSpPr>
            <a:spLocks noGrp="1"/>
          </p:cNvSpPr>
          <p:nvPr/>
        </p:nvSpPr>
        <p:spPr>
          <a:xfrm>
            <a:off x="1575923" y="4905784"/>
            <a:ext cx="28398" cy="28398"/>
          </a:xfrm>
          <a:prstGeom prst="ellipse">
            <a:avLst/>
          </a:prstGeom>
          <a:solidFill>
            <a:srgbClr val="7F8C97">
              <a:alpha val="48000"/>
            </a:srgbClr>
          </a:solidFill>
          <a:ln w="0">
            <a:noFill/>
            <a:prstDash val="solid"/>
          </a:ln>
        </p:spPr>
      </p:sp>
      <p:sp>
        <p:nvSpPr>
          <p:cNvPr id="2532" name="01_find_only_2531">
            <a:extLst>
              <a:ext uri="{FF2B5EF4-FFF2-40B4-BE49-F238E27FC236}">
                <a16:creationId xmlns:a16="http://schemas.microsoft.com/office/drawing/2014/main" id="{541768D7-7008-40C4-B1E5-A9DC7C8E03BC}"/>
              </a:ext>
            </a:extLst>
          </p:cNvPr>
          <p:cNvSpPr>
            <a:spLocks noGrp="1"/>
          </p:cNvSpPr>
          <p:nvPr/>
        </p:nvSpPr>
        <p:spPr>
          <a:xfrm>
            <a:off x="1530903" y="6173800"/>
            <a:ext cx="28398" cy="28398"/>
          </a:xfrm>
          <a:prstGeom prst="ellipse">
            <a:avLst/>
          </a:prstGeom>
          <a:solidFill>
            <a:srgbClr val="7F8C97">
              <a:alpha val="48000"/>
            </a:srgbClr>
          </a:solidFill>
          <a:ln w="0">
            <a:noFill/>
            <a:prstDash val="solid"/>
          </a:ln>
        </p:spPr>
      </p:sp>
      <p:sp>
        <p:nvSpPr>
          <p:cNvPr id="2533" name="01_find_only_2532">
            <a:extLst>
              <a:ext uri="{FF2B5EF4-FFF2-40B4-BE49-F238E27FC236}">
                <a16:creationId xmlns:a16="http://schemas.microsoft.com/office/drawing/2014/main" id="{639DC0BE-2378-4F98-8939-C7707EF6F951}"/>
              </a:ext>
            </a:extLst>
          </p:cNvPr>
          <p:cNvSpPr>
            <a:spLocks noGrp="1"/>
          </p:cNvSpPr>
          <p:nvPr/>
        </p:nvSpPr>
        <p:spPr>
          <a:xfrm>
            <a:off x="1577831" y="5222788"/>
            <a:ext cx="28398" cy="28398"/>
          </a:xfrm>
          <a:prstGeom prst="ellipse">
            <a:avLst/>
          </a:prstGeom>
          <a:solidFill>
            <a:srgbClr val="7F8C97">
              <a:alpha val="48000"/>
            </a:srgbClr>
          </a:solidFill>
          <a:ln w="0">
            <a:noFill/>
            <a:prstDash val="solid"/>
          </a:ln>
        </p:spPr>
      </p:sp>
      <p:sp>
        <p:nvSpPr>
          <p:cNvPr id="2534" name="01_find_only_2533">
            <a:extLst>
              <a:ext uri="{FF2B5EF4-FFF2-40B4-BE49-F238E27FC236}">
                <a16:creationId xmlns:a16="http://schemas.microsoft.com/office/drawing/2014/main" id="{A65F2365-1554-4EEE-AD66-EBCACC2487EC}"/>
              </a:ext>
            </a:extLst>
          </p:cNvPr>
          <p:cNvSpPr>
            <a:spLocks noGrp="1"/>
          </p:cNvSpPr>
          <p:nvPr/>
        </p:nvSpPr>
        <p:spPr>
          <a:xfrm>
            <a:off x="1570105" y="4905784"/>
            <a:ext cx="28398" cy="28398"/>
          </a:xfrm>
          <a:prstGeom prst="ellipse">
            <a:avLst/>
          </a:prstGeom>
          <a:solidFill>
            <a:srgbClr val="7F8C97">
              <a:alpha val="48000"/>
            </a:srgbClr>
          </a:solidFill>
          <a:ln w="0">
            <a:noFill/>
            <a:prstDash val="solid"/>
          </a:ln>
        </p:spPr>
      </p:sp>
      <p:sp>
        <p:nvSpPr>
          <p:cNvPr id="2535" name="01_find_only_2534">
            <a:extLst>
              <a:ext uri="{FF2B5EF4-FFF2-40B4-BE49-F238E27FC236}">
                <a16:creationId xmlns:a16="http://schemas.microsoft.com/office/drawing/2014/main" id="{34B20435-2CF6-463B-A587-949DDDEB236B}"/>
              </a:ext>
            </a:extLst>
          </p:cNvPr>
          <p:cNvSpPr>
            <a:spLocks noGrp="1"/>
          </p:cNvSpPr>
          <p:nvPr/>
        </p:nvSpPr>
        <p:spPr>
          <a:xfrm>
            <a:off x="1574206" y="4905784"/>
            <a:ext cx="28398" cy="28398"/>
          </a:xfrm>
          <a:prstGeom prst="ellipse">
            <a:avLst/>
          </a:prstGeom>
          <a:solidFill>
            <a:srgbClr val="7F8C97">
              <a:alpha val="48000"/>
            </a:srgbClr>
          </a:solidFill>
          <a:ln w="0">
            <a:noFill/>
            <a:prstDash val="solid"/>
          </a:ln>
        </p:spPr>
      </p:sp>
      <p:sp>
        <p:nvSpPr>
          <p:cNvPr id="2536" name="01_find_only_2535">
            <a:extLst>
              <a:ext uri="{FF2B5EF4-FFF2-40B4-BE49-F238E27FC236}">
                <a16:creationId xmlns:a16="http://schemas.microsoft.com/office/drawing/2014/main" id="{089A9BD8-E3A0-4E51-BA1F-8174979047F2}"/>
              </a:ext>
            </a:extLst>
          </p:cNvPr>
          <p:cNvSpPr>
            <a:spLocks noGrp="1"/>
          </p:cNvSpPr>
          <p:nvPr/>
        </p:nvSpPr>
        <p:spPr>
          <a:xfrm>
            <a:off x="1556179" y="6173800"/>
            <a:ext cx="28398" cy="28398"/>
          </a:xfrm>
          <a:prstGeom prst="ellipse">
            <a:avLst/>
          </a:prstGeom>
          <a:solidFill>
            <a:srgbClr val="7F8C97">
              <a:alpha val="48000"/>
            </a:srgbClr>
          </a:solidFill>
          <a:ln w="0">
            <a:noFill/>
            <a:prstDash val="solid"/>
          </a:ln>
        </p:spPr>
      </p:sp>
      <p:sp>
        <p:nvSpPr>
          <p:cNvPr id="2537" name="01_find_only_2536">
            <a:extLst>
              <a:ext uri="{FF2B5EF4-FFF2-40B4-BE49-F238E27FC236}">
                <a16:creationId xmlns:a16="http://schemas.microsoft.com/office/drawing/2014/main" id="{88E9B52B-13F7-4E66-B56A-B9C9DF7D4A5F}"/>
              </a:ext>
            </a:extLst>
          </p:cNvPr>
          <p:cNvSpPr>
            <a:spLocks noGrp="1"/>
          </p:cNvSpPr>
          <p:nvPr/>
        </p:nvSpPr>
        <p:spPr>
          <a:xfrm>
            <a:off x="1506676" y="4905784"/>
            <a:ext cx="28398" cy="28398"/>
          </a:xfrm>
          <a:prstGeom prst="ellipse">
            <a:avLst/>
          </a:prstGeom>
          <a:solidFill>
            <a:srgbClr val="7F8C97">
              <a:alpha val="48000"/>
            </a:srgbClr>
          </a:solidFill>
          <a:ln w="0">
            <a:noFill/>
            <a:prstDash val="solid"/>
          </a:ln>
        </p:spPr>
      </p:sp>
      <p:sp>
        <p:nvSpPr>
          <p:cNvPr id="2538" name="01_find_only_2537">
            <a:extLst>
              <a:ext uri="{FF2B5EF4-FFF2-40B4-BE49-F238E27FC236}">
                <a16:creationId xmlns:a16="http://schemas.microsoft.com/office/drawing/2014/main" id="{40127C78-6F28-4720-8A43-2F3D50B31055}"/>
              </a:ext>
            </a:extLst>
          </p:cNvPr>
          <p:cNvSpPr>
            <a:spLocks noGrp="1"/>
          </p:cNvSpPr>
          <p:nvPr/>
        </p:nvSpPr>
        <p:spPr>
          <a:xfrm>
            <a:off x="1570487" y="5393482"/>
            <a:ext cx="28398" cy="28398"/>
          </a:xfrm>
          <a:prstGeom prst="ellipse">
            <a:avLst/>
          </a:prstGeom>
          <a:solidFill>
            <a:srgbClr val="7F8C97">
              <a:alpha val="48000"/>
            </a:srgbClr>
          </a:solidFill>
          <a:ln w="0">
            <a:noFill/>
            <a:prstDash val="solid"/>
          </a:ln>
        </p:spPr>
      </p:sp>
      <p:sp>
        <p:nvSpPr>
          <p:cNvPr id="2539" name="01_find_only_2538">
            <a:extLst>
              <a:ext uri="{FF2B5EF4-FFF2-40B4-BE49-F238E27FC236}">
                <a16:creationId xmlns:a16="http://schemas.microsoft.com/office/drawing/2014/main" id="{F00436EF-14F7-4632-A5A0-2D82DAD92EF7}"/>
              </a:ext>
            </a:extLst>
          </p:cNvPr>
          <p:cNvSpPr>
            <a:spLocks noGrp="1"/>
          </p:cNvSpPr>
          <p:nvPr/>
        </p:nvSpPr>
        <p:spPr>
          <a:xfrm>
            <a:off x="1583077" y="5398901"/>
            <a:ext cx="28398" cy="28398"/>
          </a:xfrm>
          <a:prstGeom prst="ellipse">
            <a:avLst/>
          </a:prstGeom>
          <a:solidFill>
            <a:srgbClr val="7F8C97">
              <a:alpha val="48000"/>
            </a:srgbClr>
          </a:solidFill>
          <a:ln w="0">
            <a:noFill/>
            <a:prstDash val="solid"/>
          </a:ln>
        </p:spPr>
      </p:sp>
      <p:sp>
        <p:nvSpPr>
          <p:cNvPr id="2540" name="01_find_only_2539">
            <a:extLst>
              <a:ext uri="{FF2B5EF4-FFF2-40B4-BE49-F238E27FC236}">
                <a16:creationId xmlns:a16="http://schemas.microsoft.com/office/drawing/2014/main" id="{16266C54-99AA-4907-B524-6BE078539DA9}"/>
              </a:ext>
            </a:extLst>
          </p:cNvPr>
          <p:cNvSpPr>
            <a:spLocks noGrp="1"/>
          </p:cNvSpPr>
          <p:nvPr/>
        </p:nvSpPr>
        <p:spPr>
          <a:xfrm>
            <a:off x="1522510" y="4905784"/>
            <a:ext cx="28398" cy="28398"/>
          </a:xfrm>
          <a:prstGeom prst="ellipse">
            <a:avLst/>
          </a:prstGeom>
          <a:solidFill>
            <a:srgbClr val="7F8C97">
              <a:alpha val="48000"/>
            </a:srgbClr>
          </a:solidFill>
          <a:ln w="0">
            <a:noFill/>
            <a:prstDash val="solid"/>
          </a:ln>
        </p:spPr>
      </p:sp>
      <p:sp>
        <p:nvSpPr>
          <p:cNvPr id="2541" name="01_find_only_2540">
            <a:extLst>
              <a:ext uri="{FF2B5EF4-FFF2-40B4-BE49-F238E27FC236}">
                <a16:creationId xmlns:a16="http://schemas.microsoft.com/office/drawing/2014/main" id="{67F99F53-341C-4007-9EE4-0CF00AEF8F8C}"/>
              </a:ext>
            </a:extLst>
          </p:cNvPr>
          <p:cNvSpPr>
            <a:spLocks noGrp="1"/>
          </p:cNvSpPr>
          <p:nvPr/>
        </p:nvSpPr>
        <p:spPr>
          <a:xfrm>
            <a:off x="1515356" y="4905784"/>
            <a:ext cx="28398" cy="28398"/>
          </a:xfrm>
          <a:prstGeom prst="ellipse">
            <a:avLst/>
          </a:prstGeom>
          <a:solidFill>
            <a:srgbClr val="7F8C97">
              <a:alpha val="48000"/>
            </a:srgbClr>
          </a:solidFill>
          <a:ln w="0">
            <a:noFill/>
            <a:prstDash val="solid"/>
          </a:ln>
        </p:spPr>
      </p:sp>
      <p:sp>
        <p:nvSpPr>
          <p:cNvPr id="2542" name="01_find_only_2541">
            <a:extLst>
              <a:ext uri="{FF2B5EF4-FFF2-40B4-BE49-F238E27FC236}">
                <a16:creationId xmlns:a16="http://schemas.microsoft.com/office/drawing/2014/main" id="{C9CC8A66-E05F-41C2-9916-07D3236BF3C0}"/>
              </a:ext>
            </a:extLst>
          </p:cNvPr>
          <p:cNvSpPr>
            <a:spLocks noGrp="1"/>
          </p:cNvSpPr>
          <p:nvPr/>
        </p:nvSpPr>
        <p:spPr>
          <a:xfrm>
            <a:off x="1570296" y="5064286"/>
            <a:ext cx="28398" cy="28398"/>
          </a:xfrm>
          <a:prstGeom prst="ellipse">
            <a:avLst/>
          </a:prstGeom>
          <a:solidFill>
            <a:srgbClr val="7F8C97">
              <a:alpha val="48000"/>
            </a:srgbClr>
          </a:solidFill>
          <a:ln w="0">
            <a:noFill/>
            <a:prstDash val="solid"/>
          </a:ln>
        </p:spPr>
      </p:sp>
      <p:sp>
        <p:nvSpPr>
          <p:cNvPr id="2543" name="01_find_only_2542">
            <a:extLst>
              <a:ext uri="{FF2B5EF4-FFF2-40B4-BE49-F238E27FC236}">
                <a16:creationId xmlns:a16="http://schemas.microsoft.com/office/drawing/2014/main" id="{A6782FB1-58BC-4D8E-85B5-549234E57FCE}"/>
              </a:ext>
            </a:extLst>
          </p:cNvPr>
          <p:cNvSpPr>
            <a:spLocks noGrp="1"/>
          </p:cNvSpPr>
          <p:nvPr/>
        </p:nvSpPr>
        <p:spPr>
          <a:xfrm>
            <a:off x="1594904" y="4905784"/>
            <a:ext cx="28398" cy="28398"/>
          </a:xfrm>
          <a:prstGeom prst="ellipse">
            <a:avLst/>
          </a:prstGeom>
          <a:solidFill>
            <a:srgbClr val="7F8C97">
              <a:alpha val="48000"/>
            </a:srgbClr>
          </a:solidFill>
          <a:ln w="0">
            <a:noFill/>
            <a:prstDash val="solid"/>
          </a:ln>
        </p:spPr>
      </p:sp>
      <p:sp>
        <p:nvSpPr>
          <p:cNvPr id="2544" name="01_find_only_2543">
            <a:extLst>
              <a:ext uri="{FF2B5EF4-FFF2-40B4-BE49-F238E27FC236}">
                <a16:creationId xmlns:a16="http://schemas.microsoft.com/office/drawing/2014/main" id="{5327A5C0-D466-4963-BBAF-DD38197C82A6}"/>
              </a:ext>
            </a:extLst>
          </p:cNvPr>
          <p:cNvSpPr>
            <a:spLocks noGrp="1"/>
          </p:cNvSpPr>
          <p:nvPr/>
        </p:nvSpPr>
        <p:spPr>
          <a:xfrm>
            <a:off x="1599006" y="4905784"/>
            <a:ext cx="28398" cy="28398"/>
          </a:xfrm>
          <a:prstGeom prst="ellipse">
            <a:avLst/>
          </a:prstGeom>
          <a:solidFill>
            <a:srgbClr val="7F8C97">
              <a:alpha val="48000"/>
            </a:srgbClr>
          </a:solidFill>
          <a:ln w="0">
            <a:noFill/>
            <a:prstDash val="solid"/>
          </a:ln>
        </p:spPr>
      </p:sp>
      <p:sp>
        <p:nvSpPr>
          <p:cNvPr id="2545" name="01_find_only_2544">
            <a:extLst>
              <a:ext uri="{FF2B5EF4-FFF2-40B4-BE49-F238E27FC236}">
                <a16:creationId xmlns:a16="http://schemas.microsoft.com/office/drawing/2014/main" id="{1E45EBA7-1919-4BCB-B3A5-006D100B988A}"/>
              </a:ext>
            </a:extLst>
          </p:cNvPr>
          <p:cNvSpPr>
            <a:spLocks noGrp="1"/>
          </p:cNvSpPr>
          <p:nvPr/>
        </p:nvSpPr>
        <p:spPr>
          <a:xfrm>
            <a:off x="1540060" y="4905784"/>
            <a:ext cx="28398" cy="28398"/>
          </a:xfrm>
          <a:prstGeom prst="ellipse">
            <a:avLst/>
          </a:prstGeom>
          <a:solidFill>
            <a:srgbClr val="7F8C97">
              <a:alpha val="48000"/>
            </a:srgbClr>
          </a:solidFill>
          <a:ln w="0">
            <a:noFill/>
            <a:prstDash val="solid"/>
          </a:ln>
        </p:spPr>
      </p:sp>
      <p:sp>
        <p:nvSpPr>
          <p:cNvPr id="2546" name="01_find_only_2545">
            <a:extLst>
              <a:ext uri="{FF2B5EF4-FFF2-40B4-BE49-F238E27FC236}">
                <a16:creationId xmlns:a16="http://schemas.microsoft.com/office/drawing/2014/main" id="{0D4F37DE-32D1-42E4-BE37-90FF2E3ABD70}"/>
              </a:ext>
            </a:extLst>
          </p:cNvPr>
          <p:cNvSpPr>
            <a:spLocks noGrp="1"/>
          </p:cNvSpPr>
          <p:nvPr/>
        </p:nvSpPr>
        <p:spPr>
          <a:xfrm>
            <a:off x="1575065" y="5328456"/>
            <a:ext cx="28398" cy="28398"/>
          </a:xfrm>
          <a:prstGeom prst="ellipse">
            <a:avLst/>
          </a:prstGeom>
          <a:solidFill>
            <a:srgbClr val="7F8C97">
              <a:alpha val="48000"/>
            </a:srgbClr>
          </a:solidFill>
          <a:ln w="0">
            <a:noFill/>
            <a:prstDash val="solid"/>
          </a:ln>
        </p:spPr>
      </p:sp>
      <p:sp>
        <p:nvSpPr>
          <p:cNvPr id="2547" name="01_find_only_2546">
            <a:extLst>
              <a:ext uri="{FF2B5EF4-FFF2-40B4-BE49-F238E27FC236}">
                <a16:creationId xmlns:a16="http://schemas.microsoft.com/office/drawing/2014/main" id="{3452B717-5B9E-426B-B55F-EF0D726B14C9}"/>
              </a:ext>
            </a:extLst>
          </p:cNvPr>
          <p:cNvSpPr>
            <a:spLocks noGrp="1"/>
          </p:cNvSpPr>
          <p:nvPr/>
        </p:nvSpPr>
        <p:spPr>
          <a:xfrm>
            <a:off x="1582314" y="4905784"/>
            <a:ext cx="28398" cy="28398"/>
          </a:xfrm>
          <a:prstGeom prst="ellipse">
            <a:avLst/>
          </a:prstGeom>
          <a:solidFill>
            <a:srgbClr val="7F8C97">
              <a:alpha val="48000"/>
            </a:srgbClr>
          </a:solidFill>
          <a:ln w="0">
            <a:noFill/>
            <a:prstDash val="solid"/>
          </a:ln>
        </p:spPr>
      </p:sp>
      <p:sp>
        <p:nvSpPr>
          <p:cNvPr id="2548" name="01_find_only_2547">
            <a:extLst>
              <a:ext uri="{FF2B5EF4-FFF2-40B4-BE49-F238E27FC236}">
                <a16:creationId xmlns:a16="http://schemas.microsoft.com/office/drawing/2014/main" id="{0DAE3464-093B-4103-AEF6-95F2D37D03F0}"/>
              </a:ext>
            </a:extLst>
          </p:cNvPr>
          <p:cNvSpPr>
            <a:spLocks noGrp="1"/>
          </p:cNvSpPr>
          <p:nvPr/>
        </p:nvSpPr>
        <p:spPr>
          <a:xfrm>
            <a:off x="1593855" y="4905784"/>
            <a:ext cx="28398" cy="28398"/>
          </a:xfrm>
          <a:prstGeom prst="ellipse">
            <a:avLst/>
          </a:prstGeom>
          <a:solidFill>
            <a:srgbClr val="7F8C97">
              <a:alpha val="48000"/>
            </a:srgbClr>
          </a:solidFill>
          <a:ln w="0">
            <a:noFill/>
            <a:prstDash val="solid"/>
          </a:ln>
        </p:spPr>
      </p:sp>
      <p:sp>
        <p:nvSpPr>
          <p:cNvPr id="2549" name="01_find_only_2548">
            <a:extLst>
              <a:ext uri="{FF2B5EF4-FFF2-40B4-BE49-F238E27FC236}">
                <a16:creationId xmlns:a16="http://schemas.microsoft.com/office/drawing/2014/main" id="{193EC1AA-608D-4E5C-9FFF-E863712132D6}"/>
              </a:ext>
            </a:extLst>
          </p:cNvPr>
          <p:cNvSpPr>
            <a:spLocks noGrp="1"/>
          </p:cNvSpPr>
          <p:nvPr/>
        </p:nvSpPr>
        <p:spPr>
          <a:xfrm>
            <a:off x="1583745" y="4905784"/>
            <a:ext cx="28398" cy="28398"/>
          </a:xfrm>
          <a:prstGeom prst="ellipse">
            <a:avLst/>
          </a:prstGeom>
          <a:solidFill>
            <a:srgbClr val="7F8C97">
              <a:alpha val="48000"/>
            </a:srgbClr>
          </a:solidFill>
          <a:ln w="0">
            <a:noFill/>
            <a:prstDash val="solid"/>
          </a:ln>
        </p:spPr>
      </p:sp>
      <p:sp>
        <p:nvSpPr>
          <p:cNvPr id="2550" name="01_find_only_2549">
            <a:extLst>
              <a:ext uri="{FF2B5EF4-FFF2-40B4-BE49-F238E27FC236}">
                <a16:creationId xmlns:a16="http://schemas.microsoft.com/office/drawing/2014/main" id="{AABE2BC5-9902-404E-9B66-AD0C756CD54A}"/>
              </a:ext>
            </a:extLst>
          </p:cNvPr>
          <p:cNvSpPr>
            <a:spLocks noGrp="1"/>
          </p:cNvSpPr>
          <p:nvPr/>
        </p:nvSpPr>
        <p:spPr>
          <a:xfrm>
            <a:off x="1569342" y="4905784"/>
            <a:ext cx="28398" cy="28398"/>
          </a:xfrm>
          <a:prstGeom prst="ellipse">
            <a:avLst/>
          </a:prstGeom>
          <a:solidFill>
            <a:srgbClr val="7F8C97">
              <a:alpha val="48000"/>
            </a:srgbClr>
          </a:solidFill>
          <a:ln w="0">
            <a:noFill/>
            <a:prstDash val="solid"/>
          </a:ln>
        </p:spPr>
      </p:sp>
      <p:sp>
        <p:nvSpPr>
          <p:cNvPr id="2551" name="01_find_only_2550">
            <a:extLst>
              <a:ext uri="{FF2B5EF4-FFF2-40B4-BE49-F238E27FC236}">
                <a16:creationId xmlns:a16="http://schemas.microsoft.com/office/drawing/2014/main" id="{6869039C-F97E-4B2A-BD9F-9FA71226C875}"/>
              </a:ext>
            </a:extLst>
          </p:cNvPr>
          <p:cNvSpPr>
            <a:spLocks noGrp="1"/>
          </p:cNvSpPr>
          <p:nvPr/>
        </p:nvSpPr>
        <p:spPr>
          <a:xfrm>
            <a:off x="1510873" y="4905784"/>
            <a:ext cx="28398" cy="28398"/>
          </a:xfrm>
          <a:prstGeom prst="ellipse">
            <a:avLst/>
          </a:prstGeom>
          <a:solidFill>
            <a:srgbClr val="7F8C97">
              <a:alpha val="48000"/>
            </a:srgbClr>
          </a:solidFill>
          <a:ln w="0">
            <a:noFill/>
            <a:prstDash val="solid"/>
          </a:ln>
        </p:spPr>
      </p:sp>
      <p:sp>
        <p:nvSpPr>
          <p:cNvPr id="2552" name="01_find_only_2551">
            <a:extLst>
              <a:ext uri="{FF2B5EF4-FFF2-40B4-BE49-F238E27FC236}">
                <a16:creationId xmlns:a16="http://schemas.microsoft.com/office/drawing/2014/main" id="{DC962624-996F-4ED3-A966-ACE088B72B2E}"/>
              </a:ext>
            </a:extLst>
          </p:cNvPr>
          <p:cNvSpPr>
            <a:spLocks noGrp="1"/>
          </p:cNvSpPr>
          <p:nvPr/>
        </p:nvSpPr>
        <p:spPr>
          <a:xfrm>
            <a:off x="1520125" y="5793395"/>
            <a:ext cx="28398" cy="28398"/>
          </a:xfrm>
          <a:prstGeom prst="ellipse">
            <a:avLst/>
          </a:prstGeom>
          <a:solidFill>
            <a:srgbClr val="7F8C97">
              <a:alpha val="48000"/>
            </a:srgbClr>
          </a:solidFill>
          <a:ln w="0">
            <a:noFill/>
            <a:prstDash val="solid"/>
          </a:ln>
        </p:spPr>
      </p:sp>
      <p:sp>
        <p:nvSpPr>
          <p:cNvPr id="2553" name="01_find_only_2552">
            <a:extLst>
              <a:ext uri="{FF2B5EF4-FFF2-40B4-BE49-F238E27FC236}">
                <a16:creationId xmlns:a16="http://schemas.microsoft.com/office/drawing/2014/main" id="{682C6929-E29E-402F-B9F8-B7979197613A}"/>
              </a:ext>
            </a:extLst>
          </p:cNvPr>
          <p:cNvSpPr>
            <a:spLocks noGrp="1"/>
          </p:cNvSpPr>
          <p:nvPr/>
        </p:nvSpPr>
        <p:spPr>
          <a:xfrm>
            <a:off x="1570296" y="4905784"/>
            <a:ext cx="28398" cy="28398"/>
          </a:xfrm>
          <a:prstGeom prst="ellipse">
            <a:avLst/>
          </a:prstGeom>
          <a:solidFill>
            <a:srgbClr val="7F8C97">
              <a:alpha val="48000"/>
            </a:srgbClr>
          </a:solidFill>
          <a:ln w="0">
            <a:noFill/>
            <a:prstDash val="solid"/>
          </a:ln>
        </p:spPr>
      </p:sp>
      <p:sp>
        <p:nvSpPr>
          <p:cNvPr id="2554" name="01_find_only_2553">
            <a:extLst>
              <a:ext uri="{FF2B5EF4-FFF2-40B4-BE49-F238E27FC236}">
                <a16:creationId xmlns:a16="http://schemas.microsoft.com/office/drawing/2014/main" id="{9848CFDD-C891-477A-9E0F-E493334316BE}"/>
              </a:ext>
            </a:extLst>
          </p:cNvPr>
          <p:cNvSpPr>
            <a:spLocks noGrp="1"/>
          </p:cNvSpPr>
          <p:nvPr/>
        </p:nvSpPr>
        <p:spPr>
          <a:xfrm>
            <a:off x="1560662" y="4905784"/>
            <a:ext cx="28398" cy="28398"/>
          </a:xfrm>
          <a:prstGeom prst="ellipse">
            <a:avLst/>
          </a:prstGeom>
          <a:solidFill>
            <a:srgbClr val="7F8C97">
              <a:alpha val="48000"/>
            </a:srgbClr>
          </a:solidFill>
          <a:ln w="0">
            <a:noFill/>
            <a:prstDash val="solid"/>
          </a:ln>
        </p:spPr>
      </p:sp>
      <p:sp>
        <p:nvSpPr>
          <p:cNvPr id="2555" name="01_find_only_2554">
            <a:extLst>
              <a:ext uri="{FF2B5EF4-FFF2-40B4-BE49-F238E27FC236}">
                <a16:creationId xmlns:a16="http://schemas.microsoft.com/office/drawing/2014/main" id="{7E6C7AFF-CD4C-43AC-8EB9-59D5DF45BCC6}"/>
              </a:ext>
            </a:extLst>
          </p:cNvPr>
          <p:cNvSpPr>
            <a:spLocks noGrp="1"/>
          </p:cNvSpPr>
          <p:nvPr/>
        </p:nvSpPr>
        <p:spPr>
          <a:xfrm>
            <a:off x="1524131" y="4905784"/>
            <a:ext cx="28398" cy="28398"/>
          </a:xfrm>
          <a:prstGeom prst="ellipse">
            <a:avLst/>
          </a:prstGeom>
          <a:solidFill>
            <a:srgbClr val="7F8C97">
              <a:alpha val="48000"/>
            </a:srgbClr>
          </a:solidFill>
          <a:ln w="0">
            <a:noFill/>
            <a:prstDash val="solid"/>
          </a:ln>
        </p:spPr>
      </p:sp>
      <p:sp>
        <p:nvSpPr>
          <p:cNvPr id="2556" name="01_find_only_2555">
            <a:extLst>
              <a:ext uri="{FF2B5EF4-FFF2-40B4-BE49-F238E27FC236}">
                <a16:creationId xmlns:a16="http://schemas.microsoft.com/office/drawing/2014/main" id="{ABBC807B-AD29-4DD7-A9A9-46B888E80A50}"/>
              </a:ext>
            </a:extLst>
          </p:cNvPr>
          <p:cNvSpPr>
            <a:spLocks noGrp="1"/>
          </p:cNvSpPr>
          <p:nvPr/>
        </p:nvSpPr>
        <p:spPr>
          <a:xfrm>
            <a:off x="1541395" y="4905784"/>
            <a:ext cx="28398" cy="28398"/>
          </a:xfrm>
          <a:prstGeom prst="ellipse">
            <a:avLst/>
          </a:prstGeom>
          <a:solidFill>
            <a:srgbClr val="7F8C97">
              <a:alpha val="48000"/>
            </a:srgbClr>
          </a:solidFill>
          <a:ln w="0">
            <a:noFill/>
            <a:prstDash val="solid"/>
          </a:ln>
        </p:spPr>
      </p:sp>
      <p:sp>
        <p:nvSpPr>
          <p:cNvPr id="2557" name="01_find_only_2556">
            <a:extLst>
              <a:ext uri="{FF2B5EF4-FFF2-40B4-BE49-F238E27FC236}">
                <a16:creationId xmlns:a16="http://schemas.microsoft.com/office/drawing/2014/main" id="{D96FF49B-62D3-43A5-B88F-2D5C4CD07BDE}"/>
              </a:ext>
            </a:extLst>
          </p:cNvPr>
          <p:cNvSpPr>
            <a:spLocks noGrp="1"/>
          </p:cNvSpPr>
          <p:nvPr/>
        </p:nvSpPr>
        <p:spPr>
          <a:xfrm>
            <a:off x="1507630" y="6037941"/>
            <a:ext cx="28398" cy="28398"/>
          </a:xfrm>
          <a:prstGeom prst="ellipse">
            <a:avLst/>
          </a:prstGeom>
          <a:solidFill>
            <a:srgbClr val="7F8C97">
              <a:alpha val="48000"/>
            </a:srgbClr>
          </a:solidFill>
          <a:ln w="0">
            <a:noFill/>
            <a:prstDash val="solid"/>
          </a:ln>
        </p:spPr>
      </p:sp>
      <p:sp>
        <p:nvSpPr>
          <p:cNvPr id="2558" name="01_find_only_2557">
            <a:extLst>
              <a:ext uri="{FF2B5EF4-FFF2-40B4-BE49-F238E27FC236}">
                <a16:creationId xmlns:a16="http://schemas.microsoft.com/office/drawing/2014/main" id="{16F11C79-7E5C-42B7-BD9F-A69B9EB83FB5}"/>
              </a:ext>
            </a:extLst>
          </p:cNvPr>
          <p:cNvSpPr>
            <a:spLocks noGrp="1"/>
          </p:cNvSpPr>
          <p:nvPr/>
        </p:nvSpPr>
        <p:spPr>
          <a:xfrm>
            <a:off x="2024990" y="4905784"/>
            <a:ext cx="28398" cy="28398"/>
          </a:xfrm>
          <a:prstGeom prst="ellipse">
            <a:avLst/>
          </a:prstGeom>
          <a:solidFill>
            <a:srgbClr val="7F8C97">
              <a:alpha val="48000"/>
            </a:srgbClr>
          </a:solidFill>
          <a:ln w="0">
            <a:noFill/>
            <a:prstDash val="solid"/>
          </a:ln>
        </p:spPr>
      </p:sp>
      <p:sp>
        <p:nvSpPr>
          <p:cNvPr id="2559" name="01_find_only_2558">
            <a:extLst>
              <a:ext uri="{FF2B5EF4-FFF2-40B4-BE49-F238E27FC236}">
                <a16:creationId xmlns:a16="http://schemas.microsoft.com/office/drawing/2014/main" id="{E0BFFFF3-88DA-4089-B0C0-6B430CCEC59B}"/>
              </a:ext>
            </a:extLst>
          </p:cNvPr>
          <p:cNvSpPr>
            <a:spLocks noGrp="1"/>
          </p:cNvSpPr>
          <p:nvPr/>
        </p:nvSpPr>
        <p:spPr>
          <a:xfrm>
            <a:off x="2086034" y="4905784"/>
            <a:ext cx="28398" cy="28398"/>
          </a:xfrm>
          <a:prstGeom prst="ellipse">
            <a:avLst/>
          </a:prstGeom>
          <a:solidFill>
            <a:srgbClr val="7F8C97">
              <a:alpha val="48000"/>
            </a:srgbClr>
          </a:solidFill>
          <a:ln w="0">
            <a:noFill/>
            <a:prstDash val="solid"/>
          </a:ln>
        </p:spPr>
      </p:sp>
      <p:sp>
        <p:nvSpPr>
          <p:cNvPr id="2560" name="01_find_only_2559">
            <a:extLst>
              <a:ext uri="{FF2B5EF4-FFF2-40B4-BE49-F238E27FC236}">
                <a16:creationId xmlns:a16="http://schemas.microsoft.com/office/drawing/2014/main" id="{6C9D3D8C-7602-49C0-B3A0-01D562C342D7}"/>
              </a:ext>
            </a:extLst>
          </p:cNvPr>
          <p:cNvSpPr>
            <a:spLocks noGrp="1"/>
          </p:cNvSpPr>
          <p:nvPr/>
        </p:nvSpPr>
        <p:spPr>
          <a:xfrm>
            <a:off x="2004959" y="4905784"/>
            <a:ext cx="28398" cy="28398"/>
          </a:xfrm>
          <a:prstGeom prst="ellipse">
            <a:avLst/>
          </a:prstGeom>
          <a:solidFill>
            <a:srgbClr val="7F8C97">
              <a:alpha val="48000"/>
            </a:srgbClr>
          </a:solidFill>
          <a:ln w="0">
            <a:noFill/>
            <a:prstDash val="solid"/>
          </a:ln>
        </p:spPr>
      </p:sp>
      <p:sp>
        <p:nvSpPr>
          <p:cNvPr id="2561" name="01_find_only_2560">
            <a:extLst>
              <a:ext uri="{FF2B5EF4-FFF2-40B4-BE49-F238E27FC236}">
                <a16:creationId xmlns:a16="http://schemas.microsoft.com/office/drawing/2014/main" id="{F84D32B6-CD60-447E-A3B6-61D730CE741D}"/>
              </a:ext>
            </a:extLst>
          </p:cNvPr>
          <p:cNvSpPr>
            <a:spLocks noGrp="1"/>
          </p:cNvSpPr>
          <p:nvPr/>
        </p:nvSpPr>
        <p:spPr>
          <a:xfrm>
            <a:off x="2078403" y="4905784"/>
            <a:ext cx="28398" cy="28398"/>
          </a:xfrm>
          <a:prstGeom prst="ellipse">
            <a:avLst/>
          </a:prstGeom>
          <a:solidFill>
            <a:srgbClr val="7F8C97">
              <a:alpha val="48000"/>
            </a:srgbClr>
          </a:solidFill>
          <a:ln w="0">
            <a:noFill/>
            <a:prstDash val="solid"/>
          </a:ln>
        </p:spPr>
      </p:sp>
      <p:sp>
        <p:nvSpPr>
          <p:cNvPr id="2562" name="01_find_only_2561">
            <a:extLst>
              <a:ext uri="{FF2B5EF4-FFF2-40B4-BE49-F238E27FC236}">
                <a16:creationId xmlns:a16="http://schemas.microsoft.com/office/drawing/2014/main" id="{6A3F7396-2E37-4B1B-A52F-396EC938DD7E}"/>
              </a:ext>
            </a:extLst>
          </p:cNvPr>
          <p:cNvSpPr>
            <a:spLocks noGrp="1"/>
          </p:cNvSpPr>
          <p:nvPr/>
        </p:nvSpPr>
        <p:spPr>
          <a:xfrm>
            <a:off x="2040537" y="4905784"/>
            <a:ext cx="28398" cy="28398"/>
          </a:xfrm>
          <a:prstGeom prst="ellipse">
            <a:avLst/>
          </a:prstGeom>
          <a:solidFill>
            <a:srgbClr val="7F8C97">
              <a:alpha val="48000"/>
            </a:srgbClr>
          </a:solidFill>
          <a:ln w="0">
            <a:noFill/>
            <a:prstDash val="solid"/>
          </a:ln>
        </p:spPr>
      </p:sp>
      <p:sp>
        <p:nvSpPr>
          <p:cNvPr id="2563" name="01_find_only_2562">
            <a:extLst>
              <a:ext uri="{FF2B5EF4-FFF2-40B4-BE49-F238E27FC236}">
                <a16:creationId xmlns:a16="http://schemas.microsoft.com/office/drawing/2014/main" id="{5AF9D977-30B7-4B40-9044-896F2F53F65C}"/>
              </a:ext>
            </a:extLst>
          </p:cNvPr>
          <p:cNvSpPr>
            <a:spLocks noGrp="1"/>
          </p:cNvSpPr>
          <p:nvPr/>
        </p:nvSpPr>
        <p:spPr>
          <a:xfrm>
            <a:off x="2092806" y="4905784"/>
            <a:ext cx="28398" cy="28398"/>
          </a:xfrm>
          <a:prstGeom prst="ellipse">
            <a:avLst/>
          </a:prstGeom>
          <a:solidFill>
            <a:srgbClr val="7F8C97">
              <a:alpha val="48000"/>
            </a:srgbClr>
          </a:solidFill>
          <a:ln w="0">
            <a:noFill/>
            <a:prstDash val="solid"/>
          </a:ln>
        </p:spPr>
      </p:sp>
      <p:sp>
        <p:nvSpPr>
          <p:cNvPr id="2564" name="01_find_only_2563">
            <a:extLst>
              <a:ext uri="{FF2B5EF4-FFF2-40B4-BE49-F238E27FC236}">
                <a16:creationId xmlns:a16="http://schemas.microsoft.com/office/drawing/2014/main" id="{4B6C5E9F-F633-4341-9639-17F93DE7AF9E}"/>
              </a:ext>
            </a:extLst>
          </p:cNvPr>
          <p:cNvSpPr>
            <a:spLocks noGrp="1"/>
          </p:cNvSpPr>
          <p:nvPr/>
        </p:nvSpPr>
        <p:spPr>
          <a:xfrm>
            <a:off x="2024894" y="6173800"/>
            <a:ext cx="28398" cy="28398"/>
          </a:xfrm>
          <a:prstGeom prst="ellipse">
            <a:avLst/>
          </a:prstGeom>
          <a:solidFill>
            <a:srgbClr val="7F8C97">
              <a:alpha val="48000"/>
            </a:srgbClr>
          </a:solidFill>
          <a:ln w="0">
            <a:noFill/>
            <a:prstDash val="solid"/>
          </a:ln>
        </p:spPr>
      </p:sp>
      <p:sp>
        <p:nvSpPr>
          <p:cNvPr id="2565" name="01_find_only_2564">
            <a:extLst>
              <a:ext uri="{FF2B5EF4-FFF2-40B4-BE49-F238E27FC236}">
                <a16:creationId xmlns:a16="http://schemas.microsoft.com/office/drawing/2014/main" id="{FD8BC14D-EF47-491E-98FF-285BF407393D}"/>
              </a:ext>
            </a:extLst>
          </p:cNvPr>
          <p:cNvSpPr>
            <a:spLocks noGrp="1"/>
          </p:cNvSpPr>
          <p:nvPr/>
        </p:nvSpPr>
        <p:spPr>
          <a:xfrm>
            <a:off x="2071440" y="4905784"/>
            <a:ext cx="28398" cy="28398"/>
          </a:xfrm>
          <a:prstGeom prst="ellipse">
            <a:avLst/>
          </a:prstGeom>
          <a:solidFill>
            <a:srgbClr val="7F8C97">
              <a:alpha val="48000"/>
            </a:srgbClr>
          </a:solidFill>
          <a:ln w="0">
            <a:noFill/>
            <a:prstDash val="solid"/>
          </a:ln>
        </p:spPr>
      </p:sp>
      <p:sp>
        <p:nvSpPr>
          <p:cNvPr id="2566" name="01_find_only_2565">
            <a:extLst>
              <a:ext uri="{FF2B5EF4-FFF2-40B4-BE49-F238E27FC236}">
                <a16:creationId xmlns:a16="http://schemas.microsoft.com/office/drawing/2014/main" id="{C75C0DA5-2A9E-4563-8FE7-A648DA5C8DE4}"/>
              </a:ext>
            </a:extLst>
          </p:cNvPr>
          <p:cNvSpPr>
            <a:spLocks noGrp="1"/>
          </p:cNvSpPr>
          <p:nvPr/>
        </p:nvSpPr>
        <p:spPr>
          <a:xfrm>
            <a:off x="2008298" y="4905784"/>
            <a:ext cx="28398" cy="28398"/>
          </a:xfrm>
          <a:prstGeom prst="ellipse">
            <a:avLst/>
          </a:prstGeom>
          <a:solidFill>
            <a:srgbClr val="7F8C97">
              <a:alpha val="48000"/>
            </a:srgbClr>
          </a:solidFill>
          <a:ln w="0">
            <a:noFill/>
            <a:prstDash val="solid"/>
          </a:ln>
        </p:spPr>
      </p:sp>
      <p:sp>
        <p:nvSpPr>
          <p:cNvPr id="2567" name="01_find_only_2566">
            <a:extLst>
              <a:ext uri="{FF2B5EF4-FFF2-40B4-BE49-F238E27FC236}">
                <a16:creationId xmlns:a16="http://schemas.microsoft.com/office/drawing/2014/main" id="{43B27C30-1D4E-49B3-A434-39682B8DBEE5}"/>
              </a:ext>
            </a:extLst>
          </p:cNvPr>
          <p:cNvSpPr>
            <a:spLocks noGrp="1"/>
          </p:cNvSpPr>
          <p:nvPr/>
        </p:nvSpPr>
        <p:spPr>
          <a:xfrm>
            <a:off x="2028614" y="4905784"/>
            <a:ext cx="28398" cy="28398"/>
          </a:xfrm>
          <a:prstGeom prst="ellipse">
            <a:avLst/>
          </a:prstGeom>
          <a:solidFill>
            <a:srgbClr val="7F8C97">
              <a:alpha val="48000"/>
            </a:srgbClr>
          </a:solidFill>
          <a:ln w="0">
            <a:noFill/>
            <a:prstDash val="solid"/>
          </a:ln>
        </p:spPr>
      </p:sp>
      <p:sp>
        <p:nvSpPr>
          <p:cNvPr id="2568" name="01_find_only_2567">
            <a:extLst>
              <a:ext uri="{FF2B5EF4-FFF2-40B4-BE49-F238E27FC236}">
                <a16:creationId xmlns:a16="http://schemas.microsoft.com/office/drawing/2014/main" id="{F70E3011-B157-4F16-BFDD-7DFE61781826}"/>
              </a:ext>
            </a:extLst>
          </p:cNvPr>
          <p:cNvSpPr>
            <a:spLocks noGrp="1"/>
          </p:cNvSpPr>
          <p:nvPr/>
        </p:nvSpPr>
        <p:spPr>
          <a:xfrm>
            <a:off x="2008107" y="5856796"/>
            <a:ext cx="28398" cy="28398"/>
          </a:xfrm>
          <a:prstGeom prst="ellipse">
            <a:avLst/>
          </a:prstGeom>
          <a:solidFill>
            <a:srgbClr val="7F8C97">
              <a:alpha val="48000"/>
            </a:srgbClr>
          </a:solidFill>
          <a:ln w="0">
            <a:noFill/>
            <a:prstDash val="solid"/>
          </a:ln>
        </p:spPr>
      </p:sp>
      <p:sp>
        <p:nvSpPr>
          <p:cNvPr id="2569" name="01_find_only_2568">
            <a:extLst>
              <a:ext uri="{FF2B5EF4-FFF2-40B4-BE49-F238E27FC236}">
                <a16:creationId xmlns:a16="http://schemas.microsoft.com/office/drawing/2014/main" id="{9DA3E6AB-0F0D-490A-B5D2-B12D48E5C30A}"/>
              </a:ext>
            </a:extLst>
          </p:cNvPr>
          <p:cNvSpPr>
            <a:spLocks noGrp="1"/>
          </p:cNvSpPr>
          <p:nvPr/>
        </p:nvSpPr>
        <p:spPr>
          <a:xfrm>
            <a:off x="2061998" y="4905784"/>
            <a:ext cx="28398" cy="28398"/>
          </a:xfrm>
          <a:prstGeom prst="ellipse">
            <a:avLst/>
          </a:prstGeom>
          <a:solidFill>
            <a:srgbClr val="7F8C97">
              <a:alpha val="48000"/>
            </a:srgbClr>
          </a:solidFill>
          <a:ln w="0">
            <a:noFill/>
            <a:prstDash val="solid"/>
          </a:ln>
        </p:spPr>
      </p:sp>
      <p:sp>
        <p:nvSpPr>
          <p:cNvPr id="2570" name="01_find_only_2569">
            <a:extLst>
              <a:ext uri="{FF2B5EF4-FFF2-40B4-BE49-F238E27FC236}">
                <a16:creationId xmlns:a16="http://schemas.microsoft.com/office/drawing/2014/main" id="{4A78A2DE-FA74-498D-91D7-F877BE5A56BB}"/>
              </a:ext>
            </a:extLst>
          </p:cNvPr>
          <p:cNvSpPr>
            <a:spLocks noGrp="1"/>
          </p:cNvSpPr>
          <p:nvPr/>
        </p:nvSpPr>
        <p:spPr>
          <a:xfrm>
            <a:off x="2020983" y="6173800"/>
            <a:ext cx="28398" cy="28398"/>
          </a:xfrm>
          <a:prstGeom prst="ellipse">
            <a:avLst/>
          </a:prstGeom>
          <a:solidFill>
            <a:srgbClr val="7F8C97">
              <a:alpha val="48000"/>
            </a:srgbClr>
          </a:solidFill>
          <a:ln w="0">
            <a:noFill/>
            <a:prstDash val="solid"/>
          </a:ln>
        </p:spPr>
      </p:sp>
      <p:sp>
        <p:nvSpPr>
          <p:cNvPr id="2571" name="01_find_only_2570">
            <a:extLst>
              <a:ext uri="{FF2B5EF4-FFF2-40B4-BE49-F238E27FC236}">
                <a16:creationId xmlns:a16="http://schemas.microsoft.com/office/drawing/2014/main" id="{E7463838-770E-448E-8FD1-67274E6FB266}"/>
              </a:ext>
            </a:extLst>
          </p:cNvPr>
          <p:cNvSpPr>
            <a:spLocks noGrp="1"/>
          </p:cNvSpPr>
          <p:nvPr/>
        </p:nvSpPr>
        <p:spPr>
          <a:xfrm>
            <a:off x="2049598" y="4905784"/>
            <a:ext cx="28398" cy="28398"/>
          </a:xfrm>
          <a:prstGeom prst="ellipse">
            <a:avLst/>
          </a:prstGeom>
          <a:solidFill>
            <a:srgbClr val="7F8C97">
              <a:alpha val="48000"/>
            </a:srgbClr>
          </a:solidFill>
          <a:ln w="0">
            <a:noFill/>
            <a:prstDash val="solid"/>
          </a:ln>
        </p:spPr>
      </p:sp>
      <p:sp>
        <p:nvSpPr>
          <p:cNvPr id="2572" name="01_find_only_2571">
            <a:extLst>
              <a:ext uri="{FF2B5EF4-FFF2-40B4-BE49-F238E27FC236}">
                <a16:creationId xmlns:a16="http://schemas.microsoft.com/office/drawing/2014/main" id="{8F86C53C-4037-4741-877C-7FBC284B44E2}"/>
              </a:ext>
            </a:extLst>
          </p:cNvPr>
          <p:cNvSpPr>
            <a:spLocks noGrp="1"/>
          </p:cNvSpPr>
          <p:nvPr/>
        </p:nvSpPr>
        <p:spPr>
          <a:xfrm>
            <a:off x="2039488" y="4905784"/>
            <a:ext cx="28398" cy="28398"/>
          </a:xfrm>
          <a:prstGeom prst="ellipse">
            <a:avLst/>
          </a:prstGeom>
          <a:solidFill>
            <a:srgbClr val="7F8C97">
              <a:alpha val="48000"/>
            </a:srgbClr>
          </a:solidFill>
          <a:ln w="0">
            <a:noFill/>
            <a:prstDash val="solid"/>
          </a:ln>
        </p:spPr>
      </p:sp>
      <p:sp>
        <p:nvSpPr>
          <p:cNvPr id="2573" name="01_find_only_2572">
            <a:extLst>
              <a:ext uri="{FF2B5EF4-FFF2-40B4-BE49-F238E27FC236}">
                <a16:creationId xmlns:a16="http://schemas.microsoft.com/office/drawing/2014/main" id="{E24D6062-7C34-4C5F-9AAB-E614C3AC1C06}"/>
              </a:ext>
            </a:extLst>
          </p:cNvPr>
          <p:cNvSpPr>
            <a:spLocks noGrp="1"/>
          </p:cNvSpPr>
          <p:nvPr/>
        </p:nvSpPr>
        <p:spPr>
          <a:xfrm>
            <a:off x="2030045" y="6128514"/>
            <a:ext cx="28398" cy="28398"/>
          </a:xfrm>
          <a:prstGeom prst="ellipse">
            <a:avLst/>
          </a:prstGeom>
          <a:solidFill>
            <a:srgbClr val="7F8C97">
              <a:alpha val="48000"/>
            </a:srgbClr>
          </a:solidFill>
          <a:ln w="0">
            <a:noFill/>
            <a:prstDash val="solid"/>
          </a:ln>
        </p:spPr>
      </p:sp>
      <p:sp>
        <p:nvSpPr>
          <p:cNvPr id="2574" name="01_find_only_2573">
            <a:extLst>
              <a:ext uri="{FF2B5EF4-FFF2-40B4-BE49-F238E27FC236}">
                <a16:creationId xmlns:a16="http://schemas.microsoft.com/office/drawing/2014/main" id="{5DE5FC67-7933-48C6-8859-5052F714B20D}"/>
              </a:ext>
            </a:extLst>
          </p:cNvPr>
          <p:cNvSpPr>
            <a:spLocks noGrp="1"/>
          </p:cNvSpPr>
          <p:nvPr/>
        </p:nvSpPr>
        <p:spPr>
          <a:xfrm>
            <a:off x="2007821" y="5222788"/>
            <a:ext cx="28398" cy="28398"/>
          </a:xfrm>
          <a:prstGeom prst="ellipse">
            <a:avLst/>
          </a:prstGeom>
          <a:solidFill>
            <a:srgbClr val="7F8C97">
              <a:alpha val="48000"/>
            </a:srgbClr>
          </a:solidFill>
          <a:ln w="0">
            <a:noFill/>
            <a:prstDash val="solid"/>
          </a:ln>
        </p:spPr>
      </p:sp>
      <p:sp>
        <p:nvSpPr>
          <p:cNvPr id="2575" name="01_find_only_2574">
            <a:extLst>
              <a:ext uri="{FF2B5EF4-FFF2-40B4-BE49-F238E27FC236}">
                <a16:creationId xmlns:a16="http://schemas.microsoft.com/office/drawing/2014/main" id="{597752D8-C73D-45EE-ACA7-C3647E4324CE}"/>
              </a:ext>
            </a:extLst>
          </p:cNvPr>
          <p:cNvSpPr>
            <a:spLocks noGrp="1"/>
          </p:cNvSpPr>
          <p:nvPr/>
        </p:nvSpPr>
        <p:spPr>
          <a:xfrm>
            <a:off x="2093473" y="5992655"/>
            <a:ext cx="28398" cy="28398"/>
          </a:xfrm>
          <a:prstGeom prst="ellipse">
            <a:avLst/>
          </a:prstGeom>
          <a:solidFill>
            <a:srgbClr val="7F8C97">
              <a:alpha val="48000"/>
            </a:srgbClr>
          </a:solidFill>
          <a:ln w="0">
            <a:noFill/>
            <a:prstDash val="solid"/>
          </a:ln>
        </p:spPr>
      </p:sp>
      <p:sp>
        <p:nvSpPr>
          <p:cNvPr id="2576" name="01_find_only_2575">
            <a:extLst>
              <a:ext uri="{FF2B5EF4-FFF2-40B4-BE49-F238E27FC236}">
                <a16:creationId xmlns:a16="http://schemas.microsoft.com/office/drawing/2014/main" id="{31F5C3A0-BB00-4F49-88D8-221B047EFDB0}"/>
              </a:ext>
            </a:extLst>
          </p:cNvPr>
          <p:cNvSpPr>
            <a:spLocks noGrp="1"/>
          </p:cNvSpPr>
          <p:nvPr/>
        </p:nvSpPr>
        <p:spPr>
          <a:xfrm>
            <a:off x="2009156" y="6015298"/>
            <a:ext cx="28398" cy="28398"/>
          </a:xfrm>
          <a:prstGeom prst="ellipse">
            <a:avLst/>
          </a:prstGeom>
          <a:solidFill>
            <a:srgbClr val="7F8C97">
              <a:alpha val="48000"/>
            </a:srgbClr>
          </a:solidFill>
          <a:ln w="0">
            <a:noFill/>
            <a:prstDash val="solid"/>
          </a:ln>
        </p:spPr>
      </p:sp>
      <p:sp>
        <p:nvSpPr>
          <p:cNvPr id="2577" name="01_find_only_2576">
            <a:extLst>
              <a:ext uri="{FF2B5EF4-FFF2-40B4-BE49-F238E27FC236}">
                <a16:creationId xmlns:a16="http://schemas.microsoft.com/office/drawing/2014/main" id="{4F112D96-48C8-47F2-AC42-AF6564E9B01D}"/>
              </a:ext>
            </a:extLst>
          </p:cNvPr>
          <p:cNvSpPr>
            <a:spLocks noGrp="1"/>
          </p:cNvSpPr>
          <p:nvPr/>
        </p:nvSpPr>
        <p:spPr>
          <a:xfrm>
            <a:off x="2086415" y="6173800"/>
            <a:ext cx="28398" cy="28398"/>
          </a:xfrm>
          <a:prstGeom prst="ellipse">
            <a:avLst/>
          </a:prstGeom>
          <a:solidFill>
            <a:srgbClr val="7F8C97">
              <a:alpha val="48000"/>
            </a:srgbClr>
          </a:solidFill>
          <a:ln w="0">
            <a:noFill/>
            <a:prstDash val="solid"/>
          </a:ln>
        </p:spPr>
      </p:sp>
      <p:sp>
        <p:nvSpPr>
          <p:cNvPr id="2578" name="01_find_only_2577">
            <a:extLst>
              <a:ext uri="{FF2B5EF4-FFF2-40B4-BE49-F238E27FC236}">
                <a16:creationId xmlns:a16="http://schemas.microsoft.com/office/drawing/2014/main" id="{3419ABEA-8CAE-49DB-B0C1-33320C8DB856}"/>
              </a:ext>
            </a:extLst>
          </p:cNvPr>
          <p:cNvSpPr>
            <a:spLocks noGrp="1"/>
          </p:cNvSpPr>
          <p:nvPr/>
        </p:nvSpPr>
        <p:spPr>
          <a:xfrm>
            <a:off x="2040918" y="4905784"/>
            <a:ext cx="28398" cy="28398"/>
          </a:xfrm>
          <a:prstGeom prst="ellipse">
            <a:avLst/>
          </a:prstGeom>
          <a:solidFill>
            <a:srgbClr val="7F8C97">
              <a:alpha val="48000"/>
            </a:srgbClr>
          </a:solidFill>
          <a:ln w="0">
            <a:noFill/>
            <a:prstDash val="solid"/>
          </a:ln>
        </p:spPr>
      </p:sp>
      <p:sp>
        <p:nvSpPr>
          <p:cNvPr id="2579" name="01_find_only_2578">
            <a:extLst>
              <a:ext uri="{FF2B5EF4-FFF2-40B4-BE49-F238E27FC236}">
                <a16:creationId xmlns:a16="http://schemas.microsoft.com/office/drawing/2014/main" id="{60568AD2-3335-49D2-95E3-9DAFDAC995D8}"/>
              </a:ext>
            </a:extLst>
          </p:cNvPr>
          <p:cNvSpPr>
            <a:spLocks noGrp="1"/>
          </p:cNvSpPr>
          <p:nvPr/>
        </p:nvSpPr>
        <p:spPr>
          <a:xfrm>
            <a:off x="2097384" y="5222788"/>
            <a:ext cx="28398" cy="28398"/>
          </a:xfrm>
          <a:prstGeom prst="ellipse">
            <a:avLst/>
          </a:prstGeom>
          <a:solidFill>
            <a:srgbClr val="7F8C97">
              <a:alpha val="48000"/>
            </a:srgbClr>
          </a:solidFill>
          <a:ln w="0">
            <a:noFill/>
            <a:prstDash val="solid"/>
          </a:ln>
        </p:spPr>
      </p:sp>
      <p:sp>
        <p:nvSpPr>
          <p:cNvPr id="2580" name="01_find_only_2579">
            <a:extLst>
              <a:ext uri="{FF2B5EF4-FFF2-40B4-BE49-F238E27FC236}">
                <a16:creationId xmlns:a16="http://schemas.microsoft.com/office/drawing/2014/main" id="{6F2C1ED0-4B51-4207-8F5B-B9C324CD7558}"/>
              </a:ext>
            </a:extLst>
          </p:cNvPr>
          <p:cNvSpPr>
            <a:spLocks noGrp="1"/>
          </p:cNvSpPr>
          <p:nvPr/>
        </p:nvSpPr>
        <p:spPr>
          <a:xfrm>
            <a:off x="2067530" y="4905784"/>
            <a:ext cx="28398" cy="28398"/>
          </a:xfrm>
          <a:prstGeom prst="ellipse">
            <a:avLst/>
          </a:prstGeom>
          <a:solidFill>
            <a:srgbClr val="7F8C97">
              <a:alpha val="48000"/>
            </a:srgbClr>
          </a:solidFill>
          <a:ln w="0">
            <a:noFill/>
            <a:prstDash val="solid"/>
          </a:ln>
        </p:spPr>
      </p:sp>
      <p:sp>
        <p:nvSpPr>
          <p:cNvPr id="2581" name="01_find_only_2580">
            <a:extLst>
              <a:ext uri="{FF2B5EF4-FFF2-40B4-BE49-F238E27FC236}">
                <a16:creationId xmlns:a16="http://schemas.microsoft.com/office/drawing/2014/main" id="{45D0EA47-58C6-49DC-B208-F8A56B1E5852}"/>
              </a:ext>
            </a:extLst>
          </p:cNvPr>
          <p:cNvSpPr>
            <a:spLocks noGrp="1"/>
          </p:cNvSpPr>
          <p:nvPr/>
        </p:nvSpPr>
        <p:spPr>
          <a:xfrm>
            <a:off x="2074016" y="5892019"/>
            <a:ext cx="28398" cy="28398"/>
          </a:xfrm>
          <a:prstGeom prst="ellipse">
            <a:avLst/>
          </a:prstGeom>
          <a:solidFill>
            <a:srgbClr val="7F8C97">
              <a:alpha val="48000"/>
            </a:srgbClr>
          </a:solidFill>
          <a:ln w="0">
            <a:noFill/>
            <a:prstDash val="solid"/>
          </a:ln>
        </p:spPr>
      </p:sp>
      <p:sp>
        <p:nvSpPr>
          <p:cNvPr id="2582" name="01_find_only_2581">
            <a:extLst>
              <a:ext uri="{FF2B5EF4-FFF2-40B4-BE49-F238E27FC236}">
                <a16:creationId xmlns:a16="http://schemas.microsoft.com/office/drawing/2014/main" id="{8DFC941D-45CE-4554-9728-83DA0D5255B0}"/>
              </a:ext>
            </a:extLst>
          </p:cNvPr>
          <p:cNvSpPr>
            <a:spLocks noGrp="1"/>
          </p:cNvSpPr>
          <p:nvPr/>
        </p:nvSpPr>
        <p:spPr>
          <a:xfrm>
            <a:off x="2032143" y="5610237"/>
            <a:ext cx="28398" cy="28398"/>
          </a:xfrm>
          <a:prstGeom prst="ellipse">
            <a:avLst/>
          </a:prstGeom>
          <a:solidFill>
            <a:srgbClr val="7F8C97">
              <a:alpha val="48000"/>
            </a:srgbClr>
          </a:solidFill>
          <a:ln w="0">
            <a:noFill/>
            <a:prstDash val="solid"/>
          </a:ln>
        </p:spPr>
      </p:sp>
      <p:sp>
        <p:nvSpPr>
          <p:cNvPr id="2583" name="01_find_only_2582">
            <a:extLst>
              <a:ext uri="{FF2B5EF4-FFF2-40B4-BE49-F238E27FC236}">
                <a16:creationId xmlns:a16="http://schemas.microsoft.com/office/drawing/2014/main" id="{018B68A2-5463-4273-9911-5B95C2846754}"/>
              </a:ext>
            </a:extLst>
          </p:cNvPr>
          <p:cNvSpPr>
            <a:spLocks noGrp="1"/>
          </p:cNvSpPr>
          <p:nvPr/>
        </p:nvSpPr>
        <p:spPr>
          <a:xfrm>
            <a:off x="2092043" y="5328456"/>
            <a:ext cx="28398" cy="28398"/>
          </a:xfrm>
          <a:prstGeom prst="ellipse">
            <a:avLst/>
          </a:prstGeom>
          <a:solidFill>
            <a:srgbClr val="7F8C97">
              <a:alpha val="48000"/>
            </a:srgbClr>
          </a:solidFill>
          <a:ln w="0">
            <a:noFill/>
            <a:prstDash val="solid"/>
          </a:ln>
        </p:spPr>
      </p:sp>
      <p:sp>
        <p:nvSpPr>
          <p:cNvPr id="2584" name="01_find_only_2583">
            <a:extLst>
              <a:ext uri="{FF2B5EF4-FFF2-40B4-BE49-F238E27FC236}">
                <a16:creationId xmlns:a16="http://schemas.microsoft.com/office/drawing/2014/main" id="{A3CBF264-82AD-400C-9AC2-FF8F384BE000}"/>
              </a:ext>
            </a:extLst>
          </p:cNvPr>
          <p:cNvSpPr>
            <a:spLocks noGrp="1"/>
          </p:cNvSpPr>
          <p:nvPr/>
        </p:nvSpPr>
        <p:spPr>
          <a:xfrm>
            <a:off x="2074206" y="4905784"/>
            <a:ext cx="28398" cy="28398"/>
          </a:xfrm>
          <a:prstGeom prst="ellipse">
            <a:avLst/>
          </a:prstGeom>
          <a:solidFill>
            <a:srgbClr val="7F8C97">
              <a:alpha val="48000"/>
            </a:srgbClr>
          </a:solidFill>
          <a:ln w="0">
            <a:noFill/>
            <a:prstDash val="solid"/>
          </a:ln>
        </p:spPr>
      </p:sp>
      <p:sp>
        <p:nvSpPr>
          <p:cNvPr id="2585" name="01_find_only_2584">
            <a:extLst>
              <a:ext uri="{FF2B5EF4-FFF2-40B4-BE49-F238E27FC236}">
                <a16:creationId xmlns:a16="http://schemas.microsoft.com/office/drawing/2014/main" id="{E5A6481E-4C64-4B01-8172-FE46601D3C47}"/>
              </a:ext>
            </a:extLst>
          </p:cNvPr>
          <p:cNvSpPr>
            <a:spLocks noGrp="1"/>
          </p:cNvSpPr>
          <p:nvPr/>
        </p:nvSpPr>
        <p:spPr>
          <a:xfrm>
            <a:off x="2019744" y="6173800"/>
            <a:ext cx="28398" cy="28398"/>
          </a:xfrm>
          <a:prstGeom prst="ellipse">
            <a:avLst/>
          </a:prstGeom>
          <a:solidFill>
            <a:srgbClr val="7F8C97">
              <a:alpha val="48000"/>
            </a:srgbClr>
          </a:solidFill>
          <a:ln w="0">
            <a:noFill/>
            <a:prstDash val="solid"/>
          </a:ln>
        </p:spPr>
      </p:sp>
      <p:sp>
        <p:nvSpPr>
          <p:cNvPr id="2586" name="01_find_only_2585">
            <a:extLst>
              <a:ext uri="{FF2B5EF4-FFF2-40B4-BE49-F238E27FC236}">
                <a16:creationId xmlns:a16="http://schemas.microsoft.com/office/drawing/2014/main" id="{54240E55-6FFD-4A3D-B3A1-30E37B8688BE}"/>
              </a:ext>
            </a:extLst>
          </p:cNvPr>
          <p:cNvSpPr>
            <a:spLocks noGrp="1"/>
          </p:cNvSpPr>
          <p:nvPr/>
        </p:nvSpPr>
        <p:spPr>
          <a:xfrm>
            <a:off x="2072585" y="5539792"/>
            <a:ext cx="28398" cy="28398"/>
          </a:xfrm>
          <a:prstGeom prst="ellipse">
            <a:avLst/>
          </a:prstGeom>
          <a:solidFill>
            <a:srgbClr val="7F8C97">
              <a:alpha val="48000"/>
            </a:srgbClr>
          </a:solidFill>
          <a:ln w="0">
            <a:noFill/>
            <a:prstDash val="solid"/>
          </a:ln>
        </p:spPr>
      </p:sp>
      <p:sp>
        <p:nvSpPr>
          <p:cNvPr id="2587" name="01_find_only_2586">
            <a:extLst>
              <a:ext uri="{FF2B5EF4-FFF2-40B4-BE49-F238E27FC236}">
                <a16:creationId xmlns:a16="http://schemas.microsoft.com/office/drawing/2014/main" id="{221CE202-F550-40DD-90AB-8BA60C4F6008}"/>
              </a:ext>
            </a:extLst>
          </p:cNvPr>
          <p:cNvSpPr>
            <a:spLocks noGrp="1"/>
          </p:cNvSpPr>
          <p:nvPr/>
        </p:nvSpPr>
        <p:spPr>
          <a:xfrm>
            <a:off x="2024608" y="4905784"/>
            <a:ext cx="28398" cy="28398"/>
          </a:xfrm>
          <a:prstGeom prst="ellipse">
            <a:avLst/>
          </a:prstGeom>
          <a:solidFill>
            <a:srgbClr val="7F8C97">
              <a:alpha val="48000"/>
            </a:srgbClr>
          </a:solidFill>
          <a:ln w="0">
            <a:noFill/>
            <a:prstDash val="solid"/>
          </a:ln>
        </p:spPr>
      </p:sp>
      <p:sp>
        <p:nvSpPr>
          <p:cNvPr id="2588" name="01_find_only_2587">
            <a:extLst>
              <a:ext uri="{FF2B5EF4-FFF2-40B4-BE49-F238E27FC236}">
                <a16:creationId xmlns:a16="http://schemas.microsoft.com/office/drawing/2014/main" id="{A91304D3-0656-4CDA-BD26-F7CBB4587781}"/>
              </a:ext>
            </a:extLst>
          </p:cNvPr>
          <p:cNvSpPr>
            <a:spLocks noGrp="1"/>
          </p:cNvSpPr>
          <p:nvPr/>
        </p:nvSpPr>
        <p:spPr>
          <a:xfrm>
            <a:off x="2032048" y="5328456"/>
            <a:ext cx="28398" cy="28398"/>
          </a:xfrm>
          <a:prstGeom prst="ellipse">
            <a:avLst/>
          </a:prstGeom>
          <a:solidFill>
            <a:srgbClr val="7F8C97">
              <a:alpha val="48000"/>
            </a:srgbClr>
          </a:solidFill>
          <a:ln w="0">
            <a:noFill/>
            <a:prstDash val="solid"/>
          </a:ln>
        </p:spPr>
      </p:sp>
      <p:sp>
        <p:nvSpPr>
          <p:cNvPr id="2589" name="01_find_only_2588">
            <a:extLst>
              <a:ext uri="{FF2B5EF4-FFF2-40B4-BE49-F238E27FC236}">
                <a16:creationId xmlns:a16="http://schemas.microsoft.com/office/drawing/2014/main" id="{CD94900A-0B3D-49D0-A25D-7C149628A8A2}"/>
              </a:ext>
            </a:extLst>
          </p:cNvPr>
          <p:cNvSpPr>
            <a:spLocks noGrp="1"/>
          </p:cNvSpPr>
          <p:nvPr/>
        </p:nvSpPr>
        <p:spPr>
          <a:xfrm>
            <a:off x="2091280" y="4905784"/>
            <a:ext cx="28398" cy="28398"/>
          </a:xfrm>
          <a:prstGeom prst="ellipse">
            <a:avLst/>
          </a:prstGeom>
          <a:solidFill>
            <a:srgbClr val="7F8C97">
              <a:alpha val="48000"/>
            </a:srgbClr>
          </a:solidFill>
          <a:ln w="0">
            <a:noFill/>
            <a:prstDash val="solid"/>
          </a:ln>
        </p:spPr>
      </p:sp>
      <p:sp>
        <p:nvSpPr>
          <p:cNvPr id="2590" name="01_find_only_2589">
            <a:extLst>
              <a:ext uri="{FF2B5EF4-FFF2-40B4-BE49-F238E27FC236}">
                <a16:creationId xmlns:a16="http://schemas.microsoft.com/office/drawing/2014/main" id="{E17C4061-387E-473F-9F8F-3A9658F79938}"/>
              </a:ext>
            </a:extLst>
          </p:cNvPr>
          <p:cNvSpPr>
            <a:spLocks noGrp="1"/>
          </p:cNvSpPr>
          <p:nvPr/>
        </p:nvSpPr>
        <p:spPr>
          <a:xfrm>
            <a:off x="2033574" y="4905784"/>
            <a:ext cx="28398" cy="28398"/>
          </a:xfrm>
          <a:prstGeom prst="ellipse">
            <a:avLst/>
          </a:prstGeom>
          <a:solidFill>
            <a:srgbClr val="7F8C97">
              <a:alpha val="48000"/>
            </a:srgbClr>
          </a:solidFill>
          <a:ln w="0">
            <a:noFill/>
            <a:prstDash val="solid"/>
          </a:ln>
        </p:spPr>
      </p:sp>
      <p:sp>
        <p:nvSpPr>
          <p:cNvPr id="2591" name="01_find_only_2590">
            <a:extLst>
              <a:ext uri="{FF2B5EF4-FFF2-40B4-BE49-F238E27FC236}">
                <a16:creationId xmlns:a16="http://schemas.microsoft.com/office/drawing/2014/main" id="{AABC039F-6566-4D0A-BB91-47DF3E075370}"/>
              </a:ext>
            </a:extLst>
          </p:cNvPr>
          <p:cNvSpPr>
            <a:spLocks noGrp="1"/>
          </p:cNvSpPr>
          <p:nvPr/>
        </p:nvSpPr>
        <p:spPr>
          <a:xfrm>
            <a:off x="2085938" y="5645460"/>
            <a:ext cx="28398" cy="28398"/>
          </a:xfrm>
          <a:prstGeom prst="ellipse">
            <a:avLst/>
          </a:prstGeom>
          <a:solidFill>
            <a:srgbClr val="7F8C97">
              <a:alpha val="48000"/>
            </a:srgbClr>
          </a:solidFill>
          <a:ln w="0">
            <a:noFill/>
            <a:prstDash val="solid"/>
          </a:ln>
        </p:spPr>
      </p:sp>
      <p:sp>
        <p:nvSpPr>
          <p:cNvPr id="2592" name="01_find_only_2591">
            <a:extLst>
              <a:ext uri="{FF2B5EF4-FFF2-40B4-BE49-F238E27FC236}">
                <a16:creationId xmlns:a16="http://schemas.microsoft.com/office/drawing/2014/main" id="{825F0C53-1F9F-4329-939A-DDF3356969BD}"/>
              </a:ext>
            </a:extLst>
          </p:cNvPr>
          <p:cNvSpPr>
            <a:spLocks noGrp="1"/>
          </p:cNvSpPr>
          <p:nvPr/>
        </p:nvSpPr>
        <p:spPr>
          <a:xfrm>
            <a:off x="2086701" y="4905784"/>
            <a:ext cx="28398" cy="28398"/>
          </a:xfrm>
          <a:prstGeom prst="ellipse">
            <a:avLst/>
          </a:prstGeom>
          <a:solidFill>
            <a:srgbClr val="7F8C97">
              <a:alpha val="48000"/>
            </a:srgbClr>
          </a:solidFill>
          <a:ln w="0">
            <a:noFill/>
            <a:prstDash val="solid"/>
          </a:ln>
        </p:spPr>
      </p:sp>
      <p:sp>
        <p:nvSpPr>
          <p:cNvPr id="2593" name="01_find_only_2592">
            <a:extLst>
              <a:ext uri="{FF2B5EF4-FFF2-40B4-BE49-F238E27FC236}">
                <a16:creationId xmlns:a16="http://schemas.microsoft.com/office/drawing/2014/main" id="{39CBB662-E5FA-4A66-A8CD-6A1B44E5EABC}"/>
              </a:ext>
            </a:extLst>
          </p:cNvPr>
          <p:cNvSpPr>
            <a:spLocks noGrp="1"/>
          </p:cNvSpPr>
          <p:nvPr/>
        </p:nvSpPr>
        <p:spPr>
          <a:xfrm>
            <a:off x="2089181" y="5328456"/>
            <a:ext cx="28398" cy="28398"/>
          </a:xfrm>
          <a:prstGeom prst="ellipse">
            <a:avLst/>
          </a:prstGeom>
          <a:solidFill>
            <a:srgbClr val="7F8C97">
              <a:alpha val="48000"/>
            </a:srgbClr>
          </a:solidFill>
          <a:ln w="0">
            <a:noFill/>
            <a:prstDash val="solid"/>
          </a:ln>
        </p:spPr>
      </p:sp>
      <p:sp>
        <p:nvSpPr>
          <p:cNvPr id="2594" name="01_find_only_2593">
            <a:extLst>
              <a:ext uri="{FF2B5EF4-FFF2-40B4-BE49-F238E27FC236}">
                <a16:creationId xmlns:a16="http://schemas.microsoft.com/office/drawing/2014/main" id="{C785B66E-BC30-4FB9-A02C-7C2C7AD712E9}"/>
              </a:ext>
            </a:extLst>
          </p:cNvPr>
          <p:cNvSpPr>
            <a:spLocks noGrp="1"/>
          </p:cNvSpPr>
          <p:nvPr/>
        </p:nvSpPr>
        <p:spPr>
          <a:xfrm>
            <a:off x="2034337" y="5666594"/>
            <a:ext cx="28398" cy="28398"/>
          </a:xfrm>
          <a:prstGeom prst="ellipse">
            <a:avLst/>
          </a:prstGeom>
          <a:solidFill>
            <a:srgbClr val="7F8C97">
              <a:alpha val="48000"/>
            </a:srgbClr>
          </a:solidFill>
          <a:ln w="0">
            <a:noFill/>
            <a:prstDash val="solid"/>
          </a:ln>
        </p:spPr>
      </p:sp>
      <p:sp>
        <p:nvSpPr>
          <p:cNvPr id="2595" name="01_find_only_2594">
            <a:extLst>
              <a:ext uri="{FF2B5EF4-FFF2-40B4-BE49-F238E27FC236}">
                <a16:creationId xmlns:a16="http://schemas.microsoft.com/office/drawing/2014/main" id="{04254C75-8722-4525-A037-2041395C16CB}"/>
              </a:ext>
            </a:extLst>
          </p:cNvPr>
          <p:cNvSpPr>
            <a:spLocks noGrp="1"/>
          </p:cNvSpPr>
          <p:nvPr/>
        </p:nvSpPr>
        <p:spPr>
          <a:xfrm>
            <a:off x="2019934" y="5539792"/>
            <a:ext cx="28398" cy="28398"/>
          </a:xfrm>
          <a:prstGeom prst="ellipse">
            <a:avLst/>
          </a:prstGeom>
          <a:solidFill>
            <a:srgbClr val="7F8C97">
              <a:alpha val="48000"/>
            </a:srgbClr>
          </a:solidFill>
          <a:ln w="0">
            <a:noFill/>
            <a:prstDash val="solid"/>
          </a:ln>
        </p:spPr>
      </p:sp>
      <p:sp>
        <p:nvSpPr>
          <p:cNvPr id="2596" name="01_find_only_2595">
            <a:extLst>
              <a:ext uri="{FF2B5EF4-FFF2-40B4-BE49-F238E27FC236}">
                <a16:creationId xmlns:a16="http://schemas.microsoft.com/office/drawing/2014/main" id="{2C10AE6F-6305-40EC-BD3C-C50C33469528}"/>
              </a:ext>
            </a:extLst>
          </p:cNvPr>
          <p:cNvSpPr>
            <a:spLocks noGrp="1"/>
          </p:cNvSpPr>
          <p:nvPr/>
        </p:nvSpPr>
        <p:spPr>
          <a:xfrm>
            <a:off x="2075446" y="4905784"/>
            <a:ext cx="28398" cy="28398"/>
          </a:xfrm>
          <a:prstGeom prst="ellipse">
            <a:avLst/>
          </a:prstGeom>
          <a:solidFill>
            <a:srgbClr val="7F8C97">
              <a:alpha val="48000"/>
            </a:srgbClr>
          </a:solidFill>
          <a:ln w="0">
            <a:noFill/>
            <a:prstDash val="solid"/>
          </a:ln>
        </p:spPr>
      </p:sp>
      <p:sp>
        <p:nvSpPr>
          <p:cNvPr id="2597" name="01_find_only_2596">
            <a:extLst>
              <a:ext uri="{FF2B5EF4-FFF2-40B4-BE49-F238E27FC236}">
                <a16:creationId xmlns:a16="http://schemas.microsoft.com/office/drawing/2014/main" id="{22F630DE-FC91-4308-A871-242FA9B037CF}"/>
              </a:ext>
            </a:extLst>
          </p:cNvPr>
          <p:cNvSpPr>
            <a:spLocks noGrp="1"/>
          </p:cNvSpPr>
          <p:nvPr/>
        </p:nvSpPr>
        <p:spPr>
          <a:xfrm>
            <a:off x="2015451" y="4905784"/>
            <a:ext cx="28398" cy="28398"/>
          </a:xfrm>
          <a:prstGeom prst="ellipse">
            <a:avLst/>
          </a:prstGeom>
          <a:solidFill>
            <a:srgbClr val="7F8C97">
              <a:alpha val="48000"/>
            </a:srgbClr>
          </a:solidFill>
          <a:ln w="0">
            <a:noFill/>
            <a:prstDash val="solid"/>
          </a:ln>
        </p:spPr>
      </p:sp>
      <p:sp>
        <p:nvSpPr>
          <p:cNvPr id="2598" name="01_find_only_2597">
            <a:extLst>
              <a:ext uri="{FF2B5EF4-FFF2-40B4-BE49-F238E27FC236}">
                <a16:creationId xmlns:a16="http://schemas.microsoft.com/office/drawing/2014/main" id="{640FAEC1-81DA-4C1D-BB90-785FD2741CE1}"/>
              </a:ext>
            </a:extLst>
          </p:cNvPr>
          <p:cNvSpPr>
            <a:spLocks noGrp="1"/>
          </p:cNvSpPr>
          <p:nvPr/>
        </p:nvSpPr>
        <p:spPr>
          <a:xfrm>
            <a:off x="2021460" y="6173800"/>
            <a:ext cx="28398" cy="28398"/>
          </a:xfrm>
          <a:prstGeom prst="ellipse">
            <a:avLst/>
          </a:prstGeom>
          <a:solidFill>
            <a:srgbClr val="7F8C97">
              <a:alpha val="48000"/>
            </a:srgbClr>
          </a:solidFill>
          <a:ln w="0">
            <a:noFill/>
            <a:prstDash val="solid"/>
          </a:ln>
        </p:spPr>
      </p:sp>
      <p:sp>
        <p:nvSpPr>
          <p:cNvPr id="2599" name="01_find_only_2598">
            <a:extLst>
              <a:ext uri="{FF2B5EF4-FFF2-40B4-BE49-F238E27FC236}">
                <a16:creationId xmlns:a16="http://schemas.microsoft.com/office/drawing/2014/main" id="{B1B83579-B07D-4D9F-BA7F-4503CAA2A08E}"/>
              </a:ext>
            </a:extLst>
          </p:cNvPr>
          <p:cNvSpPr>
            <a:spLocks noGrp="1"/>
          </p:cNvSpPr>
          <p:nvPr/>
        </p:nvSpPr>
        <p:spPr>
          <a:xfrm>
            <a:off x="2077831" y="4905784"/>
            <a:ext cx="28398" cy="28398"/>
          </a:xfrm>
          <a:prstGeom prst="ellipse">
            <a:avLst/>
          </a:prstGeom>
          <a:solidFill>
            <a:srgbClr val="7F8C97">
              <a:alpha val="48000"/>
            </a:srgbClr>
          </a:solidFill>
          <a:ln w="0">
            <a:noFill/>
            <a:prstDash val="solid"/>
          </a:ln>
        </p:spPr>
      </p:sp>
      <p:sp>
        <p:nvSpPr>
          <p:cNvPr id="2600" name="01_find_only_2599">
            <a:extLst>
              <a:ext uri="{FF2B5EF4-FFF2-40B4-BE49-F238E27FC236}">
                <a16:creationId xmlns:a16="http://schemas.microsoft.com/office/drawing/2014/main" id="{080D3CD4-ABE1-4702-B31F-7090E283E911}"/>
              </a:ext>
            </a:extLst>
          </p:cNvPr>
          <p:cNvSpPr>
            <a:spLocks noGrp="1"/>
          </p:cNvSpPr>
          <p:nvPr/>
        </p:nvSpPr>
        <p:spPr>
          <a:xfrm>
            <a:off x="2016310" y="4905784"/>
            <a:ext cx="28398" cy="28398"/>
          </a:xfrm>
          <a:prstGeom prst="ellipse">
            <a:avLst/>
          </a:prstGeom>
          <a:solidFill>
            <a:srgbClr val="7F8C97">
              <a:alpha val="48000"/>
            </a:srgbClr>
          </a:solidFill>
          <a:ln w="0">
            <a:noFill/>
            <a:prstDash val="solid"/>
          </a:ln>
        </p:spPr>
      </p:sp>
      <p:sp>
        <p:nvSpPr>
          <p:cNvPr id="2601" name="01_find_only_2600">
            <a:extLst>
              <a:ext uri="{FF2B5EF4-FFF2-40B4-BE49-F238E27FC236}">
                <a16:creationId xmlns:a16="http://schemas.microsoft.com/office/drawing/2014/main" id="{10E1D29F-7969-43CB-9300-119847A3C2F4}"/>
              </a:ext>
            </a:extLst>
          </p:cNvPr>
          <p:cNvSpPr>
            <a:spLocks noGrp="1"/>
          </p:cNvSpPr>
          <p:nvPr/>
        </p:nvSpPr>
        <p:spPr>
          <a:xfrm>
            <a:off x="2096144" y="4905784"/>
            <a:ext cx="28398" cy="28398"/>
          </a:xfrm>
          <a:prstGeom prst="ellipse">
            <a:avLst/>
          </a:prstGeom>
          <a:solidFill>
            <a:srgbClr val="7F8C97">
              <a:alpha val="48000"/>
            </a:srgbClr>
          </a:solidFill>
          <a:ln w="0">
            <a:noFill/>
            <a:prstDash val="solid"/>
          </a:ln>
        </p:spPr>
      </p:sp>
      <p:sp>
        <p:nvSpPr>
          <p:cNvPr id="2602" name="01_find_only_2601">
            <a:extLst>
              <a:ext uri="{FF2B5EF4-FFF2-40B4-BE49-F238E27FC236}">
                <a16:creationId xmlns:a16="http://schemas.microsoft.com/office/drawing/2014/main" id="{3E58A445-BE08-4643-B226-E2592A0F427B}"/>
              </a:ext>
            </a:extLst>
          </p:cNvPr>
          <p:cNvSpPr>
            <a:spLocks noGrp="1"/>
          </p:cNvSpPr>
          <p:nvPr/>
        </p:nvSpPr>
        <p:spPr>
          <a:xfrm>
            <a:off x="2081551" y="4905784"/>
            <a:ext cx="28398" cy="28398"/>
          </a:xfrm>
          <a:prstGeom prst="ellipse">
            <a:avLst/>
          </a:prstGeom>
          <a:solidFill>
            <a:srgbClr val="7F8C97">
              <a:alpha val="48000"/>
            </a:srgbClr>
          </a:solidFill>
          <a:ln w="0">
            <a:noFill/>
            <a:prstDash val="solid"/>
          </a:ln>
        </p:spPr>
      </p:sp>
      <p:sp>
        <p:nvSpPr>
          <p:cNvPr id="2603" name="01_find_only_2602">
            <a:extLst>
              <a:ext uri="{FF2B5EF4-FFF2-40B4-BE49-F238E27FC236}">
                <a16:creationId xmlns:a16="http://schemas.microsoft.com/office/drawing/2014/main" id="{FE064508-A011-4E55-9F56-70F3C32D7A56}"/>
              </a:ext>
            </a:extLst>
          </p:cNvPr>
          <p:cNvSpPr>
            <a:spLocks noGrp="1"/>
          </p:cNvSpPr>
          <p:nvPr/>
        </p:nvSpPr>
        <p:spPr>
          <a:xfrm>
            <a:off x="2047023" y="4905784"/>
            <a:ext cx="28398" cy="28398"/>
          </a:xfrm>
          <a:prstGeom prst="ellipse">
            <a:avLst/>
          </a:prstGeom>
          <a:solidFill>
            <a:srgbClr val="7F8C97">
              <a:alpha val="48000"/>
            </a:srgbClr>
          </a:solidFill>
          <a:ln w="0">
            <a:noFill/>
            <a:prstDash val="solid"/>
          </a:ln>
        </p:spPr>
      </p:sp>
      <p:sp>
        <p:nvSpPr>
          <p:cNvPr id="2604" name="01_find_only_2603">
            <a:extLst>
              <a:ext uri="{FF2B5EF4-FFF2-40B4-BE49-F238E27FC236}">
                <a16:creationId xmlns:a16="http://schemas.microsoft.com/office/drawing/2014/main" id="{78D108A1-35CA-4D9A-8269-80CD8CDA8E04}"/>
              </a:ext>
            </a:extLst>
          </p:cNvPr>
          <p:cNvSpPr>
            <a:spLocks noGrp="1"/>
          </p:cNvSpPr>
          <p:nvPr/>
        </p:nvSpPr>
        <p:spPr>
          <a:xfrm>
            <a:off x="2030903" y="4905784"/>
            <a:ext cx="28398" cy="28398"/>
          </a:xfrm>
          <a:prstGeom prst="ellipse">
            <a:avLst/>
          </a:prstGeom>
          <a:solidFill>
            <a:srgbClr val="7F8C97">
              <a:alpha val="48000"/>
            </a:srgbClr>
          </a:solidFill>
          <a:ln w="0">
            <a:noFill/>
            <a:prstDash val="solid"/>
          </a:ln>
        </p:spPr>
      </p:sp>
      <p:sp>
        <p:nvSpPr>
          <p:cNvPr id="2605" name="01_find_only_2604">
            <a:extLst>
              <a:ext uri="{FF2B5EF4-FFF2-40B4-BE49-F238E27FC236}">
                <a16:creationId xmlns:a16="http://schemas.microsoft.com/office/drawing/2014/main" id="{6F8D4B4B-F29E-4B4D-8B96-6E48560177E4}"/>
              </a:ext>
            </a:extLst>
          </p:cNvPr>
          <p:cNvSpPr>
            <a:spLocks noGrp="1"/>
          </p:cNvSpPr>
          <p:nvPr/>
        </p:nvSpPr>
        <p:spPr>
          <a:xfrm>
            <a:off x="2098815" y="5268074"/>
            <a:ext cx="28398" cy="28398"/>
          </a:xfrm>
          <a:prstGeom prst="ellipse">
            <a:avLst/>
          </a:prstGeom>
          <a:solidFill>
            <a:srgbClr val="7F8C97">
              <a:alpha val="48000"/>
            </a:srgbClr>
          </a:solidFill>
          <a:ln w="0">
            <a:noFill/>
            <a:prstDash val="solid"/>
          </a:ln>
        </p:spPr>
      </p:sp>
      <p:sp>
        <p:nvSpPr>
          <p:cNvPr id="2606" name="01_find_only_2605">
            <a:extLst>
              <a:ext uri="{FF2B5EF4-FFF2-40B4-BE49-F238E27FC236}">
                <a16:creationId xmlns:a16="http://schemas.microsoft.com/office/drawing/2014/main" id="{B4E51766-D532-4EAC-8714-53BEC669F980}"/>
              </a:ext>
            </a:extLst>
          </p:cNvPr>
          <p:cNvSpPr>
            <a:spLocks noGrp="1"/>
          </p:cNvSpPr>
          <p:nvPr/>
        </p:nvSpPr>
        <p:spPr>
          <a:xfrm>
            <a:off x="2064191" y="6173800"/>
            <a:ext cx="28398" cy="28398"/>
          </a:xfrm>
          <a:prstGeom prst="ellipse">
            <a:avLst/>
          </a:prstGeom>
          <a:solidFill>
            <a:srgbClr val="7F8C97">
              <a:alpha val="48000"/>
            </a:srgbClr>
          </a:solidFill>
          <a:ln w="0">
            <a:noFill/>
            <a:prstDash val="solid"/>
          </a:ln>
        </p:spPr>
      </p:sp>
      <p:sp>
        <p:nvSpPr>
          <p:cNvPr id="2607" name="01_find_only_2606">
            <a:extLst>
              <a:ext uri="{FF2B5EF4-FFF2-40B4-BE49-F238E27FC236}">
                <a16:creationId xmlns:a16="http://schemas.microsoft.com/office/drawing/2014/main" id="{35DF9DB8-E6B6-46B5-95E6-1CC6507D6F68}"/>
              </a:ext>
            </a:extLst>
          </p:cNvPr>
          <p:cNvSpPr>
            <a:spLocks noGrp="1"/>
          </p:cNvSpPr>
          <p:nvPr/>
        </p:nvSpPr>
        <p:spPr>
          <a:xfrm>
            <a:off x="2085938" y="6173800"/>
            <a:ext cx="28398" cy="28398"/>
          </a:xfrm>
          <a:prstGeom prst="ellipse">
            <a:avLst/>
          </a:prstGeom>
          <a:solidFill>
            <a:srgbClr val="7F8C97">
              <a:alpha val="48000"/>
            </a:srgbClr>
          </a:solidFill>
          <a:ln w="0">
            <a:noFill/>
            <a:prstDash val="solid"/>
          </a:ln>
        </p:spPr>
      </p:sp>
      <p:sp>
        <p:nvSpPr>
          <p:cNvPr id="2608" name="01_find_only_2607">
            <a:extLst>
              <a:ext uri="{FF2B5EF4-FFF2-40B4-BE49-F238E27FC236}">
                <a16:creationId xmlns:a16="http://schemas.microsoft.com/office/drawing/2014/main" id="{B4CE50FA-1DC7-43C1-BC35-D592DF84625C}"/>
              </a:ext>
            </a:extLst>
          </p:cNvPr>
          <p:cNvSpPr>
            <a:spLocks noGrp="1"/>
          </p:cNvSpPr>
          <p:nvPr/>
        </p:nvSpPr>
        <p:spPr>
          <a:xfrm>
            <a:off x="2019076" y="4905784"/>
            <a:ext cx="28398" cy="28398"/>
          </a:xfrm>
          <a:prstGeom prst="ellipse">
            <a:avLst/>
          </a:prstGeom>
          <a:solidFill>
            <a:srgbClr val="7F8C97">
              <a:alpha val="48000"/>
            </a:srgbClr>
          </a:solidFill>
          <a:ln w="0">
            <a:noFill/>
            <a:prstDash val="solid"/>
          </a:ln>
        </p:spPr>
      </p:sp>
      <p:sp>
        <p:nvSpPr>
          <p:cNvPr id="2609" name="01_find_only_2608">
            <a:extLst>
              <a:ext uri="{FF2B5EF4-FFF2-40B4-BE49-F238E27FC236}">
                <a16:creationId xmlns:a16="http://schemas.microsoft.com/office/drawing/2014/main" id="{9CF62B42-2FA0-4749-BF3A-27DC808AED9B}"/>
              </a:ext>
            </a:extLst>
          </p:cNvPr>
          <p:cNvSpPr>
            <a:spLocks noGrp="1"/>
          </p:cNvSpPr>
          <p:nvPr/>
        </p:nvSpPr>
        <p:spPr>
          <a:xfrm>
            <a:off x="2045973" y="4905784"/>
            <a:ext cx="28398" cy="28398"/>
          </a:xfrm>
          <a:prstGeom prst="ellipse">
            <a:avLst/>
          </a:prstGeom>
          <a:solidFill>
            <a:srgbClr val="7F8C97">
              <a:alpha val="48000"/>
            </a:srgbClr>
          </a:solidFill>
          <a:ln w="0">
            <a:noFill/>
            <a:prstDash val="solid"/>
          </a:ln>
        </p:spPr>
      </p:sp>
      <p:sp>
        <p:nvSpPr>
          <p:cNvPr id="2610" name="01_find_only_2609">
            <a:extLst>
              <a:ext uri="{FF2B5EF4-FFF2-40B4-BE49-F238E27FC236}">
                <a16:creationId xmlns:a16="http://schemas.microsoft.com/office/drawing/2014/main" id="{9B952639-A7C8-4FD3-AE81-A3324EC2F702}"/>
              </a:ext>
            </a:extLst>
          </p:cNvPr>
          <p:cNvSpPr>
            <a:spLocks noGrp="1"/>
          </p:cNvSpPr>
          <p:nvPr/>
        </p:nvSpPr>
        <p:spPr>
          <a:xfrm>
            <a:off x="2080025" y="5539792"/>
            <a:ext cx="28398" cy="28398"/>
          </a:xfrm>
          <a:prstGeom prst="ellipse">
            <a:avLst/>
          </a:prstGeom>
          <a:solidFill>
            <a:srgbClr val="7F8C97">
              <a:alpha val="48000"/>
            </a:srgbClr>
          </a:solidFill>
          <a:ln w="0">
            <a:noFill/>
            <a:prstDash val="solid"/>
          </a:ln>
        </p:spPr>
      </p:sp>
      <p:sp>
        <p:nvSpPr>
          <p:cNvPr id="2611" name="01_find_only_2610">
            <a:extLst>
              <a:ext uri="{FF2B5EF4-FFF2-40B4-BE49-F238E27FC236}">
                <a16:creationId xmlns:a16="http://schemas.microsoft.com/office/drawing/2014/main" id="{0B1641C0-31B3-4E25-89A5-00BEA34E3F65}"/>
              </a:ext>
            </a:extLst>
          </p:cNvPr>
          <p:cNvSpPr>
            <a:spLocks noGrp="1"/>
          </p:cNvSpPr>
          <p:nvPr/>
        </p:nvSpPr>
        <p:spPr>
          <a:xfrm>
            <a:off x="2066194" y="4905784"/>
            <a:ext cx="28398" cy="28398"/>
          </a:xfrm>
          <a:prstGeom prst="ellipse">
            <a:avLst/>
          </a:prstGeom>
          <a:solidFill>
            <a:srgbClr val="7F8C97">
              <a:alpha val="48000"/>
            </a:srgbClr>
          </a:solidFill>
          <a:ln w="0">
            <a:noFill/>
            <a:prstDash val="solid"/>
          </a:ln>
        </p:spPr>
      </p:sp>
      <p:sp>
        <p:nvSpPr>
          <p:cNvPr id="2612" name="01_find_only_2611">
            <a:extLst>
              <a:ext uri="{FF2B5EF4-FFF2-40B4-BE49-F238E27FC236}">
                <a16:creationId xmlns:a16="http://schemas.microsoft.com/office/drawing/2014/main" id="{FE004807-376D-4EFE-9F4C-981CDECE55B9}"/>
              </a:ext>
            </a:extLst>
          </p:cNvPr>
          <p:cNvSpPr>
            <a:spLocks noGrp="1"/>
          </p:cNvSpPr>
          <p:nvPr/>
        </p:nvSpPr>
        <p:spPr>
          <a:xfrm>
            <a:off x="2094141" y="4905784"/>
            <a:ext cx="28398" cy="28398"/>
          </a:xfrm>
          <a:prstGeom prst="ellipse">
            <a:avLst/>
          </a:prstGeom>
          <a:solidFill>
            <a:srgbClr val="7F8C97">
              <a:alpha val="48000"/>
            </a:srgbClr>
          </a:solidFill>
          <a:ln w="0">
            <a:noFill/>
            <a:prstDash val="solid"/>
          </a:ln>
        </p:spPr>
      </p:sp>
      <p:sp>
        <p:nvSpPr>
          <p:cNvPr id="2613" name="01_find_only_2612">
            <a:extLst>
              <a:ext uri="{FF2B5EF4-FFF2-40B4-BE49-F238E27FC236}">
                <a16:creationId xmlns:a16="http://schemas.microsoft.com/office/drawing/2014/main" id="{3AAF09B3-70F4-4D92-BD66-807FA8036E69}"/>
              </a:ext>
            </a:extLst>
          </p:cNvPr>
          <p:cNvSpPr>
            <a:spLocks noGrp="1"/>
          </p:cNvSpPr>
          <p:nvPr/>
        </p:nvSpPr>
        <p:spPr>
          <a:xfrm>
            <a:off x="2005627" y="4905784"/>
            <a:ext cx="28398" cy="28398"/>
          </a:xfrm>
          <a:prstGeom prst="ellipse">
            <a:avLst/>
          </a:prstGeom>
          <a:solidFill>
            <a:srgbClr val="7F8C97">
              <a:alpha val="48000"/>
            </a:srgbClr>
          </a:solidFill>
          <a:ln w="0">
            <a:noFill/>
            <a:prstDash val="solid"/>
          </a:ln>
        </p:spPr>
      </p:sp>
      <p:sp>
        <p:nvSpPr>
          <p:cNvPr id="2614" name="01_find_only_2613">
            <a:extLst>
              <a:ext uri="{FF2B5EF4-FFF2-40B4-BE49-F238E27FC236}">
                <a16:creationId xmlns:a16="http://schemas.microsoft.com/office/drawing/2014/main" id="{9920B809-3016-4F74-87F9-724C848A9EBC}"/>
              </a:ext>
            </a:extLst>
          </p:cNvPr>
          <p:cNvSpPr>
            <a:spLocks noGrp="1"/>
          </p:cNvSpPr>
          <p:nvPr/>
        </p:nvSpPr>
        <p:spPr>
          <a:xfrm>
            <a:off x="2044924" y="6173800"/>
            <a:ext cx="28398" cy="28398"/>
          </a:xfrm>
          <a:prstGeom prst="ellipse">
            <a:avLst/>
          </a:prstGeom>
          <a:solidFill>
            <a:srgbClr val="7F8C97">
              <a:alpha val="48000"/>
            </a:srgbClr>
          </a:solidFill>
          <a:ln w="0">
            <a:noFill/>
            <a:prstDash val="solid"/>
          </a:ln>
        </p:spPr>
      </p:sp>
      <p:sp>
        <p:nvSpPr>
          <p:cNvPr id="2615" name="01_find_only_2614">
            <a:extLst>
              <a:ext uri="{FF2B5EF4-FFF2-40B4-BE49-F238E27FC236}">
                <a16:creationId xmlns:a16="http://schemas.microsoft.com/office/drawing/2014/main" id="{48C7232A-61CD-4F1B-B28D-457F89E2098D}"/>
              </a:ext>
            </a:extLst>
          </p:cNvPr>
          <p:cNvSpPr>
            <a:spLocks noGrp="1"/>
          </p:cNvSpPr>
          <p:nvPr/>
        </p:nvSpPr>
        <p:spPr>
          <a:xfrm>
            <a:off x="2062761" y="6173800"/>
            <a:ext cx="28398" cy="28398"/>
          </a:xfrm>
          <a:prstGeom prst="ellipse">
            <a:avLst/>
          </a:prstGeom>
          <a:solidFill>
            <a:srgbClr val="7F8C97">
              <a:alpha val="48000"/>
            </a:srgbClr>
          </a:solidFill>
          <a:ln w="0">
            <a:noFill/>
            <a:prstDash val="solid"/>
          </a:ln>
        </p:spPr>
      </p:sp>
      <p:sp>
        <p:nvSpPr>
          <p:cNvPr id="2616" name="01_find_only_2615">
            <a:extLst>
              <a:ext uri="{FF2B5EF4-FFF2-40B4-BE49-F238E27FC236}">
                <a16:creationId xmlns:a16="http://schemas.microsoft.com/office/drawing/2014/main" id="{63441F6B-9BB2-4F8C-BA13-D02B7B2900D3}"/>
              </a:ext>
            </a:extLst>
          </p:cNvPr>
          <p:cNvSpPr>
            <a:spLocks noGrp="1"/>
          </p:cNvSpPr>
          <p:nvPr/>
        </p:nvSpPr>
        <p:spPr>
          <a:xfrm>
            <a:off x="2033097" y="6173800"/>
            <a:ext cx="28398" cy="28398"/>
          </a:xfrm>
          <a:prstGeom prst="ellipse">
            <a:avLst/>
          </a:prstGeom>
          <a:solidFill>
            <a:srgbClr val="7F8C97">
              <a:alpha val="48000"/>
            </a:srgbClr>
          </a:solidFill>
          <a:ln w="0">
            <a:noFill/>
            <a:prstDash val="solid"/>
          </a:ln>
        </p:spPr>
      </p:sp>
      <p:sp>
        <p:nvSpPr>
          <p:cNvPr id="2617" name="01_find_only_2616">
            <a:extLst>
              <a:ext uri="{FF2B5EF4-FFF2-40B4-BE49-F238E27FC236}">
                <a16:creationId xmlns:a16="http://schemas.microsoft.com/office/drawing/2014/main" id="{4B212213-9D58-45BD-8434-99A65F8B5BED}"/>
              </a:ext>
            </a:extLst>
          </p:cNvPr>
          <p:cNvSpPr>
            <a:spLocks noGrp="1"/>
          </p:cNvSpPr>
          <p:nvPr/>
        </p:nvSpPr>
        <p:spPr>
          <a:xfrm>
            <a:off x="2054462" y="4905784"/>
            <a:ext cx="28398" cy="28398"/>
          </a:xfrm>
          <a:prstGeom prst="ellipse">
            <a:avLst/>
          </a:prstGeom>
          <a:solidFill>
            <a:srgbClr val="7F8C97">
              <a:alpha val="48000"/>
            </a:srgbClr>
          </a:solidFill>
          <a:ln w="0">
            <a:noFill/>
            <a:prstDash val="solid"/>
          </a:ln>
        </p:spPr>
      </p:sp>
      <p:sp>
        <p:nvSpPr>
          <p:cNvPr id="2618" name="01_find_only_2617">
            <a:extLst>
              <a:ext uri="{FF2B5EF4-FFF2-40B4-BE49-F238E27FC236}">
                <a16:creationId xmlns:a16="http://schemas.microsoft.com/office/drawing/2014/main" id="{03E34CA2-666E-4E70-B4B6-8DF09FCC97EA}"/>
              </a:ext>
            </a:extLst>
          </p:cNvPr>
          <p:cNvSpPr>
            <a:spLocks noGrp="1"/>
          </p:cNvSpPr>
          <p:nvPr/>
        </p:nvSpPr>
        <p:spPr>
          <a:xfrm>
            <a:off x="2042444" y="6068132"/>
            <a:ext cx="28398" cy="28398"/>
          </a:xfrm>
          <a:prstGeom prst="ellipse">
            <a:avLst/>
          </a:prstGeom>
          <a:solidFill>
            <a:srgbClr val="7F8C97">
              <a:alpha val="48000"/>
            </a:srgbClr>
          </a:solidFill>
          <a:ln w="0">
            <a:noFill/>
            <a:prstDash val="solid"/>
          </a:ln>
        </p:spPr>
      </p:sp>
      <p:sp>
        <p:nvSpPr>
          <p:cNvPr id="2619" name="01_find_only_2618">
            <a:extLst>
              <a:ext uri="{FF2B5EF4-FFF2-40B4-BE49-F238E27FC236}">
                <a16:creationId xmlns:a16="http://schemas.microsoft.com/office/drawing/2014/main" id="{E1A2A7C5-87C4-43DC-BD98-35D9F9B3A61D}"/>
              </a:ext>
            </a:extLst>
          </p:cNvPr>
          <p:cNvSpPr>
            <a:spLocks noGrp="1"/>
          </p:cNvSpPr>
          <p:nvPr/>
        </p:nvSpPr>
        <p:spPr>
          <a:xfrm>
            <a:off x="2083649" y="5992655"/>
            <a:ext cx="28398" cy="28398"/>
          </a:xfrm>
          <a:prstGeom prst="ellipse">
            <a:avLst/>
          </a:prstGeom>
          <a:solidFill>
            <a:srgbClr val="7F8C97">
              <a:alpha val="48000"/>
            </a:srgbClr>
          </a:solidFill>
          <a:ln w="0">
            <a:noFill/>
            <a:prstDash val="solid"/>
          </a:ln>
        </p:spPr>
      </p:sp>
      <p:sp>
        <p:nvSpPr>
          <p:cNvPr id="2620" name="01_find_only_2619">
            <a:extLst>
              <a:ext uri="{FF2B5EF4-FFF2-40B4-BE49-F238E27FC236}">
                <a16:creationId xmlns:a16="http://schemas.microsoft.com/office/drawing/2014/main" id="{2D7C0B2A-2739-4D2A-98B6-F784C124E274}"/>
              </a:ext>
            </a:extLst>
          </p:cNvPr>
          <p:cNvSpPr>
            <a:spLocks noGrp="1"/>
          </p:cNvSpPr>
          <p:nvPr/>
        </p:nvSpPr>
        <p:spPr>
          <a:xfrm>
            <a:off x="2016119" y="4905784"/>
            <a:ext cx="28398" cy="28398"/>
          </a:xfrm>
          <a:prstGeom prst="ellipse">
            <a:avLst/>
          </a:prstGeom>
          <a:solidFill>
            <a:srgbClr val="7F8C97">
              <a:alpha val="48000"/>
            </a:srgbClr>
          </a:solidFill>
          <a:ln w="0">
            <a:noFill/>
            <a:prstDash val="solid"/>
          </a:ln>
        </p:spPr>
      </p:sp>
      <p:sp>
        <p:nvSpPr>
          <p:cNvPr id="2621" name="01_find_only_2620">
            <a:extLst>
              <a:ext uri="{FF2B5EF4-FFF2-40B4-BE49-F238E27FC236}">
                <a16:creationId xmlns:a16="http://schemas.microsoft.com/office/drawing/2014/main" id="{771C5156-0254-4132-A60D-36B463040371}"/>
              </a:ext>
            </a:extLst>
          </p:cNvPr>
          <p:cNvSpPr>
            <a:spLocks noGrp="1"/>
          </p:cNvSpPr>
          <p:nvPr/>
        </p:nvSpPr>
        <p:spPr>
          <a:xfrm>
            <a:off x="2020507" y="4905784"/>
            <a:ext cx="28398" cy="28398"/>
          </a:xfrm>
          <a:prstGeom prst="ellipse">
            <a:avLst/>
          </a:prstGeom>
          <a:solidFill>
            <a:srgbClr val="7F8C97">
              <a:alpha val="48000"/>
            </a:srgbClr>
          </a:solidFill>
          <a:ln w="0">
            <a:noFill/>
            <a:prstDash val="solid"/>
          </a:ln>
        </p:spPr>
      </p:sp>
      <p:sp>
        <p:nvSpPr>
          <p:cNvPr id="2622" name="01_find_only_2621">
            <a:extLst>
              <a:ext uri="{FF2B5EF4-FFF2-40B4-BE49-F238E27FC236}">
                <a16:creationId xmlns:a16="http://schemas.microsoft.com/office/drawing/2014/main" id="{73AE949D-7D25-4D59-8EC3-C3ED74B5A9F2}"/>
              </a:ext>
            </a:extLst>
          </p:cNvPr>
          <p:cNvSpPr>
            <a:spLocks noGrp="1"/>
          </p:cNvSpPr>
          <p:nvPr/>
        </p:nvSpPr>
        <p:spPr>
          <a:xfrm>
            <a:off x="2060185" y="4905784"/>
            <a:ext cx="28398" cy="28398"/>
          </a:xfrm>
          <a:prstGeom prst="ellipse">
            <a:avLst/>
          </a:prstGeom>
          <a:solidFill>
            <a:srgbClr val="7F8C97">
              <a:alpha val="48000"/>
            </a:srgbClr>
          </a:solidFill>
          <a:ln w="0">
            <a:noFill/>
            <a:prstDash val="solid"/>
          </a:ln>
        </p:spPr>
      </p:sp>
      <p:sp>
        <p:nvSpPr>
          <p:cNvPr id="2623" name="01_find_only_2622">
            <a:extLst>
              <a:ext uri="{FF2B5EF4-FFF2-40B4-BE49-F238E27FC236}">
                <a16:creationId xmlns:a16="http://schemas.microsoft.com/office/drawing/2014/main" id="{7D8FB0C7-4A7F-49B2-AEFC-FC173FA78988}"/>
              </a:ext>
            </a:extLst>
          </p:cNvPr>
          <p:cNvSpPr>
            <a:spLocks noGrp="1"/>
          </p:cNvSpPr>
          <p:nvPr/>
        </p:nvSpPr>
        <p:spPr>
          <a:xfrm>
            <a:off x="2059327" y="4905784"/>
            <a:ext cx="28398" cy="28398"/>
          </a:xfrm>
          <a:prstGeom prst="ellipse">
            <a:avLst/>
          </a:prstGeom>
          <a:solidFill>
            <a:srgbClr val="7F8C97">
              <a:alpha val="48000"/>
            </a:srgbClr>
          </a:solidFill>
          <a:ln w="0">
            <a:noFill/>
            <a:prstDash val="solid"/>
          </a:ln>
        </p:spPr>
      </p:sp>
      <p:sp>
        <p:nvSpPr>
          <p:cNvPr id="2624" name="01_find_only_2623">
            <a:extLst>
              <a:ext uri="{FF2B5EF4-FFF2-40B4-BE49-F238E27FC236}">
                <a16:creationId xmlns:a16="http://schemas.microsoft.com/office/drawing/2014/main" id="{E932CCE9-A927-4C0F-B7D2-48BD8840DA19}"/>
              </a:ext>
            </a:extLst>
          </p:cNvPr>
          <p:cNvSpPr>
            <a:spLocks noGrp="1"/>
          </p:cNvSpPr>
          <p:nvPr/>
        </p:nvSpPr>
        <p:spPr>
          <a:xfrm>
            <a:off x="2090326" y="4905784"/>
            <a:ext cx="28398" cy="28398"/>
          </a:xfrm>
          <a:prstGeom prst="ellipse">
            <a:avLst/>
          </a:prstGeom>
          <a:solidFill>
            <a:srgbClr val="7F8C97">
              <a:alpha val="48000"/>
            </a:srgbClr>
          </a:solidFill>
          <a:ln w="0">
            <a:noFill/>
            <a:prstDash val="solid"/>
          </a:ln>
        </p:spPr>
      </p:sp>
      <p:sp>
        <p:nvSpPr>
          <p:cNvPr id="2625" name="01_find_only_2624">
            <a:extLst>
              <a:ext uri="{FF2B5EF4-FFF2-40B4-BE49-F238E27FC236}">
                <a16:creationId xmlns:a16="http://schemas.microsoft.com/office/drawing/2014/main" id="{E943C94E-F879-464C-BEAC-F7BCDD019F55}"/>
              </a:ext>
            </a:extLst>
          </p:cNvPr>
          <p:cNvSpPr>
            <a:spLocks noGrp="1"/>
          </p:cNvSpPr>
          <p:nvPr/>
        </p:nvSpPr>
        <p:spPr>
          <a:xfrm>
            <a:off x="2075923" y="4905784"/>
            <a:ext cx="28398" cy="28398"/>
          </a:xfrm>
          <a:prstGeom prst="ellipse">
            <a:avLst/>
          </a:prstGeom>
          <a:solidFill>
            <a:srgbClr val="7F8C97">
              <a:alpha val="48000"/>
            </a:srgbClr>
          </a:solidFill>
          <a:ln w="0">
            <a:noFill/>
            <a:prstDash val="solid"/>
          </a:ln>
        </p:spPr>
      </p:sp>
      <p:sp>
        <p:nvSpPr>
          <p:cNvPr id="2626" name="01_find_only_2625">
            <a:extLst>
              <a:ext uri="{FF2B5EF4-FFF2-40B4-BE49-F238E27FC236}">
                <a16:creationId xmlns:a16="http://schemas.microsoft.com/office/drawing/2014/main" id="{16AE8180-D993-4B7B-8984-E833BF96A12B}"/>
              </a:ext>
            </a:extLst>
          </p:cNvPr>
          <p:cNvSpPr>
            <a:spLocks noGrp="1"/>
          </p:cNvSpPr>
          <p:nvPr/>
        </p:nvSpPr>
        <p:spPr>
          <a:xfrm>
            <a:off x="2030903" y="6173800"/>
            <a:ext cx="28398" cy="28398"/>
          </a:xfrm>
          <a:prstGeom prst="ellipse">
            <a:avLst/>
          </a:prstGeom>
          <a:solidFill>
            <a:srgbClr val="7F8C97">
              <a:alpha val="48000"/>
            </a:srgbClr>
          </a:solidFill>
          <a:ln w="0">
            <a:noFill/>
            <a:prstDash val="solid"/>
          </a:ln>
        </p:spPr>
      </p:sp>
      <p:sp>
        <p:nvSpPr>
          <p:cNvPr id="2627" name="01_find_only_2626">
            <a:extLst>
              <a:ext uri="{FF2B5EF4-FFF2-40B4-BE49-F238E27FC236}">
                <a16:creationId xmlns:a16="http://schemas.microsoft.com/office/drawing/2014/main" id="{D7049F86-CB86-4040-90AE-9E75D8651BA6}"/>
              </a:ext>
            </a:extLst>
          </p:cNvPr>
          <p:cNvSpPr>
            <a:spLocks noGrp="1"/>
          </p:cNvSpPr>
          <p:nvPr/>
        </p:nvSpPr>
        <p:spPr>
          <a:xfrm>
            <a:off x="2077831" y="5222788"/>
            <a:ext cx="28398" cy="28398"/>
          </a:xfrm>
          <a:prstGeom prst="ellipse">
            <a:avLst/>
          </a:prstGeom>
          <a:solidFill>
            <a:srgbClr val="7F8C97">
              <a:alpha val="48000"/>
            </a:srgbClr>
          </a:solidFill>
          <a:ln w="0">
            <a:noFill/>
            <a:prstDash val="solid"/>
          </a:ln>
        </p:spPr>
      </p:sp>
      <p:sp>
        <p:nvSpPr>
          <p:cNvPr id="2628" name="01_find_only_2627">
            <a:extLst>
              <a:ext uri="{FF2B5EF4-FFF2-40B4-BE49-F238E27FC236}">
                <a16:creationId xmlns:a16="http://schemas.microsoft.com/office/drawing/2014/main" id="{90A9AA95-574B-4A92-8A9E-DDBD2F0B24FC}"/>
              </a:ext>
            </a:extLst>
          </p:cNvPr>
          <p:cNvSpPr>
            <a:spLocks noGrp="1"/>
          </p:cNvSpPr>
          <p:nvPr/>
        </p:nvSpPr>
        <p:spPr>
          <a:xfrm>
            <a:off x="2070105" y="4905784"/>
            <a:ext cx="28398" cy="28398"/>
          </a:xfrm>
          <a:prstGeom prst="ellipse">
            <a:avLst/>
          </a:prstGeom>
          <a:solidFill>
            <a:srgbClr val="7F8C97">
              <a:alpha val="48000"/>
            </a:srgbClr>
          </a:solidFill>
          <a:ln w="0">
            <a:noFill/>
            <a:prstDash val="solid"/>
          </a:ln>
        </p:spPr>
      </p:sp>
      <p:sp>
        <p:nvSpPr>
          <p:cNvPr id="2629" name="01_find_only_2628">
            <a:extLst>
              <a:ext uri="{FF2B5EF4-FFF2-40B4-BE49-F238E27FC236}">
                <a16:creationId xmlns:a16="http://schemas.microsoft.com/office/drawing/2014/main" id="{788D6F1A-9C8C-4288-AD66-8A071A594C23}"/>
              </a:ext>
            </a:extLst>
          </p:cNvPr>
          <p:cNvSpPr>
            <a:spLocks noGrp="1"/>
          </p:cNvSpPr>
          <p:nvPr/>
        </p:nvSpPr>
        <p:spPr>
          <a:xfrm>
            <a:off x="2074206" y="4905784"/>
            <a:ext cx="28398" cy="28398"/>
          </a:xfrm>
          <a:prstGeom prst="ellipse">
            <a:avLst/>
          </a:prstGeom>
          <a:solidFill>
            <a:srgbClr val="7F8C97">
              <a:alpha val="48000"/>
            </a:srgbClr>
          </a:solidFill>
          <a:ln w="0">
            <a:noFill/>
            <a:prstDash val="solid"/>
          </a:ln>
        </p:spPr>
      </p:sp>
      <p:sp>
        <p:nvSpPr>
          <p:cNvPr id="2630" name="01_find_only_2629">
            <a:extLst>
              <a:ext uri="{FF2B5EF4-FFF2-40B4-BE49-F238E27FC236}">
                <a16:creationId xmlns:a16="http://schemas.microsoft.com/office/drawing/2014/main" id="{5360DEEB-2543-4478-950B-35785A8522F6}"/>
              </a:ext>
            </a:extLst>
          </p:cNvPr>
          <p:cNvSpPr>
            <a:spLocks noGrp="1"/>
          </p:cNvSpPr>
          <p:nvPr/>
        </p:nvSpPr>
        <p:spPr>
          <a:xfrm>
            <a:off x="2056179" y="4905784"/>
            <a:ext cx="28398" cy="28398"/>
          </a:xfrm>
          <a:prstGeom prst="ellipse">
            <a:avLst/>
          </a:prstGeom>
          <a:solidFill>
            <a:srgbClr val="7F8C97">
              <a:alpha val="48000"/>
            </a:srgbClr>
          </a:solidFill>
          <a:ln w="0">
            <a:noFill/>
            <a:prstDash val="solid"/>
          </a:ln>
        </p:spPr>
      </p:sp>
      <p:sp>
        <p:nvSpPr>
          <p:cNvPr id="2631" name="01_find_only_2630">
            <a:extLst>
              <a:ext uri="{FF2B5EF4-FFF2-40B4-BE49-F238E27FC236}">
                <a16:creationId xmlns:a16="http://schemas.microsoft.com/office/drawing/2014/main" id="{21C7CD6A-C045-4902-98C8-36747CECFA1D}"/>
              </a:ext>
            </a:extLst>
          </p:cNvPr>
          <p:cNvSpPr>
            <a:spLocks noGrp="1"/>
          </p:cNvSpPr>
          <p:nvPr/>
        </p:nvSpPr>
        <p:spPr>
          <a:xfrm>
            <a:off x="2006676" y="4905784"/>
            <a:ext cx="28398" cy="28398"/>
          </a:xfrm>
          <a:prstGeom prst="ellipse">
            <a:avLst/>
          </a:prstGeom>
          <a:solidFill>
            <a:srgbClr val="7F8C97">
              <a:alpha val="48000"/>
            </a:srgbClr>
          </a:solidFill>
          <a:ln w="0">
            <a:noFill/>
            <a:prstDash val="solid"/>
          </a:ln>
        </p:spPr>
      </p:sp>
      <p:sp>
        <p:nvSpPr>
          <p:cNvPr id="2632" name="01_find_only_2631">
            <a:extLst>
              <a:ext uri="{FF2B5EF4-FFF2-40B4-BE49-F238E27FC236}">
                <a16:creationId xmlns:a16="http://schemas.microsoft.com/office/drawing/2014/main" id="{1F9B6F9C-E619-4760-A8F4-08D07F2AEE63}"/>
              </a:ext>
            </a:extLst>
          </p:cNvPr>
          <p:cNvSpPr>
            <a:spLocks noGrp="1"/>
          </p:cNvSpPr>
          <p:nvPr/>
        </p:nvSpPr>
        <p:spPr>
          <a:xfrm>
            <a:off x="2070487" y="5393482"/>
            <a:ext cx="28398" cy="28398"/>
          </a:xfrm>
          <a:prstGeom prst="ellipse">
            <a:avLst/>
          </a:prstGeom>
          <a:solidFill>
            <a:srgbClr val="7F8C97">
              <a:alpha val="48000"/>
            </a:srgbClr>
          </a:solidFill>
          <a:ln w="0">
            <a:noFill/>
            <a:prstDash val="solid"/>
          </a:ln>
        </p:spPr>
      </p:sp>
      <p:sp>
        <p:nvSpPr>
          <p:cNvPr id="2633" name="01_find_only_2632">
            <a:extLst>
              <a:ext uri="{FF2B5EF4-FFF2-40B4-BE49-F238E27FC236}">
                <a16:creationId xmlns:a16="http://schemas.microsoft.com/office/drawing/2014/main" id="{86E7CE2D-6C9F-471E-A8DD-4063441444C8}"/>
              </a:ext>
            </a:extLst>
          </p:cNvPr>
          <p:cNvSpPr>
            <a:spLocks noGrp="1"/>
          </p:cNvSpPr>
          <p:nvPr/>
        </p:nvSpPr>
        <p:spPr>
          <a:xfrm>
            <a:off x="2083077" y="5398901"/>
            <a:ext cx="28398" cy="28398"/>
          </a:xfrm>
          <a:prstGeom prst="ellipse">
            <a:avLst/>
          </a:prstGeom>
          <a:solidFill>
            <a:srgbClr val="7F8C97">
              <a:alpha val="48000"/>
            </a:srgbClr>
          </a:solidFill>
          <a:ln w="0">
            <a:noFill/>
            <a:prstDash val="solid"/>
          </a:ln>
        </p:spPr>
      </p:sp>
      <p:sp>
        <p:nvSpPr>
          <p:cNvPr id="2634" name="01_find_only_2633">
            <a:extLst>
              <a:ext uri="{FF2B5EF4-FFF2-40B4-BE49-F238E27FC236}">
                <a16:creationId xmlns:a16="http://schemas.microsoft.com/office/drawing/2014/main" id="{E230B05D-B7A9-4462-A36A-B2A4DA2A103C}"/>
              </a:ext>
            </a:extLst>
          </p:cNvPr>
          <p:cNvSpPr>
            <a:spLocks noGrp="1"/>
          </p:cNvSpPr>
          <p:nvPr/>
        </p:nvSpPr>
        <p:spPr>
          <a:xfrm>
            <a:off x="2022510" y="4905784"/>
            <a:ext cx="28398" cy="28398"/>
          </a:xfrm>
          <a:prstGeom prst="ellipse">
            <a:avLst/>
          </a:prstGeom>
          <a:solidFill>
            <a:srgbClr val="7F8C97">
              <a:alpha val="48000"/>
            </a:srgbClr>
          </a:solidFill>
          <a:ln w="0">
            <a:noFill/>
            <a:prstDash val="solid"/>
          </a:ln>
        </p:spPr>
      </p:sp>
      <p:sp>
        <p:nvSpPr>
          <p:cNvPr id="2635" name="01_find_only_2634">
            <a:extLst>
              <a:ext uri="{FF2B5EF4-FFF2-40B4-BE49-F238E27FC236}">
                <a16:creationId xmlns:a16="http://schemas.microsoft.com/office/drawing/2014/main" id="{56BE46FD-729A-4A49-810B-A2ABE8156308}"/>
              </a:ext>
            </a:extLst>
          </p:cNvPr>
          <p:cNvSpPr>
            <a:spLocks noGrp="1"/>
          </p:cNvSpPr>
          <p:nvPr/>
        </p:nvSpPr>
        <p:spPr>
          <a:xfrm>
            <a:off x="2015356" y="4905784"/>
            <a:ext cx="28398" cy="28398"/>
          </a:xfrm>
          <a:prstGeom prst="ellipse">
            <a:avLst/>
          </a:prstGeom>
          <a:solidFill>
            <a:srgbClr val="7F8C97">
              <a:alpha val="48000"/>
            </a:srgbClr>
          </a:solidFill>
          <a:ln w="0">
            <a:noFill/>
            <a:prstDash val="solid"/>
          </a:ln>
        </p:spPr>
      </p:sp>
      <p:sp>
        <p:nvSpPr>
          <p:cNvPr id="2636" name="01_find_only_2635">
            <a:extLst>
              <a:ext uri="{FF2B5EF4-FFF2-40B4-BE49-F238E27FC236}">
                <a16:creationId xmlns:a16="http://schemas.microsoft.com/office/drawing/2014/main" id="{90C8AF4D-4D9C-4BDB-B02B-F570D9AA6235}"/>
              </a:ext>
            </a:extLst>
          </p:cNvPr>
          <p:cNvSpPr>
            <a:spLocks noGrp="1"/>
          </p:cNvSpPr>
          <p:nvPr/>
        </p:nvSpPr>
        <p:spPr>
          <a:xfrm>
            <a:off x="2070296" y="5064286"/>
            <a:ext cx="28398" cy="28398"/>
          </a:xfrm>
          <a:prstGeom prst="ellipse">
            <a:avLst/>
          </a:prstGeom>
          <a:solidFill>
            <a:srgbClr val="7F8C97">
              <a:alpha val="48000"/>
            </a:srgbClr>
          </a:solidFill>
          <a:ln w="0">
            <a:noFill/>
            <a:prstDash val="solid"/>
          </a:ln>
        </p:spPr>
      </p:sp>
      <p:sp>
        <p:nvSpPr>
          <p:cNvPr id="2637" name="01_find_only_2636">
            <a:extLst>
              <a:ext uri="{FF2B5EF4-FFF2-40B4-BE49-F238E27FC236}">
                <a16:creationId xmlns:a16="http://schemas.microsoft.com/office/drawing/2014/main" id="{8755B8DA-D940-4C46-B4B8-A97DC7866CF9}"/>
              </a:ext>
            </a:extLst>
          </p:cNvPr>
          <p:cNvSpPr>
            <a:spLocks noGrp="1"/>
          </p:cNvSpPr>
          <p:nvPr/>
        </p:nvSpPr>
        <p:spPr>
          <a:xfrm>
            <a:off x="2094904" y="4905784"/>
            <a:ext cx="28398" cy="28398"/>
          </a:xfrm>
          <a:prstGeom prst="ellipse">
            <a:avLst/>
          </a:prstGeom>
          <a:solidFill>
            <a:srgbClr val="7F8C97">
              <a:alpha val="48000"/>
            </a:srgbClr>
          </a:solidFill>
          <a:ln w="0">
            <a:noFill/>
            <a:prstDash val="solid"/>
          </a:ln>
        </p:spPr>
      </p:sp>
      <p:sp>
        <p:nvSpPr>
          <p:cNvPr id="2638" name="01_find_only_2637">
            <a:extLst>
              <a:ext uri="{FF2B5EF4-FFF2-40B4-BE49-F238E27FC236}">
                <a16:creationId xmlns:a16="http://schemas.microsoft.com/office/drawing/2014/main" id="{A4560094-EDD8-4993-8291-4749B2D3E71F}"/>
              </a:ext>
            </a:extLst>
          </p:cNvPr>
          <p:cNvSpPr>
            <a:spLocks noGrp="1"/>
          </p:cNvSpPr>
          <p:nvPr/>
        </p:nvSpPr>
        <p:spPr>
          <a:xfrm>
            <a:off x="2099006" y="4905784"/>
            <a:ext cx="28398" cy="28398"/>
          </a:xfrm>
          <a:prstGeom prst="ellipse">
            <a:avLst/>
          </a:prstGeom>
          <a:solidFill>
            <a:srgbClr val="7F8C97">
              <a:alpha val="48000"/>
            </a:srgbClr>
          </a:solidFill>
          <a:ln w="0">
            <a:noFill/>
            <a:prstDash val="solid"/>
          </a:ln>
        </p:spPr>
      </p:sp>
      <p:sp>
        <p:nvSpPr>
          <p:cNvPr id="2639" name="01_find_only_2638">
            <a:extLst>
              <a:ext uri="{FF2B5EF4-FFF2-40B4-BE49-F238E27FC236}">
                <a16:creationId xmlns:a16="http://schemas.microsoft.com/office/drawing/2014/main" id="{B76C44C5-73B7-49B0-AB1F-24D91C23987C}"/>
              </a:ext>
            </a:extLst>
          </p:cNvPr>
          <p:cNvSpPr>
            <a:spLocks noGrp="1"/>
          </p:cNvSpPr>
          <p:nvPr/>
        </p:nvSpPr>
        <p:spPr>
          <a:xfrm>
            <a:off x="2040060" y="4905784"/>
            <a:ext cx="28398" cy="28398"/>
          </a:xfrm>
          <a:prstGeom prst="ellipse">
            <a:avLst/>
          </a:prstGeom>
          <a:solidFill>
            <a:srgbClr val="7F8C97">
              <a:alpha val="48000"/>
            </a:srgbClr>
          </a:solidFill>
          <a:ln w="0">
            <a:noFill/>
            <a:prstDash val="solid"/>
          </a:ln>
        </p:spPr>
      </p:sp>
      <p:sp>
        <p:nvSpPr>
          <p:cNvPr id="2640" name="01_find_only_2639">
            <a:extLst>
              <a:ext uri="{FF2B5EF4-FFF2-40B4-BE49-F238E27FC236}">
                <a16:creationId xmlns:a16="http://schemas.microsoft.com/office/drawing/2014/main" id="{40891D72-6E95-45E7-9CA5-B9271191459A}"/>
              </a:ext>
            </a:extLst>
          </p:cNvPr>
          <p:cNvSpPr>
            <a:spLocks noGrp="1"/>
          </p:cNvSpPr>
          <p:nvPr/>
        </p:nvSpPr>
        <p:spPr>
          <a:xfrm>
            <a:off x="2075065" y="5328456"/>
            <a:ext cx="28398" cy="28398"/>
          </a:xfrm>
          <a:prstGeom prst="ellipse">
            <a:avLst/>
          </a:prstGeom>
          <a:solidFill>
            <a:srgbClr val="7F8C97">
              <a:alpha val="48000"/>
            </a:srgbClr>
          </a:solidFill>
          <a:ln w="0">
            <a:noFill/>
            <a:prstDash val="solid"/>
          </a:ln>
        </p:spPr>
      </p:sp>
      <p:sp>
        <p:nvSpPr>
          <p:cNvPr id="2641" name="01_find_only_2640">
            <a:extLst>
              <a:ext uri="{FF2B5EF4-FFF2-40B4-BE49-F238E27FC236}">
                <a16:creationId xmlns:a16="http://schemas.microsoft.com/office/drawing/2014/main" id="{04C56633-6EDB-4054-AFC5-A0FD1619E46F}"/>
              </a:ext>
            </a:extLst>
          </p:cNvPr>
          <p:cNvSpPr>
            <a:spLocks noGrp="1"/>
          </p:cNvSpPr>
          <p:nvPr/>
        </p:nvSpPr>
        <p:spPr>
          <a:xfrm>
            <a:off x="2082314" y="4905784"/>
            <a:ext cx="28398" cy="28398"/>
          </a:xfrm>
          <a:prstGeom prst="ellipse">
            <a:avLst/>
          </a:prstGeom>
          <a:solidFill>
            <a:srgbClr val="7F8C97">
              <a:alpha val="48000"/>
            </a:srgbClr>
          </a:solidFill>
          <a:ln w="0">
            <a:noFill/>
            <a:prstDash val="solid"/>
          </a:ln>
        </p:spPr>
      </p:sp>
      <p:sp>
        <p:nvSpPr>
          <p:cNvPr id="2642" name="01_find_only_2641">
            <a:extLst>
              <a:ext uri="{FF2B5EF4-FFF2-40B4-BE49-F238E27FC236}">
                <a16:creationId xmlns:a16="http://schemas.microsoft.com/office/drawing/2014/main" id="{E1DAC8D9-5081-43DC-BADB-F4813D4F09A0}"/>
              </a:ext>
            </a:extLst>
          </p:cNvPr>
          <p:cNvSpPr>
            <a:spLocks noGrp="1"/>
          </p:cNvSpPr>
          <p:nvPr/>
        </p:nvSpPr>
        <p:spPr>
          <a:xfrm>
            <a:off x="2093855" y="4905784"/>
            <a:ext cx="28398" cy="28398"/>
          </a:xfrm>
          <a:prstGeom prst="ellipse">
            <a:avLst/>
          </a:prstGeom>
          <a:solidFill>
            <a:srgbClr val="7F8C97">
              <a:alpha val="48000"/>
            </a:srgbClr>
          </a:solidFill>
          <a:ln w="0">
            <a:noFill/>
            <a:prstDash val="solid"/>
          </a:ln>
        </p:spPr>
      </p:sp>
      <p:sp>
        <p:nvSpPr>
          <p:cNvPr id="2643" name="01_find_only_2642">
            <a:extLst>
              <a:ext uri="{FF2B5EF4-FFF2-40B4-BE49-F238E27FC236}">
                <a16:creationId xmlns:a16="http://schemas.microsoft.com/office/drawing/2014/main" id="{E119B52C-D03F-4F91-9731-A38C4A372597}"/>
              </a:ext>
            </a:extLst>
          </p:cNvPr>
          <p:cNvSpPr>
            <a:spLocks noGrp="1"/>
          </p:cNvSpPr>
          <p:nvPr/>
        </p:nvSpPr>
        <p:spPr>
          <a:xfrm>
            <a:off x="2083745" y="4905784"/>
            <a:ext cx="28398" cy="28398"/>
          </a:xfrm>
          <a:prstGeom prst="ellipse">
            <a:avLst/>
          </a:prstGeom>
          <a:solidFill>
            <a:srgbClr val="7F8C97">
              <a:alpha val="48000"/>
            </a:srgbClr>
          </a:solidFill>
          <a:ln w="0">
            <a:noFill/>
            <a:prstDash val="solid"/>
          </a:ln>
        </p:spPr>
      </p:sp>
      <p:sp>
        <p:nvSpPr>
          <p:cNvPr id="2644" name="01_find_only_2643">
            <a:extLst>
              <a:ext uri="{FF2B5EF4-FFF2-40B4-BE49-F238E27FC236}">
                <a16:creationId xmlns:a16="http://schemas.microsoft.com/office/drawing/2014/main" id="{0C672CEC-1841-4392-8839-545F3DF952FC}"/>
              </a:ext>
            </a:extLst>
          </p:cNvPr>
          <p:cNvSpPr>
            <a:spLocks noGrp="1"/>
          </p:cNvSpPr>
          <p:nvPr/>
        </p:nvSpPr>
        <p:spPr>
          <a:xfrm>
            <a:off x="2069342" y="4905784"/>
            <a:ext cx="28398" cy="28398"/>
          </a:xfrm>
          <a:prstGeom prst="ellipse">
            <a:avLst/>
          </a:prstGeom>
          <a:solidFill>
            <a:srgbClr val="7F8C97">
              <a:alpha val="48000"/>
            </a:srgbClr>
          </a:solidFill>
          <a:ln w="0">
            <a:noFill/>
            <a:prstDash val="solid"/>
          </a:ln>
        </p:spPr>
      </p:sp>
      <p:sp>
        <p:nvSpPr>
          <p:cNvPr id="2645" name="01_find_only_2644">
            <a:extLst>
              <a:ext uri="{FF2B5EF4-FFF2-40B4-BE49-F238E27FC236}">
                <a16:creationId xmlns:a16="http://schemas.microsoft.com/office/drawing/2014/main" id="{ACAEBB20-190A-4910-A1EC-1B0196FECC9E}"/>
              </a:ext>
            </a:extLst>
          </p:cNvPr>
          <p:cNvSpPr>
            <a:spLocks noGrp="1"/>
          </p:cNvSpPr>
          <p:nvPr/>
        </p:nvSpPr>
        <p:spPr>
          <a:xfrm>
            <a:off x="2010873" y="4905784"/>
            <a:ext cx="28398" cy="28398"/>
          </a:xfrm>
          <a:prstGeom prst="ellipse">
            <a:avLst/>
          </a:prstGeom>
          <a:solidFill>
            <a:srgbClr val="7F8C97">
              <a:alpha val="48000"/>
            </a:srgbClr>
          </a:solidFill>
          <a:ln w="0">
            <a:noFill/>
            <a:prstDash val="solid"/>
          </a:ln>
        </p:spPr>
      </p:sp>
      <p:sp>
        <p:nvSpPr>
          <p:cNvPr id="2646" name="01_find_only_2645">
            <a:extLst>
              <a:ext uri="{FF2B5EF4-FFF2-40B4-BE49-F238E27FC236}">
                <a16:creationId xmlns:a16="http://schemas.microsoft.com/office/drawing/2014/main" id="{C7F410C1-1841-4FB3-B700-0ADCD30A4212}"/>
              </a:ext>
            </a:extLst>
          </p:cNvPr>
          <p:cNvSpPr>
            <a:spLocks noGrp="1"/>
          </p:cNvSpPr>
          <p:nvPr/>
        </p:nvSpPr>
        <p:spPr>
          <a:xfrm>
            <a:off x="2020125" y="5793395"/>
            <a:ext cx="28398" cy="28398"/>
          </a:xfrm>
          <a:prstGeom prst="ellipse">
            <a:avLst/>
          </a:prstGeom>
          <a:solidFill>
            <a:srgbClr val="7F8C97">
              <a:alpha val="48000"/>
            </a:srgbClr>
          </a:solidFill>
          <a:ln w="0">
            <a:noFill/>
            <a:prstDash val="solid"/>
          </a:ln>
        </p:spPr>
      </p:sp>
      <p:sp>
        <p:nvSpPr>
          <p:cNvPr id="2647" name="01_find_only_2646">
            <a:extLst>
              <a:ext uri="{FF2B5EF4-FFF2-40B4-BE49-F238E27FC236}">
                <a16:creationId xmlns:a16="http://schemas.microsoft.com/office/drawing/2014/main" id="{FC1C07E7-C82D-4628-9066-CD2E370EC689}"/>
              </a:ext>
            </a:extLst>
          </p:cNvPr>
          <p:cNvSpPr>
            <a:spLocks noGrp="1"/>
          </p:cNvSpPr>
          <p:nvPr/>
        </p:nvSpPr>
        <p:spPr>
          <a:xfrm>
            <a:off x="2070296" y="4905784"/>
            <a:ext cx="28398" cy="28398"/>
          </a:xfrm>
          <a:prstGeom prst="ellipse">
            <a:avLst/>
          </a:prstGeom>
          <a:solidFill>
            <a:srgbClr val="7F8C97">
              <a:alpha val="48000"/>
            </a:srgbClr>
          </a:solidFill>
          <a:ln w="0">
            <a:noFill/>
            <a:prstDash val="solid"/>
          </a:ln>
        </p:spPr>
      </p:sp>
      <p:sp>
        <p:nvSpPr>
          <p:cNvPr id="2648" name="01_find_only_2647">
            <a:extLst>
              <a:ext uri="{FF2B5EF4-FFF2-40B4-BE49-F238E27FC236}">
                <a16:creationId xmlns:a16="http://schemas.microsoft.com/office/drawing/2014/main" id="{762FBFDB-07A6-40F3-9A84-CF68316574C6}"/>
              </a:ext>
            </a:extLst>
          </p:cNvPr>
          <p:cNvSpPr>
            <a:spLocks noGrp="1"/>
          </p:cNvSpPr>
          <p:nvPr/>
        </p:nvSpPr>
        <p:spPr>
          <a:xfrm>
            <a:off x="2060662" y="4905784"/>
            <a:ext cx="28398" cy="28398"/>
          </a:xfrm>
          <a:prstGeom prst="ellipse">
            <a:avLst/>
          </a:prstGeom>
          <a:solidFill>
            <a:srgbClr val="7F8C97">
              <a:alpha val="48000"/>
            </a:srgbClr>
          </a:solidFill>
          <a:ln w="0">
            <a:noFill/>
            <a:prstDash val="solid"/>
          </a:ln>
        </p:spPr>
      </p:sp>
      <p:sp>
        <p:nvSpPr>
          <p:cNvPr id="2649" name="01_find_only_2648">
            <a:extLst>
              <a:ext uri="{FF2B5EF4-FFF2-40B4-BE49-F238E27FC236}">
                <a16:creationId xmlns:a16="http://schemas.microsoft.com/office/drawing/2014/main" id="{4DEFD272-55C1-4AFB-865D-5AD7653BEE9E}"/>
              </a:ext>
            </a:extLst>
          </p:cNvPr>
          <p:cNvSpPr>
            <a:spLocks noGrp="1"/>
          </p:cNvSpPr>
          <p:nvPr/>
        </p:nvSpPr>
        <p:spPr>
          <a:xfrm>
            <a:off x="2024131" y="4905784"/>
            <a:ext cx="28398" cy="28398"/>
          </a:xfrm>
          <a:prstGeom prst="ellipse">
            <a:avLst/>
          </a:prstGeom>
          <a:solidFill>
            <a:srgbClr val="7F8C97">
              <a:alpha val="48000"/>
            </a:srgbClr>
          </a:solidFill>
          <a:ln w="0">
            <a:noFill/>
            <a:prstDash val="solid"/>
          </a:ln>
        </p:spPr>
      </p:sp>
      <p:sp>
        <p:nvSpPr>
          <p:cNvPr id="2650" name="01_find_only_2649">
            <a:extLst>
              <a:ext uri="{FF2B5EF4-FFF2-40B4-BE49-F238E27FC236}">
                <a16:creationId xmlns:a16="http://schemas.microsoft.com/office/drawing/2014/main" id="{D9F71519-E263-41B1-83C6-A386F62DAA7C}"/>
              </a:ext>
            </a:extLst>
          </p:cNvPr>
          <p:cNvSpPr>
            <a:spLocks noGrp="1"/>
          </p:cNvSpPr>
          <p:nvPr/>
        </p:nvSpPr>
        <p:spPr>
          <a:xfrm>
            <a:off x="2041395" y="4905784"/>
            <a:ext cx="28398" cy="28398"/>
          </a:xfrm>
          <a:prstGeom prst="ellipse">
            <a:avLst/>
          </a:prstGeom>
          <a:solidFill>
            <a:srgbClr val="7F8C97">
              <a:alpha val="48000"/>
            </a:srgbClr>
          </a:solidFill>
          <a:ln w="0">
            <a:noFill/>
            <a:prstDash val="solid"/>
          </a:ln>
        </p:spPr>
      </p:sp>
      <p:sp>
        <p:nvSpPr>
          <p:cNvPr id="2651" name="01_find_only_2650">
            <a:extLst>
              <a:ext uri="{FF2B5EF4-FFF2-40B4-BE49-F238E27FC236}">
                <a16:creationId xmlns:a16="http://schemas.microsoft.com/office/drawing/2014/main" id="{986379D6-7CCC-4063-B1EB-AEBB14E30068}"/>
              </a:ext>
            </a:extLst>
          </p:cNvPr>
          <p:cNvSpPr>
            <a:spLocks noGrp="1"/>
          </p:cNvSpPr>
          <p:nvPr/>
        </p:nvSpPr>
        <p:spPr>
          <a:xfrm>
            <a:off x="2007630" y="6037941"/>
            <a:ext cx="28398" cy="28398"/>
          </a:xfrm>
          <a:prstGeom prst="ellipse">
            <a:avLst/>
          </a:prstGeom>
          <a:solidFill>
            <a:srgbClr val="7F8C97">
              <a:alpha val="48000"/>
            </a:srgbClr>
          </a:solidFill>
          <a:ln w="0">
            <a:noFill/>
            <a:prstDash val="solid"/>
          </a:ln>
        </p:spPr>
      </p:sp>
      <p:sp>
        <p:nvSpPr>
          <p:cNvPr id="2652" name="01_find_only_2651">
            <a:extLst>
              <a:ext uri="{FF2B5EF4-FFF2-40B4-BE49-F238E27FC236}">
                <a16:creationId xmlns:a16="http://schemas.microsoft.com/office/drawing/2014/main" id="{272DFCD2-F29B-4F9F-B44A-D295157464D8}"/>
              </a:ext>
            </a:extLst>
          </p:cNvPr>
          <p:cNvSpPr>
            <a:spLocks noGrp="1"/>
          </p:cNvSpPr>
          <p:nvPr/>
        </p:nvSpPr>
        <p:spPr>
          <a:xfrm>
            <a:off x="550800" y="4856582"/>
            <a:ext cx="191" cy="1394818"/>
          </a:xfrm>
          <a:custGeom>
            <a:avLst/>
            <a:gdLst/>
            <a:ahLst/>
            <a:cxnLst/>
            <a:rect l="0" t="0" r="0" b="0"/>
            <a:pathLst>
              <a:path w="191" h="1394818">
                <a:moveTo>
                  <a:pt x="0" y="1394818"/>
                </a:moveTo>
                <a:lnTo>
                  <a:pt x="0" y="0"/>
                </a:lnTo>
              </a:path>
            </a:pathLst>
          </a:custGeom>
          <a:noFill/>
          <a:ln w="8890">
            <a:solidFill>
              <a:srgbClr val="000000"/>
            </a:solidFill>
            <a:prstDash val="solid"/>
          </a:ln>
        </p:spPr>
      </p:sp>
      <p:sp>
        <p:nvSpPr>
          <p:cNvPr id="2653" name="01_find_only_2652">
            <a:extLst>
              <a:ext uri="{FF2B5EF4-FFF2-40B4-BE49-F238E27FC236}">
                <a16:creationId xmlns:a16="http://schemas.microsoft.com/office/drawing/2014/main" id="{E7B10F2E-882C-4BA6-8523-6A31B6EF0957}"/>
              </a:ext>
            </a:extLst>
          </p:cNvPr>
          <p:cNvSpPr>
            <a:spLocks noGrp="1"/>
          </p:cNvSpPr>
          <p:nvPr/>
        </p:nvSpPr>
        <p:spPr>
          <a:xfrm>
            <a:off x="550800" y="6251400"/>
            <a:ext cx="1620000" cy="191"/>
          </a:xfrm>
          <a:custGeom>
            <a:avLst/>
            <a:gdLst/>
            <a:ahLst/>
            <a:cxnLst/>
            <a:rect l="0" t="0" r="0" b="0"/>
            <a:pathLst>
              <a:path w="1620000" h="191">
                <a:moveTo>
                  <a:pt x="0" y="0"/>
                </a:moveTo>
                <a:lnTo>
                  <a:pt x="1620000" y="0"/>
                </a:lnTo>
              </a:path>
            </a:pathLst>
          </a:custGeom>
          <a:noFill/>
          <a:ln w="8890">
            <a:solidFill>
              <a:srgbClr val="000000"/>
            </a:solidFill>
            <a:prstDash val="solid"/>
          </a:ln>
        </p:spPr>
      </p:sp>
      <p:sp>
        <p:nvSpPr>
          <p:cNvPr id="2654" name="text_2653">
            <a:extLst>
              <a:ext uri="{FF2B5EF4-FFF2-40B4-BE49-F238E27FC236}">
                <a16:creationId xmlns:a16="http://schemas.microsoft.com/office/drawing/2014/main" id="{DD7068A6-DFC2-4E6A-85A5-6225340A03BD}"/>
              </a:ext>
            </a:extLst>
          </p:cNvPr>
          <p:cNvSpPr>
            <a:spLocks noGrp="1"/>
          </p:cNvSpPr>
          <p:nvPr/>
        </p:nvSpPr>
        <p:spPr>
          <a:xfrm>
            <a:off x="324000" y="4665830"/>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d</a:t>
            </a:r>
          </a:p>
        </p:txBody>
      </p:sp>
      <p:sp>
        <p:nvSpPr>
          <p:cNvPr id="2655" name="text_2654">
            <a:extLst>
              <a:ext uri="{FF2B5EF4-FFF2-40B4-BE49-F238E27FC236}">
                <a16:creationId xmlns:a16="http://schemas.microsoft.com/office/drawing/2014/main" id="{0A885E8D-8D4F-42B5-B80F-768E404C9540}"/>
              </a:ext>
            </a:extLst>
          </p:cNvPr>
          <p:cNvSpPr>
            <a:spLocks noGrp="1"/>
          </p:cNvSpPr>
          <p:nvPr/>
        </p:nvSpPr>
        <p:spPr>
          <a:xfrm>
            <a:off x="550800" y="4657002"/>
            <a:ext cx="1008431"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rPr sz="850" b="0">
                <a:solidFill>
                  <a:srgbClr val="273744"/>
                </a:solidFill>
                <a:latin typeface="Arial"/>
                <a:ea typeface="Arial"/>
                <a:cs typeface="Arial"/>
              </a:rPr>
              <a:t>Small molecules, GT</a:t>
            </a:r>
          </a:p>
        </p:txBody>
      </p:sp>
      <p:sp>
        <p:nvSpPr>
          <p:cNvPr id="2656" name="01_find_only_2655">
            <a:extLst>
              <a:ext uri="{FF2B5EF4-FFF2-40B4-BE49-F238E27FC236}">
                <a16:creationId xmlns:a16="http://schemas.microsoft.com/office/drawing/2014/main" id="{379FB5AE-96BA-4D66-ABD8-C8692D6EDB6F}"/>
              </a:ext>
            </a:extLst>
          </p:cNvPr>
          <p:cNvSpPr>
            <a:spLocks noGrp="1"/>
          </p:cNvSpPr>
          <p:nvPr/>
        </p:nvSpPr>
        <p:spPr>
          <a:xfrm>
            <a:off x="565800" y="5258534"/>
            <a:ext cx="1500000" cy="929465"/>
          </a:xfrm>
          <a:custGeom>
            <a:avLst/>
            <a:gdLst/>
            <a:ahLst/>
            <a:cxnLst/>
            <a:rect l="0" t="0" r="0" b="0"/>
            <a:pathLst>
              <a:path w="1500000" h="929465">
                <a:moveTo>
                  <a:pt x="0" y="929465"/>
                </a:moveTo>
                <a:lnTo>
                  <a:pt x="16667" y="928573"/>
                </a:lnTo>
                <a:lnTo>
                  <a:pt x="16667" y="927899"/>
                </a:lnTo>
                <a:lnTo>
                  <a:pt x="25000" y="926565"/>
                </a:lnTo>
                <a:lnTo>
                  <a:pt x="25641" y="925492"/>
                </a:lnTo>
                <a:lnTo>
                  <a:pt x="27778" y="925412"/>
                </a:lnTo>
                <a:lnTo>
                  <a:pt x="27778" y="923164"/>
                </a:lnTo>
                <a:lnTo>
                  <a:pt x="35714" y="922316"/>
                </a:lnTo>
                <a:lnTo>
                  <a:pt x="35714" y="919908"/>
                </a:lnTo>
                <a:lnTo>
                  <a:pt x="41667" y="919216"/>
                </a:lnTo>
                <a:lnTo>
                  <a:pt x="41667" y="916181"/>
                </a:lnTo>
                <a:lnTo>
                  <a:pt x="45455" y="916008"/>
                </a:lnTo>
                <a:lnTo>
                  <a:pt x="45455" y="913555"/>
                </a:lnTo>
                <a:lnTo>
                  <a:pt x="50000" y="913555"/>
                </a:lnTo>
                <a:lnTo>
                  <a:pt x="51282" y="910684"/>
                </a:lnTo>
                <a:lnTo>
                  <a:pt x="55556" y="910202"/>
                </a:lnTo>
                <a:lnTo>
                  <a:pt x="55556" y="907954"/>
                </a:lnTo>
                <a:lnTo>
                  <a:pt x="62500" y="907556"/>
                </a:lnTo>
                <a:lnTo>
                  <a:pt x="62500" y="901936"/>
                </a:lnTo>
                <a:lnTo>
                  <a:pt x="71429" y="900915"/>
                </a:lnTo>
                <a:lnTo>
                  <a:pt x="71429" y="894171"/>
                </a:lnTo>
                <a:lnTo>
                  <a:pt x="83333" y="893254"/>
                </a:lnTo>
                <a:lnTo>
                  <a:pt x="83333" y="875357"/>
                </a:lnTo>
                <a:lnTo>
                  <a:pt x="90909" y="875184"/>
                </a:lnTo>
                <a:lnTo>
                  <a:pt x="91667" y="872507"/>
                </a:lnTo>
                <a:lnTo>
                  <a:pt x="100000" y="871815"/>
                </a:lnTo>
                <a:lnTo>
                  <a:pt x="100000" y="861024"/>
                </a:lnTo>
                <a:lnTo>
                  <a:pt x="107143" y="860289"/>
                </a:lnTo>
                <a:lnTo>
                  <a:pt x="108333" y="858137"/>
                </a:lnTo>
                <a:lnTo>
                  <a:pt x="111111" y="857964"/>
                </a:lnTo>
                <a:lnTo>
                  <a:pt x="111111" y="856465"/>
                </a:lnTo>
                <a:lnTo>
                  <a:pt x="121795" y="855099"/>
                </a:lnTo>
                <a:lnTo>
                  <a:pt x="121795" y="854926"/>
                </a:lnTo>
                <a:lnTo>
                  <a:pt x="125000" y="854926"/>
                </a:lnTo>
                <a:lnTo>
                  <a:pt x="125000" y="825441"/>
                </a:lnTo>
                <a:lnTo>
                  <a:pt x="134615" y="824594"/>
                </a:lnTo>
                <a:lnTo>
                  <a:pt x="134615" y="823902"/>
                </a:lnTo>
                <a:lnTo>
                  <a:pt x="136364" y="823902"/>
                </a:lnTo>
                <a:lnTo>
                  <a:pt x="136364" y="821450"/>
                </a:lnTo>
                <a:lnTo>
                  <a:pt x="138889" y="821450"/>
                </a:lnTo>
                <a:lnTo>
                  <a:pt x="138889" y="819951"/>
                </a:lnTo>
                <a:lnTo>
                  <a:pt x="142857" y="819553"/>
                </a:lnTo>
                <a:lnTo>
                  <a:pt x="142857" y="814735"/>
                </a:lnTo>
                <a:lnTo>
                  <a:pt x="150000" y="814562"/>
                </a:lnTo>
                <a:lnTo>
                  <a:pt x="150000" y="811864"/>
                </a:lnTo>
                <a:lnTo>
                  <a:pt x="166667" y="810775"/>
                </a:lnTo>
                <a:lnTo>
                  <a:pt x="166667" y="776503"/>
                </a:lnTo>
                <a:lnTo>
                  <a:pt x="175000" y="775812"/>
                </a:lnTo>
                <a:lnTo>
                  <a:pt x="175000" y="774912"/>
                </a:lnTo>
                <a:lnTo>
                  <a:pt x="181818" y="773776"/>
                </a:lnTo>
                <a:lnTo>
                  <a:pt x="181818" y="771323"/>
                </a:lnTo>
                <a:lnTo>
                  <a:pt x="187500" y="771150"/>
                </a:lnTo>
                <a:lnTo>
                  <a:pt x="187500" y="766092"/>
                </a:lnTo>
                <a:lnTo>
                  <a:pt x="194444" y="765919"/>
                </a:lnTo>
                <a:lnTo>
                  <a:pt x="194444" y="763670"/>
                </a:lnTo>
                <a:lnTo>
                  <a:pt x="200000" y="763498"/>
                </a:lnTo>
                <a:lnTo>
                  <a:pt x="200000" y="751132"/>
                </a:lnTo>
                <a:lnTo>
                  <a:pt x="208333" y="750959"/>
                </a:lnTo>
                <a:lnTo>
                  <a:pt x="208333" y="747362"/>
                </a:lnTo>
                <a:lnTo>
                  <a:pt x="214286" y="747189"/>
                </a:lnTo>
                <a:lnTo>
                  <a:pt x="214286" y="742371"/>
                </a:lnTo>
                <a:lnTo>
                  <a:pt x="222222" y="741974"/>
                </a:lnTo>
                <a:lnTo>
                  <a:pt x="222222" y="740475"/>
                </a:lnTo>
                <a:lnTo>
                  <a:pt x="227273" y="739627"/>
                </a:lnTo>
                <a:lnTo>
                  <a:pt x="227273" y="737175"/>
                </a:lnTo>
                <a:lnTo>
                  <a:pt x="250000" y="736206"/>
                </a:lnTo>
                <a:lnTo>
                  <a:pt x="250000" y="599843"/>
                </a:lnTo>
                <a:lnTo>
                  <a:pt x="269231" y="599047"/>
                </a:lnTo>
                <a:lnTo>
                  <a:pt x="269231" y="598356"/>
                </a:lnTo>
                <a:lnTo>
                  <a:pt x="272727" y="598356"/>
                </a:lnTo>
                <a:lnTo>
                  <a:pt x="272727" y="595903"/>
                </a:lnTo>
                <a:lnTo>
                  <a:pt x="283333" y="594658"/>
                </a:lnTo>
                <a:lnTo>
                  <a:pt x="283333" y="594433"/>
                </a:lnTo>
                <a:lnTo>
                  <a:pt x="285714" y="594433"/>
                </a:lnTo>
                <a:lnTo>
                  <a:pt x="285714" y="589615"/>
                </a:lnTo>
                <a:lnTo>
                  <a:pt x="291667" y="588923"/>
                </a:lnTo>
                <a:lnTo>
                  <a:pt x="291667" y="587575"/>
                </a:lnTo>
                <a:lnTo>
                  <a:pt x="300000" y="587402"/>
                </a:lnTo>
                <a:lnTo>
                  <a:pt x="301282" y="574863"/>
                </a:lnTo>
                <a:lnTo>
                  <a:pt x="307692" y="574114"/>
                </a:lnTo>
                <a:lnTo>
                  <a:pt x="307692" y="573422"/>
                </a:lnTo>
                <a:lnTo>
                  <a:pt x="312500" y="573422"/>
                </a:lnTo>
                <a:lnTo>
                  <a:pt x="312500" y="570050"/>
                </a:lnTo>
                <a:lnTo>
                  <a:pt x="318182" y="569652"/>
                </a:lnTo>
                <a:lnTo>
                  <a:pt x="318182" y="567199"/>
                </a:lnTo>
                <a:lnTo>
                  <a:pt x="325000" y="566063"/>
                </a:lnTo>
                <a:lnTo>
                  <a:pt x="325000" y="565163"/>
                </a:lnTo>
                <a:lnTo>
                  <a:pt x="333333" y="564472"/>
                </a:lnTo>
                <a:lnTo>
                  <a:pt x="333333" y="528477"/>
                </a:lnTo>
                <a:lnTo>
                  <a:pt x="350000" y="527387"/>
                </a:lnTo>
                <a:lnTo>
                  <a:pt x="350000" y="525813"/>
                </a:lnTo>
                <a:lnTo>
                  <a:pt x="357143" y="525640"/>
                </a:lnTo>
                <a:lnTo>
                  <a:pt x="358333" y="520598"/>
                </a:lnTo>
                <a:lnTo>
                  <a:pt x="363636" y="520425"/>
                </a:lnTo>
                <a:lnTo>
                  <a:pt x="363636" y="517972"/>
                </a:lnTo>
                <a:lnTo>
                  <a:pt x="375000" y="516883"/>
                </a:lnTo>
                <a:lnTo>
                  <a:pt x="375000" y="493051"/>
                </a:lnTo>
                <a:lnTo>
                  <a:pt x="388889" y="492186"/>
                </a:lnTo>
                <a:lnTo>
                  <a:pt x="388889" y="491437"/>
                </a:lnTo>
                <a:lnTo>
                  <a:pt x="397436" y="490076"/>
                </a:lnTo>
                <a:lnTo>
                  <a:pt x="397436" y="489903"/>
                </a:lnTo>
                <a:lnTo>
                  <a:pt x="400000" y="489903"/>
                </a:lnTo>
                <a:lnTo>
                  <a:pt x="400000" y="480235"/>
                </a:lnTo>
                <a:lnTo>
                  <a:pt x="409091" y="480062"/>
                </a:lnTo>
                <a:lnTo>
                  <a:pt x="410256" y="477437"/>
                </a:lnTo>
                <a:lnTo>
                  <a:pt x="416667" y="477437"/>
                </a:lnTo>
                <a:lnTo>
                  <a:pt x="416667" y="464898"/>
                </a:lnTo>
                <a:lnTo>
                  <a:pt x="428571" y="464725"/>
                </a:lnTo>
                <a:lnTo>
                  <a:pt x="429487" y="461662"/>
                </a:lnTo>
                <a:lnTo>
                  <a:pt x="437500" y="461264"/>
                </a:lnTo>
                <a:lnTo>
                  <a:pt x="437500" y="459578"/>
                </a:lnTo>
                <a:lnTo>
                  <a:pt x="450000" y="459232"/>
                </a:lnTo>
                <a:lnTo>
                  <a:pt x="450000" y="457658"/>
                </a:lnTo>
                <a:lnTo>
                  <a:pt x="454545" y="457658"/>
                </a:lnTo>
                <a:lnTo>
                  <a:pt x="455128" y="455033"/>
                </a:lnTo>
                <a:lnTo>
                  <a:pt x="467949" y="453671"/>
                </a:lnTo>
                <a:lnTo>
                  <a:pt x="467949" y="453498"/>
                </a:lnTo>
                <a:lnTo>
                  <a:pt x="500000" y="452582"/>
                </a:lnTo>
                <a:lnTo>
                  <a:pt x="500000" y="35185"/>
                </a:lnTo>
                <a:lnTo>
                  <a:pt x="750000" y="34736"/>
                </a:lnTo>
                <a:lnTo>
                  <a:pt x="750000" y="17874"/>
                </a:lnTo>
                <a:lnTo>
                  <a:pt x="825000" y="16525"/>
                </a:lnTo>
                <a:lnTo>
                  <a:pt x="825000" y="16300"/>
                </a:lnTo>
                <a:lnTo>
                  <a:pt x="1125000" y="15176"/>
                </a:lnTo>
                <a:lnTo>
                  <a:pt x="1125000" y="11803"/>
                </a:lnTo>
                <a:lnTo>
                  <a:pt x="1250000" y="11803"/>
                </a:lnTo>
                <a:lnTo>
                  <a:pt x="1250000" y="8431"/>
                </a:lnTo>
                <a:lnTo>
                  <a:pt x="1312500" y="8431"/>
                </a:lnTo>
                <a:lnTo>
                  <a:pt x="1312500" y="6745"/>
                </a:lnTo>
                <a:lnTo>
                  <a:pt x="1375000" y="6745"/>
                </a:lnTo>
                <a:lnTo>
                  <a:pt x="1375000" y="3372"/>
                </a:lnTo>
                <a:lnTo>
                  <a:pt x="1500000" y="3372"/>
                </a:lnTo>
                <a:lnTo>
                  <a:pt x="1500000" y="0"/>
                </a:lnTo>
                <a:lnTo>
                  <a:pt x="1500000" y="0"/>
                </a:lnTo>
              </a:path>
            </a:pathLst>
          </a:custGeom>
          <a:noFill/>
          <a:ln w="22860">
            <a:solidFill>
              <a:srgbClr val="00878B"/>
            </a:solidFill>
            <a:prstDash val="solid"/>
          </a:ln>
        </p:spPr>
      </p:sp>
      <p:sp>
        <p:nvSpPr>
          <p:cNvPr id="2657" name="01_find_only_2656">
            <a:extLst>
              <a:ext uri="{FF2B5EF4-FFF2-40B4-BE49-F238E27FC236}">
                <a16:creationId xmlns:a16="http://schemas.microsoft.com/office/drawing/2014/main" id="{31DB8C86-BF11-4CE3-B63B-DA8122F5AEF3}"/>
              </a:ext>
            </a:extLst>
          </p:cNvPr>
          <p:cNvSpPr>
            <a:spLocks noGrp="1"/>
          </p:cNvSpPr>
          <p:nvPr/>
        </p:nvSpPr>
        <p:spPr>
          <a:xfrm>
            <a:off x="565800" y="4919983"/>
            <a:ext cx="1500000" cy="1268016"/>
          </a:xfrm>
          <a:custGeom>
            <a:avLst/>
            <a:gdLst/>
            <a:ahLst/>
            <a:cxnLst/>
            <a:rect l="0" t="0" r="0" b="0"/>
            <a:pathLst>
              <a:path w="1500000" h="1268016">
                <a:moveTo>
                  <a:pt x="0" y="1268016"/>
                </a:moveTo>
                <a:lnTo>
                  <a:pt x="250000" y="1268016"/>
                </a:lnTo>
                <a:lnTo>
                  <a:pt x="250000" y="845344"/>
                </a:lnTo>
                <a:lnTo>
                  <a:pt x="333333" y="845344"/>
                </a:lnTo>
                <a:lnTo>
                  <a:pt x="333333" y="697409"/>
                </a:lnTo>
                <a:lnTo>
                  <a:pt x="375000" y="697409"/>
                </a:lnTo>
                <a:lnTo>
                  <a:pt x="375000" y="634008"/>
                </a:lnTo>
                <a:lnTo>
                  <a:pt x="500000" y="634008"/>
                </a:lnTo>
                <a:lnTo>
                  <a:pt x="500000" y="0"/>
                </a:lnTo>
                <a:lnTo>
                  <a:pt x="1500000" y="0"/>
                </a:lnTo>
                <a:lnTo>
                  <a:pt x="1500000" y="0"/>
                </a:lnTo>
              </a:path>
            </a:pathLst>
          </a:custGeom>
          <a:noFill/>
          <a:ln w="13335">
            <a:solidFill>
              <a:srgbClr val="3A64C8"/>
            </a:solidFill>
            <a:prstDash val="solid"/>
          </a:ln>
        </p:spPr>
      </p:sp>
      <p:sp>
        <p:nvSpPr>
          <p:cNvPr id="2658" name="01_find_only_2657">
            <a:extLst>
              <a:ext uri="{FF2B5EF4-FFF2-40B4-BE49-F238E27FC236}">
                <a16:creationId xmlns:a16="http://schemas.microsoft.com/office/drawing/2014/main" id="{E67C853F-C57D-4D36-B598-AD4CCA442E36}"/>
              </a:ext>
            </a:extLst>
          </p:cNvPr>
          <p:cNvSpPr>
            <a:spLocks noGrp="1"/>
          </p:cNvSpPr>
          <p:nvPr/>
        </p:nvSpPr>
        <p:spPr>
          <a:xfrm>
            <a:off x="794210" y="5836787"/>
            <a:ext cx="43180" cy="43180"/>
          </a:xfrm>
          <a:prstGeom prst="ellipse">
            <a:avLst/>
          </a:prstGeom>
          <a:solidFill>
            <a:srgbClr val="00878B"/>
          </a:solidFill>
          <a:ln w="4445">
            <a:solidFill>
              <a:srgbClr val="FFFFFF"/>
            </a:solidFill>
            <a:prstDash val="solid"/>
          </a:ln>
        </p:spPr>
      </p:sp>
      <p:sp>
        <p:nvSpPr>
          <p:cNvPr id="2659" name="01_find_only_2658">
            <a:extLst>
              <a:ext uri="{FF2B5EF4-FFF2-40B4-BE49-F238E27FC236}">
                <a16:creationId xmlns:a16="http://schemas.microsoft.com/office/drawing/2014/main" id="{C18C4B03-EBDF-40B2-87E2-4C360CC118E7}"/>
              </a:ext>
            </a:extLst>
          </p:cNvPr>
          <p:cNvSpPr>
            <a:spLocks noGrp="1"/>
          </p:cNvSpPr>
          <p:nvPr/>
        </p:nvSpPr>
        <p:spPr>
          <a:xfrm>
            <a:off x="1044210" y="5272129"/>
            <a:ext cx="43180" cy="43180"/>
          </a:xfrm>
          <a:prstGeom prst="ellipse">
            <a:avLst/>
          </a:prstGeom>
          <a:solidFill>
            <a:srgbClr val="00878B"/>
          </a:solidFill>
          <a:ln w="4445">
            <a:solidFill>
              <a:srgbClr val="FFFFFF"/>
            </a:solidFill>
            <a:prstDash val="solid"/>
          </a:ln>
        </p:spPr>
      </p:sp>
      <p:sp>
        <p:nvSpPr>
          <p:cNvPr id="2660" name="01_find_only_2659">
            <a:extLst>
              <a:ext uri="{FF2B5EF4-FFF2-40B4-BE49-F238E27FC236}">
                <a16:creationId xmlns:a16="http://schemas.microsoft.com/office/drawing/2014/main" id="{7575D529-A9F5-4BFE-87A0-7C1CF612491F}"/>
              </a:ext>
            </a:extLst>
          </p:cNvPr>
          <p:cNvSpPr>
            <a:spLocks noGrp="1"/>
          </p:cNvSpPr>
          <p:nvPr/>
        </p:nvSpPr>
        <p:spPr>
          <a:xfrm>
            <a:off x="1544210" y="5252120"/>
            <a:ext cx="43180" cy="43180"/>
          </a:xfrm>
          <a:prstGeom prst="ellipse">
            <a:avLst/>
          </a:prstGeom>
          <a:solidFill>
            <a:srgbClr val="00878B"/>
          </a:solidFill>
          <a:ln w="4445">
            <a:solidFill>
              <a:srgbClr val="FFFFFF"/>
            </a:solidFill>
            <a:prstDash val="solid"/>
          </a:ln>
        </p:spPr>
      </p:sp>
      <p:sp>
        <p:nvSpPr>
          <p:cNvPr id="2661" name="01_find_only_2660">
            <a:extLst>
              <a:ext uri="{FF2B5EF4-FFF2-40B4-BE49-F238E27FC236}">
                <a16:creationId xmlns:a16="http://schemas.microsoft.com/office/drawing/2014/main" id="{D2ADBA36-A7CF-4778-90EE-AE2A0FDADC64}"/>
              </a:ext>
            </a:extLst>
          </p:cNvPr>
          <p:cNvSpPr>
            <a:spLocks noGrp="1"/>
          </p:cNvSpPr>
          <p:nvPr/>
        </p:nvSpPr>
        <p:spPr>
          <a:xfrm>
            <a:off x="2044210" y="5236944"/>
            <a:ext cx="43180" cy="43180"/>
          </a:xfrm>
          <a:prstGeom prst="ellipse">
            <a:avLst/>
          </a:prstGeom>
          <a:solidFill>
            <a:srgbClr val="00878B"/>
          </a:solidFill>
          <a:ln w="4445">
            <a:solidFill>
              <a:srgbClr val="FFFFFF"/>
            </a:solidFill>
            <a:prstDash val="solid"/>
          </a:ln>
        </p:spPr>
      </p:sp>
      <p:sp>
        <p:nvSpPr>
          <p:cNvPr id="2662" name="01_find_only_2661">
            <a:extLst>
              <a:ext uri="{FF2B5EF4-FFF2-40B4-BE49-F238E27FC236}">
                <a16:creationId xmlns:a16="http://schemas.microsoft.com/office/drawing/2014/main" id="{085E5905-6CF6-42A3-B140-AA84AC56395C}"/>
              </a:ext>
            </a:extLst>
          </p:cNvPr>
          <p:cNvSpPr>
            <a:spLocks noGrp="1"/>
          </p:cNvSpPr>
          <p:nvPr/>
        </p:nvSpPr>
        <p:spPr>
          <a:xfrm>
            <a:off x="779879" y="572940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663" name="01_find_only_2662">
            <a:extLst>
              <a:ext uri="{FF2B5EF4-FFF2-40B4-BE49-F238E27FC236}">
                <a16:creationId xmlns:a16="http://schemas.microsoft.com/office/drawing/2014/main" id="{2C65E675-7916-4F47-82AB-852E4B568998}"/>
              </a:ext>
            </a:extLst>
          </p:cNvPr>
          <p:cNvSpPr>
            <a:spLocks noGrp="1"/>
          </p:cNvSpPr>
          <p:nvPr/>
        </p:nvSpPr>
        <p:spPr>
          <a:xfrm>
            <a:off x="1029879" y="488406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664" name="01_find_only_2663">
            <a:extLst>
              <a:ext uri="{FF2B5EF4-FFF2-40B4-BE49-F238E27FC236}">
                <a16:creationId xmlns:a16="http://schemas.microsoft.com/office/drawing/2014/main" id="{745B8E5C-1039-4DFF-9668-2BD9BA53E63E}"/>
              </a:ext>
            </a:extLst>
          </p:cNvPr>
          <p:cNvSpPr>
            <a:spLocks noGrp="1"/>
          </p:cNvSpPr>
          <p:nvPr/>
        </p:nvSpPr>
        <p:spPr>
          <a:xfrm>
            <a:off x="1529879" y="488406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665" name="01_find_only_2664">
            <a:extLst>
              <a:ext uri="{FF2B5EF4-FFF2-40B4-BE49-F238E27FC236}">
                <a16:creationId xmlns:a16="http://schemas.microsoft.com/office/drawing/2014/main" id="{D42C20CA-6641-49B5-BEF0-9B724E69F087}"/>
              </a:ext>
            </a:extLst>
          </p:cNvPr>
          <p:cNvSpPr>
            <a:spLocks noGrp="1"/>
          </p:cNvSpPr>
          <p:nvPr/>
        </p:nvSpPr>
        <p:spPr>
          <a:xfrm>
            <a:off x="2029879" y="488406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666" name="01_find_only_2665">
            <a:extLst>
              <a:ext uri="{FF2B5EF4-FFF2-40B4-BE49-F238E27FC236}">
                <a16:creationId xmlns:a16="http://schemas.microsoft.com/office/drawing/2014/main" id="{7D72FC9D-8EF5-4107-B7DE-B3923FF34832}"/>
              </a:ext>
            </a:extLst>
          </p:cNvPr>
          <p:cNvSpPr>
            <a:spLocks noGrp="1"/>
          </p:cNvSpPr>
          <p:nvPr/>
        </p:nvSpPr>
        <p:spPr>
          <a:xfrm>
            <a:off x="2673000" y="4856582"/>
            <a:ext cx="1620000" cy="1394818"/>
          </a:xfrm>
          <a:custGeom>
            <a:avLst/>
            <a:gdLst/>
            <a:ahLst/>
            <a:cxnLst/>
            <a:rect l="0" t="0" r="0" b="0"/>
            <a:pathLst>
              <a:path w="1620000" h="1394818">
                <a:moveTo>
                  <a:pt x="0" y="1394818"/>
                </a:moveTo>
                <a:lnTo>
                  <a:pt x="1620000" y="1394818"/>
                </a:lnTo>
                <a:lnTo>
                  <a:pt x="1620000" y="0"/>
                </a:lnTo>
                <a:lnTo>
                  <a:pt x="0" y="0"/>
                </a:lnTo>
                <a:lnTo>
                  <a:pt x="0" y="1394818"/>
                </a:lnTo>
                <a:close/>
              </a:path>
            </a:pathLst>
          </a:custGeom>
          <a:solidFill>
            <a:srgbClr val="FFFFFF"/>
          </a:solidFill>
          <a:ln w="0">
            <a:noFill/>
            <a:prstDash val="solid"/>
          </a:ln>
        </p:spPr>
      </p:sp>
      <p:sp>
        <p:nvSpPr>
          <p:cNvPr id="2667" name="01_find_only_2666">
            <a:extLst>
              <a:ext uri="{FF2B5EF4-FFF2-40B4-BE49-F238E27FC236}">
                <a16:creationId xmlns:a16="http://schemas.microsoft.com/office/drawing/2014/main" id="{0174151D-2EF8-47C5-8EFD-566E0289768F}"/>
              </a:ext>
            </a:extLst>
          </p:cNvPr>
          <p:cNvSpPr>
            <a:spLocks noGrp="1"/>
          </p:cNvSpPr>
          <p:nvPr/>
        </p:nvSpPr>
        <p:spPr>
          <a:xfrm>
            <a:off x="2873000" y="4919983"/>
            <a:ext cx="130000" cy="1268016"/>
          </a:xfrm>
          <a:custGeom>
            <a:avLst/>
            <a:gdLst/>
            <a:ahLst/>
            <a:cxnLst/>
            <a:rect l="0" t="0" r="0" b="0"/>
            <a:pathLst>
              <a:path w="130000" h="1268016">
                <a:moveTo>
                  <a:pt x="130000" y="1268016"/>
                </a:moveTo>
                <a:lnTo>
                  <a:pt x="0" y="1268016"/>
                </a:lnTo>
                <a:lnTo>
                  <a:pt x="694" y="1257449"/>
                </a:lnTo>
                <a:lnTo>
                  <a:pt x="2731" y="1246883"/>
                </a:lnTo>
                <a:lnTo>
                  <a:pt x="5974" y="1236316"/>
                </a:lnTo>
                <a:lnTo>
                  <a:pt x="10216" y="1225749"/>
                </a:lnTo>
                <a:lnTo>
                  <a:pt x="15199" y="1215182"/>
                </a:lnTo>
                <a:lnTo>
                  <a:pt x="20637" y="1204615"/>
                </a:lnTo>
                <a:lnTo>
                  <a:pt x="26250" y="1194049"/>
                </a:lnTo>
                <a:lnTo>
                  <a:pt x="31780" y="1183482"/>
                </a:lnTo>
                <a:lnTo>
                  <a:pt x="37016" y="1172915"/>
                </a:lnTo>
                <a:lnTo>
                  <a:pt x="41797" y="1162348"/>
                </a:lnTo>
                <a:lnTo>
                  <a:pt x="46023" y="1151781"/>
                </a:lnTo>
                <a:lnTo>
                  <a:pt x="49648" y="1141215"/>
                </a:lnTo>
                <a:lnTo>
                  <a:pt x="52669" y="1130648"/>
                </a:lnTo>
                <a:lnTo>
                  <a:pt x="55123" y="1120081"/>
                </a:lnTo>
                <a:lnTo>
                  <a:pt x="57066" y="1109514"/>
                </a:lnTo>
                <a:lnTo>
                  <a:pt x="58569" y="1098947"/>
                </a:lnTo>
                <a:lnTo>
                  <a:pt x="59706" y="1088381"/>
                </a:lnTo>
                <a:lnTo>
                  <a:pt x="60545" y="1077814"/>
                </a:lnTo>
                <a:lnTo>
                  <a:pt x="61146" y="1067247"/>
                </a:lnTo>
                <a:lnTo>
                  <a:pt x="61558" y="1056680"/>
                </a:lnTo>
                <a:lnTo>
                  <a:pt x="61821" y="1046113"/>
                </a:lnTo>
                <a:lnTo>
                  <a:pt x="61963" y="1035547"/>
                </a:lnTo>
                <a:lnTo>
                  <a:pt x="62001" y="1024980"/>
                </a:lnTo>
                <a:lnTo>
                  <a:pt x="61950" y="1014413"/>
                </a:lnTo>
                <a:lnTo>
                  <a:pt x="61816" y="1003846"/>
                </a:lnTo>
                <a:lnTo>
                  <a:pt x="61601" y="993279"/>
                </a:lnTo>
                <a:lnTo>
                  <a:pt x="61309" y="982713"/>
                </a:lnTo>
                <a:lnTo>
                  <a:pt x="60938" y="972146"/>
                </a:lnTo>
                <a:lnTo>
                  <a:pt x="60491" y="961579"/>
                </a:lnTo>
                <a:lnTo>
                  <a:pt x="59969" y="951012"/>
                </a:lnTo>
                <a:lnTo>
                  <a:pt x="59378" y="940445"/>
                </a:lnTo>
                <a:lnTo>
                  <a:pt x="58724" y="929879"/>
                </a:lnTo>
                <a:lnTo>
                  <a:pt x="58021" y="919312"/>
                </a:lnTo>
                <a:lnTo>
                  <a:pt x="57283" y="908745"/>
                </a:lnTo>
                <a:lnTo>
                  <a:pt x="56529" y="898178"/>
                </a:lnTo>
                <a:lnTo>
                  <a:pt x="55781" y="887611"/>
                </a:lnTo>
                <a:lnTo>
                  <a:pt x="55061" y="877045"/>
                </a:lnTo>
                <a:lnTo>
                  <a:pt x="54390" y="866478"/>
                </a:lnTo>
                <a:lnTo>
                  <a:pt x="53785" y="855911"/>
                </a:lnTo>
                <a:lnTo>
                  <a:pt x="53258" y="845344"/>
                </a:lnTo>
                <a:lnTo>
                  <a:pt x="52813" y="834777"/>
                </a:lnTo>
                <a:lnTo>
                  <a:pt x="52444" y="824211"/>
                </a:lnTo>
                <a:lnTo>
                  <a:pt x="52138" y="813644"/>
                </a:lnTo>
                <a:lnTo>
                  <a:pt x="51867" y="803077"/>
                </a:lnTo>
                <a:lnTo>
                  <a:pt x="51600" y="792510"/>
                </a:lnTo>
                <a:lnTo>
                  <a:pt x="51296" y="781943"/>
                </a:lnTo>
                <a:lnTo>
                  <a:pt x="50913" y="771377"/>
                </a:lnTo>
                <a:lnTo>
                  <a:pt x="50409" y="760810"/>
                </a:lnTo>
                <a:lnTo>
                  <a:pt x="49752" y="750243"/>
                </a:lnTo>
                <a:lnTo>
                  <a:pt x="48921" y="739676"/>
                </a:lnTo>
                <a:lnTo>
                  <a:pt x="47911" y="729109"/>
                </a:lnTo>
                <a:lnTo>
                  <a:pt x="46741" y="718543"/>
                </a:lnTo>
                <a:lnTo>
                  <a:pt x="45452" y="707976"/>
                </a:lnTo>
                <a:lnTo>
                  <a:pt x="44107" y="697409"/>
                </a:lnTo>
                <a:lnTo>
                  <a:pt x="42790" y="686842"/>
                </a:lnTo>
                <a:lnTo>
                  <a:pt x="41597" y="676275"/>
                </a:lnTo>
                <a:lnTo>
                  <a:pt x="40627" y="665708"/>
                </a:lnTo>
                <a:lnTo>
                  <a:pt x="39974" y="655142"/>
                </a:lnTo>
                <a:lnTo>
                  <a:pt x="39714" y="644575"/>
                </a:lnTo>
                <a:lnTo>
                  <a:pt x="39899" y="634008"/>
                </a:lnTo>
                <a:lnTo>
                  <a:pt x="40549" y="623441"/>
                </a:lnTo>
                <a:lnTo>
                  <a:pt x="41649" y="612874"/>
                </a:lnTo>
                <a:lnTo>
                  <a:pt x="43153" y="602308"/>
                </a:lnTo>
                <a:lnTo>
                  <a:pt x="44986" y="591741"/>
                </a:lnTo>
                <a:lnTo>
                  <a:pt x="47055" y="581174"/>
                </a:lnTo>
                <a:lnTo>
                  <a:pt x="49258" y="570607"/>
                </a:lnTo>
                <a:lnTo>
                  <a:pt x="51491" y="560040"/>
                </a:lnTo>
                <a:lnTo>
                  <a:pt x="53663" y="549474"/>
                </a:lnTo>
                <a:lnTo>
                  <a:pt x="55696" y="538907"/>
                </a:lnTo>
                <a:lnTo>
                  <a:pt x="57534" y="528340"/>
                </a:lnTo>
                <a:lnTo>
                  <a:pt x="59143" y="517773"/>
                </a:lnTo>
                <a:lnTo>
                  <a:pt x="60509" y="507206"/>
                </a:lnTo>
                <a:lnTo>
                  <a:pt x="61633" y="496640"/>
                </a:lnTo>
                <a:lnTo>
                  <a:pt x="62533" y="486073"/>
                </a:lnTo>
                <a:lnTo>
                  <a:pt x="63233" y="475506"/>
                </a:lnTo>
                <a:lnTo>
                  <a:pt x="63763" y="464939"/>
                </a:lnTo>
                <a:lnTo>
                  <a:pt x="64153" y="454372"/>
                </a:lnTo>
                <a:lnTo>
                  <a:pt x="64434" y="443806"/>
                </a:lnTo>
                <a:lnTo>
                  <a:pt x="64630" y="433239"/>
                </a:lnTo>
                <a:lnTo>
                  <a:pt x="64764" y="422672"/>
                </a:lnTo>
                <a:lnTo>
                  <a:pt x="64852" y="412105"/>
                </a:lnTo>
                <a:lnTo>
                  <a:pt x="64910" y="401538"/>
                </a:lnTo>
                <a:lnTo>
                  <a:pt x="64946" y="390972"/>
                </a:lnTo>
                <a:lnTo>
                  <a:pt x="64969" y="380405"/>
                </a:lnTo>
                <a:lnTo>
                  <a:pt x="64982" y="369838"/>
                </a:lnTo>
                <a:lnTo>
                  <a:pt x="64990" y="359271"/>
                </a:lnTo>
                <a:lnTo>
                  <a:pt x="64995" y="348704"/>
                </a:lnTo>
                <a:lnTo>
                  <a:pt x="64997" y="338138"/>
                </a:lnTo>
                <a:lnTo>
                  <a:pt x="64999" y="327571"/>
                </a:lnTo>
                <a:lnTo>
                  <a:pt x="64999" y="317004"/>
                </a:lnTo>
                <a:lnTo>
                  <a:pt x="65000" y="306437"/>
                </a:lnTo>
                <a:lnTo>
                  <a:pt x="65000" y="295870"/>
                </a:lnTo>
                <a:lnTo>
                  <a:pt x="65000" y="285304"/>
                </a:lnTo>
                <a:lnTo>
                  <a:pt x="65000" y="274737"/>
                </a:lnTo>
                <a:lnTo>
                  <a:pt x="65000" y="264170"/>
                </a:lnTo>
                <a:lnTo>
                  <a:pt x="65000" y="253603"/>
                </a:lnTo>
                <a:lnTo>
                  <a:pt x="65000" y="243036"/>
                </a:lnTo>
                <a:lnTo>
                  <a:pt x="65000" y="232470"/>
                </a:lnTo>
                <a:lnTo>
                  <a:pt x="65000" y="221903"/>
                </a:lnTo>
                <a:lnTo>
                  <a:pt x="65000" y="211336"/>
                </a:lnTo>
                <a:lnTo>
                  <a:pt x="65000" y="200769"/>
                </a:lnTo>
                <a:lnTo>
                  <a:pt x="65000" y="190202"/>
                </a:lnTo>
                <a:lnTo>
                  <a:pt x="65000" y="179636"/>
                </a:lnTo>
                <a:lnTo>
                  <a:pt x="65000" y="169069"/>
                </a:lnTo>
                <a:lnTo>
                  <a:pt x="65000" y="158502"/>
                </a:lnTo>
                <a:lnTo>
                  <a:pt x="65000" y="147935"/>
                </a:lnTo>
                <a:lnTo>
                  <a:pt x="65000" y="137368"/>
                </a:lnTo>
                <a:lnTo>
                  <a:pt x="65000" y="126802"/>
                </a:lnTo>
                <a:lnTo>
                  <a:pt x="65000" y="116235"/>
                </a:lnTo>
                <a:lnTo>
                  <a:pt x="65000" y="105668"/>
                </a:lnTo>
                <a:lnTo>
                  <a:pt x="65000" y="95101"/>
                </a:lnTo>
                <a:lnTo>
                  <a:pt x="65000" y="84534"/>
                </a:lnTo>
                <a:lnTo>
                  <a:pt x="65000" y="73968"/>
                </a:lnTo>
                <a:lnTo>
                  <a:pt x="65000" y="63401"/>
                </a:lnTo>
                <a:lnTo>
                  <a:pt x="65000" y="52834"/>
                </a:lnTo>
                <a:lnTo>
                  <a:pt x="65000" y="42267"/>
                </a:lnTo>
                <a:lnTo>
                  <a:pt x="65000" y="31700"/>
                </a:lnTo>
                <a:lnTo>
                  <a:pt x="65000" y="21134"/>
                </a:lnTo>
                <a:lnTo>
                  <a:pt x="65000" y="10567"/>
                </a:lnTo>
                <a:lnTo>
                  <a:pt x="65000" y="0"/>
                </a:lnTo>
                <a:lnTo>
                  <a:pt x="65000" y="0"/>
                </a:lnTo>
                <a:lnTo>
                  <a:pt x="65000" y="0"/>
                </a:lnTo>
                <a:lnTo>
                  <a:pt x="65000" y="10567"/>
                </a:lnTo>
                <a:lnTo>
                  <a:pt x="65000" y="21134"/>
                </a:lnTo>
                <a:lnTo>
                  <a:pt x="65000" y="31700"/>
                </a:lnTo>
                <a:lnTo>
                  <a:pt x="65000" y="42267"/>
                </a:lnTo>
                <a:lnTo>
                  <a:pt x="65000" y="52834"/>
                </a:lnTo>
                <a:lnTo>
                  <a:pt x="65000" y="63401"/>
                </a:lnTo>
                <a:lnTo>
                  <a:pt x="65000" y="73968"/>
                </a:lnTo>
                <a:lnTo>
                  <a:pt x="65000" y="84534"/>
                </a:lnTo>
                <a:lnTo>
                  <a:pt x="65000" y="95101"/>
                </a:lnTo>
                <a:lnTo>
                  <a:pt x="65000" y="105668"/>
                </a:lnTo>
                <a:lnTo>
                  <a:pt x="65000" y="116235"/>
                </a:lnTo>
                <a:lnTo>
                  <a:pt x="65000" y="126802"/>
                </a:lnTo>
                <a:lnTo>
                  <a:pt x="65000" y="137368"/>
                </a:lnTo>
                <a:lnTo>
                  <a:pt x="65000" y="147935"/>
                </a:lnTo>
                <a:lnTo>
                  <a:pt x="65000" y="158502"/>
                </a:lnTo>
                <a:lnTo>
                  <a:pt x="65000" y="169069"/>
                </a:lnTo>
                <a:lnTo>
                  <a:pt x="65000" y="179636"/>
                </a:lnTo>
                <a:lnTo>
                  <a:pt x="65000" y="190202"/>
                </a:lnTo>
                <a:lnTo>
                  <a:pt x="65000" y="200769"/>
                </a:lnTo>
                <a:lnTo>
                  <a:pt x="65000" y="211336"/>
                </a:lnTo>
                <a:lnTo>
                  <a:pt x="65000" y="221903"/>
                </a:lnTo>
                <a:lnTo>
                  <a:pt x="65000" y="232470"/>
                </a:lnTo>
                <a:lnTo>
                  <a:pt x="65000" y="243036"/>
                </a:lnTo>
                <a:lnTo>
                  <a:pt x="65000" y="253603"/>
                </a:lnTo>
                <a:lnTo>
                  <a:pt x="65000" y="264170"/>
                </a:lnTo>
                <a:lnTo>
                  <a:pt x="65000" y="274737"/>
                </a:lnTo>
                <a:lnTo>
                  <a:pt x="65000" y="285304"/>
                </a:lnTo>
                <a:lnTo>
                  <a:pt x="65000" y="295870"/>
                </a:lnTo>
                <a:lnTo>
                  <a:pt x="65000" y="306437"/>
                </a:lnTo>
                <a:lnTo>
                  <a:pt x="65001" y="317004"/>
                </a:lnTo>
                <a:lnTo>
                  <a:pt x="65001" y="327571"/>
                </a:lnTo>
                <a:lnTo>
                  <a:pt x="65003" y="338138"/>
                </a:lnTo>
                <a:lnTo>
                  <a:pt x="65005" y="348704"/>
                </a:lnTo>
                <a:lnTo>
                  <a:pt x="65010" y="359271"/>
                </a:lnTo>
                <a:lnTo>
                  <a:pt x="65018" y="369838"/>
                </a:lnTo>
                <a:lnTo>
                  <a:pt x="65031" y="380405"/>
                </a:lnTo>
                <a:lnTo>
                  <a:pt x="65054" y="390972"/>
                </a:lnTo>
                <a:lnTo>
                  <a:pt x="65090" y="401538"/>
                </a:lnTo>
                <a:lnTo>
                  <a:pt x="65148" y="412105"/>
                </a:lnTo>
                <a:lnTo>
                  <a:pt x="65236" y="422672"/>
                </a:lnTo>
                <a:lnTo>
                  <a:pt x="65370" y="433239"/>
                </a:lnTo>
                <a:lnTo>
                  <a:pt x="65566" y="443806"/>
                </a:lnTo>
                <a:lnTo>
                  <a:pt x="65847" y="454372"/>
                </a:lnTo>
                <a:lnTo>
                  <a:pt x="66237" y="464939"/>
                </a:lnTo>
                <a:lnTo>
                  <a:pt x="66767" y="475506"/>
                </a:lnTo>
                <a:lnTo>
                  <a:pt x="67467" y="486073"/>
                </a:lnTo>
                <a:lnTo>
                  <a:pt x="68367" y="496640"/>
                </a:lnTo>
                <a:lnTo>
                  <a:pt x="69491" y="507206"/>
                </a:lnTo>
                <a:lnTo>
                  <a:pt x="70857" y="517773"/>
                </a:lnTo>
                <a:lnTo>
                  <a:pt x="72466" y="528340"/>
                </a:lnTo>
                <a:lnTo>
                  <a:pt x="74304" y="538907"/>
                </a:lnTo>
                <a:lnTo>
                  <a:pt x="76337" y="549474"/>
                </a:lnTo>
                <a:lnTo>
                  <a:pt x="78509" y="560040"/>
                </a:lnTo>
                <a:lnTo>
                  <a:pt x="80742" y="570607"/>
                </a:lnTo>
                <a:lnTo>
                  <a:pt x="82945" y="581174"/>
                </a:lnTo>
                <a:lnTo>
                  <a:pt x="85014" y="591741"/>
                </a:lnTo>
                <a:lnTo>
                  <a:pt x="86847" y="602308"/>
                </a:lnTo>
                <a:lnTo>
                  <a:pt x="88351" y="612874"/>
                </a:lnTo>
                <a:lnTo>
                  <a:pt x="89451" y="623441"/>
                </a:lnTo>
                <a:lnTo>
                  <a:pt x="90101" y="634008"/>
                </a:lnTo>
                <a:lnTo>
                  <a:pt x="90286" y="644575"/>
                </a:lnTo>
                <a:lnTo>
                  <a:pt x="90026" y="655142"/>
                </a:lnTo>
                <a:lnTo>
                  <a:pt x="89373" y="665708"/>
                </a:lnTo>
                <a:lnTo>
                  <a:pt x="88403" y="676275"/>
                </a:lnTo>
                <a:lnTo>
                  <a:pt x="87210" y="686842"/>
                </a:lnTo>
                <a:lnTo>
                  <a:pt x="85893" y="697409"/>
                </a:lnTo>
                <a:lnTo>
                  <a:pt x="84548" y="707976"/>
                </a:lnTo>
                <a:lnTo>
                  <a:pt x="83259" y="718543"/>
                </a:lnTo>
                <a:lnTo>
                  <a:pt x="82089" y="729109"/>
                </a:lnTo>
                <a:lnTo>
                  <a:pt x="81079" y="739676"/>
                </a:lnTo>
                <a:lnTo>
                  <a:pt x="80248" y="750243"/>
                </a:lnTo>
                <a:lnTo>
                  <a:pt x="79591" y="760810"/>
                </a:lnTo>
                <a:lnTo>
                  <a:pt x="79087" y="771377"/>
                </a:lnTo>
                <a:lnTo>
                  <a:pt x="78704" y="781943"/>
                </a:lnTo>
                <a:lnTo>
                  <a:pt x="78400" y="792510"/>
                </a:lnTo>
                <a:lnTo>
                  <a:pt x="78133" y="803077"/>
                </a:lnTo>
                <a:lnTo>
                  <a:pt x="77863" y="813644"/>
                </a:lnTo>
                <a:lnTo>
                  <a:pt x="77556" y="824211"/>
                </a:lnTo>
                <a:lnTo>
                  <a:pt x="77188" y="834777"/>
                </a:lnTo>
                <a:lnTo>
                  <a:pt x="76742" y="845344"/>
                </a:lnTo>
                <a:lnTo>
                  <a:pt x="76215" y="855911"/>
                </a:lnTo>
                <a:lnTo>
                  <a:pt x="75610" y="866478"/>
                </a:lnTo>
                <a:lnTo>
                  <a:pt x="74939" y="877045"/>
                </a:lnTo>
                <a:lnTo>
                  <a:pt x="74219" y="887611"/>
                </a:lnTo>
                <a:lnTo>
                  <a:pt x="73471" y="898178"/>
                </a:lnTo>
                <a:lnTo>
                  <a:pt x="72718" y="908745"/>
                </a:lnTo>
                <a:lnTo>
                  <a:pt x="71979" y="919312"/>
                </a:lnTo>
                <a:lnTo>
                  <a:pt x="71276" y="929879"/>
                </a:lnTo>
                <a:lnTo>
                  <a:pt x="70622" y="940445"/>
                </a:lnTo>
                <a:lnTo>
                  <a:pt x="70031" y="951012"/>
                </a:lnTo>
                <a:lnTo>
                  <a:pt x="69509" y="961579"/>
                </a:lnTo>
                <a:lnTo>
                  <a:pt x="69062" y="972146"/>
                </a:lnTo>
                <a:lnTo>
                  <a:pt x="68691" y="982713"/>
                </a:lnTo>
                <a:lnTo>
                  <a:pt x="68399" y="993279"/>
                </a:lnTo>
                <a:lnTo>
                  <a:pt x="68185" y="1003846"/>
                </a:lnTo>
                <a:lnTo>
                  <a:pt x="68050" y="1014413"/>
                </a:lnTo>
                <a:lnTo>
                  <a:pt x="67999" y="1024980"/>
                </a:lnTo>
                <a:lnTo>
                  <a:pt x="68037" y="1035547"/>
                </a:lnTo>
                <a:lnTo>
                  <a:pt x="68179" y="1046113"/>
                </a:lnTo>
                <a:lnTo>
                  <a:pt x="68442" y="1056680"/>
                </a:lnTo>
                <a:lnTo>
                  <a:pt x="68854" y="1067247"/>
                </a:lnTo>
                <a:lnTo>
                  <a:pt x="69455" y="1077814"/>
                </a:lnTo>
                <a:lnTo>
                  <a:pt x="70294" y="1088381"/>
                </a:lnTo>
                <a:lnTo>
                  <a:pt x="71431" y="1098947"/>
                </a:lnTo>
                <a:lnTo>
                  <a:pt x="72934" y="1109514"/>
                </a:lnTo>
                <a:lnTo>
                  <a:pt x="74877" y="1120081"/>
                </a:lnTo>
                <a:lnTo>
                  <a:pt x="77331" y="1130648"/>
                </a:lnTo>
                <a:lnTo>
                  <a:pt x="80352" y="1141215"/>
                </a:lnTo>
                <a:lnTo>
                  <a:pt x="83977" y="1151781"/>
                </a:lnTo>
                <a:lnTo>
                  <a:pt x="88203" y="1162348"/>
                </a:lnTo>
                <a:lnTo>
                  <a:pt x="92984" y="1172915"/>
                </a:lnTo>
                <a:lnTo>
                  <a:pt x="98220" y="1183482"/>
                </a:lnTo>
                <a:lnTo>
                  <a:pt x="103750" y="1194049"/>
                </a:lnTo>
                <a:lnTo>
                  <a:pt x="109363" y="1204615"/>
                </a:lnTo>
                <a:lnTo>
                  <a:pt x="114801" y="1215182"/>
                </a:lnTo>
                <a:lnTo>
                  <a:pt x="119784" y="1225749"/>
                </a:lnTo>
                <a:lnTo>
                  <a:pt x="124026" y="1236316"/>
                </a:lnTo>
                <a:lnTo>
                  <a:pt x="127269" y="1246883"/>
                </a:lnTo>
                <a:lnTo>
                  <a:pt x="129306" y="1257449"/>
                </a:lnTo>
                <a:lnTo>
                  <a:pt x="130000" y="1268016"/>
                </a:lnTo>
                <a:lnTo>
                  <a:pt x="130000" y="1268016"/>
                </a:lnTo>
                <a:close/>
              </a:path>
            </a:pathLst>
          </a:custGeom>
          <a:solidFill>
            <a:srgbClr val="596BC0">
              <a:alpha val="12000"/>
            </a:srgbClr>
          </a:solidFill>
          <a:ln w="6985">
            <a:solidFill>
              <a:srgbClr val="596BC0">
                <a:alpha val="12000"/>
              </a:srgbClr>
            </a:solidFill>
            <a:prstDash val="solid"/>
          </a:ln>
        </p:spPr>
      </p:sp>
      <p:sp>
        <p:nvSpPr>
          <p:cNvPr id="2668" name="01_find_only_2667">
            <a:extLst>
              <a:ext uri="{FF2B5EF4-FFF2-40B4-BE49-F238E27FC236}">
                <a16:creationId xmlns:a16="http://schemas.microsoft.com/office/drawing/2014/main" id="{4F10EA39-AF5B-4CEB-B0EF-23B9EE7B2617}"/>
              </a:ext>
            </a:extLst>
          </p:cNvPr>
          <p:cNvSpPr>
            <a:spLocks noGrp="1"/>
          </p:cNvSpPr>
          <p:nvPr/>
        </p:nvSpPr>
        <p:spPr>
          <a:xfrm>
            <a:off x="3123000" y="4919983"/>
            <a:ext cx="130000" cy="1268016"/>
          </a:xfrm>
          <a:custGeom>
            <a:avLst/>
            <a:gdLst/>
            <a:ahLst/>
            <a:cxnLst/>
            <a:rect l="0" t="0" r="0" b="0"/>
            <a:pathLst>
              <a:path w="130000" h="1268016">
                <a:moveTo>
                  <a:pt x="101436" y="1268016"/>
                </a:moveTo>
                <a:lnTo>
                  <a:pt x="28564" y="1268016"/>
                </a:lnTo>
                <a:lnTo>
                  <a:pt x="28928" y="1257449"/>
                </a:lnTo>
                <a:lnTo>
                  <a:pt x="29993" y="1246883"/>
                </a:lnTo>
                <a:lnTo>
                  <a:pt x="31691" y="1236316"/>
                </a:lnTo>
                <a:lnTo>
                  <a:pt x="33915" y="1225749"/>
                </a:lnTo>
                <a:lnTo>
                  <a:pt x="36529" y="1215182"/>
                </a:lnTo>
                <a:lnTo>
                  <a:pt x="39387" y="1204615"/>
                </a:lnTo>
                <a:lnTo>
                  <a:pt x="42343" y="1194049"/>
                </a:lnTo>
                <a:lnTo>
                  <a:pt x="45264" y="1183482"/>
                </a:lnTo>
                <a:lnTo>
                  <a:pt x="48039" y="1172915"/>
                </a:lnTo>
                <a:lnTo>
                  <a:pt x="50586" y="1162348"/>
                </a:lnTo>
                <a:lnTo>
                  <a:pt x="52852" y="1151781"/>
                </a:lnTo>
                <a:lnTo>
                  <a:pt x="54810" y="1141215"/>
                </a:lnTo>
                <a:lnTo>
                  <a:pt x="56462" y="1130648"/>
                </a:lnTo>
                <a:lnTo>
                  <a:pt x="57822" y="1120081"/>
                </a:lnTo>
                <a:lnTo>
                  <a:pt x="58921" y="1109514"/>
                </a:lnTo>
                <a:lnTo>
                  <a:pt x="59794" y="1098947"/>
                </a:lnTo>
                <a:lnTo>
                  <a:pt x="60478" y="1088381"/>
                </a:lnTo>
                <a:lnTo>
                  <a:pt x="61008" y="1077814"/>
                </a:lnTo>
                <a:lnTo>
                  <a:pt x="61416" y="1067247"/>
                </a:lnTo>
                <a:lnTo>
                  <a:pt x="61728" y="1056680"/>
                </a:lnTo>
                <a:lnTo>
                  <a:pt x="61965" y="1046113"/>
                </a:lnTo>
                <a:lnTo>
                  <a:pt x="62144" y="1035547"/>
                </a:lnTo>
                <a:lnTo>
                  <a:pt x="62281" y="1024980"/>
                </a:lnTo>
                <a:lnTo>
                  <a:pt x="62384" y="1014413"/>
                </a:lnTo>
                <a:lnTo>
                  <a:pt x="62465" y="1003846"/>
                </a:lnTo>
                <a:lnTo>
                  <a:pt x="62530" y="993279"/>
                </a:lnTo>
                <a:lnTo>
                  <a:pt x="62584" y="982713"/>
                </a:lnTo>
                <a:lnTo>
                  <a:pt x="62632" y="972146"/>
                </a:lnTo>
                <a:lnTo>
                  <a:pt x="62676" y="961579"/>
                </a:lnTo>
                <a:lnTo>
                  <a:pt x="62715" y="951012"/>
                </a:lnTo>
                <a:lnTo>
                  <a:pt x="62749" y="940445"/>
                </a:lnTo>
                <a:lnTo>
                  <a:pt x="62774" y="929879"/>
                </a:lnTo>
                <a:lnTo>
                  <a:pt x="62787" y="919312"/>
                </a:lnTo>
                <a:lnTo>
                  <a:pt x="62781" y="908745"/>
                </a:lnTo>
                <a:lnTo>
                  <a:pt x="62754" y="898178"/>
                </a:lnTo>
                <a:lnTo>
                  <a:pt x="62702" y="887611"/>
                </a:lnTo>
                <a:lnTo>
                  <a:pt x="62623" y="877045"/>
                </a:lnTo>
                <a:lnTo>
                  <a:pt x="62515" y="866478"/>
                </a:lnTo>
                <a:lnTo>
                  <a:pt x="62381" y="855911"/>
                </a:lnTo>
                <a:lnTo>
                  <a:pt x="62221" y="845344"/>
                </a:lnTo>
                <a:lnTo>
                  <a:pt x="62039" y="834777"/>
                </a:lnTo>
                <a:lnTo>
                  <a:pt x="61836" y="824211"/>
                </a:lnTo>
                <a:lnTo>
                  <a:pt x="61613" y="813644"/>
                </a:lnTo>
                <a:lnTo>
                  <a:pt x="61369" y="803077"/>
                </a:lnTo>
                <a:lnTo>
                  <a:pt x="61101" y="792510"/>
                </a:lnTo>
                <a:lnTo>
                  <a:pt x="60803" y="781943"/>
                </a:lnTo>
                <a:lnTo>
                  <a:pt x="60465" y="771377"/>
                </a:lnTo>
                <a:lnTo>
                  <a:pt x="60081" y="760810"/>
                </a:lnTo>
                <a:lnTo>
                  <a:pt x="59640" y="750243"/>
                </a:lnTo>
                <a:lnTo>
                  <a:pt x="59136" y="739676"/>
                </a:lnTo>
                <a:lnTo>
                  <a:pt x="58570" y="729109"/>
                </a:lnTo>
                <a:lnTo>
                  <a:pt x="57946" y="718543"/>
                </a:lnTo>
                <a:lnTo>
                  <a:pt x="57279" y="707976"/>
                </a:lnTo>
                <a:lnTo>
                  <a:pt x="56590" y="697409"/>
                </a:lnTo>
                <a:lnTo>
                  <a:pt x="55911" y="686842"/>
                </a:lnTo>
                <a:lnTo>
                  <a:pt x="55277" y="676275"/>
                </a:lnTo>
                <a:lnTo>
                  <a:pt x="54726" y="665708"/>
                </a:lnTo>
                <a:lnTo>
                  <a:pt x="54295" y="655142"/>
                </a:lnTo>
                <a:lnTo>
                  <a:pt x="54013" y="644575"/>
                </a:lnTo>
                <a:lnTo>
                  <a:pt x="53902" y="634008"/>
                </a:lnTo>
                <a:lnTo>
                  <a:pt x="53970" y="623441"/>
                </a:lnTo>
                <a:lnTo>
                  <a:pt x="54209" y="612874"/>
                </a:lnTo>
                <a:lnTo>
                  <a:pt x="54600" y="602308"/>
                </a:lnTo>
                <a:lnTo>
                  <a:pt x="55110" y="591741"/>
                </a:lnTo>
                <a:lnTo>
                  <a:pt x="55696" y="581174"/>
                </a:lnTo>
                <a:lnTo>
                  <a:pt x="56313" y="570607"/>
                </a:lnTo>
                <a:lnTo>
                  <a:pt x="56911" y="560040"/>
                </a:lnTo>
                <a:lnTo>
                  <a:pt x="57449" y="549474"/>
                </a:lnTo>
                <a:lnTo>
                  <a:pt x="57888" y="538907"/>
                </a:lnTo>
                <a:lnTo>
                  <a:pt x="58204" y="528340"/>
                </a:lnTo>
                <a:lnTo>
                  <a:pt x="58380" y="517773"/>
                </a:lnTo>
                <a:lnTo>
                  <a:pt x="58416" y="507206"/>
                </a:lnTo>
                <a:lnTo>
                  <a:pt x="58321" y="496640"/>
                </a:lnTo>
                <a:lnTo>
                  <a:pt x="58115" y="486073"/>
                </a:lnTo>
                <a:lnTo>
                  <a:pt x="57827" y="475506"/>
                </a:lnTo>
                <a:lnTo>
                  <a:pt x="57489" y="464939"/>
                </a:lnTo>
                <a:lnTo>
                  <a:pt x="57137" y="454372"/>
                </a:lnTo>
                <a:lnTo>
                  <a:pt x="56807" y="443806"/>
                </a:lnTo>
                <a:lnTo>
                  <a:pt x="56530" y="433239"/>
                </a:lnTo>
                <a:lnTo>
                  <a:pt x="56330" y="422672"/>
                </a:lnTo>
                <a:lnTo>
                  <a:pt x="56227" y="412105"/>
                </a:lnTo>
                <a:lnTo>
                  <a:pt x="56230" y="401538"/>
                </a:lnTo>
                <a:lnTo>
                  <a:pt x="56339" y="390972"/>
                </a:lnTo>
                <a:lnTo>
                  <a:pt x="56551" y="380405"/>
                </a:lnTo>
                <a:lnTo>
                  <a:pt x="56851" y="369838"/>
                </a:lnTo>
                <a:lnTo>
                  <a:pt x="57226" y="359271"/>
                </a:lnTo>
                <a:lnTo>
                  <a:pt x="57658" y="348704"/>
                </a:lnTo>
                <a:lnTo>
                  <a:pt x="58126" y="338138"/>
                </a:lnTo>
                <a:lnTo>
                  <a:pt x="58614" y="327571"/>
                </a:lnTo>
                <a:lnTo>
                  <a:pt x="59104" y="317004"/>
                </a:lnTo>
                <a:lnTo>
                  <a:pt x="59583" y="306437"/>
                </a:lnTo>
                <a:lnTo>
                  <a:pt x="60037" y="295870"/>
                </a:lnTo>
                <a:lnTo>
                  <a:pt x="60455" y="285304"/>
                </a:lnTo>
                <a:lnTo>
                  <a:pt x="60827" y="274737"/>
                </a:lnTo>
                <a:lnTo>
                  <a:pt x="61143" y="264170"/>
                </a:lnTo>
                <a:lnTo>
                  <a:pt x="61394" y="253603"/>
                </a:lnTo>
                <a:lnTo>
                  <a:pt x="61566" y="243036"/>
                </a:lnTo>
                <a:lnTo>
                  <a:pt x="61648" y="232470"/>
                </a:lnTo>
                <a:lnTo>
                  <a:pt x="61620" y="221903"/>
                </a:lnTo>
                <a:lnTo>
                  <a:pt x="61460" y="211336"/>
                </a:lnTo>
                <a:lnTo>
                  <a:pt x="61137" y="200769"/>
                </a:lnTo>
                <a:lnTo>
                  <a:pt x="60613" y="190202"/>
                </a:lnTo>
                <a:lnTo>
                  <a:pt x="59839" y="179636"/>
                </a:lnTo>
                <a:lnTo>
                  <a:pt x="58756" y="169069"/>
                </a:lnTo>
                <a:lnTo>
                  <a:pt x="57297" y="158502"/>
                </a:lnTo>
                <a:lnTo>
                  <a:pt x="55391" y="147935"/>
                </a:lnTo>
                <a:lnTo>
                  <a:pt x="52970" y="137368"/>
                </a:lnTo>
                <a:lnTo>
                  <a:pt x="49975" y="126802"/>
                </a:lnTo>
                <a:lnTo>
                  <a:pt x="46369" y="116235"/>
                </a:lnTo>
                <a:lnTo>
                  <a:pt x="42152" y="105668"/>
                </a:lnTo>
                <a:lnTo>
                  <a:pt x="37368" y="95101"/>
                </a:lnTo>
                <a:lnTo>
                  <a:pt x="32116" y="84534"/>
                </a:lnTo>
                <a:lnTo>
                  <a:pt x="26555" y="73968"/>
                </a:lnTo>
                <a:lnTo>
                  <a:pt x="20897" y="63401"/>
                </a:lnTo>
                <a:lnTo>
                  <a:pt x="15404" y="52834"/>
                </a:lnTo>
                <a:lnTo>
                  <a:pt x="10363" y="42267"/>
                </a:lnTo>
                <a:lnTo>
                  <a:pt x="6063" y="31700"/>
                </a:lnTo>
                <a:lnTo>
                  <a:pt x="2773" y="21134"/>
                </a:lnTo>
                <a:lnTo>
                  <a:pt x="705" y="10567"/>
                </a:lnTo>
                <a:lnTo>
                  <a:pt x="0" y="0"/>
                </a:lnTo>
                <a:lnTo>
                  <a:pt x="130000" y="0"/>
                </a:lnTo>
                <a:lnTo>
                  <a:pt x="130000" y="0"/>
                </a:lnTo>
                <a:lnTo>
                  <a:pt x="129295" y="10567"/>
                </a:lnTo>
                <a:lnTo>
                  <a:pt x="127227" y="21134"/>
                </a:lnTo>
                <a:lnTo>
                  <a:pt x="123937" y="31700"/>
                </a:lnTo>
                <a:lnTo>
                  <a:pt x="119637" y="42267"/>
                </a:lnTo>
                <a:lnTo>
                  <a:pt x="114596" y="52834"/>
                </a:lnTo>
                <a:lnTo>
                  <a:pt x="109103" y="63401"/>
                </a:lnTo>
                <a:lnTo>
                  <a:pt x="103445" y="73968"/>
                </a:lnTo>
                <a:lnTo>
                  <a:pt x="97884" y="84534"/>
                </a:lnTo>
                <a:lnTo>
                  <a:pt x="92632" y="95101"/>
                </a:lnTo>
                <a:lnTo>
                  <a:pt x="87848" y="105668"/>
                </a:lnTo>
                <a:lnTo>
                  <a:pt x="83631" y="116235"/>
                </a:lnTo>
                <a:lnTo>
                  <a:pt x="80025" y="126802"/>
                </a:lnTo>
                <a:lnTo>
                  <a:pt x="77030" y="137368"/>
                </a:lnTo>
                <a:lnTo>
                  <a:pt x="74609" y="147935"/>
                </a:lnTo>
                <a:lnTo>
                  <a:pt x="72703" y="158502"/>
                </a:lnTo>
                <a:lnTo>
                  <a:pt x="71244" y="169069"/>
                </a:lnTo>
                <a:lnTo>
                  <a:pt x="70161" y="179636"/>
                </a:lnTo>
                <a:lnTo>
                  <a:pt x="69387" y="190202"/>
                </a:lnTo>
                <a:lnTo>
                  <a:pt x="68863" y="200769"/>
                </a:lnTo>
                <a:lnTo>
                  <a:pt x="68540" y="211336"/>
                </a:lnTo>
                <a:lnTo>
                  <a:pt x="68380" y="221903"/>
                </a:lnTo>
                <a:lnTo>
                  <a:pt x="68352" y="232470"/>
                </a:lnTo>
                <a:lnTo>
                  <a:pt x="68434" y="243036"/>
                </a:lnTo>
                <a:lnTo>
                  <a:pt x="68606" y="253603"/>
                </a:lnTo>
                <a:lnTo>
                  <a:pt x="68857" y="264170"/>
                </a:lnTo>
                <a:lnTo>
                  <a:pt x="69173" y="274737"/>
                </a:lnTo>
                <a:lnTo>
                  <a:pt x="69545" y="285304"/>
                </a:lnTo>
                <a:lnTo>
                  <a:pt x="69963" y="295870"/>
                </a:lnTo>
                <a:lnTo>
                  <a:pt x="70417" y="306437"/>
                </a:lnTo>
                <a:lnTo>
                  <a:pt x="70896" y="317004"/>
                </a:lnTo>
                <a:lnTo>
                  <a:pt x="71386" y="327571"/>
                </a:lnTo>
                <a:lnTo>
                  <a:pt x="71874" y="338138"/>
                </a:lnTo>
                <a:lnTo>
                  <a:pt x="72342" y="348704"/>
                </a:lnTo>
                <a:lnTo>
                  <a:pt x="72774" y="359271"/>
                </a:lnTo>
                <a:lnTo>
                  <a:pt x="73149" y="369838"/>
                </a:lnTo>
                <a:lnTo>
                  <a:pt x="73449" y="380405"/>
                </a:lnTo>
                <a:lnTo>
                  <a:pt x="73661" y="390972"/>
                </a:lnTo>
                <a:lnTo>
                  <a:pt x="73770" y="401538"/>
                </a:lnTo>
                <a:lnTo>
                  <a:pt x="73773" y="412105"/>
                </a:lnTo>
                <a:lnTo>
                  <a:pt x="73670" y="422672"/>
                </a:lnTo>
                <a:lnTo>
                  <a:pt x="73470" y="433239"/>
                </a:lnTo>
                <a:lnTo>
                  <a:pt x="73193" y="443806"/>
                </a:lnTo>
                <a:lnTo>
                  <a:pt x="72863" y="454372"/>
                </a:lnTo>
                <a:lnTo>
                  <a:pt x="72511" y="464939"/>
                </a:lnTo>
                <a:lnTo>
                  <a:pt x="72173" y="475506"/>
                </a:lnTo>
                <a:lnTo>
                  <a:pt x="71885" y="486073"/>
                </a:lnTo>
                <a:lnTo>
                  <a:pt x="71679" y="496640"/>
                </a:lnTo>
                <a:lnTo>
                  <a:pt x="71584" y="507206"/>
                </a:lnTo>
                <a:lnTo>
                  <a:pt x="71620" y="517773"/>
                </a:lnTo>
                <a:lnTo>
                  <a:pt x="71796" y="528340"/>
                </a:lnTo>
                <a:lnTo>
                  <a:pt x="72112" y="538907"/>
                </a:lnTo>
                <a:lnTo>
                  <a:pt x="72551" y="549474"/>
                </a:lnTo>
                <a:lnTo>
                  <a:pt x="73089" y="560040"/>
                </a:lnTo>
                <a:lnTo>
                  <a:pt x="73687" y="570607"/>
                </a:lnTo>
                <a:lnTo>
                  <a:pt x="74304" y="581174"/>
                </a:lnTo>
                <a:lnTo>
                  <a:pt x="74890" y="591741"/>
                </a:lnTo>
                <a:lnTo>
                  <a:pt x="75400" y="602308"/>
                </a:lnTo>
                <a:lnTo>
                  <a:pt x="75791" y="612874"/>
                </a:lnTo>
                <a:lnTo>
                  <a:pt x="76030" y="623441"/>
                </a:lnTo>
                <a:lnTo>
                  <a:pt x="76098" y="634008"/>
                </a:lnTo>
                <a:lnTo>
                  <a:pt x="75987" y="644575"/>
                </a:lnTo>
                <a:lnTo>
                  <a:pt x="75705" y="655142"/>
                </a:lnTo>
                <a:lnTo>
                  <a:pt x="75274" y="665708"/>
                </a:lnTo>
                <a:lnTo>
                  <a:pt x="74723" y="676275"/>
                </a:lnTo>
                <a:lnTo>
                  <a:pt x="74089" y="686842"/>
                </a:lnTo>
                <a:lnTo>
                  <a:pt x="73410" y="697409"/>
                </a:lnTo>
                <a:lnTo>
                  <a:pt x="72721" y="707976"/>
                </a:lnTo>
                <a:lnTo>
                  <a:pt x="72054" y="718543"/>
                </a:lnTo>
                <a:lnTo>
                  <a:pt x="71430" y="729109"/>
                </a:lnTo>
                <a:lnTo>
                  <a:pt x="70864" y="739676"/>
                </a:lnTo>
                <a:lnTo>
                  <a:pt x="70360" y="750243"/>
                </a:lnTo>
                <a:lnTo>
                  <a:pt x="69919" y="760810"/>
                </a:lnTo>
                <a:lnTo>
                  <a:pt x="69535" y="771377"/>
                </a:lnTo>
                <a:lnTo>
                  <a:pt x="69197" y="781943"/>
                </a:lnTo>
                <a:lnTo>
                  <a:pt x="68899" y="792510"/>
                </a:lnTo>
                <a:lnTo>
                  <a:pt x="68631" y="803077"/>
                </a:lnTo>
                <a:lnTo>
                  <a:pt x="68387" y="813644"/>
                </a:lnTo>
                <a:lnTo>
                  <a:pt x="68164" y="824211"/>
                </a:lnTo>
                <a:lnTo>
                  <a:pt x="67961" y="834777"/>
                </a:lnTo>
                <a:lnTo>
                  <a:pt x="67779" y="845344"/>
                </a:lnTo>
                <a:lnTo>
                  <a:pt x="67619" y="855911"/>
                </a:lnTo>
                <a:lnTo>
                  <a:pt x="67485" y="866478"/>
                </a:lnTo>
                <a:lnTo>
                  <a:pt x="67377" y="877045"/>
                </a:lnTo>
                <a:lnTo>
                  <a:pt x="67298" y="887611"/>
                </a:lnTo>
                <a:lnTo>
                  <a:pt x="67246" y="898178"/>
                </a:lnTo>
                <a:lnTo>
                  <a:pt x="67218" y="908745"/>
                </a:lnTo>
                <a:lnTo>
                  <a:pt x="67213" y="919312"/>
                </a:lnTo>
                <a:lnTo>
                  <a:pt x="67226" y="929879"/>
                </a:lnTo>
                <a:lnTo>
                  <a:pt x="67251" y="940445"/>
                </a:lnTo>
                <a:lnTo>
                  <a:pt x="67285" y="951012"/>
                </a:lnTo>
                <a:lnTo>
                  <a:pt x="67324" y="961579"/>
                </a:lnTo>
                <a:lnTo>
                  <a:pt x="67368" y="972146"/>
                </a:lnTo>
                <a:lnTo>
                  <a:pt x="67416" y="982713"/>
                </a:lnTo>
                <a:lnTo>
                  <a:pt x="67470" y="993279"/>
                </a:lnTo>
                <a:lnTo>
                  <a:pt x="67535" y="1003846"/>
                </a:lnTo>
                <a:lnTo>
                  <a:pt x="67616" y="1014413"/>
                </a:lnTo>
                <a:lnTo>
                  <a:pt x="67719" y="1024980"/>
                </a:lnTo>
                <a:lnTo>
                  <a:pt x="67856" y="1035547"/>
                </a:lnTo>
                <a:lnTo>
                  <a:pt x="68035" y="1046113"/>
                </a:lnTo>
                <a:lnTo>
                  <a:pt x="68272" y="1056680"/>
                </a:lnTo>
                <a:lnTo>
                  <a:pt x="68584" y="1067247"/>
                </a:lnTo>
                <a:lnTo>
                  <a:pt x="68992" y="1077814"/>
                </a:lnTo>
                <a:lnTo>
                  <a:pt x="69522" y="1088381"/>
                </a:lnTo>
                <a:lnTo>
                  <a:pt x="70206" y="1098947"/>
                </a:lnTo>
                <a:lnTo>
                  <a:pt x="71079" y="1109514"/>
                </a:lnTo>
                <a:lnTo>
                  <a:pt x="72178" y="1120081"/>
                </a:lnTo>
                <a:lnTo>
                  <a:pt x="73538" y="1130648"/>
                </a:lnTo>
                <a:lnTo>
                  <a:pt x="75189" y="1141215"/>
                </a:lnTo>
                <a:lnTo>
                  <a:pt x="77148" y="1151781"/>
                </a:lnTo>
                <a:lnTo>
                  <a:pt x="79414" y="1162348"/>
                </a:lnTo>
                <a:lnTo>
                  <a:pt x="81961" y="1172915"/>
                </a:lnTo>
                <a:lnTo>
                  <a:pt x="84736" y="1183482"/>
                </a:lnTo>
                <a:lnTo>
                  <a:pt x="87657" y="1194049"/>
                </a:lnTo>
                <a:lnTo>
                  <a:pt x="90613" y="1204615"/>
                </a:lnTo>
                <a:lnTo>
                  <a:pt x="93471" y="1215182"/>
                </a:lnTo>
                <a:lnTo>
                  <a:pt x="96085" y="1225749"/>
                </a:lnTo>
                <a:lnTo>
                  <a:pt x="98309" y="1236316"/>
                </a:lnTo>
                <a:lnTo>
                  <a:pt x="100007" y="1246883"/>
                </a:lnTo>
                <a:lnTo>
                  <a:pt x="101072" y="1257449"/>
                </a:lnTo>
                <a:lnTo>
                  <a:pt x="101436" y="1268016"/>
                </a:lnTo>
                <a:lnTo>
                  <a:pt x="101436" y="1268016"/>
                </a:lnTo>
                <a:close/>
              </a:path>
            </a:pathLst>
          </a:custGeom>
          <a:solidFill>
            <a:srgbClr val="596BC0">
              <a:alpha val="12000"/>
            </a:srgbClr>
          </a:solidFill>
          <a:ln w="6985">
            <a:solidFill>
              <a:srgbClr val="596BC0">
                <a:alpha val="12000"/>
              </a:srgbClr>
            </a:solidFill>
            <a:prstDash val="solid"/>
          </a:ln>
        </p:spPr>
      </p:sp>
      <p:sp>
        <p:nvSpPr>
          <p:cNvPr id="2669" name="01_find_only_2668">
            <a:extLst>
              <a:ext uri="{FF2B5EF4-FFF2-40B4-BE49-F238E27FC236}">
                <a16:creationId xmlns:a16="http://schemas.microsoft.com/office/drawing/2014/main" id="{A4A57D28-3FEB-4DC6-92AB-77C89658786B}"/>
              </a:ext>
            </a:extLst>
          </p:cNvPr>
          <p:cNvSpPr>
            <a:spLocks noGrp="1"/>
          </p:cNvSpPr>
          <p:nvPr/>
        </p:nvSpPr>
        <p:spPr>
          <a:xfrm>
            <a:off x="3623000" y="4919983"/>
            <a:ext cx="130000" cy="1268016"/>
          </a:xfrm>
          <a:custGeom>
            <a:avLst/>
            <a:gdLst/>
            <a:ahLst/>
            <a:cxnLst/>
            <a:rect l="0" t="0" r="0" b="0"/>
            <a:pathLst>
              <a:path w="130000" h="1268016">
                <a:moveTo>
                  <a:pt x="91206" y="1268016"/>
                </a:moveTo>
                <a:lnTo>
                  <a:pt x="38794" y="1268016"/>
                </a:lnTo>
                <a:lnTo>
                  <a:pt x="39051" y="1257449"/>
                </a:lnTo>
                <a:lnTo>
                  <a:pt x="39805" y="1246883"/>
                </a:lnTo>
                <a:lnTo>
                  <a:pt x="41008" y="1236316"/>
                </a:lnTo>
                <a:lnTo>
                  <a:pt x="42583" y="1225749"/>
                </a:lnTo>
                <a:lnTo>
                  <a:pt x="44435" y="1215182"/>
                </a:lnTo>
                <a:lnTo>
                  <a:pt x="46460" y="1204615"/>
                </a:lnTo>
                <a:lnTo>
                  <a:pt x="48557" y="1194049"/>
                </a:lnTo>
                <a:lnTo>
                  <a:pt x="50629" y="1183482"/>
                </a:lnTo>
                <a:lnTo>
                  <a:pt x="52600" y="1172915"/>
                </a:lnTo>
                <a:lnTo>
                  <a:pt x="54411" y="1162348"/>
                </a:lnTo>
                <a:lnTo>
                  <a:pt x="56024" y="1151781"/>
                </a:lnTo>
                <a:lnTo>
                  <a:pt x="57422" y="1141215"/>
                </a:lnTo>
                <a:lnTo>
                  <a:pt x="58602" y="1130648"/>
                </a:lnTo>
                <a:lnTo>
                  <a:pt x="59578" y="1120081"/>
                </a:lnTo>
                <a:lnTo>
                  <a:pt x="60370" y="1109514"/>
                </a:lnTo>
                <a:lnTo>
                  <a:pt x="61002" y="1098947"/>
                </a:lnTo>
                <a:lnTo>
                  <a:pt x="61500" y="1088381"/>
                </a:lnTo>
                <a:lnTo>
                  <a:pt x="61890" y="1077814"/>
                </a:lnTo>
                <a:lnTo>
                  <a:pt x="62193" y="1067247"/>
                </a:lnTo>
                <a:lnTo>
                  <a:pt x="62428" y="1056680"/>
                </a:lnTo>
                <a:lnTo>
                  <a:pt x="62610" y="1046113"/>
                </a:lnTo>
                <a:lnTo>
                  <a:pt x="62752" y="1035547"/>
                </a:lnTo>
                <a:lnTo>
                  <a:pt x="62865" y="1024980"/>
                </a:lnTo>
                <a:lnTo>
                  <a:pt x="62957" y="1014413"/>
                </a:lnTo>
                <a:lnTo>
                  <a:pt x="63035" y="1003846"/>
                </a:lnTo>
                <a:lnTo>
                  <a:pt x="63107" y="993279"/>
                </a:lnTo>
                <a:lnTo>
                  <a:pt x="63177" y="982713"/>
                </a:lnTo>
                <a:lnTo>
                  <a:pt x="63249" y="972146"/>
                </a:lnTo>
                <a:lnTo>
                  <a:pt x="63324" y="961579"/>
                </a:lnTo>
                <a:lnTo>
                  <a:pt x="63404" y="951012"/>
                </a:lnTo>
                <a:lnTo>
                  <a:pt x="63486" y="940445"/>
                </a:lnTo>
                <a:lnTo>
                  <a:pt x="63566" y="929879"/>
                </a:lnTo>
                <a:lnTo>
                  <a:pt x="63640" y="919312"/>
                </a:lnTo>
                <a:lnTo>
                  <a:pt x="63701" y="908745"/>
                </a:lnTo>
                <a:lnTo>
                  <a:pt x="63742" y="898178"/>
                </a:lnTo>
                <a:lnTo>
                  <a:pt x="63759" y="887611"/>
                </a:lnTo>
                <a:lnTo>
                  <a:pt x="63745" y="877045"/>
                </a:lnTo>
                <a:lnTo>
                  <a:pt x="63699" y="866478"/>
                </a:lnTo>
                <a:lnTo>
                  <a:pt x="63617" y="855911"/>
                </a:lnTo>
                <a:lnTo>
                  <a:pt x="63500" y="845344"/>
                </a:lnTo>
                <a:lnTo>
                  <a:pt x="63351" y="834777"/>
                </a:lnTo>
                <a:lnTo>
                  <a:pt x="63171" y="824211"/>
                </a:lnTo>
                <a:lnTo>
                  <a:pt x="62965" y="813644"/>
                </a:lnTo>
                <a:lnTo>
                  <a:pt x="62733" y="803077"/>
                </a:lnTo>
                <a:lnTo>
                  <a:pt x="62477" y="792510"/>
                </a:lnTo>
                <a:lnTo>
                  <a:pt x="62198" y="781943"/>
                </a:lnTo>
                <a:lnTo>
                  <a:pt x="61891" y="771377"/>
                </a:lnTo>
                <a:lnTo>
                  <a:pt x="61555" y="760810"/>
                </a:lnTo>
                <a:lnTo>
                  <a:pt x="61184" y="750243"/>
                </a:lnTo>
                <a:lnTo>
                  <a:pt x="60776" y="739676"/>
                </a:lnTo>
                <a:lnTo>
                  <a:pt x="60331" y="729109"/>
                </a:lnTo>
                <a:lnTo>
                  <a:pt x="59854" y="718543"/>
                </a:lnTo>
                <a:lnTo>
                  <a:pt x="59352" y="707976"/>
                </a:lnTo>
                <a:lnTo>
                  <a:pt x="58841" y="697409"/>
                </a:lnTo>
                <a:lnTo>
                  <a:pt x="58342" y="686842"/>
                </a:lnTo>
                <a:lnTo>
                  <a:pt x="57880" y="676275"/>
                </a:lnTo>
                <a:lnTo>
                  <a:pt x="57479" y="665708"/>
                </a:lnTo>
                <a:lnTo>
                  <a:pt x="57167" y="655142"/>
                </a:lnTo>
                <a:lnTo>
                  <a:pt x="56964" y="644575"/>
                </a:lnTo>
                <a:lnTo>
                  <a:pt x="56885" y="634008"/>
                </a:lnTo>
                <a:lnTo>
                  <a:pt x="56937" y="623441"/>
                </a:lnTo>
                <a:lnTo>
                  <a:pt x="57114" y="612874"/>
                </a:lnTo>
                <a:lnTo>
                  <a:pt x="57405" y="602308"/>
                </a:lnTo>
                <a:lnTo>
                  <a:pt x="57786" y="591741"/>
                </a:lnTo>
                <a:lnTo>
                  <a:pt x="58229" y="581174"/>
                </a:lnTo>
                <a:lnTo>
                  <a:pt x="58702" y="570607"/>
                </a:lnTo>
                <a:lnTo>
                  <a:pt x="59173" y="560040"/>
                </a:lnTo>
                <a:lnTo>
                  <a:pt x="59612" y="549474"/>
                </a:lnTo>
                <a:lnTo>
                  <a:pt x="59994" y="538907"/>
                </a:lnTo>
                <a:lnTo>
                  <a:pt x="60299" y="528340"/>
                </a:lnTo>
                <a:lnTo>
                  <a:pt x="60519" y="517773"/>
                </a:lnTo>
                <a:lnTo>
                  <a:pt x="60651" y="507206"/>
                </a:lnTo>
                <a:lnTo>
                  <a:pt x="60698" y="496640"/>
                </a:lnTo>
                <a:lnTo>
                  <a:pt x="60674" y="486073"/>
                </a:lnTo>
                <a:lnTo>
                  <a:pt x="60593" y="475506"/>
                </a:lnTo>
                <a:lnTo>
                  <a:pt x="60476" y="464939"/>
                </a:lnTo>
                <a:lnTo>
                  <a:pt x="60343" y="454372"/>
                </a:lnTo>
                <a:lnTo>
                  <a:pt x="60215" y="443806"/>
                </a:lnTo>
                <a:lnTo>
                  <a:pt x="60108" y="433239"/>
                </a:lnTo>
                <a:lnTo>
                  <a:pt x="60038" y="422672"/>
                </a:lnTo>
                <a:lnTo>
                  <a:pt x="60015" y="412105"/>
                </a:lnTo>
                <a:lnTo>
                  <a:pt x="60045" y="401538"/>
                </a:lnTo>
                <a:lnTo>
                  <a:pt x="60129" y="390972"/>
                </a:lnTo>
                <a:lnTo>
                  <a:pt x="60266" y="380405"/>
                </a:lnTo>
                <a:lnTo>
                  <a:pt x="60451" y="369838"/>
                </a:lnTo>
                <a:lnTo>
                  <a:pt x="60677" y="359271"/>
                </a:lnTo>
                <a:lnTo>
                  <a:pt x="60934" y="348704"/>
                </a:lnTo>
                <a:lnTo>
                  <a:pt x="61216" y="338138"/>
                </a:lnTo>
                <a:lnTo>
                  <a:pt x="61511" y="327571"/>
                </a:lnTo>
                <a:lnTo>
                  <a:pt x="61813" y="317004"/>
                </a:lnTo>
                <a:lnTo>
                  <a:pt x="62113" y="306437"/>
                </a:lnTo>
                <a:lnTo>
                  <a:pt x="62402" y="295870"/>
                </a:lnTo>
                <a:lnTo>
                  <a:pt x="62673" y="285304"/>
                </a:lnTo>
                <a:lnTo>
                  <a:pt x="62917" y="274737"/>
                </a:lnTo>
                <a:lnTo>
                  <a:pt x="63127" y="264170"/>
                </a:lnTo>
                <a:lnTo>
                  <a:pt x="63292" y="253603"/>
                </a:lnTo>
                <a:lnTo>
                  <a:pt x="63402" y="243036"/>
                </a:lnTo>
                <a:lnTo>
                  <a:pt x="63442" y="232470"/>
                </a:lnTo>
                <a:lnTo>
                  <a:pt x="63394" y="221903"/>
                </a:lnTo>
                <a:lnTo>
                  <a:pt x="63231" y="211336"/>
                </a:lnTo>
                <a:lnTo>
                  <a:pt x="62921" y="200769"/>
                </a:lnTo>
                <a:lnTo>
                  <a:pt x="62420" y="190202"/>
                </a:lnTo>
                <a:lnTo>
                  <a:pt x="61673" y="179636"/>
                </a:lnTo>
                <a:lnTo>
                  <a:pt x="60615" y="169069"/>
                </a:lnTo>
                <a:lnTo>
                  <a:pt x="59169" y="158502"/>
                </a:lnTo>
                <a:lnTo>
                  <a:pt x="57258" y="147935"/>
                </a:lnTo>
                <a:lnTo>
                  <a:pt x="54805" y="137368"/>
                </a:lnTo>
                <a:lnTo>
                  <a:pt x="51746" y="126802"/>
                </a:lnTo>
                <a:lnTo>
                  <a:pt x="48042" y="116235"/>
                </a:lnTo>
                <a:lnTo>
                  <a:pt x="43692" y="105668"/>
                </a:lnTo>
                <a:lnTo>
                  <a:pt x="38743" y="95101"/>
                </a:lnTo>
                <a:lnTo>
                  <a:pt x="33301" y="84534"/>
                </a:lnTo>
                <a:lnTo>
                  <a:pt x="27534" y="73968"/>
                </a:lnTo>
                <a:lnTo>
                  <a:pt x="21665" y="63401"/>
                </a:lnTo>
                <a:lnTo>
                  <a:pt x="15967" y="52834"/>
                </a:lnTo>
                <a:lnTo>
                  <a:pt x="10739" y="42267"/>
                </a:lnTo>
                <a:lnTo>
                  <a:pt x="6283" y="31700"/>
                </a:lnTo>
                <a:lnTo>
                  <a:pt x="2873" y="21134"/>
                </a:lnTo>
                <a:lnTo>
                  <a:pt x="731" y="10567"/>
                </a:lnTo>
                <a:lnTo>
                  <a:pt x="0" y="0"/>
                </a:lnTo>
                <a:lnTo>
                  <a:pt x="130000" y="0"/>
                </a:lnTo>
                <a:lnTo>
                  <a:pt x="130000" y="0"/>
                </a:lnTo>
                <a:lnTo>
                  <a:pt x="129269" y="10567"/>
                </a:lnTo>
                <a:lnTo>
                  <a:pt x="127127" y="21134"/>
                </a:lnTo>
                <a:lnTo>
                  <a:pt x="123717" y="31700"/>
                </a:lnTo>
                <a:lnTo>
                  <a:pt x="119261" y="42267"/>
                </a:lnTo>
                <a:lnTo>
                  <a:pt x="114033" y="52834"/>
                </a:lnTo>
                <a:lnTo>
                  <a:pt x="108335" y="63401"/>
                </a:lnTo>
                <a:lnTo>
                  <a:pt x="102466" y="73968"/>
                </a:lnTo>
                <a:lnTo>
                  <a:pt x="96699" y="84534"/>
                </a:lnTo>
                <a:lnTo>
                  <a:pt x="91257" y="95101"/>
                </a:lnTo>
                <a:lnTo>
                  <a:pt x="86308" y="105668"/>
                </a:lnTo>
                <a:lnTo>
                  <a:pt x="81958" y="116235"/>
                </a:lnTo>
                <a:lnTo>
                  <a:pt x="78254" y="126802"/>
                </a:lnTo>
                <a:lnTo>
                  <a:pt x="75195" y="137368"/>
                </a:lnTo>
                <a:lnTo>
                  <a:pt x="72741" y="147935"/>
                </a:lnTo>
                <a:lnTo>
                  <a:pt x="70830" y="158502"/>
                </a:lnTo>
                <a:lnTo>
                  <a:pt x="69385" y="169069"/>
                </a:lnTo>
                <a:lnTo>
                  <a:pt x="68327" y="179636"/>
                </a:lnTo>
                <a:lnTo>
                  <a:pt x="67580" y="190202"/>
                </a:lnTo>
                <a:lnTo>
                  <a:pt x="67079" y="200769"/>
                </a:lnTo>
                <a:lnTo>
                  <a:pt x="66769" y="211336"/>
                </a:lnTo>
                <a:lnTo>
                  <a:pt x="66606" y="221903"/>
                </a:lnTo>
                <a:lnTo>
                  <a:pt x="66558" y="232470"/>
                </a:lnTo>
                <a:lnTo>
                  <a:pt x="66598" y="243036"/>
                </a:lnTo>
                <a:lnTo>
                  <a:pt x="66708" y="253603"/>
                </a:lnTo>
                <a:lnTo>
                  <a:pt x="66873" y="264170"/>
                </a:lnTo>
                <a:lnTo>
                  <a:pt x="67083" y="274737"/>
                </a:lnTo>
                <a:lnTo>
                  <a:pt x="67327" y="285304"/>
                </a:lnTo>
                <a:lnTo>
                  <a:pt x="67598" y="295870"/>
                </a:lnTo>
                <a:lnTo>
                  <a:pt x="67887" y="306437"/>
                </a:lnTo>
                <a:lnTo>
                  <a:pt x="68187" y="317004"/>
                </a:lnTo>
                <a:lnTo>
                  <a:pt x="68489" y="327571"/>
                </a:lnTo>
                <a:lnTo>
                  <a:pt x="68784" y="338138"/>
                </a:lnTo>
                <a:lnTo>
                  <a:pt x="69066" y="348704"/>
                </a:lnTo>
                <a:lnTo>
                  <a:pt x="69323" y="359271"/>
                </a:lnTo>
                <a:lnTo>
                  <a:pt x="69549" y="369838"/>
                </a:lnTo>
                <a:lnTo>
                  <a:pt x="69734" y="380405"/>
                </a:lnTo>
                <a:lnTo>
                  <a:pt x="69871" y="390972"/>
                </a:lnTo>
                <a:lnTo>
                  <a:pt x="69955" y="401538"/>
                </a:lnTo>
                <a:lnTo>
                  <a:pt x="69985" y="412105"/>
                </a:lnTo>
                <a:lnTo>
                  <a:pt x="69962" y="422672"/>
                </a:lnTo>
                <a:lnTo>
                  <a:pt x="69892" y="433239"/>
                </a:lnTo>
                <a:lnTo>
                  <a:pt x="69785" y="443806"/>
                </a:lnTo>
                <a:lnTo>
                  <a:pt x="69657" y="454372"/>
                </a:lnTo>
                <a:lnTo>
                  <a:pt x="69524" y="464939"/>
                </a:lnTo>
                <a:lnTo>
                  <a:pt x="69407" y="475506"/>
                </a:lnTo>
                <a:lnTo>
                  <a:pt x="69326" y="486073"/>
                </a:lnTo>
                <a:lnTo>
                  <a:pt x="69302" y="496640"/>
                </a:lnTo>
                <a:lnTo>
                  <a:pt x="69349" y="507206"/>
                </a:lnTo>
                <a:lnTo>
                  <a:pt x="69481" y="517773"/>
                </a:lnTo>
                <a:lnTo>
                  <a:pt x="69701" y="528340"/>
                </a:lnTo>
                <a:lnTo>
                  <a:pt x="70006" y="538907"/>
                </a:lnTo>
                <a:lnTo>
                  <a:pt x="70388" y="549474"/>
                </a:lnTo>
                <a:lnTo>
                  <a:pt x="70827" y="560040"/>
                </a:lnTo>
                <a:lnTo>
                  <a:pt x="71298" y="570607"/>
                </a:lnTo>
                <a:lnTo>
                  <a:pt x="71771" y="581174"/>
                </a:lnTo>
                <a:lnTo>
                  <a:pt x="72214" y="591741"/>
                </a:lnTo>
                <a:lnTo>
                  <a:pt x="72595" y="602308"/>
                </a:lnTo>
                <a:lnTo>
                  <a:pt x="72886" y="612874"/>
                </a:lnTo>
                <a:lnTo>
                  <a:pt x="73063" y="623441"/>
                </a:lnTo>
                <a:lnTo>
                  <a:pt x="73115" y="634008"/>
                </a:lnTo>
                <a:lnTo>
                  <a:pt x="73036" y="644575"/>
                </a:lnTo>
                <a:lnTo>
                  <a:pt x="72833" y="655142"/>
                </a:lnTo>
                <a:lnTo>
                  <a:pt x="72521" y="665708"/>
                </a:lnTo>
                <a:lnTo>
                  <a:pt x="72120" y="676275"/>
                </a:lnTo>
                <a:lnTo>
                  <a:pt x="71658" y="686842"/>
                </a:lnTo>
                <a:lnTo>
                  <a:pt x="71159" y="697409"/>
                </a:lnTo>
                <a:lnTo>
                  <a:pt x="70648" y="707976"/>
                </a:lnTo>
                <a:lnTo>
                  <a:pt x="70146" y="718543"/>
                </a:lnTo>
                <a:lnTo>
                  <a:pt x="69669" y="729109"/>
                </a:lnTo>
                <a:lnTo>
                  <a:pt x="69224" y="739676"/>
                </a:lnTo>
                <a:lnTo>
                  <a:pt x="68816" y="750243"/>
                </a:lnTo>
                <a:lnTo>
                  <a:pt x="68445" y="760810"/>
                </a:lnTo>
                <a:lnTo>
                  <a:pt x="68109" y="771377"/>
                </a:lnTo>
                <a:lnTo>
                  <a:pt x="67802" y="781943"/>
                </a:lnTo>
                <a:lnTo>
                  <a:pt x="67523" y="792510"/>
                </a:lnTo>
                <a:lnTo>
                  <a:pt x="67267" y="803077"/>
                </a:lnTo>
                <a:lnTo>
                  <a:pt x="67035" y="813644"/>
                </a:lnTo>
                <a:lnTo>
                  <a:pt x="66828" y="824211"/>
                </a:lnTo>
                <a:lnTo>
                  <a:pt x="66649" y="834777"/>
                </a:lnTo>
                <a:lnTo>
                  <a:pt x="66500" y="845344"/>
                </a:lnTo>
                <a:lnTo>
                  <a:pt x="66383" y="855911"/>
                </a:lnTo>
                <a:lnTo>
                  <a:pt x="66301" y="866478"/>
                </a:lnTo>
                <a:lnTo>
                  <a:pt x="66255" y="877045"/>
                </a:lnTo>
                <a:lnTo>
                  <a:pt x="66241" y="887611"/>
                </a:lnTo>
                <a:lnTo>
                  <a:pt x="66258" y="898178"/>
                </a:lnTo>
                <a:lnTo>
                  <a:pt x="66299" y="908745"/>
                </a:lnTo>
                <a:lnTo>
                  <a:pt x="66360" y="919312"/>
                </a:lnTo>
                <a:lnTo>
                  <a:pt x="66434" y="929879"/>
                </a:lnTo>
                <a:lnTo>
                  <a:pt x="66514" y="940445"/>
                </a:lnTo>
                <a:lnTo>
                  <a:pt x="66596" y="951012"/>
                </a:lnTo>
                <a:lnTo>
                  <a:pt x="66676" y="961579"/>
                </a:lnTo>
                <a:lnTo>
                  <a:pt x="66751" y="972146"/>
                </a:lnTo>
                <a:lnTo>
                  <a:pt x="66823" y="982713"/>
                </a:lnTo>
                <a:lnTo>
                  <a:pt x="66893" y="993279"/>
                </a:lnTo>
                <a:lnTo>
                  <a:pt x="66965" y="1003846"/>
                </a:lnTo>
                <a:lnTo>
                  <a:pt x="67043" y="1014413"/>
                </a:lnTo>
                <a:lnTo>
                  <a:pt x="67135" y="1024980"/>
                </a:lnTo>
                <a:lnTo>
                  <a:pt x="67248" y="1035547"/>
                </a:lnTo>
                <a:lnTo>
                  <a:pt x="67390" y="1046113"/>
                </a:lnTo>
                <a:lnTo>
                  <a:pt x="67572" y="1056680"/>
                </a:lnTo>
                <a:lnTo>
                  <a:pt x="67807" y="1067247"/>
                </a:lnTo>
                <a:lnTo>
                  <a:pt x="68110" y="1077814"/>
                </a:lnTo>
                <a:lnTo>
                  <a:pt x="68500" y="1088381"/>
                </a:lnTo>
                <a:lnTo>
                  <a:pt x="68998" y="1098947"/>
                </a:lnTo>
                <a:lnTo>
                  <a:pt x="69630" y="1109514"/>
                </a:lnTo>
                <a:lnTo>
                  <a:pt x="70422" y="1120081"/>
                </a:lnTo>
                <a:lnTo>
                  <a:pt x="71398" y="1130648"/>
                </a:lnTo>
                <a:lnTo>
                  <a:pt x="72578" y="1141215"/>
                </a:lnTo>
                <a:lnTo>
                  <a:pt x="73976" y="1151781"/>
                </a:lnTo>
                <a:lnTo>
                  <a:pt x="75589" y="1162348"/>
                </a:lnTo>
                <a:lnTo>
                  <a:pt x="77400" y="1172915"/>
                </a:lnTo>
                <a:lnTo>
                  <a:pt x="79371" y="1183482"/>
                </a:lnTo>
                <a:lnTo>
                  <a:pt x="81443" y="1194049"/>
                </a:lnTo>
                <a:lnTo>
                  <a:pt x="83540" y="1204615"/>
                </a:lnTo>
                <a:lnTo>
                  <a:pt x="85565" y="1215182"/>
                </a:lnTo>
                <a:lnTo>
                  <a:pt x="87417" y="1225749"/>
                </a:lnTo>
                <a:lnTo>
                  <a:pt x="88992" y="1236316"/>
                </a:lnTo>
                <a:lnTo>
                  <a:pt x="90195" y="1246883"/>
                </a:lnTo>
                <a:lnTo>
                  <a:pt x="90949" y="1257449"/>
                </a:lnTo>
                <a:lnTo>
                  <a:pt x="91206" y="1268016"/>
                </a:lnTo>
                <a:lnTo>
                  <a:pt x="91206" y="1268016"/>
                </a:lnTo>
                <a:close/>
              </a:path>
            </a:pathLst>
          </a:custGeom>
          <a:solidFill>
            <a:srgbClr val="596BC0">
              <a:alpha val="12000"/>
            </a:srgbClr>
          </a:solidFill>
          <a:ln w="6985">
            <a:solidFill>
              <a:srgbClr val="596BC0">
                <a:alpha val="12000"/>
              </a:srgbClr>
            </a:solidFill>
            <a:prstDash val="solid"/>
          </a:ln>
        </p:spPr>
      </p:sp>
      <p:sp>
        <p:nvSpPr>
          <p:cNvPr id="2670" name="01_find_only_2669">
            <a:extLst>
              <a:ext uri="{FF2B5EF4-FFF2-40B4-BE49-F238E27FC236}">
                <a16:creationId xmlns:a16="http://schemas.microsoft.com/office/drawing/2014/main" id="{1A3469C6-B0BA-41B9-9B2A-105E4E316854}"/>
              </a:ext>
            </a:extLst>
          </p:cNvPr>
          <p:cNvSpPr>
            <a:spLocks noGrp="1"/>
          </p:cNvSpPr>
          <p:nvPr/>
        </p:nvSpPr>
        <p:spPr>
          <a:xfrm>
            <a:off x="4123000" y="4919983"/>
            <a:ext cx="130000" cy="1268016"/>
          </a:xfrm>
          <a:custGeom>
            <a:avLst/>
            <a:gdLst/>
            <a:ahLst/>
            <a:cxnLst/>
            <a:rect l="0" t="0" r="0" b="0"/>
            <a:pathLst>
              <a:path w="130000" h="1268016">
                <a:moveTo>
                  <a:pt x="85127" y="1268016"/>
                </a:moveTo>
                <a:lnTo>
                  <a:pt x="44873" y="1268016"/>
                </a:lnTo>
                <a:lnTo>
                  <a:pt x="45064" y="1257449"/>
                </a:lnTo>
                <a:lnTo>
                  <a:pt x="45626" y="1246883"/>
                </a:lnTo>
                <a:lnTo>
                  <a:pt x="46520" y="1236316"/>
                </a:lnTo>
                <a:lnTo>
                  <a:pt x="47693" y="1225749"/>
                </a:lnTo>
                <a:lnTo>
                  <a:pt x="49072" y="1215182"/>
                </a:lnTo>
                <a:lnTo>
                  <a:pt x="50582" y="1204615"/>
                </a:lnTo>
                <a:lnTo>
                  <a:pt x="52147" y="1194049"/>
                </a:lnTo>
                <a:lnTo>
                  <a:pt x="53696" y="1183482"/>
                </a:lnTo>
                <a:lnTo>
                  <a:pt x="55171" y="1172915"/>
                </a:lnTo>
                <a:lnTo>
                  <a:pt x="56530" y="1162348"/>
                </a:lnTo>
                <a:lnTo>
                  <a:pt x="57744" y="1151781"/>
                </a:lnTo>
                <a:lnTo>
                  <a:pt x="58799" y="1141215"/>
                </a:lnTo>
                <a:lnTo>
                  <a:pt x="59696" y="1130648"/>
                </a:lnTo>
                <a:lnTo>
                  <a:pt x="60441" y="1120081"/>
                </a:lnTo>
                <a:lnTo>
                  <a:pt x="61050" y="1109514"/>
                </a:lnTo>
                <a:lnTo>
                  <a:pt x="61542" y="1098947"/>
                </a:lnTo>
                <a:lnTo>
                  <a:pt x="61934" y="1088381"/>
                </a:lnTo>
                <a:lnTo>
                  <a:pt x="62244" y="1077814"/>
                </a:lnTo>
                <a:lnTo>
                  <a:pt x="62489" y="1067247"/>
                </a:lnTo>
                <a:lnTo>
                  <a:pt x="62682" y="1056680"/>
                </a:lnTo>
                <a:lnTo>
                  <a:pt x="62834" y="1046113"/>
                </a:lnTo>
                <a:lnTo>
                  <a:pt x="62955" y="1035547"/>
                </a:lnTo>
                <a:lnTo>
                  <a:pt x="63052" y="1024980"/>
                </a:lnTo>
                <a:lnTo>
                  <a:pt x="63132" y="1014413"/>
                </a:lnTo>
                <a:lnTo>
                  <a:pt x="63202" y="1003846"/>
                </a:lnTo>
                <a:lnTo>
                  <a:pt x="63267" y="993279"/>
                </a:lnTo>
                <a:lnTo>
                  <a:pt x="63330" y="982713"/>
                </a:lnTo>
                <a:lnTo>
                  <a:pt x="63395" y="972146"/>
                </a:lnTo>
                <a:lnTo>
                  <a:pt x="63464" y="961579"/>
                </a:lnTo>
                <a:lnTo>
                  <a:pt x="63537" y="951012"/>
                </a:lnTo>
                <a:lnTo>
                  <a:pt x="63612" y="940445"/>
                </a:lnTo>
                <a:lnTo>
                  <a:pt x="63686" y="929879"/>
                </a:lnTo>
                <a:lnTo>
                  <a:pt x="63753" y="919312"/>
                </a:lnTo>
                <a:lnTo>
                  <a:pt x="63809" y="908745"/>
                </a:lnTo>
                <a:lnTo>
                  <a:pt x="63848" y="898178"/>
                </a:lnTo>
                <a:lnTo>
                  <a:pt x="63863" y="887611"/>
                </a:lnTo>
                <a:lnTo>
                  <a:pt x="63852" y="877045"/>
                </a:lnTo>
                <a:lnTo>
                  <a:pt x="63810" y="866478"/>
                </a:lnTo>
                <a:lnTo>
                  <a:pt x="63736" y="855911"/>
                </a:lnTo>
                <a:lnTo>
                  <a:pt x="63632" y="845344"/>
                </a:lnTo>
                <a:lnTo>
                  <a:pt x="63499" y="834777"/>
                </a:lnTo>
                <a:lnTo>
                  <a:pt x="63340" y="824211"/>
                </a:lnTo>
                <a:lnTo>
                  <a:pt x="63158" y="813644"/>
                </a:lnTo>
                <a:lnTo>
                  <a:pt x="62956" y="803077"/>
                </a:lnTo>
                <a:lnTo>
                  <a:pt x="62737" y="792510"/>
                </a:lnTo>
                <a:lnTo>
                  <a:pt x="62500" y="781943"/>
                </a:lnTo>
                <a:lnTo>
                  <a:pt x="62244" y="771377"/>
                </a:lnTo>
                <a:lnTo>
                  <a:pt x="61966" y="760810"/>
                </a:lnTo>
                <a:lnTo>
                  <a:pt x="61664" y="750243"/>
                </a:lnTo>
                <a:lnTo>
                  <a:pt x="61334" y="739676"/>
                </a:lnTo>
                <a:lnTo>
                  <a:pt x="60977" y="729109"/>
                </a:lnTo>
                <a:lnTo>
                  <a:pt x="60594" y="718543"/>
                </a:lnTo>
                <a:lnTo>
                  <a:pt x="60193" y="707976"/>
                </a:lnTo>
                <a:lnTo>
                  <a:pt x="59785" y="697409"/>
                </a:lnTo>
                <a:lnTo>
                  <a:pt x="59385" y="686842"/>
                </a:lnTo>
                <a:lnTo>
                  <a:pt x="59015" y="676275"/>
                </a:lnTo>
                <a:lnTo>
                  <a:pt x="58693" y="665708"/>
                </a:lnTo>
                <a:lnTo>
                  <a:pt x="58443" y="655142"/>
                </a:lnTo>
                <a:lnTo>
                  <a:pt x="58280" y="644575"/>
                </a:lnTo>
                <a:lnTo>
                  <a:pt x="58218" y="634008"/>
                </a:lnTo>
                <a:lnTo>
                  <a:pt x="58261" y="623441"/>
                </a:lnTo>
                <a:lnTo>
                  <a:pt x="58408" y="612874"/>
                </a:lnTo>
                <a:lnTo>
                  <a:pt x="58647" y="602308"/>
                </a:lnTo>
                <a:lnTo>
                  <a:pt x="58962" y="591741"/>
                </a:lnTo>
                <a:lnTo>
                  <a:pt x="59330" y="581174"/>
                </a:lnTo>
                <a:lnTo>
                  <a:pt x="59725" y="570607"/>
                </a:lnTo>
                <a:lnTo>
                  <a:pt x="60123" y="560040"/>
                </a:lnTo>
                <a:lnTo>
                  <a:pt x="60497" y="549474"/>
                </a:lnTo>
                <a:lnTo>
                  <a:pt x="60829" y="538907"/>
                </a:lnTo>
                <a:lnTo>
                  <a:pt x="61103" y="528340"/>
                </a:lnTo>
                <a:lnTo>
                  <a:pt x="61311" y="517773"/>
                </a:lnTo>
                <a:lnTo>
                  <a:pt x="61449" y="507206"/>
                </a:lnTo>
                <a:lnTo>
                  <a:pt x="61520" y="496640"/>
                </a:lnTo>
                <a:lnTo>
                  <a:pt x="61532" y="486073"/>
                </a:lnTo>
                <a:lnTo>
                  <a:pt x="61496" y="475506"/>
                </a:lnTo>
                <a:lnTo>
                  <a:pt x="61427" y="464939"/>
                </a:lnTo>
                <a:lnTo>
                  <a:pt x="61339" y="454372"/>
                </a:lnTo>
                <a:lnTo>
                  <a:pt x="61247" y="443806"/>
                </a:lnTo>
                <a:lnTo>
                  <a:pt x="61164" y="433239"/>
                </a:lnTo>
                <a:lnTo>
                  <a:pt x="61101" y="422672"/>
                </a:lnTo>
                <a:lnTo>
                  <a:pt x="61066" y="412105"/>
                </a:lnTo>
                <a:lnTo>
                  <a:pt x="61064" y="401538"/>
                </a:lnTo>
                <a:lnTo>
                  <a:pt x="61099" y="390972"/>
                </a:lnTo>
                <a:lnTo>
                  <a:pt x="61168" y="380405"/>
                </a:lnTo>
                <a:lnTo>
                  <a:pt x="61269" y="369838"/>
                </a:lnTo>
                <a:lnTo>
                  <a:pt x="61398" y="359271"/>
                </a:lnTo>
                <a:lnTo>
                  <a:pt x="61550" y="348704"/>
                </a:lnTo>
                <a:lnTo>
                  <a:pt x="61718" y="338138"/>
                </a:lnTo>
                <a:lnTo>
                  <a:pt x="61897" y="327571"/>
                </a:lnTo>
                <a:lnTo>
                  <a:pt x="62079" y="317004"/>
                </a:lnTo>
                <a:lnTo>
                  <a:pt x="62259" y="306437"/>
                </a:lnTo>
                <a:lnTo>
                  <a:pt x="62432" y="295870"/>
                </a:lnTo>
                <a:lnTo>
                  <a:pt x="62590" y="285304"/>
                </a:lnTo>
                <a:lnTo>
                  <a:pt x="62730" y="274737"/>
                </a:lnTo>
                <a:lnTo>
                  <a:pt x="62844" y="264170"/>
                </a:lnTo>
                <a:lnTo>
                  <a:pt x="62927" y="253603"/>
                </a:lnTo>
                <a:lnTo>
                  <a:pt x="62969" y="243036"/>
                </a:lnTo>
                <a:lnTo>
                  <a:pt x="62959" y="232470"/>
                </a:lnTo>
                <a:lnTo>
                  <a:pt x="62879" y="221903"/>
                </a:lnTo>
                <a:lnTo>
                  <a:pt x="62706" y="211336"/>
                </a:lnTo>
                <a:lnTo>
                  <a:pt x="62405" y="200769"/>
                </a:lnTo>
                <a:lnTo>
                  <a:pt x="61931" y="190202"/>
                </a:lnTo>
                <a:lnTo>
                  <a:pt x="61229" y="179636"/>
                </a:lnTo>
                <a:lnTo>
                  <a:pt x="60229" y="169069"/>
                </a:lnTo>
                <a:lnTo>
                  <a:pt x="58851" y="158502"/>
                </a:lnTo>
                <a:lnTo>
                  <a:pt x="57013" y="147935"/>
                </a:lnTo>
                <a:lnTo>
                  <a:pt x="54633" y="137368"/>
                </a:lnTo>
                <a:lnTo>
                  <a:pt x="51644" y="126802"/>
                </a:lnTo>
                <a:lnTo>
                  <a:pt x="48001" y="116235"/>
                </a:lnTo>
                <a:lnTo>
                  <a:pt x="43702" y="105668"/>
                </a:lnTo>
                <a:lnTo>
                  <a:pt x="38791" y="95101"/>
                </a:lnTo>
                <a:lnTo>
                  <a:pt x="33373" y="84534"/>
                </a:lnTo>
                <a:lnTo>
                  <a:pt x="27615" y="73968"/>
                </a:lnTo>
                <a:lnTo>
                  <a:pt x="21744" y="63401"/>
                </a:lnTo>
                <a:lnTo>
                  <a:pt x="16035" y="52834"/>
                </a:lnTo>
                <a:lnTo>
                  <a:pt x="10790" y="42267"/>
                </a:lnTo>
                <a:lnTo>
                  <a:pt x="6315" y="31700"/>
                </a:lnTo>
                <a:lnTo>
                  <a:pt x="2888" y="21134"/>
                </a:lnTo>
                <a:lnTo>
                  <a:pt x="735" y="10567"/>
                </a:lnTo>
                <a:lnTo>
                  <a:pt x="0" y="0"/>
                </a:lnTo>
                <a:lnTo>
                  <a:pt x="130000" y="0"/>
                </a:lnTo>
                <a:lnTo>
                  <a:pt x="130000" y="0"/>
                </a:lnTo>
                <a:lnTo>
                  <a:pt x="129265" y="10567"/>
                </a:lnTo>
                <a:lnTo>
                  <a:pt x="127112" y="21134"/>
                </a:lnTo>
                <a:lnTo>
                  <a:pt x="123685" y="31700"/>
                </a:lnTo>
                <a:lnTo>
                  <a:pt x="119210" y="42267"/>
                </a:lnTo>
                <a:lnTo>
                  <a:pt x="113965" y="52834"/>
                </a:lnTo>
                <a:lnTo>
                  <a:pt x="108256" y="63401"/>
                </a:lnTo>
                <a:lnTo>
                  <a:pt x="102385" y="73968"/>
                </a:lnTo>
                <a:lnTo>
                  <a:pt x="96627" y="84534"/>
                </a:lnTo>
                <a:lnTo>
                  <a:pt x="91209" y="95101"/>
                </a:lnTo>
                <a:lnTo>
                  <a:pt x="86298" y="105668"/>
                </a:lnTo>
                <a:lnTo>
                  <a:pt x="81999" y="116235"/>
                </a:lnTo>
                <a:lnTo>
                  <a:pt x="78356" y="126802"/>
                </a:lnTo>
                <a:lnTo>
                  <a:pt x="75367" y="137368"/>
                </a:lnTo>
                <a:lnTo>
                  <a:pt x="72987" y="147935"/>
                </a:lnTo>
                <a:lnTo>
                  <a:pt x="71149" y="158502"/>
                </a:lnTo>
                <a:lnTo>
                  <a:pt x="69771" y="169069"/>
                </a:lnTo>
                <a:lnTo>
                  <a:pt x="68771" y="179636"/>
                </a:lnTo>
                <a:lnTo>
                  <a:pt x="68069" y="190202"/>
                </a:lnTo>
                <a:lnTo>
                  <a:pt x="67595" y="200769"/>
                </a:lnTo>
                <a:lnTo>
                  <a:pt x="67294" y="211336"/>
                </a:lnTo>
                <a:lnTo>
                  <a:pt x="67121" y="221903"/>
                </a:lnTo>
                <a:lnTo>
                  <a:pt x="67041" y="232470"/>
                </a:lnTo>
                <a:lnTo>
                  <a:pt x="67031" y="243036"/>
                </a:lnTo>
                <a:lnTo>
                  <a:pt x="67073" y="253603"/>
                </a:lnTo>
                <a:lnTo>
                  <a:pt x="67156" y="264170"/>
                </a:lnTo>
                <a:lnTo>
                  <a:pt x="67270" y="274737"/>
                </a:lnTo>
                <a:lnTo>
                  <a:pt x="67410" y="285304"/>
                </a:lnTo>
                <a:lnTo>
                  <a:pt x="67568" y="295870"/>
                </a:lnTo>
                <a:lnTo>
                  <a:pt x="67741" y="306437"/>
                </a:lnTo>
                <a:lnTo>
                  <a:pt x="67921" y="317004"/>
                </a:lnTo>
                <a:lnTo>
                  <a:pt x="68103" y="327571"/>
                </a:lnTo>
                <a:lnTo>
                  <a:pt x="68282" y="338138"/>
                </a:lnTo>
                <a:lnTo>
                  <a:pt x="68450" y="348704"/>
                </a:lnTo>
                <a:lnTo>
                  <a:pt x="68602" y="359271"/>
                </a:lnTo>
                <a:lnTo>
                  <a:pt x="68731" y="369838"/>
                </a:lnTo>
                <a:lnTo>
                  <a:pt x="68832" y="380405"/>
                </a:lnTo>
                <a:lnTo>
                  <a:pt x="68901" y="390972"/>
                </a:lnTo>
                <a:lnTo>
                  <a:pt x="68936" y="401538"/>
                </a:lnTo>
                <a:lnTo>
                  <a:pt x="68934" y="412105"/>
                </a:lnTo>
                <a:lnTo>
                  <a:pt x="68899" y="422672"/>
                </a:lnTo>
                <a:lnTo>
                  <a:pt x="68836" y="433239"/>
                </a:lnTo>
                <a:lnTo>
                  <a:pt x="68753" y="443806"/>
                </a:lnTo>
                <a:lnTo>
                  <a:pt x="68661" y="454372"/>
                </a:lnTo>
                <a:lnTo>
                  <a:pt x="68573" y="464939"/>
                </a:lnTo>
                <a:lnTo>
                  <a:pt x="68504" y="475506"/>
                </a:lnTo>
                <a:lnTo>
                  <a:pt x="68468" y="486073"/>
                </a:lnTo>
                <a:lnTo>
                  <a:pt x="68480" y="496640"/>
                </a:lnTo>
                <a:lnTo>
                  <a:pt x="68551" y="507206"/>
                </a:lnTo>
                <a:lnTo>
                  <a:pt x="68689" y="517773"/>
                </a:lnTo>
                <a:lnTo>
                  <a:pt x="68897" y="528340"/>
                </a:lnTo>
                <a:lnTo>
                  <a:pt x="69171" y="538907"/>
                </a:lnTo>
                <a:lnTo>
                  <a:pt x="69503" y="549474"/>
                </a:lnTo>
                <a:lnTo>
                  <a:pt x="69877" y="560040"/>
                </a:lnTo>
                <a:lnTo>
                  <a:pt x="70275" y="570607"/>
                </a:lnTo>
                <a:lnTo>
                  <a:pt x="70670" y="581174"/>
                </a:lnTo>
                <a:lnTo>
                  <a:pt x="71038" y="591741"/>
                </a:lnTo>
                <a:lnTo>
                  <a:pt x="71353" y="602308"/>
                </a:lnTo>
                <a:lnTo>
                  <a:pt x="71592" y="612874"/>
                </a:lnTo>
                <a:lnTo>
                  <a:pt x="71739" y="623441"/>
                </a:lnTo>
                <a:lnTo>
                  <a:pt x="71782" y="634008"/>
                </a:lnTo>
                <a:lnTo>
                  <a:pt x="71720" y="644575"/>
                </a:lnTo>
                <a:lnTo>
                  <a:pt x="71557" y="655142"/>
                </a:lnTo>
                <a:lnTo>
                  <a:pt x="71307" y="665708"/>
                </a:lnTo>
                <a:lnTo>
                  <a:pt x="70985" y="676275"/>
                </a:lnTo>
                <a:lnTo>
                  <a:pt x="70615" y="686842"/>
                </a:lnTo>
                <a:lnTo>
                  <a:pt x="70215" y="697409"/>
                </a:lnTo>
                <a:lnTo>
                  <a:pt x="69807" y="707976"/>
                </a:lnTo>
                <a:lnTo>
                  <a:pt x="69406" y="718543"/>
                </a:lnTo>
                <a:lnTo>
                  <a:pt x="69023" y="729109"/>
                </a:lnTo>
                <a:lnTo>
                  <a:pt x="68666" y="739676"/>
                </a:lnTo>
                <a:lnTo>
                  <a:pt x="68336" y="750243"/>
                </a:lnTo>
                <a:lnTo>
                  <a:pt x="68034" y="760810"/>
                </a:lnTo>
                <a:lnTo>
                  <a:pt x="67756" y="771377"/>
                </a:lnTo>
                <a:lnTo>
                  <a:pt x="67500" y="781943"/>
                </a:lnTo>
                <a:lnTo>
                  <a:pt x="67263" y="792510"/>
                </a:lnTo>
                <a:lnTo>
                  <a:pt x="67044" y="803077"/>
                </a:lnTo>
                <a:lnTo>
                  <a:pt x="66842" y="813644"/>
                </a:lnTo>
                <a:lnTo>
                  <a:pt x="66660" y="824211"/>
                </a:lnTo>
                <a:lnTo>
                  <a:pt x="66501" y="834777"/>
                </a:lnTo>
                <a:lnTo>
                  <a:pt x="66368" y="845344"/>
                </a:lnTo>
                <a:lnTo>
                  <a:pt x="66264" y="855911"/>
                </a:lnTo>
                <a:lnTo>
                  <a:pt x="66190" y="866478"/>
                </a:lnTo>
                <a:lnTo>
                  <a:pt x="66148" y="877045"/>
                </a:lnTo>
                <a:lnTo>
                  <a:pt x="66137" y="887611"/>
                </a:lnTo>
                <a:lnTo>
                  <a:pt x="66152" y="898178"/>
                </a:lnTo>
                <a:lnTo>
                  <a:pt x="66191" y="908745"/>
                </a:lnTo>
                <a:lnTo>
                  <a:pt x="66247" y="919312"/>
                </a:lnTo>
                <a:lnTo>
                  <a:pt x="66314" y="929879"/>
                </a:lnTo>
                <a:lnTo>
                  <a:pt x="66388" y="940445"/>
                </a:lnTo>
                <a:lnTo>
                  <a:pt x="66463" y="951012"/>
                </a:lnTo>
                <a:lnTo>
                  <a:pt x="66536" y="961579"/>
                </a:lnTo>
                <a:lnTo>
                  <a:pt x="66605" y="972146"/>
                </a:lnTo>
                <a:lnTo>
                  <a:pt x="66670" y="982713"/>
                </a:lnTo>
                <a:lnTo>
                  <a:pt x="66733" y="993279"/>
                </a:lnTo>
                <a:lnTo>
                  <a:pt x="66798" y="1003846"/>
                </a:lnTo>
                <a:lnTo>
                  <a:pt x="66868" y="1014413"/>
                </a:lnTo>
                <a:lnTo>
                  <a:pt x="66948" y="1024980"/>
                </a:lnTo>
                <a:lnTo>
                  <a:pt x="67045" y="1035547"/>
                </a:lnTo>
                <a:lnTo>
                  <a:pt x="67166" y="1046113"/>
                </a:lnTo>
                <a:lnTo>
                  <a:pt x="67318" y="1056680"/>
                </a:lnTo>
                <a:lnTo>
                  <a:pt x="67511" y="1067247"/>
                </a:lnTo>
                <a:lnTo>
                  <a:pt x="67756" y="1077814"/>
                </a:lnTo>
                <a:lnTo>
                  <a:pt x="68066" y="1088381"/>
                </a:lnTo>
                <a:lnTo>
                  <a:pt x="68458" y="1098947"/>
                </a:lnTo>
                <a:lnTo>
                  <a:pt x="68950" y="1109514"/>
                </a:lnTo>
                <a:lnTo>
                  <a:pt x="69559" y="1120081"/>
                </a:lnTo>
                <a:lnTo>
                  <a:pt x="70304" y="1130648"/>
                </a:lnTo>
                <a:lnTo>
                  <a:pt x="71201" y="1141215"/>
                </a:lnTo>
                <a:lnTo>
                  <a:pt x="72256" y="1151781"/>
                </a:lnTo>
                <a:lnTo>
                  <a:pt x="73470" y="1162348"/>
                </a:lnTo>
                <a:lnTo>
                  <a:pt x="74829" y="1172915"/>
                </a:lnTo>
                <a:lnTo>
                  <a:pt x="76304" y="1183482"/>
                </a:lnTo>
                <a:lnTo>
                  <a:pt x="77853" y="1194049"/>
                </a:lnTo>
                <a:lnTo>
                  <a:pt x="79418" y="1204615"/>
                </a:lnTo>
                <a:lnTo>
                  <a:pt x="80928" y="1215182"/>
                </a:lnTo>
                <a:lnTo>
                  <a:pt x="82307" y="1225749"/>
                </a:lnTo>
                <a:lnTo>
                  <a:pt x="83480" y="1236316"/>
                </a:lnTo>
                <a:lnTo>
                  <a:pt x="84374" y="1246883"/>
                </a:lnTo>
                <a:lnTo>
                  <a:pt x="84936" y="1257449"/>
                </a:lnTo>
                <a:lnTo>
                  <a:pt x="85127" y="1268016"/>
                </a:lnTo>
                <a:lnTo>
                  <a:pt x="85127" y="1268016"/>
                </a:lnTo>
                <a:close/>
              </a:path>
            </a:pathLst>
          </a:custGeom>
          <a:solidFill>
            <a:srgbClr val="596BC0">
              <a:alpha val="12000"/>
            </a:srgbClr>
          </a:solidFill>
          <a:ln w="6985">
            <a:solidFill>
              <a:srgbClr val="596BC0">
                <a:alpha val="12000"/>
              </a:srgbClr>
            </a:solidFill>
            <a:prstDash val="solid"/>
          </a:ln>
        </p:spPr>
      </p:sp>
      <p:sp>
        <p:nvSpPr>
          <p:cNvPr id="2671" name="01_find_only_2670">
            <a:extLst>
              <a:ext uri="{FF2B5EF4-FFF2-40B4-BE49-F238E27FC236}">
                <a16:creationId xmlns:a16="http://schemas.microsoft.com/office/drawing/2014/main" id="{3E032EB8-E043-498D-A135-0AA2462EF763}"/>
              </a:ext>
            </a:extLst>
          </p:cNvPr>
          <p:cNvSpPr>
            <a:spLocks noGrp="1"/>
          </p:cNvSpPr>
          <p:nvPr/>
        </p:nvSpPr>
        <p:spPr>
          <a:xfrm>
            <a:off x="2688000" y="625140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672" name="text_2671">
            <a:extLst>
              <a:ext uri="{FF2B5EF4-FFF2-40B4-BE49-F238E27FC236}">
                <a16:creationId xmlns:a16="http://schemas.microsoft.com/office/drawing/2014/main" id="{2E590C66-2FDB-411F-AC97-3CEFBA5C7C26}"/>
              </a:ext>
            </a:extLst>
          </p:cNvPr>
          <p:cNvSpPr>
            <a:spLocks noGrp="1"/>
          </p:cNvSpPr>
          <p:nvPr/>
        </p:nvSpPr>
        <p:spPr>
          <a:xfrm>
            <a:off x="2662227" y="6320719"/>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2673" name="01_find_only_2672">
            <a:extLst>
              <a:ext uri="{FF2B5EF4-FFF2-40B4-BE49-F238E27FC236}">
                <a16:creationId xmlns:a16="http://schemas.microsoft.com/office/drawing/2014/main" id="{562724E5-F151-4850-B6E8-B95E10E0DB4F}"/>
              </a:ext>
            </a:extLst>
          </p:cNvPr>
          <p:cNvSpPr>
            <a:spLocks noGrp="1"/>
          </p:cNvSpPr>
          <p:nvPr/>
        </p:nvSpPr>
        <p:spPr>
          <a:xfrm>
            <a:off x="2938000" y="625140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674" name="text_2673">
            <a:extLst>
              <a:ext uri="{FF2B5EF4-FFF2-40B4-BE49-F238E27FC236}">
                <a16:creationId xmlns:a16="http://schemas.microsoft.com/office/drawing/2014/main" id="{65CB267B-1031-403B-85EB-3D3B1CA88C2B}"/>
              </a:ext>
            </a:extLst>
          </p:cNvPr>
          <p:cNvSpPr>
            <a:spLocks noGrp="1"/>
          </p:cNvSpPr>
          <p:nvPr/>
        </p:nvSpPr>
        <p:spPr>
          <a:xfrm>
            <a:off x="2886453" y="6320719"/>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2675" name="01_find_only_2674">
            <a:extLst>
              <a:ext uri="{FF2B5EF4-FFF2-40B4-BE49-F238E27FC236}">
                <a16:creationId xmlns:a16="http://schemas.microsoft.com/office/drawing/2014/main" id="{163E1855-95F9-4AD0-A9FB-1D663101F020}"/>
              </a:ext>
            </a:extLst>
          </p:cNvPr>
          <p:cNvSpPr>
            <a:spLocks noGrp="1"/>
          </p:cNvSpPr>
          <p:nvPr/>
        </p:nvSpPr>
        <p:spPr>
          <a:xfrm>
            <a:off x="3188000" y="625140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676" name="text_2675">
            <a:extLst>
              <a:ext uri="{FF2B5EF4-FFF2-40B4-BE49-F238E27FC236}">
                <a16:creationId xmlns:a16="http://schemas.microsoft.com/office/drawing/2014/main" id="{B7FCCF2C-43D6-4878-AC64-4D815179BC6C}"/>
              </a:ext>
            </a:extLst>
          </p:cNvPr>
          <p:cNvSpPr>
            <a:spLocks noGrp="1"/>
          </p:cNvSpPr>
          <p:nvPr/>
        </p:nvSpPr>
        <p:spPr>
          <a:xfrm>
            <a:off x="3110680" y="632071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2677" name="01_find_only_2676">
            <a:extLst>
              <a:ext uri="{FF2B5EF4-FFF2-40B4-BE49-F238E27FC236}">
                <a16:creationId xmlns:a16="http://schemas.microsoft.com/office/drawing/2014/main" id="{871B4DFE-E124-4AC7-AD72-D6FB3E505685}"/>
              </a:ext>
            </a:extLst>
          </p:cNvPr>
          <p:cNvSpPr>
            <a:spLocks noGrp="1"/>
          </p:cNvSpPr>
          <p:nvPr/>
        </p:nvSpPr>
        <p:spPr>
          <a:xfrm>
            <a:off x="3688000" y="625140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678" name="text_2677">
            <a:extLst>
              <a:ext uri="{FF2B5EF4-FFF2-40B4-BE49-F238E27FC236}">
                <a16:creationId xmlns:a16="http://schemas.microsoft.com/office/drawing/2014/main" id="{F07005CF-75E1-4F9F-B7C9-20C128BD9C31}"/>
              </a:ext>
            </a:extLst>
          </p:cNvPr>
          <p:cNvSpPr>
            <a:spLocks noGrp="1"/>
          </p:cNvSpPr>
          <p:nvPr/>
        </p:nvSpPr>
        <p:spPr>
          <a:xfrm>
            <a:off x="3610680" y="632071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200</a:t>
            </a:r>
          </a:p>
        </p:txBody>
      </p:sp>
      <p:sp>
        <p:nvSpPr>
          <p:cNvPr id="2679" name="01_find_only_2678">
            <a:extLst>
              <a:ext uri="{FF2B5EF4-FFF2-40B4-BE49-F238E27FC236}">
                <a16:creationId xmlns:a16="http://schemas.microsoft.com/office/drawing/2014/main" id="{FEDC50D8-7A81-4AA6-90DE-549D6A4B22A7}"/>
              </a:ext>
            </a:extLst>
          </p:cNvPr>
          <p:cNvSpPr>
            <a:spLocks noGrp="1"/>
          </p:cNvSpPr>
          <p:nvPr/>
        </p:nvSpPr>
        <p:spPr>
          <a:xfrm>
            <a:off x="4188000" y="625140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680" name="text_2679">
            <a:extLst>
              <a:ext uri="{FF2B5EF4-FFF2-40B4-BE49-F238E27FC236}">
                <a16:creationId xmlns:a16="http://schemas.microsoft.com/office/drawing/2014/main" id="{6F053CC6-19B5-41A8-B9EB-FECB613E27A7}"/>
              </a:ext>
            </a:extLst>
          </p:cNvPr>
          <p:cNvSpPr>
            <a:spLocks noGrp="1"/>
          </p:cNvSpPr>
          <p:nvPr/>
        </p:nvSpPr>
        <p:spPr>
          <a:xfrm>
            <a:off x="4110680" y="632071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300</a:t>
            </a:r>
          </a:p>
        </p:txBody>
      </p:sp>
      <p:sp>
        <p:nvSpPr>
          <p:cNvPr id="2681" name="text_2680">
            <a:extLst>
              <a:ext uri="{FF2B5EF4-FFF2-40B4-BE49-F238E27FC236}">
                <a16:creationId xmlns:a16="http://schemas.microsoft.com/office/drawing/2014/main" id="{2B846683-D155-4543-942A-D21D7B495D14}"/>
              </a:ext>
            </a:extLst>
          </p:cNvPr>
          <p:cNvSpPr>
            <a:spLocks noGrp="1"/>
          </p:cNvSpPr>
          <p:nvPr/>
        </p:nvSpPr>
        <p:spPr>
          <a:xfrm>
            <a:off x="2874210" y="6457278"/>
            <a:ext cx="1230281"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vl1pPr algn="l">
              <a:defRPr sz="750" b="0">
                <a:solidFill>
                  <a:srgbClr val="273744"/>
                </a:solidFill>
                <a:latin typeface="Arial"/>
                <a:ea typeface="Arial"/>
                <a:cs typeface="Arial"/>
              </a:defRPr>
            </a:lvl1pPr>
            <a:lvl2pPr algn="l">
              <a:defRPr sz="750" b="0">
                <a:solidFill>
                  <a:srgbClr val="273744"/>
                </a:solidFill>
                <a:latin typeface="Arial"/>
                <a:ea typeface="Arial"/>
                <a:cs typeface="Arial"/>
              </a:defRPr>
            </a:lvl2pPr>
            <a:lvl3pPr algn="l">
              <a:defRPr sz="750" b="0">
                <a:solidFill>
                  <a:srgbClr val="273744"/>
                </a:solidFill>
                <a:latin typeface="Arial"/>
                <a:ea typeface="Arial"/>
                <a:cs typeface="Arial"/>
              </a:defRPr>
            </a:lvl3pPr>
            <a:lvl4pPr algn="l">
              <a:defRPr sz="750" b="0">
                <a:solidFill>
                  <a:srgbClr val="273744"/>
                </a:solidFill>
                <a:latin typeface="Arial"/>
                <a:ea typeface="Arial"/>
                <a:cs typeface="Arial"/>
              </a:defRPr>
            </a:lvl4pPr>
            <a:lvl5pPr algn="l">
              <a:defRPr sz="750" b="0">
                <a:solidFill>
                  <a:srgbClr val="273744"/>
                </a:solidFill>
                <a:latin typeface="Arial"/>
                <a:ea typeface="Arial"/>
                <a:cs typeface="Arial"/>
              </a:defRPr>
            </a:lvl5pPr>
            <a:lvl6pPr algn="l">
              <a:defRPr sz="750" b="0">
                <a:solidFill>
                  <a:srgbClr val="273744"/>
                </a:solidFill>
                <a:latin typeface="Arial"/>
                <a:ea typeface="Arial"/>
                <a:cs typeface="Arial"/>
              </a:defRPr>
            </a:lvl6pPr>
            <a:lvl7pPr algn="l">
              <a:defRPr sz="750" b="0">
                <a:solidFill>
                  <a:srgbClr val="273744"/>
                </a:solidFill>
                <a:latin typeface="Arial"/>
                <a:ea typeface="Arial"/>
                <a:cs typeface="Arial"/>
              </a:defRPr>
            </a:lvl7pPr>
            <a:lvl8pPr algn="l">
              <a:defRPr sz="750" b="0">
                <a:solidFill>
                  <a:srgbClr val="273744"/>
                </a:solidFill>
                <a:latin typeface="Arial"/>
                <a:ea typeface="Arial"/>
                <a:cs typeface="Arial"/>
              </a:defRPr>
            </a:lvl8pPr>
            <a:lvl9pPr algn="l">
              <a:defRPr sz="750" b="0">
                <a:solidFill>
                  <a:srgbClr val="273744"/>
                </a:solidFill>
                <a:latin typeface="Arial"/>
                <a:ea typeface="Arial"/>
                <a:cs typeface="Arial"/>
              </a:defRPr>
            </a:lvl9pPr>
          </a:lstStyle>
          <a:p>
            <a:pPr algn="l">
              <a:defRPr sz="750" b="0">
                <a:solidFill>
                  <a:srgbClr val="273744"/>
                </a:solidFill>
                <a:latin typeface="Arial"/>
                <a:ea typeface="Arial"/>
                <a:cs typeface="Arial"/>
              </a:defRPr>
            </a:pPr>
            <a:r>
              <a:rPr sz="750" b="0" dirty="0">
                <a:solidFill>
                  <a:srgbClr val="273744"/>
                </a:solidFill>
                <a:latin typeface="Arial"/>
                <a:ea typeface="Arial"/>
                <a:cs typeface="Arial"/>
              </a:rPr>
              <a:t>Relative candidate count (%)</a:t>
            </a:r>
          </a:p>
        </p:txBody>
      </p:sp>
      <p:sp>
        <p:nvSpPr>
          <p:cNvPr id="2682" name="01_find_only_2681">
            <a:extLst>
              <a:ext uri="{FF2B5EF4-FFF2-40B4-BE49-F238E27FC236}">
                <a16:creationId xmlns:a16="http://schemas.microsoft.com/office/drawing/2014/main" id="{9110C315-D60A-483D-A2A8-582A787C7D08}"/>
              </a:ext>
            </a:extLst>
          </p:cNvPr>
          <p:cNvSpPr>
            <a:spLocks noGrp="1"/>
          </p:cNvSpPr>
          <p:nvPr/>
        </p:nvSpPr>
        <p:spPr>
          <a:xfrm>
            <a:off x="2673000" y="6187999"/>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2683" name="01_find_only_2682">
            <a:extLst>
              <a:ext uri="{FF2B5EF4-FFF2-40B4-BE49-F238E27FC236}">
                <a16:creationId xmlns:a16="http://schemas.microsoft.com/office/drawing/2014/main" id="{09F75927-8F2D-463D-BF2A-90F04AAAC7EF}"/>
              </a:ext>
            </a:extLst>
          </p:cNvPr>
          <p:cNvSpPr>
            <a:spLocks noGrp="1"/>
          </p:cNvSpPr>
          <p:nvPr/>
        </p:nvSpPr>
        <p:spPr>
          <a:xfrm>
            <a:off x="2634900" y="6187999"/>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684" name="text_2683">
            <a:extLst>
              <a:ext uri="{FF2B5EF4-FFF2-40B4-BE49-F238E27FC236}">
                <a16:creationId xmlns:a16="http://schemas.microsoft.com/office/drawing/2014/main" id="{C7BCE12B-7EDF-4FEE-A275-D0C9CDB1C000}"/>
              </a:ext>
            </a:extLst>
          </p:cNvPr>
          <p:cNvSpPr>
            <a:spLocks noGrp="1"/>
          </p:cNvSpPr>
          <p:nvPr/>
        </p:nvSpPr>
        <p:spPr>
          <a:xfrm>
            <a:off x="2545253" y="6147938"/>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2685" name="01_find_only_2684">
            <a:extLst>
              <a:ext uri="{FF2B5EF4-FFF2-40B4-BE49-F238E27FC236}">
                <a16:creationId xmlns:a16="http://schemas.microsoft.com/office/drawing/2014/main" id="{1ECECD3B-20D7-48C2-A7C5-1E9052827197}"/>
              </a:ext>
            </a:extLst>
          </p:cNvPr>
          <p:cNvSpPr>
            <a:spLocks noGrp="1"/>
          </p:cNvSpPr>
          <p:nvPr/>
        </p:nvSpPr>
        <p:spPr>
          <a:xfrm>
            <a:off x="2673000" y="5553991"/>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2686" name="01_find_only_2685">
            <a:extLst>
              <a:ext uri="{FF2B5EF4-FFF2-40B4-BE49-F238E27FC236}">
                <a16:creationId xmlns:a16="http://schemas.microsoft.com/office/drawing/2014/main" id="{25A4970E-116E-40D3-84AA-FF247433CC01}"/>
              </a:ext>
            </a:extLst>
          </p:cNvPr>
          <p:cNvSpPr>
            <a:spLocks noGrp="1"/>
          </p:cNvSpPr>
          <p:nvPr/>
        </p:nvSpPr>
        <p:spPr>
          <a:xfrm>
            <a:off x="2634900" y="5553991"/>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687" name="text_2686">
            <a:extLst>
              <a:ext uri="{FF2B5EF4-FFF2-40B4-BE49-F238E27FC236}">
                <a16:creationId xmlns:a16="http://schemas.microsoft.com/office/drawing/2014/main" id="{A44E6CEB-7ADF-4B4C-B4B3-B2C6792BB406}"/>
              </a:ext>
            </a:extLst>
          </p:cNvPr>
          <p:cNvSpPr>
            <a:spLocks noGrp="1"/>
          </p:cNvSpPr>
          <p:nvPr/>
        </p:nvSpPr>
        <p:spPr>
          <a:xfrm>
            <a:off x="2493706" y="551393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2688" name="01_find_only_2687">
            <a:extLst>
              <a:ext uri="{FF2B5EF4-FFF2-40B4-BE49-F238E27FC236}">
                <a16:creationId xmlns:a16="http://schemas.microsoft.com/office/drawing/2014/main" id="{A254697B-D4B6-43E9-855C-8F8A5602EC63}"/>
              </a:ext>
            </a:extLst>
          </p:cNvPr>
          <p:cNvSpPr>
            <a:spLocks noGrp="1"/>
          </p:cNvSpPr>
          <p:nvPr/>
        </p:nvSpPr>
        <p:spPr>
          <a:xfrm>
            <a:off x="2673000" y="4919983"/>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2689" name="01_find_only_2688">
            <a:extLst>
              <a:ext uri="{FF2B5EF4-FFF2-40B4-BE49-F238E27FC236}">
                <a16:creationId xmlns:a16="http://schemas.microsoft.com/office/drawing/2014/main" id="{E3B2ECE9-6717-4091-9003-F7CF648D87D3}"/>
              </a:ext>
            </a:extLst>
          </p:cNvPr>
          <p:cNvSpPr>
            <a:spLocks noGrp="1"/>
          </p:cNvSpPr>
          <p:nvPr/>
        </p:nvSpPr>
        <p:spPr>
          <a:xfrm>
            <a:off x="2634900" y="491998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690" name="text_2689">
            <a:extLst>
              <a:ext uri="{FF2B5EF4-FFF2-40B4-BE49-F238E27FC236}">
                <a16:creationId xmlns:a16="http://schemas.microsoft.com/office/drawing/2014/main" id="{A4FFA3B9-5DC1-4AA7-9739-CF1F5E7D1EDF}"/>
              </a:ext>
            </a:extLst>
          </p:cNvPr>
          <p:cNvSpPr>
            <a:spLocks noGrp="1"/>
          </p:cNvSpPr>
          <p:nvPr/>
        </p:nvSpPr>
        <p:spPr>
          <a:xfrm>
            <a:off x="2442160" y="4879922"/>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2691" name="01_find_only_2690">
            <a:extLst>
              <a:ext uri="{FF2B5EF4-FFF2-40B4-BE49-F238E27FC236}">
                <a16:creationId xmlns:a16="http://schemas.microsoft.com/office/drawing/2014/main" id="{72FF75B8-F4DE-477C-93D5-A77BDB3304E3}"/>
              </a:ext>
            </a:extLst>
          </p:cNvPr>
          <p:cNvSpPr>
            <a:spLocks noGrp="1"/>
          </p:cNvSpPr>
          <p:nvPr/>
        </p:nvSpPr>
        <p:spPr>
          <a:xfrm>
            <a:off x="2897190" y="5539792"/>
            <a:ext cx="28398" cy="28398"/>
          </a:xfrm>
          <a:prstGeom prst="ellipse">
            <a:avLst/>
          </a:prstGeom>
          <a:solidFill>
            <a:srgbClr val="7F8C97">
              <a:alpha val="48000"/>
            </a:srgbClr>
          </a:solidFill>
          <a:ln w="0">
            <a:noFill/>
            <a:prstDash val="solid"/>
          </a:ln>
        </p:spPr>
      </p:sp>
      <p:sp>
        <p:nvSpPr>
          <p:cNvPr id="2692" name="01_find_only_2691">
            <a:extLst>
              <a:ext uri="{FF2B5EF4-FFF2-40B4-BE49-F238E27FC236}">
                <a16:creationId xmlns:a16="http://schemas.microsoft.com/office/drawing/2014/main" id="{B51DA67A-5752-47B8-9874-C168504CC400}"/>
              </a:ext>
            </a:extLst>
          </p:cNvPr>
          <p:cNvSpPr>
            <a:spLocks noGrp="1"/>
          </p:cNvSpPr>
          <p:nvPr/>
        </p:nvSpPr>
        <p:spPr>
          <a:xfrm>
            <a:off x="2958234" y="5539792"/>
            <a:ext cx="28398" cy="28398"/>
          </a:xfrm>
          <a:prstGeom prst="ellipse">
            <a:avLst/>
          </a:prstGeom>
          <a:solidFill>
            <a:srgbClr val="7F8C97">
              <a:alpha val="48000"/>
            </a:srgbClr>
          </a:solidFill>
          <a:ln w="0">
            <a:noFill/>
            <a:prstDash val="solid"/>
          </a:ln>
        </p:spPr>
      </p:sp>
      <p:sp>
        <p:nvSpPr>
          <p:cNvPr id="2693" name="01_find_only_2692">
            <a:extLst>
              <a:ext uri="{FF2B5EF4-FFF2-40B4-BE49-F238E27FC236}">
                <a16:creationId xmlns:a16="http://schemas.microsoft.com/office/drawing/2014/main" id="{3C0E759A-D270-4341-A9C8-96BF7C021977}"/>
              </a:ext>
            </a:extLst>
          </p:cNvPr>
          <p:cNvSpPr>
            <a:spLocks noGrp="1"/>
          </p:cNvSpPr>
          <p:nvPr/>
        </p:nvSpPr>
        <p:spPr>
          <a:xfrm>
            <a:off x="2877159" y="6173800"/>
            <a:ext cx="28398" cy="28398"/>
          </a:xfrm>
          <a:prstGeom prst="ellipse">
            <a:avLst/>
          </a:prstGeom>
          <a:solidFill>
            <a:srgbClr val="7F8C97">
              <a:alpha val="48000"/>
            </a:srgbClr>
          </a:solidFill>
          <a:ln w="0">
            <a:noFill/>
            <a:prstDash val="solid"/>
          </a:ln>
        </p:spPr>
      </p:sp>
      <p:sp>
        <p:nvSpPr>
          <p:cNvPr id="2694" name="01_find_only_2693">
            <a:extLst>
              <a:ext uri="{FF2B5EF4-FFF2-40B4-BE49-F238E27FC236}">
                <a16:creationId xmlns:a16="http://schemas.microsoft.com/office/drawing/2014/main" id="{266887FF-BF1F-4C20-8788-08FA208F97D1}"/>
              </a:ext>
            </a:extLst>
          </p:cNvPr>
          <p:cNvSpPr>
            <a:spLocks noGrp="1"/>
          </p:cNvSpPr>
          <p:nvPr/>
        </p:nvSpPr>
        <p:spPr>
          <a:xfrm>
            <a:off x="2950603" y="6173800"/>
            <a:ext cx="28398" cy="28398"/>
          </a:xfrm>
          <a:prstGeom prst="ellipse">
            <a:avLst/>
          </a:prstGeom>
          <a:solidFill>
            <a:srgbClr val="7F8C97">
              <a:alpha val="48000"/>
            </a:srgbClr>
          </a:solidFill>
          <a:ln w="0">
            <a:noFill/>
            <a:prstDash val="solid"/>
          </a:ln>
        </p:spPr>
      </p:sp>
      <p:sp>
        <p:nvSpPr>
          <p:cNvPr id="2695" name="01_find_only_2694">
            <a:extLst>
              <a:ext uri="{FF2B5EF4-FFF2-40B4-BE49-F238E27FC236}">
                <a16:creationId xmlns:a16="http://schemas.microsoft.com/office/drawing/2014/main" id="{55AC4312-546D-44AF-9D98-C7B55153C2DD}"/>
              </a:ext>
            </a:extLst>
          </p:cNvPr>
          <p:cNvSpPr>
            <a:spLocks noGrp="1"/>
          </p:cNvSpPr>
          <p:nvPr/>
        </p:nvSpPr>
        <p:spPr>
          <a:xfrm>
            <a:off x="2912737" y="6173800"/>
            <a:ext cx="28398" cy="28398"/>
          </a:xfrm>
          <a:prstGeom prst="ellipse">
            <a:avLst/>
          </a:prstGeom>
          <a:solidFill>
            <a:srgbClr val="7F8C97">
              <a:alpha val="48000"/>
            </a:srgbClr>
          </a:solidFill>
          <a:ln w="0">
            <a:noFill/>
            <a:prstDash val="solid"/>
          </a:ln>
        </p:spPr>
      </p:sp>
      <p:sp>
        <p:nvSpPr>
          <p:cNvPr id="2696" name="01_find_only_2695">
            <a:extLst>
              <a:ext uri="{FF2B5EF4-FFF2-40B4-BE49-F238E27FC236}">
                <a16:creationId xmlns:a16="http://schemas.microsoft.com/office/drawing/2014/main" id="{041CA52A-9BC3-4208-887A-ECB389E322FB}"/>
              </a:ext>
            </a:extLst>
          </p:cNvPr>
          <p:cNvSpPr>
            <a:spLocks noGrp="1"/>
          </p:cNvSpPr>
          <p:nvPr/>
        </p:nvSpPr>
        <p:spPr>
          <a:xfrm>
            <a:off x="2965006" y="5539792"/>
            <a:ext cx="28398" cy="28398"/>
          </a:xfrm>
          <a:prstGeom prst="ellipse">
            <a:avLst/>
          </a:prstGeom>
          <a:solidFill>
            <a:srgbClr val="7F8C97">
              <a:alpha val="48000"/>
            </a:srgbClr>
          </a:solidFill>
          <a:ln w="0">
            <a:noFill/>
            <a:prstDash val="solid"/>
          </a:ln>
        </p:spPr>
      </p:sp>
      <p:sp>
        <p:nvSpPr>
          <p:cNvPr id="2697" name="01_find_only_2696">
            <a:extLst>
              <a:ext uri="{FF2B5EF4-FFF2-40B4-BE49-F238E27FC236}">
                <a16:creationId xmlns:a16="http://schemas.microsoft.com/office/drawing/2014/main" id="{51E0DCDE-4CA1-414B-9766-6544ED7859A4}"/>
              </a:ext>
            </a:extLst>
          </p:cNvPr>
          <p:cNvSpPr>
            <a:spLocks noGrp="1"/>
          </p:cNvSpPr>
          <p:nvPr/>
        </p:nvSpPr>
        <p:spPr>
          <a:xfrm>
            <a:off x="2897094" y="6173800"/>
            <a:ext cx="28398" cy="28398"/>
          </a:xfrm>
          <a:prstGeom prst="ellipse">
            <a:avLst/>
          </a:prstGeom>
          <a:solidFill>
            <a:srgbClr val="7F8C97">
              <a:alpha val="48000"/>
            </a:srgbClr>
          </a:solidFill>
          <a:ln w="0">
            <a:noFill/>
            <a:prstDash val="solid"/>
          </a:ln>
        </p:spPr>
      </p:sp>
      <p:sp>
        <p:nvSpPr>
          <p:cNvPr id="2698" name="01_find_only_2697">
            <a:extLst>
              <a:ext uri="{FF2B5EF4-FFF2-40B4-BE49-F238E27FC236}">
                <a16:creationId xmlns:a16="http://schemas.microsoft.com/office/drawing/2014/main" id="{DE369086-A05C-447C-B7FB-B5AF7A603FE3}"/>
              </a:ext>
            </a:extLst>
          </p:cNvPr>
          <p:cNvSpPr>
            <a:spLocks noGrp="1"/>
          </p:cNvSpPr>
          <p:nvPr/>
        </p:nvSpPr>
        <p:spPr>
          <a:xfrm>
            <a:off x="2943640" y="5811510"/>
            <a:ext cx="28398" cy="28398"/>
          </a:xfrm>
          <a:prstGeom prst="ellipse">
            <a:avLst/>
          </a:prstGeom>
          <a:solidFill>
            <a:srgbClr val="7F8C97">
              <a:alpha val="48000"/>
            </a:srgbClr>
          </a:solidFill>
          <a:ln w="0">
            <a:noFill/>
            <a:prstDash val="solid"/>
          </a:ln>
        </p:spPr>
      </p:sp>
      <p:sp>
        <p:nvSpPr>
          <p:cNvPr id="2699" name="01_find_only_2698">
            <a:extLst>
              <a:ext uri="{FF2B5EF4-FFF2-40B4-BE49-F238E27FC236}">
                <a16:creationId xmlns:a16="http://schemas.microsoft.com/office/drawing/2014/main" id="{E34CDB1B-0C80-4B10-AA80-3F0DC37A3F0D}"/>
              </a:ext>
            </a:extLst>
          </p:cNvPr>
          <p:cNvSpPr>
            <a:spLocks noGrp="1"/>
          </p:cNvSpPr>
          <p:nvPr/>
        </p:nvSpPr>
        <p:spPr>
          <a:xfrm>
            <a:off x="2880498" y="5597429"/>
            <a:ext cx="28398" cy="28398"/>
          </a:xfrm>
          <a:prstGeom prst="ellipse">
            <a:avLst/>
          </a:prstGeom>
          <a:solidFill>
            <a:srgbClr val="7F8C97">
              <a:alpha val="48000"/>
            </a:srgbClr>
          </a:solidFill>
          <a:ln w="0">
            <a:noFill/>
            <a:prstDash val="solid"/>
          </a:ln>
        </p:spPr>
      </p:sp>
      <p:sp>
        <p:nvSpPr>
          <p:cNvPr id="2700" name="01_find_only_2699">
            <a:extLst>
              <a:ext uri="{FF2B5EF4-FFF2-40B4-BE49-F238E27FC236}">
                <a16:creationId xmlns:a16="http://schemas.microsoft.com/office/drawing/2014/main" id="{DF1BA650-B750-4678-BABB-EC2612CBC22D}"/>
              </a:ext>
            </a:extLst>
          </p:cNvPr>
          <p:cNvSpPr>
            <a:spLocks noGrp="1"/>
          </p:cNvSpPr>
          <p:nvPr/>
        </p:nvSpPr>
        <p:spPr>
          <a:xfrm>
            <a:off x="2900814" y="6173800"/>
            <a:ext cx="28398" cy="28398"/>
          </a:xfrm>
          <a:prstGeom prst="ellipse">
            <a:avLst/>
          </a:prstGeom>
          <a:solidFill>
            <a:srgbClr val="7F8C97">
              <a:alpha val="48000"/>
            </a:srgbClr>
          </a:solidFill>
          <a:ln w="0">
            <a:noFill/>
            <a:prstDash val="solid"/>
          </a:ln>
        </p:spPr>
      </p:sp>
      <p:sp>
        <p:nvSpPr>
          <p:cNvPr id="2701" name="01_find_only_2700">
            <a:extLst>
              <a:ext uri="{FF2B5EF4-FFF2-40B4-BE49-F238E27FC236}">
                <a16:creationId xmlns:a16="http://schemas.microsoft.com/office/drawing/2014/main" id="{FBBCC3A3-CB52-43F1-958E-5EC04E9D0815}"/>
              </a:ext>
            </a:extLst>
          </p:cNvPr>
          <p:cNvSpPr>
            <a:spLocks noGrp="1"/>
          </p:cNvSpPr>
          <p:nvPr/>
        </p:nvSpPr>
        <p:spPr>
          <a:xfrm>
            <a:off x="2880307" y="5856796"/>
            <a:ext cx="28398" cy="28398"/>
          </a:xfrm>
          <a:prstGeom prst="ellipse">
            <a:avLst/>
          </a:prstGeom>
          <a:solidFill>
            <a:srgbClr val="7F8C97">
              <a:alpha val="48000"/>
            </a:srgbClr>
          </a:solidFill>
          <a:ln w="0">
            <a:noFill/>
            <a:prstDash val="solid"/>
          </a:ln>
        </p:spPr>
      </p:sp>
      <p:sp>
        <p:nvSpPr>
          <p:cNvPr id="2702" name="01_find_only_2701">
            <a:extLst>
              <a:ext uri="{FF2B5EF4-FFF2-40B4-BE49-F238E27FC236}">
                <a16:creationId xmlns:a16="http://schemas.microsoft.com/office/drawing/2014/main" id="{31418DAC-35F5-4646-AB10-50CA43218A98}"/>
              </a:ext>
            </a:extLst>
          </p:cNvPr>
          <p:cNvSpPr>
            <a:spLocks noGrp="1"/>
          </p:cNvSpPr>
          <p:nvPr/>
        </p:nvSpPr>
        <p:spPr>
          <a:xfrm>
            <a:off x="2934198" y="5539792"/>
            <a:ext cx="28398" cy="28398"/>
          </a:xfrm>
          <a:prstGeom prst="ellipse">
            <a:avLst/>
          </a:prstGeom>
          <a:solidFill>
            <a:srgbClr val="7F8C97">
              <a:alpha val="48000"/>
            </a:srgbClr>
          </a:solidFill>
          <a:ln w="0">
            <a:noFill/>
            <a:prstDash val="solid"/>
          </a:ln>
        </p:spPr>
      </p:sp>
      <p:sp>
        <p:nvSpPr>
          <p:cNvPr id="2703" name="01_find_only_2702">
            <a:extLst>
              <a:ext uri="{FF2B5EF4-FFF2-40B4-BE49-F238E27FC236}">
                <a16:creationId xmlns:a16="http://schemas.microsoft.com/office/drawing/2014/main" id="{6121536B-C8F7-4709-AAD7-AD7859026309}"/>
              </a:ext>
            </a:extLst>
          </p:cNvPr>
          <p:cNvSpPr>
            <a:spLocks noGrp="1"/>
          </p:cNvSpPr>
          <p:nvPr/>
        </p:nvSpPr>
        <p:spPr>
          <a:xfrm>
            <a:off x="2893183" y="6173800"/>
            <a:ext cx="28398" cy="28398"/>
          </a:xfrm>
          <a:prstGeom prst="ellipse">
            <a:avLst/>
          </a:prstGeom>
          <a:solidFill>
            <a:srgbClr val="7F8C97">
              <a:alpha val="48000"/>
            </a:srgbClr>
          </a:solidFill>
          <a:ln w="0">
            <a:noFill/>
            <a:prstDash val="solid"/>
          </a:ln>
        </p:spPr>
      </p:sp>
      <p:sp>
        <p:nvSpPr>
          <p:cNvPr id="2704" name="01_find_only_2703">
            <a:extLst>
              <a:ext uri="{FF2B5EF4-FFF2-40B4-BE49-F238E27FC236}">
                <a16:creationId xmlns:a16="http://schemas.microsoft.com/office/drawing/2014/main" id="{009D308C-ABA3-46B6-A452-BD2ECFA1A64E}"/>
              </a:ext>
            </a:extLst>
          </p:cNvPr>
          <p:cNvSpPr>
            <a:spLocks noGrp="1"/>
          </p:cNvSpPr>
          <p:nvPr/>
        </p:nvSpPr>
        <p:spPr>
          <a:xfrm>
            <a:off x="2921798" y="6173800"/>
            <a:ext cx="28398" cy="28398"/>
          </a:xfrm>
          <a:prstGeom prst="ellipse">
            <a:avLst/>
          </a:prstGeom>
          <a:solidFill>
            <a:srgbClr val="7F8C97">
              <a:alpha val="48000"/>
            </a:srgbClr>
          </a:solidFill>
          <a:ln w="0">
            <a:noFill/>
            <a:prstDash val="solid"/>
          </a:ln>
        </p:spPr>
      </p:sp>
      <p:sp>
        <p:nvSpPr>
          <p:cNvPr id="2705" name="01_find_only_2704">
            <a:extLst>
              <a:ext uri="{FF2B5EF4-FFF2-40B4-BE49-F238E27FC236}">
                <a16:creationId xmlns:a16="http://schemas.microsoft.com/office/drawing/2014/main" id="{B270EF88-5D2A-4DD0-88B9-AC7BD2092A6C}"/>
              </a:ext>
            </a:extLst>
          </p:cNvPr>
          <p:cNvSpPr>
            <a:spLocks noGrp="1"/>
          </p:cNvSpPr>
          <p:nvPr/>
        </p:nvSpPr>
        <p:spPr>
          <a:xfrm>
            <a:off x="2911688" y="6173800"/>
            <a:ext cx="28398" cy="28398"/>
          </a:xfrm>
          <a:prstGeom prst="ellipse">
            <a:avLst/>
          </a:prstGeom>
          <a:solidFill>
            <a:srgbClr val="7F8C97">
              <a:alpha val="48000"/>
            </a:srgbClr>
          </a:solidFill>
          <a:ln w="0">
            <a:noFill/>
            <a:prstDash val="solid"/>
          </a:ln>
        </p:spPr>
      </p:sp>
      <p:sp>
        <p:nvSpPr>
          <p:cNvPr id="2706" name="01_find_only_2705">
            <a:extLst>
              <a:ext uri="{FF2B5EF4-FFF2-40B4-BE49-F238E27FC236}">
                <a16:creationId xmlns:a16="http://schemas.microsoft.com/office/drawing/2014/main" id="{3F36CC58-55CE-4A24-B4E0-E9E9CFE9D353}"/>
              </a:ext>
            </a:extLst>
          </p:cNvPr>
          <p:cNvSpPr>
            <a:spLocks noGrp="1"/>
          </p:cNvSpPr>
          <p:nvPr/>
        </p:nvSpPr>
        <p:spPr>
          <a:xfrm>
            <a:off x="2902245" y="6136062"/>
            <a:ext cx="28398" cy="28398"/>
          </a:xfrm>
          <a:prstGeom prst="ellipse">
            <a:avLst/>
          </a:prstGeom>
          <a:solidFill>
            <a:srgbClr val="7F8C97">
              <a:alpha val="48000"/>
            </a:srgbClr>
          </a:solidFill>
          <a:ln w="0">
            <a:noFill/>
            <a:prstDash val="solid"/>
          </a:ln>
        </p:spPr>
      </p:sp>
      <p:sp>
        <p:nvSpPr>
          <p:cNvPr id="2707" name="01_find_only_2706">
            <a:extLst>
              <a:ext uri="{FF2B5EF4-FFF2-40B4-BE49-F238E27FC236}">
                <a16:creationId xmlns:a16="http://schemas.microsoft.com/office/drawing/2014/main" id="{6A014E9C-0B5E-40B2-A881-AF9F7406D5ED}"/>
              </a:ext>
            </a:extLst>
          </p:cNvPr>
          <p:cNvSpPr>
            <a:spLocks noGrp="1"/>
          </p:cNvSpPr>
          <p:nvPr/>
        </p:nvSpPr>
        <p:spPr>
          <a:xfrm>
            <a:off x="2880021" y="5539792"/>
            <a:ext cx="28398" cy="28398"/>
          </a:xfrm>
          <a:prstGeom prst="ellipse">
            <a:avLst/>
          </a:prstGeom>
          <a:solidFill>
            <a:srgbClr val="7F8C97">
              <a:alpha val="48000"/>
            </a:srgbClr>
          </a:solidFill>
          <a:ln w="0">
            <a:noFill/>
            <a:prstDash val="solid"/>
          </a:ln>
        </p:spPr>
      </p:sp>
      <p:sp>
        <p:nvSpPr>
          <p:cNvPr id="2708" name="01_find_only_2707">
            <a:extLst>
              <a:ext uri="{FF2B5EF4-FFF2-40B4-BE49-F238E27FC236}">
                <a16:creationId xmlns:a16="http://schemas.microsoft.com/office/drawing/2014/main" id="{E99C386D-56E7-419B-B1B9-E140AAA0B835}"/>
              </a:ext>
            </a:extLst>
          </p:cNvPr>
          <p:cNvSpPr>
            <a:spLocks noGrp="1"/>
          </p:cNvSpPr>
          <p:nvPr/>
        </p:nvSpPr>
        <p:spPr>
          <a:xfrm>
            <a:off x="2965673" y="5992655"/>
            <a:ext cx="28398" cy="28398"/>
          </a:xfrm>
          <a:prstGeom prst="ellipse">
            <a:avLst/>
          </a:prstGeom>
          <a:solidFill>
            <a:srgbClr val="7F8C97">
              <a:alpha val="48000"/>
            </a:srgbClr>
          </a:solidFill>
          <a:ln w="0">
            <a:noFill/>
            <a:prstDash val="solid"/>
          </a:ln>
        </p:spPr>
      </p:sp>
      <p:sp>
        <p:nvSpPr>
          <p:cNvPr id="2709" name="01_find_only_2708">
            <a:extLst>
              <a:ext uri="{FF2B5EF4-FFF2-40B4-BE49-F238E27FC236}">
                <a16:creationId xmlns:a16="http://schemas.microsoft.com/office/drawing/2014/main" id="{2E6541D0-5106-47AA-9442-6AB27195571B}"/>
              </a:ext>
            </a:extLst>
          </p:cNvPr>
          <p:cNvSpPr>
            <a:spLocks noGrp="1"/>
          </p:cNvSpPr>
          <p:nvPr/>
        </p:nvSpPr>
        <p:spPr>
          <a:xfrm>
            <a:off x="2881356" y="6173800"/>
            <a:ext cx="28398" cy="28398"/>
          </a:xfrm>
          <a:prstGeom prst="ellipse">
            <a:avLst/>
          </a:prstGeom>
          <a:solidFill>
            <a:srgbClr val="7F8C97">
              <a:alpha val="48000"/>
            </a:srgbClr>
          </a:solidFill>
          <a:ln w="0">
            <a:noFill/>
            <a:prstDash val="solid"/>
          </a:ln>
        </p:spPr>
      </p:sp>
      <p:sp>
        <p:nvSpPr>
          <p:cNvPr id="2710" name="01_find_only_2709">
            <a:extLst>
              <a:ext uri="{FF2B5EF4-FFF2-40B4-BE49-F238E27FC236}">
                <a16:creationId xmlns:a16="http://schemas.microsoft.com/office/drawing/2014/main" id="{CE7D9BCB-0E2A-4265-B4FE-6691C154F8E0}"/>
              </a:ext>
            </a:extLst>
          </p:cNvPr>
          <p:cNvSpPr>
            <a:spLocks noGrp="1"/>
          </p:cNvSpPr>
          <p:nvPr/>
        </p:nvSpPr>
        <p:spPr>
          <a:xfrm>
            <a:off x="2958615" y="6173800"/>
            <a:ext cx="28398" cy="28398"/>
          </a:xfrm>
          <a:prstGeom prst="ellipse">
            <a:avLst/>
          </a:prstGeom>
          <a:solidFill>
            <a:srgbClr val="7F8C97">
              <a:alpha val="48000"/>
            </a:srgbClr>
          </a:solidFill>
          <a:ln w="0">
            <a:noFill/>
            <a:prstDash val="solid"/>
          </a:ln>
        </p:spPr>
      </p:sp>
      <p:sp>
        <p:nvSpPr>
          <p:cNvPr id="2711" name="01_find_only_2710">
            <a:extLst>
              <a:ext uri="{FF2B5EF4-FFF2-40B4-BE49-F238E27FC236}">
                <a16:creationId xmlns:a16="http://schemas.microsoft.com/office/drawing/2014/main" id="{BB714689-82AC-4258-A1A4-292A235EDF97}"/>
              </a:ext>
            </a:extLst>
          </p:cNvPr>
          <p:cNvSpPr>
            <a:spLocks noGrp="1"/>
          </p:cNvSpPr>
          <p:nvPr/>
        </p:nvSpPr>
        <p:spPr>
          <a:xfrm>
            <a:off x="2913118" y="6173800"/>
            <a:ext cx="28398" cy="28398"/>
          </a:xfrm>
          <a:prstGeom prst="ellipse">
            <a:avLst/>
          </a:prstGeom>
          <a:solidFill>
            <a:srgbClr val="7F8C97">
              <a:alpha val="48000"/>
            </a:srgbClr>
          </a:solidFill>
          <a:ln w="0">
            <a:noFill/>
            <a:prstDash val="solid"/>
          </a:ln>
        </p:spPr>
      </p:sp>
      <p:sp>
        <p:nvSpPr>
          <p:cNvPr id="2712" name="01_find_only_2711">
            <a:extLst>
              <a:ext uri="{FF2B5EF4-FFF2-40B4-BE49-F238E27FC236}">
                <a16:creationId xmlns:a16="http://schemas.microsoft.com/office/drawing/2014/main" id="{B552C847-5A8C-4F3F-8ABB-0D14AD271F71}"/>
              </a:ext>
            </a:extLst>
          </p:cNvPr>
          <p:cNvSpPr>
            <a:spLocks noGrp="1"/>
          </p:cNvSpPr>
          <p:nvPr/>
        </p:nvSpPr>
        <p:spPr>
          <a:xfrm>
            <a:off x="2969584" y="5539792"/>
            <a:ext cx="28398" cy="28398"/>
          </a:xfrm>
          <a:prstGeom prst="ellipse">
            <a:avLst/>
          </a:prstGeom>
          <a:solidFill>
            <a:srgbClr val="7F8C97">
              <a:alpha val="48000"/>
            </a:srgbClr>
          </a:solidFill>
          <a:ln w="0">
            <a:noFill/>
            <a:prstDash val="solid"/>
          </a:ln>
        </p:spPr>
      </p:sp>
      <p:sp>
        <p:nvSpPr>
          <p:cNvPr id="2713" name="01_find_only_2712">
            <a:extLst>
              <a:ext uri="{FF2B5EF4-FFF2-40B4-BE49-F238E27FC236}">
                <a16:creationId xmlns:a16="http://schemas.microsoft.com/office/drawing/2014/main" id="{486C6661-8814-43E6-984C-E84068DF6317}"/>
              </a:ext>
            </a:extLst>
          </p:cNvPr>
          <p:cNvSpPr>
            <a:spLocks noGrp="1"/>
          </p:cNvSpPr>
          <p:nvPr/>
        </p:nvSpPr>
        <p:spPr>
          <a:xfrm>
            <a:off x="2939730" y="5751128"/>
            <a:ext cx="28398" cy="28398"/>
          </a:xfrm>
          <a:prstGeom prst="ellipse">
            <a:avLst/>
          </a:prstGeom>
          <a:solidFill>
            <a:srgbClr val="7F8C97">
              <a:alpha val="48000"/>
            </a:srgbClr>
          </a:solidFill>
          <a:ln w="0">
            <a:noFill/>
            <a:prstDash val="solid"/>
          </a:ln>
        </p:spPr>
      </p:sp>
      <p:sp>
        <p:nvSpPr>
          <p:cNvPr id="2714" name="01_find_only_2713">
            <a:extLst>
              <a:ext uri="{FF2B5EF4-FFF2-40B4-BE49-F238E27FC236}">
                <a16:creationId xmlns:a16="http://schemas.microsoft.com/office/drawing/2014/main" id="{EC43CA27-E905-47B9-8D91-E6F7C658B920}"/>
              </a:ext>
            </a:extLst>
          </p:cNvPr>
          <p:cNvSpPr>
            <a:spLocks noGrp="1"/>
          </p:cNvSpPr>
          <p:nvPr/>
        </p:nvSpPr>
        <p:spPr>
          <a:xfrm>
            <a:off x="2946216" y="5892019"/>
            <a:ext cx="28398" cy="28398"/>
          </a:xfrm>
          <a:prstGeom prst="ellipse">
            <a:avLst/>
          </a:prstGeom>
          <a:solidFill>
            <a:srgbClr val="7F8C97">
              <a:alpha val="48000"/>
            </a:srgbClr>
          </a:solidFill>
          <a:ln w="0">
            <a:noFill/>
            <a:prstDash val="solid"/>
          </a:ln>
        </p:spPr>
      </p:sp>
      <p:sp>
        <p:nvSpPr>
          <p:cNvPr id="2715" name="01_find_only_2714">
            <a:extLst>
              <a:ext uri="{FF2B5EF4-FFF2-40B4-BE49-F238E27FC236}">
                <a16:creationId xmlns:a16="http://schemas.microsoft.com/office/drawing/2014/main" id="{AC03DDC6-DAF7-475F-928A-C0F3E0575457}"/>
              </a:ext>
            </a:extLst>
          </p:cNvPr>
          <p:cNvSpPr>
            <a:spLocks noGrp="1"/>
          </p:cNvSpPr>
          <p:nvPr/>
        </p:nvSpPr>
        <p:spPr>
          <a:xfrm>
            <a:off x="2904343" y="5751128"/>
            <a:ext cx="28398" cy="28398"/>
          </a:xfrm>
          <a:prstGeom prst="ellipse">
            <a:avLst/>
          </a:prstGeom>
          <a:solidFill>
            <a:srgbClr val="7F8C97">
              <a:alpha val="48000"/>
            </a:srgbClr>
          </a:solidFill>
          <a:ln w="0">
            <a:noFill/>
            <a:prstDash val="solid"/>
          </a:ln>
        </p:spPr>
      </p:sp>
      <p:sp>
        <p:nvSpPr>
          <p:cNvPr id="2716" name="01_find_only_2715">
            <a:extLst>
              <a:ext uri="{FF2B5EF4-FFF2-40B4-BE49-F238E27FC236}">
                <a16:creationId xmlns:a16="http://schemas.microsoft.com/office/drawing/2014/main" id="{058F9E18-0B9F-4871-8DF0-AAEC4FB59125}"/>
              </a:ext>
            </a:extLst>
          </p:cNvPr>
          <p:cNvSpPr>
            <a:spLocks noGrp="1"/>
          </p:cNvSpPr>
          <p:nvPr/>
        </p:nvSpPr>
        <p:spPr>
          <a:xfrm>
            <a:off x="2964243" y="5751128"/>
            <a:ext cx="28398" cy="28398"/>
          </a:xfrm>
          <a:prstGeom prst="ellipse">
            <a:avLst/>
          </a:prstGeom>
          <a:solidFill>
            <a:srgbClr val="7F8C97">
              <a:alpha val="48000"/>
            </a:srgbClr>
          </a:solidFill>
          <a:ln w="0">
            <a:noFill/>
            <a:prstDash val="solid"/>
          </a:ln>
        </p:spPr>
      </p:sp>
      <p:sp>
        <p:nvSpPr>
          <p:cNvPr id="2717" name="01_find_only_2716">
            <a:extLst>
              <a:ext uri="{FF2B5EF4-FFF2-40B4-BE49-F238E27FC236}">
                <a16:creationId xmlns:a16="http://schemas.microsoft.com/office/drawing/2014/main" id="{9F08843F-EE25-4DE9-BF5E-8A1BBD14CE5C}"/>
              </a:ext>
            </a:extLst>
          </p:cNvPr>
          <p:cNvSpPr>
            <a:spLocks noGrp="1"/>
          </p:cNvSpPr>
          <p:nvPr/>
        </p:nvSpPr>
        <p:spPr>
          <a:xfrm>
            <a:off x="2946406" y="5712703"/>
            <a:ext cx="28398" cy="28398"/>
          </a:xfrm>
          <a:prstGeom prst="ellipse">
            <a:avLst/>
          </a:prstGeom>
          <a:solidFill>
            <a:srgbClr val="7F8C97">
              <a:alpha val="48000"/>
            </a:srgbClr>
          </a:solidFill>
          <a:ln w="0">
            <a:noFill/>
            <a:prstDash val="solid"/>
          </a:ln>
        </p:spPr>
      </p:sp>
      <p:sp>
        <p:nvSpPr>
          <p:cNvPr id="2718" name="01_find_only_2717">
            <a:extLst>
              <a:ext uri="{FF2B5EF4-FFF2-40B4-BE49-F238E27FC236}">
                <a16:creationId xmlns:a16="http://schemas.microsoft.com/office/drawing/2014/main" id="{8A1B79A6-4245-4ECF-9138-CC0E0D113FD3}"/>
              </a:ext>
            </a:extLst>
          </p:cNvPr>
          <p:cNvSpPr>
            <a:spLocks noGrp="1"/>
          </p:cNvSpPr>
          <p:nvPr/>
        </p:nvSpPr>
        <p:spPr>
          <a:xfrm>
            <a:off x="2891944" y="6173800"/>
            <a:ext cx="28398" cy="28398"/>
          </a:xfrm>
          <a:prstGeom prst="ellipse">
            <a:avLst/>
          </a:prstGeom>
          <a:solidFill>
            <a:srgbClr val="7F8C97">
              <a:alpha val="48000"/>
            </a:srgbClr>
          </a:solidFill>
          <a:ln w="0">
            <a:noFill/>
            <a:prstDash val="solid"/>
          </a:ln>
        </p:spPr>
      </p:sp>
      <p:sp>
        <p:nvSpPr>
          <p:cNvPr id="2719" name="01_find_only_2718">
            <a:extLst>
              <a:ext uri="{FF2B5EF4-FFF2-40B4-BE49-F238E27FC236}">
                <a16:creationId xmlns:a16="http://schemas.microsoft.com/office/drawing/2014/main" id="{6FF1563E-462B-419E-B0C3-351DCF2607C0}"/>
              </a:ext>
            </a:extLst>
          </p:cNvPr>
          <p:cNvSpPr>
            <a:spLocks noGrp="1"/>
          </p:cNvSpPr>
          <p:nvPr/>
        </p:nvSpPr>
        <p:spPr>
          <a:xfrm>
            <a:off x="2944785" y="5729994"/>
            <a:ext cx="28398" cy="28398"/>
          </a:xfrm>
          <a:prstGeom prst="ellipse">
            <a:avLst/>
          </a:prstGeom>
          <a:solidFill>
            <a:srgbClr val="7F8C97">
              <a:alpha val="48000"/>
            </a:srgbClr>
          </a:solidFill>
          <a:ln w="0">
            <a:noFill/>
            <a:prstDash val="solid"/>
          </a:ln>
        </p:spPr>
      </p:sp>
      <p:sp>
        <p:nvSpPr>
          <p:cNvPr id="2720" name="01_find_only_2719">
            <a:extLst>
              <a:ext uri="{FF2B5EF4-FFF2-40B4-BE49-F238E27FC236}">
                <a16:creationId xmlns:a16="http://schemas.microsoft.com/office/drawing/2014/main" id="{15D04C1A-464C-456E-8379-2EC2C28D824E}"/>
              </a:ext>
            </a:extLst>
          </p:cNvPr>
          <p:cNvSpPr>
            <a:spLocks noGrp="1"/>
          </p:cNvSpPr>
          <p:nvPr/>
        </p:nvSpPr>
        <p:spPr>
          <a:xfrm>
            <a:off x="2896808" y="5666594"/>
            <a:ext cx="28398" cy="28398"/>
          </a:xfrm>
          <a:prstGeom prst="ellipse">
            <a:avLst/>
          </a:prstGeom>
          <a:solidFill>
            <a:srgbClr val="7F8C97">
              <a:alpha val="48000"/>
            </a:srgbClr>
          </a:solidFill>
          <a:ln w="0">
            <a:noFill/>
            <a:prstDash val="solid"/>
          </a:ln>
        </p:spPr>
      </p:sp>
      <p:sp>
        <p:nvSpPr>
          <p:cNvPr id="2721" name="01_find_only_2720">
            <a:extLst>
              <a:ext uri="{FF2B5EF4-FFF2-40B4-BE49-F238E27FC236}">
                <a16:creationId xmlns:a16="http://schemas.microsoft.com/office/drawing/2014/main" id="{02BB7297-3211-406A-9DE0-C9EE94509ABB}"/>
              </a:ext>
            </a:extLst>
          </p:cNvPr>
          <p:cNvSpPr>
            <a:spLocks noGrp="1"/>
          </p:cNvSpPr>
          <p:nvPr/>
        </p:nvSpPr>
        <p:spPr>
          <a:xfrm>
            <a:off x="2904248" y="5539792"/>
            <a:ext cx="28398" cy="28398"/>
          </a:xfrm>
          <a:prstGeom prst="ellipse">
            <a:avLst/>
          </a:prstGeom>
          <a:solidFill>
            <a:srgbClr val="7F8C97">
              <a:alpha val="48000"/>
            </a:srgbClr>
          </a:solidFill>
          <a:ln w="0">
            <a:noFill/>
            <a:prstDash val="solid"/>
          </a:ln>
        </p:spPr>
      </p:sp>
      <p:sp>
        <p:nvSpPr>
          <p:cNvPr id="2722" name="01_find_only_2721">
            <a:extLst>
              <a:ext uri="{FF2B5EF4-FFF2-40B4-BE49-F238E27FC236}">
                <a16:creationId xmlns:a16="http://schemas.microsoft.com/office/drawing/2014/main" id="{B20CEBA6-854A-4AC8-AA23-1A75C087906F}"/>
              </a:ext>
            </a:extLst>
          </p:cNvPr>
          <p:cNvSpPr>
            <a:spLocks noGrp="1"/>
          </p:cNvSpPr>
          <p:nvPr/>
        </p:nvSpPr>
        <p:spPr>
          <a:xfrm>
            <a:off x="2963480" y="5539792"/>
            <a:ext cx="28398" cy="28398"/>
          </a:xfrm>
          <a:prstGeom prst="ellipse">
            <a:avLst/>
          </a:prstGeom>
          <a:solidFill>
            <a:srgbClr val="7F8C97">
              <a:alpha val="48000"/>
            </a:srgbClr>
          </a:solidFill>
          <a:ln w="0">
            <a:noFill/>
            <a:prstDash val="solid"/>
          </a:ln>
        </p:spPr>
      </p:sp>
      <p:sp>
        <p:nvSpPr>
          <p:cNvPr id="2723" name="01_find_only_2722">
            <a:extLst>
              <a:ext uri="{FF2B5EF4-FFF2-40B4-BE49-F238E27FC236}">
                <a16:creationId xmlns:a16="http://schemas.microsoft.com/office/drawing/2014/main" id="{147D661C-956C-4B8C-8128-C8D63742CC9E}"/>
              </a:ext>
            </a:extLst>
          </p:cNvPr>
          <p:cNvSpPr>
            <a:spLocks noGrp="1"/>
          </p:cNvSpPr>
          <p:nvPr/>
        </p:nvSpPr>
        <p:spPr>
          <a:xfrm>
            <a:off x="2905774" y="5539792"/>
            <a:ext cx="28398" cy="28398"/>
          </a:xfrm>
          <a:prstGeom prst="ellipse">
            <a:avLst/>
          </a:prstGeom>
          <a:solidFill>
            <a:srgbClr val="7F8C97">
              <a:alpha val="48000"/>
            </a:srgbClr>
          </a:solidFill>
          <a:ln w="0">
            <a:noFill/>
            <a:prstDash val="solid"/>
          </a:ln>
        </p:spPr>
      </p:sp>
      <p:sp>
        <p:nvSpPr>
          <p:cNvPr id="2724" name="01_find_only_2723">
            <a:extLst>
              <a:ext uri="{FF2B5EF4-FFF2-40B4-BE49-F238E27FC236}">
                <a16:creationId xmlns:a16="http://schemas.microsoft.com/office/drawing/2014/main" id="{B2106C8C-E007-4454-BA7B-E3BFA8A4EFCB}"/>
              </a:ext>
            </a:extLst>
          </p:cNvPr>
          <p:cNvSpPr>
            <a:spLocks noGrp="1"/>
          </p:cNvSpPr>
          <p:nvPr/>
        </p:nvSpPr>
        <p:spPr>
          <a:xfrm>
            <a:off x="2958138" y="5751128"/>
            <a:ext cx="28398" cy="28398"/>
          </a:xfrm>
          <a:prstGeom prst="ellipse">
            <a:avLst/>
          </a:prstGeom>
          <a:solidFill>
            <a:srgbClr val="7F8C97">
              <a:alpha val="48000"/>
            </a:srgbClr>
          </a:solidFill>
          <a:ln w="0">
            <a:noFill/>
            <a:prstDash val="solid"/>
          </a:ln>
        </p:spPr>
      </p:sp>
      <p:sp>
        <p:nvSpPr>
          <p:cNvPr id="2725" name="01_find_only_2724">
            <a:extLst>
              <a:ext uri="{FF2B5EF4-FFF2-40B4-BE49-F238E27FC236}">
                <a16:creationId xmlns:a16="http://schemas.microsoft.com/office/drawing/2014/main" id="{E9718810-83BC-4C72-BF72-A7A477ACF9B3}"/>
              </a:ext>
            </a:extLst>
          </p:cNvPr>
          <p:cNvSpPr>
            <a:spLocks noGrp="1"/>
          </p:cNvSpPr>
          <p:nvPr/>
        </p:nvSpPr>
        <p:spPr>
          <a:xfrm>
            <a:off x="2958901" y="5539792"/>
            <a:ext cx="28398" cy="28398"/>
          </a:xfrm>
          <a:prstGeom prst="ellipse">
            <a:avLst/>
          </a:prstGeom>
          <a:solidFill>
            <a:srgbClr val="7F8C97">
              <a:alpha val="48000"/>
            </a:srgbClr>
          </a:solidFill>
          <a:ln w="0">
            <a:noFill/>
            <a:prstDash val="solid"/>
          </a:ln>
        </p:spPr>
      </p:sp>
      <p:sp>
        <p:nvSpPr>
          <p:cNvPr id="2726" name="01_find_only_2725">
            <a:extLst>
              <a:ext uri="{FF2B5EF4-FFF2-40B4-BE49-F238E27FC236}">
                <a16:creationId xmlns:a16="http://schemas.microsoft.com/office/drawing/2014/main" id="{B276B3E9-F63C-4A52-8BAC-FD19616E49D2}"/>
              </a:ext>
            </a:extLst>
          </p:cNvPr>
          <p:cNvSpPr>
            <a:spLocks noGrp="1"/>
          </p:cNvSpPr>
          <p:nvPr/>
        </p:nvSpPr>
        <p:spPr>
          <a:xfrm>
            <a:off x="2961381" y="5751128"/>
            <a:ext cx="28398" cy="28398"/>
          </a:xfrm>
          <a:prstGeom prst="ellipse">
            <a:avLst/>
          </a:prstGeom>
          <a:solidFill>
            <a:srgbClr val="7F8C97">
              <a:alpha val="48000"/>
            </a:srgbClr>
          </a:solidFill>
          <a:ln w="0">
            <a:noFill/>
            <a:prstDash val="solid"/>
          </a:ln>
        </p:spPr>
      </p:sp>
      <p:sp>
        <p:nvSpPr>
          <p:cNvPr id="2727" name="01_find_only_2726">
            <a:extLst>
              <a:ext uri="{FF2B5EF4-FFF2-40B4-BE49-F238E27FC236}">
                <a16:creationId xmlns:a16="http://schemas.microsoft.com/office/drawing/2014/main" id="{B6625A53-7792-4E03-9D7C-5A24BFD2883F}"/>
              </a:ext>
            </a:extLst>
          </p:cNvPr>
          <p:cNvSpPr>
            <a:spLocks noGrp="1"/>
          </p:cNvSpPr>
          <p:nvPr/>
        </p:nvSpPr>
        <p:spPr>
          <a:xfrm>
            <a:off x="2906537" y="5666594"/>
            <a:ext cx="28398" cy="28398"/>
          </a:xfrm>
          <a:prstGeom prst="ellipse">
            <a:avLst/>
          </a:prstGeom>
          <a:solidFill>
            <a:srgbClr val="7F8C97">
              <a:alpha val="48000"/>
            </a:srgbClr>
          </a:solidFill>
          <a:ln w="0">
            <a:noFill/>
            <a:prstDash val="solid"/>
          </a:ln>
        </p:spPr>
      </p:sp>
      <p:sp>
        <p:nvSpPr>
          <p:cNvPr id="2728" name="01_find_only_2727">
            <a:extLst>
              <a:ext uri="{FF2B5EF4-FFF2-40B4-BE49-F238E27FC236}">
                <a16:creationId xmlns:a16="http://schemas.microsoft.com/office/drawing/2014/main" id="{A449F662-9868-4987-A579-FC88D21E8542}"/>
              </a:ext>
            </a:extLst>
          </p:cNvPr>
          <p:cNvSpPr>
            <a:spLocks noGrp="1"/>
          </p:cNvSpPr>
          <p:nvPr/>
        </p:nvSpPr>
        <p:spPr>
          <a:xfrm>
            <a:off x="2892134" y="5539792"/>
            <a:ext cx="28398" cy="28398"/>
          </a:xfrm>
          <a:prstGeom prst="ellipse">
            <a:avLst/>
          </a:prstGeom>
          <a:solidFill>
            <a:srgbClr val="7F8C97">
              <a:alpha val="48000"/>
            </a:srgbClr>
          </a:solidFill>
          <a:ln w="0">
            <a:noFill/>
            <a:prstDash val="solid"/>
          </a:ln>
        </p:spPr>
      </p:sp>
      <p:sp>
        <p:nvSpPr>
          <p:cNvPr id="2729" name="01_find_only_2728">
            <a:extLst>
              <a:ext uri="{FF2B5EF4-FFF2-40B4-BE49-F238E27FC236}">
                <a16:creationId xmlns:a16="http://schemas.microsoft.com/office/drawing/2014/main" id="{F9839E11-E696-4974-AF46-EEE3A8B41C15}"/>
              </a:ext>
            </a:extLst>
          </p:cNvPr>
          <p:cNvSpPr>
            <a:spLocks noGrp="1"/>
          </p:cNvSpPr>
          <p:nvPr/>
        </p:nvSpPr>
        <p:spPr>
          <a:xfrm>
            <a:off x="2947646" y="6173800"/>
            <a:ext cx="28398" cy="28398"/>
          </a:xfrm>
          <a:prstGeom prst="ellipse">
            <a:avLst/>
          </a:prstGeom>
          <a:solidFill>
            <a:srgbClr val="7F8C97">
              <a:alpha val="48000"/>
            </a:srgbClr>
          </a:solidFill>
          <a:ln w="0">
            <a:noFill/>
            <a:prstDash val="solid"/>
          </a:ln>
        </p:spPr>
      </p:sp>
      <p:sp>
        <p:nvSpPr>
          <p:cNvPr id="2730" name="01_find_only_2729">
            <a:extLst>
              <a:ext uri="{FF2B5EF4-FFF2-40B4-BE49-F238E27FC236}">
                <a16:creationId xmlns:a16="http://schemas.microsoft.com/office/drawing/2014/main" id="{62FF6A17-D501-4544-B977-BBEF9978BFA4}"/>
              </a:ext>
            </a:extLst>
          </p:cNvPr>
          <p:cNvSpPr>
            <a:spLocks noGrp="1"/>
          </p:cNvSpPr>
          <p:nvPr/>
        </p:nvSpPr>
        <p:spPr>
          <a:xfrm>
            <a:off x="2887651" y="6173800"/>
            <a:ext cx="28398" cy="28398"/>
          </a:xfrm>
          <a:prstGeom prst="ellipse">
            <a:avLst/>
          </a:prstGeom>
          <a:solidFill>
            <a:srgbClr val="7F8C97">
              <a:alpha val="48000"/>
            </a:srgbClr>
          </a:solidFill>
          <a:ln w="0">
            <a:noFill/>
            <a:prstDash val="solid"/>
          </a:ln>
        </p:spPr>
      </p:sp>
      <p:sp>
        <p:nvSpPr>
          <p:cNvPr id="2731" name="01_find_only_2730">
            <a:extLst>
              <a:ext uri="{FF2B5EF4-FFF2-40B4-BE49-F238E27FC236}">
                <a16:creationId xmlns:a16="http://schemas.microsoft.com/office/drawing/2014/main" id="{343BC428-2440-4C80-B73D-2C0924BB82D8}"/>
              </a:ext>
            </a:extLst>
          </p:cNvPr>
          <p:cNvSpPr>
            <a:spLocks noGrp="1"/>
          </p:cNvSpPr>
          <p:nvPr/>
        </p:nvSpPr>
        <p:spPr>
          <a:xfrm>
            <a:off x="2893660" y="6173800"/>
            <a:ext cx="28398" cy="28398"/>
          </a:xfrm>
          <a:prstGeom prst="ellipse">
            <a:avLst/>
          </a:prstGeom>
          <a:solidFill>
            <a:srgbClr val="7F8C97">
              <a:alpha val="48000"/>
            </a:srgbClr>
          </a:solidFill>
          <a:ln w="0">
            <a:noFill/>
            <a:prstDash val="solid"/>
          </a:ln>
        </p:spPr>
      </p:sp>
      <p:sp>
        <p:nvSpPr>
          <p:cNvPr id="2732" name="01_find_only_2731">
            <a:extLst>
              <a:ext uri="{FF2B5EF4-FFF2-40B4-BE49-F238E27FC236}">
                <a16:creationId xmlns:a16="http://schemas.microsoft.com/office/drawing/2014/main" id="{1173C5CA-E788-4396-93C2-A9B2E383DF7C}"/>
              </a:ext>
            </a:extLst>
          </p:cNvPr>
          <p:cNvSpPr>
            <a:spLocks noGrp="1"/>
          </p:cNvSpPr>
          <p:nvPr/>
        </p:nvSpPr>
        <p:spPr>
          <a:xfrm>
            <a:off x="2950031" y="5666594"/>
            <a:ext cx="28398" cy="28398"/>
          </a:xfrm>
          <a:prstGeom prst="ellipse">
            <a:avLst/>
          </a:prstGeom>
          <a:solidFill>
            <a:srgbClr val="7F8C97">
              <a:alpha val="48000"/>
            </a:srgbClr>
          </a:solidFill>
          <a:ln w="0">
            <a:noFill/>
            <a:prstDash val="solid"/>
          </a:ln>
        </p:spPr>
      </p:sp>
      <p:sp>
        <p:nvSpPr>
          <p:cNvPr id="2733" name="01_find_only_2732">
            <a:extLst>
              <a:ext uri="{FF2B5EF4-FFF2-40B4-BE49-F238E27FC236}">
                <a16:creationId xmlns:a16="http://schemas.microsoft.com/office/drawing/2014/main" id="{2E545E63-0218-4420-BEA9-7268683D2F8B}"/>
              </a:ext>
            </a:extLst>
          </p:cNvPr>
          <p:cNvSpPr>
            <a:spLocks noGrp="1"/>
          </p:cNvSpPr>
          <p:nvPr/>
        </p:nvSpPr>
        <p:spPr>
          <a:xfrm>
            <a:off x="2888510" y="5539792"/>
            <a:ext cx="28398" cy="28398"/>
          </a:xfrm>
          <a:prstGeom prst="ellipse">
            <a:avLst/>
          </a:prstGeom>
          <a:solidFill>
            <a:srgbClr val="7F8C97">
              <a:alpha val="48000"/>
            </a:srgbClr>
          </a:solidFill>
          <a:ln w="0">
            <a:noFill/>
            <a:prstDash val="solid"/>
          </a:ln>
        </p:spPr>
      </p:sp>
      <p:sp>
        <p:nvSpPr>
          <p:cNvPr id="2734" name="01_find_only_2733">
            <a:extLst>
              <a:ext uri="{FF2B5EF4-FFF2-40B4-BE49-F238E27FC236}">
                <a16:creationId xmlns:a16="http://schemas.microsoft.com/office/drawing/2014/main" id="{0B02C64A-6FB8-49C9-8EA5-446FA6788E1D}"/>
              </a:ext>
            </a:extLst>
          </p:cNvPr>
          <p:cNvSpPr>
            <a:spLocks noGrp="1"/>
          </p:cNvSpPr>
          <p:nvPr/>
        </p:nvSpPr>
        <p:spPr>
          <a:xfrm>
            <a:off x="2968344" y="6173800"/>
            <a:ext cx="28398" cy="28398"/>
          </a:xfrm>
          <a:prstGeom prst="ellipse">
            <a:avLst/>
          </a:prstGeom>
          <a:solidFill>
            <a:srgbClr val="7F8C97">
              <a:alpha val="48000"/>
            </a:srgbClr>
          </a:solidFill>
          <a:ln w="0">
            <a:noFill/>
            <a:prstDash val="solid"/>
          </a:ln>
        </p:spPr>
      </p:sp>
      <p:sp>
        <p:nvSpPr>
          <p:cNvPr id="2735" name="01_find_only_2734">
            <a:extLst>
              <a:ext uri="{FF2B5EF4-FFF2-40B4-BE49-F238E27FC236}">
                <a16:creationId xmlns:a16="http://schemas.microsoft.com/office/drawing/2014/main" id="{343CAF68-1FC7-42ED-8212-4EF39A8542B3}"/>
              </a:ext>
            </a:extLst>
          </p:cNvPr>
          <p:cNvSpPr>
            <a:spLocks noGrp="1"/>
          </p:cNvSpPr>
          <p:nvPr/>
        </p:nvSpPr>
        <p:spPr>
          <a:xfrm>
            <a:off x="2953751" y="6173800"/>
            <a:ext cx="28398" cy="28398"/>
          </a:xfrm>
          <a:prstGeom prst="ellipse">
            <a:avLst/>
          </a:prstGeom>
          <a:solidFill>
            <a:srgbClr val="7F8C97">
              <a:alpha val="48000"/>
            </a:srgbClr>
          </a:solidFill>
          <a:ln w="0">
            <a:noFill/>
            <a:prstDash val="solid"/>
          </a:ln>
        </p:spPr>
      </p:sp>
      <p:sp>
        <p:nvSpPr>
          <p:cNvPr id="2736" name="01_find_only_2735">
            <a:extLst>
              <a:ext uri="{FF2B5EF4-FFF2-40B4-BE49-F238E27FC236}">
                <a16:creationId xmlns:a16="http://schemas.microsoft.com/office/drawing/2014/main" id="{8318C1D2-9409-4B60-A877-7FFDC9FFCAD7}"/>
              </a:ext>
            </a:extLst>
          </p:cNvPr>
          <p:cNvSpPr>
            <a:spLocks noGrp="1"/>
          </p:cNvSpPr>
          <p:nvPr/>
        </p:nvSpPr>
        <p:spPr>
          <a:xfrm>
            <a:off x="2919223" y="6173800"/>
            <a:ext cx="28398" cy="28398"/>
          </a:xfrm>
          <a:prstGeom prst="ellipse">
            <a:avLst/>
          </a:prstGeom>
          <a:solidFill>
            <a:srgbClr val="7F8C97">
              <a:alpha val="48000"/>
            </a:srgbClr>
          </a:solidFill>
          <a:ln w="0">
            <a:noFill/>
            <a:prstDash val="solid"/>
          </a:ln>
        </p:spPr>
      </p:sp>
      <p:sp>
        <p:nvSpPr>
          <p:cNvPr id="2737" name="01_find_only_2736">
            <a:extLst>
              <a:ext uri="{FF2B5EF4-FFF2-40B4-BE49-F238E27FC236}">
                <a16:creationId xmlns:a16="http://schemas.microsoft.com/office/drawing/2014/main" id="{7F36146D-BFED-4D8E-8711-BB0F3F047B4E}"/>
              </a:ext>
            </a:extLst>
          </p:cNvPr>
          <p:cNvSpPr>
            <a:spLocks noGrp="1"/>
          </p:cNvSpPr>
          <p:nvPr/>
        </p:nvSpPr>
        <p:spPr>
          <a:xfrm>
            <a:off x="2903103" y="6173800"/>
            <a:ext cx="28398" cy="28398"/>
          </a:xfrm>
          <a:prstGeom prst="ellipse">
            <a:avLst/>
          </a:prstGeom>
          <a:solidFill>
            <a:srgbClr val="7F8C97">
              <a:alpha val="48000"/>
            </a:srgbClr>
          </a:solidFill>
          <a:ln w="0">
            <a:noFill/>
            <a:prstDash val="solid"/>
          </a:ln>
        </p:spPr>
      </p:sp>
      <p:sp>
        <p:nvSpPr>
          <p:cNvPr id="2738" name="01_find_only_2737">
            <a:extLst>
              <a:ext uri="{FF2B5EF4-FFF2-40B4-BE49-F238E27FC236}">
                <a16:creationId xmlns:a16="http://schemas.microsoft.com/office/drawing/2014/main" id="{3A13208A-41F0-42EE-BE3D-9687C33AC61A}"/>
              </a:ext>
            </a:extLst>
          </p:cNvPr>
          <p:cNvSpPr>
            <a:spLocks noGrp="1"/>
          </p:cNvSpPr>
          <p:nvPr/>
        </p:nvSpPr>
        <p:spPr>
          <a:xfrm>
            <a:off x="2971015" y="5630365"/>
            <a:ext cx="28398" cy="28398"/>
          </a:xfrm>
          <a:prstGeom prst="ellipse">
            <a:avLst/>
          </a:prstGeom>
          <a:solidFill>
            <a:srgbClr val="7F8C97">
              <a:alpha val="48000"/>
            </a:srgbClr>
          </a:solidFill>
          <a:ln w="0">
            <a:noFill/>
            <a:prstDash val="solid"/>
          </a:ln>
        </p:spPr>
      </p:sp>
      <p:sp>
        <p:nvSpPr>
          <p:cNvPr id="2739" name="01_find_only_2738">
            <a:extLst>
              <a:ext uri="{FF2B5EF4-FFF2-40B4-BE49-F238E27FC236}">
                <a16:creationId xmlns:a16="http://schemas.microsoft.com/office/drawing/2014/main" id="{342468B8-1CC4-42AA-BE94-6630A5D020AE}"/>
              </a:ext>
            </a:extLst>
          </p:cNvPr>
          <p:cNvSpPr>
            <a:spLocks noGrp="1"/>
          </p:cNvSpPr>
          <p:nvPr/>
        </p:nvSpPr>
        <p:spPr>
          <a:xfrm>
            <a:off x="2936391" y="6173800"/>
            <a:ext cx="28398" cy="28398"/>
          </a:xfrm>
          <a:prstGeom prst="ellipse">
            <a:avLst/>
          </a:prstGeom>
          <a:solidFill>
            <a:srgbClr val="7F8C97">
              <a:alpha val="48000"/>
            </a:srgbClr>
          </a:solidFill>
          <a:ln w="0">
            <a:noFill/>
            <a:prstDash val="solid"/>
          </a:ln>
        </p:spPr>
      </p:sp>
      <p:sp>
        <p:nvSpPr>
          <p:cNvPr id="2740" name="01_find_only_2739">
            <a:extLst>
              <a:ext uri="{FF2B5EF4-FFF2-40B4-BE49-F238E27FC236}">
                <a16:creationId xmlns:a16="http://schemas.microsoft.com/office/drawing/2014/main" id="{F7B3A58D-228E-4889-AE72-BDC4EF6E8F56}"/>
              </a:ext>
            </a:extLst>
          </p:cNvPr>
          <p:cNvSpPr>
            <a:spLocks noGrp="1"/>
          </p:cNvSpPr>
          <p:nvPr/>
        </p:nvSpPr>
        <p:spPr>
          <a:xfrm>
            <a:off x="2958138" y="6173800"/>
            <a:ext cx="28398" cy="28398"/>
          </a:xfrm>
          <a:prstGeom prst="ellipse">
            <a:avLst/>
          </a:prstGeom>
          <a:solidFill>
            <a:srgbClr val="7F8C97">
              <a:alpha val="48000"/>
            </a:srgbClr>
          </a:solidFill>
          <a:ln w="0">
            <a:noFill/>
            <a:prstDash val="solid"/>
          </a:ln>
        </p:spPr>
      </p:sp>
      <p:sp>
        <p:nvSpPr>
          <p:cNvPr id="2741" name="01_find_only_2740">
            <a:extLst>
              <a:ext uri="{FF2B5EF4-FFF2-40B4-BE49-F238E27FC236}">
                <a16:creationId xmlns:a16="http://schemas.microsoft.com/office/drawing/2014/main" id="{2EA32549-866A-45DE-B004-CF9489F86058}"/>
              </a:ext>
            </a:extLst>
          </p:cNvPr>
          <p:cNvSpPr>
            <a:spLocks noGrp="1"/>
          </p:cNvSpPr>
          <p:nvPr/>
        </p:nvSpPr>
        <p:spPr>
          <a:xfrm>
            <a:off x="2891276" y="5666594"/>
            <a:ext cx="28398" cy="28398"/>
          </a:xfrm>
          <a:prstGeom prst="ellipse">
            <a:avLst/>
          </a:prstGeom>
          <a:solidFill>
            <a:srgbClr val="7F8C97">
              <a:alpha val="48000"/>
            </a:srgbClr>
          </a:solidFill>
          <a:ln w="0">
            <a:noFill/>
            <a:prstDash val="solid"/>
          </a:ln>
        </p:spPr>
      </p:sp>
      <p:sp>
        <p:nvSpPr>
          <p:cNvPr id="2742" name="01_find_only_2741">
            <a:extLst>
              <a:ext uri="{FF2B5EF4-FFF2-40B4-BE49-F238E27FC236}">
                <a16:creationId xmlns:a16="http://schemas.microsoft.com/office/drawing/2014/main" id="{9900CFFB-CCCE-4346-B4BA-C85683207B3F}"/>
              </a:ext>
            </a:extLst>
          </p:cNvPr>
          <p:cNvSpPr>
            <a:spLocks noGrp="1"/>
          </p:cNvSpPr>
          <p:nvPr/>
        </p:nvSpPr>
        <p:spPr>
          <a:xfrm>
            <a:off x="2918173" y="6173800"/>
            <a:ext cx="28398" cy="28398"/>
          </a:xfrm>
          <a:prstGeom prst="ellipse">
            <a:avLst/>
          </a:prstGeom>
          <a:solidFill>
            <a:srgbClr val="7F8C97">
              <a:alpha val="48000"/>
            </a:srgbClr>
          </a:solidFill>
          <a:ln w="0">
            <a:noFill/>
            <a:prstDash val="solid"/>
          </a:ln>
        </p:spPr>
      </p:sp>
      <p:sp>
        <p:nvSpPr>
          <p:cNvPr id="2743" name="01_find_only_2742">
            <a:extLst>
              <a:ext uri="{FF2B5EF4-FFF2-40B4-BE49-F238E27FC236}">
                <a16:creationId xmlns:a16="http://schemas.microsoft.com/office/drawing/2014/main" id="{3BF6AAC0-3BDC-4D0D-BE7E-73E192E158CE}"/>
              </a:ext>
            </a:extLst>
          </p:cNvPr>
          <p:cNvSpPr>
            <a:spLocks noGrp="1"/>
          </p:cNvSpPr>
          <p:nvPr/>
        </p:nvSpPr>
        <p:spPr>
          <a:xfrm>
            <a:off x="2952225" y="5539792"/>
            <a:ext cx="28398" cy="28398"/>
          </a:xfrm>
          <a:prstGeom prst="ellipse">
            <a:avLst/>
          </a:prstGeom>
          <a:solidFill>
            <a:srgbClr val="7F8C97">
              <a:alpha val="48000"/>
            </a:srgbClr>
          </a:solidFill>
          <a:ln w="0">
            <a:noFill/>
            <a:prstDash val="solid"/>
          </a:ln>
        </p:spPr>
      </p:sp>
      <p:sp>
        <p:nvSpPr>
          <p:cNvPr id="2744" name="01_find_only_2743">
            <a:extLst>
              <a:ext uri="{FF2B5EF4-FFF2-40B4-BE49-F238E27FC236}">
                <a16:creationId xmlns:a16="http://schemas.microsoft.com/office/drawing/2014/main" id="{DB4D6020-0A9F-4482-947A-AF58308267B7}"/>
              </a:ext>
            </a:extLst>
          </p:cNvPr>
          <p:cNvSpPr>
            <a:spLocks noGrp="1"/>
          </p:cNvSpPr>
          <p:nvPr/>
        </p:nvSpPr>
        <p:spPr>
          <a:xfrm>
            <a:off x="2938394" y="5539792"/>
            <a:ext cx="28398" cy="28398"/>
          </a:xfrm>
          <a:prstGeom prst="ellipse">
            <a:avLst/>
          </a:prstGeom>
          <a:solidFill>
            <a:srgbClr val="7F8C97">
              <a:alpha val="48000"/>
            </a:srgbClr>
          </a:solidFill>
          <a:ln w="0">
            <a:noFill/>
            <a:prstDash val="solid"/>
          </a:ln>
        </p:spPr>
      </p:sp>
      <p:sp>
        <p:nvSpPr>
          <p:cNvPr id="2745" name="01_find_only_2744">
            <a:extLst>
              <a:ext uri="{FF2B5EF4-FFF2-40B4-BE49-F238E27FC236}">
                <a16:creationId xmlns:a16="http://schemas.microsoft.com/office/drawing/2014/main" id="{96C3EDD5-7027-43D0-ACDA-31D04952114C}"/>
              </a:ext>
            </a:extLst>
          </p:cNvPr>
          <p:cNvSpPr>
            <a:spLocks noGrp="1"/>
          </p:cNvSpPr>
          <p:nvPr/>
        </p:nvSpPr>
        <p:spPr>
          <a:xfrm>
            <a:off x="2966341" y="5687727"/>
            <a:ext cx="28398" cy="28398"/>
          </a:xfrm>
          <a:prstGeom prst="ellipse">
            <a:avLst/>
          </a:prstGeom>
          <a:solidFill>
            <a:srgbClr val="7F8C97">
              <a:alpha val="48000"/>
            </a:srgbClr>
          </a:solidFill>
          <a:ln w="0">
            <a:noFill/>
            <a:prstDash val="solid"/>
          </a:ln>
        </p:spPr>
      </p:sp>
      <p:sp>
        <p:nvSpPr>
          <p:cNvPr id="2746" name="01_find_only_2745">
            <a:extLst>
              <a:ext uri="{FF2B5EF4-FFF2-40B4-BE49-F238E27FC236}">
                <a16:creationId xmlns:a16="http://schemas.microsoft.com/office/drawing/2014/main" id="{DB84BB06-0FBA-49B1-8E13-7DEC31D1A4EC}"/>
              </a:ext>
            </a:extLst>
          </p:cNvPr>
          <p:cNvSpPr>
            <a:spLocks noGrp="1"/>
          </p:cNvSpPr>
          <p:nvPr/>
        </p:nvSpPr>
        <p:spPr>
          <a:xfrm>
            <a:off x="2877827" y="5539792"/>
            <a:ext cx="28398" cy="28398"/>
          </a:xfrm>
          <a:prstGeom prst="ellipse">
            <a:avLst/>
          </a:prstGeom>
          <a:solidFill>
            <a:srgbClr val="7F8C97">
              <a:alpha val="48000"/>
            </a:srgbClr>
          </a:solidFill>
          <a:ln w="0">
            <a:noFill/>
            <a:prstDash val="solid"/>
          </a:ln>
        </p:spPr>
      </p:sp>
      <p:sp>
        <p:nvSpPr>
          <p:cNvPr id="2747" name="01_find_only_2746">
            <a:extLst>
              <a:ext uri="{FF2B5EF4-FFF2-40B4-BE49-F238E27FC236}">
                <a16:creationId xmlns:a16="http://schemas.microsoft.com/office/drawing/2014/main" id="{A36D7C21-CC9E-4D61-9EB0-0910D4B260F8}"/>
              </a:ext>
            </a:extLst>
          </p:cNvPr>
          <p:cNvSpPr>
            <a:spLocks noGrp="1"/>
          </p:cNvSpPr>
          <p:nvPr/>
        </p:nvSpPr>
        <p:spPr>
          <a:xfrm>
            <a:off x="2917124" y="6173800"/>
            <a:ext cx="28398" cy="28398"/>
          </a:xfrm>
          <a:prstGeom prst="ellipse">
            <a:avLst/>
          </a:prstGeom>
          <a:solidFill>
            <a:srgbClr val="7F8C97">
              <a:alpha val="48000"/>
            </a:srgbClr>
          </a:solidFill>
          <a:ln w="0">
            <a:noFill/>
            <a:prstDash val="solid"/>
          </a:ln>
        </p:spPr>
      </p:sp>
      <p:sp>
        <p:nvSpPr>
          <p:cNvPr id="2748" name="01_find_only_2747">
            <a:extLst>
              <a:ext uri="{FF2B5EF4-FFF2-40B4-BE49-F238E27FC236}">
                <a16:creationId xmlns:a16="http://schemas.microsoft.com/office/drawing/2014/main" id="{99A89B2F-08EA-4024-BD1A-6FBFC5C75BB8}"/>
              </a:ext>
            </a:extLst>
          </p:cNvPr>
          <p:cNvSpPr>
            <a:spLocks noGrp="1"/>
          </p:cNvSpPr>
          <p:nvPr/>
        </p:nvSpPr>
        <p:spPr>
          <a:xfrm>
            <a:off x="2934961" y="6173800"/>
            <a:ext cx="28398" cy="28398"/>
          </a:xfrm>
          <a:prstGeom prst="ellipse">
            <a:avLst/>
          </a:prstGeom>
          <a:solidFill>
            <a:srgbClr val="7F8C97">
              <a:alpha val="48000"/>
            </a:srgbClr>
          </a:solidFill>
          <a:ln w="0">
            <a:noFill/>
            <a:prstDash val="solid"/>
          </a:ln>
        </p:spPr>
      </p:sp>
      <p:sp>
        <p:nvSpPr>
          <p:cNvPr id="2749" name="01_find_only_2748">
            <a:extLst>
              <a:ext uri="{FF2B5EF4-FFF2-40B4-BE49-F238E27FC236}">
                <a16:creationId xmlns:a16="http://schemas.microsoft.com/office/drawing/2014/main" id="{F25802C1-7192-4868-9601-85878EB9AAAE}"/>
              </a:ext>
            </a:extLst>
          </p:cNvPr>
          <p:cNvSpPr>
            <a:spLocks noGrp="1"/>
          </p:cNvSpPr>
          <p:nvPr/>
        </p:nvSpPr>
        <p:spPr>
          <a:xfrm>
            <a:off x="2905297" y="6173800"/>
            <a:ext cx="28398" cy="28398"/>
          </a:xfrm>
          <a:prstGeom prst="ellipse">
            <a:avLst/>
          </a:prstGeom>
          <a:solidFill>
            <a:srgbClr val="7F8C97">
              <a:alpha val="48000"/>
            </a:srgbClr>
          </a:solidFill>
          <a:ln w="0">
            <a:noFill/>
            <a:prstDash val="solid"/>
          </a:ln>
        </p:spPr>
      </p:sp>
      <p:sp>
        <p:nvSpPr>
          <p:cNvPr id="2750" name="01_find_only_2749">
            <a:extLst>
              <a:ext uri="{FF2B5EF4-FFF2-40B4-BE49-F238E27FC236}">
                <a16:creationId xmlns:a16="http://schemas.microsoft.com/office/drawing/2014/main" id="{670376F3-93EA-43A9-B1F9-1DA9B94F1486}"/>
              </a:ext>
            </a:extLst>
          </p:cNvPr>
          <p:cNvSpPr>
            <a:spLocks noGrp="1"/>
          </p:cNvSpPr>
          <p:nvPr/>
        </p:nvSpPr>
        <p:spPr>
          <a:xfrm>
            <a:off x="2926662" y="5539792"/>
            <a:ext cx="28398" cy="28398"/>
          </a:xfrm>
          <a:prstGeom prst="ellipse">
            <a:avLst/>
          </a:prstGeom>
          <a:solidFill>
            <a:srgbClr val="7F8C97">
              <a:alpha val="48000"/>
            </a:srgbClr>
          </a:solidFill>
          <a:ln w="0">
            <a:noFill/>
            <a:prstDash val="solid"/>
          </a:ln>
        </p:spPr>
      </p:sp>
      <p:sp>
        <p:nvSpPr>
          <p:cNvPr id="2751" name="01_find_only_2750">
            <a:extLst>
              <a:ext uri="{FF2B5EF4-FFF2-40B4-BE49-F238E27FC236}">
                <a16:creationId xmlns:a16="http://schemas.microsoft.com/office/drawing/2014/main" id="{4543CB0E-A4BD-4E81-9EC9-D29E163A914D}"/>
              </a:ext>
            </a:extLst>
          </p:cNvPr>
          <p:cNvSpPr>
            <a:spLocks noGrp="1"/>
          </p:cNvSpPr>
          <p:nvPr/>
        </p:nvSpPr>
        <p:spPr>
          <a:xfrm>
            <a:off x="2914644" y="6068132"/>
            <a:ext cx="28398" cy="28398"/>
          </a:xfrm>
          <a:prstGeom prst="ellipse">
            <a:avLst/>
          </a:prstGeom>
          <a:solidFill>
            <a:srgbClr val="7F8C97">
              <a:alpha val="48000"/>
            </a:srgbClr>
          </a:solidFill>
          <a:ln w="0">
            <a:noFill/>
            <a:prstDash val="solid"/>
          </a:ln>
        </p:spPr>
      </p:sp>
      <p:sp>
        <p:nvSpPr>
          <p:cNvPr id="2752" name="01_find_only_2751">
            <a:extLst>
              <a:ext uri="{FF2B5EF4-FFF2-40B4-BE49-F238E27FC236}">
                <a16:creationId xmlns:a16="http://schemas.microsoft.com/office/drawing/2014/main" id="{DAC68C99-8E94-4B02-89A1-5183AACACADC}"/>
              </a:ext>
            </a:extLst>
          </p:cNvPr>
          <p:cNvSpPr>
            <a:spLocks noGrp="1"/>
          </p:cNvSpPr>
          <p:nvPr/>
        </p:nvSpPr>
        <p:spPr>
          <a:xfrm>
            <a:off x="2955849" y="6083228"/>
            <a:ext cx="28398" cy="28398"/>
          </a:xfrm>
          <a:prstGeom prst="ellipse">
            <a:avLst/>
          </a:prstGeom>
          <a:solidFill>
            <a:srgbClr val="7F8C97">
              <a:alpha val="48000"/>
            </a:srgbClr>
          </a:solidFill>
          <a:ln w="0">
            <a:noFill/>
            <a:prstDash val="solid"/>
          </a:ln>
        </p:spPr>
      </p:sp>
      <p:sp>
        <p:nvSpPr>
          <p:cNvPr id="2753" name="01_find_only_2752">
            <a:extLst>
              <a:ext uri="{FF2B5EF4-FFF2-40B4-BE49-F238E27FC236}">
                <a16:creationId xmlns:a16="http://schemas.microsoft.com/office/drawing/2014/main" id="{325504B4-0D0D-4334-9171-6174ED35CA10}"/>
              </a:ext>
            </a:extLst>
          </p:cNvPr>
          <p:cNvSpPr>
            <a:spLocks noGrp="1"/>
          </p:cNvSpPr>
          <p:nvPr/>
        </p:nvSpPr>
        <p:spPr>
          <a:xfrm>
            <a:off x="2888319" y="5539792"/>
            <a:ext cx="28398" cy="28398"/>
          </a:xfrm>
          <a:prstGeom prst="ellipse">
            <a:avLst/>
          </a:prstGeom>
          <a:solidFill>
            <a:srgbClr val="7F8C97">
              <a:alpha val="48000"/>
            </a:srgbClr>
          </a:solidFill>
          <a:ln w="0">
            <a:noFill/>
            <a:prstDash val="solid"/>
          </a:ln>
        </p:spPr>
      </p:sp>
      <p:sp>
        <p:nvSpPr>
          <p:cNvPr id="2754" name="01_find_only_2753">
            <a:extLst>
              <a:ext uri="{FF2B5EF4-FFF2-40B4-BE49-F238E27FC236}">
                <a16:creationId xmlns:a16="http://schemas.microsoft.com/office/drawing/2014/main" id="{1744DA80-B377-4649-B5B6-160CF4D94293}"/>
              </a:ext>
            </a:extLst>
          </p:cNvPr>
          <p:cNvSpPr>
            <a:spLocks noGrp="1"/>
          </p:cNvSpPr>
          <p:nvPr/>
        </p:nvSpPr>
        <p:spPr>
          <a:xfrm>
            <a:off x="2892707" y="6173800"/>
            <a:ext cx="28398" cy="28398"/>
          </a:xfrm>
          <a:prstGeom prst="ellipse">
            <a:avLst/>
          </a:prstGeom>
          <a:solidFill>
            <a:srgbClr val="7F8C97">
              <a:alpha val="48000"/>
            </a:srgbClr>
          </a:solidFill>
          <a:ln w="0">
            <a:noFill/>
            <a:prstDash val="solid"/>
          </a:ln>
        </p:spPr>
      </p:sp>
      <p:sp>
        <p:nvSpPr>
          <p:cNvPr id="2755" name="01_find_only_2754">
            <a:extLst>
              <a:ext uri="{FF2B5EF4-FFF2-40B4-BE49-F238E27FC236}">
                <a16:creationId xmlns:a16="http://schemas.microsoft.com/office/drawing/2014/main" id="{AE96CF8A-AB46-4659-819E-3C071A06D09A}"/>
              </a:ext>
            </a:extLst>
          </p:cNvPr>
          <p:cNvSpPr>
            <a:spLocks noGrp="1"/>
          </p:cNvSpPr>
          <p:nvPr/>
        </p:nvSpPr>
        <p:spPr>
          <a:xfrm>
            <a:off x="2932385" y="5539792"/>
            <a:ext cx="28398" cy="28398"/>
          </a:xfrm>
          <a:prstGeom prst="ellipse">
            <a:avLst/>
          </a:prstGeom>
          <a:solidFill>
            <a:srgbClr val="7F8C97">
              <a:alpha val="48000"/>
            </a:srgbClr>
          </a:solidFill>
          <a:ln w="0">
            <a:noFill/>
            <a:prstDash val="solid"/>
          </a:ln>
        </p:spPr>
      </p:sp>
      <p:sp>
        <p:nvSpPr>
          <p:cNvPr id="2756" name="01_find_only_2755">
            <a:extLst>
              <a:ext uri="{FF2B5EF4-FFF2-40B4-BE49-F238E27FC236}">
                <a16:creationId xmlns:a16="http://schemas.microsoft.com/office/drawing/2014/main" id="{7057B243-1AB6-4B83-83B5-387283DE8166}"/>
              </a:ext>
            </a:extLst>
          </p:cNvPr>
          <p:cNvSpPr>
            <a:spLocks noGrp="1"/>
          </p:cNvSpPr>
          <p:nvPr/>
        </p:nvSpPr>
        <p:spPr>
          <a:xfrm>
            <a:off x="2931527" y="5539792"/>
            <a:ext cx="28398" cy="28398"/>
          </a:xfrm>
          <a:prstGeom prst="ellipse">
            <a:avLst/>
          </a:prstGeom>
          <a:solidFill>
            <a:srgbClr val="7F8C97">
              <a:alpha val="48000"/>
            </a:srgbClr>
          </a:solidFill>
          <a:ln w="0">
            <a:noFill/>
            <a:prstDash val="solid"/>
          </a:ln>
        </p:spPr>
      </p:sp>
      <p:sp>
        <p:nvSpPr>
          <p:cNvPr id="2757" name="01_find_only_2756">
            <a:extLst>
              <a:ext uri="{FF2B5EF4-FFF2-40B4-BE49-F238E27FC236}">
                <a16:creationId xmlns:a16="http://schemas.microsoft.com/office/drawing/2014/main" id="{CF4EC62C-4A04-448D-B011-518542F9C552}"/>
              </a:ext>
            </a:extLst>
          </p:cNvPr>
          <p:cNvSpPr>
            <a:spLocks noGrp="1"/>
          </p:cNvSpPr>
          <p:nvPr/>
        </p:nvSpPr>
        <p:spPr>
          <a:xfrm>
            <a:off x="2962526" y="6173800"/>
            <a:ext cx="28398" cy="28398"/>
          </a:xfrm>
          <a:prstGeom prst="ellipse">
            <a:avLst/>
          </a:prstGeom>
          <a:solidFill>
            <a:srgbClr val="7F8C97">
              <a:alpha val="48000"/>
            </a:srgbClr>
          </a:solidFill>
          <a:ln w="0">
            <a:noFill/>
            <a:prstDash val="solid"/>
          </a:ln>
        </p:spPr>
      </p:sp>
      <p:sp>
        <p:nvSpPr>
          <p:cNvPr id="2758" name="01_find_only_2757">
            <a:extLst>
              <a:ext uri="{FF2B5EF4-FFF2-40B4-BE49-F238E27FC236}">
                <a16:creationId xmlns:a16="http://schemas.microsoft.com/office/drawing/2014/main" id="{555FDB6E-9E98-4446-93ED-BEB3BCDDC078}"/>
              </a:ext>
            </a:extLst>
          </p:cNvPr>
          <p:cNvSpPr>
            <a:spLocks noGrp="1"/>
          </p:cNvSpPr>
          <p:nvPr/>
        </p:nvSpPr>
        <p:spPr>
          <a:xfrm>
            <a:off x="2948123" y="6173800"/>
            <a:ext cx="28398" cy="28398"/>
          </a:xfrm>
          <a:prstGeom prst="ellipse">
            <a:avLst/>
          </a:prstGeom>
          <a:solidFill>
            <a:srgbClr val="7F8C97">
              <a:alpha val="48000"/>
            </a:srgbClr>
          </a:solidFill>
          <a:ln w="0">
            <a:noFill/>
            <a:prstDash val="solid"/>
          </a:ln>
        </p:spPr>
      </p:sp>
      <p:sp>
        <p:nvSpPr>
          <p:cNvPr id="2759" name="01_find_only_2758">
            <a:extLst>
              <a:ext uri="{FF2B5EF4-FFF2-40B4-BE49-F238E27FC236}">
                <a16:creationId xmlns:a16="http://schemas.microsoft.com/office/drawing/2014/main" id="{2377D81A-CCEE-456E-8520-CCC8F2D9C2B7}"/>
              </a:ext>
            </a:extLst>
          </p:cNvPr>
          <p:cNvSpPr>
            <a:spLocks noGrp="1"/>
          </p:cNvSpPr>
          <p:nvPr/>
        </p:nvSpPr>
        <p:spPr>
          <a:xfrm>
            <a:off x="2903103" y="6173800"/>
            <a:ext cx="28398" cy="28398"/>
          </a:xfrm>
          <a:prstGeom prst="ellipse">
            <a:avLst/>
          </a:prstGeom>
          <a:solidFill>
            <a:srgbClr val="7F8C97">
              <a:alpha val="48000"/>
            </a:srgbClr>
          </a:solidFill>
          <a:ln w="0">
            <a:noFill/>
            <a:prstDash val="solid"/>
          </a:ln>
        </p:spPr>
      </p:sp>
      <p:sp>
        <p:nvSpPr>
          <p:cNvPr id="2760" name="01_find_only_2759">
            <a:extLst>
              <a:ext uri="{FF2B5EF4-FFF2-40B4-BE49-F238E27FC236}">
                <a16:creationId xmlns:a16="http://schemas.microsoft.com/office/drawing/2014/main" id="{E20BF59C-58C3-4BA7-B187-DFBB13FFFA3E}"/>
              </a:ext>
            </a:extLst>
          </p:cNvPr>
          <p:cNvSpPr>
            <a:spLocks noGrp="1"/>
          </p:cNvSpPr>
          <p:nvPr/>
        </p:nvSpPr>
        <p:spPr>
          <a:xfrm>
            <a:off x="2950031" y="5539792"/>
            <a:ext cx="28398" cy="28398"/>
          </a:xfrm>
          <a:prstGeom prst="ellipse">
            <a:avLst/>
          </a:prstGeom>
          <a:solidFill>
            <a:srgbClr val="7F8C97">
              <a:alpha val="48000"/>
            </a:srgbClr>
          </a:solidFill>
          <a:ln w="0">
            <a:noFill/>
            <a:prstDash val="solid"/>
          </a:ln>
        </p:spPr>
      </p:sp>
      <p:sp>
        <p:nvSpPr>
          <p:cNvPr id="2761" name="01_find_only_2760">
            <a:extLst>
              <a:ext uri="{FF2B5EF4-FFF2-40B4-BE49-F238E27FC236}">
                <a16:creationId xmlns:a16="http://schemas.microsoft.com/office/drawing/2014/main" id="{4ED8706E-8901-41B9-ACD7-CC3C45F4E103}"/>
              </a:ext>
            </a:extLst>
          </p:cNvPr>
          <p:cNvSpPr>
            <a:spLocks noGrp="1"/>
          </p:cNvSpPr>
          <p:nvPr/>
        </p:nvSpPr>
        <p:spPr>
          <a:xfrm>
            <a:off x="2942305" y="5751128"/>
            <a:ext cx="28398" cy="28398"/>
          </a:xfrm>
          <a:prstGeom prst="ellipse">
            <a:avLst/>
          </a:prstGeom>
          <a:solidFill>
            <a:srgbClr val="7F8C97">
              <a:alpha val="48000"/>
            </a:srgbClr>
          </a:solidFill>
          <a:ln w="0">
            <a:noFill/>
            <a:prstDash val="solid"/>
          </a:ln>
        </p:spPr>
      </p:sp>
      <p:sp>
        <p:nvSpPr>
          <p:cNvPr id="2762" name="01_find_only_2761">
            <a:extLst>
              <a:ext uri="{FF2B5EF4-FFF2-40B4-BE49-F238E27FC236}">
                <a16:creationId xmlns:a16="http://schemas.microsoft.com/office/drawing/2014/main" id="{AD758C5B-339F-4A35-945A-1C9679B0D146}"/>
              </a:ext>
            </a:extLst>
          </p:cNvPr>
          <p:cNvSpPr>
            <a:spLocks noGrp="1"/>
          </p:cNvSpPr>
          <p:nvPr/>
        </p:nvSpPr>
        <p:spPr>
          <a:xfrm>
            <a:off x="2946406" y="6173800"/>
            <a:ext cx="28398" cy="28398"/>
          </a:xfrm>
          <a:prstGeom prst="ellipse">
            <a:avLst/>
          </a:prstGeom>
          <a:solidFill>
            <a:srgbClr val="7F8C97">
              <a:alpha val="48000"/>
            </a:srgbClr>
          </a:solidFill>
          <a:ln w="0">
            <a:noFill/>
            <a:prstDash val="solid"/>
          </a:ln>
        </p:spPr>
      </p:sp>
      <p:sp>
        <p:nvSpPr>
          <p:cNvPr id="2763" name="01_find_only_2762">
            <a:extLst>
              <a:ext uri="{FF2B5EF4-FFF2-40B4-BE49-F238E27FC236}">
                <a16:creationId xmlns:a16="http://schemas.microsoft.com/office/drawing/2014/main" id="{A49368C0-C546-47D8-B20F-C3F21DA087F7}"/>
              </a:ext>
            </a:extLst>
          </p:cNvPr>
          <p:cNvSpPr>
            <a:spLocks noGrp="1"/>
          </p:cNvSpPr>
          <p:nvPr/>
        </p:nvSpPr>
        <p:spPr>
          <a:xfrm>
            <a:off x="2928379" y="6173800"/>
            <a:ext cx="28398" cy="28398"/>
          </a:xfrm>
          <a:prstGeom prst="ellipse">
            <a:avLst/>
          </a:prstGeom>
          <a:solidFill>
            <a:srgbClr val="7F8C97">
              <a:alpha val="48000"/>
            </a:srgbClr>
          </a:solidFill>
          <a:ln w="0">
            <a:noFill/>
            <a:prstDash val="solid"/>
          </a:ln>
        </p:spPr>
      </p:sp>
      <p:sp>
        <p:nvSpPr>
          <p:cNvPr id="2764" name="01_find_only_2763">
            <a:extLst>
              <a:ext uri="{FF2B5EF4-FFF2-40B4-BE49-F238E27FC236}">
                <a16:creationId xmlns:a16="http://schemas.microsoft.com/office/drawing/2014/main" id="{7C030547-CD2F-4972-BE29-61309628338F}"/>
              </a:ext>
            </a:extLst>
          </p:cNvPr>
          <p:cNvSpPr>
            <a:spLocks noGrp="1"/>
          </p:cNvSpPr>
          <p:nvPr/>
        </p:nvSpPr>
        <p:spPr>
          <a:xfrm>
            <a:off x="2878876" y="5539792"/>
            <a:ext cx="28398" cy="28398"/>
          </a:xfrm>
          <a:prstGeom prst="ellipse">
            <a:avLst/>
          </a:prstGeom>
          <a:solidFill>
            <a:srgbClr val="7F8C97">
              <a:alpha val="48000"/>
            </a:srgbClr>
          </a:solidFill>
          <a:ln w="0">
            <a:noFill/>
            <a:prstDash val="solid"/>
          </a:ln>
        </p:spPr>
      </p:sp>
      <p:sp>
        <p:nvSpPr>
          <p:cNvPr id="2765" name="01_find_only_2764">
            <a:extLst>
              <a:ext uri="{FF2B5EF4-FFF2-40B4-BE49-F238E27FC236}">
                <a16:creationId xmlns:a16="http://schemas.microsoft.com/office/drawing/2014/main" id="{5146C38C-0B21-4389-92D0-10AC3ADC10D3}"/>
              </a:ext>
            </a:extLst>
          </p:cNvPr>
          <p:cNvSpPr>
            <a:spLocks noGrp="1"/>
          </p:cNvSpPr>
          <p:nvPr/>
        </p:nvSpPr>
        <p:spPr>
          <a:xfrm>
            <a:off x="2942687" y="5783641"/>
            <a:ext cx="28398" cy="28398"/>
          </a:xfrm>
          <a:prstGeom prst="ellipse">
            <a:avLst/>
          </a:prstGeom>
          <a:solidFill>
            <a:srgbClr val="7F8C97">
              <a:alpha val="48000"/>
            </a:srgbClr>
          </a:solidFill>
          <a:ln w="0">
            <a:noFill/>
            <a:prstDash val="solid"/>
          </a:ln>
        </p:spPr>
      </p:sp>
      <p:sp>
        <p:nvSpPr>
          <p:cNvPr id="2766" name="01_find_only_2765">
            <a:extLst>
              <a:ext uri="{FF2B5EF4-FFF2-40B4-BE49-F238E27FC236}">
                <a16:creationId xmlns:a16="http://schemas.microsoft.com/office/drawing/2014/main" id="{3F2FEC29-8F34-4DF3-95A0-6F5D7D401519}"/>
              </a:ext>
            </a:extLst>
          </p:cNvPr>
          <p:cNvSpPr>
            <a:spLocks noGrp="1"/>
          </p:cNvSpPr>
          <p:nvPr/>
        </p:nvSpPr>
        <p:spPr>
          <a:xfrm>
            <a:off x="2955277" y="5680683"/>
            <a:ext cx="28398" cy="28398"/>
          </a:xfrm>
          <a:prstGeom prst="ellipse">
            <a:avLst/>
          </a:prstGeom>
          <a:solidFill>
            <a:srgbClr val="7F8C97">
              <a:alpha val="48000"/>
            </a:srgbClr>
          </a:solidFill>
          <a:ln w="0">
            <a:noFill/>
            <a:prstDash val="solid"/>
          </a:ln>
        </p:spPr>
      </p:sp>
      <p:sp>
        <p:nvSpPr>
          <p:cNvPr id="2767" name="01_find_only_2766">
            <a:extLst>
              <a:ext uri="{FF2B5EF4-FFF2-40B4-BE49-F238E27FC236}">
                <a16:creationId xmlns:a16="http://schemas.microsoft.com/office/drawing/2014/main" id="{68E48261-FEFD-42CC-9A32-E71802A33231}"/>
              </a:ext>
            </a:extLst>
          </p:cNvPr>
          <p:cNvSpPr>
            <a:spLocks noGrp="1"/>
          </p:cNvSpPr>
          <p:nvPr/>
        </p:nvSpPr>
        <p:spPr>
          <a:xfrm>
            <a:off x="2894710" y="5539792"/>
            <a:ext cx="28398" cy="28398"/>
          </a:xfrm>
          <a:prstGeom prst="ellipse">
            <a:avLst/>
          </a:prstGeom>
          <a:solidFill>
            <a:srgbClr val="7F8C97">
              <a:alpha val="48000"/>
            </a:srgbClr>
          </a:solidFill>
          <a:ln w="0">
            <a:noFill/>
            <a:prstDash val="solid"/>
          </a:ln>
        </p:spPr>
      </p:sp>
      <p:sp>
        <p:nvSpPr>
          <p:cNvPr id="2768" name="01_find_only_2767">
            <a:extLst>
              <a:ext uri="{FF2B5EF4-FFF2-40B4-BE49-F238E27FC236}">
                <a16:creationId xmlns:a16="http://schemas.microsoft.com/office/drawing/2014/main" id="{AFEB519E-3C0D-4242-BA7E-0438C4E53A45}"/>
              </a:ext>
            </a:extLst>
          </p:cNvPr>
          <p:cNvSpPr>
            <a:spLocks noGrp="1"/>
          </p:cNvSpPr>
          <p:nvPr/>
        </p:nvSpPr>
        <p:spPr>
          <a:xfrm>
            <a:off x="2887556" y="5751128"/>
            <a:ext cx="28398" cy="28398"/>
          </a:xfrm>
          <a:prstGeom prst="ellipse">
            <a:avLst/>
          </a:prstGeom>
          <a:solidFill>
            <a:srgbClr val="7F8C97">
              <a:alpha val="48000"/>
            </a:srgbClr>
          </a:solidFill>
          <a:ln w="0">
            <a:noFill/>
            <a:prstDash val="solid"/>
          </a:ln>
        </p:spPr>
      </p:sp>
      <p:sp>
        <p:nvSpPr>
          <p:cNvPr id="2769" name="01_find_only_2768">
            <a:extLst>
              <a:ext uri="{FF2B5EF4-FFF2-40B4-BE49-F238E27FC236}">
                <a16:creationId xmlns:a16="http://schemas.microsoft.com/office/drawing/2014/main" id="{8F9845D7-9D8D-442E-A7EF-6F92CE894904}"/>
              </a:ext>
            </a:extLst>
          </p:cNvPr>
          <p:cNvSpPr>
            <a:spLocks noGrp="1"/>
          </p:cNvSpPr>
          <p:nvPr/>
        </p:nvSpPr>
        <p:spPr>
          <a:xfrm>
            <a:off x="2942496" y="5539792"/>
            <a:ext cx="28398" cy="28398"/>
          </a:xfrm>
          <a:prstGeom prst="ellipse">
            <a:avLst/>
          </a:prstGeom>
          <a:solidFill>
            <a:srgbClr val="7F8C97">
              <a:alpha val="48000"/>
            </a:srgbClr>
          </a:solidFill>
          <a:ln w="0">
            <a:noFill/>
            <a:prstDash val="solid"/>
          </a:ln>
        </p:spPr>
      </p:sp>
      <p:sp>
        <p:nvSpPr>
          <p:cNvPr id="2770" name="01_find_only_2769">
            <a:extLst>
              <a:ext uri="{FF2B5EF4-FFF2-40B4-BE49-F238E27FC236}">
                <a16:creationId xmlns:a16="http://schemas.microsoft.com/office/drawing/2014/main" id="{E6515926-1254-4A40-B9CE-B0A5463BA1A5}"/>
              </a:ext>
            </a:extLst>
          </p:cNvPr>
          <p:cNvSpPr>
            <a:spLocks noGrp="1"/>
          </p:cNvSpPr>
          <p:nvPr/>
        </p:nvSpPr>
        <p:spPr>
          <a:xfrm>
            <a:off x="2967104" y="5539792"/>
            <a:ext cx="28398" cy="28398"/>
          </a:xfrm>
          <a:prstGeom prst="ellipse">
            <a:avLst/>
          </a:prstGeom>
          <a:solidFill>
            <a:srgbClr val="7F8C97">
              <a:alpha val="48000"/>
            </a:srgbClr>
          </a:solidFill>
          <a:ln w="0">
            <a:noFill/>
            <a:prstDash val="solid"/>
          </a:ln>
        </p:spPr>
      </p:sp>
      <p:sp>
        <p:nvSpPr>
          <p:cNvPr id="2771" name="01_find_only_2770">
            <a:extLst>
              <a:ext uri="{FF2B5EF4-FFF2-40B4-BE49-F238E27FC236}">
                <a16:creationId xmlns:a16="http://schemas.microsoft.com/office/drawing/2014/main" id="{B16C1B5B-9C9B-4C5C-AA12-8A992B4597A3}"/>
              </a:ext>
            </a:extLst>
          </p:cNvPr>
          <p:cNvSpPr>
            <a:spLocks noGrp="1"/>
          </p:cNvSpPr>
          <p:nvPr/>
        </p:nvSpPr>
        <p:spPr>
          <a:xfrm>
            <a:off x="2971206" y="5539792"/>
            <a:ext cx="28398" cy="28398"/>
          </a:xfrm>
          <a:prstGeom prst="ellipse">
            <a:avLst/>
          </a:prstGeom>
          <a:solidFill>
            <a:srgbClr val="7F8C97">
              <a:alpha val="48000"/>
            </a:srgbClr>
          </a:solidFill>
          <a:ln w="0">
            <a:noFill/>
            <a:prstDash val="solid"/>
          </a:ln>
        </p:spPr>
      </p:sp>
      <p:sp>
        <p:nvSpPr>
          <p:cNvPr id="2772" name="01_find_only_2771">
            <a:extLst>
              <a:ext uri="{FF2B5EF4-FFF2-40B4-BE49-F238E27FC236}">
                <a16:creationId xmlns:a16="http://schemas.microsoft.com/office/drawing/2014/main" id="{5D766458-E6F9-4384-BA21-E495DA856679}"/>
              </a:ext>
            </a:extLst>
          </p:cNvPr>
          <p:cNvSpPr>
            <a:spLocks noGrp="1"/>
          </p:cNvSpPr>
          <p:nvPr/>
        </p:nvSpPr>
        <p:spPr>
          <a:xfrm>
            <a:off x="2912260" y="5539792"/>
            <a:ext cx="28398" cy="28398"/>
          </a:xfrm>
          <a:prstGeom prst="ellipse">
            <a:avLst/>
          </a:prstGeom>
          <a:solidFill>
            <a:srgbClr val="7F8C97">
              <a:alpha val="48000"/>
            </a:srgbClr>
          </a:solidFill>
          <a:ln w="0">
            <a:noFill/>
            <a:prstDash val="solid"/>
          </a:ln>
        </p:spPr>
      </p:sp>
      <p:sp>
        <p:nvSpPr>
          <p:cNvPr id="2773" name="01_find_only_2772">
            <a:extLst>
              <a:ext uri="{FF2B5EF4-FFF2-40B4-BE49-F238E27FC236}">
                <a16:creationId xmlns:a16="http://schemas.microsoft.com/office/drawing/2014/main" id="{984D2189-6C57-4684-8971-43E07242BB98}"/>
              </a:ext>
            </a:extLst>
          </p:cNvPr>
          <p:cNvSpPr>
            <a:spLocks noGrp="1"/>
          </p:cNvSpPr>
          <p:nvPr/>
        </p:nvSpPr>
        <p:spPr>
          <a:xfrm>
            <a:off x="2947265" y="6173800"/>
            <a:ext cx="28398" cy="28398"/>
          </a:xfrm>
          <a:prstGeom prst="ellipse">
            <a:avLst/>
          </a:prstGeom>
          <a:solidFill>
            <a:srgbClr val="7F8C97">
              <a:alpha val="48000"/>
            </a:srgbClr>
          </a:solidFill>
          <a:ln w="0">
            <a:noFill/>
            <a:prstDash val="solid"/>
          </a:ln>
        </p:spPr>
      </p:sp>
      <p:sp>
        <p:nvSpPr>
          <p:cNvPr id="2774" name="01_find_only_2773">
            <a:extLst>
              <a:ext uri="{FF2B5EF4-FFF2-40B4-BE49-F238E27FC236}">
                <a16:creationId xmlns:a16="http://schemas.microsoft.com/office/drawing/2014/main" id="{E8CC1588-294B-4E5F-B0D1-BBDF61A84B7F}"/>
              </a:ext>
            </a:extLst>
          </p:cNvPr>
          <p:cNvSpPr>
            <a:spLocks noGrp="1"/>
          </p:cNvSpPr>
          <p:nvPr/>
        </p:nvSpPr>
        <p:spPr>
          <a:xfrm>
            <a:off x="2954514" y="6173800"/>
            <a:ext cx="28398" cy="28398"/>
          </a:xfrm>
          <a:prstGeom prst="ellipse">
            <a:avLst/>
          </a:prstGeom>
          <a:solidFill>
            <a:srgbClr val="7F8C97">
              <a:alpha val="48000"/>
            </a:srgbClr>
          </a:solidFill>
          <a:ln w="0">
            <a:noFill/>
            <a:prstDash val="solid"/>
          </a:ln>
        </p:spPr>
      </p:sp>
      <p:sp>
        <p:nvSpPr>
          <p:cNvPr id="2775" name="01_find_only_2774">
            <a:extLst>
              <a:ext uri="{FF2B5EF4-FFF2-40B4-BE49-F238E27FC236}">
                <a16:creationId xmlns:a16="http://schemas.microsoft.com/office/drawing/2014/main" id="{141EF903-2B2C-48E0-A9C8-C15A7AB9E65E}"/>
              </a:ext>
            </a:extLst>
          </p:cNvPr>
          <p:cNvSpPr>
            <a:spLocks noGrp="1"/>
          </p:cNvSpPr>
          <p:nvPr/>
        </p:nvSpPr>
        <p:spPr>
          <a:xfrm>
            <a:off x="2966055" y="6173800"/>
            <a:ext cx="28398" cy="28398"/>
          </a:xfrm>
          <a:prstGeom prst="ellipse">
            <a:avLst/>
          </a:prstGeom>
          <a:solidFill>
            <a:srgbClr val="7F8C97">
              <a:alpha val="48000"/>
            </a:srgbClr>
          </a:solidFill>
          <a:ln w="0">
            <a:noFill/>
            <a:prstDash val="solid"/>
          </a:ln>
        </p:spPr>
      </p:sp>
      <p:sp>
        <p:nvSpPr>
          <p:cNvPr id="2776" name="01_find_only_2775">
            <a:extLst>
              <a:ext uri="{FF2B5EF4-FFF2-40B4-BE49-F238E27FC236}">
                <a16:creationId xmlns:a16="http://schemas.microsoft.com/office/drawing/2014/main" id="{B67C82A5-FFC9-4F1F-9F72-B18D7F1D492D}"/>
              </a:ext>
            </a:extLst>
          </p:cNvPr>
          <p:cNvSpPr>
            <a:spLocks noGrp="1"/>
          </p:cNvSpPr>
          <p:nvPr/>
        </p:nvSpPr>
        <p:spPr>
          <a:xfrm>
            <a:off x="2955945" y="6173800"/>
            <a:ext cx="28398" cy="28398"/>
          </a:xfrm>
          <a:prstGeom prst="ellipse">
            <a:avLst/>
          </a:prstGeom>
          <a:solidFill>
            <a:srgbClr val="7F8C97">
              <a:alpha val="48000"/>
            </a:srgbClr>
          </a:solidFill>
          <a:ln w="0">
            <a:noFill/>
            <a:prstDash val="solid"/>
          </a:ln>
        </p:spPr>
      </p:sp>
      <p:sp>
        <p:nvSpPr>
          <p:cNvPr id="2777" name="01_find_only_2776">
            <a:extLst>
              <a:ext uri="{FF2B5EF4-FFF2-40B4-BE49-F238E27FC236}">
                <a16:creationId xmlns:a16="http://schemas.microsoft.com/office/drawing/2014/main" id="{1F1E6C94-061A-49BF-9B51-5E8B019407AE}"/>
              </a:ext>
            </a:extLst>
          </p:cNvPr>
          <p:cNvSpPr>
            <a:spLocks noGrp="1"/>
          </p:cNvSpPr>
          <p:nvPr/>
        </p:nvSpPr>
        <p:spPr>
          <a:xfrm>
            <a:off x="2941542" y="6173800"/>
            <a:ext cx="28398" cy="28398"/>
          </a:xfrm>
          <a:prstGeom prst="ellipse">
            <a:avLst/>
          </a:prstGeom>
          <a:solidFill>
            <a:srgbClr val="7F8C97">
              <a:alpha val="48000"/>
            </a:srgbClr>
          </a:solidFill>
          <a:ln w="0">
            <a:noFill/>
            <a:prstDash val="solid"/>
          </a:ln>
        </p:spPr>
      </p:sp>
      <p:sp>
        <p:nvSpPr>
          <p:cNvPr id="2778" name="01_find_only_2777">
            <a:extLst>
              <a:ext uri="{FF2B5EF4-FFF2-40B4-BE49-F238E27FC236}">
                <a16:creationId xmlns:a16="http://schemas.microsoft.com/office/drawing/2014/main" id="{C52F7766-FDE5-4E98-B24B-E69E6D123957}"/>
              </a:ext>
            </a:extLst>
          </p:cNvPr>
          <p:cNvSpPr>
            <a:spLocks noGrp="1"/>
          </p:cNvSpPr>
          <p:nvPr/>
        </p:nvSpPr>
        <p:spPr>
          <a:xfrm>
            <a:off x="2883073" y="5539792"/>
            <a:ext cx="28398" cy="28398"/>
          </a:xfrm>
          <a:prstGeom prst="ellipse">
            <a:avLst/>
          </a:prstGeom>
          <a:solidFill>
            <a:srgbClr val="7F8C97">
              <a:alpha val="48000"/>
            </a:srgbClr>
          </a:solidFill>
          <a:ln w="0">
            <a:noFill/>
            <a:prstDash val="solid"/>
          </a:ln>
        </p:spPr>
      </p:sp>
      <p:sp>
        <p:nvSpPr>
          <p:cNvPr id="2779" name="01_find_only_2778">
            <a:extLst>
              <a:ext uri="{FF2B5EF4-FFF2-40B4-BE49-F238E27FC236}">
                <a16:creationId xmlns:a16="http://schemas.microsoft.com/office/drawing/2014/main" id="{31C6550F-315A-43B5-958F-B08DC4A1A1DB}"/>
              </a:ext>
            </a:extLst>
          </p:cNvPr>
          <p:cNvSpPr>
            <a:spLocks noGrp="1"/>
          </p:cNvSpPr>
          <p:nvPr/>
        </p:nvSpPr>
        <p:spPr>
          <a:xfrm>
            <a:off x="2892325" y="6004731"/>
            <a:ext cx="28398" cy="28398"/>
          </a:xfrm>
          <a:prstGeom prst="ellipse">
            <a:avLst/>
          </a:prstGeom>
          <a:solidFill>
            <a:srgbClr val="7F8C97">
              <a:alpha val="48000"/>
            </a:srgbClr>
          </a:solidFill>
          <a:ln w="0">
            <a:noFill/>
            <a:prstDash val="solid"/>
          </a:ln>
        </p:spPr>
      </p:sp>
      <p:sp>
        <p:nvSpPr>
          <p:cNvPr id="2780" name="01_find_only_2779">
            <a:extLst>
              <a:ext uri="{FF2B5EF4-FFF2-40B4-BE49-F238E27FC236}">
                <a16:creationId xmlns:a16="http://schemas.microsoft.com/office/drawing/2014/main" id="{7F4E387A-6F2D-4D45-9C28-3F06C245BBA0}"/>
              </a:ext>
            </a:extLst>
          </p:cNvPr>
          <p:cNvSpPr>
            <a:spLocks noGrp="1"/>
          </p:cNvSpPr>
          <p:nvPr/>
        </p:nvSpPr>
        <p:spPr>
          <a:xfrm>
            <a:off x="2942496" y="5539792"/>
            <a:ext cx="28398" cy="28398"/>
          </a:xfrm>
          <a:prstGeom prst="ellipse">
            <a:avLst/>
          </a:prstGeom>
          <a:solidFill>
            <a:srgbClr val="7F8C97">
              <a:alpha val="48000"/>
            </a:srgbClr>
          </a:solidFill>
          <a:ln w="0">
            <a:noFill/>
            <a:prstDash val="solid"/>
          </a:ln>
        </p:spPr>
      </p:sp>
      <p:sp>
        <p:nvSpPr>
          <p:cNvPr id="2781" name="01_find_only_2780">
            <a:extLst>
              <a:ext uri="{FF2B5EF4-FFF2-40B4-BE49-F238E27FC236}">
                <a16:creationId xmlns:a16="http://schemas.microsoft.com/office/drawing/2014/main" id="{DD64B2BD-D0D8-47A8-AC26-958874641AE9}"/>
              </a:ext>
            </a:extLst>
          </p:cNvPr>
          <p:cNvSpPr>
            <a:spLocks noGrp="1"/>
          </p:cNvSpPr>
          <p:nvPr/>
        </p:nvSpPr>
        <p:spPr>
          <a:xfrm>
            <a:off x="2932862" y="5539792"/>
            <a:ext cx="28398" cy="28398"/>
          </a:xfrm>
          <a:prstGeom prst="ellipse">
            <a:avLst/>
          </a:prstGeom>
          <a:solidFill>
            <a:srgbClr val="7F8C97">
              <a:alpha val="48000"/>
            </a:srgbClr>
          </a:solidFill>
          <a:ln w="0">
            <a:noFill/>
            <a:prstDash val="solid"/>
          </a:ln>
        </p:spPr>
      </p:sp>
      <p:sp>
        <p:nvSpPr>
          <p:cNvPr id="2782" name="01_find_only_2781">
            <a:extLst>
              <a:ext uri="{FF2B5EF4-FFF2-40B4-BE49-F238E27FC236}">
                <a16:creationId xmlns:a16="http://schemas.microsoft.com/office/drawing/2014/main" id="{21748068-DAF4-4D92-9F17-2B02FD37931E}"/>
              </a:ext>
            </a:extLst>
          </p:cNvPr>
          <p:cNvSpPr>
            <a:spLocks noGrp="1"/>
          </p:cNvSpPr>
          <p:nvPr/>
        </p:nvSpPr>
        <p:spPr>
          <a:xfrm>
            <a:off x="2896331" y="6173800"/>
            <a:ext cx="28398" cy="28398"/>
          </a:xfrm>
          <a:prstGeom prst="ellipse">
            <a:avLst/>
          </a:prstGeom>
          <a:solidFill>
            <a:srgbClr val="7F8C97">
              <a:alpha val="48000"/>
            </a:srgbClr>
          </a:solidFill>
          <a:ln w="0">
            <a:noFill/>
            <a:prstDash val="solid"/>
          </a:ln>
        </p:spPr>
      </p:sp>
      <p:sp>
        <p:nvSpPr>
          <p:cNvPr id="2783" name="01_find_only_2782">
            <a:extLst>
              <a:ext uri="{FF2B5EF4-FFF2-40B4-BE49-F238E27FC236}">
                <a16:creationId xmlns:a16="http://schemas.microsoft.com/office/drawing/2014/main" id="{798F93AC-AC29-49B5-83C4-4CCCAC644ADC}"/>
              </a:ext>
            </a:extLst>
          </p:cNvPr>
          <p:cNvSpPr>
            <a:spLocks noGrp="1"/>
          </p:cNvSpPr>
          <p:nvPr/>
        </p:nvSpPr>
        <p:spPr>
          <a:xfrm>
            <a:off x="2913595" y="6173800"/>
            <a:ext cx="28398" cy="28398"/>
          </a:xfrm>
          <a:prstGeom prst="ellipse">
            <a:avLst/>
          </a:prstGeom>
          <a:solidFill>
            <a:srgbClr val="7F8C97">
              <a:alpha val="48000"/>
            </a:srgbClr>
          </a:solidFill>
          <a:ln w="0">
            <a:noFill/>
            <a:prstDash val="solid"/>
          </a:ln>
        </p:spPr>
      </p:sp>
      <p:sp>
        <p:nvSpPr>
          <p:cNvPr id="2784" name="01_find_only_2783">
            <a:extLst>
              <a:ext uri="{FF2B5EF4-FFF2-40B4-BE49-F238E27FC236}">
                <a16:creationId xmlns:a16="http://schemas.microsoft.com/office/drawing/2014/main" id="{05C01904-CC08-460D-A7D8-819C5B2C48D1}"/>
              </a:ext>
            </a:extLst>
          </p:cNvPr>
          <p:cNvSpPr>
            <a:spLocks noGrp="1"/>
          </p:cNvSpPr>
          <p:nvPr/>
        </p:nvSpPr>
        <p:spPr>
          <a:xfrm>
            <a:off x="2879830" y="6128514"/>
            <a:ext cx="28398" cy="28398"/>
          </a:xfrm>
          <a:prstGeom prst="ellipse">
            <a:avLst/>
          </a:prstGeom>
          <a:solidFill>
            <a:srgbClr val="7F8C97">
              <a:alpha val="48000"/>
            </a:srgbClr>
          </a:solidFill>
          <a:ln w="0">
            <a:noFill/>
            <a:prstDash val="solid"/>
          </a:ln>
        </p:spPr>
      </p:sp>
      <p:sp>
        <p:nvSpPr>
          <p:cNvPr id="2785" name="01_find_only_2784">
            <a:extLst>
              <a:ext uri="{FF2B5EF4-FFF2-40B4-BE49-F238E27FC236}">
                <a16:creationId xmlns:a16="http://schemas.microsoft.com/office/drawing/2014/main" id="{6B0B86EB-2692-467A-B156-5BFBA1F20079}"/>
              </a:ext>
            </a:extLst>
          </p:cNvPr>
          <p:cNvSpPr>
            <a:spLocks noGrp="1"/>
          </p:cNvSpPr>
          <p:nvPr/>
        </p:nvSpPr>
        <p:spPr>
          <a:xfrm>
            <a:off x="3147190" y="4905784"/>
            <a:ext cx="28398" cy="28398"/>
          </a:xfrm>
          <a:prstGeom prst="ellipse">
            <a:avLst/>
          </a:prstGeom>
          <a:solidFill>
            <a:srgbClr val="7F8C97">
              <a:alpha val="48000"/>
            </a:srgbClr>
          </a:solidFill>
          <a:ln w="0">
            <a:noFill/>
            <a:prstDash val="solid"/>
          </a:ln>
        </p:spPr>
      </p:sp>
      <p:sp>
        <p:nvSpPr>
          <p:cNvPr id="2786" name="01_find_only_2785">
            <a:extLst>
              <a:ext uri="{FF2B5EF4-FFF2-40B4-BE49-F238E27FC236}">
                <a16:creationId xmlns:a16="http://schemas.microsoft.com/office/drawing/2014/main" id="{50F8B34D-BBC5-44AA-AC77-625ECC569FE1}"/>
              </a:ext>
            </a:extLst>
          </p:cNvPr>
          <p:cNvSpPr>
            <a:spLocks noGrp="1"/>
          </p:cNvSpPr>
          <p:nvPr/>
        </p:nvSpPr>
        <p:spPr>
          <a:xfrm>
            <a:off x="3208234" y="4905784"/>
            <a:ext cx="28398" cy="28398"/>
          </a:xfrm>
          <a:prstGeom prst="ellipse">
            <a:avLst/>
          </a:prstGeom>
          <a:solidFill>
            <a:srgbClr val="7F8C97">
              <a:alpha val="48000"/>
            </a:srgbClr>
          </a:solidFill>
          <a:ln w="0">
            <a:noFill/>
            <a:prstDash val="solid"/>
          </a:ln>
        </p:spPr>
      </p:sp>
      <p:sp>
        <p:nvSpPr>
          <p:cNvPr id="2787" name="01_find_only_2786">
            <a:extLst>
              <a:ext uri="{FF2B5EF4-FFF2-40B4-BE49-F238E27FC236}">
                <a16:creationId xmlns:a16="http://schemas.microsoft.com/office/drawing/2014/main" id="{556F041B-3607-4CA2-88B3-99EC706878FE}"/>
              </a:ext>
            </a:extLst>
          </p:cNvPr>
          <p:cNvSpPr>
            <a:spLocks noGrp="1"/>
          </p:cNvSpPr>
          <p:nvPr/>
        </p:nvSpPr>
        <p:spPr>
          <a:xfrm>
            <a:off x="3127159" y="6173800"/>
            <a:ext cx="28398" cy="28398"/>
          </a:xfrm>
          <a:prstGeom prst="ellipse">
            <a:avLst/>
          </a:prstGeom>
          <a:solidFill>
            <a:srgbClr val="7F8C97">
              <a:alpha val="48000"/>
            </a:srgbClr>
          </a:solidFill>
          <a:ln w="0">
            <a:noFill/>
            <a:prstDash val="solid"/>
          </a:ln>
        </p:spPr>
      </p:sp>
      <p:sp>
        <p:nvSpPr>
          <p:cNvPr id="2788" name="01_find_only_2787">
            <a:extLst>
              <a:ext uri="{FF2B5EF4-FFF2-40B4-BE49-F238E27FC236}">
                <a16:creationId xmlns:a16="http://schemas.microsoft.com/office/drawing/2014/main" id="{0FEDCFE2-252A-4C28-A0BF-B10ED7BB5531}"/>
              </a:ext>
            </a:extLst>
          </p:cNvPr>
          <p:cNvSpPr>
            <a:spLocks noGrp="1"/>
          </p:cNvSpPr>
          <p:nvPr/>
        </p:nvSpPr>
        <p:spPr>
          <a:xfrm>
            <a:off x="3200603" y="6173800"/>
            <a:ext cx="28398" cy="28398"/>
          </a:xfrm>
          <a:prstGeom prst="ellipse">
            <a:avLst/>
          </a:prstGeom>
          <a:solidFill>
            <a:srgbClr val="7F8C97">
              <a:alpha val="48000"/>
            </a:srgbClr>
          </a:solidFill>
          <a:ln w="0">
            <a:noFill/>
            <a:prstDash val="solid"/>
          </a:ln>
        </p:spPr>
      </p:sp>
      <p:sp>
        <p:nvSpPr>
          <p:cNvPr id="2789" name="01_find_only_2788">
            <a:extLst>
              <a:ext uri="{FF2B5EF4-FFF2-40B4-BE49-F238E27FC236}">
                <a16:creationId xmlns:a16="http://schemas.microsoft.com/office/drawing/2014/main" id="{0F0872C5-C963-43A4-A479-EC0EFE610F62}"/>
              </a:ext>
            </a:extLst>
          </p:cNvPr>
          <p:cNvSpPr>
            <a:spLocks noGrp="1"/>
          </p:cNvSpPr>
          <p:nvPr/>
        </p:nvSpPr>
        <p:spPr>
          <a:xfrm>
            <a:off x="3162737" y="4905784"/>
            <a:ext cx="28398" cy="28398"/>
          </a:xfrm>
          <a:prstGeom prst="ellipse">
            <a:avLst/>
          </a:prstGeom>
          <a:solidFill>
            <a:srgbClr val="7F8C97">
              <a:alpha val="48000"/>
            </a:srgbClr>
          </a:solidFill>
          <a:ln w="0">
            <a:noFill/>
            <a:prstDash val="solid"/>
          </a:ln>
        </p:spPr>
      </p:sp>
      <p:sp>
        <p:nvSpPr>
          <p:cNvPr id="2790" name="01_find_only_2789">
            <a:extLst>
              <a:ext uri="{FF2B5EF4-FFF2-40B4-BE49-F238E27FC236}">
                <a16:creationId xmlns:a16="http://schemas.microsoft.com/office/drawing/2014/main" id="{B5EDD46B-0230-4B68-BF37-3E2501D65A31}"/>
              </a:ext>
            </a:extLst>
          </p:cNvPr>
          <p:cNvSpPr>
            <a:spLocks noGrp="1"/>
          </p:cNvSpPr>
          <p:nvPr/>
        </p:nvSpPr>
        <p:spPr>
          <a:xfrm>
            <a:off x="3215006" y="4905784"/>
            <a:ext cx="28398" cy="28398"/>
          </a:xfrm>
          <a:prstGeom prst="ellipse">
            <a:avLst/>
          </a:prstGeom>
          <a:solidFill>
            <a:srgbClr val="7F8C97">
              <a:alpha val="48000"/>
            </a:srgbClr>
          </a:solidFill>
          <a:ln w="0">
            <a:noFill/>
            <a:prstDash val="solid"/>
          </a:ln>
        </p:spPr>
      </p:sp>
      <p:sp>
        <p:nvSpPr>
          <p:cNvPr id="2791" name="01_find_only_2790">
            <a:extLst>
              <a:ext uri="{FF2B5EF4-FFF2-40B4-BE49-F238E27FC236}">
                <a16:creationId xmlns:a16="http://schemas.microsoft.com/office/drawing/2014/main" id="{08A293B9-8ADE-493A-B61F-7FCC1A4A4186}"/>
              </a:ext>
            </a:extLst>
          </p:cNvPr>
          <p:cNvSpPr>
            <a:spLocks noGrp="1"/>
          </p:cNvSpPr>
          <p:nvPr/>
        </p:nvSpPr>
        <p:spPr>
          <a:xfrm>
            <a:off x="3147094" y="6173800"/>
            <a:ext cx="28398" cy="28398"/>
          </a:xfrm>
          <a:prstGeom prst="ellipse">
            <a:avLst/>
          </a:prstGeom>
          <a:solidFill>
            <a:srgbClr val="7F8C97">
              <a:alpha val="48000"/>
            </a:srgbClr>
          </a:solidFill>
          <a:ln w="0">
            <a:noFill/>
            <a:prstDash val="solid"/>
          </a:ln>
        </p:spPr>
      </p:sp>
      <p:sp>
        <p:nvSpPr>
          <p:cNvPr id="2792" name="01_find_only_2791">
            <a:extLst>
              <a:ext uri="{FF2B5EF4-FFF2-40B4-BE49-F238E27FC236}">
                <a16:creationId xmlns:a16="http://schemas.microsoft.com/office/drawing/2014/main" id="{3A5097DD-4969-4162-9C5C-2B5209B53B7A}"/>
              </a:ext>
            </a:extLst>
          </p:cNvPr>
          <p:cNvSpPr>
            <a:spLocks noGrp="1"/>
          </p:cNvSpPr>
          <p:nvPr/>
        </p:nvSpPr>
        <p:spPr>
          <a:xfrm>
            <a:off x="3193640" y="5268074"/>
            <a:ext cx="28398" cy="28398"/>
          </a:xfrm>
          <a:prstGeom prst="ellipse">
            <a:avLst/>
          </a:prstGeom>
          <a:solidFill>
            <a:srgbClr val="7F8C97">
              <a:alpha val="48000"/>
            </a:srgbClr>
          </a:solidFill>
          <a:ln w="0">
            <a:noFill/>
            <a:prstDash val="solid"/>
          </a:ln>
        </p:spPr>
      </p:sp>
      <p:sp>
        <p:nvSpPr>
          <p:cNvPr id="2793" name="01_find_only_2792">
            <a:extLst>
              <a:ext uri="{FF2B5EF4-FFF2-40B4-BE49-F238E27FC236}">
                <a16:creationId xmlns:a16="http://schemas.microsoft.com/office/drawing/2014/main" id="{F6C16C36-E32D-4665-AE02-7CF926469C20}"/>
              </a:ext>
            </a:extLst>
          </p:cNvPr>
          <p:cNvSpPr>
            <a:spLocks noGrp="1"/>
          </p:cNvSpPr>
          <p:nvPr/>
        </p:nvSpPr>
        <p:spPr>
          <a:xfrm>
            <a:off x="3130498" y="5021058"/>
            <a:ext cx="28398" cy="28398"/>
          </a:xfrm>
          <a:prstGeom prst="ellipse">
            <a:avLst/>
          </a:prstGeom>
          <a:solidFill>
            <a:srgbClr val="7F8C97">
              <a:alpha val="48000"/>
            </a:srgbClr>
          </a:solidFill>
          <a:ln w="0">
            <a:noFill/>
            <a:prstDash val="solid"/>
          </a:ln>
        </p:spPr>
      </p:sp>
      <p:sp>
        <p:nvSpPr>
          <p:cNvPr id="2794" name="01_find_only_2793">
            <a:extLst>
              <a:ext uri="{FF2B5EF4-FFF2-40B4-BE49-F238E27FC236}">
                <a16:creationId xmlns:a16="http://schemas.microsoft.com/office/drawing/2014/main" id="{2123C3E1-C1DA-49E4-AE5F-2ED74679B3DB}"/>
              </a:ext>
            </a:extLst>
          </p:cNvPr>
          <p:cNvSpPr>
            <a:spLocks noGrp="1"/>
          </p:cNvSpPr>
          <p:nvPr/>
        </p:nvSpPr>
        <p:spPr>
          <a:xfrm>
            <a:off x="3150814" y="5539792"/>
            <a:ext cx="28398" cy="28398"/>
          </a:xfrm>
          <a:prstGeom prst="ellipse">
            <a:avLst/>
          </a:prstGeom>
          <a:solidFill>
            <a:srgbClr val="7F8C97">
              <a:alpha val="48000"/>
            </a:srgbClr>
          </a:solidFill>
          <a:ln w="0">
            <a:noFill/>
            <a:prstDash val="solid"/>
          </a:ln>
        </p:spPr>
      </p:sp>
      <p:sp>
        <p:nvSpPr>
          <p:cNvPr id="2795" name="01_find_only_2794">
            <a:extLst>
              <a:ext uri="{FF2B5EF4-FFF2-40B4-BE49-F238E27FC236}">
                <a16:creationId xmlns:a16="http://schemas.microsoft.com/office/drawing/2014/main" id="{87625CC7-FCCB-4D3D-8E9A-9E15BF7F3343}"/>
              </a:ext>
            </a:extLst>
          </p:cNvPr>
          <p:cNvSpPr>
            <a:spLocks noGrp="1"/>
          </p:cNvSpPr>
          <p:nvPr/>
        </p:nvSpPr>
        <p:spPr>
          <a:xfrm>
            <a:off x="3130307" y="5856796"/>
            <a:ext cx="28398" cy="28398"/>
          </a:xfrm>
          <a:prstGeom prst="ellipse">
            <a:avLst/>
          </a:prstGeom>
          <a:solidFill>
            <a:srgbClr val="7F8C97">
              <a:alpha val="48000"/>
            </a:srgbClr>
          </a:solidFill>
          <a:ln w="0">
            <a:noFill/>
            <a:prstDash val="solid"/>
          </a:ln>
        </p:spPr>
      </p:sp>
      <p:sp>
        <p:nvSpPr>
          <p:cNvPr id="2796" name="01_find_only_2795">
            <a:extLst>
              <a:ext uri="{FF2B5EF4-FFF2-40B4-BE49-F238E27FC236}">
                <a16:creationId xmlns:a16="http://schemas.microsoft.com/office/drawing/2014/main" id="{100C741B-EAD9-46F3-8293-8C5682A854BA}"/>
              </a:ext>
            </a:extLst>
          </p:cNvPr>
          <p:cNvSpPr>
            <a:spLocks noGrp="1"/>
          </p:cNvSpPr>
          <p:nvPr/>
        </p:nvSpPr>
        <p:spPr>
          <a:xfrm>
            <a:off x="3184198" y="5539792"/>
            <a:ext cx="28398" cy="28398"/>
          </a:xfrm>
          <a:prstGeom prst="ellipse">
            <a:avLst/>
          </a:prstGeom>
          <a:solidFill>
            <a:srgbClr val="7F8C97">
              <a:alpha val="48000"/>
            </a:srgbClr>
          </a:solidFill>
          <a:ln w="0">
            <a:noFill/>
            <a:prstDash val="solid"/>
          </a:ln>
        </p:spPr>
      </p:sp>
      <p:sp>
        <p:nvSpPr>
          <p:cNvPr id="2797" name="01_find_only_2796">
            <a:extLst>
              <a:ext uri="{FF2B5EF4-FFF2-40B4-BE49-F238E27FC236}">
                <a16:creationId xmlns:a16="http://schemas.microsoft.com/office/drawing/2014/main" id="{3DB79FA7-72AE-4D84-B105-98FAF3B35CCD}"/>
              </a:ext>
            </a:extLst>
          </p:cNvPr>
          <p:cNvSpPr>
            <a:spLocks noGrp="1"/>
          </p:cNvSpPr>
          <p:nvPr/>
        </p:nvSpPr>
        <p:spPr>
          <a:xfrm>
            <a:off x="3143184" y="6173800"/>
            <a:ext cx="28398" cy="28398"/>
          </a:xfrm>
          <a:prstGeom prst="ellipse">
            <a:avLst/>
          </a:prstGeom>
          <a:solidFill>
            <a:srgbClr val="7F8C97">
              <a:alpha val="48000"/>
            </a:srgbClr>
          </a:solidFill>
          <a:ln w="0">
            <a:noFill/>
            <a:prstDash val="solid"/>
          </a:ln>
        </p:spPr>
      </p:sp>
      <p:sp>
        <p:nvSpPr>
          <p:cNvPr id="2798" name="01_find_only_2797">
            <a:extLst>
              <a:ext uri="{FF2B5EF4-FFF2-40B4-BE49-F238E27FC236}">
                <a16:creationId xmlns:a16="http://schemas.microsoft.com/office/drawing/2014/main" id="{6DE103D5-63BB-4294-A2D5-069147D598DB}"/>
              </a:ext>
            </a:extLst>
          </p:cNvPr>
          <p:cNvSpPr>
            <a:spLocks noGrp="1"/>
          </p:cNvSpPr>
          <p:nvPr/>
        </p:nvSpPr>
        <p:spPr>
          <a:xfrm>
            <a:off x="3171798" y="5539792"/>
            <a:ext cx="28398" cy="28398"/>
          </a:xfrm>
          <a:prstGeom prst="ellipse">
            <a:avLst/>
          </a:prstGeom>
          <a:solidFill>
            <a:srgbClr val="7F8C97">
              <a:alpha val="48000"/>
            </a:srgbClr>
          </a:solidFill>
          <a:ln w="0">
            <a:noFill/>
            <a:prstDash val="solid"/>
          </a:ln>
        </p:spPr>
      </p:sp>
      <p:sp>
        <p:nvSpPr>
          <p:cNvPr id="2799" name="01_find_only_2798">
            <a:extLst>
              <a:ext uri="{FF2B5EF4-FFF2-40B4-BE49-F238E27FC236}">
                <a16:creationId xmlns:a16="http://schemas.microsoft.com/office/drawing/2014/main" id="{7FD97DAE-25F4-4843-AD9F-C7018F9A3437}"/>
              </a:ext>
            </a:extLst>
          </p:cNvPr>
          <p:cNvSpPr>
            <a:spLocks noGrp="1"/>
          </p:cNvSpPr>
          <p:nvPr/>
        </p:nvSpPr>
        <p:spPr>
          <a:xfrm>
            <a:off x="3161688" y="4905784"/>
            <a:ext cx="28398" cy="28398"/>
          </a:xfrm>
          <a:prstGeom prst="ellipse">
            <a:avLst/>
          </a:prstGeom>
          <a:solidFill>
            <a:srgbClr val="7F8C97">
              <a:alpha val="48000"/>
            </a:srgbClr>
          </a:solidFill>
          <a:ln w="0">
            <a:noFill/>
            <a:prstDash val="solid"/>
          </a:ln>
        </p:spPr>
      </p:sp>
      <p:sp>
        <p:nvSpPr>
          <p:cNvPr id="2800" name="01_find_only_2799">
            <a:extLst>
              <a:ext uri="{FF2B5EF4-FFF2-40B4-BE49-F238E27FC236}">
                <a16:creationId xmlns:a16="http://schemas.microsoft.com/office/drawing/2014/main" id="{87A5991E-6D5C-4A50-AB77-559C5D3C5D95}"/>
              </a:ext>
            </a:extLst>
          </p:cNvPr>
          <p:cNvSpPr>
            <a:spLocks noGrp="1"/>
          </p:cNvSpPr>
          <p:nvPr/>
        </p:nvSpPr>
        <p:spPr>
          <a:xfrm>
            <a:off x="3152245" y="6136062"/>
            <a:ext cx="28398" cy="28398"/>
          </a:xfrm>
          <a:prstGeom prst="ellipse">
            <a:avLst/>
          </a:prstGeom>
          <a:solidFill>
            <a:srgbClr val="7F8C97">
              <a:alpha val="48000"/>
            </a:srgbClr>
          </a:solidFill>
          <a:ln w="0">
            <a:noFill/>
            <a:prstDash val="solid"/>
          </a:ln>
        </p:spPr>
      </p:sp>
      <p:sp>
        <p:nvSpPr>
          <p:cNvPr id="2801" name="01_find_only_2800">
            <a:extLst>
              <a:ext uri="{FF2B5EF4-FFF2-40B4-BE49-F238E27FC236}">
                <a16:creationId xmlns:a16="http://schemas.microsoft.com/office/drawing/2014/main" id="{FC89D1FD-7337-4A89-AAC6-A1797FDE257C}"/>
              </a:ext>
            </a:extLst>
          </p:cNvPr>
          <p:cNvSpPr>
            <a:spLocks noGrp="1"/>
          </p:cNvSpPr>
          <p:nvPr/>
        </p:nvSpPr>
        <p:spPr>
          <a:xfrm>
            <a:off x="3130021" y="5222788"/>
            <a:ext cx="28398" cy="28398"/>
          </a:xfrm>
          <a:prstGeom prst="ellipse">
            <a:avLst/>
          </a:prstGeom>
          <a:solidFill>
            <a:srgbClr val="7F8C97">
              <a:alpha val="48000"/>
            </a:srgbClr>
          </a:solidFill>
          <a:ln w="0">
            <a:noFill/>
            <a:prstDash val="solid"/>
          </a:ln>
        </p:spPr>
      </p:sp>
      <p:sp>
        <p:nvSpPr>
          <p:cNvPr id="2802" name="01_find_only_2801">
            <a:extLst>
              <a:ext uri="{FF2B5EF4-FFF2-40B4-BE49-F238E27FC236}">
                <a16:creationId xmlns:a16="http://schemas.microsoft.com/office/drawing/2014/main" id="{10EEC716-6AD9-4AA7-98FA-74CB5F22C587}"/>
              </a:ext>
            </a:extLst>
          </p:cNvPr>
          <p:cNvSpPr>
            <a:spLocks noGrp="1"/>
          </p:cNvSpPr>
          <p:nvPr/>
        </p:nvSpPr>
        <p:spPr>
          <a:xfrm>
            <a:off x="3215673" y="5992655"/>
            <a:ext cx="28398" cy="28398"/>
          </a:xfrm>
          <a:prstGeom prst="ellipse">
            <a:avLst/>
          </a:prstGeom>
          <a:solidFill>
            <a:srgbClr val="7F8C97">
              <a:alpha val="48000"/>
            </a:srgbClr>
          </a:solidFill>
          <a:ln w="0">
            <a:noFill/>
            <a:prstDash val="solid"/>
          </a:ln>
        </p:spPr>
      </p:sp>
      <p:sp>
        <p:nvSpPr>
          <p:cNvPr id="2803" name="01_find_only_2802">
            <a:extLst>
              <a:ext uri="{FF2B5EF4-FFF2-40B4-BE49-F238E27FC236}">
                <a16:creationId xmlns:a16="http://schemas.microsoft.com/office/drawing/2014/main" id="{F2DAAF94-FF92-4C65-8D35-A02F7FE0C3AE}"/>
              </a:ext>
            </a:extLst>
          </p:cNvPr>
          <p:cNvSpPr>
            <a:spLocks noGrp="1"/>
          </p:cNvSpPr>
          <p:nvPr/>
        </p:nvSpPr>
        <p:spPr>
          <a:xfrm>
            <a:off x="3131356" y="6173800"/>
            <a:ext cx="28398" cy="28398"/>
          </a:xfrm>
          <a:prstGeom prst="ellipse">
            <a:avLst/>
          </a:prstGeom>
          <a:solidFill>
            <a:srgbClr val="7F8C97">
              <a:alpha val="48000"/>
            </a:srgbClr>
          </a:solidFill>
          <a:ln w="0">
            <a:noFill/>
            <a:prstDash val="solid"/>
          </a:ln>
        </p:spPr>
      </p:sp>
      <p:sp>
        <p:nvSpPr>
          <p:cNvPr id="2804" name="01_find_only_2803">
            <a:extLst>
              <a:ext uri="{FF2B5EF4-FFF2-40B4-BE49-F238E27FC236}">
                <a16:creationId xmlns:a16="http://schemas.microsoft.com/office/drawing/2014/main" id="{4E8729B2-82FE-44F2-BC51-B74A51B1E60F}"/>
              </a:ext>
            </a:extLst>
          </p:cNvPr>
          <p:cNvSpPr>
            <a:spLocks noGrp="1"/>
          </p:cNvSpPr>
          <p:nvPr/>
        </p:nvSpPr>
        <p:spPr>
          <a:xfrm>
            <a:off x="3208615" y="6173800"/>
            <a:ext cx="28398" cy="28398"/>
          </a:xfrm>
          <a:prstGeom prst="ellipse">
            <a:avLst/>
          </a:prstGeom>
          <a:solidFill>
            <a:srgbClr val="7F8C97">
              <a:alpha val="48000"/>
            </a:srgbClr>
          </a:solidFill>
          <a:ln w="0">
            <a:noFill/>
            <a:prstDash val="solid"/>
          </a:ln>
        </p:spPr>
      </p:sp>
      <p:sp>
        <p:nvSpPr>
          <p:cNvPr id="2805" name="01_find_only_2804">
            <a:extLst>
              <a:ext uri="{FF2B5EF4-FFF2-40B4-BE49-F238E27FC236}">
                <a16:creationId xmlns:a16="http://schemas.microsoft.com/office/drawing/2014/main" id="{A7560146-2FDD-41A2-8975-0B2F53F39D1C}"/>
              </a:ext>
            </a:extLst>
          </p:cNvPr>
          <p:cNvSpPr>
            <a:spLocks noGrp="1"/>
          </p:cNvSpPr>
          <p:nvPr/>
        </p:nvSpPr>
        <p:spPr>
          <a:xfrm>
            <a:off x="3163118" y="4905784"/>
            <a:ext cx="28398" cy="28398"/>
          </a:xfrm>
          <a:prstGeom prst="ellipse">
            <a:avLst/>
          </a:prstGeom>
          <a:solidFill>
            <a:srgbClr val="7F8C97">
              <a:alpha val="48000"/>
            </a:srgbClr>
          </a:solidFill>
          <a:ln w="0">
            <a:noFill/>
            <a:prstDash val="solid"/>
          </a:ln>
        </p:spPr>
      </p:sp>
      <p:sp>
        <p:nvSpPr>
          <p:cNvPr id="2806" name="01_find_only_2805">
            <a:extLst>
              <a:ext uri="{FF2B5EF4-FFF2-40B4-BE49-F238E27FC236}">
                <a16:creationId xmlns:a16="http://schemas.microsoft.com/office/drawing/2014/main" id="{72C8CDD9-68C1-4FE5-84D5-A3DC4EC46686}"/>
              </a:ext>
            </a:extLst>
          </p:cNvPr>
          <p:cNvSpPr>
            <a:spLocks noGrp="1"/>
          </p:cNvSpPr>
          <p:nvPr/>
        </p:nvSpPr>
        <p:spPr>
          <a:xfrm>
            <a:off x="3219584" y="5539792"/>
            <a:ext cx="28398" cy="28398"/>
          </a:xfrm>
          <a:prstGeom prst="ellipse">
            <a:avLst/>
          </a:prstGeom>
          <a:solidFill>
            <a:srgbClr val="7F8C97">
              <a:alpha val="48000"/>
            </a:srgbClr>
          </a:solidFill>
          <a:ln w="0">
            <a:noFill/>
            <a:prstDash val="solid"/>
          </a:ln>
        </p:spPr>
      </p:sp>
      <p:sp>
        <p:nvSpPr>
          <p:cNvPr id="2807" name="01_find_only_2806">
            <a:extLst>
              <a:ext uri="{FF2B5EF4-FFF2-40B4-BE49-F238E27FC236}">
                <a16:creationId xmlns:a16="http://schemas.microsoft.com/office/drawing/2014/main" id="{B110143B-6E83-4446-9BA7-F7B42884739B}"/>
              </a:ext>
            </a:extLst>
          </p:cNvPr>
          <p:cNvSpPr>
            <a:spLocks noGrp="1"/>
          </p:cNvSpPr>
          <p:nvPr/>
        </p:nvSpPr>
        <p:spPr>
          <a:xfrm>
            <a:off x="3189730" y="4905784"/>
            <a:ext cx="28398" cy="28398"/>
          </a:xfrm>
          <a:prstGeom prst="ellipse">
            <a:avLst/>
          </a:prstGeom>
          <a:solidFill>
            <a:srgbClr val="7F8C97">
              <a:alpha val="48000"/>
            </a:srgbClr>
          </a:solidFill>
          <a:ln w="0">
            <a:noFill/>
            <a:prstDash val="solid"/>
          </a:ln>
        </p:spPr>
      </p:sp>
      <p:sp>
        <p:nvSpPr>
          <p:cNvPr id="2808" name="01_find_only_2807">
            <a:extLst>
              <a:ext uri="{FF2B5EF4-FFF2-40B4-BE49-F238E27FC236}">
                <a16:creationId xmlns:a16="http://schemas.microsoft.com/office/drawing/2014/main" id="{91FAD4E3-80B5-4D4D-A1C7-A74E2F063C87}"/>
              </a:ext>
            </a:extLst>
          </p:cNvPr>
          <p:cNvSpPr>
            <a:spLocks noGrp="1"/>
          </p:cNvSpPr>
          <p:nvPr/>
        </p:nvSpPr>
        <p:spPr>
          <a:xfrm>
            <a:off x="3196216" y="5892019"/>
            <a:ext cx="28398" cy="28398"/>
          </a:xfrm>
          <a:prstGeom prst="ellipse">
            <a:avLst/>
          </a:prstGeom>
          <a:solidFill>
            <a:srgbClr val="7F8C97">
              <a:alpha val="48000"/>
            </a:srgbClr>
          </a:solidFill>
          <a:ln w="0">
            <a:noFill/>
            <a:prstDash val="solid"/>
          </a:ln>
        </p:spPr>
      </p:sp>
      <p:sp>
        <p:nvSpPr>
          <p:cNvPr id="2809" name="01_find_only_2808">
            <a:extLst>
              <a:ext uri="{FF2B5EF4-FFF2-40B4-BE49-F238E27FC236}">
                <a16:creationId xmlns:a16="http://schemas.microsoft.com/office/drawing/2014/main" id="{51044832-CF4B-4CCC-883B-3DE5B7ED336B}"/>
              </a:ext>
            </a:extLst>
          </p:cNvPr>
          <p:cNvSpPr>
            <a:spLocks noGrp="1"/>
          </p:cNvSpPr>
          <p:nvPr/>
        </p:nvSpPr>
        <p:spPr>
          <a:xfrm>
            <a:off x="3154343" y="5680683"/>
            <a:ext cx="28398" cy="28398"/>
          </a:xfrm>
          <a:prstGeom prst="ellipse">
            <a:avLst/>
          </a:prstGeom>
          <a:solidFill>
            <a:srgbClr val="7F8C97">
              <a:alpha val="48000"/>
            </a:srgbClr>
          </a:solidFill>
          <a:ln w="0">
            <a:noFill/>
            <a:prstDash val="solid"/>
          </a:ln>
        </p:spPr>
      </p:sp>
      <p:sp>
        <p:nvSpPr>
          <p:cNvPr id="2810" name="01_find_only_2809">
            <a:extLst>
              <a:ext uri="{FF2B5EF4-FFF2-40B4-BE49-F238E27FC236}">
                <a16:creationId xmlns:a16="http://schemas.microsoft.com/office/drawing/2014/main" id="{A8C509D6-1BAA-4029-99C0-9F27594CE172}"/>
              </a:ext>
            </a:extLst>
          </p:cNvPr>
          <p:cNvSpPr>
            <a:spLocks noGrp="1"/>
          </p:cNvSpPr>
          <p:nvPr/>
        </p:nvSpPr>
        <p:spPr>
          <a:xfrm>
            <a:off x="3214243" y="5328456"/>
            <a:ext cx="28398" cy="28398"/>
          </a:xfrm>
          <a:prstGeom prst="ellipse">
            <a:avLst/>
          </a:prstGeom>
          <a:solidFill>
            <a:srgbClr val="7F8C97">
              <a:alpha val="48000"/>
            </a:srgbClr>
          </a:solidFill>
          <a:ln w="0">
            <a:noFill/>
            <a:prstDash val="solid"/>
          </a:ln>
        </p:spPr>
      </p:sp>
      <p:sp>
        <p:nvSpPr>
          <p:cNvPr id="2811" name="01_find_only_2810">
            <a:extLst>
              <a:ext uri="{FF2B5EF4-FFF2-40B4-BE49-F238E27FC236}">
                <a16:creationId xmlns:a16="http://schemas.microsoft.com/office/drawing/2014/main" id="{E5506864-3338-4083-A88E-677A9D7C809D}"/>
              </a:ext>
            </a:extLst>
          </p:cNvPr>
          <p:cNvSpPr>
            <a:spLocks noGrp="1"/>
          </p:cNvSpPr>
          <p:nvPr/>
        </p:nvSpPr>
        <p:spPr>
          <a:xfrm>
            <a:off x="3196406" y="5021058"/>
            <a:ext cx="28398" cy="28398"/>
          </a:xfrm>
          <a:prstGeom prst="ellipse">
            <a:avLst/>
          </a:prstGeom>
          <a:solidFill>
            <a:srgbClr val="7F8C97">
              <a:alpha val="48000"/>
            </a:srgbClr>
          </a:solidFill>
          <a:ln w="0">
            <a:noFill/>
            <a:prstDash val="solid"/>
          </a:ln>
        </p:spPr>
      </p:sp>
      <p:sp>
        <p:nvSpPr>
          <p:cNvPr id="2812" name="01_find_only_2811">
            <a:extLst>
              <a:ext uri="{FF2B5EF4-FFF2-40B4-BE49-F238E27FC236}">
                <a16:creationId xmlns:a16="http://schemas.microsoft.com/office/drawing/2014/main" id="{A946323A-4523-4878-9F8F-E69D5A6C6CEF}"/>
              </a:ext>
            </a:extLst>
          </p:cNvPr>
          <p:cNvSpPr>
            <a:spLocks noGrp="1"/>
          </p:cNvSpPr>
          <p:nvPr/>
        </p:nvSpPr>
        <p:spPr>
          <a:xfrm>
            <a:off x="3141944" y="6173800"/>
            <a:ext cx="28398" cy="28398"/>
          </a:xfrm>
          <a:prstGeom prst="ellipse">
            <a:avLst/>
          </a:prstGeom>
          <a:solidFill>
            <a:srgbClr val="7F8C97">
              <a:alpha val="48000"/>
            </a:srgbClr>
          </a:solidFill>
          <a:ln w="0">
            <a:noFill/>
            <a:prstDash val="solid"/>
          </a:ln>
        </p:spPr>
      </p:sp>
      <p:sp>
        <p:nvSpPr>
          <p:cNvPr id="2813" name="01_find_only_2812">
            <a:extLst>
              <a:ext uri="{FF2B5EF4-FFF2-40B4-BE49-F238E27FC236}">
                <a16:creationId xmlns:a16="http://schemas.microsoft.com/office/drawing/2014/main" id="{D2363F10-B855-4829-B668-10C61D280ABA}"/>
              </a:ext>
            </a:extLst>
          </p:cNvPr>
          <p:cNvSpPr>
            <a:spLocks noGrp="1"/>
          </p:cNvSpPr>
          <p:nvPr/>
        </p:nvSpPr>
        <p:spPr>
          <a:xfrm>
            <a:off x="3194785" y="5476391"/>
            <a:ext cx="28398" cy="28398"/>
          </a:xfrm>
          <a:prstGeom prst="ellipse">
            <a:avLst/>
          </a:prstGeom>
          <a:solidFill>
            <a:srgbClr val="7F8C97">
              <a:alpha val="48000"/>
            </a:srgbClr>
          </a:solidFill>
          <a:ln w="0">
            <a:noFill/>
            <a:prstDash val="solid"/>
          </a:ln>
        </p:spPr>
      </p:sp>
      <p:sp>
        <p:nvSpPr>
          <p:cNvPr id="2814" name="01_find_only_2813">
            <a:extLst>
              <a:ext uri="{FF2B5EF4-FFF2-40B4-BE49-F238E27FC236}">
                <a16:creationId xmlns:a16="http://schemas.microsoft.com/office/drawing/2014/main" id="{EA7629B9-90F3-4A7E-AFFF-24CEF6F06BE5}"/>
              </a:ext>
            </a:extLst>
          </p:cNvPr>
          <p:cNvSpPr>
            <a:spLocks noGrp="1"/>
          </p:cNvSpPr>
          <p:nvPr/>
        </p:nvSpPr>
        <p:spPr>
          <a:xfrm>
            <a:off x="3146808" y="4905784"/>
            <a:ext cx="28398" cy="28398"/>
          </a:xfrm>
          <a:prstGeom prst="ellipse">
            <a:avLst/>
          </a:prstGeom>
          <a:solidFill>
            <a:srgbClr val="7F8C97">
              <a:alpha val="48000"/>
            </a:srgbClr>
          </a:solidFill>
          <a:ln w="0">
            <a:noFill/>
            <a:prstDash val="solid"/>
          </a:ln>
        </p:spPr>
      </p:sp>
      <p:sp>
        <p:nvSpPr>
          <p:cNvPr id="2815" name="01_find_only_2814">
            <a:extLst>
              <a:ext uri="{FF2B5EF4-FFF2-40B4-BE49-F238E27FC236}">
                <a16:creationId xmlns:a16="http://schemas.microsoft.com/office/drawing/2014/main" id="{A76EB79C-1631-43B4-A578-AD3844633032}"/>
              </a:ext>
            </a:extLst>
          </p:cNvPr>
          <p:cNvSpPr>
            <a:spLocks noGrp="1"/>
          </p:cNvSpPr>
          <p:nvPr/>
        </p:nvSpPr>
        <p:spPr>
          <a:xfrm>
            <a:off x="3154248" y="5328456"/>
            <a:ext cx="28398" cy="28398"/>
          </a:xfrm>
          <a:prstGeom prst="ellipse">
            <a:avLst/>
          </a:prstGeom>
          <a:solidFill>
            <a:srgbClr val="7F8C97">
              <a:alpha val="48000"/>
            </a:srgbClr>
          </a:solidFill>
          <a:ln w="0">
            <a:noFill/>
            <a:prstDash val="solid"/>
          </a:ln>
        </p:spPr>
      </p:sp>
      <p:sp>
        <p:nvSpPr>
          <p:cNvPr id="2816" name="01_find_only_2815">
            <a:extLst>
              <a:ext uri="{FF2B5EF4-FFF2-40B4-BE49-F238E27FC236}">
                <a16:creationId xmlns:a16="http://schemas.microsoft.com/office/drawing/2014/main" id="{E329528B-E585-45BB-8A5C-9089185FE1E7}"/>
              </a:ext>
            </a:extLst>
          </p:cNvPr>
          <p:cNvSpPr>
            <a:spLocks noGrp="1"/>
          </p:cNvSpPr>
          <p:nvPr/>
        </p:nvSpPr>
        <p:spPr>
          <a:xfrm>
            <a:off x="3213480" y="5539792"/>
            <a:ext cx="28398" cy="28398"/>
          </a:xfrm>
          <a:prstGeom prst="ellipse">
            <a:avLst/>
          </a:prstGeom>
          <a:solidFill>
            <a:srgbClr val="7F8C97">
              <a:alpha val="48000"/>
            </a:srgbClr>
          </a:solidFill>
          <a:ln w="0">
            <a:noFill/>
            <a:prstDash val="solid"/>
          </a:ln>
        </p:spPr>
      </p:sp>
      <p:sp>
        <p:nvSpPr>
          <p:cNvPr id="2817" name="01_find_only_2816">
            <a:extLst>
              <a:ext uri="{FF2B5EF4-FFF2-40B4-BE49-F238E27FC236}">
                <a16:creationId xmlns:a16="http://schemas.microsoft.com/office/drawing/2014/main" id="{61B719F3-7560-4F5B-9D25-CEC280115118}"/>
              </a:ext>
            </a:extLst>
          </p:cNvPr>
          <p:cNvSpPr>
            <a:spLocks noGrp="1"/>
          </p:cNvSpPr>
          <p:nvPr/>
        </p:nvSpPr>
        <p:spPr>
          <a:xfrm>
            <a:off x="3155774" y="4905784"/>
            <a:ext cx="28398" cy="28398"/>
          </a:xfrm>
          <a:prstGeom prst="ellipse">
            <a:avLst/>
          </a:prstGeom>
          <a:solidFill>
            <a:srgbClr val="7F8C97">
              <a:alpha val="48000"/>
            </a:srgbClr>
          </a:solidFill>
          <a:ln w="0">
            <a:noFill/>
            <a:prstDash val="solid"/>
          </a:ln>
        </p:spPr>
      </p:sp>
      <p:sp>
        <p:nvSpPr>
          <p:cNvPr id="2818" name="01_find_only_2817">
            <a:extLst>
              <a:ext uri="{FF2B5EF4-FFF2-40B4-BE49-F238E27FC236}">
                <a16:creationId xmlns:a16="http://schemas.microsoft.com/office/drawing/2014/main" id="{7F64C364-D0B4-484D-8687-52D3E582BC9A}"/>
              </a:ext>
            </a:extLst>
          </p:cNvPr>
          <p:cNvSpPr>
            <a:spLocks noGrp="1"/>
          </p:cNvSpPr>
          <p:nvPr/>
        </p:nvSpPr>
        <p:spPr>
          <a:xfrm>
            <a:off x="3208138" y="5645460"/>
            <a:ext cx="28398" cy="28398"/>
          </a:xfrm>
          <a:prstGeom prst="ellipse">
            <a:avLst/>
          </a:prstGeom>
          <a:solidFill>
            <a:srgbClr val="7F8C97">
              <a:alpha val="48000"/>
            </a:srgbClr>
          </a:solidFill>
          <a:ln w="0">
            <a:noFill/>
            <a:prstDash val="solid"/>
          </a:ln>
        </p:spPr>
      </p:sp>
      <p:sp>
        <p:nvSpPr>
          <p:cNvPr id="2819" name="01_find_only_2818">
            <a:extLst>
              <a:ext uri="{FF2B5EF4-FFF2-40B4-BE49-F238E27FC236}">
                <a16:creationId xmlns:a16="http://schemas.microsoft.com/office/drawing/2014/main" id="{BBFB00ED-0935-47DB-AB00-076D39CD6C89}"/>
              </a:ext>
            </a:extLst>
          </p:cNvPr>
          <p:cNvSpPr>
            <a:spLocks noGrp="1"/>
          </p:cNvSpPr>
          <p:nvPr/>
        </p:nvSpPr>
        <p:spPr>
          <a:xfrm>
            <a:off x="3208901" y="4905784"/>
            <a:ext cx="28398" cy="28398"/>
          </a:xfrm>
          <a:prstGeom prst="ellipse">
            <a:avLst/>
          </a:prstGeom>
          <a:solidFill>
            <a:srgbClr val="7F8C97">
              <a:alpha val="48000"/>
            </a:srgbClr>
          </a:solidFill>
          <a:ln w="0">
            <a:noFill/>
            <a:prstDash val="solid"/>
          </a:ln>
        </p:spPr>
      </p:sp>
      <p:sp>
        <p:nvSpPr>
          <p:cNvPr id="2820" name="01_find_only_2819">
            <a:extLst>
              <a:ext uri="{FF2B5EF4-FFF2-40B4-BE49-F238E27FC236}">
                <a16:creationId xmlns:a16="http://schemas.microsoft.com/office/drawing/2014/main" id="{6E0FE7D3-0CD5-4E3D-94C8-612014C4C532}"/>
              </a:ext>
            </a:extLst>
          </p:cNvPr>
          <p:cNvSpPr>
            <a:spLocks noGrp="1"/>
          </p:cNvSpPr>
          <p:nvPr/>
        </p:nvSpPr>
        <p:spPr>
          <a:xfrm>
            <a:off x="3211381" y="5328456"/>
            <a:ext cx="28398" cy="28398"/>
          </a:xfrm>
          <a:prstGeom prst="ellipse">
            <a:avLst/>
          </a:prstGeom>
          <a:solidFill>
            <a:srgbClr val="7F8C97">
              <a:alpha val="48000"/>
            </a:srgbClr>
          </a:solidFill>
          <a:ln w="0">
            <a:noFill/>
            <a:prstDash val="solid"/>
          </a:ln>
        </p:spPr>
      </p:sp>
      <p:sp>
        <p:nvSpPr>
          <p:cNvPr id="2821" name="01_find_only_2820">
            <a:extLst>
              <a:ext uri="{FF2B5EF4-FFF2-40B4-BE49-F238E27FC236}">
                <a16:creationId xmlns:a16="http://schemas.microsoft.com/office/drawing/2014/main" id="{37ED4C95-916F-4D93-88D1-5B078E4E1562}"/>
              </a:ext>
            </a:extLst>
          </p:cNvPr>
          <p:cNvSpPr>
            <a:spLocks noGrp="1"/>
          </p:cNvSpPr>
          <p:nvPr/>
        </p:nvSpPr>
        <p:spPr>
          <a:xfrm>
            <a:off x="3156537" y="5412990"/>
            <a:ext cx="28398" cy="28398"/>
          </a:xfrm>
          <a:prstGeom prst="ellipse">
            <a:avLst/>
          </a:prstGeom>
          <a:solidFill>
            <a:srgbClr val="7F8C97">
              <a:alpha val="48000"/>
            </a:srgbClr>
          </a:solidFill>
          <a:ln w="0">
            <a:noFill/>
            <a:prstDash val="solid"/>
          </a:ln>
        </p:spPr>
      </p:sp>
      <p:sp>
        <p:nvSpPr>
          <p:cNvPr id="2822" name="01_find_only_2821">
            <a:extLst>
              <a:ext uri="{FF2B5EF4-FFF2-40B4-BE49-F238E27FC236}">
                <a16:creationId xmlns:a16="http://schemas.microsoft.com/office/drawing/2014/main" id="{9C1AAEC7-2CD6-4582-8BBD-D3A16E7A0643}"/>
              </a:ext>
            </a:extLst>
          </p:cNvPr>
          <p:cNvSpPr>
            <a:spLocks noGrp="1"/>
          </p:cNvSpPr>
          <p:nvPr/>
        </p:nvSpPr>
        <p:spPr>
          <a:xfrm>
            <a:off x="3142134" y="5539792"/>
            <a:ext cx="28398" cy="28398"/>
          </a:xfrm>
          <a:prstGeom prst="ellipse">
            <a:avLst/>
          </a:prstGeom>
          <a:solidFill>
            <a:srgbClr val="7F8C97">
              <a:alpha val="48000"/>
            </a:srgbClr>
          </a:solidFill>
          <a:ln w="0">
            <a:noFill/>
            <a:prstDash val="solid"/>
          </a:ln>
        </p:spPr>
      </p:sp>
      <p:sp>
        <p:nvSpPr>
          <p:cNvPr id="2823" name="01_find_only_2822">
            <a:extLst>
              <a:ext uri="{FF2B5EF4-FFF2-40B4-BE49-F238E27FC236}">
                <a16:creationId xmlns:a16="http://schemas.microsoft.com/office/drawing/2014/main" id="{4B3627D3-A64B-4FF6-9CAA-0B0A5EB881AB}"/>
              </a:ext>
            </a:extLst>
          </p:cNvPr>
          <p:cNvSpPr>
            <a:spLocks noGrp="1"/>
          </p:cNvSpPr>
          <p:nvPr/>
        </p:nvSpPr>
        <p:spPr>
          <a:xfrm>
            <a:off x="3197646" y="6173800"/>
            <a:ext cx="28398" cy="28398"/>
          </a:xfrm>
          <a:prstGeom prst="ellipse">
            <a:avLst/>
          </a:prstGeom>
          <a:solidFill>
            <a:srgbClr val="7F8C97">
              <a:alpha val="48000"/>
            </a:srgbClr>
          </a:solidFill>
          <a:ln w="0">
            <a:noFill/>
            <a:prstDash val="solid"/>
          </a:ln>
        </p:spPr>
      </p:sp>
      <p:sp>
        <p:nvSpPr>
          <p:cNvPr id="2824" name="01_find_only_2823">
            <a:extLst>
              <a:ext uri="{FF2B5EF4-FFF2-40B4-BE49-F238E27FC236}">
                <a16:creationId xmlns:a16="http://schemas.microsoft.com/office/drawing/2014/main" id="{2458EB17-7452-4F62-9FEA-0502D181747E}"/>
              </a:ext>
            </a:extLst>
          </p:cNvPr>
          <p:cNvSpPr>
            <a:spLocks noGrp="1"/>
          </p:cNvSpPr>
          <p:nvPr/>
        </p:nvSpPr>
        <p:spPr>
          <a:xfrm>
            <a:off x="3137651" y="4905784"/>
            <a:ext cx="28398" cy="28398"/>
          </a:xfrm>
          <a:prstGeom prst="ellipse">
            <a:avLst/>
          </a:prstGeom>
          <a:solidFill>
            <a:srgbClr val="7F8C97">
              <a:alpha val="48000"/>
            </a:srgbClr>
          </a:solidFill>
          <a:ln w="0">
            <a:noFill/>
            <a:prstDash val="solid"/>
          </a:ln>
        </p:spPr>
      </p:sp>
      <p:sp>
        <p:nvSpPr>
          <p:cNvPr id="2825" name="01_find_only_2824">
            <a:extLst>
              <a:ext uri="{FF2B5EF4-FFF2-40B4-BE49-F238E27FC236}">
                <a16:creationId xmlns:a16="http://schemas.microsoft.com/office/drawing/2014/main" id="{0C33364C-3CBB-4D58-8667-2CAE8F76B98E}"/>
              </a:ext>
            </a:extLst>
          </p:cNvPr>
          <p:cNvSpPr>
            <a:spLocks noGrp="1"/>
          </p:cNvSpPr>
          <p:nvPr/>
        </p:nvSpPr>
        <p:spPr>
          <a:xfrm>
            <a:off x="3143660" y="6173800"/>
            <a:ext cx="28398" cy="28398"/>
          </a:xfrm>
          <a:prstGeom prst="ellipse">
            <a:avLst/>
          </a:prstGeom>
          <a:solidFill>
            <a:srgbClr val="7F8C97">
              <a:alpha val="48000"/>
            </a:srgbClr>
          </a:solidFill>
          <a:ln w="0">
            <a:noFill/>
            <a:prstDash val="solid"/>
          </a:ln>
        </p:spPr>
      </p:sp>
      <p:sp>
        <p:nvSpPr>
          <p:cNvPr id="2826" name="01_find_only_2825">
            <a:extLst>
              <a:ext uri="{FF2B5EF4-FFF2-40B4-BE49-F238E27FC236}">
                <a16:creationId xmlns:a16="http://schemas.microsoft.com/office/drawing/2014/main" id="{0BA91054-8901-41F2-8D8A-64430080F404}"/>
              </a:ext>
            </a:extLst>
          </p:cNvPr>
          <p:cNvSpPr>
            <a:spLocks noGrp="1"/>
          </p:cNvSpPr>
          <p:nvPr/>
        </p:nvSpPr>
        <p:spPr>
          <a:xfrm>
            <a:off x="3200031" y="4905784"/>
            <a:ext cx="28398" cy="28398"/>
          </a:xfrm>
          <a:prstGeom prst="ellipse">
            <a:avLst/>
          </a:prstGeom>
          <a:solidFill>
            <a:srgbClr val="7F8C97">
              <a:alpha val="48000"/>
            </a:srgbClr>
          </a:solidFill>
          <a:ln w="0">
            <a:noFill/>
            <a:prstDash val="solid"/>
          </a:ln>
        </p:spPr>
      </p:sp>
      <p:sp>
        <p:nvSpPr>
          <p:cNvPr id="2827" name="01_find_only_2826">
            <a:extLst>
              <a:ext uri="{FF2B5EF4-FFF2-40B4-BE49-F238E27FC236}">
                <a16:creationId xmlns:a16="http://schemas.microsoft.com/office/drawing/2014/main" id="{4A9D84DC-C153-4B66-9E3F-5309AED17DFA}"/>
              </a:ext>
            </a:extLst>
          </p:cNvPr>
          <p:cNvSpPr>
            <a:spLocks noGrp="1"/>
          </p:cNvSpPr>
          <p:nvPr/>
        </p:nvSpPr>
        <p:spPr>
          <a:xfrm>
            <a:off x="3138510" y="4905784"/>
            <a:ext cx="28398" cy="28398"/>
          </a:xfrm>
          <a:prstGeom prst="ellipse">
            <a:avLst/>
          </a:prstGeom>
          <a:solidFill>
            <a:srgbClr val="7F8C97">
              <a:alpha val="48000"/>
            </a:srgbClr>
          </a:solidFill>
          <a:ln w="0">
            <a:noFill/>
            <a:prstDash val="solid"/>
          </a:ln>
        </p:spPr>
      </p:sp>
      <p:sp>
        <p:nvSpPr>
          <p:cNvPr id="2828" name="01_find_only_2827">
            <a:extLst>
              <a:ext uri="{FF2B5EF4-FFF2-40B4-BE49-F238E27FC236}">
                <a16:creationId xmlns:a16="http://schemas.microsoft.com/office/drawing/2014/main" id="{E8CB4EBA-691C-496E-B09E-BC03F640B193}"/>
              </a:ext>
            </a:extLst>
          </p:cNvPr>
          <p:cNvSpPr>
            <a:spLocks noGrp="1"/>
          </p:cNvSpPr>
          <p:nvPr/>
        </p:nvSpPr>
        <p:spPr>
          <a:xfrm>
            <a:off x="3218344" y="4905784"/>
            <a:ext cx="28398" cy="28398"/>
          </a:xfrm>
          <a:prstGeom prst="ellipse">
            <a:avLst/>
          </a:prstGeom>
          <a:solidFill>
            <a:srgbClr val="7F8C97">
              <a:alpha val="48000"/>
            </a:srgbClr>
          </a:solidFill>
          <a:ln w="0">
            <a:noFill/>
            <a:prstDash val="solid"/>
          </a:ln>
        </p:spPr>
      </p:sp>
      <p:sp>
        <p:nvSpPr>
          <p:cNvPr id="2829" name="01_find_only_2828">
            <a:extLst>
              <a:ext uri="{FF2B5EF4-FFF2-40B4-BE49-F238E27FC236}">
                <a16:creationId xmlns:a16="http://schemas.microsoft.com/office/drawing/2014/main" id="{126B902C-AC7E-4243-B8BF-81187C924443}"/>
              </a:ext>
            </a:extLst>
          </p:cNvPr>
          <p:cNvSpPr>
            <a:spLocks noGrp="1"/>
          </p:cNvSpPr>
          <p:nvPr/>
        </p:nvSpPr>
        <p:spPr>
          <a:xfrm>
            <a:off x="3203751" y="4905784"/>
            <a:ext cx="28398" cy="28398"/>
          </a:xfrm>
          <a:prstGeom prst="ellipse">
            <a:avLst/>
          </a:prstGeom>
          <a:solidFill>
            <a:srgbClr val="7F8C97">
              <a:alpha val="48000"/>
            </a:srgbClr>
          </a:solidFill>
          <a:ln w="0">
            <a:noFill/>
            <a:prstDash val="solid"/>
          </a:ln>
        </p:spPr>
      </p:sp>
      <p:sp>
        <p:nvSpPr>
          <p:cNvPr id="2830" name="01_find_only_2829">
            <a:extLst>
              <a:ext uri="{FF2B5EF4-FFF2-40B4-BE49-F238E27FC236}">
                <a16:creationId xmlns:a16="http://schemas.microsoft.com/office/drawing/2014/main" id="{0537E6D1-D483-4AE6-A474-A7014B19B16D}"/>
              </a:ext>
            </a:extLst>
          </p:cNvPr>
          <p:cNvSpPr>
            <a:spLocks noGrp="1"/>
          </p:cNvSpPr>
          <p:nvPr/>
        </p:nvSpPr>
        <p:spPr>
          <a:xfrm>
            <a:off x="3169223" y="5539792"/>
            <a:ext cx="28398" cy="28398"/>
          </a:xfrm>
          <a:prstGeom prst="ellipse">
            <a:avLst/>
          </a:prstGeom>
          <a:solidFill>
            <a:srgbClr val="7F8C97">
              <a:alpha val="48000"/>
            </a:srgbClr>
          </a:solidFill>
          <a:ln w="0">
            <a:noFill/>
            <a:prstDash val="solid"/>
          </a:ln>
        </p:spPr>
      </p:sp>
      <p:sp>
        <p:nvSpPr>
          <p:cNvPr id="2831" name="01_find_only_2830">
            <a:extLst>
              <a:ext uri="{FF2B5EF4-FFF2-40B4-BE49-F238E27FC236}">
                <a16:creationId xmlns:a16="http://schemas.microsoft.com/office/drawing/2014/main" id="{D6B03747-143A-4AD3-9770-FC52E9A35FAD}"/>
              </a:ext>
            </a:extLst>
          </p:cNvPr>
          <p:cNvSpPr>
            <a:spLocks noGrp="1"/>
          </p:cNvSpPr>
          <p:nvPr/>
        </p:nvSpPr>
        <p:spPr>
          <a:xfrm>
            <a:off x="3153103" y="4905784"/>
            <a:ext cx="28398" cy="28398"/>
          </a:xfrm>
          <a:prstGeom prst="ellipse">
            <a:avLst/>
          </a:prstGeom>
          <a:solidFill>
            <a:srgbClr val="7F8C97">
              <a:alpha val="48000"/>
            </a:srgbClr>
          </a:solidFill>
          <a:ln w="0">
            <a:noFill/>
            <a:prstDash val="solid"/>
          </a:ln>
        </p:spPr>
      </p:sp>
      <p:sp>
        <p:nvSpPr>
          <p:cNvPr id="2832" name="01_find_only_2831">
            <a:extLst>
              <a:ext uri="{FF2B5EF4-FFF2-40B4-BE49-F238E27FC236}">
                <a16:creationId xmlns:a16="http://schemas.microsoft.com/office/drawing/2014/main" id="{39B632CC-E4D0-4E40-A6A7-6BFEF49C9E70}"/>
              </a:ext>
            </a:extLst>
          </p:cNvPr>
          <p:cNvSpPr>
            <a:spLocks noGrp="1"/>
          </p:cNvSpPr>
          <p:nvPr/>
        </p:nvSpPr>
        <p:spPr>
          <a:xfrm>
            <a:off x="3221015" y="5268074"/>
            <a:ext cx="28398" cy="28398"/>
          </a:xfrm>
          <a:prstGeom prst="ellipse">
            <a:avLst/>
          </a:prstGeom>
          <a:solidFill>
            <a:srgbClr val="7F8C97">
              <a:alpha val="48000"/>
            </a:srgbClr>
          </a:solidFill>
          <a:ln w="0">
            <a:noFill/>
            <a:prstDash val="solid"/>
          </a:ln>
        </p:spPr>
      </p:sp>
      <p:sp>
        <p:nvSpPr>
          <p:cNvPr id="2833" name="01_find_only_2832">
            <a:extLst>
              <a:ext uri="{FF2B5EF4-FFF2-40B4-BE49-F238E27FC236}">
                <a16:creationId xmlns:a16="http://schemas.microsoft.com/office/drawing/2014/main" id="{8406E366-3AF7-4CB7-86FF-49EBDE3D95BD}"/>
              </a:ext>
            </a:extLst>
          </p:cNvPr>
          <p:cNvSpPr>
            <a:spLocks noGrp="1"/>
          </p:cNvSpPr>
          <p:nvPr/>
        </p:nvSpPr>
        <p:spPr>
          <a:xfrm>
            <a:off x="3186391" y="6173800"/>
            <a:ext cx="28398" cy="28398"/>
          </a:xfrm>
          <a:prstGeom prst="ellipse">
            <a:avLst/>
          </a:prstGeom>
          <a:solidFill>
            <a:srgbClr val="7F8C97">
              <a:alpha val="48000"/>
            </a:srgbClr>
          </a:solidFill>
          <a:ln w="0">
            <a:noFill/>
            <a:prstDash val="solid"/>
          </a:ln>
        </p:spPr>
      </p:sp>
      <p:sp>
        <p:nvSpPr>
          <p:cNvPr id="2834" name="01_find_only_2833">
            <a:extLst>
              <a:ext uri="{FF2B5EF4-FFF2-40B4-BE49-F238E27FC236}">
                <a16:creationId xmlns:a16="http://schemas.microsoft.com/office/drawing/2014/main" id="{A1E3EC6D-CE88-4894-B36E-87DADB0DD527}"/>
              </a:ext>
            </a:extLst>
          </p:cNvPr>
          <p:cNvSpPr>
            <a:spLocks noGrp="1"/>
          </p:cNvSpPr>
          <p:nvPr/>
        </p:nvSpPr>
        <p:spPr>
          <a:xfrm>
            <a:off x="3208138" y="6173800"/>
            <a:ext cx="28398" cy="28398"/>
          </a:xfrm>
          <a:prstGeom prst="ellipse">
            <a:avLst/>
          </a:prstGeom>
          <a:solidFill>
            <a:srgbClr val="7F8C97">
              <a:alpha val="48000"/>
            </a:srgbClr>
          </a:solidFill>
          <a:ln w="0">
            <a:noFill/>
            <a:prstDash val="solid"/>
          </a:ln>
        </p:spPr>
      </p:sp>
      <p:sp>
        <p:nvSpPr>
          <p:cNvPr id="2835" name="01_find_only_2834">
            <a:extLst>
              <a:ext uri="{FF2B5EF4-FFF2-40B4-BE49-F238E27FC236}">
                <a16:creationId xmlns:a16="http://schemas.microsoft.com/office/drawing/2014/main" id="{3F1B57FE-02F3-4B69-ACDF-A157A3635889}"/>
              </a:ext>
            </a:extLst>
          </p:cNvPr>
          <p:cNvSpPr>
            <a:spLocks noGrp="1"/>
          </p:cNvSpPr>
          <p:nvPr/>
        </p:nvSpPr>
        <p:spPr>
          <a:xfrm>
            <a:off x="3141276" y="5159387"/>
            <a:ext cx="28398" cy="28398"/>
          </a:xfrm>
          <a:prstGeom prst="ellipse">
            <a:avLst/>
          </a:prstGeom>
          <a:solidFill>
            <a:srgbClr val="7F8C97">
              <a:alpha val="48000"/>
            </a:srgbClr>
          </a:solidFill>
          <a:ln w="0">
            <a:noFill/>
            <a:prstDash val="solid"/>
          </a:ln>
        </p:spPr>
      </p:sp>
      <p:sp>
        <p:nvSpPr>
          <p:cNvPr id="2836" name="01_find_only_2835">
            <a:extLst>
              <a:ext uri="{FF2B5EF4-FFF2-40B4-BE49-F238E27FC236}">
                <a16:creationId xmlns:a16="http://schemas.microsoft.com/office/drawing/2014/main" id="{3855410D-6CC5-453C-9BA2-1A5978A3AB31}"/>
              </a:ext>
            </a:extLst>
          </p:cNvPr>
          <p:cNvSpPr>
            <a:spLocks noGrp="1"/>
          </p:cNvSpPr>
          <p:nvPr/>
        </p:nvSpPr>
        <p:spPr>
          <a:xfrm>
            <a:off x="3168173" y="4905784"/>
            <a:ext cx="28398" cy="28398"/>
          </a:xfrm>
          <a:prstGeom prst="ellipse">
            <a:avLst/>
          </a:prstGeom>
          <a:solidFill>
            <a:srgbClr val="7F8C97">
              <a:alpha val="48000"/>
            </a:srgbClr>
          </a:solidFill>
          <a:ln w="0">
            <a:noFill/>
            <a:prstDash val="solid"/>
          </a:ln>
        </p:spPr>
      </p:sp>
      <p:sp>
        <p:nvSpPr>
          <p:cNvPr id="2837" name="01_find_only_2836">
            <a:extLst>
              <a:ext uri="{FF2B5EF4-FFF2-40B4-BE49-F238E27FC236}">
                <a16:creationId xmlns:a16="http://schemas.microsoft.com/office/drawing/2014/main" id="{66CF4403-74EE-43A5-BE91-61A4F54F023C}"/>
              </a:ext>
            </a:extLst>
          </p:cNvPr>
          <p:cNvSpPr>
            <a:spLocks noGrp="1"/>
          </p:cNvSpPr>
          <p:nvPr/>
        </p:nvSpPr>
        <p:spPr>
          <a:xfrm>
            <a:off x="3202225" y="5539792"/>
            <a:ext cx="28398" cy="28398"/>
          </a:xfrm>
          <a:prstGeom prst="ellipse">
            <a:avLst/>
          </a:prstGeom>
          <a:solidFill>
            <a:srgbClr val="7F8C97">
              <a:alpha val="48000"/>
            </a:srgbClr>
          </a:solidFill>
          <a:ln w="0">
            <a:noFill/>
            <a:prstDash val="solid"/>
          </a:ln>
        </p:spPr>
      </p:sp>
      <p:sp>
        <p:nvSpPr>
          <p:cNvPr id="2838" name="01_find_only_2837">
            <a:extLst>
              <a:ext uri="{FF2B5EF4-FFF2-40B4-BE49-F238E27FC236}">
                <a16:creationId xmlns:a16="http://schemas.microsoft.com/office/drawing/2014/main" id="{CE4C75CA-2351-4610-8A08-840C79B0024E}"/>
              </a:ext>
            </a:extLst>
          </p:cNvPr>
          <p:cNvSpPr>
            <a:spLocks noGrp="1"/>
          </p:cNvSpPr>
          <p:nvPr/>
        </p:nvSpPr>
        <p:spPr>
          <a:xfrm>
            <a:off x="3188394" y="5328456"/>
            <a:ext cx="28398" cy="28398"/>
          </a:xfrm>
          <a:prstGeom prst="ellipse">
            <a:avLst/>
          </a:prstGeom>
          <a:solidFill>
            <a:srgbClr val="7F8C97">
              <a:alpha val="48000"/>
            </a:srgbClr>
          </a:solidFill>
          <a:ln w="0">
            <a:noFill/>
            <a:prstDash val="solid"/>
          </a:ln>
        </p:spPr>
      </p:sp>
      <p:sp>
        <p:nvSpPr>
          <p:cNvPr id="2839" name="01_find_only_2838">
            <a:extLst>
              <a:ext uri="{FF2B5EF4-FFF2-40B4-BE49-F238E27FC236}">
                <a16:creationId xmlns:a16="http://schemas.microsoft.com/office/drawing/2014/main" id="{5CB6FD9E-70A2-4C4E-AB1B-FEE267A59F54}"/>
              </a:ext>
            </a:extLst>
          </p:cNvPr>
          <p:cNvSpPr>
            <a:spLocks noGrp="1"/>
          </p:cNvSpPr>
          <p:nvPr/>
        </p:nvSpPr>
        <p:spPr>
          <a:xfrm>
            <a:off x="3216341" y="5328456"/>
            <a:ext cx="28398" cy="28398"/>
          </a:xfrm>
          <a:prstGeom prst="ellipse">
            <a:avLst/>
          </a:prstGeom>
          <a:solidFill>
            <a:srgbClr val="7F8C97">
              <a:alpha val="48000"/>
            </a:srgbClr>
          </a:solidFill>
          <a:ln w="0">
            <a:noFill/>
            <a:prstDash val="solid"/>
          </a:ln>
        </p:spPr>
      </p:sp>
      <p:sp>
        <p:nvSpPr>
          <p:cNvPr id="2840" name="01_find_only_2839">
            <a:extLst>
              <a:ext uri="{FF2B5EF4-FFF2-40B4-BE49-F238E27FC236}">
                <a16:creationId xmlns:a16="http://schemas.microsoft.com/office/drawing/2014/main" id="{EF509E71-0ACD-49B8-9FD0-E35E19186238}"/>
              </a:ext>
            </a:extLst>
          </p:cNvPr>
          <p:cNvSpPr>
            <a:spLocks noGrp="1"/>
          </p:cNvSpPr>
          <p:nvPr/>
        </p:nvSpPr>
        <p:spPr>
          <a:xfrm>
            <a:off x="3127827" y="4905784"/>
            <a:ext cx="28398" cy="28398"/>
          </a:xfrm>
          <a:prstGeom prst="ellipse">
            <a:avLst/>
          </a:prstGeom>
          <a:solidFill>
            <a:srgbClr val="7F8C97">
              <a:alpha val="48000"/>
            </a:srgbClr>
          </a:solidFill>
          <a:ln w="0">
            <a:noFill/>
            <a:prstDash val="solid"/>
          </a:ln>
        </p:spPr>
      </p:sp>
      <p:sp>
        <p:nvSpPr>
          <p:cNvPr id="2841" name="01_find_only_2840">
            <a:extLst>
              <a:ext uri="{FF2B5EF4-FFF2-40B4-BE49-F238E27FC236}">
                <a16:creationId xmlns:a16="http://schemas.microsoft.com/office/drawing/2014/main" id="{26ED1AE5-6A81-46E7-8A31-CCB722AD237E}"/>
              </a:ext>
            </a:extLst>
          </p:cNvPr>
          <p:cNvSpPr>
            <a:spLocks noGrp="1"/>
          </p:cNvSpPr>
          <p:nvPr/>
        </p:nvSpPr>
        <p:spPr>
          <a:xfrm>
            <a:off x="3167124" y="6173800"/>
            <a:ext cx="28398" cy="28398"/>
          </a:xfrm>
          <a:prstGeom prst="ellipse">
            <a:avLst/>
          </a:prstGeom>
          <a:solidFill>
            <a:srgbClr val="7F8C97">
              <a:alpha val="48000"/>
            </a:srgbClr>
          </a:solidFill>
          <a:ln w="0">
            <a:noFill/>
            <a:prstDash val="solid"/>
          </a:ln>
        </p:spPr>
      </p:sp>
      <p:sp>
        <p:nvSpPr>
          <p:cNvPr id="2842" name="01_find_only_2841">
            <a:extLst>
              <a:ext uri="{FF2B5EF4-FFF2-40B4-BE49-F238E27FC236}">
                <a16:creationId xmlns:a16="http://schemas.microsoft.com/office/drawing/2014/main" id="{261BEFB3-97EF-4FB8-B23B-9887D06D737C}"/>
              </a:ext>
            </a:extLst>
          </p:cNvPr>
          <p:cNvSpPr>
            <a:spLocks noGrp="1"/>
          </p:cNvSpPr>
          <p:nvPr/>
        </p:nvSpPr>
        <p:spPr>
          <a:xfrm>
            <a:off x="3184961" y="6173800"/>
            <a:ext cx="28398" cy="28398"/>
          </a:xfrm>
          <a:prstGeom prst="ellipse">
            <a:avLst/>
          </a:prstGeom>
          <a:solidFill>
            <a:srgbClr val="7F8C97">
              <a:alpha val="48000"/>
            </a:srgbClr>
          </a:solidFill>
          <a:ln w="0">
            <a:noFill/>
            <a:prstDash val="solid"/>
          </a:ln>
        </p:spPr>
      </p:sp>
      <p:sp>
        <p:nvSpPr>
          <p:cNvPr id="2843" name="01_find_only_2842">
            <a:extLst>
              <a:ext uri="{FF2B5EF4-FFF2-40B4-BE49-F238E27FC236}">
                <a16:creationId xmlns:a16="http://schemas.microsoft.com/office/drawing/2014/main" id="{81BE4AEE-329E-43E4-AF95-5523FD0EE89B}"/>
              </a:ext>
            </a:extLst>
          </p:cNvPr>
          <p:cNvSpPr>
            <a:spLocks noGrp="1"/>
          </p:cNvSpPr>
          <p:nvPr/>
        </p:nvSpPr>
        <p:spPr>
          <a:xfrm>
            <a:off x="3155297" y="6173800"/>
            <a:ext cx="28398" cy="28398"/>
          </a:xfrm>
          <a:prstGeom prst="ellipse">
            <a:avLst/>
          </a:prstGeom>
          <a:solidFill>
            <a:srgbClr val="7F8C97">
              <a:alpha val="48000"/>
            </a:srgbClr>
          </a:solidFill>
          <a:ln w="0">
            <a:noFill/>
            <a:prstDash val="solid"/>
          </a:ln>
        </p:spPr>
      </p:sp>
      <p:sp>
        <p:nvSpPr>
          <p:cNvPr id="2844" name="01_find_only_2843">
            <a:extLst>
              <a:ext uri="{FF2B5EF4-FFF2-40B4-BE49-F238E27FC236}">
                <a16:creationId xmlns:a16="http://schemas.microsoft.com/office/drawing/2014/main" id="{352E38D9-6641-45E1-BBB1-4D42668C93FE}"/>
              </a:ext>
            </a:extLst>
          </p:cNvPr>
          <p:cNvSpPr>
            <a:spLocks noGrp="1"/>
          </p:cNvSpPr>
          <p:nvPr/>
        </p:nvSpPr>
        <p:spPr>
          <a:xfrm>
            <a:off x="3176662" y="4905784"/>
            <a:ext cx="28398" cy="28398"/>
          </a:xfrm>
          <a:prstGeom prst="ellipse">
            <a:avLst/>
          </a:prstGeom>
          <a:solidFill>
            <a:srgbClr val="7F8C97">
              <a:alpha val="48000"/>
            </a:srgbClr>
          </a:solidFill>
          <a:ln w="0">
            <a:noFill/>
            <a:prstDash val="solid"/>
          </a:ln>
        </p:spPr>
      </p:sp>
      <p:sp>
        <p:nvSpPr>
          <p:cNvPr id="2845" name="01_find_only_2844">
            <a:extLst>
              <a:ext uri="{FF2B5EF4-FFF2-40B4-BE49-F238E27FC236}">
                <a16:creationId xmlns:a16="http://schemas.microsoft.com/office/drawing/2014/main" id="{C79FCA07-D5E1-48B9-B3EB-9131FF9B27B2}"/>
              </a:ext>
            </a:extLst>
          </p:cNvPr>
          <p:cNvSpPr>
            <a:spLocks noGrp="1"/>
          </p:cNvSpPr>
          <p:nvPr/>
        </p:nvSpPr>
        <p:spPr>
          <a:xfrm>
            <a:off x="3164644" y="6068132"/>
            <a:ext cx="28398" cy="28398"/>
          </a:xfrm>
          <a:prstGeom prst="ellipse">
            <a:avLst/>
          </a:prstGeom>
          <a:solidFill>
            <a:srgbClr val="7F8C97">
              <a:alpha val="48000"/>
            </a:srgbClr>
          </a:solidFill>
          <a:ln w="0">
            <a:noFill/>
            <a:prstDash val="solid"/>
          </a:ln>
        </p:spPr>
      </p:sp>
      <p:sp>
        <p:nvSpPr>
          <p:cNvPr id="2846" name="01_find_only_2845">
            <a:extLst>
              <a:ext uri="{FF2B5EF4-FFF2-40B4-BE49-F238E27FC236}">
                <a16:creationId xmlns:a16="http://schemas.microsoft.com/office/drawing/2014/main" id="{3CE61EB9-2AFD-479A-9969-113D7B506411}"/>
              </a:ext>
            </a:extLst>
          </p:cNvPr>
          <p:cNvSpPr>
            <a:spLocks noGrp="1"/>
          </p:cNvSpPr>
          <p:nvPr/>
        </p:nvSpPr>
        <p:spPr>
          <a:xfrm>
            <a:off x="3205849" y="6083228"/>
            <a:ext cx="28398" cy="28398"/>
          </a:xfrm>
          <a:prstGeom prst="ellipse">
            <a:avLst/>
          </a:prstGeom>
          <a:solidFill>
            <a:srgbClr val="7F8C97">
              <a:alpha val="48000"/>
            </a:srgbClr>
          </a:solidFill>
          <a:ln w="0">
            <a:noFill/>
            <a:prstDash val="solid"/>
          </a:ln>
        </p:spPr>
      </p:sp>
      <p:sp>
        <p:nvSpPr>
          <p:cNvPr id="2847" name="01_find_only_2846">
            <a:extLst>
              <a:ext uri="{FF2B5EF4-FFF2-40B4-BE49-F238E27FC236}">
                <a16:creationId xmlns:a16="http://schemas.microsoft.com/office/drawing/2014/main" id="{0E2DBC70-F56B-4990-989B-82CE63774126}"/>
              </a:ext>
            </a:extLst>
          </p:cNvPr>
          <p:cNvSpPr>
            <a:spLocks noGrp="1"/>
          </p:cNvSpPr>
          <p:nvPr/>
        </p:nvSpPr>
        <p:spPr>
          <a:xfrm>
            <a:off x="3138319" y="4905784"/>
            <a:ext cx="28398" cy="28398"/>
          </a:xfrm>
          <a:prstGeom prst="ellipse">
            <a:avLst/>
          </a:prstGeom>
          <a:solidFill>
            <a:srgbClr val="7F8C97">
              <a:alpha val="48000"/>
            </a:srgbClr>
          </a:solidFill>
          <a:ln w="0">
            <a:noFill/>
            <a:prstDash val="solid"/>
          </a:ln>
        </p:spPr>
      </p:sp>
      <p:sp>
        <p:nvSpPr>
          <p:cNvPr id="2848" name="01_find_only_2847">
            <a:extLst>
              <a:ext uri="{FF2B5EF4-FFF2-40B4-BE49-F238E27FC236}">
                <a16:creationId xmlns:a16="http://schemas.microsoft.com/office/drawing/2014/main" id="{5D96C073-A7C9-4D67-82A6-9BDEC1E42296}"/>
              </a:ext>
            </a:extLst>
          </p:cNvPr>
          <p:cNvSpPr>
            <a:spLocks noGrp="1"/>
          </p:cNvSpPr>
          <p:nvPr/>
        </p:nvSpPr>
        <p:spPr>
          <a:xfrm>
            <a:off x="3142707" y="6173800"/>
            <a:ext cx="28398" cy="28398"/>
          </a:xfrm>
          <a:prstGeom prst="ellipse">
            <a:avLst/>
          </a:prstGeom>
          <a:solidFill>
            <a:srgbClr val="7F8C97">
              <a:alpha val="48000"/>
            </a:srgbClr>
          </a:solidFill>
          <a:ln w="0">
            <a:noFill/>
            <a:prstDash val="solid"/>
          </a:ln>
        </p:spPr>
      </p:sp>
      <p:sp>
        <p:nvSpPr>
          <p:cNvPr id="2849" name="01_find_only_2848">
            <a:extLst>
              <a:ext uri="{FF2B5EF4-FFF2-40B4-BE49-F238E27FC236}">
                <a16:creationId xmlns:a16="http://schemas.microsoft.com/office/drawing/2014/main" id="{597F8F70-841C-44EF-8334-AC23D517B181}"/>
              </a:ext>
            </a:extLst>
          </p:cNvPr>
          <p:cNvSpPr>
            <a:spLocks noGrp="1"/>
          </p:cNvSpPr>
          <p:nvPr/>
        </p:nvSpPr>
        <p:spPr>
          <a:xfrm>
            <a:off x="3182385" y="4905784"/>
            <a:ext cx="28398" cy="28398"/>
          </a:xfrm>
          <a:prstGeom prst="ellipse">
            <a:avLst/>
          </a:prstGeom>
          <a:solidFill>
            <a:srgbClr val="7F8C97">
              <a:alpha val="48000"/>
            </a:srgbClr>
          </a:solidFill>
          <a:ln w="0">
            <a:noFill/>
            <a:prstDash val="solid"/>
          </a:ln>
        </p:spPr>
      </p:sp>
      <p:sp>
        <p:nvSpPr>
          <p:cNvPr id="2850" name="01_find_only_2849">
            <a:extLst>
              <a:ext uri="{FF2B5EF4-FFF2-40B4-BE49-F238E27FC236}">
                <a16:creationId xmlns:a16="http://schemas.microsoft.com/office/drawing/2014/main" id="{A43108F4-A3EC-4DEE-9045-A2D227471390}"/>
              </a:ext>
            </a:extLst>
          </p:cNvPr>
          <p:cNvSpPr>
            <a:spLocks noGrp="1"/>
          </p:cNvSpPr>
          <p:nvPr/>
        </p:nvSpPr>
        <p:spPr>
          <a:xfrm>
            <a:off x="3181527" y="4905784"/>
            <a:ext cx="28398" cy="28398"/>
          </a:xfrm>
          <a:prstGeom prst="ellipse">
            <a:avLst/>
          </a:prstGeom>
          <a:solidFill>
            <a:srgbClr val="7F8C97">
              <a:alpha val="48000"/>
            </a:srgbClr>
          </a:solidFill>
          <a:ln w="0">
            <a:noFill/>
            <a:prstDash val="solid"/>
          </a:ln>
        </p:spPr>
      </p:sp>
      <p:sp>
        <p:nvSpPr>
          <p:cNvPr id="2851" name="01_find_only_2850">
            <a:extLst>
              <a:ext uri="{FF2B5EF4-FFF2-40B4-BE49-F238E27FC236}">
                <a16:creationId xmlns:a16="http://schemas.microsoft.com/office/drawing/2014/main" id="{CA821033-D4BA-4082-A382-67B2D93DE46F}"/>
              </a:ext>
            </a:extLst>
          </p:cNvPr>
          <p:cNvSpPr>
            <a:spLocks noGrp="1"/>
          </p:cNvSpPr>
          <p:nvPr/>
        </p:nvSpPr>
        <p:spPr>
          <a:xfrm>
            <a:off x="3212526" y="4905784"/>
            <a:ext cx="28398" cy="28398"/>
          </a:xfrm>
          <a:prstGeom prst="ellipse">
            <a:avLst/>
          </a:prstGeom>
          <a:solidFill>
            <a:srgbClr val="7F8C97">
              <a:alpha val="48000"/>
            </a:srgbClr>
          </a:solidFill>
          <a:ln w="0">
            <a:noFill/>
            <a:prstDash val="solid"/>
          </a:ln>
        </p:spPr>
      </p:sp>
      <p:sp>
        <p:nvSpPr>
          <p:cNvPr id="2852" name="01_find_only_2851">
            <a:extLst>
              <a:ext uri="{FF2B5EF4-FFF2-40B4-BE49-F238E27FC236}">
                <a16:creationId xmlns:a16="http://schemas.microsoft.com/office/drawing/2014/main" id="{7E9D3F55-91E9-43F0-9498-3EAC55F2CCBF}"/>
              </a:ext>
            </a:extLst>
          </p:cNvPr>
          <p:cNvSpPr>
            <a:spLocks noGrp="1"/>
          </p:cNvSpPr>
          <p:nvPr/>
        </p:nvSpPr>
        <p:spPr>
          <a:xfrm>
            <a:off x="3198123" y="5539792"/>
            <a:ext cx="28398" cy="28398"/>
          </a:xfrm>
          <a:prstGeom prst="ellipse">
            <a:avLst/>
          </a:prstGeom>
          <a:solidFill>
            <a:srgbClr val="7F8C97">
              <a:alpha val="48000"/>
            </a:srgbClr>
          </a:solidFill>
          <a:ln w="0">
            <a:noFill/>
            <a:prstDash val="solid"/>
          </a:ln>
        </p:spPr>
      </p:sp>
      <p:sp>
        <p:nvSpPr>
          <p:cNvPr id="2853" name="01_find_only_2852">
            <a:extLst>
              <a:ext uri="{FF2B5EF4-FFF2-40B4-BE49-F238E27FC236}">
                <a16:creationId xmlns:a16="http://schemas.microsoft.com/office/drawing/2014/main" id="{CEFCE3DF-5B54-41DA-B9E0-D0799CEE38BF}"/>
              </a:ext>
            </a:extLst>
          </p:cNvPr>
          <p:cNvSpPr>
            <a:spLocks noGrp="1"/>
          </p:cNvSpPr>
          <p:nvPr/>
        </p:nvSpPr>
        <p:spPr>
          <a:xfrm>
            <a:off x="3153103" y="6173800"/>
            <a:ext cx="28398" cy="28398"/>
          </a:xfrm>
          <a:prstGeom prst="ellipse">
            <a:avLst/>
          </a:prstGeom>
          <a:solidFill>
            <a:srgbClr val="7F8C97">
              <a:alpha val="48000"/>
            </a:srgbClr>
          </a:solidFill>
          <a:ln w="0">
            <a:noFill/>
            <a:prstDash val="solid"/>
          </a:ln>
        </p:spPr>
      </p:sp>
      <p:sp>
        <p:nvSpPr>
          <p:cNvPr id="2854" name="01_find_only_2853">
            <a:extLst>
              <a:ext uri="{FF2B5EF4-FFF2-40B4-BE49-F238E27FC236}">
                <a16:creationId xmlns:a16="http://schemas.microsoft.com/office/drawing/2014/main" id="{75141D24-71F1-4F9F-8AA2-B45F63AD1AF7}"/>
              </a:ext>
            </a:extLst>
          </p:cNvPr>
          <p:cNvSpPr>
            <a:spLocks noGrp="1"/>
          </p:cNvSpPr>
          <p:nvPr/>
        </p:nvSpPr>
        <p:spPr>
          <a:xfrm>
            <a:off x="3200031" y="5222788"/>
            <a:ext cx="28398" cy="28398"/>
          </a:xfrm>
          <a:prstGeom prst="ellipse">
            <a:avLst/>
          </a:prstGeom>
          <a:solidFill>
            <a:srgbClr val="7F8C97">
              <a:alpha val="48000"/>
            </a:srgbClr>
          </a:solidFill>
          <a:ln w="0">
            <a:noFill/>
            <a:prstDash val="solid"/>
          </a:ln>
        </p:spPr>
      </p:sp>
      <p:sp>
        <p:nvSpPr>
          <p:cNvPr id="2855" name="01_find_only_2854">
            <a:extLst>
              <a:ext uri="{FF2B5EF4-FFF2-40B4-BE49-F238E27FC236}">
                <a16:creationId xmlns:a16="http://schemas.microsoft.com/office/drawing/2014/main" id="{F412C17E-6629-4FFA-B7B7-445AA332F171}"/>
              </a:ext>
            </a:extLst>
          </p:cNvPr>
          <p:cNvSpPr>
            <a:spLocks noGrp="1"/>
          </p:cNvSpPr>
          <p:nvPr/>
        </p:nvSpPr>
        <p:spPr>
          <a:xfrm>
            <a:off x="3192305" y="5328456"/>
            <a:ext cx="28398" cy="28398"/>
          </a:xfrm>
          <a:prstGeom prst="ellipse">
            <a:avLst/>
          </a:prstGeom>
          <a:solidFill>
            <a:srgbClr val="7F8C97">
              <a:alpha val="48000"/>
            </a:srgbClr>
          </a:solidFill>
          <a:ln w="0">
            <a:noFill/>
            <a:prstDash val="solid"/>
          </a:ln>
        </p:spPr>
      </p:sp>
      <p:sp>
        <p:nvSpPr>
          <p:cNvPr id="2856" name="01_find_only_2855">
            <a:extLst>
              <a:ext uri="{FF2B5EF4-FFF2-40B4-BE49-F238E27FC236}">
                <a16:creationId xmlns:a16="http://schemas.microsoft.com/office/drawing/2014/main" id="{EEB13AC1-2019-4528-B1DE-EEAD897A4075}"/>
              </a:ext>
            </a:extLst>
          </p:cNvPr>
          <p:cNvSpPr>
            <a:spLocks noGrp="1"/>
          </p:cNvSpPr>
          <p:nvPr/>
        </p:nvSpPr>
        <p:spPr>
          <a:xfrm>
            <a:off x="3196406" y="6173800"/>
            <a:ext cx="28398" cy="28398"/>
          </a:xfrm>
          <a:prstGeom prst="ellipse">
            <a:avLst/>
          </a:prstGeom>
          <a:solidFill>
            <a:srgbClr val="7F8C97">
              <a:alpha val="48000"/>
            </a:srgbClr>
          </a:solidFill>
          <a:ln w="0">
            <a:noFill/>
            <a:prstDash val="solid"/>
          </a:ln>
        </p:spPr>
      </p:sp>
      <p:sp>
        <p:nvSpPr>
          <p:cNvPr id="2857" name="01_find_only_2856">
            <a:extLst>
              <a:ext uri="{FF2B5EF4-FFF2-40B4-BE49-F238E27FC236}">
                <a16:creationId xmlns:a16="http://schemas.microsoft.com/office/drawing/2014/main" id="{2A528C71-A824-45D9-9F23-7F7E187449F3}"/>
              </a:ext>
            </a:extLst>
          </p:cNvPr>
          <p:cNvSpPr>
            <a:spLocks noGrp="1"/>
          </p:cNvSpPr>
          <p:nvPr/>
        </p:nvSpPr>
        <p:spPr>
          <a:xfrm>
            <a:off x="3178379" y="6173800"/>
            <a:ext cx="28398" cy="28398"/>
          </a:xfrm>
          <a:prstGeom prst="ellipse">
            <a:avLst/>
          </a:prstGeom>
          <a:solidFill>
            <a:srgbClr val="7F8C97">
              <a:alpha val="48000"/>
            </a:srgbClr>
          </a:solidFill>
          <a:ln w="0">
            <a:noFill/>
            <a:prstDash val="solid"/>
          </a:ln>
        </p:spPr>
      </p:sp>
      <p:sp>
        <p:nvSpPr>
          <p:cNvPr id="2858" name="01_find_only_2857">
            <a:extLst>
              <a:ext uri="{FF2B5EF4-FFF2-40B4-BE49-F238E27FC236}">
                <a16:creationId xmlns:a16="http://schemas.microsoft.com/office/drawing/2014/main" id="{2ABB8A7B-7ECC-4F9B-9898-B05DB7E0133F}"/>
              </a:ext>
            </a:extLst>
          </p:cNvPr>
          <p:cNvSpPr>
            <a:spLocks noGrp="1"/>
          </p:cNvSpPr>
          <p:nvPr/>
        </p:nvSpPr>
        <p:spPr>
          <a:xfrm>
            <a:off x="3128876" y="5539792"/>
            <a:ext cx="28398" cy="28398"/>
          </a:xfrm>
          <a:prstGeom prst="ellipse">
            <a:avLst/>
          </a:prstGeom>
          <a:solidFill>
            <a:srgbClr val="7F8C97">
              <a:alpha val="48000"/>
            </a:srgbClr>
          </a:solidFill>
          <a:ln w="0">
            <a:noFill/>
            <a:prstDash val="solid"/>
          </a:ln>
        </p:spPr>
      </p:sp>
      <p:sp>
        <p:nvSpPr>
          <p:cNvPr id="2859" name="01_find_only_2858">
            <a:extLst>
              <a:ext uri="{FF2B5EF4-FFF2-40B4-BE49-F238E27FC236}">
                <a16:creationId xmlns:a16="http://schemas.microsoft.com/office/drawing/2014/main" id="{90164269-16CC-47FA-852F-7D8E8DC3E1A3}"/>
              </a:ext>
            </a:extLst>
          </p:cNvPr>
          <p:cNvSpPr>
            <a:spLocks noGrp="1"/>
          </p:cNvSpPr>
          <p:nvPr/>
        </p:nvSpPr>
        <p:spPr>
          <a:xfrm>
            <a:off x="3192687" y="5686102"/>
            <a:ext cx="28398" cy="28398"/>
          </a:xfrm>
          <a:prstGeom prst="ellipse">
            <a:avLst/>
          </a:prstGeom>
          <a:solidFill>
            <a:srgbClr val="7F8C97">
              <a:alpha val="48000"/>
            </a:srgbClr>
          </a:solidFill>
          <a:ln w="0">
            <a:noFill/>
            <a:prstDash val="solid"/>
          </a:ln>
        </p:spPr>
      </p:sp>
      <p:sp>
        <p:nvSpPr>
          <p:cNvPr id="2860" name="01_find_only_2859">
            <a:extLst>
              <a:ext uri="{FF2B5EF4-FFF2-40B4-BE49-F238E27FC236}">
                <a16:creationId xmlns:a16="http://schemas.microsoft.com/office/drawing/2014/main" id="{F4D1C59C-EC92-4399-9B7E-E8D53FF52CB4}"/>
              </a:ext>
            </a:extLst>
          </p:cNvPr>
          <p:cNvSpPr>
            <a:spLocks noGrp="1"/>
          </p:cNvSpPr>
          <p:nvPr/>
        </p:nvSpPr>
        <p:spPr>
          <a:xfrm>
            <a:off x="3205277" y="5539792"/>
            <a:ext cx="28398" cy="28398"/>
          </a:xfrm>
          <a:prstGeom prst="ellipse">
            <a:avLst/>
          </a:prstGeom>
          <a:solidFill>
            <a:srgbClr val="7F8C97">
              <a:alpha val="48000"/>
            </a:srgbClr>
          </a:solidFill>
          <a:ln w="0">
            <a:noFill/>
            <a:prstDash val="solid"/>
          </a:ln>
        </p:spPr>
      </p:sp>
      <p:sp>
        <p:nvSpPr>
          <p:cNvPr id="2861" name="01_find_only_2860">
            <a:extLst>
              <a:ext uri="{FF2B5EF4-FFF2-40B4-BE49-F238E27FC236}">
                <a16:creationId xmlns:a16="http://schemas.microsoft.com/office/drawing/2014/main" id="{D5D2056A-048A-456E-B86D-096B091DDE96}"/>
              </a:ext>
            </a:extLst>
          </p:cNvPr>
          <p:cNvSpPr>
            <a:spLocks noGrp="1"/>
          </p:cNvSpPr>
          <p:nvPr/>
        </p:nvSpPr>
        <p:spPr>
          <a:xfrm>
            <a:off x="3144710" y="4905784"/>
            <a:ext cx="28398" cy="28398"/>
          </a:xfrm>
          <a:prstGeom prst="ellipse">
            <a:avLst/>
          </a:prstGeom>
          <a:solidFill>
            <a:srgbClr val="7F8C97">
              <a:alpha val="48000"/>
            </a:srgbClr>
          </a:solidFill>
          <a:ln w="0">
            <a:noFill/>
            <a:prstDash val="solid"/>
          </a:ln>
        </p:spPr>
      </p:sp>
      <p:sp>
        <p:nvSpPr>
          <p:cNvPr id="2862" name="01_find_only_2861">
            <a:extLst>
              <a:ext uri="{FF2B5EF4-FFF2-40B4-BE49-F238E27FC236}">
                <a16:creationId xmlns:a16="http://schemas.microsoft.com/office/drawing/2014/main" id="{FB87C198-0551-4705-81A6-3CAF052FB71C}"/>
              </a:ext>
            </a:extLst>
          </p:cNvPr>
          <p:cNvSpPr>
            <a:spLocks noGrp="1"/>
          </p:cNvSpPr>
          <p:nvPr/>
        </p:nvSpPr>
        <p:spPr>
          <a:xfrm>
            <a:off x="3137556" y="5328456"/>
            <a:ext cx="28398" cy="28398"/>
          </a:xfrm>
          <a:prstGeom prst="ellipse">
            <a:avLst/>
          </a:prstGeom>
          <a:solidFill>
            <a:srgbClr val="7F8C97">
              <a:alpha val="48000"/>
            </a:srgbClr>
          </a:solidFill>
          <a:ln w="0">
            <a:noFill/>
            <a:prstDash val="solid"/>
          </a:ln>
        </p:spPr>
      </p:sp>
      <p:sp>
        <p:nvSpPr>
          <p:cNvPr id="2863" name="01_find_only_2862">
            <a:extLst>
              <a:ext uri="{FF2B5EF4-FFF2-40B4-BE49-F238E27FC236}">
                <a16:creationId xmlns:a16="http://schemas.microsoft.com/office/drawing/2014/main" id="{A24EB4E3-A929-414F-A3D2-AD2FDF8EE88B}"/>
              </a:ext>
            </a:extLst>
          </p:cNvPr>
          <p:cNvSpPr>
            <a:spLocks noGrp="1"/>
          </p:cNvSpPr>
          <p:nvPr/>
        </p:nvSpPr>
        <p:spPr>
          <a:xfrm>
            <a:off x="3192496" y="5064286"/>
            <a:ext cx="28398" cy="28398"/>
          </a:xfrm>
          <a:prstGeom prst="ellipse">
            <a:avLst/>
          </a:prstGeom>
          <a:solidFill>
            <a:srgbClr val="7F8C97">
              <a:alpha val="48000"/>
            </a:srgbClr>
          </a:solidFill>
          <a:ln w="0">
            <a:noFill/>
            <a:prstDash val="solid"/>
          </a:ln>
        </p:spPr>
      </p:sp>
      <p:sp>
        <p:nvSpPr>
          <p:cNvPr id="2864" name="01_find_only_2863">
            <a:extLst>
              <a:ext uri="{FF2B5EF4-FFF2-40B4-BE49-F238E27FC236}">
                <a16:creationId xmlns:a16="http://schemas.microsoft.com/office/drawing/2014/main" id="{3298A8E7-E913-4115-8E3A-FF2CDB23C15D}"/>
              </a:ext>
            </a:extLst>
          </p:cNvPr>
          <p:cNvSpPr>
            <a:spLocks noGrp="1"/>
          </p:cNvSpPr>
          <p:nvPr/>
        </p:nvSpPr>
        <p:spPr>
          <a:xfrm>
            <a:off x="3217104" y="4905784"/>
            <a:ext cx="28398" cy="28398"/>
          </a:xfrm>
          <a:prstGeom prst="ellipse">
            <a:avLst/>
          </a:prstGeom>
          <a:solidFill>
            <a:srgbClr val="7F8C97">
              <a:alpha val="48000"/>
            </a:srgbClr>
          </a:solidFill>
          <a:ln w="0">
            <a:noFill/>
            <a:prstDash val="solid"/>
          </a:ln>
        </p:spPr>
      </p:sp>
      <p:sp>
        <p:nvSpPr>
          <p:cNvPr id="2865" name="01_find_only_2864">
            <a:extLst>
              <a:ext uri="{FF2B5EF4-FFF2-40B4-BE49-F238E27FC236}">
                <a16:creationId xmlns:a16="http://schemas.microsoft.com/office/drawing/2014/main" id="{FF33F529-04EC-42F5-9BA1-94C021DEECFF}"/>
              </a:ext>
            </a:extLst>
          </p:cNvPr>
          <p:cNvSpPr>
            <a:spLocks noGrp="1"/>
          </p:cNvSpPr>
          <p:nvPr/>
        </p:nvSpPr>
        <p:spPr>
          <a:xfrm>
            <a:off x="3221206" y="4905784"/>
            <a:ext cx="28398" cy="28398"/>
          </a:xfrm>
          <a:prstGeom prst="ellipse">
            <a:avLst/>
          </a:prstGeom>
          <a:solidFill>
            <a:srgbClr val="7F8C97">
              <a:alpha val="48000"/>
            </a:srgbClr>
          </a:solidFill>
          <a:ln w="0">
            <a:noFill/>
            <a:prstDash val="solid"/>
          </a:ln>
        </p:spPr>
      </p:sp>
      <p:sp>
        <p:nvSpPr>
          <p:cNvPr id="2866" name="01_find_only_2865">
            <a:extLst>
              <a:ext uri="{FF2B5EF4-FFF2-40B4-BE49-F238E27FC236}">
                <a16:creationId xmlns:a16="http://schemas.microsoft.com/office/drawing/2014/main" id="{0BEDA983-1D66-478B-B8D4-198CC9B5DAB3}"/>
              </a:ext>
            </a:extLst>
          </p:cNvPr>
          <p:cNvSpPr>
            <a:spLocks noGrp="1"/>
          </p:cNvSpPr>
          <p:nvPr/>
        </p:nvSpPr>
        <p:spPr>
          <a:xfrm>
            <a:off x="3162260" y="4905784"/>
            <a:ext cx="28398" cy="28398"/>
          </a:xfrm>
          <a:prstGeom prst="ellipse">
            <a:avLst/>
          </a:prstGeom>
          <a:solidFill>
            <a:srgbClr val="7F8C97">
              <a:alpha val="48000"/>
            </a:srgbClr>
          </a:solidFill>
          <a:ln w="0">
            <a:noFill/>
            <a:prstDash val="solid"/>
          </a:ln>
        </p:spPr>
      </p:sp>
      <p:sp>
        <p:nvSpPr>
          <p:cNvPr id="2867" name="01_find_only_2866">
            <a:extLst>
              <a:ext uri="{FF2B5EF4-FFF2-40B4-BE49-F238E27FC236}">
                <a16:creationId xmlns:a16="http://schemas.microsoft.com/office/drawing/2014/main" id="{B1691220-27BA-43FD-B65B-258002B74406}"/>
              </a:ext>
            </a:extLst>
          </p:cNvPr>
          <p:cNvSpPr>
            <a:spLocks noGrp="1"/>
          </p:cNvSpPr>
          <p:nvPr/>
        </p:nvSpPr>
        <p:spPr>
          <a:xfrm>
            <a:off x="3197265" y="5751128"/>
            <a:ext cx="28398" cy="28398"/>
          </a:xfrm>
          <a:prstGeom prst="ellipse">
            <a:avLst/>
          </a:prstGeom>
          <a:solidFill>
            <a:srgbClr val="7F8C97">
              <a:alpha val="48000"/>
            </a:srgbClr>
          </a:solidFill>
          <a:ln w="0">
            <a:noFill/>
            <a:prstDash val="solid"/>
          </a:ln>
        </p:spPr>
      </p:sp>
      <p:sp>
        <p:nvSpPr>
          <p:cNvPr id="2868" name="01_find_only_2867">
            <a:extLst>
              <a:ext uri="{FF2B5EF4-FFF2-40B4-BE49-F238E27FC236}">
                <a16:creationId xmlns:a16="http://schemas.microsoft.com/office/drawing/2014/main" id="{6B67CAE0-E8F7-4713-879C-BC4843682283}"/>
              </a:ext>
            </a:extLst>
          </p:cNvPr>
          <p:cNvSpPr>
            <a:spLocks noGrp="1"/>
          </p:cNvSpPr>
          <p:nvPr/>
        </p:nvSpPr>
        <p:spPr>
          <a:xfrm>
            <a:off x="3204514" y="4905784"/>
            <a:ext cx="28398" cy="28398"/>
          </a:xfrm>
          <a:prstGeom prst="ellipse">
            <a:avLst/>
          </a:prstGeom>
          <a:solidFill>
            <a:srgbClr val="7F8C97">
              <a:alpha val="48000"/>
            </a:srgbClr>
          </a:solidFill>
          <a:ln w="0">
            <a:noFill/>
            <a:prstDash val="solid"/>
          </a:ln>
        </p:spPr>
      </p:sp>
      <p:sp>
        <p:nvSpPr>
          <p:cNvPr id="2869" name="01_find_only_2868">
            <a:extLst>
              <a:ext uri="{FF2B5EF4-FFF2-40B4-BE49-F238E27FC236}">
                <a16:creationId xmlns:a16="http://schemas.microsoft.com/office/drawing/2014/main" id="{64DB988C-9964-4D5D-9014-1E1EA2AE0F3D}"/>
              </a:ext>
            </a:extLst>
          </p:cNvPr>
          <p:cNvSpPr>
            <a:spLocks noGrp="1"/>
          </p:cNvSpPr>
          <p:nvPr/>
        </p:nvSpPr>
        <p:spPr>
          <a:xfrm>
            <a:off x="3216055" y="4905784"/>
            <a:ext cx="28398" cy="28398"/>
          </a:xfrm>
          <a:prstGeom prst="ellipse">
            <a:avLst/>
          </a:prstGeom>
          <a:solidFill>
            <a:srgbClr val="7F8C97">
              <a:alpha val="48000"/>
            </a:srgbClr>
          </a:solidFill>
          <a:ln w="0">
            <a:noFill/>
            <a:prstDash val="solid"/>
          </a:ln>
        </p:spPr>
      </p:sp>
      <p:sp>
        <p:nvSpPr>
          <p:cNvPr id="2870" name="01_find_only_2869">
            <a:extLst>
              <a:ext uri="{FF2B5EF4-FFF2-40B4-BE49-F238E27FC236}">
                <a16:creationId xmlns:a16="http://schemas.microsoft.com/office/drawing/2014/main" id="{86C5B8CF-EB41-41F7-A86D-0E8D7F2ECAAE}"/>
              </a:ext>
            </a:extLst>
          </p:cNvPr>
          <p:cNvSpPr>
            <a:spLocks noGrp="1"/>
          </p:cNvSpPr>
          <p:nvPr/>
        </p:nvSpPr>
        <p:spPr>
          <a:xfrm>
            <a:off x="3205945" y="4905784"/>
            <a:ext cx="28398" cy="28398"/>
          </a:xfrm>
          <a:prstGeom prst="ellipse">
            <a:avLst/>
          </a:prstGeom>
          <a:solidFill>
            <a:srgbClr val="7F8C97">
              <a:alpha val="48000"/>
            </a:srgbClr>
          </a:solidFill>
          <a:ln w="0">
            <a:noFill/>
            <a:prstDash val="solid"/>
          </a:ln>
        </p:spPr>
      </p:sp>
      <p:sp>
        <p:nvSpPr>
          <p:cNvPr id="2871" name="01_find_only_2870">
            <a:extLst>
              <a:ext uri="{FF2B5EF4-FFF2-40B4-BE49-F238E27FC236}">
                <a16:creationId xmlns:a16="http://schemas.microsoft.com/office/drawing/2014/main" id="{EF6C0911-5C02-4CB7-B8F7-B7FBB2CA2A1B}"/>
              </a:ext>
            </a:extLst>
          </p:cNvPr>
          <p:cNvSpPr>
            <a:spLocks noGrp="1"/>
          </p:cNvSpPr>
          <p:nvPr/>
        </p:nvSpPr>
        <p:spPr>
          <a:xfrm>
            <a:off x="3191542" y="4905784"/>
            <a:ext cx="28398" cy="28398"/>
          </a:xfrm>
          <a:prstGeom prst="ellipse">
            <a:avLst/>
          </a:prstGeom>
          <a:solidFill>
            <a:srgbClr val="7F8C97">
              <a:alpha val="48000"/>
            </a:srgbClr>
          </a:solidFill>
          <a:ln w="0">
            <a:noFill/>
            <a:prstDash val="solid"/>
          </a:ln>
        </p:spPr>
      </p:sp>
      <p:sp>
        <p:nvSpPr>
          <p:cNvPr id="2872" name="01_find_only_2871">
            <a:extLst>
              <a:ext uri="{FF2B5EF4-FFF2-40B4-BE49-F238E27FC236}">
                <a16:creationId xmlns:a16="http://schemas.microsoft.com/office/drawing/2014/main" id="{C26F3011-22F2-474D-8160-E09363C411B2}"/>
              </a:ext>
            </a:extLst>
          </p:cNvPr>
          <p:cNvSpPr>
            <a:spLocks noGrp="1"/>
          </p:cNvSpPr>
          <p:nvPr/>
        </p:nvSpPr>
        <p:spPr>
          <a:xfrm>
            <a:off x="3133073" y="4905784"/>
            <a:ext cx="28398" cy="28398"/>
          </a:xfrm>
          <a:prstGeom prst="ellipse">
            <a:avLst/>
          </a:prstGeom>
          <a:solidFill>
            <a:srgbClr val="7F8C97">
              <a:alpha val="48000"/>
            </a:srgbClr>
          </a:solidFill>
          <a:ln w="0">
            <a:noFill/>
            <a:prstDash val="solid"/>
          </a:ln>
        </p:spPr>
      </p:sp>
      <p:sp>
        <p:nvSpPr>
          <p:cNvPr id="2873" name="01_find_only_2872">
            <a:extLst>
              <a:ext uri="{FF2B5EF4-FFF2-40B4-BE49-F238E27FC236}">
                <a16:creationId xmlns:a16="http://schemas.microsoft.com/office/drawing/2014/main" id="{C478CD97-37D5-4C5E-8394-D26BFFA4F025}"/>
              </a:ext>
            </a:extLst>
          </p:cNvPr>
          <p:cNvSpPr>
            <a:spLocks noGrp="1"/>
          </p:cNvSpPr>
          <p:nvPr/>
        </p:nvSpPr>
        <p:spPr>
          <a:xfrm>
            <a:off x="3142325" y="6004731"/>
            <a:ext cx="28398" cy="28398"/>
          </a:xfrm>
          <a:prstGeom prst="ellipse">
            <a:avLst/>
          </a:prstGeom>
          <a:solidFill>
            <a:srgbClr val="7F8C97">
              <a:alpha val="48000"/>
            </a:srgbClr>
          </a:solidFill>
          <a:ln w="0">
            <a:noFill/>
            <a:prstDash val="solid"/>
          </a:ln>
        </p:spPr>
      </p:sp>
      <p:sp>
        <p:nvSpPr>
          <p:cNvPr id="2874" name="01_find_only_2873">
            <a:extLst>
              <a:ext uri="{FF2B5EF4-FFF2-40B4-BE49-F238E27FC236}">
                <a16:creationId xmlns:a16="http://schemas.microsoft.com/office/drawing/2014/main" id="{AF1F49A6-BC4E-4A59-B016-964521D87420}"/>
              </a:ext>
            </a:extLst>
          </p:cNvPr>
          <p:cNvSpPr>
            <a:spLocks noGrp="1"/>
          </p:cNvSpPr>
          <p:nvPr/>
        </p:nvSpPr>
        <p:spPr>
          <a:xfrm>
            <a:off x="3192496" y="4905784"/>
            <a:ext cx="28398" cy="28398"/>
          </a:xfrm>
          <a:prstGeom prst="ellipse">
            <a:avLst/>
          </a:prstGeom>
          <a:solidFill>
            <a:srgbClr val="7F8C97">
              <a:alpha val="48000"/>
            </a:srgbClr>
          </a:solidFill>
          <a:ln w="0">
            <a:noFill/>
            <a:prstDash val="solid"/>
          </a:ln>
        </p:spPr>
      </p:sp>
      <p:sp>
        <p:nvSpPr>
          <p:cNvPr id="2875" name="01_find_only_2874">
            <a:extLst>
              <a:ext uri="{FF2B5EF4-FFF2-40B4-BE49-F238E27FC236}">
                <a16:creationId xmlns:a16="http://schemas.microsoft.com/office/drawing/2014/main" id="{8B01E876-689B-4F9D-9487-8450E4B2BEDA}"/>
              </a:ext>
            </a:extLst>
          </p:cNvPr>
          <p:cNvSpPr>
            <a:spLocks noGrp="1"/>
          </p:cNvSpPr>
          <p:nvPr/>
        </p:nvSpPr>
        <p:spPr>
          <a:xfrm>
            <a:off x="3182862" y="4905784"/>
            <a:ext cx="28398" cy="28398"/>
          </a:xfrm>
          <a:prstGeom prst="ellipse">
            <a:avLst/>
          </a:prstGeom>
          <a:solidFill>
            <a:srgbClr val="7F8C97">
              <a:alpha val="48000"/>
            </a:srgbClr>
          </a:solidFill>
          <a:ln w="0">
            <a:noFill/>
            <a:prstDash val="solid"/>
          </a:ln>
        </p:spPr>
      </p:sp>
      <p:sp>
        <p:nvSpPr>
          <p:cNvPr id="2876" name="01_find_only_2875">
            <a:extLst>
              <a:ext uri="{FF2B5EF4-FFF2-40B4-BE49-F238E27FC236}">
                <a16:creationId xmlns:a16="http://schemas.microsoft.com/office/drawing/2014/main" id="{2376178A-CE5F-4D17-92D7-BE8112ADBB43}"/>
              </a:ext>
            </a:extLst>
          </p:cNvPr>
          <p:cNvSpPr>
            <a:spLocks noGrp="1"/>
          </p:cNvSpPr>
          <p:nvPr/>
        </p:nvSpPr>
        <p:spPr>
          <a:xfrm>
            <a:off x="3146331" y="4905784"/>
            <a:ext cx="28398" cy="28398"/>
          </a:xfrm>
          <a:prstGeom prst="ellipse">
            <a:avLst/>
          </a:prstGeom>
          <a:solidFill>
            <a:srgbClr val="7F8C97">
              <a:alpha val="48000"/>
            </a:srgbClr>
          </a:solidFill>
          <a:ln w="0">
            <a:noFill/>
            <a:prstDash val="solid"/>
          </a:ln>
        </p:spPr>
      </p:sp>
      <p:sp>
        <p:nvSpPr>
          <p:cNvPr id="2877" name="01_find_only_2876">
            <a:extLst>
              <a:ext uri="{FF2B5EF4-FFF2-40B4-BE49-F238E27FC236}">
                <a16:creationId xmlns:a16="http://schemas.microsoft.com/office/drawing/2014/main" id="{75C6DBF7-A6E3-4CC3-8495-392F19707820}"/>
              </a:ext>
            </a:extLst>
          </p:cNvPr>
          <p:cNvSpPr>
            <a:spLocks noGrp="1"/>
          </p:cNvSpPr>
          <p:nvPr/>
        </p:nvSpPr>
        <p:spPr>
          <a:xfrm>
            <a:off x="3163595" y="4905784"/>
            <a:ext cx="28398" cy="28398"/>
          </a:xfrm>
          <a:prstGeom prst="ellipse">
            <a:avLst/>
          </a:prstGeom>
          <a:solidFill>
            <a:srgbClr val="7F8C97">
              <a:alpha val="48000"/>
            </a:srgbClr>
          </a:solidFill>
          <a:ln w="0">
            <a:noFill/>
            <a:prstDash val="solid"/>
          </a:ln>
        </p:spPr>
      </p:sp>
      <p:sp>
        <p:nvSpPr>
          <p:cNvPr id="2878" name="01_find_only_2877">
            <a:extLst>
              <a:ext uri="{FF2B5EF4-FFF2-40B4-BE49-F238E27FC236}">
                <a16:creationId xmlns:a16="http://schemas.microsoft.com/office/drawing/2014/main" id="{871D48DD-E3AA-4A34-B429-3E3AAA80F543}"/>
              </a:ext>
            </a:extLst>
          </p:cNvPr>
          <p:cNvSpPr>
            <a:spLocks noGrp="1"/>
          </p:cNvSpPr>
          <p:nvPr/>
        </p:nvSpPr>
        <p:spPr>
          <a:xfrm>
            <a:off x="3129830" y="6128514"/>
            <a:ext cx="28398" cy="28398"/>
          </a:xfrm>
          <a:prstGeom prst="ellipse">
            <a:avLst/>
          </a:prstGeom>
          <a:solidFill>
            <a:srgbClr val="7F8C97">
              <a:alpha val="48000"/>
            </a:srgbClr>
          </a:solidFill>
          <a:ln w="0">
            <a:noFill/>
            <a:prstDash val="solid"/>
          </a:ln>
        </p:spPr>
      </p:sp>
      <p:sp>
        <p:nvSpPr>
          <p:cNvPr id="2879" name="01_find_only_2878">
            <a:extLst>
              <a:ext uri="{FF2B5EF4-FFF2-40B4-BE49-F238E27FC236}">
                <a16:creationId xmlns:a16="http://schemas.microsoft.com/office/drawing/2014/main" id="{0C95C126-B740-4919-B94A-8E25C4BE217A}"/>
              </a:ext>
            </a:extLst>
          </p:cNvPr>
          <p:cNvSpPr>
            <a:spLocks noGrp="1"/>
          </p:cNvSpPr>
          <p:nvPr/>
        </p:nvSpPr>
        <p:spPr>
          <a:xfrm>
            <a:off x="3647190" y="4905784"/>
            <a:ext cx="28398" cy="28398"/>
          </a:xfrm>
          <a:prstGeom prst="ellipse">
            <a:avLst/>
          </a:prstGeom>
          <a:solidFill>
            <a:srgbClr val="7F8C97">
              <a:alpha val="48000"/>
            </a:srgbClr>
          </a:solidFill>
          <a:ln w="0">
            <a:noFill/>
            <a:prstDash val="solid"/>
          </a:ln>
        </p:spPr>
      </p:sp>
      <p:sp>
        <p:nvSpPr>
          <p:cNvPr id="2880" name="01_find_only_2879">
            <a:extLst>
              <a:ext uri="{FF2B5EF4-FFF2-40B4-BE49-F238E27FC236}">
                <a16:creationId xmlns:a16="http://schemas.microsoft.com/office/drawing/2014/main" id="{09EBC0C3-D4F6-45A7-90FA-55086B1EF5D7}"/>
              </a:ext>
            </a:extLst>
          </p:cNvPr>
          <p:cNvSpPr>
            <a:spLocks noGrp="1"/>
          </p:cNvSpPr>
          <p:nvPr/>
        </p:nvSpPr>
        <p:spPr>
          <a:xfrm>
            <a:off x="3708234" y="4905784"/>
            <a:ext cx="28398" cy="28398"/>
          </a:xfrm>
          <a:prstGeom prst="ellipse">
            <a:avLst/>
          </a:prstGeom>
          <a:solidFill>
            <a:srgbClr val="7F8C97">
              <a:alpha val="48000"/>
            </a:srgbClr>
          </a:solidFill>
          <a:ln w="0">
            <a:noFill/>
            <a:prstDash val="solid"/>
          </a:ln>
        </p:spPr>
      </p:sp>
      <p:sp>
        <p:nvSpPr>
          <p:cNvPr id="2881" name="01_find_only_2880">
            <a:extLst>
              <a:ext uri="{FF2B5EF4-FFF2-40B4-BE49-F238E27FC236}">
                <a16:creationId xmlns:a16="http://schemas.microsoft.com/office/drawing/2014/main" id="{37DDFEFA-6A7A-4290-8027-1B836324BF56}"/>
              </a:ext>
            </a:extLst>
          </p:cNvPr>
          <p:cNvSpPr>
            <a:spLocks noGrp="1"/>
          </p:cNvSpPr>
          <p:nvPr/>
        </p:nvSpPr>
        <p:spPr>
          <a:xfrm>
            <a:off x="3627159" y="4905784"/>
            <a:ext cx="28398" cy="28398"/>
          </a:xfrm>
          <a:prstGeom prst="ellipse">
            <a:avLst/>
          </a:prstGeom>
          <a:solidFill>
            <a:srgbClr val="7F8C97">
              <a:alpha val="48000"/>
            </a:srgbClr>
          </a:solidFill>
          <a:ln w="0">
            <a:noFill/>
            <a:prstDash val="solid"/>
          </a:ln>
        </p:spPr>
      </p:sp>
      <p:sp>
        <p:nvSpPr>
          <p:cNvPr id="2882" name="01_find_only_2881">
            <a:extLst>
              <a:ext uri="{FF2B5EF4-FFF2-40B4-BE49-F238E27FC236}">
                <a16:creationId xmlns:a16="http://schemas.microsoft.com/office/drawing/2014/main" id="{08D182AE-7956-4344-9239-0B846317711A}"/>
              </a:ext>
            </a:extLst>
          </p:cNvPr>
          <p:cNvSpPr>
            <a:spLocks noGrp="1"/>
          </p:cNvSpPr>
          <p:nvPr/>
        </p:nvSpPr>
        <p:spPr>
          <a:xfrm>
            <a:off x="3700603" y="6173800"/>
            <a:ext cx="28398" cy="28398"/>
          </a:xfrm>
          <a:prstGeom prst="ellipse">
            <a:avLst/>
          </a:prstGeom>
          <a:solidFill>
            <a:srgbClr val="7F8C97">
              <a:alpha val="48000"/>
            </a:srgbClr>
          </a:solidFill>
          <a:ln w="0">
            <a:noFill/>
            <a:prstDash val="solid"/>
          </a:ln>
        </p:spPr>
      </p:sp>
      <p:sp>
        <p:nvSpPr>
          <p:cNvPr id="2883" name="01_find_only_2882">
            <a:extLst>
              <a:ext uri="{FF2B5EF4-FFF2-40B4-BE49-F238E27FC236}">
                <a16:creationId xmlns:a16="http://schemas.microsoft.com/office/drawing/2014/main" id="{52249077-9002-42EE-86C6-603110181DB3}"/>
              </a:ext>
            </a:extLst>
          </p:cNvPr>
          <p:cNvSpPr>
            <a:spLocks noGrp="1"/>
          </p:cNvSpPr>
          <p:nvPr/>
        </p:nvSpPr>
        <p:spPr>
          <a:xfrm>
            <a:off x="3662737" y="4905784"/>
            <a:ext cx="28398" cy="28398"/>
          </a:xfrm>
          <a:prstGeom prst="ellipse">
            <a:avLst/>
          </a:prstGeom>
          <a:solidFill>
            <a:srgbClr val="7F8C97">
              <a:alpha val="48000"/>
            </a:srgbClr>
          </a:solidFill>
          <a:ln w="0">
            <a:noFill/>
            <a:prstDash val="solid"/>
          </a:ln>
        </p:spPr>
      </p:sp>
      <p:sp>
        <p:nvSpPr>
          <p:cNvPr id="2884" name="01_find_only_2883">
            <a:extLst>
              <a:ext uri="{FF2B5EF4-FFF2-40B4-BE49-F238E27FC236}">
                <a16:creationId xmlns:a16="http://schemas.microsoft.com/office/drawing/2014/main" id="{074BADD8-8CC5-4C3B-B3A0-19EE56CD7ABC}"/>
              </a:ext>
            </a:extLst>
          </p:cNvPr>
          <p:cNvSpPr>
            <a:spLocks noGrp="1"/>
          </p:cNvSpPr>
          <p:nvPr/>
        </p:nvSpPr>
        <p:spPr>
          <a:xfrm>
            <a:off x="3715006" y="4905784"/>
            <a:ext cx="28398" cy="28398"/>
          </a:xfrm>
          <a:prstGeom prst="ellipse">
            <a:avLst/>
          </a:prstGeom>
          <a:solidFill>
            <a:srgbClr val="7F8C97">
              <a:alpha val="48000"/>
            </a:srgbClr>
          </a:solidFill>
          <a:ln w="0">
            <a:noFill/>
            <a:prstDash val="solid"/>
          </a:ln>
        </p:spPr>
      </p:sp>
      <p:sp>
        <p:nvSpPr>
          <p:cNvPr id="2885" name="01_find_only_2884">
            <a:extLst>
              <a:ext uri="{FF2B5EF4-FFF2-40B4-BE49-F238E27FC236}">
                <a16:creationId xmlns:a16="http://schemas.microsoft.com/office/drawing/2014/main" id="{337F8AF7-2CF7-4896-A542-26B5DF7B8E31}"/>
              </a:ext>
            </a:extLst>
          </p:cNvPr>
          <p:cNvSpPr>
            <a:spLocks noGrp="1"/>
          </p:cNvSpPr>
          <p:nvPr/>
        </p:nvSpPr>
        <p:spPr>
          <a:xfrm>
            <a:off x="3647094" y="6173800"/>
            <a:ext cx="28398" cy="28398"/>
          </a:xfrm>
          <a:prstGeom prst="ellipse">
            <a:avLst/>
          </a:prstGeom>
          <a:solidFill>
            <a:srgbClr val="7F8C97">
              <a:alpha val="48000"/>
            </a:srgbClr>
          </a:solidFill>
          <a:ln w="0">
            <a:noFill/>
            <a:prstDash val="solid"/>
          </a:ln>
        </p:spPr>
      </p:sp>
      <p:sp>
        <p:nvSpPr>
          <p:cNvPr id="2886" name="01_find_only_2885">
            <a:extLst>
              <a:ext uri="{FF2B5EF4-FFF2-40B4-BE49-F238E27FC236}">
                <a16:creationId xmlns:a16="http://schemas.microsoft.com/office/drawing/2014/main" id="{F49AE23A-8F95-4241-935D-51A4212BE0A7}"/>
              </a:ext>
            </a:extLst>
          </p:cNvPr>
          <p:cNvSpPr>
            <a:spLocks noGrp="1"/>
          </p:cNvSpPr>
          <p:nvPr/>
        </p:nvSpPr>
        <p:spPr>
          <a:xfrm>
            <a:off x="3693640" y="4905784"/>
            <a:ext cx="28398" cy="28398"/>
          </a:xfrm>
          <a:prstGeom prst="ellipse">
            <a:avLst/>
          </a:prstGeom>
          <a:solidFill>
            <a:srgbClr val="7F8C97">
              <a:alpha val="48000"/>
            </a:srgbClr>
          </a:solidFill>
          <a:ln w="0">
            <a:noFill/>
            <a:prstDash val="solid"/>
          </a:ln>
        </p:spPr>
      </p:sp>
      <p:sp>
        <p:nvSpPr>
          <p:cNvPr id="2887" name="01_find_only_2886">
            <a:extLst>
              <a:ext uri="{FF2B5EF4-FFF2-40B4-BE49-F238E27FC236}">
                <a16:creationId xmlns:a16="http://schemas.microsoft.com/office/drawing/2014/main" id="{DEE47300-D281-4089-836F-3A03D82E3362}"/>
              </a:ext>
            </a:extLst>
          </p:cNvPr>
          <p:cNvSpPr>
            <a:spLocks noGrp="1"/>
          </p:cNvSpPr>
          <p:nvPr/>
        </p:nvSpPr>
        <p:spPr>
          <a:xfrm>
            <a:off x="3630498" y="4905784"/>
            <a:ext cx="28398" cy="28398"/>
          </a:xfrm>
          <a:prstGeom prst="ellipse">
            <a:avLst/>
          </a:prstGeom>
          <a:solidFill>
            <a:srgbClr val="7F8C97">
              <a:alpha val="48000"/>
            </a:srgbClr>
          </a:solidFill>
          <a:ln w="0">
            <a:noFill/>
            <a:prstDash val="solid"/>
          </a:ln>
        </p:spPr>
      </p:sp>
      <p:sp>
        <p:nvSpPr>
          <p:cNvPr id="2888" name="01_find_only_2887">
            <a:extLst>
              <a:ext uri="{FF2B5EF4-FFF2-40B4-BE49-F238E27FC236}">
                <a16:creationId xmlns:a16="http://schemas.microsoft.com/office/drawing/2014/main" id="{554FF248-9A06-4EA7-A5C1-6583D671BF5C}"/>
              </a:ext>
            </a:extLst>
          </p:cNvPr>
          <p:cNvSpPr>
            <a:spLocks noGrp="1"/>
          </p:cNvSpPr>
          <p:nvPr/>
        </p:nvSpPr>
        <p:spPr>
          <a:xfrm>
            <a:off x="3650814" y="5539792"/>
            <a:ext cx="28398" cy="28398"/>
          </a:xfrm>
          <a:prstGeom prst="ellipse">
            <a:avLst/>
          </a:prstGeom>
          <a:solidFill>
            <a:srgbClr val="7F8C97">
              <a:alpha val="48000"/>
            </a:srgbClr>
          </a:solidFill>
          <a:ln w="0">
            <a:noFill/>
            <a:prstDash val="solid"/>
          </a:ln>
        </p:spPr>
      </p:sp>
      <p:sp>
        <p:nvSpPr>
          <p:cNvPr id="2889" name="01_find_only_2888">
            <a:extLst>
              <a:ext uri="{FF2B5EF4-FFF2-40B4-BE49-F238E27FC236}">
                <a16:creationId xmlns:a16="http://schemas.microsoft.com/office/drawing/2014/main" id="{588C608E-75CF-4744-81E4-6D8E4BBFFABB}"/>
              </a:ext>
            </a:extLst>
          </p:cNvPr>
          <p:cNvSpPr>
            <a:spLocks noGrp="1"/>
          </p:cNvSpPr>
          <p:nvPr/>
        </p:nvSpPr>
        <p:spPr>
          <a:xfrm>
            <a:off x="3630307" y="5856796"/>
            <a:ext cx="28398" cy="28398"/>
          </a:xfrm>
          <a:prstGeom prst="ellipse">
            <a:avLst/>
          </a:prstGeom>
          <a:solidFill>
            <a:srgbClr val="7F8C97">
              <a:alpha val="48000"/>
            </a:srgbClr>
          </a:solidFill>
          <a:ln w="0">
            <a:noFill/>
            <a:prstDash val="solid"/>
          </a:ln>
        </p:spPr>
      </p:sp>
      <p:sp>
        <p:nvSpPr>
          <p:cNvPr id="2890" name="01_find_only_2889">
            <a:extLst>
              <a:ext uri="{FF2B5EF4-FFF2-40B4-BE49-F238E27FC236}">
                <a16:creationId xmlns:a16="http://schemas.microsoft.com/office/drawing/2014/main" id="{299619F8-B6A3-441A-A622-319D97FAD5E9}"/>
              </a:ext>
            </a:extLst>
          </p:cNvPr>
          <p:cNvSpPr>
            <a:spLocks noGrp="1"/>
          </p:cNvSpPr>
          <p:nvPr/>
        </p:nvSpPr>
        <p:spPr>
          <a:xfrm>
            <a:off x="3684198" y="5539792"/>
            <a:ext cx="28398" cy="28398"/>
          </a:xfrm>
          <a:prstGeom prst="ellipse">
            <a:avLst/>
          </a:prstGeom>
          <a:solidFill>
            <a:srgbClr val="7F8C97">
              <a:alpha val="48000"/>
            </a:srgbClr>
          </a:solidFill>
          <a:ln w="0">
            <a:noFill/>
            <a:prstDash val="solid"/>
          </a:ln>
        </p:spPr>
      </p:sp>
      <p:sp>
        <p:nvSpPr>
          <p:cNvPr id="2891" name="01_find_only_2890">
            <a:extLst>
              <a:ext uri="{FF2B5EF4-FFF2-40B4-BE49-F238E27FC236}">
                <a16:creationId xmlns:a16="http://schemas.microsoft.com/office/drawing/2014/main" id="{0EC6AC80-EFF1-4200-92B0-B23189ABE3FE}"/>
              </a:ext>
            </a:extLst>
          </p:cNvPr>
          <p:cNvSpPr>
            <a:spLocks noGrp="1"/>
          </p:cNvSpPr>
          <p:nvPr/>
        </p:nvSpPr>
        <p:spPr>
          <a:xfrm>
            <a:off x="3643183" y="6173800"/>
            <a:ext cx="28398" cy="28398"/>
          </a:xfrm>
          <a:prstGeom prst="ellipse">
            <a:avLst/>
          </a:prstGeom>
          <a:solidFill>
            <a:srgbClr val="7F8C97">
              <a:alpha val="48000"/>
            </a:srgbClr>
          </a:solidFill>
          <a:ln w="0">
            <a:noFill/>
            <a:prstDash val="solid"/>
          </a:ln>
        </p:spPr>
      </p:sp>
      <p:sp>
        <p:nvSpPr>
          <p:cNvPr id="2892" name="01_find_only_2891">
            <a:extLst>
              <a:ext uri="{FF2B5EF4-FFF2-40B4-BE49-F238E27FC236}">
                <a16:creationId xmlns:a16="http://schemas.microsoft.com/office/drawing/2014/main" id="{3E954B2C-896B-45E3-A881-027EC08C7737}"/>
              </a:ext>
            </a:extLst>
          </p:cNvPr>
          <p:cNvSpPr>
            <a:spLocks noGrp="1"/>
          </p:cNvSpPr>
          <p:nvPr/>
        </p:nvSpPr>
        <p:spPr>
          <a:xfrm>
            <a:off x="3671798" y="5539792"/>
            <a:ext cx="28398" cy="28398"/>
          </a:xfrm>
          <a:prstGeom prst="ellipse">
            <a:avLst/>
          </a:prstGeom>
          <a:solidFill>
            <a:srgbClr val="7F8C97">
              <a:alpha val="48000"/>
            </a:srgbClr>
          </a:solidFill>
          <a:ln w="0">
            <a:noFill/>
            <a:prstDash val="solid"/>
          </a:ln>
        </p:spPr>
      </p:sp>
      <p:sp>
        <p:nvSpPr>
          <p:cNvPr id="2893" name="01_find_only_2892">
            <a:extLst>
              <a:ext uri="{FF2B5EF4-FFF2-40B4-BE49-F238E27FC236}">
                <a16:creationId xmlns:a16="http://schemas.microsoft.com/office/drawing/2014/main" id="{15FDA7CA-146A-4D83-9998-6E8763063B89}"/>
              </a:ext>
            </a:extLst>
          </p:cNvPr>
          <p:cNvSpPr>
            <a:spLocks noGrp="1"/>
          </p:cNvSpPr>
          <p:nvPr/>
        </p:nvSpPr>
        <p:spPr>
          <a:xfrm>
            <a:off x="3661688" y="4905784"/>
            <a:ext cx="28398" cy="28398"/>
          </a:xfrm>
          <a:prstGeom prst="ellipse">
            <a:avLst/>
          </a:prstGeom>
          <a:solidFill>
            <a:srgbClr val="7F8C97">
              <a:alpha val="48000"/>
            </a:srgbClr>
          </a:solidFill>
          <a:ln w="0">
            <a:noFill/>
            <a:prstDash val="solid"/>
          </a:ln>
        </p:spPr>
      </p:sp>
      <p:sp>
        <p:nvSpPr>
          <p:cNvPr id="2894" name="01_find_only_2893">
            <a:extLst>
              <a:ext uri="{FF2B5EF4-FFF2-40B4-BE49-F238E27FC236}">
                <a16:creationId xmlns:a16="http://schemas.microsoft.com/office/drawing/2014/main" id="{D069C20D-96AD-450D-927E-0BF08F48657C}"/>
              </a:ext>
            </a:extLst>
          </p:cNvPr>
          <p:cNvSpPr>
            <a:spLocks noGrp="1"/>
          </p:cNvSpPr>
          <p:nvPr/>
        </p:nvSpPr>
        <p:spPr>
          <a:xfrm>
            <a:off x="3652245" y="6136062"/>
            <a:ext cx="28398" cy="28398"/>
          </a:xfrm>
          <a:prstGeom prst="ellipse">
            <a:avLst/>
          </a:prstGeom>
          <a:solidFill>
            <a:srgbClr val="7F8C97">
              <a:alpha val="48000"/>
            </a:srgbClr>
          </a:solidFill>
          <a:ln w="0">
            <a:noFill/>
            <a:prstDash val="solid"/>
          </a:ln>
        </p:spPr>
      </p:sp>
      <p:sp>
        <p:nvSpPr>
          <p:cNvPr id="2895" name="01_find_only_2894">
            <a:extLst>
              <a:ext uri="{FF2B5EF4-FFF2-40B4-BE49-F238E27FC236}">
                <a16:creationId xmlns:a16="http://schemas.microsoft.com/office/drawing/2014/main" id="{4E1B17A1-19DC-4132-97C3-39CC544A27D2}"/>
              </a:ext>
            </a:extLst>
          </p:cNvPr>
          <p:cNvSpPr>
            <a:spLocks noGrp="1"/>
          </p:cNvSpPr>
          <p:nvPr/>
        </p:nvSpPr>
        <p:spPr>
          <a:xfrm>
            <a:off x="3630021" y="5222788"/>
            <a:ext cx="28398" cy="28398"/>
          </a:xfrm>
          <a:prstGeom prst="ellipse">
            <a:avLst/>
          </a:prstGeom>
          <a:solidFill>
            <a:srgbClr val="7F8C97">
              <a:alpha val="48000"/>
            </a:srgbClr>
          </a:solidFill>
          <a:ln w="0">
            <a:noFill/>
            <a:prstDash val="solid"/>
          </a:ln>
        </p:spPr>
      </p:sp>
      <p:sp>
        <p:nvSpPr>
          <p:cNvPr id="2896" name="01_find_only_2895">
            <a:extLst>
              <a:ext uri="{FF2B5EF4-FFF2-40B4-BE49-F238E27FC236}">
                <a16:creationId xmlns:a16="http://schemas.microsoft.com/office/drawing/2014/main" id="{B01FB9EC-6478-4040-8E95-3B3F7DB83DCD}"/>
              </a:ext>
            </a:extLst>
          </p:cNvPr>
          <p:cNvSpPr>
            <a:spLocks noGrp="1"/>
          </p:cNvSpPr>
          <p:nvPr/>
        </p:nvSpPr>
        <p:spPr>
          <a:xfrm>
            <a:off x="3715673" y="5992655"/>
            <a:ext cx="28398" cy="28398"/>
          </a:xfrm>
          <a:prstGeom prst="ellipse">
            <a:avLst/>
          </a:prstGeom>
          <a:solidFill>
            <a:srgbClr val="7F8C97">
              <a:alpha val="48000"/>
            </a:srgbClr>
          </a:solidFill>
          <a:ln w="0">
            <a:noFill/>
            <a:prstDash val="solid"/>
          </a:ln>
        </p:spPr>
      </p:sp>
      <p:sp>
        <p:nvSpPr>
          <p:cNvPr id="2897" name="01_find_only_2896">
            <a:extLst>
              <a:ext uri="{FF2B5EF4-FFF2-40B4-BE49-F238E27FC236}">
                <a16:creationId xmlns:a16="http://schemas.microsoft.com/office/drawing/2014/main" id="{3260D315-96E2-4D7A-B76C-D8F561F75DB1}"/>
              </a:ext>
            </a:extLst>
          </p:cNvPr>
          <p:cNvSpPr>
            <a:spLocks noGrp="1"/>
          </p:cNvSpPr>
          <p:nvPr/>
        </p:nvSpPr>
        <p:spPr>
          <a:xfrm>
            <a:off x="3631356" y="6173800"/>
            <a:ext cx="28398" cy="28398"/>
          </a:xfrm>
          <a:prstGeom prst="ellipse">
            <a:avLst/>
          </a:prstGeom>
          <a:solidFill>
            <a:srgbClr val="7F8C97">
              <a:alpha val="48000"/>
            </a:srgbClr>
          </a:solidFill>
          <a:ln w="0">
            <a:noFill/>
            <a:prstDash val="solid"/>
          </a:ln>
        </p:spPr>
      </p:sp>
      <p:sp>
        <p:nvSpPr>
          <p:cNvPr id="2898" name="01_find_only_2897">
            <a:extLst>
              <a:ext uri="{FF2B5EF4-FFF2-40B4-BE49-F238E27FC236}">
                <a16:creationId xmlns:a16="http://schemas.microsoft.com/office/drawing/2014/main" id="{439F11DB-42D8-4968-A52E-E69551427C8C}"/>
              </a:ext>
            </a:extLst>
          </p:cNvPr>
          <p:cNvSpPr>
            <a:spLocks noGrp="1"/>
          </p:cNvSpPr>
          <p:nvPr/>
        </p:nvSpPr>
        <p:spPr>
          <a:xfrm>
            <a:off x="3708615" y="6173800"/>
            <a:ext cx="28398" cy="28398"/>
          </a:xfrm>
          <a:prstGeom prst="ellipse">
            <a:avLst/>
          </a:prstGeom>
          <a:solidFill>
            <a:srgbClr val="7F8C97">
              <a:alpha val="48000"/>
            </a:srgbClr>
          </a:solidFill>
          <a:ln w="0">
            <a:noFill/>
            <a:prstDash val="solid"/>
          </a:ln>
        </p:spPr>
      </p:sp>
      <p:sp>
        <p:nvSpPr>
          <p:cNvPr id="2899" name="01_find_only_2898">
            <a:extLst>
              <a:ext uri="{FF2B5EF4-FFF2-40B4-BE49-F238E27FC236}">
                <a16:creationId xmlns:a16="http://schemas.microsoft.com/office/drawing/2014/main" id="{8AEFB125-0D11-47D4-999F-5F83788C3D9A}"/>
              </a:ext>
            </a:extLst>
          </p:cNvPr>
          <p:cNvSpPr>
            <a:spLocks noGrp="1"/>
          </p:cNvSpPr>
          <p:nvPr/>
        </p:nvSpPr>
        <p:spPr>
          <a:xfrm>
            <a:off x="3663118" y="4905784"/>
            <a:ext cx="28398" cy="28398"/>
          </a:xfrm>
          <a:prstGeom prst="ellipse">
            <a:avLst/>
          </a:prstGeom>
          <a:solidFill>
            <a:srgbClr val="7F8C97">
              <a:alpha val="48000"/>
            </a:srgbClr>
          </a:solidFill>
          <a:ln w="0">
            <a:noFill/>
            <a:prstDash val="solid"/>
          </a:ln>
        </p:spPr>
      </p:sp>
      <p:sp>
        <p:nvSpPr>
          <p:cNvPr id="2900" name="01_find_only_2899">
            <a:extLst>
              <a:ext uri="{FF2B5EF4-FFF2-40B4-BE49-F238E27FC236}">
                <a16:creationId xmlns:a16="http://schemas.microsoft.com/office/drawing/2014/main" id="{79D2ED0B-CB59-4F38-B0DC-FA3BDDBD7988}"/>
              </a:ext>
            </a:extLst>
          </p:cNvPr>
          <p:cNvSpPr>
            <a:spLocks noGrp="1"/>
          </p:cNvSpPr>
          <p:nvPr/>
        </p:nvSpPr>
        <p:spPr>
          <a:xfrm>
            <a:off x="3719584" y="5539792"/>
            <a:ext cx="28398" cy="28398"/>
          </a:xfrm>
          <a:prstGeom prst="ellipse">
            <a:avLst/>
          </a:prstGeom>
          <a:solidFill>
            <a:srgbClr val="7F8C97">
              <a:alpha val="48000"/>
            </a:srgbClr>
          </a:solidFill>
          <a:ln w="0">
            <a:noFill/>
            <a:prstDash val="solid"/>
          </a:ln>
        </p:spPr>
      </p:sp>
      <p:sp>
        <p:nvSpPr>
          <p:cNvPr id="2901" name="01_find_only_2900">
            <a:extLst>
              <a:ext uri="{FF2B5EF4-FFF2-40B4-BE49-F238E27FC236}">
                <a16:creationId xmlns:a16="http://schemas.microsoft.com/office/drawing/2014/main" id="{123F3DCD-B93A-4F11-BEBD-4A0D396D6B86}"/>
              </a:ext>
            </a:extLst>
          </p:cNvPr>
          <p:cNvSpPr>
            <a:spLocks noGrp="1"/>
          </p:cNvSpPr>
          <p:nvPr/>
        </p:nvSpPr>
        <p:spPr>
          <a:xfrm>
            <a:off x="3689730" y="4905784"/>
            <a:ext cx="28398" cy="28398"/>
          </a:xfrm>
          <a:prstGeom prst="ellipse">
            <a:avLst/>
          </a:prstGeom>
          <a:solidFill>
            <a:srgbClr val="7F8C97">
              <a:alpha val="48000"/>
            </a:srgbClr>
          </a:solidFill>
          <a:ln w="0">
            <a:noFill/>
            <a:prstDash val="solid"/>
          </a:ln>
        </p:spPr>
      </p:sp>
      <p:sp>
        <p:nvSpPr>
          <p:cNvPr id="2902" name="01_find_only_2901">
            <a:extLst>
              <a:ext uri="{FF2B5EF4-FFF2-40B4-BE49-F238E27FC236}">
                <a16:creationId xmlns:a16="http://schemas.microsoft.com/office/drawing/2014/main" id="{5B494DAE-9FD5-4020-8F76-4688FF57458B}"/>
              </a:ext>
            </a:extLst>
          </p:cNvPr>
          <p:cNvSpPr>
            <a:spLocks noGrp="1"/>
          </p:cNvSpPr>
          <p:nvPr/>
        </p:nvSpPr>
        <p:spPr>
          <a:xfrm>
            <a:off x="3696216" y="5892019"/>
            <a:ext cx="28398" cy="28398"/>
          </a:xfrm>
          <a:prstGeom prst="ellipse">
            <a:avLst/>
          </a:prstGeom>
          <a:solidFill>
            <a:srgbClr val="7F8C97">
              <a:alpha val="48000"/>
            </a:srgbClr>
          </a:solidFill>
          <a:ln w="0">
            <a:noFill/>
            <a:prstDash val="solid"/>
          </a:ln>
        </p:spPr>
      </p:sp>
      <p:sp>
        <p:nvSpPr>
          <p:cNvPr id="2903" name="01_find_only_2902">
            <a:extLst>
              <a:ext uri="{FF2B5EF4-FFF2-40B4-BE49-F238E27FC236}">
                <a16:creationId xmlns:a16="http://schemas.microsoft.com/office/drawing/2014/main" id="{8CB2563A-3764-4E95-83D8-D327C2C5B409}"/>
              </a:ext>
            </a:extLst>
          </p:cNvPr>
          <p:cNvSpPr>
            <a:spLocks noGrp="1"/>
          </p:cNvSpPr>
          <p:nvPr/>
        </p:nvSpPr>
        <p:spPr>
          <a:xfrm>
            <a:off x="3654343" y="5680683"/>
            <a:ext cx="28398" cy="28398"/>
          </a:xfrm>
          <a:prstGeom prst="ellipse">
            <a:avLst/>
          </a:prstGeom>
          <a:solidFill>
            <a:srgbClr val="7F8C97">
              <a:alpha val="48000"/>
            </a:srgbClr>
          </a:solidFill>
          <a:ln w="0">
            <a:noFill/>
            <a:prstDash val="solid"/>
          </a:ln>
        </p:spPr>
      </p:sp>
      <p:sp>
        <p:nvSpPr>
          <p:cNvPr id="2904" name="01_find_only_2903">
            <a:extLst>
              <a:ext uri="{FF2B5EF4-FFF2-40B4-BE49-F238E27FC236}">
                <a16:creationId xmlns:a16="http://schemas.microsoft.com/office/drawing/2014/main" id="{23DFB5F3-72DC-409F-B0FD-A177859FA7DC}"/>
              </a:ext>
            </a:extLst>
          </p:cNvPr>
          <p:cNvSpPr>
            <a:spLocks noGrp="1"/>
          </p:cNvSpPr>
          <p:nvPr/>
        </p:nvSpPr>
        <p:spPr>
          <a:xfrm>
            <a:off x="3714243" y="5328456"/>
            <a:ext cx="28398" cy="28398"/>
          </a:xfrm>
          <a:prstGeom prst="ellipse">
            <a:avLst/>
          </a:prstGeom>
          <a:solidFill>
            <a:srgbClr val="7F8C97">
              <a:alpha val="48000"/>
            </a:srgbClr>
          </a:solidFill>
          <a:ln w="0">
            <a:noFill/>
            <a:prstDash val="solid"/>
          </a:ln>
        </p:spPr>
      </p:sp>
      <p:sp>
        <p:nvSpPr>
          <p:cNvPr id="2905" name="01_find_only_2904">
            <a:extLst>
              <a:ext uri="{FF2B5EF4-FFF2-40B4-BE49-F238E27FC236}">
                <a16:creationId xmlns:a16="http://schemas.microsoft.com/office/drawing/2014/main" id="{0002008F-C835-4948-9ADE-22F32FD54C90}"/>
              </a:ext>
            </a:extLst>
          </p:cNvPr>
          <p:cNvSpPr>
            <a:spLocks noGrp="1"/>
          </p:cNvSpPr>
          <p:nvPr/>
        </p:nvSpPr>
        <p:spPr>
          <a:xfrm>
            <a:off x="3696406" y="4905784"/>
            <a:ext cx="28398" cy="28398"/>
          </a:xfrm>
          <a:prstGeom prst="ellipse">
            <a:avLst/>
          </a:prstGeom>
          <a:solidFill>
            <a:srgbClr val="7F8C97">
              <a:alpha val="48000"/>
            </a:srgbClr>
          </a:solidFill>
          <a:ln w="0">
            <a:noFill/>
            <a:prstDash val="solid"/>
          </a:ln>
        </p:spPr>
      </p:sp>
      <p:sp>
        <p:nvSpPr>
          <p:cNvPr id="2906" name="01_find_only_2905">
            <a:extLst>
              <a:ext uri="{FF2B5EF4-FFF2-40B4-BE49-F238E27FC236}">
                <a16:creationId xmlns:a16="http://schemas.microsoft.com/office/drawing/2014/main" id="{93FE1F9B-C9A2-4A1C-9C63-BCAB8495EEAE}"/>
              </a:ext>
            </a:extLst>
          </p:cNvPr>
          <p:cNvSpPr>
            <a:spLocks noGrp="1"/>
          </p:cNvSpPr>
          <p:nvPr/>
        </p:nvSpPr>
        <p:spPr>
          <a:xfrm>
            <a:off x="3641944" y="6173800"/>
            <a:ext cx="28398" cy="28398"/>
          </a:xfrm>
          <a:prstGeom prst="ellipse">
            <a:avLst/>
          </a:prstGeom>
          <a:solidFill>
            <a:srgbClr val="7F8C97">
              <a:alpha val="48000"/>
            </a:srgbClr>
          </a:solidFill>
          <a:ln w="0">
            <a:noFill/>
            <a:prstDash val="solid"/>
          </a:ln>
        </p:spPr>
      </p:sp>
      <p:sp>
        <p:nvSpPr>
          <p:cNvPr id="2907" name="01_find_only_2906">
            <a:extLst>
              <a:ext uri="{FF2B5EF4-FFF2-40B4-BE49-F238E27FC236}">
                <a16:creationId xmlns:a16="http://schemas.microsoft.com/office/drawing/2014/main" id="{FA19A3CB-2DC9-4F28-A2DB-48912494224E}"/>
              </a:ext>
            </a:extLst>
          </p:cNvPr>
          <p:cNvSpPr>
            <a:spLocks noGrp="1"/>
          </p:cNvSpPr>
          <p:nvPr/>
        </p:nvSpPr>
        <p:spPr>
          <a:xfrm>
            <a:off x="3694785" y="5476391"/>
            <a:ext cx="28398" cy="28398"/>
          </a:xfrm>
          <a:prstGeom prst="ellipse">
            <a:avLst/>
          </a:prstGeom>
          <a:solidFill>
            <a:srgbClr val="7F8C97">
              <a:alpha val="48000"/>
            </a:srgbClr>
          </a:solidFill>
          <a:ln w="0">
            <a:noFill/>
            <a:prstDash val="solid"/>
          </a:ln>
        </p:spPr>
      </p:sp>
      <p:sp>
        <p:nvSpPr>
          <p:cNvPr id="2908" name="01_find_only_2907">
            <a:extLst>
              <a:ext uri="{FF2B5EF4-FFF2-40B4-BE49-F238E27FC236}">
                <a16:creationId xmlns:a16="http://schemas.microsoft.com/office/drawing/2014/main" id="{8E6BF9D7-6355-4154-B453-5F68CAA1D73C}"/>
              </a:ext>
            </a:extLst>
          </p:cNvPr>
          <p:cNvSpPr>
            <a:spLocks noGrp="1"/>
          </p:cNvSpPr>
          <p:nvPr/>
        </p:nvSpPr>
        <p:spPr>
          <a:xfrm>
            <a:off x="3646808" y="4905784"/>
            <a:ext cx="28398" cy="28398"/>
          </a:xfrm>
          <a:prstGeom prst="ellipse">
            <a:avLst/>
          </a:prstGeom>
          <a:solidFill>
            <a:srgbClr val="7F8C97">
              <a:alpha val="48000"/>
            </a:srgbClr>
          </a:solidFill>
          <a:ln w="0">
            <a:noFill/>
            <a:prstDash val="solid"/>
          </a:ln>
        </p:spPr>
      </p:sp>
      <p:sp>
        <p:nvSpPr>
          <p:cNvPr id="2909" name="01_find_only_2908">
            <a:extLst>
              <a:ext uri="{FF2B5EF4-FFF2-40B4-BE49-F238E27FC236}">
                <a16:creationId xmlns:a16="http://schemas.microsoft.com/office/drawing/2014/main" id="{92EF9F5D-3404-45C5-89F8-71111E22502C}"/>
              </a:ext>
            </a:extLst>
          </p:cNvPr>
          <p:cNvSpPr>
            <a:spLocks noGrp="1"/>
          </p:cNvSpPr>
          <p:nvPr/>
        </p:nvSpPr>
        <p:spPr>
          <a:xfrm>
            <a:off x="3654248" y="5328456"/>
            <a:ext cx="28398" cy="28398"/>
          </a:xfrm>
          <a:prstGeom prst="ellipse">
            <a:avLst/>
          </a:prstGeom>
          <a:solidFill>
            <a:srgbClr val="7F8C97">
              <a:alpha val="48000"/>
            </a:srgbClr>
          </a:solidFill>
          <a:ln w="0">
            <a:noFill/>
            <a:prstDash val="solid"/>
          </a:ln>
        </p:spPr>
      </p:sp>
      <p:sp>
        <p:nvSpPr>
          <p:cNvPr id="2910" name="01_find_only_2909">
            <a:extLst>
              <a:ext uri="{FF2B5EF4-FFF2-40B4-BE49-F238E27FC236}">
                <a16:creationId xmlns:a16="http://schemas.microsoft.com/office/drawing/2014/main" id="{E84CBDB7-4C7E-4F50-A218-5067C7ED9CF1}"/>
              </a:ext>
            </a:extLst>
          </p:cNvPr>
          <p:cNvSpPr>
            <a:spLocks noGrp="1"/>
          </p:cNvSpPr>
          <p:nvPr/>
        </p:nvSpPr>
        <p:spPr>
          <a:xfrm>
            <a:off x="3713480" y="5539792"/>
            <a:ext cx="28398" cy="28398"/>
          </a:xfrm>
          <a:prstGeom prst="ellipse">
            <a:avLst/>
          </a:prstGeom>
          <a:solidFill>
            <a:srgbClr val="7F8C97">
              <a:alpha val="48000"/>
            </a:srgbClr>
          </a:solidFill>
          <a:ln w="0">
            <a:noFill/>
            <a:prstDash val="solid"/>
          </a:ln>
        </p:spPr>
      </p:sp>
      <p:sp>
        <p:nvSpPr>
          <p:cNvPr id="2911" name="01_find_only_2910">
            <a:extLst>
              <a:ext uri="{FF2B5EF4-FFF2-40B4-BE49-F238E27FC236}">
                <a16:creationId xmlns:a16="http://schemas.microsoft.com/office/drawing/2014/main" id="{008AB510-AFBE-448E-82D0-25A4505E5B61}"/>
              </a:ext>
            </a:extLst>
          </p:cNvPr>
          <p:cNvSpPr>
            <a:spLocks noGrp="1"/>
          </p:cNvSpPr>
          <p:nvPr/>
        </p:nvSpPr>
        <p:spPr>
          <a:xfrm>
            <a:off x="3655774" y="4905784"/>
            <a:ext cx="28398" cy="28398"/>
          </a:xfrm>
          <a:prstGeom prst="ellipse">
            <a:avLst/>
          </a:prstGeom>
          <a:solidFill>
            <a:srgbClr val="7F8C97">
              <a:alpha val="48000"/>
            </a:srgbClr>
          </a:solidFill>
          <a:ln w="0">
            <a:noFill/>
            <a:prstDash val="solid"/>
          </a:ln>
        </p:spPr>
      </p:sp>
      <p:sp>
        <p:nvSpPr>
          <p:cNvPr id="2912" name="01_find_only_2911">
            <a:extLst>
              <a:ext uri="{FF2B5EF4-FFF2-40B4-BE49-F238E27FC236}">
                <a16:creationId xmlns:a16="http://schemas.microsoft.com/office/drawing/2014/main" id="{4275E3DB-AF5C-4F60-B9AB-C3F7B50FCF0C}"/>
              </a:ext>
            </a:extLst>
          </p:cNvPr>
          <p:cNvSpPr>
            <a:spLocks noGrp="1"/>
          </p:cNvSpPr>
          <p:nvPr/>
        </p:nvSpPr>
        <p:spPr>
          <a:xfrm>
            <a:off x="3708138" y="5645460"/>
            <a:ext cx="28398" cy="28398"/>
          </a:xfrm>
          <a:prstGeom prst="ellipse">
            <a:avLst/>
          </a:prstGeom>
          <a:solidFill>
            <a:srgbClr val="7F8C97">
              <a:alpha val="48000"/>
            </a:srgbClr>
          </a:solidFill>
          <a:ln w="0">
            <a:noFill/>
            <a:prstDash val="solid"/>
          </a:ln>
        </p:spPr>
      </p:sp>
      <p:sp>
        <p:nvSpPr>
          <p:cNvPr id="2913" name="01_find_only_2912">
            <a:extLst>
              <a:ext uri="{FF2B5EF4-FFF2-40B4-BE49-F238E27FC236}">
                <a16:creationId xmlns:a16="http://schemas.microsoft.com/office/drawing/2014/main" id="{B1ABD3F6-E09F-45B1-B4A7-FC392F657F9E}"/>
              </a:ext>
            </a:extLst>
          </p:cNvPr>
          <p:cNvSpPr>
            <a:spLocks noGrp="1"/>
          </p:cNvSpPr>
          <p:nvPr/>
        </p:nvSpPr>
        <p:spPr>
          <a:xfrm>
            <a:off x="3708901" y="4905784"/>
            <a:ext cx="28398" cy="28398"/>
          </a:xfrm>
          <a:prstGeom prst="ellipse">
            <a:avLst/>
          </a:prstGeom>
          <a:solidFill>
            <a:srgbClr val="7F8C97">
              <a:alpha val="48000"/>
            </a:srgbClr>
          </a:solidFill>
          <a:ln w="0">
            <a:noFill/>
            <a:prstDash val="solid"/>
          </a:ln>
        </p:spPr>
      </p:sp>
      <p:sp>
        <p:nvSpPr>
          <p:cNvPr id="2914" name="01_find_only_2913">
            <a:extLst>
              <a:ext uri="{FF2B5EF4-FFF2-40B4-BE49-F238E27FC236}">
                <a16:creationId xmlns:a16="http://schemas.microsoft.com/office/drawing/2014/main" id="{2BBBF743-72F8-41BD-AF80-671E11585389}"/>
              </a:ext>
            </a:extLst>
          </p:cNvPr>
          <p:cNvSpPr>
            <a:spLocks noGrp="1"/>
          </p:cNvSpPr>
          <p:nvPr/>
        </p:nvSpPr>
        <p:spPr>
          <a:xfrm>
            <a:off x="3711381" y="5328456"/>
            <a:ext cx="28398" cy="28398"/>
          </a:xfrm>
          <a:prstGeom prst="ellipse">
            <a:avLst/>
          </a:prstGeom>
          <a:solidFill>
            <a:srgbClr val="7F8C97">
              <a:alpha val="48000"/>
            </a:srgbClr>
          </a:solidFill>
          <a:ln w="0">
            <a:noFill/>
            <a:prstDash val="solid"/>
          </a:ln>
        </p:spPr>
      </p:sp>
      <p:sp>
        <p:nvSpPr>
          <p:cNvPr id="2915" name="01_find_only_2914">
            <a:extLst>
              <a:ext uri="{FF2B5EF4-FFF2-40B4-BE49-F238E27FC236}">
                <a16:creationId xmlns:a16="http://schemas.microsoft.com/office/drawing/2014/main" id="{C3FA3901-B813-4C3F-BFFA-AAB1D285AF02}"/>
              </a:ext>
            </a:extLst>
          </p:cNvPr>
          <p:cNvSpPr>
            <a:spLocks noGrp="1"/>
          </p:cNvSpPr>
          <p:nvPr/>
        </p:nvSpPr>
        <p:spPr>
          <a:xfrm>
            <a:off x="3656537" y="5412990"/>
            <a:ext cx="28398" cy="28398"/>
          </a:xfrm>
          <a:prstGeom prst="ellipse">
            <a:avLst/>
          </a:prstGeom>
          <a:solidFill>
            <a:srgbClr val="7F8C97">
              <a:alpha val="48000"/>
            </a:srgbClr>
          </a:solidFill>
          <a:ln w="0">
            <a:noFill/>
            <a:prstDash val="solid"/>
          </a:ln>
        </p:spPr>
      </p:sp>
      <p:sp>
        <p:nvSpPr>
          <p:cNvPr id="2916" name="01_find_only_2915">
            <a:extLst>
              <a:ext uri="{FF2B5EF4-FFF2-40B4-BE49-F238E27FC236}">
                <a16:creationId xmlns:a16="http://schemas.microsoft.com/office/drawing/2014/main" id="{DA64B073-606C-417F-93FF-EA081F7E256D}"/>
              </a:ext>
            </a:extLst>
          </p:cNvPr>
          <p:cNvSpPr>
            <a:spLocks noGrp="1"/>
          </p:cNvSpPr>
          <p:nvPr/>
        </p:nvSpPr>
        <p:spPr>
          <a:xfrm>
            <a:off x="3642134" y="5539792"/>
            <a:ext cx="28398" cy="28398"/>
          </a:xfrm>
          <a:prstGeom prst="ellipse">
            <a:avLst/>
          </a:prstGeom>
          <a:solidFill>
            <a:srgbClr val="7F8C97">
              <a:alpha val="48000"/>
            </a:srgbClr>
          </a:solidFill>
          <a:ln w="0">
            <a:noFill/>
            <a:prstDash val="solid"/>
          </a:ln>
        </p:spPr>
      </p:sp>
      <p:sp>
        <p:nvSpPr>
          <p:cNvPr id="2917" name="01_find_only_2916">
            <a:extLst>
              <a:ext uri="{FF2B5EF4-FFF2-40B4-BE49-F238E27FC236}">
                <a16:creationId xmlns:a16="http://schemas.microsoft.com/office/drawing/2014/main" id="{64B341C0-E312-47E6-9515-B3F9CC7721E6}"/>
              </a:ext>
            </a:extLst>
          </p:cNvPr>
          <p:cNvSpPr>
            <a:spLocks noGrp="1"/>
          </p:cNvSpPr>
          <p:nvPr/>
        </p:nvSpPr>
        <p:spPr>
          <a:xfrm>
            <a:off x="3697646" y="6173800"/>
            <a:ext cx="28398" cy="28398"/>
          </a:xfrm>
          <a:prstGeom prst="ellipse">
            <a:avLst/>
          </a:prstGeom>
          <a:solidFill>
            <a:srgbClr val="7F8C97">
              <a:alpha val="48000"/>
            </a:srgbClr>
          </a:solidFill>
          <a:ln w="0">
            <a:noFill/>
            <a:prstDash val="solid"/>
          </a:ln>
        </p:spPr>
      </p:sp>
      <p:sp>
        <p:nvSpPr>
          <p:cNvPr id="2918" name="01_find_only_2917">
            <a:extLst>
              <a:ext uri="{FF2B5EF4-FFF2-40B4-BE49-F238E27FC236}">
                <a16:creationId xmlns:a16="http://schemas.microsoft.com/office/drawing/2014/main" id="{9A31E7E9-09ED-4CC6-8D77-24331148F62C}"/>
              </a:ext>
            </a:extLst>
          </p:cNvPr>
          <p:cNvSpPr>
            <a:spLocks noGrp="1"/>
          </p:cNvSpPr>
          <p:nvPr/>
        </p:nvSpPr>
        <p:spPr>
          <a:xfrm>
            <a:off x="3637651" y="4905784"/>
            <a:ext cx="28398" cy="28398"/>
          </a:xfrm>
          <a:prstGeom prst="ellipse">
            <a:avLst/>
          </a:prstGeom>
          <a:solidFill>
            <a:srgbClr val="7F8C97">
              <a:alpha val="48000"/>
            </a:srgbClr>
          </a:solidFill>
          <a:ln w="0">
            <a:noFill/>
            <a:prstDash val="solid"/>
          </a:ln>
        </p:spPr>
      </p:sp>
      <p:sp>
        <p:nvSpPr>
          <p:cNvPr id="2919" name="01_find_only_2918">
            <a:extLst>
              <a:ext uri="{FF2B5EF4-FFF2-40B4-BE49-F238E27FC236}">
                <a16:creationId xmlns:a16="http://schemas.microsoft.com/office/drawing/2014/main" id="{15E14D5E-B88B-41BF-BB58-C960937FABF7}"/>
              </a:ext>
            </a:extLst>
          </p:cNvPr>
          <p:cNvSpPr>
            <a:spLocks noGrp="1"/>
          </p:cNvSpPr>
          <p:nvPr/>
        </p:nvSpPr>
        <p:spPr>
          <a:xfrm>
            <a:off x="3643660" y="6173800"/>
            <a:ext cx="28398" cy="28398"/>
          </a:xfrm>
          <a:prstGeom prst="ellipse">
            <a:avLst/>
          </a:prstGeom>
          <a:solidFill>
            <a:srgbClr val="7F8C97">
              <a:alpha val="48000"/>
            </a:srgbClr>
          </a:solidFill>
          <a:ln w="0">
            <a:noFill/>
            <a:prstDash val="solid"/>
          </a:ln>
        </p:spPr>
      </p:sp>
      <p:sp>
        <p:nvSpPr>
          <p:cNvPr id="2920" name="01_find_only_2919">
            <a:extLst>
              <a:ext uri="{FF2B5EF4-FFF2-40B4-BE49-F238E27FC236}">
                <a16:creationId xmlns:a16="http://schemas.microsoft.com/office/drawing/2014/main" id="{79BFE560-658C-4C04-96BE-4DAEA3F26081}"/>
              </a:ext>
            </a:extLst>
          </p:cNvPr>
          <p:cNvSpPr>
            <a:spLocks noGrp="1"/>
          </p:cNvSpPr>
          <p:nvPr/>
        </p:nvSpPr>
        <p:spPr>
          <a:xfrm>
            <a:off x="3700031" y="4905784"/>
            <a:ext cx="28398" cy="28398"/>
          </a:xfrm>
          <a:prstGeom prst="ellipse">
            <a:avLst/>
          </a:prstGeom>
          <a:solidFill>
            <a:srgbClr val="7F8C97">
              <a:alpha val="48000"/>
            </a:srgbClr>
          </a:solidFill>
          <a:ln w="0">
            <a:noFill/>
            <a:prstDash val="solid"/>
          </a:ln>
        </p:spPr>
      </p:sp>
      <p:sp>
        <p:nvSpPr>
          <p:cNvPr id="2921" name="01_find_only_2920">
            <a:extLst>
              <a:ext uri="{FF2B5EF4-FFF2-40B4-BE49-F238E27FC236}">
                <a16:creationId xmlns:a16="http://schemas.microsoft.com/office/drawing/2014/main" id="{D3600D48-C014-4917-B2A1-A8925CC8A3D3}"/>
              </a:ext>
            </a:extLst>
          </p:cNvPr>
          <p:cNvSpPr>
            <a:spLocks noGrp="1"/>
          </p:cNvSpPr>
          <p:nvPr/>
        </p:nvSpPr>
        <p:spPr>
          <a:xfrm>
            <a:off x="3638510" y="4905784"/>
            <a:ext cx="28398" cy="28398"/>
          </a:xfrm>
          <a:prstGeom prst="ellipse">
            <a:avLst/>
          </a:prstGeom>
          <a:solidFill>
            <a:srgbClr val="7F8C97">
              <a:alpha val="48000"/>
            </a:srgbClr>
          </a:solidFill>
          <a:ln w="0">
            <a:noFill/>
            <a:prstDash val="solid"/>
          </a:ln>
        </p:spPr>
      </p:sp>
      <p:sp>
        <p:nvSpPr>
          <p:cNvPr id="2922" name="01_find_only_2921">
            <a:extLst>
              <a:ext uri="{FF2B5EF4-FFF2-40B4-BE49-F238E27FC236}">
                <a16:creationId xmlns:a16="http://schemas.microsoft.com/office/drawing/2014/main" id="{196D7956-CEC1-465F-985F-DC42B8E85134}"/>
              </a:ext>
            </a:extLst>
          </p:cNvPr>
          <p:cNvSpPr>
            <a:spLocks noGrp="1"/>
          </p:cNvSpPr>
          <p:nvPr/>
        </p:nvSpPr>
        <p:spPr>
          <a:xfrm>
            <a:off x="3718344" y="4905784"/>
            <a:ext cx="28398" cy="28398"/>
          </a:xfrm>
          <a:prstGeom prst="ellipse">
            <a:avLst/>
          </a:prstGeom>
          <a:solidFill>
            <a:srgbClr val="7F8C97">
              <a:alpha val="48000"/>
            </a:srgbClr>
          </a:solidFill>
          <a:ln w="0">
            <a:noFill/>
            <a:prstDash val="solid"/>
          </a:ln>
        </p:spPr>
      </p:sp>
      <p:sp>
        <p:nvSpPr>
          <p:cNvPr id="2923" name="01_find_only_2922">
            <a:extLst>
              <a:ext uri="{FF2B5EF4-FFF2-40B4-BE49-F238E27FC236}">
                <a16:creationId xmlns:a16="http://schemas.microsoft.com/office/drawing/2014/main" id="{BEEC53E1-A825-47D4-9A90-EE553A36AA76}"/>
              </a:ext>
            </a:extLst>
          </p:cNvPr>
          <p:cNvSpPr>
            <a:spLocks noGrp="1"/>
          </p:cNvSpPr>
          <p:nvPr/>
        </p:nvSpPr>
        <p:spPr>
          <a:xfrm>
            <a:off x="3703751" y="4905784"/>
            <a:ext cx="28398" cy="28398"/>
          </a:xfrm>
          <a:prstGeom prst="ellipse">
            <a:avLst/>
          </a:prstGeom>
          <a:solidFill>
            <a:srgbClr val="7F8C97">
              <a:alpha val="48000"/>
            </a:srgbClr>
          </a:solidFill>
          <a:ln w="0">
            <a:noFill/>
            <a:prstDash val="solid"/>
          </a:ln>
        </p:spPr>
      </p:sp>
      <p:sp>
        <p:nvSpPr>
          <p:cNvPr id="2924" name="01_find_only_2923">
            <a:extLst>
              <a:ext uri="{FF2B5EF4-FFF2-40B4-BE49-F238E27FC236}">
                <a16:creationId xmlns:a16="http://schemas.microsoft.com/office/drawing/2014/main" id="{E79FE62C-305E-4B95-9088-3C2F780E1D6D}"/>
              </a:ext>
            </a:extLst>
          </p:cNvPr>
          <p:cNvSpPr>
            <a:spLocks noGrp="1"/>
          </p:cNvSpPr>
          <p:nvPr/>
        </p:nvSpPr>
        <p:spPr>
          <a:xfrm>
            <a:off x="3669223" y="4905784"/>
            <a:ext cx="28398" cy="28398"/>
          </a:xfrm>
          <a:prstGeom prst="ellipse">
            <a:avLst/>
          </a:prstGeom>
          <a:solidFill>
            <a:srgbClr val="7F8C97">
              <a:alpha val="48000"/>
            </a:srgbClr>
          </a:solidFill>
          <a:ln w="0">
            <a:noFill/>
            <a:prstDash val="solid"/>
          </a:ln>
        </p:spPr>
      </p:sp>
      <p:sp>
        <p:nvSpPr>
          <p:cNvPr id="2925" name="01_find_only_2924">
            <a:extLst>
              <a:ext uri="{FF2B5EF4-FFF2-40B4-BE49-F238E27FC236}">
                <a16:creationId xmlns:a16="http://schemas.microsoft.com/office/drawing/2014/main" id="{F8CE60E7-F5E8-4B2A-BEEF-EBC5DDF23A55}"/>
              </a:ext>
            </a:extLst>
          </p:cNvPr>
          <p:cNvSpPr>
            <a:spLocks noGrp="1"/>
          </p:cNvSpPr>
          <p:nvPr/>
        </p:nvSpPr>
        <p:spPr>
          <a:xfrm>
            <a:off x="3653103" y="4905784"/>
            <a:ext cx="28398" cy="28398"/>
          </a:xfrm>
          <a:prstGeom prst="ellipse">
            <a:avLst/>
          </a:prstGeom>
          <a:solidFill>
            <a:srgbClr val="7F8C97">
              <a:alpha val="48000"/>
            </a:srgbClr>
          </a:solidFill>
          <a:ln w="0">
            <a:noFill/>
            <a:prstDash val="solid"/>
          </a:ln>
        </p:spPr>
      </p:sp>
      <p:sp>
        <p:nvSpPr>
          <p:cNvPr id="2926" name="01_find_only_2925">
            <a:extLst>
              <a:ext uri="{FF2B5EF4-FFF2-40B4-BE49-F238E27FC236}">
                <a16:creationId xmlns:a16="http://schemas.microsoft.com/office/drawing/2014/main" id="{F53FB2C7-F75E-4944-9E3D-619ED8E5DF95}"/>
              </a:ext>
            </a:extLst>
          </p:cNvPr>
          <p:cNvSpPr>
            <a:spLocks noGrp="1"/>
          </p:cNvSpPr>
          <p:nvPr/>
        </p:nvSpPr>
        <p:spPr>
          <a:xfrm>
            <a:off x="3721015" y="5268074"/>
            <a:ext cx="28398" cy="28398"/>
          </a:xfrm>
          <a:prstGeom prst="ellipse">
            <a:avLst/>
          </a:prstGeom>
          <a:solidFill>
            <a:srgbClr val="7F8C97">
              <a:alpha val="48000"/>
            </a:srgbClr>
          </a:solidFill>
          <a:ln w="0">
            <a:noFill/>
            <a:prstDash val="solid"/>
          </a:ln>
        </p:spPr>
      </p:sp>
      <p:sp>
        <p:nvSpPr>
          <p:cNvPr id="2927" name="01_find_only_2926">
            <a:extLst>
              <a:ext uri="{FF2B5EF4-FFF2-40B4-BE49-F238E27FC236}">
                <a16:creationId xmlns:a16="http://schemas.microsoft.com/office/drawing/2014/main" id="{E9A472BB-5D0C-4F23-9A79-10BBFAC0A91A}"/>
              </a:ext>
            </a:extLst>
          </p:cNvPr>
          <p:cNvSpPr>
            <a:spLocks noGrp="1"/>
          </p:cNvSpPr>
          <p:nvPr/>
        </p:nvSpPr>
        <p:spPr>
          <a:xfrm>
            <a:off x="3686391" y="6173800"/>
            <a:ext cx="28398" cy="28398"/>
          </a:xfrm>
          <a:prstGeom prst="ellipse">
            <a:avLst/>
          </a:prstGeom>
          <a:solidFill>
            <a:srgbClr val="7F8C97">
              <a:alpha val="48000"/>
            </a:srgbClr>
          </a:solidFill>
          <a:ln w="0">
            <a:noFill/>
            <a:prstDash val="solid"/>
          </a:ln>
        </p:spPr>
      </p:sp>
      <p:sp>
        <p:nvSpPr>
          <p:cNvPr id="2928" name="01_find_only_2927">
            <a:extLst>
              <a:ext uri="{FF2B5EF4-FFF2-40B4-BE49-F238E27FC236}">
                <a16:creationId xmlns:a16="http://schemas.microsoft.com/office/drawing/2014/main" id="{693911AE-9925-4A59-8DCC-1A16D53F65BD}"/>
              </a:ext>
            </a:extLst>
          </p:cNvPr>
          <p:cNvSpPr>
            <a:spLocks noGrp="1"/>
          </p:cNvSpPr>
          <p:nvPr/>
        </p:nvSpPr>
        <p:spPr>
          <a:xfrm>
            <a:off x="3708138" y="6173800"/>
            <a:ext cx="28398" cy="28398"/>
          </a:xfrm>
          <a:prstGeom prst="ellipse">
            <a:avLst/>
          </a:prstGeom>
          <a:solidFill>
            <a:srgbClr val="7F8C97">
              <a:alpha val="48000"/>
            </a:srgbClr>
          </a:solidFill>
          <a:ln w="0">
            <a:noFill/>
            <a:prstDash val="solid"/>
          </a:ln>
        </p:spPr>
      </p:sp>
      <p:sp>
        <p:nvSpPr>
          <p:cNvPr id="2929" name="01_find_only_2928">
            <a:extLst>
              <a:ext uri="{FF2B5EF4-FFF2-40B4-BE49-F238E27FC236}">
                <a16:creationId xmlns:a16="http://schemas.microsoft.com/office/drawing/2014/main" id="{8416B6A7-BD7D-4184-BD79-1DFCD73327A6}"/>
              </a:ext>
            </a:extLst>
          </p:cNvPr>
          <p:cNvSpPr>
            <a:spLocks noGrp="1"/>
          </p:cNvSpPr>
          <p:nvPr/>
        </p:nvSpPr>
        <p:spPr>
          <a:xfrm>
            <a:off x="3641276" y="4905784"/>
            <a:ext cx="28398" cy="28398"/>
          </a:xfrm>
          <a:prstGeom prst="ellipse">
            <a:avLst/>
          </a:prstGeom>
          <a:solidFill>
            <a:srgbClr val="7F8C97">
              <a:alpha val="48000"/>
            </a:srgbClr>
          </a:solidFill>
          <a:ln w="0">
            <a:noFill/>
            <a:prstDash val="solid"/>
          </a:ln>
        </p:spPr>
      </p:sp>
      <p:sp>
        <p:nvSpPr>
          <p:cNvPr id="2930" name="01_find_only_2929">
            <a:extLst>
              <a:ext uri="{FF2B5EF4-FFF2-40B4-BE49-F238E27FC236}">
                <a16:creationId xmlns:a16="http://schemas.microsoft.com/office/drawing/2014/main" id="{D665706F-D083-430B-8EE4-46F633B6E3ED}"/>
              </a:ext>
            </a:extLst>
          </p:cNvPr>
          <p:cNvSpPr>
            <a:spLocks noGrp="1"/>
          </p:cNvSpPr>
          <p:nvPr/>
        </p:nvSpPr>
        <p:spPr>
          <a:xfrm>
            <a:off x="3668173" y="4905784"/>
            <a:ext cx="28398" cy="28398"/>
          </a:xfrm>
          <a:prstGeom prst="ellipse">
            <a:avLst/>
          </a:prstGeom>
          <a:solidFill>
            <a:srgbClr val="7F8C97">
              <a:alpha val="48000"/>
            </a:srgbClr>
          </a:solidFill>
          <a:ln w="0">
            <a:noFill/>
            <a:prstDash val="solid"/>
          </a:ln>
        </p:spPr>
      </p:sp>
      <p:sp>
        <p:nvSpPr>
          <p:cNvPr id="2931" name="01_find_only_2930">
            <a:extLst>
              <a:ext uri="{FF2B5EF4-FFF2-40B4-BE49-F238E27FC236}">
                <a16:creationId xmlns:a16="http://schemas.microsoft.com/office/drawing/2014/main" id="{674069A8-86E6-4D49-87EC-34266D5E0792}"/>
              </a:ext>
            </a:extLst>
          </p:cNvPr>
          <p:cNvSpPr>
            <a:spLocks noGrp="1"/>
          </p:cNvSpPr>
          <p:nvPr/>
        </p:nvSpPr>
        <p:spPr>
          <a:xfrm>
            <a:off x="3702225" y="5539792"/>
            <a:ext cx="28398" cy="28398"/>
          </a:xfrm>
          <a:prstGeom prst="ellipse">
            <a:avLst/>
          </a:prstGeom>
          <a:solidFill>
            <a:srgbClr val="7F8C97">
              <a:alpha val="48000"/>
            </a:srgbClr>
          </a:solidFill>
          <a:ln w="0">
            <a:noFill/>
            <a:prstDash val="solid"/>
          </a:ln>
        </p:spPr>
      </p:sp>
      <p:sp>
        <p:nvSpPr>
          <p:cNvPr id="2932" name="01_find_only_2931">
            <a:extLst>
              <a:ext uri="{FF2B5EF4-FFF2-40B4-BE49-F238E27FC236}">
                <a16:creationId xmlns:a16="http://schemas.microsoft.com/office/drawing/2014/main" id="{81002766-EB00-45B8-A30B-02FF62086F80}"/>
              </a:ext>
            </a:extLst>
          </p:cNvPr>
          <p:cNvSpPr>
            <a:spLocks noGrp="1"/>
          </p:cNvSpPr>
          <p:nvPr/>
        </p:nvSpPr>
        <p:spPr>
          <a:xfrm>
            <a:off x="3688394" y="5328456"/>
            <a:ext cx="28398" cy="28398"/>
          </a:xfrm>
          <a:prstGeom prst="ellipse">
            <a:avLst/>
          </a:prstGeom>
          <a:solidFill>
            <a:srgbClr val="7F8C97">
              <a:alpha val="48000"/>
            </a:srgbClr>
          </a:solidFill>
          <a:ln w="0">
            <a:noFill/>
            <a:prstDash val="solid"/>
          </a:ln>
        </p:spPr>
      </p:sp>
      <p:sp>
        <p:nvSpPr>
          <p:cNvPr id="2933" name="01_find_only_2932">
            <a:extLst>
              <a:ext uri="{FF2B5EF4-FFF2-40B4-BE49-F238E27FC236}">
                <a16:creationId xmlns:a16="http://schemas.microsoft.com/office/drawing/2014/main" id="{09430CCE-7122-45B4-A63A-0015D816293A}"/>
              </a:ext>
            </a:extLst>
          </p:cNvPr>
          <p:cNvSpPr>
            <a:spLocks noGrp="1"/>
          </p:cNvSpPr>
          <p:nvPr/>
        </p:nvSpPr>
        <p:spPr>
          <a:xfrm>
            <a:off x="3716341" y="4948051"/>
            <a:ext cx="28398" cy="28398"/>
          </a:xfrm>
          <a:prstGeom prst="ellipse">
            <a:avLst/>
          </a:prstGeom>
          <a:solidFill>
            <a:srgbClr val="7F8C97">
              <a:alpha val="48000"/>
            </a:srgbClr>
          </a:solidFill>
          <a:ln w="0">
            <a:noFill/>
            <a:prstDash val="solid"/>
          </a:ln>
        </p:spPr>
      </p:sp>
      <p:sp>
        <p:nvSpPr>
          <p:cNvPr id="2934" name="01_find_only_2933">
            <a:extLst>
              <a:ext uri="{FF2B5EF4-FFF2-40B4-BE49-F238E27FC236}">
                <a16:creationId xmlns:a16="http://schemas.microsoft.com/office/drawing/2014/main" id="{85A79FCB-B3FE-4923-A138-991BC53BC4D9}"/>
              </a:ext>
            </a:extLst>
          </p:cNvPr>
          <p:cNvSpPr>
            <a:spLocks noGrp="1"/>
          </p:cNvSpPr>
          <p:nvPr/>
        </p:nvSpPr>
        <p:spPr>
          <a:xfrm>
            <a:off x="3627827" y="4905784"/>
            <a:ext cx="28398" cy="28398"/>
          </a:xfrm>
          <a:prstGeom prst="ellipse">
            <a:avLst/>
          </a:prstGeom>
          <a:solidFill>
            <a:srgbClr val="7F8C97">
              <a:alpha val="48000"/>
            </a:srgbClr>
          </a:solidFill>
          <a:ln w="0">
            <a:noFill/>
            <a:prstDash val="solid"/>
          </a:ln>
        </p:spPr>
      </p:sp>
      <p:sp>
        <p:nvSpPr>
          <p:cNvPr id="2935" name="01_find_only_2934">
            <a:extLst>
              <a:ext uri="{FF2B5EF4-FFF2-40B4-BE49-F238E27FC236}">
                <a16:creationId xmlns:a16="http://schemas.microsoft.com/office/drawing/2014/main" id="{A279632D-859F-4427-A01B-D2D8C1F428A1}"/>
              </a:ext>
            </a:extLst>
          </p:cNvPr>
          <p:cNvSpPr>
            <a:spLocks noGrp="1"/>
          </p:cNvSpPr>
          <p:nvPr/>
        </p:nvSpPr>
        <p:spPr>
          <a:xfrm>
            <a:off x="3667124" y="6173800"/>
            <a:ext cx="28398" cy="28398"/>
          </a:xfrm>
          <a:prstGeom prst="ellipse">
            <a:avLst/>
          </a:prstGeom>
          <a:solidFill>
            <a:srgbClr val="7F8C97">
              <a:alpha val="48000"/>
            </a:srgbClr>
          </a:solidFill>
          <a:ln w="0">
            <a:noFill/>
            <a:prstDash val="solid"/>
          </a:ln>
        </p:spPr>
      </p:sp>
      <p:sp>
        <p:nvSpPr>
          <p:cNvPr id="2936" name="01_find_only_2935">
            <a:extLst>
              <a:ext uri="{FF2B5EF4-FFF2-40B4-BE49-F238E27FC236}">
                <a16:creationId xmlns:a16="http://schemas.microsoft.com/office/drawing/2014/main" id="{3B910F4D-AD71-4EED-99A9-04237A545ECB}"/>
              </a:ext>
            </a:extLst>
          </p:cNvPr>
          <p:cNvSpPr>
            <a:spLocks noGrp="1"/>
          </p:cNvSpPr>
          <p:nvPr/>
        </p:nvSpPr>
        <p:spPr>
          <a:xfrm>
            <a:off x="3684961" y="6173800"/>
            <a:ext cx="28398" cy="28398"/>
          </a:xfrm>
          <a:prstGeom prst="ellipse">
            <a:avLst/>
          </a:prstGeom>
          <a:solidFill>
            <a:srgbClr val="7F8C97">
              <a:alpha val="48000"/>
            </a:srgbClr>
          </a:solidFill>
          <a:ln w="0">
            <a:noFill/>
            <a:prstDash val="solid"/>
          </a:ln>
        </p:spPr>
      </p:sp>
      <p:sp>
        <p:nvSpPr>
          <p:cNvPr id="2937" name="01_find_only_2936">
            <a:extLst>
              <a:ext uri="{FF2B5EF4-FFF2-40B4-BE49-F238E27FC236}">
                <a16:creationId xmlns:a16="http://schemas.microsoft.com/office/drawing/2014/main" id="{E4656FBE-58CA-478E-B05E-DC63267262BD}"/>
              </a:ext>
            </a:extLst>
          </p:cNvPr>
          <p:cNvSpPr>
            <a:spLocks noGrp="1"/>
          </p:cNvSpPr>
          <p:nvPr/>
        </p:nvSpPr>
        <p:spPr>
          <a:xfrm>
            <a:off x="3655297" y="6173800"/>
            <a:ext cx="28398" cy="28398"/>
          </a:xfrm>
          <a:prstGeom prst="ellipse">
            <a:avLst/>
          </a:prstGeom>
          <a:solidFill>
            <a:srgbClr val="7F8C97">
              <a:alpha val="48000"/>
            </a:srgbClr>
          </a:solidFill>
          <a:ln w="0">
            <a:noFill/>
            <a:prstDash val="solid"/>
          </a:ln>
        </p:spPr>
      </p:sp>
      <p:sp>
        <p:nvSpPr>
          <p:cNvPr id="2938" name="01_find_only_2937">
            <a:extLst>
              <a:ext uri="{FF2B5EF4-FFF2-40B4-BE49-F238E27FC236}">
                <a16:creationId xmlns:a16="http://schemas.microsoft.com/office/drawing/2014/main" id="{D87D68E0-A294-493A-A53A-ACAF52E3C524}"/>
              </a:ext>
            </a:extLst>
          </p:cNvPr>
          <p:cNvSpPr>
            <a:spLocks noGrp="1"/>
          </p:cNvSpPr>
          <p:nvPr/>
        </p:nvSpPr>
        <p:spPr>
          <a:xfrm>
            <a:off x="3676662" y="4905784"/>
            <a:ext cx="28398" cy="28398"/>
          </a:xfrm>
          <a:prstGeom prst="ellipse">
            <a:avLst/>
          </a:prstGeom>
          <a:solidFill>
            <a:srgbClr val="7F8C97">
              <a:alpha val="48000"/>
            </a:srgbClr>
          </a:solidFill>
          <a:ln w="0">
            <a:noFill/>
            <a:prstDash val="solid"/>
          </a:ln>
        </p:spPr>
      </p:sp>
      <p:sp>
        <p:nvSpPr>
          <p:cNvPr id="2939" name="01_find_only_2938">
            <a:extLst>
              <a:ext uri="{FF2B5EF4-FFF2-40B4-BE49-F238E27FC236}">
                <a16:creationId xmlns:a16="http://schemas.microsoft.com/office/drawing/2014/main" id="{EC300FDA-372F-40DE-A752-3ABDC172924C}"/>
              </a:ext>
            </a:extLst>
          </p:cNvPr>
          <p:cNvSpPr>
            <a:spLocks noGrp="1"/>
          </p:cNvSpPr>
          <p:nvPr/>
        </p:nvSpPr>
        <p:spPr>
          <a:xfrm>
            <a:off x="3664644" y="6068132"/>
            <a:ext cx="28398" cy="28398"/>
          </a:xfrm>
          <a:prstGeom prst="ellipse">
            <a:avLst/>
          </a:prstGeom>
          <a:solidFill>
            <a:srgbClr val="7F8C97">
              <a:alpha val="48000"/>
            </a:srgbClr>
          </a:solidFill>
          <a:ln w="0">
            <a:noFill/>
            <a:prstDash val="solid"/>
          </a:ln>
        </p:spPr>
      </p:sp>
      <p:sp>
        <p:nvSpPr>
          <p:cNvPr id="2940" name="01_find_only_2939">
            <a:extLst>
              <a:ext uri="{FF2B5EF4-FFF2-40B4-BE49-F238E27FC236}">
                <a16:creationId xmlns:a16="http://schemas.microsoft.com/office/drawing/2014/main" id="{F4B07859-ED8D-4E3E-98DE-C7FF1EE027FD}"/>
              </a:ext>
            </a:extLst>
          </p:cNvPr>
          <p:cNvSpPr>
            <a:spLocks noGrp="1"/>
          </p:cNvSpPr>
          <p:nvPr/>
        </p:nvSpPr>
        <p:spPr>
          <a:xfrm>
            <a:off x="3705849" y="6083228"/>
            <a:ext cx="28398" cy="28398"/>
          </a:xfrm>
          <a:prstGeom prst="ellipse">
            <a:avLst/>
          </a:prstGeom>
          <a:solidFill>
            <a:srgbClr val="7F8C97">
              <a:alpha val="48000"/>
            </a:srgbClr>
          </a:solidFill>
          <a:ln w="0">
            <a:noFill/>
            <a:prstDash val="solid"/>
          </a:ln>
        </p:spPr>
      </p:sp>
      <p:sp>
        <p:nvSpPr>
          <p:cNvPr id="2941" name="01_find_only_2940">
            <a:extLst>
              <a:ext uri="{FF2B5EF4-FFF2-40B4-BE49-F238E27FC236}">
                <a16:creationId xmlns:a16="http://schemas.microsoft.com/office/drawing/2014/main" id="{9100B86A-3DE2-41E6-8E96-508C9548B93D}"/>
              </a:ext>
            </a:extLst>
          </p:cNvPr>
          <p:cNvSpPr>
            <a:spLocks noGrp="1"/>
          </p:cNvSpPr>
          <p:nvPr/>
        </p:nvSpPr>
        <p:spPr>
          <a:xfrm>
            <a:off x="3638319" y="4905784"/>
            <a:ext cx="28398" cy="28398"/>
          </a:xfrm>
          <a:prstGeom prst="ellipse">
            <a:avLst/>
          </a:prstGeom>
          <a:solidFill>
            <a:srgbClr val="7F8C97">
              <a:alpha val="48000"/>
            </a:srgbClr>
          </a:solidFill>
          <a:ln w="0">
            <a:noFill/>
            <a:prstDash val="solid"/>
          </a:ln>
        </p:spPr>
      </p:sp>
      <p:sp>
        <p:nvSpPr>
          <p:cNvPr id="2942" name="01_find_only_2941">
            <a:extLst>
              <a:ext uri="{FF2B5EF4-FFF2-40B4-BE49-F238E27FC236}">
                <a16:creationId xmlns:a16="http://schemas.microsoft.com/office/drawing/2014/main" id="{7051A168-564B-4AA3-874F-BB5488832900}"/>
              </a:ext>
            </a:extLst>
          </p:cNvPr>
          <p:cNvSpPr>
            <a:spLocks noGrp="1"/>
          </p:cNvSpPr>
          <p:nvPr/>
        </p:nvSpPr>
        <p:spPr>
          <a:xfrm>
            <a:off x="3642707" y="4905784"/>
            <a:ext cx="28398" cy="28398"/>
          </a:xfrm>
          <a:prstGeom prst="ellipse">
            <a:avLst/>
          </a:prstGeom>
          <a:solidFill>
            <a:srgbClr val="7F8C97">
              <a:alpha val="48000"/>
            </a:srgbClr>
          </a:solidFill>
          <a:ln w="0">
            <a:noFill/>
            <a:prstDash val="solid"/>
          </a:ln>
        </p:spPr>
      </p:sp>
      <p:sp>
        <p:nvSpPr>
          <p:cNvPr id="2943" name="01_find_only_2942">
            <a:extLst>
              <a:ext uri="{FF2B5EF4-FFF2-40B4-BE49-F238E27FC236}">
                <a16:creationId xmlns:a16="http://schemas.microsoft.com/office/drawing/2014/main" id="{847428A3-6335-47D7-A9EC-02006D2D8B8C}"/>
              </a:ext>
            </a:extLst>
          </p:cNvPr>
          <p:cNvSpPr>
            <a:spLocks noGrp="1"/>
          </p:cNvSpPr>
          <p:nvPr/>
        </p:nvSpPr>
        <p:spPr>
          <a:xfrm>
            <a:off x="3682385" y="4905784"/>
            <a:ext cx="28398" cy="28398"/>
          </a:xfrm>
          <a:prstGeom prst="ellipse">
            <a:avLst/>
          </a:prstGeom>
          <a:solidFill>
            <a:srgbClr val="7F8C97">
              <a:alpha val="48000"/>
            </a:srgbClr>
          </a:solidFill>
          <a:ln w="0">
            <a:noFill/>
            <a:prstDash val="solid"/>
          </a:ln>
        </p:spPr>
      </p:sp>
      <p:sp>
        <p:nvSpPr>
          <p:cNvPr id="2944" name="01_find_only_2943">
            <a:extLst>
              <a:ext uri="{FF2B5EF4-FFF2-40B4-BE49-F238E27FC236}">
                <a16:creationId xmlns:a16="http://schemas.microsoft.com/office/drawing/2014/main" id="{FE47D6B0-A288-4BAF-83F9-D80C1A3AFB06}"/>
              </a:ext>
            </a:extLst>
          </p:cNvPr>
          <p:cNvSpPr>
            <a:spLocks noGrp="1"/>
          </p:cNvSpPr>
          <p:nvPr/>
        </p:nvSpPr>
        <p:spPr>
          <a:xfrm>
            <a:off x="3681527" y="4905784"/>
            <a:ext cx="28398" cy="28398"/>
          </a:xfrm>
          <a:prstGeom prst="ellipse">
            <a:avLst/>
          </a:prstGeom>
          <a:solidFill>
            <a:srgbClr val="7F8C97">
              <a:alpha val="48000"/>
            </a:srgbClr>
          </a:solidFill>
          <a:ln w="0">
            <a:noFill/>
            <a:prstDash val="solid"/>
          </a:ln>
        </p:spPr>
      </p:sp>
      <p:sp>
        <p:nvSpPr>
          <p:cNvPr id="2945" name="01_find_only_2944">
            <a:extLst>
              <a:ext uri="{FF2B5EF4-FFF2-40B4-BE49-F238E27FC236}">
                <a16:creationId xmlns:a16="http://schemas.microsoft.com/office/drawing/2014/main" id="{E2247728-97ED-4DA9-BCD6-DE87A88CD159}"/>
              </a:ext>
            </a:extLst>
          </p:cNvPr>
          <p:cNvSpPr>
            <a:spLocks noGrp="1"/>
          </p:cNvSpPr>
          <p:nvPr/>
        </p:nvSpPr>
        <p:spPr>
          <a:xfrm>
            <a:off x="3712526" y="4905784"/>
            <a:ext cx="28398" cy="28398"/>
          </a:xfrm>
          <a:prstGeom prst="ellipse">
            <a:avLst/>
          </a:prstGeom>
          <a:solidFill>
            <a:srgbClr val="7F8C97">
              <a:alpha val="48000"/>
            </a:srgbClr>
          </a:solidFill>
          <a:ln w="0">
            <a:noFill/>
            <a:prstDash val="solid"/>
          </a:ln>
        </p:spPr>
      </p:sp>
      <p:sp>
        <p:nvSpPr>
          <p:cNvPr id="2946" name="01_find_only_2945">
            <a:extLst>
              <a:ext uri="{FF2B5EF4-FFF2-40B4-BE49-F238E27FC236}">
                <a16:creationId xmlns:a16="http://schemas.microsoft.com/office/drawing/2014/main" id="{B57B3FE2-A6B0-45F2-9C69-11B0B005B0AD}"/>
              </a:ext>
            </a:extLst>
          </p:cNvPr>
          <p:cNvSpPr>
            <a:spLocks noGrp="1"/>
          </p:cNvSpPr>
          <p:nvPr/>
        </p:nvSpPr>
        <p:spPr>
          <a:xfrm>
            <a:off x="3698123" y="5539792"/>
            <a:ext cx="28398" cy="28398"/>
          </a:xfrm>
          <a:prstGeom prst="ellipse">
            <a:avLst/>
          </a:prstGeom>
          <a:solidFill>
            <a:srgbClr val="7F8C97">
              <a:alpha val="48000"/>
            </a:srgbClr>
          </a:solidFill>
          <a:ln w="0">
            <a:noFill/>
            <a:prstDash val="solid"/>
          </a:ln>
        </p:spPr>
      </p:sp>
      <p:sp>
        <p:nvSpPr>
          <p:cNvPr id="2947" name="01_find_only_2946">
            <a:extLst>
              <a:ext uri="{FF2B5EF4-FFF2-40B4-BE49-F238E27FC236}">
                <a16:creationId xmlns:a16="http://schemas.microsoft.com/office/drawing/2014/main" id="{8FB0EB5E-4A64-4718-A873-38FB62848658}"/>
              </a:ext>
            </a:extLst>
          </p:cNvPr>
          <p:cNvSpPr>
            <a:spLocks noGrp="1"/>
          </p:cNvSpPr>
          <p:nvPr/>
        </p:nvSpPr>
        <p:spPr>
          <a:xfrm>
            <a:off x="3653103" y="6173800"/>
            <a:ext cx="28398" cy="28398"/>
          </a:xfrm>
          <a:prstGeom prst="ellipse">
            <a:avLst/>
          </a:prstGeom>
          <a:solidFill>
            <a:srgbClr val="7F8C97">
              <a:alpha val="48000"/>
            </a:srgbClr>
          </a:solidFill>
          <a:ln w="0">
            <a:noFill/>
            <a:prstDash val="solid"/>
          </a:ln>
        </p:spPr>
      </p:sp>
      <p:sp>
        <p:nvSpPr>
          <p:cNvPr id="2948" name="01_find_only_2947">
            <a:extLst>
              <a:ext uri="{FF2B5EF4-FFF2-40B4-BE49-F238E27FC236}">
                <a16:creationId xmlns:a16="http://schemas.microsoft.com/office/drawing/2014/main" id="{441DEA17-9691-4B52-913B-F7C43F9C801E}"/>
              </a:ext>
            </a:extLst>
          </p:cNvPr>
          <p:cNvSpPr>
            <a:spLocks noGrp="1"/>
          </p:cNvSpPr>
          <p:nvPr/>
        </p:nvSpPr>
        <p:spPr>
          <a:xfrm>
            <a:off x="3700031" y="5222788"/>
            <a:ext cx="28398" cy="28398"/>
          </a:xfrm>
          <a:prstGeom prst="ellipse">
            <a:avLst/>
          </a:prstGeom>
          <a:solidFill>
            <a:srgbClr val="7F8C97">
              <a:alpha val="48000"/>
            </a:srgbClr>
          </a:solidFill>
          <a:ln w="0">
            <a:noFill/>
            <a:prstDash val="solid"/>
          </a:ln>
        </p:spPr>
      </p:sp>
      <p:sp>
        <p:nvSpPr>
          <p:cNvPr id="2949" name="01_find_only_2948">
            <a:extLst>
              <a:ext uri="{FF2B5EF4-FFF2-40B4-BE49-F238E27FC236}">
                <a16:creationId xmlns:a16="http://schemas.microsoft.com/office/drawing/2014/main" id="{3CEAC263-5723-4D85-A23D-F7861824D4E1}"/>
              </a:ext>
            </a:extLst>
          </p:cNvPr>
          <p:cNvSpPr>
            <a:spLocks noGrp="1"/>
          </p:cNvSpPr>
          <p:nvPr/>
        </p:nvSpPr>
        <p:spPr>
          <a:xfrm>
            <a:off x="3692305" y="4905784"/>
            <a:ext cx="28398" cy="28398"/>
          </a:xfrm>
          <a:prstGeom prst="ellipse">
            <a:avLst/>
          </a:prstGeom>
          <a:solidFill>
            <a:srgbClr val="7F8C97">
              <a:alpha val="48000"/>
            </a:srgbClr>
          </a:solidFill>
          <a:ln w="0">
            <a:noFill/>
            <a:prstDash val="solid"/>
          </a:ln>
        </p:spPr>
      </p:sp>
      <p:sp>
        <p:nvSpPr>
          <p:cNvPr id="2950" name="01_find_only_2949">
            <a:extLst>
              <a:ext uri="{FF2B5EF4-FFF2-40B4-BE49-F238E27FC236}">
                <a16:creationId xmlns:a16="http://schemas.microsoft.com/office/drawing/2014/main" id="{E04A7B24-4AEB-4EEE-89F4-748F87F5698B}"/>
              </a:ext>
            </a:extLst>
          </p:cNvPr>
          <p:cNvSpPr>
            <a:spLocks noGrp="1"/>
          </p:cNvSpPr>
          <p:nvPr/>
        </p:nvSpPr>
        <p:spPr>
          <a:xfrm>
            <a:off x="3696406" y="6173800"/>
            <a:ext cx="28398" cy="28398"/>
          </a:xfrm>
          <a:prstGeom prst="ellipse">
            <a:avLst/>
          </a:prstGeom>
          <a:solidFill>
            <a:srgbClr val="7F8C97">
              <a:alpha val="48000"/>
            </a:srgbClr>
          </a:solidFill>
          <a:ln w="0">
            <a:noFill/>
            <a:prstDash val="solid"/>
          </a:ln>
        </p:spPr>
      </p:sp>
      <p:sp>
        <p:nvSpPr>
          <p:cNvPr id="2951" name="01_find_only_2950">
            <a:extLst>
              <a:ext uri="{FF2B5EF4-FFF2-40B4-BE49-F238E27FC236}">
                <a16:creationId xmlns:a16="http://schemas.microsoft.com/office/drawing/2014/main" id="{CEEFB90B-B3C8-48C8-8EDB-4B78B3F6411B}"/>
              </a:ext>
            </a:extLst>
          </p:cNvPr>
          <p:cNvSpPr>
            <a:spLocks noGrp="1"/>
          </p:cNvSpPr>
          <p:nvPr/>
        </p:nvSpPr>
        <p:spPr>
          <a:xfrm>
            <a:off x="3678379" y="6173800"/>
            <a:ext cx="28398" cy="28398"/>
          </a:xfrm>
          <a:prstGeom prst="ellipse">
            <a:avLst/>
          </a:prstGeom>
          <a:solidFill>
            <a:srgbClr val="7F8C97">
              <a:alpha val="48000"/>
            </a:srgbClr>
          </a:solidFill>
          <a:ln w="0">
            <a:noFill/>
            <a:prstDash val="solid"/>
          </a:ln>
        </p:spPr>
      </p:sp>
      <p:sp>
        <p:nvSpPr>
          <p:cNvPr id="2952" name="01_find_only_2951">
            <a:extLst>
              <a:ext uri="{FF2B5EF4-FFF2-40B4-BE49-F238E27FC236}">
                <a16:creationId xmlns:a16="http://schemas.microsoft.com/office/drawing/2014/main" id="{3A8851C8-837F-4BB4-B448-08C86A064027}"/>
              </a:ext>
            </a:extLst>
          </p:cNvPr>
          <p:cNvSpPr>
            <a:spLocks noGrp="1"/>
          </p:cNvSpPr>
          <p:nvPr/>
        </p:nvSpPr>
        <p:spPr>
          <a:xfrm>
            <a:off x="3628876" y="5539792"/>
            <a:ext cx="28398" cy="28398"/>
          </a:xfrm>
          <a:prstGeom prst="ellipse">
            <a:avLst/>
          </a:prstGeom>
          <a:solidFill>
            <a:srgbClr val="7F8C97">
              <a:alpha val="48000"/>
            </a:srgbClr>
          </a:solidFill>
          <a:ln w="0">
            <a:noFill/>
            <a:prstDash val="solid"/>
          </a:ln>
        </p:spPr>
      </p:sp>
      <p:sp>
        <p:nvSpPr>
          <p:cNvPr id="2953" name="01_find_only_2952">
            <a:extLst>
              <a:ext uri="{FF2B5EF4-FFF2-40B4-BE49-F238E27FC236}">
                <a16:creationId xmlns:a16="http://schemas.microsoft.com/office/drawing/2014/main" id="{AE20F9EF-DB16-4E38-89F7-1CCF734399F0}"/>
              </a:ext>
            </a:extLst>
          </p:cNvPr>
          <p:cNvSpPr>
            <a:spLocks noGrp="1"/>
          </p:cNvSpPr>
          <p:nvPr/>
        </p:nvSpPr>
        <p:spPr>
          <a:xfrm>
            <a:off x="3692687" y="5686102"/>
            <a:ext cx="28398" cy="28398"/>
          </a:xfrm>
          <a:prstGeom prst="ellipse">
            <a:avLst/>
          </a:prstGeom>
          <a:solidFill>
            <a:srgbClr val="7F8C97">
              <a:alpha val="48000"/>
            </a:srgbClr>
          </a:solidFill>
          <a:ln w="0">
            <a:noFill/>
            <a:prstDash val="solid"/>
          </a:ln>
        </p:spPr>
      </p:sp>
      <p:sp>
        <p:nvSpPr>
          <p:cNvPr id="2954" name="01_find_only_2953">
            <a:extLst>
              <a:ext uri="{FF2B5EF4-FFF2-40B4-BE49-F238E27FC236}">
                <a16:creationId xmlns:a16="http://schemas.microsoft.com/office/drawing/2014/main" id="{7180AF57-547E-40A8-B0E4-DE62633FBE7A}"/>
              </a:ext>
            </a:extLst>
          </p:cNvPr>
          <p:cNvSpPr>
            <a:spLocks noGrp="1"/>
          </p:cNvSpPr>
          <p:nvPr/>
        </p:nvSpPr>
        <p:spPr>
          <a:xfrm>
            <a:off x="3705277" y="5539792"/>
            <a:ext cx="28398" cy="28398"/>
          </a:xfrm>
          <a:prstGeom prst="ellipse">
            <a:avLst/>
          </a:prstGeom>
          <a:solidFill>
            <a:srgbClr val="7F8C97">
              <a:alpha val="48000"/>
            </a:srgbClr>
          </a:solidFill>
          <a:ln w="0">
            <a:noFill/>
            <a:prstDash val="solid"/>
          </a:ln>
        </p:spPr>
      </p:sp>
      <p:sp>
        <p:nvSpPr>
          <p:cNvPr id="2955" name="01_find_only_2954">
            <a:extLst>
              <a:ext uri="{FF2B5EF4-FFF2-40B4-BE49-F238E27FC236}">
                <a16:creationId xmlns:a16="http://schemas.microsoft.com/office/drawing/2014/main" id="{33CF8A83-0427-4BD6-BDFD-784094181BA5}"/>
              </a:ext>
            </a:extLst>
          </p:cNvPr>
          <p:cNvSpPr>
            <a:spLocks noGrp="1"/>
          </p:cNvSpPr>
          <p:nvPr/>
        </p:nvSpPr>
        <p:spPr>
          <a:xfrm>
            <a:off x="3644710" y="4905784"/>
            <a:ext cx="28398" cy="28398"/>
          </a:xfrm>
          <a:prstGeom prst="ellipse">
            <a:avLst/>
          </a:prstGeom>
          <a:solidFill>
            <a:srgbClr val="7F8C97">
              <a:alpha val="48000"/>
            </a:srgbClr>
          </a:solidFill>
          <a:ln w="0">
            <a:noFill/>
            <a:prstDash val="solid"/>
          </a:ln>
        </p:spPr>
      </p:sp>
      <p:sp>
        <p:nvSpPr>
          <p:cNvPr id="2956" name="01_find_only_2955">
            <a:extLst>
              <a:ext uri="{FF2B5EF4-FFF2-40B4-BE49-F238E27FC236}">
                <a16:creationId xmlns:a16="http://schemas.microsoft.com/office/drawing/2014/main" id="{5B435832-3F5F-454C-B593-BD0CB3CC0EAB}"/>
              </a:ext>
            </a:extLst>
          </p:cNvPr>
          <p:cNvSpPr>
            <a:spLocks noGrp="1"/>
          </p:cNvSpPr>
          <p:nvPr/>
        </p:nvSpPr>
        <p:spPr>
          <a:xfrm>
            <a:off x="3637556" y="4905784"/>
            <a:ext cx="28398" cy="28398"/>
          </a:xfrm>
          <a:prstGeom prst="ellipse">
            <a:avLst/>
          </a:prstGeom>
          <a:solidFill>
            <a:srgbClr val="7F8C97">
              <a:alpha val="48000"/>
            </a:srgbClr>
          </a:solidFill>
          <a:ln w="0">
            <a:noFill/>
            <a:prstDash val="solid"/>
          </a:ln>
        </p:spPr>
      </p:sp>
      <p:sp>
        <p:nvSpPr>
          <p:cNvPr id="2957" name="01_find_only_2956">
            <a:extLst>
              <a:ext uri="{FF2B5EF4-FFF2-40B4-BE49-F238E27FC236}">
                <a16:creationId xmlns:a16="http://schemas.microsoft.com/office/drawing/2014/main" id="{C15EBBE2-9890-4735-8C79-C8BA086D2613}"/>
              </a:ext>
            </a:extLst>
          </p:cNvPr>
          <p:cNvSpPr>
            <a:spLocks noGrp="1"/>
          </p:cNvSpPr>
          <p:nvPr/>
        </p:nvSpPr>
        <p:spPr>
          <a:xfrm>
            <a:off x="3692496" y="5064286"/>
            <a:ext cx="28398" cy="28398"/>
          </a:xfrm>
          <a:prstGeom prst="ellipse">
            <a:avLst/>
          </a:prstGeom>
          <a:solidFill>
            <a:srgbClr val="7F8C97">
              <a:alpha val="48000"/>
            </a:srgbClr>
          </a:solidFill>
          <a:ln w="0">
            <a:noFill/>
            <a:prstDash val="solid"/>
          </a:ln>
        </p:spPr>
      </p:sp>
      <p:sp>
        <p:nvSpPr>
          <p:cNvPr id="2958" name="01_find_only_2957">
            <a:extLst>
              <a:ext uri="{FF2B5EF4-FFF2-40B4-BE49-F238E27FC236}">
                <a16:creationId xmlns:a16="http://schemas.microsoft.com/office/drawing/2014/main" id="{596E285F-B542-4360-A414-298EEA13A841}"/>
              </a:ext>
            </a:extLst>
          </p:cNvPr>
          <p:cNvSpPr>
            <a:spLocks noGrp="1"/>
          </p:cNvSpPr>
          <p:nvPr/>
        </p:nvSpPr>
        <p:spPr>
          <a:xfrm>
            <a:off x="3717104" y="4905784"/>
            <a:ext cx="28398" cy="28398"/>
          </a:xfrm>
          <a:prstGeom prst="ellipse">
            <a:avLst/>
          </a:prstGeom>
          <a:solidFill>
            <a:srgbClr val="7F8C97">
              <a:alpha val="48000"/>
            </a:srgbClr>
          </a:solidFill>
          <a:ln w="0">
            <a:noFill/>
            <a:prstDash val="solid"/>
          </a:ln>
        </p:spPr>
      </p:sp>
      <p:sp>
        <p:nvSpPr>
          <p:cNvPr id="2959" name="01_find_only_2958">
            <a:extLst>
              <a:ext uri="{FF2B5EF4-FFF2-40B4-BE49-F238E27FC236}">
                <a16:creationId xmlns:a16="http://schemas.microsoft.com/office/drawing/2014/main" id="{0B3BEB07-1275-4394-945A-A41359FDA110}"/>
              </a:ext>
            </a:extLst>
          </p:cNvPr>
          <p:cNvSpPr>
            <a:spLocks noGrp="1"/>
          </p:cNvSpPr>
          <p:nvPr/>
        </p:nvSpPr>
        <p:spPr>
          <a:xfrm>
            <a:off x="3721206" y="4905784"/>
            <a:ext cx="28398" cy="28398"/>
          </a:xfrm>
          <a:prstGeom prst="ellipse">
            <a:avLst/>
          </a:prstGeom>
          <a:solidFill>
            <a:srgbClr val="7F8C97">
              <a:alpha val="48000"/>
            </a:srgbClr>
          </a:solidFill>
          <a:ln w="0">
            <a:noFill/>
            <a:prstDash val="solid"/>
          </a:ln>
        </p:spPr>
      </p:sp>
      <p:sp>
        <p:nvSpPr>
          <p:cNvPr id="2960" name="01_find_only_2959">
            <a:extLst>
              <a:ext uri="{FF2B5EF4-FFF2-40B4-BE49-F238E27FC236}">
                <a16:creationId xmlns:a16="http://schemas.microsoft.com/office/drawing/2014/main" id="{8D442767-F57E-483C-9A82-81F22E8BC4F4}"/>
              </a:ext>
            </a:extLst>
          </p:cNvPr>
          <p:cNvSpPr>
            <a:spLocks noGrp="1"/>
          </p:cNvSpPr>
          <p:nvPr/>
        </p:nvSpPr>
        <p:spPr>
          <a:xfrm>
            <a:off x="3662260" y="4905784"/>
            <a:ext cx="28398" cy="28398"/>
          </a:xfrm>
          <a:prstGeom prst="ellipse">
            <a:avLst/>
          </a:prstGeom>
          <a:solidFill>
            <a:srgbClr val="7F8C97">
              <a:alpha val="48000"/>
            </a:srgbClr>
          </a:solidFill>
          <a:ln w="0">
            <a:noFill/>
            <a:prstDash val="solid"/>
          </a:ln>
        </p:spPr>
      </p:sp>
      <p:sp>
        <p:nvSpPr>
          <p:cNvPr id="2961" name="01_find_only_2960">
            <a:extLst>
              <a:ext uri="{FF2B5EF4-FFF2-40B4-BE49-F238E27FC236}">
                <a16:creationId xmlns:a16="http://schemas.microsoft.com/office/drawing/2014/main" id="{15FF6362-F010-4993-BD21-73097D1A49D1}"/>
              </a:ext>
            </a:extLst>
          </p:cNvPr>
          <p:cNvSpPr>
            <a:spLocks noGrp="1"/>
          </p:cNvSpPr>
          <p:nvPr/>
        </p:nvSpPr>
        <p:spPr>
          <a:xfrm>
            <a:off x="3697265" y="5328456"/>
            <a:ext cx="28398" cy="28398"/>
          </a:xfrm>
          <a:prstGeom prst="ellipse">
            <a:avLst/>
          </a:prstGeom>
          <a:solidFill>
            <a:srgbClr val="7F8C97">
              <a:alpha val="48000"/>
            </a:srgbClr>
          </a:solidFill>
          <a:ln w="0">
            <a:noFill/>
            <a:prstDash val="solid"/>
          </a:ln>
        </p:spPr>
      </p:sp>
      <p:sp>
        <p:nvSpPr>
          <p:cNvPr id="2962" name="01_find_only_2961">
            <a:extLst>
              <a:ext uri="{FF2B5EF4-FFF2-40B4-BE49-F238E27FC236}">
                <a16:creationId xmlns:a16="http://schemas.microsoft.com/office/drawing/2014/main" id="{686E3626-A01C-43F8-97F6-6884A18D0C9F}"/>
              </a:ext>
            </a:extLst>
          </p:cNvPr>
          <p:cNvSpPr>
            <a:spLocks noGrp="1"/>
          </p:cNvSpPr>
          <p:nvPr/>
        </p:nvSpPr>
        <p:spPr>
          <a:xfrm>
            <a:off x="3704514" y="4905784"/>
            <a:ext cx="28398" cy="28398"/>
          </a:xfrm>
          <a:prstGeom prst="ellipse">
            <a:avLst/>
          </a:prstGeom>
          <a:solidFill>
            <a:srgbClr val="7F8C97">
              <a:alpha val="48000"/>
            </a:srgbClr>
          </a:solidFill>
          <a:ln w="0">
            <a:noFill/>
            <a:prstDash val="solid"/>
          </a:ln>
        </p:spPr>
      </p:sp>
      <p:sp>
        <p:nvSpPr>
          <p:cNvPr id="2963" name="01_find_only_2962">
            <a:extLst>
              <a:ext uri="{FF2B5EF4-FFF2-40B4-BE49-F238E27FC236}">
                <a16:creationId xmlns:a16="http://schemas.microsoft.com/office/drawing/2014/main" id="{37FD85F8-2A84-4CEE-81AA-28A4981E0249}"/>
              </a:ext>
            </a:extLst>
          </p:cNvPr>
          <p:cNvSpPr>
            <a:spLocks noGrp="1"/>
          </p:cNvSpPr>
          <p:nvPr/>
        </p:nvSpPr>
        <p:spPr>
          <a:xfrm>
            <a:off x="3716055" y="4905784"/>
            <a:ext cx="28398" cy="28398"/>
          </a:xfrm>
          <a:prstGeom prst="ellipse">
            <a:avLst/>
          </a:prstGeom>
          <a:solidFill>
            <a:srgbClr val="7F8C97">
              <a:alpha val="48000"/>
            </a:srgbClr>
          </a:solidFill>
          <a:ln w="0">
            <a:noFill/>
            <a:prstDash val="solid"/>
          </a:ln>
        </p:spPr>
      </p:sp>
      <p:sp>
        <p:nvSpPr>
          <p:cNvPr id="2964" name="01_find_only_2963">
            <a:extLst>
              <a:ext uri="{FF2B5EF4-FFF2-40B4-BE49-F238E27FC236}">
                <a16:creationId xmlns:a16="http://schemas.microsoft.com/office/drawing/2014/main" id="{5D4009C0-401C-446B-A575-FF65430EAD66}"/>
              </a:ext>
            </a:extLst>
          </p:cNvPr>
          <p:cNvSpPr>
            <a:spLocks noGrp="1"/>
          </p:cNvSpPr>
          <p:nvPr/>
        </p:nvSpPr>
        <p:spPr>
          <a:xfrm>
            <a:off x="3705945" y="4905784"/>
            <a:ext cx="28398" cy="28398"/>
          </a:xfrm>
          <a:prstGeom prst="ellipse">
            <a:avLst/>
          </a:prstGeom>
          <a:solidFill>
            <a:srgbClr val="7F8C97">
              <a:alpha val="48000"/>
            </a:srgbClr>
          </a:solidFill>
          <a:ln w="0">
            <a:noFill/>
            <a:prstDash val="solid"/>
          </a:ln>
        </p:spPr>
      </p:sp>
      <p:sp>
        <p:nvSpPr>
          <p:cNvPr id="2965" name="01_find_only_2964">
            <a:extLst>
              <a:ext uri="{FF2B5EF4-FFF2-40B4-BE49-F238E27FC236}">
                <a16:creationId xmlns:a16="http://schemas.microsoft.com/office/drawing/2014/main" id="{054B565B-1122-4A85-9DB4-523CA43E22EE}"/>
              </a:ext>
            </a:extLst>
          </p:cNvPr>
          <p:cNvSpPr>
            <a:spLocks noGrp="1"/>
          </p:cNvSpPr>
          <p:nvPr/>
        </p:nvSpPr>
        <p:spPr>
          <a:xfrm>
            <a:off x="3691542" y="4905784"/>
            <a:ext cx="28398" cy="28398"/>
          </a:xfrm>
          <a:prstGeom prst="ellipse">
            <a:avLst/>
          </a:prstGeom>
          <a:solidFill>
            <a:srgbClr val="7F8C97">
              <a:alpha val="48000"/>
            </a:srgbClr>
          </a:solidFill>
          <a:ln w="0">
            <a:noFill/>
            <a:prstDash val="solid"/>
          </a:ln>
        </p:spPr>
      </p:sp>
      <p:sp>
        <p:nvSpPr>
          <p:cNvPr id="2966" name="01_find_only_2965">
            <a:extLst>
              <a:ext uri="{FF2B5EF4-FFF2-40B4-BE49-F238E27FC236}">
                <a16:creationId xmlns:a16="http://schemas.microsoft.com/office/drawing/2014/main" id="{F6CFAA16-5B6A-4F50-B03B-DF4836E641A3}"/>
              </a:ext>
            </a:extLst>
          </p:cNvPr>
          <p:cNvSpPr>
            <a:spLocks noGrp="1"/>
          </p:cNvSpPr>
          <p:nvPr/>
        </p:nvSpPr>
        <p:spPr>
          <a:xfrm>
            <a:off x="3633073" y="4905784"/>
            <a:ext cx="28398" cy="28398"/>
          </a:xfrm>
          <a:prstGeom prst="ellipse">
            <a:avLst/>
          </a:prstGeom>
          <a:solidFill>
            <a:srgbClr val="7F8C97">
              <a:alpha val="48000"/>
            </a:srgbClr>
          </a:solidFill>
          <a:ln w="0">
            <a:noFill/>
            <a:prstDash val="solid"/>
          </a:ln>
        </p:spPr>
      </p:sp>
      <p:sp>
        <p:nvSpPr>
          <p:cNvPr id="2967" name="01_find_only_2966">
            <a:extLst>
              <a:ext uri="{FF2B5EF4-FFF2-40B4-BE49-F238E27FC236}">
                <a16:creationId xmlns:a16="http://schemas.microsoft.com/office/drawing/2014/main" id="{23436520-EB7D-4C01-813C-EA24B5687893}"/>
              </a:ext>
            </a:extLst>
          </p:cNvPr>
          <p:cNvSpPr>
            <a:spLocks noGrp="1"/>
          </p:cNvSpPr>
          <p:nvPr/>
        </p:nvSpPr>
        <p:spPr>
          <a:xfrm>
            <a:off x="3642325" y="6004731"/>
            <a:ext cx="28398" cy="28398"/>
          </a:xfrm>
          <a:prstGeom prst="ellipse">
            <a:avLst/>
          </a:prstGeom>
          <a:solidFill>
            <a:srgbClr val="7F8C97">
              <a:alpha val="48000"/>
            </a:srgbClr>
          </a:solidFill>
          <a:ln w="0">
            <a:noFill/>
            <a:prstDash val="solid"/>
          </a:ln>
        </p:spPr>
      </p:sp>
      <p:sp>
        <p:nvSpPr>
          <p:cNvPr id="2968" name="01_find_only_2967">
            <a:extLst>
              <a:ext uri="{FF2B5EF4-FFF2-40B4-BE49-F238E27FC236}">
                <a16:creationId xmlns:a16="http://schemas.microsoft.com/office/drawing/2014/main" id="{9441E7E4-3094-4BB9-8016-B6B55724DAF6}"/>
              </a:ext>
            </a:extLst>
          </p:cNvPr>
          <p:cNvSpPr>
            <a:spLocks noGrp="1"/>
          </p:cNvSpPr>
          <p:nvPr/>
        </p:nvSpPr>
        <p:spPr>
          <a:xfrm>
            <a:off x="3692496" y="4905784"/>
            <a:ext cx="28398" cy="28398"/>
          </a:xfrm>
          <a:prstGeom prst="ellipse">
            <a:avLst/>
          </a:prstGeom>
          <a:solidFill>
            <a:srgbClr val="7F8C97">
              <a:alpha val="48000"/>
            </a:srgbClr>
          </a:solidFill>
          <a:ln w="0">
            <a:noFill/>
            <a:prstDash val="solid"/>
          </a:ln>
        </p:spPr>
      </p:sp>
      <p:sp>
        <p:nvSpPr>
          <p:cNvPr id="2969" name="01_find_only_2968">
            <a:extLst>
              <a:ext uri="{FF2B5EF4-FFF2-40B4-BE49-F238E27FC236}">
                <a16:creationId xmlns:a16="http://schemas.microsoft.com/office/drawing/2014/main" id="{53E12B3C-C164-45F6-A24E-3814E3A55BA9}"/>
              </a:ext>
            </a:extLst>
          </p:cNvPr>
          <p:cNvSpPr>
            <a:spLocks noGrp="1"/>
          </p:cNvSpPr>
          <p:nvPr/>
        </p:nvSpPr>
        <p:spPr>
          <a:xfrm>
            <a:off x="3682862" y="4905784"/>
            <a:ext cx="28398" cy="28398"/>
          </a:xfrm>
          <a:prstGeom prst="ellipse">
            <a:avLst/>
          </a:prstGeom>
          <a:solidFill>
            <a:srgbClr val="7F8C97">
              <a:alpha val="48000"/>
            </a:srgbClr>
          </a:solidFill>
          <a:ln w="0">
            <a:noFill/>
            <a:prstDash val="solid"/>
          </a:ln>
        </p:spPr>
      </p:sp>
      <p:sp>
        <p:nvSpPr>
          <p:cNvPr id="2970" name="01_find_only_2969">
            <a:extLst>
              <a:ext uri="{FF2B5EF4-FFF2-40B4-BE49-F238E27FC236}">
                <a16:creationId xmlns:a16="http://schemas.microsoft.com/office/drawing/2014/main" id="{3CB5C368-2B69-4D68-B901-F48C7A518A00}"/>
              </a:ext>
            </a:extLst>
          </p:cNvPr>
          <p:cNvSpPr>
            <a:spLocks noGrp="1"/>
          </p:cNvSpPr>
          <p:nvPr/>
        </p:nvSpPr>
        <p:spPr>
          <a:xfrm>
            <a:off x="3646331" y="4905784"/>
            <a:ext cx="28398" cy="28398"/>
          </a:xfrm>
          <a:prstGeom prst="ellipse">
            <a:avLst/>
          </a:prstGeom>
          <a:solidFill>
            <a:srgbClr val="7F8C97">
              <a:alpha val="48000"/>
            </a:srgbClr>
          </a:solidFill>
          <a:ln w="0">
            <a:noFill/>
            <a:prstDash val="solid"/>
          </a:ln>
        </p:spPr>
      </p:sp>
      <p:sp>
        <p:nvSpPr>
          <p:cNvPr id="2971" name="01_find_only_2970">
            <a:extLst>
              <a:ext uri="{FF2B5EF4-FFF2-40B4-BE49-F238E27FC236}">
                <a16:creationId xmlns:a16="http://schemas.microsoft.com/office/drawing/2014/main" id="{14E929F1-9122-409A-9FAB-1B5F97F74AAC}"/>
              </a:ext>
            </a:extLst>
          </p:cNvPr>
          <p:cNvSpPr>
            <a:spLocks noGrp="1"/>
          </p:cNvSpPr>
          <p:nvPr/>
        </p:nvSpPr>
        <p:spPr>
          <a:xfrm>
            <a:off x="3663595" y="4905784"/>
            <a:ext cx="28398" cy="28398"/>
          </a:xfrm>
          <a:prstGeom prst="ellipse">
            <a:avLst/>
          </a:prstGeom>
          <a:solidFill>
            <a:srgbClr val="7F8C97">
              <a:alpha val="48000"/>
            </a:srgbClr>
          </a:solidFill>
          <a:ln w="0">
            <a:noFill/>
            <a:prstDash val="solid"/>
          </a:ln>
        </p:spPr>
      </p:sp>
      <p:sp>
        <p:nvSpPr>
          <p:cNvPr id="2972" name="01_find_only_2971">
            <a:extLst>
              <a:ext uri="{FF2B5EF4-FFF2-40B4-BE49-F238E27FC236}">
                <a16:creationId xmlns:a16="http://schemas.microsoft.com/office/drawing/2014/main" id="{B6D95558-3378-4646-966F-5F61F5E4E697}"/>
              </a:ext>
            </a:extLst>
          </p:cNvPr>
          <p:cNvSpPr>
            <a:spLocks noGrp="1"/>
          </p:cNvSpPr>
          <p:nvPr/>
        </p:nvSpPr>
        <p:spPr>
          <a:xfrm>
            <a:off x="3629830" y="6128514"/>
            <a:ext cx="28398" cy="28398"/>
          </a:xfrm>
          <a:prstGeom prst="ellipse">
            <a:avLst/>
          </a:prstGeom>
          <a:solidFill>
            <a:srgbClr val="7F8C97">
              <a:alpha val="48000"/>
            </a:srgbClr>
          </a:solidFill>
          <a:ln w="0">
            <a:noFill/>
            <a:prstDash val="solid"/>
          </a:ln>
        </p:spPr>
      </p:sp>
      <p:sp>
        <p:nvSpPr>
          <p:cNvPr id="2973" name="01_find_only_2972">
            <a:extLst>
              <a:ext uri="{FF2B5EF4-FFF2-40B4-BE49-F238E27FC236}">
                <a16:creationId xmlns:a16="http://schemas.microsoft.com/office/drawing/2014/main" id="{35358E94-B112-492C-BB39-2EE0F7EC0FA4}"/>
              </a:ext>
            </a:extLst>
          </p:cNvPr>
          <p:cNvSpPr>
            <a:spLocks noGrp="1"/>
          </p:cNvSpPr>
          <p:nvPr/>
        </p:nvSpPr>
        <p:spPr>
          <a:xfrm>
            <a:off x="4147190" y="4905784"/>
            <a:ext cx="28398" cy="28398"/>
          </a:xfrm>
          <a:prstGeom prst="ellipse">
            <a:avLst/>
          </a:prstGeom>
          <a:solidFill>
            <a:srgbClr val="7F8C97">
              <a:alpha val="48000"/>
            </a:srgbClr>
          </a:solidFill>
          <a:ln w="0">
            <a:noFill/>
            <a:prstDash val="solid"/>
          </a:ln>
        </p:spPr>
      </p:sp>
      <p:sp>
        <p:nvSpPr>
          <p:cNvPr id="2974" name="01_find_only_2973">
            <a:extLst>
              <a:ext uri="{FF2B5EF4-FFF2-40B4-BE49-F238E27FC236}">
                <a16:creationId xmlns:a16="http://schemas.microsoft.com/office/drawing/2014/main" id="{5EF95E99-AE7D-460A-85B3-681F166FF85A}"/>
              </a:ext>
            </a:extLst>
          </p:cNvPr>
          <p:cNvSpPr>
            <a:spLocks noGrp="1"/>
          </p:cNvSpPr>
          <p:nvPr/>
        </p:nvSpPr>
        <p:spPr>
          <a:xfrm>
            <a:off x="4208234" y="4905784"/>
            <a:ext cx="28398" cy="28398"/>
          </a:xfrm>
          <a:prstGeom prst="ellipse">
            <a:avLst/>
          </a:prstGeom>
          <a:solidFill>
            <a:srgbClr val="7F8C97">
              <a:alpha val="48000"/>
            </a:srgbClr>
          </a:solidFill>
          <a:ln w="0">
            <a:noFill/>
            <a:prstDash val="solid"/>
          </a:ln>
        </p:spPr>
      </p:sp>
      <p:sp>
        <p:nvSpPr>
          <p:cNvPr id="2975" name="01_find_only_2974">
            <a:extLst>
              <a:ext uri="{FF2B5EF4-FFF2-40B4-BE49-F238E27FC236}">
                <a16:creationId xmlns:a16="http://schemas.microsoft.com/office/drawing/2014/main" id="{FACDFB75-5720-48AE-A2CF-5F70FAD3E948}"/>
              </a:ext>
            </a:extLst>
          </p:cNvPr>
          <p:cNvSpPr>
            <a:spLocks noGrp="1"/>
          </p:cNvSpPr>
          <p:nvPr/>
        </p:nvSpPr>
        <p:spPr>
          <a:xfrm>
            <a:off x="4127159" y="4905784"/>
            <a:ext cx="28398" cy="28398"/>
          </a:xfrm>
          <a:prstGeom prst="ellipse">
            <a:avLst/>
          </a:prstGeom>
          <a:solidFill>
            <a:srgbClr val="7F8C97">
              <a:alpha val="48000"/>
            </a:srgbClr>
          </a:solidFill>
          <a:ln w="0">
            <a:noFill/>
            <a:prstDash val="solid"/>
          </a:ln>
        </p:spPr>
      </p:sp>
      <p:sp>
        <p:nvSpPr>
          <p:cNvPr id="2976" name="01_find_only_2975">
            <a:extLst>
              <a:ext uri="{FF2B5EF4-FFF2-40B4-BE49-F238E27FC236}">
                <a16:creationId xmlns:a16="http://schemas.microsoft.com/office/drawing/2014/main" id="{D759BF21-5A6D-445B-8170-0377217D047D}"/>
              </a:ext>
            </a:extLst>
          </p:cNvPr>
          <p:cNvSpPr>
            <a:spLocks noGrp="1"/>
          </p:cNvSpPr>
          <p:nvPr/>
        </p:nvSpPr>
        <p:spPr>
          <a:xfrm>
            <a:off x="4200603" y="4905784"/>
            <a:ext cx="28398" cy="28398"/>
          </a:xfrm>
          <a:prstGeom prst="ellipse">
            <a:avLst/>
          </a:prstGeom>
          <a:solidFill>
            <a:srgbClr val="7F8C97">
              <a:alpha val="48000"/>
            </a:srgbClr>
          </a:solidFill>
          <a:ln w="0">
            <a:noFill/>
            <a:prstDash val="solid"/>
          </a:ln>
        </p:spPr>
      </p:sp>
      <p:sp>
        <p:nvSpPr>
          <p:cNvPr id="2977" name="01_find_only_2976">
            <a:extLst>
              <a:ext uri="{FF2B5EF4-FFF2-40B4-BE49-F238E27FC236}">
                <a16:creationId xmlns:a16="http://schemas.microsoft.com/office/drawing/2014/main" id="{12D6AD2E-6751-41CC-8F32-1F610BAF3A6A}"/>
              </a:ext>
            </a:extLst>
          </p:cNvPr>
          <p:cNvSpPr>
            <a:spLocks noGrp="1"/>
          </p:cNvSpPr>
          <p:nvPr/>
        </p:nvSpPr>
        <p:spPr>
          <a:xfrm>
            <a:off x="4162737" y="4905784"/>
            <a:ext cx="28398" cy="28398"/>
          </a:xfrm>
          <a:prstGeom prst="ellipse">
            <a:avLst/>
          </a:prstGeom>
          <a:solidFill>
            <a:srgbClr val="7F8C97">
              <a:alpha val="48000"/>
            </a:srgbClr>
          </a:solidFill>
          <a:ln w="0">
            <a:noFill/>
            <a:prstDash val="solid"/>
          </a:ln>
        </p:spPr>
      </p:sp>
      <p:sp>
        <p:nvSpPr>
          <p:cNvPr id="2978" name="01_find_only_2977">
            <a:extLst>
              <a:ext uri="{FF2B5EF4-FFF2-40B4-BE49-F238E27FC236}">
                <a16:creationId xmlns:a16="http://schemas.microsoft.com/office/drawing/2014/main" id="{B04E9AE8-505D-446B-B059-478C4E94FBCF}"/>
              </a:ext>
            </a:extLst>
          </p:cNvPr>
          <p:cNvSpPr>
            <a:spLocks noGrp="1"/>
          </p:cNvSpPr>
          <p:nvPr/>
        </p:nvSpPr>
        <p:spPr>
          <a:xfrm>
            <a:off x="4215006" y="4905784"/>
            <a:ext cx="28398" cy="28398"/>
          </a:xfrm>
          <a:prstGeom prst="ellipse">
            <a:avLst/>
          </a:prstGeom>
          <a:solidFill>
            <a:srgbClr val="7F8C97">
              <a:alpha val="48000"/>
            </a:srgbClr>
          </a:solidFill>
          <a:ln w="0">
            <a:noFill/>
            <a:prstDash val="solid"/>
          </a:ln>
        </p:spPr>
      </p:sp>
      <p:sp>
        <p:nvSpPr>
          <p:cNvPr id="2979" name="01_find_only_2978">
            <a:extLst>
              <a:ext uri="{FF2B5EF4-FFF2-40B4-BE49-F238E27FC236}">
                <a16:creationId xmlns:a16="http://schemas.microsoft.com/office/drawing/2014/main" id="{C9C6B474-EF0B-4573-B423-4EF523753EEE}"/>
              </a:ext>
            </a:extLst>
          </p:cNvPr>
          <p:cNvSpPr>
            <a:spLocks noGrp="1"/>
          </p:cNvSpPr>
          <p:nvPr/>
        </p:nvSpPr>
        <p:spPr>
          <a:xfrm>
            <a:off x="4147094" y="6173800"/>
            <a:ext cx="28398" cy="28398"/>
          </a:xfrm>
          <a:prstGeom prst="ellipse">
            <a:avLst/>
          </a:prstGeom>
          <a:solidFill>
            <a:srgbClr val="7F8C97">
              <a:alpha val="48000"/>
            </a:srgbClr>
          </a:solidFill>
          <a:ln w="0">
            <a:noFill/>
            <a:prstDash val="solid"/>
          </a:ln>
        </p:spPr>
      </p:sp>
      <p:sp>
        <p:nvSpPr>
          <p:cNvPr id="2980" name="01_find_only_2979">
            <a:extLst>
              <a:ext uri="{FF2B5EF4-FFF2-40B4-BE49-F238E27FC236}">
                <a16:creationId xmlns:a16="http://schemas.microsoft.com/office/drawing/2014/main" id="{0822DA8C-0842-48A1-B146-1BE44FC311A6}"/>
              </a:ext>
            </a:extLst>
          </p:cNvPr>
          <p:cNvSpPr>
            <a:spLocks noGrp="1"/>
          </p:cNvSpPr>
          <p:nvPr/>
        </p:nvSpPr>
        <p:spPr>
          <a:xfrm>
            <a:off x="4193640" y="4905784"/>
            <a:ext cx="28398" cy="28398"/>
          </a:xfrm>
          <a:prstGeom prst="ellipse">
            <a:avLst/>
          </a:prstGeom>
          <a:solidFill>
            <a:srgbClr val="7F8C97">
              <a:alpha val="48000"/>
            </a:srgbClr>
          </a:solidFill>
          <a:ln w="0">
            <a:noFill/>
            <a:prstDash val="solid"/>
          </a:ln>
        </p:spPr>
      </p:sp>
      <p:sp>
        <p:nvSpPr>
          <p:cNvPr id="2981" name="01_find_only_2980">
            <a:extLst>
              <a:ext uri="{FF2B5EF4-FFF2-40B4-BE49-F238E27FC236}">
                <a16:creationId xmlns:a16="http://schemas.microsoft.com/office/drawing/2014/main" id="{CB71DAC6-3FA6-4F75-A8CC-C7825577A517}"/>
              </a:ext>
            </a:extLst>
          </p:cNvPr>
          <p:cNvSpPr>
            <a:spLocks noGrp="1"/>
          </p:cNvSpPr>
          <p:nvPr/>
        </p:nvSpPr>
        <p:spPr>
          <a:xfrm>
            <a:off x="4130498" y="4905784"/>
            <a:ext cx="28398" cy="28398"/>
          </a:xfrm>
          <a:prstGeom prst="ellipse">
            <a:avLst/>
          </a:prstGeom>
          <a:solidFill>
            <a:srgbClr val="7F8C97">
              <a:alpha val="48000"/>
            </a:srgbClr>
          </a:solidFill>
          <a:ln w="0">
            <a:noFill/>
            <a:prstDash val="solid"/>
          </a:ln>
        </p:spPr>
      </p:sp>
      <p:sp>
        <p:nvSpPr>
          <p:cNvPr id="2982" name="01_find_only_2981">
            <a:extLst>
              <a:ext uri="{FF2B5EF4-FFF2-40B4-BE49-F238E27FC236}">
                <a16:creationId xmlns:a16="http://schemas.microsoft.com/office/drawing/2014/main" id="{D7757D59-3F6C-4917-B2D9-A757761FC0FF}"/>
              </a:ext>
            </a:extLst>
          </p:cNvPr>
          <p:cNvSpPr>
            <a:spLocks noGrp="1"/>
          </p:cNvSpPr>
          <p:nvPr/>
        </p:nvSpPr>
        <p:spPr>
          <a:xfrm>
            <a:off x="4150814" y="5539792"/>
            <a:ext cx="28398" cy="28398"/>
          </a:xfrm>
          <a:prstGeom prst="ellipse">
            <a:avLst/>
          </a:prstGeom>
          <a:solidFill>
            <a:srgbClr val="7F8C97">
              <a:alpha val="48000"/>
            </a:srgbClr>
          </a:solidFill>
          <a:ln w="0">
            <a:noFill/>
            <a:prstDash val="solid"/>
          </a:ln>
        </p:spPr>
      </p:sp>
      <p:sp>
        <p:nvSpPr>
          <p:cNvPr id="2983" name="01_find_only_2982">
            <a:extLst>
              <a:ext uri="{FF2B5EF4-FFF2-40B4-BE49-F238E27FC236}">
                <a16:creationId xmlns:a16="http://schemas.microsoft.com/office/drawing/2014/main" id="{34B50370-762D-4258-8511-628D7645BADB}"/>
              </a:ext>
            </a:extLst>
          </p:cNvPr>
          <p:cNvSpPr>
            <a:spLocks noGrp="1"/>
          </p:cNvSpPr>
          <p:nvPr/>
        </p:nvSpPr>
        <p:spPr>
          <a:xfrm>
            <a:off x="4130307" y="5856796"/>
            <a:ext cx="28398" cy="28398"/>
          </a:xfrm>
          <a:prstGeom prst="ellipse">
            <a:avLst/>
          </a:prstGeom>
          <a:solidFill>
            <a:srgbClr val="7F8C97">
              <a:alpha val="48000"/>
            </a:srgbClr>
          </a:solidFill>
          <a:ln w="0">
            <a:noFill/>
            <a:prstDash val="solid"/>
          </a:ln>
        </p:spPr>
      </p:sp>
      <p:sp>
        <p:nvSpPr>
          <p:cNvPr id="2984" name="01_find_only_2983">
            <a:extLst>
              <a:ext uri="{FF2B5EF4-FFF2-40B4-BE49-F238E27FC236}">
                <a16:creationId xmlns:a16="http://schemas.microsoft.com/office/drawing/2014/main" id="{08A51650-C1DC-4390-B7C2-BE0C19744F16}"/>
              </a:ext>
            </a:extLst>
          </p:cNvPr>
          <p:cNvSpPr>
            <a:spLocks noGrp="1"/>
          </p:cNvSpPr>
          <p:nvPr/>
        </p:nvSpPr>
        <p:spPr>
          <a:xfrm>
            <a:off x="4184198" y="5539792"/>
            <a:ext cx="28398" cy="28398"/>
          </a:xfrm>
          <a:prstGeom prst="ellipse">
            <a:avLst/>
          </a:prstGeom>
          <a:solidFill>
            <a:srgbClr val="7F8C97">
              <a:alpha val="48000"/>
            </a:srgbClr>
          </a:solidFill>
          <a:ln w="0">
            <a:noFill/>
            <a:prstDash val="solid"/>
          </a:ln>
        </p:spPr>
      </p:sp>
      <p:sp>
        <p:nvSpPr>
          <p:cNvPr id="2985" name="01_find_only_2984">
            <a:extLst>
              <a:ext uri="{FF2B5EF4-FFF2-40B4-BE49-F238E27FC236}">
                <a16:creationId xmlns:a16="http://schemas.microsoft.com/office/drawing/2014/main" id="{9C50C67C-AB23-431F-871C-DA7CC5FB46AA}"/>
              </a:ext>
            </a:extLst>
          </p:cNvPr>
          <p:cNvSpPr>
            <a:spLocks noGrp="1"/>
          </p:cNvSpPr>
          <p:nvPr/>
        </p:nvSpPr>
        <p:spPr>
          <a:xfrm>
            <a:off x="4143183" y="6173800"/>
            <a:ext cx="28398" cy="28398"/>
          </a:xfrm>
          <a:prstGeom prst="ellipse">
            <a:avLst/>
          </a:prstGeom>
          <a:solidFill>
            <a:srgbClr val="7F8C97">
              <a:alpha val="48000"/>
            </a:srgbClr>
          </a:solidFill>
          <a:ln w="0">
            <a:noFill/>
            <a:prstDash val="solid"/>
          </a:ln>
        </p:spPr>
      </p:sp>
      <p:sp>
        <p:nvSpPr>
          <p:cNvPr id="2986" name="01_find_only_2985">
            <a:extLst>
              <a:ext uri="{FF2B5EF4-FFF2-40B4-BE49-F238E27FC236}">
                <a16:creationId xmlns:a16="http://schemas.microsoft.com/office/drawing/2014/main" id="{25EF0955-ED95-4D04-826B-B9206D6880DF}"/>
              </a:ext>
            </a:extLst>
          </p:cNvPr>
          <p:cNvSpPr>
            <a:spLocks noGrp="1"/>
          </p:cNvSpPr>
          <p:nvPr/>
        </p:nvSpPr>
        <p:spPr>
          <a:xfrm>
            <a:off x="4171798" y="5539792"/>
            <a:ext cx="28398" cy="28398"/>
          </a:xfrm>
          <a:prstGeom prst="ellipse">
            <a:avLst/>
          </a:prstGeom>
          <a:solidFill>
            <a:srgbClr val="7F8C97">
              <a:alpha val="48000"/>
            </a:srgbClr>
          </a:solidFill>
          <a:ln w="0">
            <a:noFill/>
            <a:prstDash val="solid"/>
          </a:ln>
        </p:spPr>
      </p:sp>
      <p:sp>
        <p:nvSpPr>
          <p:cNvPr id="2987" name="01_find_only_2986">
            <a:extLst>
              <a:ext uri="{FF2B5EF4-FFF2-40B4-BE49-F238E27FC236}">
                <a16:creationId xmlns:a16="http://schemas.microsoft.com/office/drawing/2014/main" id="{3EB4CE1C-6F67-4737-98CB-9F57BA9223F4}"/>
              </a:ext>
            </a:extLst>
          </p:cNvPr>
          <p:cNvSpPr>
            <a:spLocks noGrp="1"/>
          </p:cNvSpPr>
          <p:nvPr/>
        </p:nvSpPr>
        <p:spPr>
          <a:xfrm>
            <a:off x="4161688" y="4905784"/>
            <a:ext cx="28398" cy="28398"/>
          </a:xfrm>
          <a:prstGeom prst="ellipse">
            <a:avLst/>
          </a:prstGeom>
          <a:solidFill>
            <a:srgbClr val="7F8C97">
              <a:alpha val="48000"/>
            </a:srgbClr>
          </a:solidFill>
          <a:ln w="0">
            <a:noFill/>
            <a:prstDash val="solid"/>
          </a:ln>
        </p:spPr>
      </p:sp>
      <p:sp>
        <p:nvSpPr>
          <p:cNvPr id="2988" name="01_find_only_2987">
            <a:extLst>
              <a:ext uri="{FF2B5EF4-FFF2-40B4-BE49-F238E27FC236}">
                <a16:creationId xmlns:a16="http://schemas.microsoft.com/office/drawing/2014/main" id="{623DE5B5-827D-49DD-B2D3-FCAC325EF861}"/>
              </a:ext>
            </a:extLst>
          </p:cNvPr>
          <p:cNvSpPr>
            <a:spLocks noGrp="1"/>
          </p:cNvSpPr>
          <p:nvPr/>
        </p:nvSpPr>
        <p:spPr>
          <a:xfrm>
            <a:off x="4152245" y="6136062"/>
            <a:ext cx="28398" cy="28398"/>
          </a:xfrm>
          <a:prstGeom prst="ellipse">
            <a:avLst/>
          </a:prstGeom>
          <a:solidFill>
            <a:srgbClr val="7F8C97">
              <a:alpha val="48000"/>
            </a:srgbClr>
          </a:solidFill>
          <a:ln w="0">
            <a:noFill/>
            <a:prstDash val="solid"/>
          </a:ln>
        </p:spPr>
      </p:sp>
      <p:sp>
        <p:nvSpPr>
          <p:cNvPr id="2989" name="01_find_only_2988">
            <a:extLst>
              <a:ext uri="{FF2B5EF4-FFF2-40B4-BE49-F238E27FC236}">
                <a16:creationId xmlns:a16="http://schemas.microsoft.com/office/drawing/2014/main" id="{DEBAA4E2-AC33-4E21-830D-68C7ED65DC56}"/>
              </a:ext>
            </a:extLst>
          </p:cNvPr>
          <p:cNvSpPr>
            <a:spLocks noGrp="1"/>
          </p:cNvSpPr>
          <p:nvPr/>
        </p:nvSpPr>
        <p:spPr>
          <a:xfrm>
            <a:off x="4130021" y="5222788"/>
            <a:ext cx="28398" cy="28398"/>
          </a:xfrm>
          <a:prstGeom prst="ellipse">
            <a:avLst/>
          </a:prstGeom>
          <a:solidFill>
            <a:srgbClr val="7F8C97">
              <a:alpha val="48000"/>
            </a:srgbClr>
          </a:solidFill>
          <a:ln w="0">
            <a:noFill/>
            <a:prstDash val="solid"/>
          </a:ln>
        </p:spPr>
      </p:sp>
      <p:sp>
        <p:nvSpPr>
          <p:cNvPr id="2990" name="01_find_only_2989">
            <a:extLst>
              <a:ext uri="{FF2B5EF4-FFF2-40B4-BE49-F238E27FC236}">
                <a16:creationId xmlns:a16="http://schemas.microsoft.com/office/drawing/2014/main" id="{E7398426-B5F5-47F8-A246-53A26ABB8345}"/>
              </a:ext>
            </a:extLst>
          </p:cNvPr>
          <p:cNvSpPr>
            <a:spLocks noGrp="1"/>
          </p:cNvSpPr>
          <p:nvPr/>
        </p:nvSpPr>
        <p:spPr>
          <a:xfrm>
            <a:off x="4215673" y="5992655"/>
            <a:ext cx="28398" cy="28398"/>
          </a:xfrm>
          <a:prstGeom prst="ellipse">
            <a:avLst/>
          </a:prstGeom>
          <a:solidFill>
            <a:srgbClr val="7F8C97">
              <a:alpha val="48000"/>
            </a:srgbClr>
          </a:solidFill>
          <a:ln w="0">
            <a:noFill/>
            <a:prstDash val="solid"/>
          </a:ln>
        </p:spPr>
      </p:sp>
      <p:sp>
        <p:nvSpPr>
          <p:cNvPr id="2991" name="01_find_only_2990">
            <a:extLst>
              <a:ext uri="{FF2B5EF4-FFF2-40B4-BE49-F238E27FC236}">
                <a16:creationId xmlns:a16="http://schemas.microsoft.com/office/drawing/2014/main" id="{8EF55924-862C-4EF4-983F-2E56E655839B}"/>
              </a:ext>
            </a:extLst>
          </p:cNvPr>
          <p:cNvSpPr>
            <a:spLocks noGrp="1"/>
          </p:cNvSpPr>
          <p:nvPr/>
        </p:nvSpPr>
        <p:spPr>
          <a:xfrm>
            <a:off x="4131356" y="6173800"/>
            <a:ext cx="28398" cy="28398"/>
          </a:xfrm>
          <a:prstGeom prst="ellipse">
            <a:avLst/>
          </a:prstGeom>
          <a:solidFill>
            <a:srgbClr val="7F8C97">
              <a:alpha val="48000"/>
            </a:srgbClr>
          </a:solidFill>
          <a:ln w="0">
            <a:noFill/>
            <a:prstDash val="solid"/>
          </a:ln>
        </p:spPr>
      </p:sp>
      <p:sp>
        <p:nvSpPr>
          <p:cNvPr id="2992" name="01_find_only_2991">
            <a:extLst>
              <a:ext uri="{FF2B5EF4-FFF2-40B4-BE49-F238E27FC236}">
                <a16:creationId xmlns:a16="http://schemas.microsoft.com/office/drawing/2014/main" id="{31D9DD48-2961-4965-8F56-58C375F8F7F4}"/>
              </a:ext>
            </a:extLst>
          </p:cNvPr>
          <p:cNvSpPr>
            <a:spLocks noGrp="1"/>
          </p:cNvSpPr>
          <p:nvPr/>
        </p:nvSpPr>
        <p:spPr>
          <a:xfrm>
            <a:off x="4208615" y="6173800"/>
            <a:ext cx="28398" cy="28398"/>
          </a:xfrm>
          <a:prstGeom prst="ellipse">
            <a:avLst/>
          </a:prstGeom>
          <a:solidFill>
            <a:srgbClr val="7F8C97">
              <a:alpha val="48000"/>
            </a:srgbClr>
          </a:solidFill>
          <a:ln w="0">
            <a:noFill/>
            <a:prstDash val="solid"/>
          </a:ln>
        </p:spPr>
      </p:sp>
      <p:sp>
        <p:nvSpPr>
          <p:cNvPr id="2993" name="01_find_only_2992">
            <a:extLst>
              <a:ext uri="{FF2B5EF4-FFF2-40B4-BE49-F238E27FC236}">
                <a16:creationId xmlns:a16="http://schemas.microsoft.com/office/drawing/2014/main" id="{09933901-DBC7-439A-872C-C20FC6AC7C6C}"/>
              </a:ext>
            </a:extLst>
          </p:cNvPr>
          <p:cNvSpPr>
            <a:spLocks noGrp="1"/>
          </p:cNvSpPr>
          <p:nvPr/>
        </p:nvSpPr>
        <p:spPr>
          <a:xfrm>
            <a:off x="4163118" y="4905784"/>
            <a:ext cx="28398" cy="28398"/>
          </a:xfrm>
          <a:prstGeom prst="ellipse">
            <a:avLst/>
          </a:prstGeom>
          <a:solidFill>
            <a:srgbClr val="7F8C97">
              <a:alpha val="48000"/>
            </a:srgbClr>
          </a:solidFill>
          <a:ln w="0">
            <a:noFill/>
            <a:prstDash val="solid"/>
          </a:ln>
        </p:spPr>
      </p:sp>
      <p:sp>
        <p:nvSpPr>
          <p:cNvPr id="2994" name="01_find_only_2993">
            <a:extLst>
              <a:ext uri="{FF2B5EF4-FFF2-40B4-BE49-F238E27FC236}">
                <a16:creationId xmlns:a16="http://schemas.microsoft.com/office/drawing/2014/main" id="{399006F5-D952-43CE-AEE0-8FEA53D3CF65}"/>
              </a:ext>
            </a:extLst>
          </p:cNvPr>
          <p:cNvSpPr>
            <a:spLocks noGrp="1"/>
          </p:cNvSpPr>
          <p:nvPr/>
        </p:nvSpPr>
        <p:spPr>
          <a:xfrm>
            <a:off x="4219584" y="5539792"/>
            <a:ext cx="28398" cy="28398"/>
          </a:xfrm>
          <a:prstGeom prst="ellipse">
            <a:avLst/>
          </a:prstGeom>
          <a:solidFill>
            <a:srgbClr val="7F8C97">
              <a:alpha val="48000"/>
            </a:srgbClr>
          </a:solidFill>
          <a:ln w="0">
            <a:noFill/>
            <a:prstDash val="solid"/>
          </a:ln>
        </p:spPr>
      </p:sp>
      <p:sp>
        <p:nvSpPr>
          <p:cNvPr id="2995" name="01_find_only_2994">
            <a:extLst>
              <a:ext uri="{FF2B5EF4-FFF2-40B4-BE49-F238E27FC236}">
                <a16:creationId xmlns:a16="http://schemas.microsoft.com/office/drawing/2014/main" id="{E3043CFF-20F3-4C99-8F53-85CBC8349FC8}"/>
              </a:ext>
            </a:extLst>
          </p:cNvPr>
          <p:cNvSpPr>
            <a:spLocks noGrp="1"/>
          </p:cNvSpPr>
          <p:nvPr/>
        </p:nvSpPr>
        <p:spPr>
          <a:xfrm>
            <a:off x="4189730" y="4905784"/>
            <a:ext cx="28398" cy="28398"/>
          </a:xfrm>
          <a:prstGeom prst="ellipse">
            <a:avLst/>
          </a:prstGeom>
          <a:solidFill>
            <a:srgbClr val="7F8C97">
              <a:alpha val="48000"/>
            </a:srgbClr>
          </a:solidFill>
          <a:ln w="0">
            <a:noFill/>
            <a:prstDash val="solid"/>
          </a:ln>
        </p:spPr>
      </p:sp>
      <p:sp>
        <p:nvSpPr>
          <p:cNvPr id="2996" name="01_find_only_2995">
            <a:extLst>
              <a:ext uri="{FF2B5EF4-FFF2-40B4-BE49-F238E27FC236}">
                <a16:creationId xmlns:a16="http://schemas.microsoft.com/office/drawing/2014/main" id="{B7DAD7DD-7DD0-4EEF-B6A4-F924C8768CDD}"/>
              </a:ext>
            </a:extLst>
          </p:cNvPr>
          <p:cNvSpPr>
            <a:spLocks noGrp="1"/>
          </p:cNvSpPr>
          <p:nvPr/>
        </p:nvSpPr>
        <p:spPr>
          <a:xfrm>
            <a:off x="4196216" y="5892019"/>
            <a:ext cx="28398" cy="28398"/>
          </a:xfrm>
          <a:prstGeom prst="ellipse">
            <a:avLst/>
          </a:prstGeom>
          <a:solidFill>
            <a:srgbClr val="7F8C97">
              <a:alpha val="48000"/>
            </a:srgbClr>
          </a:solidFill>
          <a:ln w="0">
            <a:noFill/>
            <a:prstDash val="solid"/>
          </a:ln>
        </p:spPr>
      </p:sp>
      <p:sp>
        <p:nvSpPr>
          <p:cNvPr id="2997" name="01_find_only_2996">
            <a:extLst>
              <a:ext uri="{FF2B5EF4-FFF2-40B4-BE49-F238E27FC236}">
                <a16:creationId xmlns:a16="http://schemas.microsoft.com/office/drawing/2014/main" id="{47EB1F3B-6461-489D-B6EE-9F05386B0437}"/>
              </a:ext>
            </a:extLst>
          </p:cNvPr>
          <p:cNvSpPr>
            <a:spLocks noGrp="1"/>
          </p:cNvSpPr>
          <p:nvPr/>
        </p:nvSpPr>
        <p:spPr>
          <a:xfrm>
            <a:off x="4154343" y="5680683"/>
            <a:ext cx="28398" cy="28398"/>
          </a:xfrm>
          <a:prstGeom prst="ellipse">
            <a:avLst/>
          </a:prstGeom>
          <a:solidFill>
            <a:srgbClr val="7F8C97">
              <a:alpha val="48000"/>
            </a:srgbClr>
          </a:solidFill>
          <a:ln w="0">
            <a:noFill/>
            <a:prstDash val="solid"/>
          </a:ln>
        </p:spPr>
      </p:sp>
      <p:sp>
        <p:nvSpPr>
          <p:cNvPr id="2998" name="01_find_only_2997">
            <a:extLst>
              <a:ext uri="{FF2B5EF4-FFF2-40B4-BE49-F238E27FC236}">
                <a16:creationId xmlns:a16="http://schemas.microsoft.com/office/drawing/2014/main" id="{845746A4-1F42-4CB1-AF8B-32A7E8DE4FDE}"/>
              </a:ext>
            </a:extLst>
          </p:cNvPr>
          <p:cNvSpPr>
            <a:spLocks noGrp="1"/>
          </p:cNvSpPr>
          <p:nvPr/>
        </p:nvSpPr>
        <p:spPr>
          <a:xfrm>
            <a:off x="4214243" y="5328456"/>
            <a:ext cx="28398" cy="28398"/>
          </a:xfrm>
          <a:prstGeom prst="ellipse">
            <a:avLst/>
          </a:prstGeom>
          <a:solidFill>
            <a:srgbClr val="7F8C97">
              <a:alpha val="48000"/>
            </a:srgbClr>
          </a:solidFill>
          <a:ln w="0">
            <a:noFill/>
            <a:prstDash val="solid"/>
          </a:ln>
        </p:spPr>
      </p:sp>
      <p:sp>
        <p:nvSpPr>
          <p:cNvPr id="2999" name="01_find_only_2998">
            <a:extLst>
              <a:ext uri="{FF2B5EF4-FFF2-40B4-BE49-F238E27FC236}">
                <a16:creationId xmlns:a16="http://schemas.microsoft.com/office/drawing/2014/main" id="{121AB924-B003-4CE6-AC95-9A23DF8FB2EC}"/>
              </a:ext>
            </a:extLst>
          </p:cNvPr>
          <p:cNvSpPr>
            <a:spLocks noGrp="1"/>
          </p:cNvSpPr>
          <p:nvPr/>
        </p:nvSpPr>
        <p:spPr>
          <a:xfrm>
            <a:off x="4196406" y="4905784"/>
            <a:ext cx="28398" cy="28398"/>
          </a:xfrm>
          <a:prstGeom prst="ellipse">
            <a:avLst/>
          </a:prstGeom>
          <a:solidFill>
            <a:srgbClr val="7F8C97">
              <a:alpha val="48000"/>
            </a:srgbClr>
          </a:solidFill>
          <a:ln w="0">
            <a:noFill/>
            <a:prstDash val="solid"/>
          </a:ln>
        </p:spPr>
      </p:sp>
      <p:sp>
        <p:nvSpPr>
          <p:cNvPr id="3000" name="01_find_only_2999">
            <a:extLst>
              <a:ext uri="{FF2B5EF4-FFF2-40B4-BE49-F238E27FC236}">
                <a16:creationId xmlns:a16="http://schemas.microsoft.com/office/drawing/2014/main" id="{AC1ABE1C-951F-44BF-899B-DB1F760A0239}"/>
              </a:ext>
            </a:extLst>
          </p:cNvPr>
          <p:cNvSpPr>
            <a:spLocks noGrp="1"/>
          </p:cNvSpPr>
          <p:nvPr/>
        </p:nvSpPr>
        <p:spPr>
          <a:xfrm>
            <a:off x="4141944" y="6173800"/>
            <a:ext cx="28398" cy="28398"/>
          </a:xfrm>
          <a:prstGeom prst="ellipse">
            <a:avLst/>
          </a:prstGeom>
          <a:solidFill>
            <a:srgbClr val="7F8C97">
              <a:alpha val="48000"/>
            </a:srgbClr>
          </a:solidFill>
          <a:ln w="0">
            <a:noFill/>
            <a:prstDash val="solid"/>
          </a:ln>
        </p:spPr>
      </p:sp>
      <p:sp>
        <p:nvSpPr>
          <p:cNvPr id="3001" name="01_find_only_3000">
            <a:extLst>
              <a:ext uri="{FF2B5EF4-FFF2-40B4-BE49-F238E27FC236}">
                <a16:creationId xmlns:a16="http://schemas.microsoft.com/office/drawing/2014/main" id="{7CDC6557-272D-48F8-B1DA-9AE1D7AF9E07}"/>
              </a:ext>
            </a:extLst>
          </p:cNvPr>
          <p:cNvSpPr>
            <a:spLocks noGrp="1"/>
          </p:cNvSpPr>
          <p:nvPr/>
        </p:nvSpPr>
        <p:spPr>
          <a:xfrm>
            <a:off x="4194785" y="5476391"/>
            <a:ext cx="28398" cy="28398"/>
          </a:xfrm>
          <a:prstGeom prst="ellipse">
            <a:avLst/>
          </a:prstGeom>
          <a:solidFill>
            <a:srgbClr val="7F8C97">
              <a:alpha val="48000"/>
            </a:srgbClr>
          </a:solidFill>
          <a:ln w="0">
            <a:noFill/>
            <a:prstDash val="solid"/>
          </a:ln>
        </p:spPr>
      </p:sp>
      <p:sp>
        <p:nvSpPr>
          <p:cNvPr id="3002" name="01_find_only_3001">
            <a:extLst>
              <a:ext uri="{FF2B5EF4-FFF2-40B4-BE49-F238E27FC236}">
                <a16:creationId xmlns:a16="http://schemas.microsoft.com/office/drawing/2014/main" id="{71DD4D7C-0920-456D-879E-DDEFA9218A05}"/>
              </a:ext>
            </a:extLst>
          </p:cNvPr>
          <p:cNvSpPr>
            <a:spLocks noGrp="1"/>
          </p:cNvSpPr>
          <p:nvPr/>
        </p:nvSpPr>
        <p:spPr>
          <a:xfrm>
            <a:off x="4146808" y="4905784"/>
            <a:ext cx="28398" cy="28398"/>
          </a:xfrm>
          <a:prstGeom prst="ellipse">
            <a:avLst/>
          </a:prstGeom>
          <a:solidFill>
            <a:srgbClr val="7F8C97">
              <a:alpha val="48000"/>
            </a:srgbClr>
          </a:solidFill>
          <a:ln w="0">
            <a:noFill/>
            <a:prstDash val="solid"/>
          </a:ln>
        </p:spPr>
      </p:sp>
      <p:sp>
        <p:nvSpPr>
          <p:cNvPr id="3003" name="01_find_only_3002">
            <a:extLst>
              <a:ext uri="{FF2B5EF4-FFF2-40B4-BE49-F238E27FC236}">
                <a16:creationId xmlns:a16="http://schemas.microsoft.com/office/drawing/2014/main" id="{0F2ABEEF-0CB2-47F8-B44E-DD095D2F76C0}"/>
              </a:ext>
            </a:extLst>
          </p:cNvPr>
          <p:cNvSpPr>
            <a:spLocks noGrp="1"/>
          </p:cNvSpPr>
          <p:nvPr/>
        </p:nvSpPr>
        <p:spPr>
          <a:xfrm>
            <a:off x="4154248" y="5328456"/>
            <a:ext cx="28398" cy="28398"/>
          </a:xfrm>
          <a:prstGeom prst="ellipse">
            <a:avLst/>
          </a:prstGeom>
          <a:solidFill>
            <a:srgbClr val="7F8C97">
              <a:alpha val="48000"/>
            </a:srgbClr>
          </a:solidFill>
          <a:ln w="0">
            <a:noFill/>
            <a:prstDash val="solid"/>
          </a:ln>
        </p:spPr>
      </p:sp>
      <p:sp>
        <p:nvSpPr>
          <p:cNvPr id="3004" name="01_find_only_3003">
            <a:extLst>
              <a:ext uri="{FF2B5EF4-FFF2-40B4-BE49-F238E27FC236}">
                <a16:creationId xmlns:a16="http://schemas.microsoft.com/office/drawing/2014/main" id="{4B2BACA9-36C1-42D9-972D-1DA65C949CFA}"/>
              </a:ext>
            </a:extLst>
          </p:cNvPr>
          <p:cNvSpPr>
            <a:spLocks noGrp="1"/>
          </p:cNvSpPr>
          <p:nvPr/>
        </p:nvSpPr>
        <p:spPr>
          <a:xfrm>
            <a:off x="4213480" y="5539792"/>
            <a:ext cx="28398" cy="28398"/>
          </a:xfrm>
          <a:prstGeom prst="ellipse">
            <a:avLst/>
          </a:prstGeom>
          <a:solidFill>
            <a:srgbClr val="7F8C97">
              <a:alpha val="48000"/>
            </a:srgbClr>
          </a:solidFill>
          <a:ln w="0">
            <a:noFill/>
            <a:prstDash val="solid"/>
          </a:ln>
        </p:spPr>
      </p:sp>
      <p:sp>
        <p:nvSpPr>
          <p:cNvPr id="3005" name="01_find_only_3004">
            <a:extLst>
              <a:ext uri="{FF2B5EF4-FFF2-40B4-BE49-F238E27FC236}">
                <a16:creationId xmlns:a16="http://schemas.microsoft.com/office/drawing/2014/main" id="{4C1FF4AF-6CB9-42A4-874E-B272267A28AE}"/>
              </a:ext>
            </a:extLst>
          </p:cNvPr>
          <p:cNvSpPr>
            <a:spLocks noGrp="1"/>
          </p:cNvSpPr>
          <p:nvPr/>
        </p:nvSpPr>
        <p:spPr>
          <a:xfrm>
            <a:off x="4155774" y="4905784"/>
            <a:ext cx="28398" cy="28398"/>
          </a:xfrm>
          <a:prstGeom prst="ellipse">
            <a:avLst/>
          </a:prstGeom>
          <a:solidFill>
            <a:srgbClr val="7F8C97">
              <a:alpha val="48000"/>
            </a:srgbClr>
          </a:solidFill>
          <a:ln w="0">
            <a:noFill/>
            <a:prstDash val="solid"/>
          </a:ln>
        </p:spPr>
      </p:sp>
      <p:sp>
        <p:nvSpPr>
          <p:cNvPr id="3006" name="01_find_only_3005">
            <a:extLst>
              <a:ext uri="{FF2B5EF4-FFF2-40B4-BE49-F238E27FC236}">
                <a16:creationId xmlns:a16="http://schemas.microsoft.com/office/drawing/2014/main" id="{15838558-BE69-4CB1-ABFD-D0C26F9C2634}"/>
              </a:ext>
            </a:extLst>
          </p:cNvPr>
          <p:cNvSpPr>
            <a:spLocks noGrp="1"/>
          </p:cNvSpPr>
          <p:nvPr/>
        </p:nvSpPr>
        <p:spPr>
          <a:xfrm>
            <a:off x="4208138" y="5645460"/>
            <a:ext cx="28398" cy="28398"/>
          </a:xfrm>
          <a:prstGeom prst="ellipse">
            <a:avLst/>
          </a:prstGeom>
          <a:solidFill>
            <a:srgbClr val="7F8C97">
              <a:alpha val="48000"/>
            </a:srgbClr>
          </a:solidFill>
          <a:ln w="0">
            <a:noFill/>
            <a:prstDash val="solid"/>
          </a:ln>
        </p:spPr>
      </p:sp>
      <p:sp>
        <p:nvSpPr>
          <p:cNvPr id="3007" name="01_find_only_3006">
            <a:extLst>
              <a:ext uri="{FF2B5EF4-FFF2-40B4-BE49-F238E27FC236}">
                <a16:creationId xmlns:a16="http://schemas.microsoft.com/office/drawing/2014/main" id="{2D5DC45D-85F3-46EF-BC86-BF10961FB6CA}"/>
              </a:ext>
            </a:extLst>
          </p:cNvPr>
          <p:cNvSpPr>
            <a:spLocks noGrp="1"/>
          </p:cNvSpPr>
          <p:nvPr/>
        </p:nvSpPr>
        <p:spPr>
          <a:xfrm>
            <a:off x="4208901" y="4905784"/>
            <a:ext cx="28398" cy="28398"/>
          </a:xfrm>
          <a:prstGeom prst="ellipse">
            <a:avLst/>
          </a:prstGeom>
          <a:solidFill>
            <a:srgbClr val="7F8C97">
              <a:alpha val="48000"/>
            </a:srgbClr>
          </a:solidFill>
          <a:ln w="0">
            <a:noFill/>
            <a:prstDash val="solid"/>
          </a:ln>
        </p:spPr>
      </p:sp>
      <p:sp>
        <p:nvSpPr>
          <p:cNvPr id="3008" name="01_find_only_3007">
            <a:extLst>
              <a:ext uri="{FF2B5EF4-FFF2-40B4-BE49-F238E27FC236}">
                <a16:creationId xmlns:a16="http://schemas.microsoft.com/office/drawing/2014/main" id="{61FF4B3A-F863-490E-BE02-C8ADFA673BB9}"/>
              </a:ext>
            </a:extLst>
          </p:cNvPr>
          <p:cNvSpPr>
            <a:spLocks noGrp="1"/>
          </p:cNvSpPr>
          <p:nvPr/>
        </p:nvSpPr>
        <p:spPr>
          <a:xfrm>
            <a:off x="4211381" y="5328456"/>
            <a:ext cx="28398" cy="28398"/>
          </a:xfrm>
          <a:prstGeom prst="ellipse">
            <a:avLst/>
          </a:prstGeom>
          <a:solidFill>
            <a:srgbClr val="7F8C97">
              <a:alpha val="48000"/>
            </a:srgbClr>
          </a:solidFill>
          <a:ln w="0">
            <a:noFill/>
            <a:prstDash val="solid"/>
          </a:ln>
        </p:spPr>
      </p:sp>
      <p:sp>
        <p:nvSpPr>
          <p:cNvPr id="3009" name="01_find_only_3008">
            <a:extLst>
              <a:ext uri="{FF2B5EF4-FFF2-40B4-BE49-F238E27FC236}">
                <a16:creationId xmlns:a16="http://schemas.microsoft.com/office/drawing/2014/main" id="{575137A6-3806-4060-9385-2854ED3D6433}"/>
              </a:ext>
            </a:extLst>
          </p:cNvPr>
          <p:cNvSpPr>
            <a:spLocks noGrp="1"/>
          </p:cNvSpPr>
          <p:nvPr/>
        </p:nvSpPr>
        <p:spPr>
          <a:xfrm>
            <a:off x="4156537" y="5412990"/>
            <a:ext cx="28398" cy="28398"/>
          </a:xfrm>
          <a:prstGeom prst="ellipse">
            <a:avLst/>
          </a:prstGeom>
          <a:solidFill>
            <a:srgbClr val="7F8C97">
              <a:alpha val="48000"/>
            </a:srgbClr>
          </a:solidFill>
          <a:ln w="0">
            <a:noFill/>
            <a:prstDash val="solid"/>
          </a:ln>
        </p:spPr>
      </p:sp>
      <p:sp>
        <p:nvSpPr>
          <p:cNvPr id="3010" name="01_find_only_3009">
            <a:extLst>
              <a:ext uri="{FF2B5EF4-FFF2-40B4-BE49-F238E27FC236}">
                <a16:creationId xmlns:a16="http://schemas.microsoft.com/office/drawing/2014/main" id="{653C3248-814C-4B9D-94DD-A9ABF1EFFED9}"/>
              </a:ext>
            </a:extLst>
          </p:cNvPr>
          <p:cNvSpPr>
            <a:spLocks noGrp="1"/>
          </p:cNvSpPr>
          <p:nvPr/>
        </p:nvSpPr>
        <p:spPr>
          <a:xfrm>
            <a:off x="4142134" y="5539792"/>
            <a:ext cx="28398" cy="28398"/>
          </a:xfrm>
          <a:prstGeom prst="ellipse">
            <a:avLst/>
          </a:prstGeom>
          <a:solidFill>
            <a:srgbClr val="7F8C97">
              <a:alpha val="48000"/>
            </a:srgbClr>
          </a:solidFill>
          <a:ln w="0">
            <a:noFill/>
            <a:prstDash val="solid"/>
          </a:ln>
        </p:spPr>
      </p:sp>
      <p:sp>
        <p:nvSpPr>
          <p:cNvPr id="3011" name="01_find_only_3010">
            <a:extLst>
              <a:ext uri="{FF2B5EF4-FFF2-40B4-BE49-F238E27FC236}">
                <a16:creationId xmlns:a16="http://schemas.microsoft.com/office/drawing/2014/main" id="{6E866F7D-63AC-4D13-B7D3-E6A7B1223242}"/>
              </a:ext>
            </a:extLst>
          </p:cNvPr>
          <p:cNvSpPr>
            <a:spLocks noGrp="1"/>
          </p:cNvSpPr>
          <p:nvPr/>
        </p:nvSpPr>
        <p:spPr>
          <a:xfrm>
            <a:off x="4197646" y="6173800"/>
            <a:ext cx="28398" cy="28398"/>
          </a:xfrm>
          <a:prstGeom prst="ellipse">
            <a:avLst/>
          </a:prstGeom>
          <a:solidFill>
            <a:srgbClr val="7F8C97">
              <a:alpha val="48000"/>
            </a:srgbClr>
          </a:solidFill>
          <a:ln w="0">
            <a:noFill/>
            <a:prstDash val="solid"/>
          </a:ln>
        </p:spPr>
      </p:sp>
      <p:sp>
        <p:nvSpPr>
          <p:cNvPr id="3012" name="01_find_only_3011">
            <a:extLst>
              <a:ext uri="{FF2B5EF4-FFF2-40B4-BE49-F238E27FC236}">
                <a16:creationId xmlns:a16="http://schemas.microsoft.com/office/drawing/2014/main" id="{4A6CB39D-DDD1-4E4C-A43B-9655697C421F}"/>
              </a:ext>
            </a:extLst>
          </p:cNvPr>
          <p:cNvSpPr>
            <a:spLocks noGrp="1"/>
          </p:cNvSpPr>
          <p:nvPr/>
        </p:nvSpPr>
        <p:spPr>
          <a:xfrm>
            <a:off x="4137651" y="4905784"/>
            <a:ext cx="28398" cy="28398"/>
          </a:xfrm>
          <a:prstGeom prst="ellipse">
            <a:avLst/>
          </a:prstGeom>
          <a:solidFill>
            <a:srgbClr val="7F8C97">
              <a:alpha val="48000"/>
            </a:srgbClr>
          </a:solidFill>
          <a:ln w="0">
            <a:noFill/>
            <a:prstDash val="solid"/>
          </a:ln>
        </p:spPr>
      </p:sp>
      <p:sp>
        <p:nvSpPr>
          <p:cNvPr id="3013" name="01_find_only_3012">
            <a:extLst>
              <a:ext uri="{FF2B5EF4-FFF2-40B4-BE49-F238E27FC236}">
                <a16:creationId xmlns:a16="http://schemas.microsoft.com/office/drawing/2014/main" id="{C9B0A369-10AE-4ACB-A1E4-1C70E798FF34}"/>
              </a:ext>
            </a:extLst>
          </p:cNvPr>
          <p:cNvSpPr>
            <a:spLocks noGrp="1"/>
          </p:cNvSpPr>
          <p:nvPr/>
        </p:nvSpPr>
        <p:spPr>
          <a:xfrm>
            <a:off x="4143660" y="6173800"/>
            <a:ext cx="28398" cy="28398"/>
          </a:xfrm>
          <a:prstGeom prst="ellipse">
            <a:avLst/>
          </a:prstGeom>
          <a:solidFill>
            <a:srgbClr val="7F8C97">
              <a:alpha val="48000"/>
            </a:srgbClr>
          </a:solidFill>
          <a:ln w="0">
            <a:noFill/>
            <a:prstDash val="solid"/>
          </a:ln>
        </p:spPr>
      </p:sp>
      <p:sp>
        <p:nvSpPr>
          <p:cNvPr id="3014" name="01_find_only_3013">
            <a:extLst>
              <a:ext uri="{FF2B5EF4-FFF2-40B4-BE49-F238E27FC236}">
                <a16:creationId xmlns:a16="http://schemas.microsoft.com/office/drawing/2014/main" id="{93C34C5A-47C0-4DFF-BE4C-CF3BB859B97C}"/>
              </a:ext>
            </a:extLst>
          </p:cNvPr>
          <p:cNvSpPr>
            <a:spLocks noGrp="1"/>
          </p:cNvSpPr>
          <p:nvPr/>
        </p:nvSpPr>
        <p:spPr>
          <a:xfrm>
            <a:off x="4200031" y="4905784"/>
            <a:ext cx="28398" cy="28398"/>
          </a:xfrm>
          <a:prstGeom prst="ellipse">
            <a:avLst/>
          </a:prstGeom>
          <a:solidFill>
            <a:srgbClr val="7F8C97">
              <a:alpha val="48000"/>
            </a:srgbClr>
          </a:solidFill>
          <a:ln w="0">
            <a:noFill/>
            <a:prstDash val="solid"/>
          </a:ln>
        </p:spPr>
      </p:sp>
      <p:sp>
        <p:nvSpPr>
          <p:cNvPr id="3015" name="01_find_only_3014">
            <a:extLst>
              <a:ext uri="{FF2B5EF4-FFF2-40B4-BE49-F238E27FC236}">
                <a16:creationId xmlns:a16="http://schemas.microsoft.com/office/drawing/2014/main" id="{5FCD85CF-DA92-4536-B48C-2CC013EED4A0}"/>
              </a:ext>
            </a:extLst>
          </p:cNvPr>
          <p:cNvSpPr>
            <a:spLocks noGrp="1"/>
          </p:cNvSpPr>
          <p:nvPr/>
        </p:nvSpPr>
        <p:spPr>
          <a:xfrm>
            <a:off x="4138510" y="4905784"/>
            <a:ext cx="28398" cy="28398"/>
          </a:xfrm>
          <a:prstGeom prst="ellipse">
            <a:avLst/>
          </a:prstGeom>
          <a:solidFill>
            <a:srgbClr val="7F8C97">
              <a:alpha val="48000"/>
            </a:srgbClr>
          </a:solidFill>
          <a:ln w="0">
            <a:noFill/>
            <a:prstDash val="solid"/>
          </a:ln>
        </p:spPr>
      </p:sp>
      <p:sp>
        <p:nvSpPr>
          <p:cNvPr id="3016" name="01_find_only_3015">
            <a:extLst>
              <a:ext uri="{FF2B5EF4-FFF2-40B4-BE49-F238E27FC236}">
                <a16:creationId xmlns:a16="http://schemas.microsoft.com/office/drawing/2014/main" id="{BC084E88-477A-49A6-95EC-4DEF8FBD1174}"/>
              </a:ext>
            </a:extLst>
          </p:cNvPr>
          <p:cNvSpPr>
            <a:spLocks noGrp="1"/>
          </p:cNvSpPr>
          <p:nvPr/>
        </p:nvSpPr>
        <p:spPr>
          <a:xfrm>
            <a:off x="4218344" y="4905784"/>
            <a:ext cx="28398" cy="28398"/>
          </a:xfrm>
          <a:prstGeom prst="ellipse">
            <a:avLst/>
          </a:prstGeom>
          <a:solidFill>
            <a:srgbClr val="7F8C97">
              <a:alpha val="48000"/>
            </a:srgbClr>
          </a:solidFill>
          <a:ln w="0">
            <a:noFill/>
            <a:prstDash val="solid"/>
          </a:ln>
        </p:spPr>
      </p:sp>
      <p:sp>
        <p:nvSpPr>
          <p:cNvPr id="3017" name="01_find_only_3016">
            <a:extLst>
              <a:ext uri="{FF2B5EF4-FFF2-40B4-BE49-F238E27FC236}">
                <a16:creationId xmlns:a16="http://schemas.microsoft.com/office/drawing/2014/main" id="{1B549EE4-99A5-4441-BF5A-88D22D1348F3}"/>
              </a:ext>
            </a:extLst>
          </p:cNvPr>
          <p:cNvSpPr>
            <a:spLocks noGrp="1"/>
          </p:cNvSpPr>
          <p:nvPr/>
        </p:nvSpPr>
        <p:spPr>
          <a:xfrm>
            <a:off x="4203751" y="4905784"/>
            <a:ext cx="28398" cy="28398"/>
          </a:xfrm>
          <a:prstGeom prst="ellipse">
            <a:avLst/>
          </a:prstGeom>
          <a:solidFill>
            <a:srgbClr val="7F8C97">
              <a:alpha val="48000"/>
            </a:srgbClr>
          </a:solidFill>
          <a:ln w="0">
            <a:noFill/>
            <a:prstDash val="solid"/>
          </a:ln>
        </p:spPr>
      </p:sp>
      <p:sp>
        <p:nvSpPr>
          <p:cNvPr id="3018" name="01_find_only_3017">
            <a:extLst>
              <a:ext uri="{FF2B5EF4-FFF2-40B4-BE49-F238E27FC236}">
                <a16:creationId xmlns:a16="http://schemas.microsoft.com/office/drawing/2014/main" id="{6A844C9D-2221-446A-8BB6-C40CC3931E9A}"/>
              </a:ext>
            </a:extLst>
          </p:cNvPr>
          <p:cNvSpPr>
            <a:spLocks noGrp="1"/>
          </p:cNvSpPr>
          <p:nvPr/>
        </p:nvSpPr>
        <p:spPr>
          <a:xfrm>
            <a:off x="4169223" y="4905784"/>
            <a:ext cx="28398" cy="28398"/>
          </a:xfrm>
          <a:prstGeom prst="ellipse">
            <a:avLst/>
          </a:prstGeom>
          <a:solidFill>
            <a:srgbClr val="7F8C97">
              <a:alpha val="48000"/>
            </a:srgbClr>
          </a:solidFill>
          <a:ln w="0">
            <a:noFill/>
            <a:prstDash val="solid"/>
          </a:ln>
        </p:spPr>
      </p:sp>
      <p:sp>
        <p:nvSpPr>
          <p:cNvPr id="3019" name="01_find_only_3018">
            <a:extLst>
              <a:ext uri="{FF2B5EF4-FFF2-40B4-BE49-F238E27FC236}">
                <a16:creationId xmlns:a16="http://schemas.microsoft.com/office/drawing/2014/main" id="{E230D386-5BB0-419E-8E5A-D809A96B161C}"/>
              </a:ext>
            </a:extLst>
          </p:cNvPr>
          <p:cNvSpPr>
            <a:spLocks noGrp="1"/>
          </p:cNvSpPr>
          <p:nvPr/>
        </p:nvSpPr>
        <p:spPr>
          <a:xfrm>
            <a:off x="4153103" y="4905784"/>
            <a:ext cx="28398" cy="28398"/>
          </a:xfrm>
          <a:prstGeom prst="ellipse">
            <a:avLst/>
          </a:prstGeom>
          <a:solidFill>
            <a:srgbClr val="7F8C97">
              <a:alpha val="48000"/>
            </a:srgbClr>
          </a:solidFill>
          <a:ln w="0">
            <a:noFill/>
            <a:prstDash val="solid"/>
          </a:ln>
        </p:spPr>
      </p:sp>
      <p:sp>
        <p:nvSpPr>
          <p:cNvPr id="3020" name="01_find_only_3019">
            <a:extLst>
              <a:ext uri="{FF2B5EF4-FFF2-40B4-BE49-F238E27FC236}">
                <a16:creationId xmlns:a16="http://schemas.microsoft.com/office/drawing/2014/main" id="{CC041485-0581-4A46-9EA3-B25BB884EAAF}"/>
              </a:ext>
            </a:extLst>
          </p:cNvPr>
          <p:cNvSpPr>
            <a:spLocks noGrp="1"/>
          </p:cNvSpPr>
          <p:nvPr/>
        </p:nvSpPr>
        <p:spPr>
          <a:xfrm>
            <a:off x="4221015" y="5268074"/>
            <a:ext cx="28398" cy="28398"/>
          </a:xfrm>
          <a:prstGeom prst="ellipse">
            <a:avLst/>
          </a:prstGeom>
          <a:solidFill>
            <a:srgbClr val="7F8C97">
              <a:alpha val="48000"/>
            </a:srgbClr>
          </a:solidFill>
          <a:ln w="0">
            <a:noFill/>
            <a:prstDash val="solid"/>
          </a:ln>
        </p:spPr>
      </p:sp>
      <p:sp>
        <p:nvSpPr>
          <p:cNvPr id="3021" name="01_find_only_3020">
            <a:extLst>
              <a:ext uri="{FF2B5EF4-FFF2-40B4-BE49-F238E27FC236}">
                <a16:creationId xmlns:a16="http://schemas.microsoft.com/office/drawing/2014/main" id="{2FB9E0A7-1D61-4625-924E-CD02C6DF512E}"/>
              </a:ext>
            </a:extLst>
          </p:cNvPr>
          <p:cNvSpPr>
            <a:spLocks noGrp="1"/>
          </p:cNvSpPr>
          <p:nvPr/>
        </p:nvSpPr>
        <p:spPr>
          <a:xfrm>
            <a:off x="4186391" y="4905784"/>
            <a:ext cx="28398" cy="28398"/>
          </a:xfrm>
          <a:prstGeom prst="ellipse">
            <a:avLst/>
          </a:prstGeom>
          <a:solidFill>
            <a:srgbClr val="7F8C97">
              <a:alpha val="48000"/>
            </a:srgbClr>
          </a:solidFill>
          <a:ln w="0">
            <a:noFill/>
            <a:prstDash val="solid"/>
          </a:ln>
        </p:spPr>
      </p:sp>
      <p:sp>
        <p:nvSpPr>
          <p:cNvPr id="3022" name="01_find_only_3021">
            <a:extLst>
              <a:ext uri="{FF2B5EF4-FFF2-40B4-BE49-F238E27FC236}">
                <a16:creationId xmlns:a16="http://schemas.microsoft.com/office/drawing/2014/main" id="{EFCE7AD8-0344-48D1-853F-D35D86B360BF}"/>
              </a:ext>
            </a:extLst>
          </p:cNvPr>
          <p:cNvSpPr>
            <a:spLocks noGrp="1"/>
          </p:cNvSpPr>
          <p:nvPr/>
        </p:nvSpPr>
        <p:spPr>
          <a:xfrm>
            <a:off x="4208138" y="6173800"/>
            <a:ext cx="28398" cy="28398"/>
          </a:xfrm>
          <a:prstGeom prst="ellipse">
            <a:avLst/>
          </a:prstGeom>
          <a:solidFill>
            <a:srgbClr val="7F8C97">
              <a:alpha val="48000"/>
            </a:srgbClr>
          </a:solidFill>
          <a:ln w="0">
            <a:noFill/>
            <a:prstDash val="solid"/>
          </a:ln>
        </p:spPr>
      </p:sp>
      <p:sp>
        <p:nvSpPr>
          <p:cNvPr id="3023" name="01_find_only_3022">
            <a:extLst>
              <a:ext uri="{FF2B5EF4-FFF2-40B4-BE49-F238E27FC236}">
                <a16:creationId xmlns:a16="http://schemas.microsoft.com/office/drawing/2014/main" id="{E6E17E6C-F9E1-4A73-A703-2986554C3AAF}"/>
              </a:ext>
            </a:extLst>
          </p:cNvPr>
          <p:cNvSpPr>
            <a:spLocks noGrp="1"/>
          </p:cNvSpPr>
          <p:nvPr/>
        </p:nvSpPr>
        <p:spPr>
          <a:xfrm>
            <a:off x="4141276" y="4905784"/>
            <a:ext cx="28398" cy="28398"/>
          </a:xfrm>
          <a:prstGeom prst="ellipse">
            <a:avLst/>
          </a:prstGeom>
          <a:solidFill>
            <a:srgbClr val="7F8C97">
              <a:alpha val="48000"/>
            </a:srgbClr>
          </a:solidFill>
          <a:ln w="0">
            <a:noFill/>
            <a:prstDash val="solid"/>
          </a:ln>
        </p:spPr>
      </p:sp>
      <p:sp>
        <p:nvSpPr>
          <p:cNvPr id="3024" name="01_find_only_3023">
            <a:extLst>
              <a:ext uri="{FF2B5EF4-FFF2-40B4-BE49-F238E27FC236}">
                <a16:creationId xmlns:a16="http://schemas.microsoft.com/office/drawing/2014/main" id="{299F10A1-3EA6-486B-A5CC-8F162964E353}"/>
              </a:ext>
            </a:extLst>
          </p:cNvPr>
          <p:cNvSpPr>
            <a:spLocks noGrp="1"/>
          </p:cNvSpPr>
          <p:nvPr/>
        </p:nvSpPr>
        <p:spPr>
          <a:xfrm>
            <a:off x="4168173" y="4905784"/>
            <a:ext cx="28398" cy="28398"/>
          </a:xfrm>
          <a:prstGeom prst="ellipse">
            <a:avLst/>
          </a:prstGeom>
          <a:solidFill>
            <a:srgbClr val="7F8C97">
              <a:alpha val="48000"/>
            </a:srgbClr>
          </a:solidFill>
          <a:ln w="0">
            <a:noFill/>
            <a:prstDash val="solid"/>
          </a:ln>
        </p:spPr>
      </p:sp>
      <p:sp>
        <p:nvSpPr>
          <p:cNvPr id="3025" name="01_find_only_3024">
            <a:extLst>
              <a:ext uri="{FF2B5EF4-FFF2-40B4-BE49-F238E27FC236}">
                <a16:creationId xmlns:a16="http://schemas.microsoft.com/office/drawing/2014/main" id="{64B6B9DA-0B22-4782-83F9-29C5DF3CF4E9}"/>
              </a:ext>
            </a:extLst>
          </p:cNvPr>
          <p:cNvSpPr>
            <a:spLocks noGrp="1"/>
          </p:cNvSpPr>
          <p:nvPr/>
        </p:nvSpPr>
        <p:spPr>
          <a:xfrm>
            <a:off x="4202225" y="5539792"/>
            <a:ext cx="28398" cy="28398"/>
          </a:xfrm>
          <a:prstGeom prst="ellipse">
            <a:avLst/>
          </a:prstGeom>
          <a:solidFill>
            <a:srgbClr val="7F8C97">
              <a:alpha val="48000"/>
            </a:srgbClr>
          </a:solidFill>
          <a:ln w="0">
            <a:noFill/>
            <a:prstDash val="solid"/>
          </a:ln>
        </p:spPr>
      </p:sp>
      <p:sp>
        <p:nvSpPr>
          <p:cNvPr id="3026" name="01_find_only_3025">
            <a:extLst>
              <a:ext uri="{FF2B5EF4-FFF2-40B4-BE49-F238E27FC236}">
                <a16:creationId xmlns:a16="http://schemas.microsoft.com/office/drawing/2014/main" id="{BAED441B-40C6-41A1-9CE6-8E0A44EABAF0}"/>
              </a:ext>
            </a:extLst>
          </p:cNvPr>
          <p:cNvSpPr>
            <a:spLocks noGrp="1"/>
          </p:cNvSpPr>
          <p:nvPr/>
        </p:nvSpPr>
        <p:spPr>
          <a:xfrm>
            <a:off x="4188394" y="5117120"/>
            <a:ext cx="28398" cy="28398"/>
          </a:xfrm>
          <a:prstGeom prst="ellipse">
            <a:avLst/>
          </a:prstGeom>
          <a:solidFill>
            <a:srgbClr val="7F8C97">
              <a:alpha val="48000"/>
            </a:srgbClr>
          </a:solidFill>
          <a:ln w="0">
            <a:noFill/>
            <a:prstDash val="solid"/>
          </a:ln>
        </p:spPr>
      </p:sp>
      <p:sp>
        <p:nvSpPr>
          <p:cNvPr id="3027" name="01_find_only_3026">
            <a:extLst>
              <a:ext uri="{FF2B5EF4-FFF2-40B4-BE49-F238E27FC236}">
                <a16:creationId xmlns:a16="http://schemas.microsoft.com/office/drawing/2014/main" id="{3608F174-36AF-4939-A207-E73902C02C2F}"/>
              </a:ext>
            </a:extLst>
          </p:cNvPr>
          <p:cNvSpPr>
            <a:spLocks noGrp="1"/>
          </p:cNvSpPr>
          <p:nvPr/>
        </p:nvSpPr>
        <p:spPr>
          <a:xfrm>
            <a:off x="4216341" y="4905784"/>
            <a:ext cx="28398" cy="28398"/>
          </a:xfrm>
          <a:prstGeom prst="ellipse">
            <a:avLst/>
          </a:prstGeom>
          <a:solidFill>
            <a:srgbClr val="7F8C97">
              <a:alpha val="48000"/>
            </a:srgbClr>
          </a:solidFill>
          <a:ln w="0">
            <a:noFill/>
            <a:prstDash val="solid"/>
          </a:ln>
        </p:spPr>
      </p:sp>
      <p:sp>
        <p:nvSpPr>
          <p:cNvPr id="3028" name="01_find_only_3027">
            <a:extLst>
              <a:ext uri="{FF2B5EF4-FFF2-40B4-BE49-F238E27FC236}">
                <a16:creationId xmlns:a16="http://schemas.microsoft.com/office/drawing/2014/main" id="{E9279334-EB99-4ED3-8099-E96FC4EDAF84}"/>
              </a:ext>
            </a:extLst>
          </p:cNvPr>
          <p:cNvSpPr>
            <a:spLocks noGrp="1"/>
          </p:cNvSpPr>
          <p:nvPr/>
        </p:nvSpPr>
        <p:spPr>
          <a:xfrm>
            <a:off x="4127827" y="4905784"/>
            <a:ext cx="28398" cy="28398"/>
          </a:xfrm>
          <a:prstGeom prst="ellipse">
            <a:avLst/>
          </a:prstGeom>
          <a:solidFill>
            <a:srgbClr val="7F8C97">
              <a:alpha val="48000"/>
            </a:srgbClr>
          </a:solidFill>
          <a:ln w="0">
            <a:noFill/>
            <a:prstDash val="solid"/>
          </a:ln>
        </p:spPr>
      </p:sp>
      <p:sp>
        <p:nvSpPr>
          <p:cNvPr id="3029" name="01_find_only_3028">
            <a:extLst>
              <a:ext uri="{FF2B5EF4-FFF2-40B4-BE49-F238E27FC236}">
                <a16:creationId xmlns:a16="http://schemas.microsoft.com/office/drawing/2014/main" id="{D876E788-FCAA-4854-8E27-7F385788FCB0}"/>
              </a:ext>
            </a:extLst>
          </p:cNvPr>
          <p:cNvSpPr>
            <a:spLocks noGrp="1"/>
          </p:cNvSpPr>
          <p:nvPr/>
        </p:nvSpPr>
        <p:spPr>
          <a:xfrm>
            <a:off x="4167124" y="6173800"/>
            <a:ext cx="28398" cy="28398"/>
          </a:xfrm>
          <a:prstGeom prst="ellipse">
            <a:avLst/>
          </a:prstGeom>
          <a:solidFill>
            <a:srgbClr val="7F8C97">
              <a:alpha val="48000"/>
            </a:srgbClr>
          </a:solidFill>
          <a:ln w="0">
            <a:noFill/>
            <a:prstDash val="solid"/>
          </a:ln>
        </p:spPr>
      </p:sp>
      <p:sp>
        <p:nvSpPr>
          <p:cNvPr id="3030" name="01_find_only_3029">
            <a:extLst>
              <a:ext uri="{FF2B5EF4-FFF2-40B4-BE49-F238E27FC236}">
                <a16:creationId xmlns:a16="http://schemas.microsoft.com/office/drawing/2014/main" id="{533EC867-F959-432F-BC08-80BA80BECF38}"/>
              </a:ext>
            </a:extLst>
          </p:cNvPr>
          <p:cNvSpPr>
            <a:spLocks noGrp="1"/>
          </p:cNvSpPr>
          <p:nvPr/>
        </p:nvSpPr>
        <p:spPr>
          <a:xfrm>
            <a:off x="4184961" y="6173800"/>
            <a:ext cx="28398" cy="28398"/>
          </a:xfrm>
          <a:prstGeom prst="ellipse">
            <a:avLst/>
          </a:prstGeom>
          <a:solidFill>
            <a:srgbClr val="7F8C97">
              <a:alpha val="48000"/>
            </a:srgbClr>
          </a:solidFill>
          <a:ln w="0">
            <a:noFill/>
            <a:prstDash val="solid"/>
          </a:ln>
        </p:spPr>
      </p:sp>
      <p:sp>
        <p:nvSpPr>
          <p:cNvPr id="3031" name="01_find_only_3030">
            <a:extLst>
              <a:ext uri="{FF2B5EF4-FFF2-40B4-BE49-F238E27FC236}">
                <a16:creationId xmlns:a16="http://schemas.microsoft.com/office/drawing/2014/main" id="{0EC4F3E2-044A-467C-9CE9-42ADF536A8AF}"/>
              </a:ext>
            </a:extLst>
          </p:cNvPr>
          <p:cNvSpPr>
            <a:spLocks noGrp="1"/>
          </p:cNvSpPr>
          <p:nvPr/>
        </p:nvSpPr>
        <p:spPr>
          <a:xfrm>
            <a:off x="4155297" y="6173800"/>
            <a:ext cx="28398" cy="28398"/>
          </a:xfrm>
          <a:prstGeom prst="ellipse">
            <a:avLst/>
          </a:prstGeom>
          <a:solidFill>
            <a:srgbClr val="7F8C97">
              <a:alpha val="48000"/>
            </a:srgbClr>
          </a:solidFill>
          <a:ln w="0">
            <a:noFill/>
            <a:prstDash val="solid"/>
          </a:ln>
        </p:spPr>
      </p:sp>
      <p:sp>
        <p:nvSpPr>
          <p:cNvPr id="3032" name="01_find_only_3031">
            <a:extLst>
              <a:ext uri="{FF2B5EF4-FFF2-40B4-BE49-F238E27FC236}">
                <a16:creationId xmlns:a16="http://schemas.microsoft.com/office/drawing/2014/main" id="{A434A7C5-22CE-4911-8F07-DA290BE47108}"/>
              </a:ext>
            </a:extLst>
          </p:cNvPr>
          <p:cNvSpPr>
            <a:spLocks noGrp="1"/>
          </p:cNvSpPr>
          <p:nvPr/>
        </p:nvSpPr>
        <p:spPr>
          <a:xfrm>
            <a:off x="4176662" y="4905784"/>
            <a:ext cx="28398" cy="28398"/>
          </a:xfrm>
          <a:prstGeom prst="ellipse">
            <a:avLst/>
          </a:prstGeom>
          <a:solidFill>
            <a:srgbClr val="7F8C97">
              <a:alpha val="48000"/>
            </a:srgbClr>
          </a:solidFill>
          <a:ln w="0">
            <a:noFill/>
            <a:prstDash val="solid"/>
          </a:ln>
        </p:spPr>
      </p:sp>
      <p:sp>
        <p:nvSpPr>
          <p:cNvPr id="3033" name="01_find_only_3032">
            <a:extLst>
              <a:ext uri="{FF2B5EF4-FFF2-40B4-BE49-F238E27FC236}">
                <a16:creationId xmlns:a16="http://schemas.microsoft.com/office/drawing/2014/main" id="{746C2855-AFD8-4BA7-8BEB-8CA894B95B7A}"/>
              </a:ext>
            </a:extLst>
          </p:cNvPr>
          <p:cNvSpPr>
            <a:spLocks noGrp="1"/>
          </p:cNvSpPr>
          <p:nvPr/>
        </p:nvSpPr>
        <p:spPr>
          <a:xfrm>
            <a:off x="4164644" y="6068132"/>
            <a:ext cx="28398" cy="28398"/>
          </a:xfrm>
          <a:prstGeom prst="ellipse">
            <a:avLst/>
          </a:prstGeom>
          <a:solidFill>
            <a:srgbClr val="7F8C97">
              <a:alpha val="48000"/>
            </a:srgbClr>
          </a:solidFill>
          <a:ln w="0">
            <a:noFill/>
            <a:prstDash val="solid"/>
          </a:ln>
        </p:spPr>
      </p:sp>
      <p:sp>
        <p:nvSpPr>
          <p:cNvPr id="3034" name="01_find_only_3033">
            <a:extLst>
              <a:ext uri="{FF2B5EF4-FFF2-40B4-BE49-F238E27FC236}">
                <a16:creationId xmlns:a16="http://schemas.microsoft.com/office/drawing/2014/main" id="{0A46A871-3BE2-434D-96AD-C0AF94FCEF30}"/>
              </a:ext>
            </a:extLst>
          </p:cNvPr>
          <p:cNvSpPr>
            <a:spLocks noGrp="1"/>
          </p:cNvSpPr>
          <p:nvPr/>
        </p:nvSpPr>
        <p:spPr>
          <a:xfrm>
            <a:off x="4205849" y="6083228"/>
            <a:ext cx="28398" cy="28398"/>
          </a:xfrm>
          <a:prstGeom prst="ellipse">
            <a:avLst/>
          </a:prstGeom>
          <a:solidFill>
            <a:srgbClr val="7F8C97">
              <a:alpha val="48000"/>
            </a:srgbClr>
          </a:solidFill>
          <a:ln w="0">
            <a:noFill/>
            <a:prstDash val="solid"/>
          </a:ln>
        </p:spPr>
      </p:sp>
      <p:sp>
        <p:nvSpPr>
          <p:cNvPr id="3035" name="01_find_only_3034">
            <a:extLst>
              <a:ext uri="{FF2B5EF4-FFF2-40B4-BE49-F238E27FC236}">
                <a16:creationId xmlns:a16="http://schemas.microsoft.com/office/drawing/2014/main" id="{0171F989-8ADD-472B-9E38-049904CF87FC}"/>
              </a:ext>
            </a:extLst>
          </p:cNvPr>
          <p:cNvSpPr>
            <a:spLocks noGrp="1"/>
          </p:cNvSpPr>
          <p:nvPr/>
        </p:nvSpPr>
        <p:spPr>
          <a:xfrm>
            <a:off x="4138319" y="4905784"/>
            <a:ext cx="28398" cy="28398"/>
          </a:xfrm>
          <a:prstGeom prst="ellipse">
            <a:avLst/>
          </a:prstGeom>
          <a:solidFill>
            <a:srgbClr val="7F8C97">
              <a:alpha val="48000"/>
            </a:srgbClr>
          </a:solidFill>
          <a:ln w="0">
            <a:noFill/>
            <a:prstDash val="solid"/>
          </a:ln>
        </p:spPr>
      </p:sp>
      <p:sp>
        <p:nvSpPr>
          <p:cNvPr id="3036" name="01_find_only_3035">
            <a:extLst>
              <a:ext uri="{FF2B5EF4-FFF2-40B4-BE49-F238E27FC236}">
                <a16:creationId xmlns:a16="http://schemas.microsoft.com/office/drawing/2014/main" id="{620F4510-4A9F-4887-A214-14462D1EC25A}"/>
              </a:ext>
            </a:extLst>
          </p:cNvPr>
          <p:cNvSpPr>
            <a:spLocks noGrp="1"/>
          </p:cNvSpPr>
          <p:nvPr/>
        </p:nvSpPr>
        <p:spPr>
          <a:xfrm>
            <a:off x="4142707" y="4905784"/>
            <a:ext cx="28398" cy="28398"/>
          </a:xfrm>
          <a:prstGeom prst="ellipse">
            <a:avLst/>
          </a:prstGeom>
          <a:solidFill>
            <a:srgbClr val="7F8C97">
              <a:alpha val="48000"/>
            </a:srgbClr>
          </a:solidFill>
          <a:ln w="0">
            <a:noFill/>
            <a:prstDash val="solid"/>
          </a:ln>
        </p:spPr>
      </p:sp>
      <p:sp>
        <p:nvSpPr>
          <p:cNvPr id="3037" name="01_find_only_3036">
            <a:extLst>
              <a:ext uri="{FF2B5EF4-FFF2-40B4-BE49-F238E27FC236}">
                <a16:creationId xmlns:a16="http://schemas.microsoft.com/office/drawing/2014/main" id="{276942D4-64E4-48CB-8466-9F317FAB7930}"/>
              </a:ext>
            </a:extLst>
          </p:cNvPr>
          <p:cNvSpPr>
            <a:spLocks noGrp="1"/>
          </p:cNvSpPr>
          <p:nvPr/>
        </p:nvSpPr>
        <p:spPr>
          <a:xfrm>
            <a:off x="4182385" y="4905784"/>
            <a:ext cx="28398" cy="28398"/>
          </a:xfrm>
          <a:prstGeom prst="ellipse">
            <a:avLst/>
          </a:prstGeom>
          <a:solidFill>
            <a:srgbClr val="7F8C97">
              <a:alpha val="48000"/>
            </a:srgbClr>
          </a:solidFill>
          <a:ln w="0">
            <a:noFill/>
            <a:prstDash val="solid"/>
          </a:ln>
        </p:spPr>
      </p:sp>
      <p:sp>
        <p:nvSpPr>
          <p:cNvPr id="3038" name="01_find_only_3037">
            <a:extLst>
              <a:ext uri="{FF2B5EF4-FFF2-40B4-BE49-F238E27FC236}">
                <a16:creationId xmlns:a16="http://schemas.microsoft.com/office/drawing/2014/main" id="{C770C973-2053-4704-BD39-65C5F9DFD539}"/>
              </a:ext>
            </a:extLst>
          </p:cNvPr>
          <p:cNvSpPr>
            <a:spLocks noGrp="1"/>
          </p:cNvSpPr>
          <p:nvPr/>
        </p:nvSpPr>
        <p:spPr>
          <a:xfrm>
            <a:off x="4181527" y="4905784"/>
            <a:ext cx="28398" cy="28398"/>
          </a:xfrm>
          <a:prstGeom prst="ellipse">
            <a:avLst/>
          </a:prstGeom>
          <a:solidFill>
            <a:srgbClr val="7F8C97">
              <a:alpha val="48000"/>
            </a:srgbClr>
          </a:solidFill>
          <a:ln w="0">
            <a:noFill/>
            <a:prstDash val="solid"/>
          </a:ln>
        </p:spPr>
      </p:sp>
      <p:sp>
        <p:nvSpPr>
          <p:cNvPr id="3039" name="01_find_only_3038">
            <a:extLst>
              <a:ext uri="{FF2B5EF4-FFF2-40B4-BE49-F238E27FC236}">
                <a16:creationId xmlns:a16="http://schemas.microsoft.com/office/drawing/2014/main" id="{AC464F27-E7CA-4042-AF5E-617C04CE5E20}"/>
              </a:ext>
            </a:extLst>
          </p:cNvPr>
          <p:cNvSpPr>
            <a:spLocks noGrp="1"/>
          </p:cNvSpPr>
          <p:nvPr/>
        </p:nvSpPr>
        <p:spPr>
          <a:xfrm>
            <a:off x="4212526" y="4905784"/>
            <a:ext cx="28398" cy="28398"/>
          </a:xfrm>
          <a:prstGeom prst="ellipse">
            <a:avLst/>
          </a:prstGeom>
          <a:solidFill>
            <a:srgbClr val="7F8C97">
              <a:alpha val="48000"/>
            </a:srgbClr>
          </a:solidFill>
          <a:ln w="0">
            <a:noFill/>
            <a:prstDash val="solid"/>
          </a:ln>
        </p:spPr>
      </p:sp>
      <p:sp>
        <p:nvSpPr>
          <p:cNvPr id="3040" name="01_find_only_3039">
            <a:extLst>
              <a:ext uri="{FF2B5EF4-FFF2-40B4-BE49-F238E27FC236}">
                <a16:creationId xmlns:a16="http://schemas.microsoft.com/office/drawing/2014/main" id="{9E050701-D230-411D-9EB4-29F7E677EF4C}"/>
              </a:ext>
            </a:extLst>
          </p:cNvPr>
          <p:cNvSpPr>
            <a:spLocks noGrp="1"/>
          </p:cNvSpPr>
          <p:nvPr/>
        </p:nvSpPr>
        <p:spPr>
          <a:xfrm>
            <a:off x="4198123" y="4905784"/>
            <a:ext cx="28398" cy="28398"/>
          </a:xfrm>
          <a:prstGeom prst="ellipse">
            <a:avLst/>
          </a:prstGeom>
          <a:solidFill>
            <a:srgbClr val="7F8C97">
              <a:alpha val="48000"/>
            </a:srgbClr>
          </a:solidFill>
          <a:ln w="0">
            <a:noFill/>
            <a:prstDash val="solid"/>
          </a:ln>
        </p:spPr>
      </p:sp>
      <p:sp>
        <p:nvSpPr>
          <p:cNvPr id="3041" name="01_find_only_3040">
            <a:extLst>
              <a:ext uri="{FF2B5EF4-FFF2-40B4-BE49-F238E27FC236}">
                <a16:creationId xmlns:a16="http://schemas.microsoft.com/office/drawing/2014/main" id="{89F90081-5A9E-4EBA-83CA-ED8B31592002}"/>
              </a:ext>
            </a:extLst>
          </p:cNvPr>
          <p:cNvSpPr>
            <a:spLocks noGrp="1"/>
          </p:cNvSpPr>
          <p:nvPr/>
        </p:nvSpPr>
        <p:spPr>
          <a:xfrm>
            <a:off x="4153103" y="6173800"/>
            <a:ext cx="28398" cy="28398"/>
          </a:xfrm>
          <a:prstGeom prst="ellipse">
            <a:avLst/>
          </a:prstGeom>
          <a:solidFill>
            <a:srgbClr val="7F8C97">
              <a:alpha val="48000"/>
            </a:srgbClr>
          </a:solidFill>
          <a:ln w="0">
            <a:noFill/>
            <a:prstDash val="solid"/>
          </a:ln>
        </p:spPr>
      </p:sp>
      <p:sp>
        <p:nvSpPr>
          <p:cNvPr id="3042" name="01_find_only_3041">
            <a:extLst>
              <a:ext uri="{FF2B5EF4-FFF2-40B4-BE49-F238E27FC236}">
                <a16:creationId xmlns:a16="http://schemas.microsoft.com/office/drawing/2014/main" id="{500AD955-67DD-4271-9A6F-B0AEC57CA8EA}"/>
              </a:ext>
            </a:extLst>
          </p:cNvPr>
          <p:cNvSpPr>
            <a:spLocks noGrp="1"/>
          </p:cNvSpPr>
          <p:nvPr/>
        </p:nvSpPr>
        <p:spPr>
          <a:xfrm>
            <a:off x="4200031" y="5222788"/>
            <a:ext cx="28398" cy="28398"/>
          </a:xfrm>
          <a:prstGeom prst="ellipse">
            <a:avLst/>
          </a:prstGeom>
          <a:solidFill>
            <a:srgbClr val="7F8C97">
              <a:alpha val="48000"/>
            </a:srgbClr>
          </a:solidFill>
          <a:ln w="0">
            <a:noFill/>
            <a:prstDash val="solid"/>
          </a:ln>
        </p:spPr>
      </p:sp>
      <p:sp>
        <p:nvSpPr>
          <p:cNvPr id="3043" name="01_find_only_3042">
            <a:extLst>
              <a:ext uri="{FF2B5EF4-FFF2-40B4-BE49-F238E27FC236}">
                <a16:creationId xmlns:a16="http://schemas.microsoft.com/office/drawing/2014/main" id="{926A1510-47A6-43E2-BEE6-E2FF6A60DE6B}"/>
              </a:ext>
            </a:extLst>
          </p:cNvPr>
          <p:cNvSpPr>
            <a:spLocks noGrp="1"/>
          </p:cNvSpPr>
          <p:nvPr/>
        </p:nvSpPr>
        <p:spPr>
          <a:xfrm>
            <a:off x="4192305" y="4905784"/>
            <a:ext cx="28398" cy="28398"/>
          </a:xfrm>
          <a:prstGeom prst="ellipse">
            <a:avLst/>
          </a:prstGeom>
          <a:solidFill>
            <a:srgbClr val="7F8C97">
              <a:alpha val="48000"/>
            </a:srgbClr>
          </a:solidFill>
          <a:ln w="0">
            <a:noFill/>
            <a:prstDash val="solid"/>
          </a:ln>
        </p:spPr>
      </p:sp>
      <p:sp>
        <p:nvSpPr>
          <p:cNvPr id="3044" name="01_find_only_3043">
            <a:extLst>
              <a:ext uri="{FF2B5EF4-FFF2-40B4-BE49-F238E27FC236}">
                <a16:creationId xmlns:a16="http://schemas.microsoft.com/office/drawing/2014/main" id="{C7155EFA-72DD-4182-A149-F70488E0FB08}"/>
              </a:ext>
            </a:extLst>
          </p:cNvPr>
          <p:cNvSpPr>
            <a:spLocks noGrp="1"/>
          </p:cNvSpPr>
          <p:nvPr/>
        </p:nvSpPr>
        <p:spPr>
          <a:xfrm>
            <a:off x="4196406" y="6173800"/>
            <a:ext cx="28398" cy="28398"/>
          </a:xfrm>
          <a:prstGeom prst="ellipse">
            <a:avLst/>
          </a:prstGeom>
          <a:solidFill>
            <a:srgbClr val="7F8C97">
              <a:alpha val="48000"/>
            </a:srgbClr>
          </a:solidFill>
          <a:ln w="0">
            <a:noFill/>
            <a:prstDash val="solid"/>
          </a:ln>
        </p:spPr>
      </p:sp>
      <p:sp>
        <p:nvSpPr>
          <p:cNvPr id="3045" name="01_find_only_3044">
            <a:extLst>
              <a:ext uri="{FF2B5EF4-FFF2-40B4-BE49-F238E27FC236}">
                <a16:creationId xmlns:a16="http://schemas.microsoft.com/office/drawing/2014/main" id="{DF1FC4C7-7AF3-4A28-892D-71DE1EF3DCD4}"/>
              </a:ext>
            </a:extLst>
          </p:cNvPr>
          <p:cNvSpPr>
            <a:spLocks noGrp="1"/>
          </p:cNvSpPr>
          <p:nvPr/>
        </p:nvSpPr>
        <p:spPr>
          <a:xfrm>
            <a:off x="4178379" y="4905784"/>
            <a:ext cx="28398" cy="28398"/>
          </a:xfrm>
          <a:prstGeom prst="ellipse">
            <a:avLst/>
          </a:prstGeom>
          <a:solidFill>
            <a:srgbClr val="7F8C97">
              <a:alpha val="48000"/>
            </a:srgbClr>
          </a:solidFill>
          <a:ln w="0">
            <a:noFill/>
            <a:prstDash val="solid"/>
          </a:ln>
        </p:spPr>
      </p:sp>
      <p:sp>
        <p:nvSpPr>
          <p:cNvPr id="3046" name="01_find_only_3045">
            <a:extLst>
              <a:ext uri="{FF2B5EF4-FFF2-40B4-BE49-F238E27FC236}">
                <a16:creationId xmlns:a16="http://schemas.microsoft.com/office/drawing/2014/main" id="{4DC18BD8-EA26-49BF-B110-9667AF2F3406}"/>
              </a:ext>
            </a:extLst>
          </p:cNvPr>
          <p:cNvSpPr>
            <a:spLocks noGrp="1"/>
          </p:cNvSpPr>
          <p:nvPr/>
        </p:nvSpPr>
        <p:spPr>
          <a:xfrm>
            <a:off x="4128876" y="5539792"/>
            <a:ext cx="28398" cy="28398"/>
          </a:xfrm>
          <a:prstGeom prst="ellipse">
            <a:avLst/>
          </a:prstGeom>
          <a:solidFill>
            <a:srgbClr val="7F8C97">
              <a:alpha val="48000"/>
            </a:srgbClr>
          </a:solidFill>
          <a:ln w="0">
            <a:noFill/>
            <a:prstDash val="solid"/>
          </a:ln>
        </p:spPr>
      </p:sp>
      <p:sp>
        <p:nvSpPr>
          <p:cNvPr id="3047" name="01_find_only_3046">
            <a:extLst>
              <a:ext uri="{FF2B5EF4-FFF2-40B4-BE49-F238E27FC236}">
                <a16:creationId xmlns:a16="http://schemas.microsoft.com/office/drawing/2014/main" id="{F968849A-BDF2-4F3B-B7C3-608E5BE15969}"/>
              </a:ext>
            </a:extLst>
          </p:cNvPr>
          <p:cNvSpPr>
            <a:spLocks noGrp="1"/>
          </p:cNvSpPr>
          <p:nvPr/>
        </p:nvSpPr>
        <p:spPr>
          <a:xfrm>
            <a:off x="4192687" y="5686102"/>
            <a:ext cx="28398" cy="28398"/>
          </a:xfrm>
          <a:prstGeom prst="ellipse">
            <a:avLst/>
          </a:prstGeom>
          <a:solidFill>
            <a:srgbClr val="7F8C97">
              <a:alpha val="48000"/>
            </a:srgbClr>
          </a:solidFill>
          <a:ln w="0">
            <a:noFill/>
            <a:prstDash val="solid"/>
          </a:ln>
        </p:spPr>
      </p:sp>
      <p:sp>
        <p:nvSpPr>
          <p:cNvPr id="3048" name="01_find_only_3047">
            <a:extLst>
              <a:ext uri="{FF2B5EF4-FFF2-40B4-BE49-F238E27FC236}">
                <a16:creationId xmlns:a16="http://schemas.microsoft.com/office/drawing/2014/main" id="{CC23BEB5-849C-4C6E-AC91-F78B45F83BDD}"/>
              </a:ext>
            </a:extLst>
          </p:cNvPr>
          <p:cNvSpPr>
            <a:spLocks noGrp="1"/>
          </p:cNvSpPr>
          <p:nvPr/>
        </p:nvSpPr>
        <p:spPr>
          <a:xfrm>
            <a:off x="4205277" y="5539792"/>
            <a:ext cx="28398" cy="28398"/>
          </a:xfrm>
          <a:prstGeom prst="ellipse">
            <a:avLst/>
          </a:prstGeom>
          <a:solidFill>
            <a:srgbClr val="7F8C97">
              <a:alpha val="48000"/>
            </a:srgbClr>
          </a:solidFill>
          <a:ln w="0">
            <a:noFill/>
            <a:prstDash val="solid"/>
          </a:ln>
        </p:spPr>
      </p:sp>
      <p:sp>
        <p:nvSpPr>
          <p:cNvPr id="3049" name="01_find_only_3048">
            <a:extLst>
              <a:ext uri="{FF2B5EF4-FFF2-40B4-BE49-F238E27FC236}">
                <a16:creationId xmlns:a16="http://schemas.microsoft.com/office/drawing/2014/main" id="{A436513A-082F-49BF-8E32-495775FF3C90}"/>
              </a:ext>
            </a:extLst>
          </p:cNvPr>
          <p:cNvSpPr>
            <a:spLocks noGrp="1"/>
          </p:cNvSpPr>
          <p:nvPr/>
        </p:nvSpPr>
        <p:spPr>
          <a:xfrm>
            <a:off x="4144710" y="4905784"/>
            <a:ext cx="28398" cy="28398"/>
          </a:xfrm>
          <a:prstGeom prst="ellipse">
            <a:avLst/>
          </a:prstGeom>
          <a:solidFill>
            <a:srgbClr val="7F8C97">
              <a:alpha val="48000"/>
            </a:srgbClr>
          </a:solidFill>
          <a:ln w="0">
            <a:noFill/>
            <a:prstDash val="solid"/>
          </a:ln>
        </p:spPr>
      </p:sp>
      <p:sp>
        <p:nvSpPr>
          <p:cNvPr id="3050" name="01_find_only_3049">
            <a:extLst>
              <a:ext uri="{FF2B5EF4-FFF2-40B4-BE49-F238E27FC236}">
                <a16:creationId xmlns:a16="http://schemas.microsoft.com/office/drawing/2014/main" id="{7535F28F-DCFA-4D5D-A9E3-6B73EA306533}"/>
              </a:ext>
            </a:extLst>
          </p:cNvPr>
          <p:cNvSpPr>
            <a:spLocks noGrp="1"/>
          </p:cNvSpPr>
          <p:nvPr/>
        </p:nvSpPr>
        <p:spPr>
          <a:xfrm>
            <a:off x="4137556" y="4905784"/>
            <a:ext cx="28398" cy="28398"/>
          </a:xfrm>
          <a:prstGeom prst="ellipse">
            <a:avLst/>
          </a:prstGeom>
          <a:solidFill>
            <a:srgbClr val="7F8C97">
              <a:alpha val="48000"/>
            </a:srgbClr>
          </a:solidFill>
          <a:ln w="0">
            <a:noFill/>
            <a:prstDash val="solid"/>
          </a:ln>
        </p:spPr>
      </p:sp>
      <p:sp>
        <p:nvSpPr>
          <p:cNvPr id="3051" name="01_find_only_3050">
            <a:extLst>
              <a:ext uri="{FF2B5EF4-FFF2-40B4-BE49-F238E27FC236}">
                <a16:creationId xmlns:a16="http://schemas.microsoft.com/office/drawing/2014/main" id="{5D6AAB77-6427-4DFE-94B8-6B7C10B9D916}"/>
              </a:ext>
            </a:extLst>
          </p:cNvPr>
          <p:cNvSpPr>
            <a:spLocks noGrp="1"/>
          </p:cNvSpPr>
          <p:nvPr/>
        </p:nvSpPr>
        <p:spPr>
          <a:xfrm>
            <a:off x="4192496" y="5064286"/>
            <a:ext cx="28398" cy="28398"/>
          </a:xfrm>
          <a:prstGeom prst="ellipse">
            <a:avLst/>
          </a:prstGeom>
          <a:solidFill>
            <a:srgbClr val="7F8C97">
              <a:alpha val="48000"/>
            </a:srgbClr>
          </a:solidFill>
          <a:ln w="0">
            <a:noFill/>
            <a:prstDash val="solid"/>
          </a:ln>
        </p:spPr>
      </p:sp>
      <p:sp>
        <p:nvSpPr>
          <p:cNvPr id="3052" name="01_find_only_3051">
            <a:extLst>
              <a:ext uri="{FF2B5EF4-FFF2-40B4-BE49-F238E27FC236}">
                <a16:creationId xmlns:a16="http://schemas.microsoft.com/office/drawing/2014/main" id="{71C55DFE-A17E-4479-BD98-79CF7E5CCEF9}"/>
              </a:ext>
            </a:extLst>
          </p:cNvPr>
          <p:cNvSpPr>
            <a:spLocks noGrp="1"/>
          </p:cNvSpPr>
          <p:nvPr/>
        </p:nvSpPr>
        <p:spPr>
          <a:xfrm>
            <a:off x="4217104" y="4905784"/>
            <a:ext cx="28398" cy="28398"/>
          </a:xfrm>
          <a:prstGeom prst="ellipse">
            <a:avLst/>
          </a:prstGeom>
          <a:solidFill>
            <a:srgbClr val="7F8C97">
              <a:alpha val="48000"/>
            </a:srgbClr>
          </a:solidFill>
          <a:ln w="0">
            <a:noFill/>
            <a:prstDash val="solid"/>
          </a:ln>
        </p:spPr>
      </p:sp>
      <p:sp>
        <p:nvSpPr>
          <p:cNvPr id="3053" name="01_find_only_3052">
            <a:extLst>
              <a:ext uri="{FF2B5EF4-FFF2-40B4-BE49-F238E27FC236}">
                <a16:creationId xmlns:a16="http://schemas.microsoft.com/office/drawing/2014/main" id="{87CEA4E3-F232-4DB5-8BE6-A5F3C14209A6}"/>
              </a:ext>
            </a:extLst>
          </p:cNvPr>
          <p:cNvSpPr>
            <a:spLocks noGrp="1"/>
          </p:cNvSpPr>
          <p:nvPr/>
        </p:nvSpPr>
        <p:spPr>
          <a:xfrm>
            <a:off x="4221206" y="4905784"/>
            <a:ext cx="28398" cy="28398"/>
          </a:xfrm>
          <a:prstGeom prst="ellipse">
            <a:avLst/>
          </a:prstGeom>
          <a:solidFill>
            <a:srgbClr val="7F8C97">
              <a:alpha val="48000"/>
            </a:srgbClr>
          </a:solidFill>
          <a:ln w="0">
            <a:noFill/>
            <a:prstDash val="solid"/>
          </a:ln>
        </p:spPr>
      </p:sp>
      <p:sp>
        <p:nvSpPr>
          <p:cNvPr id="3054" name="01_find_only_3053">
            <a:extLst>
              <a:ext uri="{FF2B5EF4-FFF2-40B4-BE49-F238E27FC236}">
                <a16:creationId xmlns:a16="http://schemas.microsoft.com/office/drawing/2014/main" id="{7B3A1A3D-F6F2-49AD-9C2A-87D245BF6AC6}"/>
              </a:ext>
            </a:extLst>
          </p:cNvPr>
          <p:cNvSpPr>
            <a:spLocks noGrp="1"/>
          </p:cNvSpPr>
          <p:nvPr/>
        </p:nvSpPr>
        <p:spPr>
          <a:xfrm>
            <a:off x="4162260" y="4905784"/>
            <a:ext cx="28398" cy="28398"/>
          </a:xfrm>
          <a:prstGeom prst="ellipse">
            <a:avLst/>
          </a:prstGeom>
          <a:solidFill>
            <a:srgbClr val="7F8C97">
              <a:alpha val="48000"/>
            </a:srgbClr>
          </a:solidFill>
          <a:ln w="0">
            <a:noFill/>
            <a:prstDash val="solid"/>
          </a:ln>
        </p:spPr>
      </p:sp>
      <p:sp>
        <p:nvSpPr>
          <p:cNvPr id="3055" name="01_find_only_3054">
            <a:extLst>
              <a:ext uri="{FF2B5EF4-FFF2-40B4-BE49-F238E27FC236}">
                <a16:creationId xmlns:a16="http://schemas.microsoft.com/office/drawing/2014/main" id="{C0F8D8F3-8E22-43CC-A71C-F42BD39D12BE}"/>
              </a:ext>
            </a:extLst>
          </p:cNvPr>
          <p:cNvSpPr>
            <a:spLocks noGrp="1"/>
          </p:cNvSpPr>
          <p:nvPr/>
        </p:nvSpPr>
        <p:spPr>
          <a:xfrm>
            <a:off x="4197265" y="5328456"/>
            <a:ext cx="28398" cy="28398"/>
          </a:xfrm>
          <a:prstGeom prst="ellipse">
            <a:avLst/>
          </a:prstGeom>
          <a:solidFill>
            <a:srgbClr val="7F8C97">
              <a:alpha val="48000"/>
            </a:srgbClr>
          </a:solidFill>
          <a:ln w="0">
            <a:noFill/>
            <a:prstDash val="solid"/>
          </a:ln>
        </p:spPr>
      </p:sp>
      <p:sp>
        <p:nvSpPr>
          <p:cNvPr id="3056" name="01_find_only_3055">
            <a:extLst>
              <a:ext uri="{FF2B5EF4-FFF2-40B4-BE49-F238E27FC236}">
                <a16:creationId xmlns:a16="http://schemas.microsoft.com/office/drawing/2014/main" id="{82773C35-F5FA-4172-A8E8-C04F1F45A378}"/>
              </a:ext>
            </a:extLst>
          </p:cNvPr>
          <p:cNvSpPr>
            <a:spLocks noGrp="1"/>
          </p:cNvSpPr>
          <p:nvPr/>
        </p:nvSpPr>
        <p:spPr>
          <a:xfrm>
            <a:off x="4204514" y="4905784"/>
            <a:ext cx="28398" cy="28398"/>
          </a:xfrm>
          <a:prstGeom prst="ellipse">
            <a:avLst/>
          </a:prstGeom>
          <a:solidFill>
            <a:srgbClr val="7F8C97">
              <a:alpha val="48000"/>
            </a:srgbClr>
          </a:solidFill>
          <a:ln w="0">
            <a:noFill/>
            <a:prstDash val="solid"/>
          </a:ln>
        </p:spPr>
      </p:sp>
      <p:sp>
        <p:nvSpPr>
          <p:cNvPr id="3057" name="01_find_only_3056">
            <a:extLst>
              <a:ext uri="{FF2B5EF4-FFF2-40B4-BE49-F238E27FC236}">
                <a16:creationId xmlns:a16="http://schemas.microsoft.com/office/drawing/2014/main" id="{67BB9C7C-3E3F-4D24-A1C6-7DEF81381D2E}"/>
              </a:ext>
            </a:extLst>
          </p:cNvPr>
          <p:cNvSpPr>
            <a:spLocks noGrp="1"/>
          </p:cNvSpPr>
          <p:nvPr/>
        </p:nvSpPr>
        <p:spPr>
          <a:xfrm>
            <a:off x="4216055" y="4905784"/>
            <a:ext cx="28398" cy="28398"/>
          </a:xfrm>
          <a:prstGeom prst="ellipse">
            <a:avLst/>
          </a:prstGeom>
          <a:solidFill>
            <a:srgbClr val="7F8C97">
              <a:alpha val="48000"/>
            </a:srgbClr>
          </a:solidFill>
          <a:ln w="0">
            <a:noFill/>
            <a:prstDash val="solid"/>
          </a:ln>
        </p:spPr>
      </p:sp>
      <p:sp>
        <p:nvSpPr>
          <p:cNvPr id="3058" name="01_find_only_3057">
            <a:extLst>
              <a:ext uri="{FF2B5EF4-FFF2-40B4-BE49-F238E27FC236}">
                <a16:creationId xmlns:a16="http://schemas.microsoft.com/office/drawing/2014/main" id="{66C987D8-5DE4-42A9-8AA2-60D9D37AE533}"/>
              </a:ext>
            </a:extLst>
          </p:cNvPr>
          <p:cNvSpPr>
            <a:spLocks noGrp="1"/>
          </p:cNvSpPr>
          <p:nvPr/>
        </p:nvSpPr>
        <p:spPr>
          <a:xfrm>
            <a:off x="4205945" y="4905784"/>
            <a:ext cx="28398" cy="28398"/>
          </a:xfrm>
          <a:prstGeom prst="ellipse">
            <a:avLst/>
          </a:prstGeom>
          <a:solidFill>
            <a:srgbClr val="7F8C97">
              <a:alpha val="48000"/>
            </a:srgbClr>
          </a:solidFill>
          <a:ln w="0">
            <a:noFill/>
            <a:prstDash val="solid"/>
          </a:ln>
        </p:spPr>
      </p:sp>
      <p:sp>
        <p:nvSpPr>
          <p:cNvPr id="3059" name="01_find_only_3058">
            <a:extLst>
              <a:ext uri="{FF2B5EF4-FFF2-40B4-BE49-F238E27FC236}">
                <a16:creationId xmlns:a16="http://schemas.microsoft.com/office/drawing/2014/main" id="{169074EE-668B-4F24-B941-457A182E1FCD}"/>
              </a:ext>
            </a:extLst>
          </p:cNvPr>
          <p:cNvSpPr>
            <a:spLocks noGrp="1"/>
          </p:cNvSpPr>
          <p:nvPr/>
        </p:nvSpPr>
        <p:spPr>
          <a:xfrm>
            <a:off x="4191542" y="4905784"/>
            <a:ext cx="28398" cy="28398"/>
          </a:xfrm>
          <a:prstGeom prst="ellipse">
            <a:avLst/>
          </a:prstGeom>
          <a:solidFill>
            <a:srgbClr val="7F8C97">
              <a:alpha val="48000"/>
            </a:srgbClr>
          </a:solidFill>
          <a:ln w="0">
            <a:noFill/>
            <a:prstDash val="solid"/>
          </a:ln>
        </p:spPr>
      </p:sp>
      <p:sp>
        <p:nvSpPr>
          <p:cNvPr id="3060" name="01_find_only_3059">
            <a:extLst>
              <a:ext uri="{FF2B5EF4-FFF2-40B4-BE49-F238E27FC236}">
                <a16:creationId xmlns:a16="http://schemas.microsoft.com/office/drawing/2014/main" id="{2E73C5EB-8FDE-4C44-9A40-4589B12184FB}"/>
              </a:ext>
            </a:extLst>
          </p:cNvPr>
          <p:cNvSpPr>
            <a:spLocks noGrp="1"/>
          </p:cNvSpPr>
          <p:nvPr/>
        </p:nvSpPr>
        <p:spPr>
          <a:xfrm>
            <a:off x="4133073" y="4905784"/>
            <a:ext cx="28398" cy="28398"/>
          </a:xfrm>
          <a:prstGeom prst="ellipse">
            <a:avLst/>
          </a:prstGeom>
          <a:solidFill>
            <a:srgbClr val="7F8C97">
              <a:alpha val="48000"/>
            </a:srgbClr>
          </a:solidFill>
          <a:ln w="0">
            <a:noFill/>
            <a:prstDash val="solid"/>
          </a:ln>
        </p:spPr>
      </p:sp>
      <p:sp>
        <p:nvSpPr>
          <p:cNvPr id="3061" name="01_find_only_3060">
            <a:extLst>
              <a:ext uri="{FF2B5EF4-FFF2-40B4-BE49-F238E27FC236}">
                <a16:creationId xmlns:a16="http://schemas.microsoft.com/office/drawing/2014/main" id="{DF500FAD-6309-4C56-B14B-A6A39D6DDF6D}"/>
              </a:ext>
            </a:extLst>
          </p:cNvPr>
          <p:cNvSpPr>
            <a:spLocks noGrp="1"/>
          </p:cNvSpPr>
          <p:nvPr/>
        </p:nvSpPr>
        <p:spPr>
          <a:xfrm>
            <a:off x="4142325" y="6004731"/>
            <a:ext cx="28398" cy="28398"/>
          </a:xfrm>
          <a:prstGeom prst="ellipse">
            <a:avLst/>
          </a:prstGeom>
          <a:solidFill>
            <a:srgbClr val="7F8C97">
              <a:alpha val="48000"/>
            </a:srgbClr>
          </a:solidFill>
          <a:ln w="0">
            <a:noFill/>
            <a:prstDash val="solid"/>
          </a:ln>
        </p:spPr>
      </p:sp>
      <p:sp>
        <p:nvSpPr>
          <p:cNvPr id="3062" name="01_find_only_3061">
            <a:extLst>
              <a:ext uri="{FF2B5EF4-FFF2-40B4-BE49-F238E27FC236}">
                <a16:creationId xmlns:a16="http://schemas.microsoft.com/office/drawing/2014/main" id="{372CFF82-AA15-4D53-B58E-55A8EEBA24DF}"/>
              </a:ext>
            </a:extLst>
          </p:cNvPr>
          <p:cNvSpPr>
            <a:spLocks noGrp="1"/>
          </p:cNvSpPr>
          <p:nvPr/>
        </p:nvSpPr>
        <p:spPr>
          <a:xfrm>
            <a:off x="4192496" y="4905784"/>
            <a:ext cx="28398" cy="28398"/>
          </a:xfrm>
          <a:prstGeom prst="ellipse">
            <a:avLst/>
          </a:prstGeom>
          <a:solidFill>
            <a:srgbClr val="7F8C97">
              <a:alpha val="48000"/>
            </a:srgbClr>
          </a:solidFill>
          <a:ln w="0">
            <a:noFill/>
            <a:prstDash val="solid"/>
          </a:ln>
        </p:spPr>
      </p:sp>
      <p:sp>
        <p:nvSpPr>
          <p:cNvPr id="3063" name="01_find_only_3062">
            <a:extLst>
              <a:ext uri="{FF2B5EF4-FFF2-40B4-BE49-F238E27FC236}">
                <a16:creationId xmlns:a16="http://schemas.microsoft.com/office/drawing/2014/main" id="{CC3D6202-4A8C-41E2-A3CA-A3716CE07B41}"/>
              </a:ext>
            </a:extLst>
          </p:cNvPr>
          <p:cNvSpPr>
            <a:spLocks noGrp="1"/>
          </p:cNvSpPr>
          <p:nvPr/>
        </p:nvSpPr>
        <p:spPr>
          <a:xfrm>
            <a:off x="4182862" y="4905784"/>
            <a:ext cx="28398" cy="28398"/>
          </a:xfrm>
          <a:prstGeom prst="ellipse">
            <a:avLst/>
          </a:prstGeom>
          <a:solidFill>
            <a:srgbClr val="7F8C97">
              <a:alpha val="48000"/>
            </a:srgbClr>
          </a:solidFill>
          <a:ln w="0">
            <a:noFill/>
            <a:prstDash val="solid"/>
          </a:ln>
        </p:spPr>
      </p:sp>
      <p:sp>
        <p:nvSpPr>
          <p:cNvPr id="3064" name="01_find_only_3063">
            <a:extLst>
              <a:ext uri="{FF2B5EF4-FFF2-40B4-BE49-F238E27FC236}">
                <a16:creationId xmlns:a16="http://schemas.microsoft.com/office/drawing/2014/main" id="{50726355-B8FB-4E28-9906-D1B50B69AEEA}"/>
              </a:ext>
            </a:extLst>
          </p:cNvPr>
          <p:cNvSpPr>
            <a:spLocks noGrp="1"/>
          </p:cNvSpPr>
          <p:nvPr/>
        </p:nvSpPr>
        <p:spPr>
          <a:xfrm>
            <a:off x="4146331" y="4905784"/>
            <a:ext cx="28398" cy="28398"/>
          </a:xfrm>
          <a:prstGeom prst="ellipse">
            <a:avLst/>
          </a:prstGeom>
          <a:solidFill>
            <a:srgbClr val="7F8C97">
              <a:alpha val="48000"/>
            </a:srgbClr>
          </a:solidFill>
          <a:ln w="0">
            <a:noFill/>
            <a:prstDash val="solid"/>
          </a:ln>
        </p:spPr>
      </p:sp>
      <p:sp>
        <p:nvSpPr>
          <p:cNvPr id="3065" name="01_find_only_3064">
            <a:extLst>
              <a:ext uri="{FF2B5EF4-FFF2-40B4-BE49-F238E27FC236}">
                <a16:creationId xmlns:a16="http://schemas.microsoft.com/office/drawing/2014/main" id="{37D6A66C-F008-4433-8286-F6A441F97F7E}"/>
              </a:ext>
            </a:extLst>
          </p:cNvPr>
          <p:cNvSpPr>
            <a:spLocks noGrp="1"/>
          </p:cNvSpPr>
          <p:nvPr/>
        </p:nvSpPr>
        <p:spPr>
          <a:xfrm>
            <a:off x="4163595" y="4905784"/>
            <a:ext cx="28398" cy="28398"/>
          </a:xfrm>
          <a:prstGeom prst="ellipse">
            <a:avLst/>
          </a:prstGeom>
          <a:solidFill>
            <a:srgbClr val="7F8C97">
              <a:alpha val="48000"/>
            </a:srgbClr>
          </a:solidFill>
          <a:ln w="0">
            <a:noFill/>
            <a:prstDash val="solid"/>
          </a:ln>
        </p:spPr>
      </p:sp>
      <p:sp>
        <p:nvSpPr>
          <p:cNvPr id="3066" name="01_find_only_3065">
            <a:extLst>
              <a:ext uri="{FF2B5EF4-FFF2-40B4-BE49-F238E27FC236}">
                <a16:creationId xmlns:a16="http://schemas.microsoft.com/office/drawing/2014/main" id="{CB8B3BAF-3ABB-4D87-BD12-AD6B71EE1F5E}"/>
              </a:ext>
            </a:extLst>
          </p:cNvPr>
          <p:cNvSpPr>
            <a:spLocks noGrp="1"/>
          </p:cNvSpPr>
          <p:nvPr/>
        </p:nvSpPr>
        <p:spPr>
          <a:xfrm>
            <a:off x="4129830" y="6128514"/>
            <a:ext cx="28398" cy="28398"/>
          </a:xfrm>
          <a:prstGeom prst="ellipse">
            <a:avLst/>
          </a:prstGeom>
          <a:solidFill>
            <a:srgbClr val="7F8C97">
              <a:alpha val="48000"/>
            </a:srgbClr>
          </a:solidFill>
          <a:ln w="0">
            <a:noFill/>
            <a:prstDash val="solid"/>
          </a:ln>
        </p:spPr>
      </p:sp>
      <p:sp>
        <p:nvSpPr>
          <p:cNvPr id="3067" name="01_find_only_3066">
            <a:extLst>
              <a:ext uri="{FF2B5EF4-FFF2-40B4-BE49-F238E27FC236}">
                <a16:creationId xmlns:a16="http://schemas.microsoft.com/office/drawing/2014/main" id="{B0A5BA2D-03D7-4F0C-B494-A0D54EBCA05A}"/>
              </a:ext>
            </a:extLst>
          </p:cNvPr>
          <p:cNvSpPr>
            <a:spLocks noGrp="1"/>
          </p:cNvSpPr>
          <p:nvPr/>
        </p:nvSpPr>
        <p:spPr>
          <a:xfrm>
            <a:off x="2673000" y="4856582"/>
            <a:ext cx="191" cy="1394818"/>
          </a:xfrm>
          <a:custGeom>
            <a:avLst/>
            <a:gdLst/>
            <a:ahLst/>
            <a:cxnLst/>
            <a:rect l="0" t="0" r="0" b="0"/>
            <a:pathLst>
              <a:path w="191" h="1394818">
                <a:moveTo>
                  <a:pt x="0" y="1394818"/>
                </a:moveTo>
                <a:lnTo>
                  <a:pt x="0" y="0"/>
                </a:lnTo>
              </a:path>
            </a:pathLst>
          </a:custGeom>
          <a:noFill/>
          <a:ln w="8890">
            <a:solidFill>
              <a:srgbClr val="000000"/>
            </a:solidFill>
            <a:prstDash val="solid"/>
          </a:ln>
        </p:spPr>
      </p:sp>
      <p:sp>
        <p:nvSpPr>
          <p:cNvPr id="3068" name="01_find_only_3067">
            <a:extLst>
              <a:ext uri="{FF2B5EF4-FFF2-40B4-BE49-F238E27FC236}">
                <a16:creationId xmlns:a16="http://schemas.microsoft.com/office/drawing/2014/main" id="{8E645ABF-788B-4365-BB2D-D043863EF93C}"/>
              </a:ext>
            </a:extLst>
          </p:cNvPr>
          <p:cNvSpPr>
            <a:spLocks noGrp="1"/>
          </p:cNvSpPr>
          <p:nvPr/>
        </p:nvSpPr>
        <p:spPr>
          <a:xfrm>
            <a:off x="2673000" y="6251400"/>
            <a:ext cx="1620000" cy="191"/>
          </a:xfrm>
          <a:custGeom>
            <a:avLst/>
            <a:gdLst/>
            <a:ahLst/>
            <a:cxnLst/>
            <a:rect l="0" t="0" r="0" b="0"/>
            <a:pathLst>
              <a:path w="1620000" h="191">
                <a:moveTo>
                  <a:pt x="0" y="0"/>
                </a:moveTo>
                <a:lnTo>
                  <a:pt x="1620000" y="0"/>
                </a:lnTo>
              </a:path>
            </a:pathLst>
          </a:custGeom>
          <a:noFill/>
          <a:ln w="8890">
            <a:solidFill>
              <a:srgbClr val="000000"/>
            </a:solidFill>
            <a:prstDash val="solid"/>
          </a:ln>
        </p:spPr>
      </p:sp>
      <p:sp>
        <p:nvSpPr>
          <p:cNvPr id="3069" name="text_3068">
            <a:extLst>
              <a:ext uri="{FF2B5EF4-FFF2-40B4-BE49-F238E27FC236}">
                <a16:creationId xmlns:a16="http://schemas.microsoft.com/office/drawing/2014/main" id="{0D7BE3DA-E403-472C-9471-9E366BB60354}"/>
              </a:ext>
            </a:extLst>
          </p:cNvPr>
          <p:cNvSpPr>
            <a:spLocks noGrp="1"/>
          </p:cNvSpPr>
          <p:nvPr/>
        </p:nvSpPr>
        <p:spPr>
          <a:xfrm>
            <a:off x="2446200" y="4665830"/>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e</a:t>
            </a:r>
          </a:p>
        </p:txBody>
      </p:sp>
      <p:sp>
        <p:nvSpPr>
          <p:cNvPr id="3070" name="text_3069">
            <a:extLst>
              <a:ext uri="{FF2B5EF4-FFF2-40B4-BE49-F238E27FC236}">
                <a16:creationId xmlns:a16="http://schemas.microsoft.com/office/drawing/2014/main" id="{F7D38C4A-40EC-40B4-BD85-93945EA702C3}"/>
              </a:ext>
            </a:extLst>
          </p:cNvPr>
          <p:cNvSpPr>
            <a:spLocks noGrp="1"/>
          </p:cNvSpPr>
          <p:nvPr/>
        </p:nvSpPr>
        <p:spPr>
          <a:xfrm>
            <a:off x="2673000" y="4657002"/>
            <a:ext cx="1068451"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rPr sz="850" b="0">
                <a:solidFill>
                  <a:srgbClr val="273744"/>
                </a:solidFill>
                <a:latin typeface="Arial"/>
                <a:ea typeface="Arial"/>
                <a:cs typeface="Arial"/>
              </a:rPr>
              <a:t>Small molecules, CA2</a:t>
            </a:r>
          </a:p>
        </p:txBody>
      </p:sp>
      <p:sp>
        <p:nvSpPr>
          <p:cNvPr id="3071" name="01_find_only_3070">
            <a:extLst>
              <a:ext uri="{FF2B5EF4-FFF2-40B4-BE49-F238E27FC236}">
                <a16:creationId xmlns:a16="http://schemas.microsoft.com/office/drawing/2014/main" id="{2E48BA64-D2C0-4103-A9B1-384A94AE40F8}"/>
              </a:ext>
            </a:extLst>
          </p:cNvPr>
          <p:cNvSpPr>
            <a:spLocks noGrp="1"/>
          </p:cNvSpPr>
          <p:nvPr/>
        </p:nvSpPr>
        <p:spPr>
          <a:xfrm>
            <a:off x="2688000" y="5319299"/>
            <a:ext cx="1500000" cy="868700"/>
          </a:xfrm>
          <a:custGeom>
            <a:avLst/>
            <a:gdLst/>
            <a:ahLst/>
            <a:cxnLst/>
            <a:rect l="0" t="0" r="0" b="0"/>
            <a:pathLst>
              <a:path w="1500000" h="868700">
                <a:moveTo>
                  <a:pt x="0" y="868700"/>
                </a:moveTo>
                <a:lnTo>
                  <a:pt x="19231" y="867809"/>
                </a:lnTo>
                <a:lnTo>
                  <a:pt x="19231" y="867117"/>
                </a:lnTo>
                <a:lnTo>
                  <a:pt x="25000" y="866474"/>
                </a:lnTo>
                <a:lnTo>
                  <a:pt x="25641" y="865402"/>
                </a:lnTo>
                <a:lnTo>
                  <a:pt x="27778" y="865402"/>
                </a:lnTo>
                <a:lnTo>
                  <a:pt x="27778" y="863154"/>
                </a:lnTo>
                <a:lnTo>
                  <a:pt x="35714" y="862307"/>
                </a:lnTo>
                <a:lnTo>
                  <a:pt x="35714" y="860379"/>
                </a:lnTo>
                <a:lnTo>
                  <a:pt x="41667" y="859688"/>
                </a:lnTo>
                <a:lnTo>
                  <a:pt x="41667" y="856653"/>
                </a:lnTo>
                <a:lnTo>
                  <a:pt x="45455" y="856480"/>
                </a:lnTo>
                <a:lnTo>
                  <a:pt x="45455" y="854027"/>
                </a:lnTo>
                <a:lnTo>
                  <a:pt x="50000" y="854027"/>
                </a:lnTo>
                <a:lnTo>
                  <a:pt x="51282" y="851831"/>
                </a:lnTo>
                <a:lnTo>
                  <a:pt x="55556" y="851831"/>
                </a:lnTo>
                <a:lnTo>
                  <a:pt x="55556" y="849582"/>
                </a:lnTo>
                <a:lnTo>
                  <a:pt x="62500" y="849185"/>
                </a:lnTo>
                <a:lnTo>
                  <a:pt x="62500" y="843564"/>
                </a:lnTo>
                <a:lnTo>
                  <a:pt x="71429" y="842544"/>
                </a:lnTo>
                <a:lnTo>
                  <a:pt x="71429" y="837726"/>
                </a:lnTo>
                <a:lnTo>
                  <a:pt x="83333" y="836809"/>
                </a:lnTo>
                <a:lnTo>
                  <a:pt x="83333" y="818988"/>
                </a:lnTo>
                <a:lnTo>
                  <a:pt x="90909" y="818815"/>
                </a:lnTo>
                <a:lnTo>
                  <a:pt x="91667" y="816137"/>
                </a:lnTo>
                <a:lnTo>
                  <a:pt x="100000" y="815445"/>
                </a:lnTo>
                <a:lnTo>
                  <a:pt x="100000" y="802181"/>
                </a:lnTo>
                <a:lnTo>
                  <a:pt x="107143" y="801446"/>
                </a:lnTo>
                <a:lnTo>
                  <a:pt x="108333" y="799775"/>
                </a:lnTo>
                <a:lnTo>
                  <a:pt x="111111" y="799603"/>
                </a:lnTo>
                <a:lnTo>
                  <a:pt x="111111" y="798104"/>
                </a:lnTo>
                <a:lnTo>
                  <a:pt x="125000" y="797239"/>
                </a:lnTo>
                <a:lnTo>
                  <a:pt x="125000" y="772508"/>
                </a:lnTo>
                <a:lnTo>
                  <a:pt x="136364" y="771419"/>
                </a:lnTo>
                <a:lnTo>
                  <a:pt x="136364" y="768966"/>
                </a:lnTo>
                <a:lnTo>
                  <a:pt x="138889" y="768966"/>
                </a:lnTo>
                <a:lnTo>
                  <a:pt x="138889" y="767467"/>
                </a:lnTo>
                <a:lnTo>
                  <a:pt x="142857" y="767069"/>
                </a:lnTo>
                <a:lnTo>
                  <a:pt x="142857" y="762252"/>
                </a:lnTo>
                <a:lnTo>
                  <a:pt x="150000" y="762079"/>
                </a:lnTo>
                <a:lnTo>
                  <a:pt x="150000" y="759830"/>
                </a:lnTo>
                <a:lnTo>
                  <a:pt x="166667" y="759485"/>
                </a:lnTo>
                <a:lnTo>
                  <a:pt x="166667" y="726112"/>
                </a:lnTo>
                <a:lnTo>
                  <a:pt x="175000" y="725421"/>
                </a:lnTo>
                <a:lnTo>
                  <a:pt x="175000" y="724521"/>
                </a:lnTo>
                <a:lnTo>
                  <a:pt x="181818" y="723385"/>
                </a:lnTo>
                <a:lnTo>
                  <a:pt x="181818" y="722159"/>
                </a:lnTo>
                <a:lnTo>
                  <a:pt x="187500" y="721986"/>
                </a:lnTo>
                <a:lnTo>
                  <a:pt x="187500" y="716927"/>
                </a:lnTo>
                <a:lnTo>
                  <a:pt x="200000" y="716356"/>
                </a:lnTo>
                <a:lnTo>
                  <a:pt x="200000" y="703316"/>
                </a:lnTo>
                <a:lnTo>
                  <a:pt x="208333" y="703143"/>
                </a:lnTo>
                <a:lnTo>
                  <a:pt x="208333" y="699771"/>
                </a:lnTo>
                <a:lnTo>
                  <a:pt x="214286" y="699079"/>
                </a:lnTo>
                <a:lnTo>
                  <a:pt x="214286" y="694262"/>
                </a:lnTo>
                <a:lnTo>
                  <a:pt x="225000" y="692942"/>
                </a:lnTo>
                <a:lnTo>
                  <a:pt x="225000" y="692042"/>
                </a:lnTo>
                <a:lnTo>
                  <a:pt x="227273" y="692042"/>
                </a:lnTo>
                <a:lnTo>
                  <a:pt x="227273" y="689590"/>
                </a:lnTo>
                <a:lnTo>
                  <a:pt x="250000" y="688621"/>
                </a:lnTo>
                <a:lnTo>
                  <a:pt x="250000" y="567016"/>
                </a:lnTo>
                <a:lnTo>
                  <a:pt x="269231" y="566220"/>
                </a:lnTo>
                <a:lnTo>
                  <a:pt x="269231" y="565528"/>
                </a:lnTo>
                <a:lnTo>
                  <a:pt x="272727" y="565528"/>
                </a:lnTo>
                <a:lnTo>
                  <a:pt x="272727" y="563076"/>
                </a:lnTo>
                <a:lnTo>
                  <a:pt x="285714" y="562055"/>
                </a:lnTo>
                <a:lnTo>
                  <a:pt x="285714" y="557238"/>
                </a:lnTo>
                <a:lnTo>
                  <a:pt x="291667" y="556546"/>
                </a:lnTo>
                <a:lnTo>
                  <a:pt x="291667" y="555422"/>
                </a:lnTo>
                <a:lnTo>
                  <a:pt x="300000" y="555249"/>
                </a:lnTo>
                <a:lnTo>
                  <a:pt x="301282" y="542935"/>
                </a:lnTo>
                <a:lnTo>
                  <a:pt x="305556" y="542935"/>
                </a:lnTo>
                <a:lnTo>
                  <a:pt x="305556" y="541436"/>
                </a:lnTo>
                <a:lnTo>
                  <a:pt x="312500" y="541039"/>
                </a:lnTo>
                <a:lnTo>
                  <a:pt x="312500" y="537666"/>
                </a:lnTo>
                <a:lnTo>
                  <a:pt x="318182" y="537268"/>
                </a:lnTo>
                <a:lnTo>
                  <a:pt x="318182" y="534816"/>
                </a:lnTo>
                <a:lnTo>
                  <a:pt x="326923" y="533454"/>
                </a:lnTo>
                <a:lnTo>
                  <a:pt x="326923" y="533282"/>
                </a:lnTo>
                <a:lnTo>
                  <a:pt x="333333" y="533282"/>
                </a:lnTo>
                <a:lnTo>
                  <a:pt x="333333" y="504031"/>
                </a:lnTo>
                <a:lnTo>
                  <a:pt x="350000" y="503460"/>
                </a:lnTo>
                <a:lnTo>
                  <a:pt x="350000" y="501212"/>
                </a:lnTo>
                <a:lnTo>
                  <a:pt x="357143" y="501039"/>
                </a:lnTo>
                <a:lnTo>
                  <a:pt x="358333" y="495997"/>
                </a:lnTo>
                <a:lnTo>
                  <a:pt x="363636" y="495824"/>
                </a:lnTo>
                <a:lnTo>
                  <a:pt x="363636" y="493371"/>
                </a:lnTo>
                <a:lnTo>
                  <a:pt x="375000" y="492800"/>
                </a:lnTo>
                <a:lnTo>
                  <a:pt x="375000" y="470543"/>
                </a:lnTo>
                <a:lnTo>
                  <a:pt x="392857" y="469799"/>
                </a:lnTo>
                <a:lnTo>
                  <a:pt x="392857" y="468836"/>
                </a:lnTo>
                <a:lnTo>
                  <a:pt x="400000" y="468663"/>
                </a:lnTo>
                <a:lnTo>
                  <a:pt x="400000" y="461019"/>
                </a:lnTo>
                <a:lnTo>
                  <a:pt x="409091" y="460846"/>
                </a:lnTo>
                <a:lnTo>
                  <a:pt x="410256" y="458220"/>
                </a:lnTo>
                <a:lnTo>
                  <a:pt x="416667" y="458220"/>
                </a:lnTo>
                <a:lnTo>
                  <a:pt x="416667" y="449054"/>
                </a:lnTo>
                <a:lnTo>
                  <a:pt x="429487" y="447693"/>
                </a:lnTo>
                <a:lnTo>
                  <a:pt x="429487" y="447520"/>
                </a:lnTo>
                <a:lnTo>
                  <a:pt x="437500" y="447122"/>
                </a:lnTo>
                <a:lnTo>
                  <a:pt x="437500" y="445436"/>
                </a:lnTo>
                <a:lnTo>
                  <a:pt x="450000" y="445090"/>
                </a:lnTo>
                <a:lnTo>
                  <a:pt x="450000" y="443741"/>
                </a:lnTo>
                <a:lnTo>
                  <a:pt x="454545" y="443741"/>
                </a:lnTo>
                <a:lnTo>
                  <a:pt x="455128" y="441115"/>
                </a:lnTo>
                <a:lnTo>
                  <a:pt x="466667" y="439754"/>
                </a:lnTo>
                <a:lnTo>
                  <a:pt x="467949" y="439356"/>
                </a:lnTo>
                <a:lnTo>
                  <a:pt x="500000" y="438665"/>
                </a:lnTo>
                <a:lnTo>
                  <a:pt x="500000" y="110176"/>
                </a:lnTo>
                <a:lnTo>
                  <a:pt x="571429" y="108950"/>
                </a:lnTo>
                <a:lnTo>
                  <a:pt x="571429" y="107023"/>
                </a:lnTo>
                <a:lnTo>
                  <a:pt x="583333" y="107023"/>
                </a:lnTo>
                <a:lnTo>
                  <a:pt x="583333" y="104550"/>
                </a:lnTo>
                <a:lnTo>
                  <a:pt x="591667" y="103323"/>
                </a:lnTo>
                <a:lnTo>
                  <a:pt x="591667" y="103099"/>
                </a:lnTo>
                <a:lnTo>
                  <a:pt x="600000" y="103099"/>
                </a:lnTo>
                <a:lnTo>
                  <a:pt x="600000" y="100176"/>
                </a:lnTo>
                <a:lnTo>
                  <a:pt x="666667" y="99277"/>
                </a:lnTo>
                <a:lnTo>
                  <a:pt x="666667" y="90059"/>
                </a:lnTo>
                <a:lnTo>
                  <a:pt x="714286" y="89834"/>
                </a:lnTo>
                <a:lnTo>
                  <a:pt x="714286" y="87907"/>
                </a:lnTo>
                <a:lnTo>
                  <a:pt x="750000" y="87682"/>
                </a:lnTo>
                <a:lnTo>
                  <a:pt x="750000" y="74192"/>
                </a:lnTo>
                <a:lnTo>
                  <a:pt x="958333" y="72843"/>
                </a:lnTo>
                <a:lnTo>
                  <a:pt x="958333" y="72619"/>
                </a:lnTo>
                <a:lnTo>
                  <a:pt x="1000000" y="72394"/>
                </a:lnTo>
                <a:lnTo>
                  <a:pt x="1000000" y="49911"/>
                </a:lnTo>
                <a:lnTo>
                  <a:pt x="1083333" y="49462"/>
                </a:lnTo>
                <a:lnTo>
                  <a:pt x="1083333" y="47213"/>
                </a:lnTo>
                <a:lnTo>
                  <a:pt x="1125000" y="47213"/>
                </a:lnTo>
                <a:lnTo>
                  <a:pt x="1125000" y="40469"/>
                </a:lnTo>
                <a:lnTo>
                  <a:pt x="1250000" y="40469"/>
                </a:lnTo>
                <a:lnTo>
                  <a:pt x="1250000" y="37096"/>
                </a:lnTo>
                <a:lnTo>
                  <a:pt x="1375000" y="37096"/>
                </a:lnTo>
                <a:lnTo>
                  <a:pt x="1375000" y="33724"/>
                </a:lnTo>
                <a:lnTo>
                  <a:pt x="1500000" y="33724"/>
                </a:lnTo>
                <a:lnTo>
                  <a:pt x="1500000" y="0"/>
                </a:lnTo>
                <a:lnTo>
                  <a:pt x="1500000" y="0"/>
                </a:lnTo>
              </a:path>
            </a:pathLst>
          </a:custGeom>
          <a:noFill/>
          <a:ln w="22860">
            <a:solidFill>
              <a:srgbClr val="00878B"/>
            </a:solidFill>
            <a:prstDash val="solid"/>
          </a:ln>
        </p:spPr>
      </p:sp>
      <p:sp>
        <p:nvSpPr>
          <p:cNvPr id="3072" name="01_find_only_3071">
            <a:extLst>
              <a:ext uri="{FF2B5EF4-FFF2-40B4-BE49-F238E27FC236}">
                <a16:creationId xmlns:a16="http://schemas.microsoft.com/office/drawing/2014/main" id="{40F09D9D-B601-4206-9928-986666920C78}"/>
              </a:ext>
            </a:extLst>
          </p:cNvPr>
          <p:cNvSpPr>
            <a:spLocks noGrp="1"/>
          </p:cNvSpPr>
          <p:nvPr/>
        </p:nvSpPr>
        <p:spPr>
          <a:xfrm>
            <a:off x="2688000" y="4919983"/>
            <a:ext cx="1500000" cy="1268016"/>
          </a:xfrm>
          <a:custGeom>
            <a:avLst/>
            <a:gdLst/>
            <a:ahLst/>
            <a:cxnLst/>
            <a:rect l="0" t="0" r="0" b="0"/>
            <a:pathLst>
              <a:path w="1500000" h="1268016">
                <a:moveTo>
                  <a:pt x="0" y="1268016"/>
                </a:moveTo>
                <a:lnTo>
                  <a:pt x="250000" y="1268016"/>
                </a:lnTo>
                <a:lnTo>
                  <a:pt x="250000" y="891792"/>
                </a:lnTo>
                <a:lnTo>
                  <a:pt x="269231" y="891792"/>
                </a:lnTo>
                <a:lnTo>
                  <a:pt x="269231" y="875535"/>
                </a:lnTo>
                <a:lnTo>
                  <a:pt x="285714" y="875535"/>
                </a:lnTo>
                <a:lnTo>
                  <a:pt x="285714" y="845344"/>
                </a:lnTo>
                <a:lnTo>
                  <a:pt x="333333" y="845344"/>
                </a:lnTo>
                <a:lnTo>
                  <a:pt x="333333" y="812831"/>
                </a:lnTo>
                <a:lnTo>
                  <a:pt x="375000" y="812831"/>
                </a:lnTo>
                <a:lnTo>
                  <a:pt x="375000" y="777608"/>
                </a:lnTo>
                <a:lnTo>
                  <a:pt x="500000" y="777608"/>
                </a:lnTo>
                <a:lnTo>
                  <a:pt x="500000" y="422672"/>
                </a:lnTo>
                <a:lnTo>
                  <a:pt x="666667" y="422672"/>
                </a:lnTo>
                <a:lnTo>
                  <a:pt x="666667" y="392481"/>
                </a:lnTo>
                <a:lnTo>
                  <a:pt x="750000" y="392481"/>
                </a:lnTo>
                <a:lnTo>
                  <a:pt x="750000" y="339647"/>
                </a:lnTo>
                <a:lnTo>
                  <a:pt x="1000000" y="339647"/>
                </a:lnTo>
                <a:lnTo>
                  <a:pt x="1000000" y="237753"/>
                </a:lnTo>
                <a:lnTo>
                  <a:pt x="1083333" y="237753"/>
                </a:lnTo>
                <a:lnTo>
                  <a:pt x="1083333" y="184919"/>
                </a:lnTo>
                <a:lnTo>
                  <a:pt x="1500000" y="184919"/>
                </a:lnTo>
                <a:lnTo>
                  <a:pt x="1500000" y="0"/>
                </a:lnTo>
                <a:lnTo>
                  <a:pt x="1500000" y="0"/>
                </a:lnTo>
              </a:path>
            </a:pathLst>
          </a:custGeom>
          <a:noFill/>
          <a:ln w="13335">
            <a:solidFill>
              <a:srgbClr val="3A64C8"/>
            </a:solidFill>
            <a:prstDash val="solid"/>
          </a:ln>
        </p:spPr>
      </p:sp>
      <p:sp>
        <p:nvSpPr>
          <p:cNvPr id="3073" name="01_find_only_3072">
            <a:extLst>
              <a:ext uri="{FF2B5EF4-FFF2-40B4-BE49-F238E27FC236}">
                <a16:creationId xmlns:a16="http://schemas.microsoft.com/office/drawing/2014/main" id="{685DF918-F94F-48E5-B1B7-D4638579F34A}"/>
              </a:ext>
            </a:extLst>
          </p:cNvPr>
          <p:cNvSpPr>
            <a:spLocks noGrp="1"/>
          </p:cNvSpPr>
          <p:nvPr/>
        </p:nvSpPr>
        <p:spPr>
          <a:xfrm>
            <a:off x="2916410" y="5864724"/>
            <a:ext cx="43180" cy="43180"/>
          </a:xfrm>
          <a:prstGeom prst="ellipse">
            <a:avLst/>
          </a:prstGeom>
          <a:solidFill>
            <a:srgbClr val="00878B"/>
          </a:solidFill>
          <a:ln w="4445">
            <a:solidFill>
              <a:srgbClr val="FFFFFF"/>
            </a:solidFill>
            <a:prstDash val="solid"/>
          </a:ln>
        </p:spPr>
      </p:sp>
      <p:sp>
        <p:nvSpPr>
          <p:cNvPr id="3074" name="01_find_only_3073">
            <a:extLst>
              <a:ext uri="{FF2B5EF4-FFF2-40B4-BE49-F238E27FC236}">
                <a16:creationId xmlns:a16="http://schemas.microsoft.com/office/drawing/2014/main" id="{6358A3B2-8E1B-4CC6-BC00-50585AB70B9A}"/>
              </a:ext>
            </a:extLst>
          </p:cNvPr>
          <p:cNvSpPr>
            <a:spLocks noGrp="1"/>
          </p:cNvSpPr>
          <p:nvPr/>
        </p:nvSpPr>
        <p:spPr>
          <a:xfrm>
            <a:off x="3166410" y="5407885"/>
            <a:ext cx="43180" cy="43180"/>
          </a:xfrm>
          <a:prstGeom prst="ellipse">
            <a:avLst/>
          </a:prstGeom>
          <a:solidFill>
            <a:srgbClr val="00878B"/>
          </a:solidFill>
          <a:ln w="4445">
            <a:solidFill>
              <a:srgbClr val="FFFFFF"/>
            </a:solidFill>
            <a:prstDash val="solid"/>
          </a:ln>
        </p:spPr>
      </p:sp>
      <p:sp>
        <p:nvSpPr>
          <p:cNvPr id="3075" name="01_find_only_3074">
            <a:extLst>
              <a:ext uri="{FF2B5EF4-FFF2-40B4-BE49-F238E27FC236}">
                <a16:creationId xmlns:a16="http://schemas.microsoft.com/office/drawing/2014/main" id="{03B60A6C-6E50-4FA9-9642-3E543D756118}"/>
              </a:ext>
            </a:extLst>
          </p:cNvPr>
          <p:cNvSpPr>
            <a:spLocks noGrp="1"/>
          </p:cNvSpPr>
          <p:nvPr/>
        </p:nvSpPr>
        <p:spPr>
          <a:xfrm>
            <a:off x="3666410" y="5347620"/>
            <a:ext cx="43180" cy="43180"/>
          </a:xfrm>
          <a:prstGeom prst="ellipse">
            <a:avLst/>
          </a:prstGeom>
          <a:solidFill>
            <a:srgbClr val="00878B"/>
          </a:solidFill>
          <a:ln w="4445">
            <a:solidFill>
              <a:srgbClr val="FFFFFF"/>
            </a:solidFill>
            <a:prstDash val="solid"/>
          </a:ln>
        </p:spPr>
      </p:sp>
      <p:sp>
        <p:nvSpPr>
          <p:cNvPr id="3076" name="01_find_only_3075">
            <a:extLst>
              <a:ext uri="{FF2B5EF4-FFF2-40B4-BE49-F238E27FC236}">
                <a16:creationId xmlns:a16="http://schemas.microsoft.com/office/drawing/2014/main" id="{31AEB54D-0CCF-4046-AC6B-0A6F7067500A}"/>
              </a:ext>
            </a:extLst>
          </p:cNvPr>
          <p:cNvSpPr>
            <a:spLocks noGrp="1"/>
          </p:cNvSpPr>
          <p:nvPr/>
        </p:nvSpPr>
        <p:spPr>
          <a:xfrm>
            <a:off x="4166410" y="5297709"/>
            <a:ext cx="43180" cy="43180"/>
          </a:xfrm>
          <a:prstGeom prst="ellipse">
            <a:avLst/>
          </a:prstGeom>
          <a:solidFill>
            <a:srgbClr val="00878B"/>
          </a:solidFill>
          <a:ln w="4445">
            <a:solidFill>
              <a:srgbClr val="FFFFFF"/>
            </a:solidFill>
            <a:prstDash val="solid"/>
          </a:ln>
        </p:spPr>
      </p:sp>
      <p:sp>
        <p:nvSpPr>
          <p:cNvPr id="3077" name="01_find_only_3076">
            <a:extLst>
              <a:ext uri="{FF2B5EF4-FFF2-40B4-BE49-F238E27FC236}">
                <a16:creationId xmlns:a16="http://schemas.microsoft.com/office/drawing/2014/main" id="{062DE6D1-2661-4D72-82EE-BB9CD5E4A3BE}"/>
              </a:ext>
            </a:extLst>
          </p:cNvPr>
          <p:cNvSpPr>
            <a:spLocks noGrp="1"/>
          </p:cNvSpPr>
          <p:nvPr/>
        </p:nvSpPr>
        <p:spPr>
          <a:xfrm>
            <a:off x="2902079" y="5775854"/>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078" name="01_find_only_3077">
            <a:extLst>
              <a:ext uri="{FF2B5EF4-FFF2-40B4-BE49-F238E27FC236}">
                <a16:creationId xmlns:a16="http://schemas.microsoft.com/office/drawing/2014/main" id="{BDED3CE4-15D5-4231-B71D-E216350D81D2}"/>
              </a:ext>
            </a:extLst>
          </p:cNvPr>
          <p:cNvSpPr>
            <a:spLocks noGrp="1"/>
          </p:cNvSpPr>
          <p:nvPr/>
        </p:nvSpPr>
        <p:spPr>
          <a:xfrm>
            <a:off x="3152079" y="5306734"/>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079" name="01_find_only_3078">
            <a:extLst>
              <a:ext uri="{FF2B5EF4-FFF2-40B4-BE49-F238E27FC236}">
                <a16:creationId xmlns:a16="http://schemas.microsoft.com/office/drawing/2014/main" id="{BEB77EB0-FECB-4FD0-80EF-1EA50D8FD8A6}"/>
              </a:ext>
            </a:extLst>
          </p:cNvPr>
          <p:cNvSpPr>
            <a:spLocks noGrp="1"/>
          </p:cNvSpPr>
          <p:nvPr/>
        </p:nvSpPr>
        <p:spPr>
          <a:xfrm>
            <a:off x="3652079" y="512181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080" name="01_find_only_3079">
            <a:extLst>
              <a:ext uri="{FF2B5EF4-FFF2-40B4-BE49-F238E27FC236}">
                <a16:creationId xmlns:a16="http://schemas.microsoft.com/office/drawing/2014/main" id="{745F1F63-159C-433F-8407-0480DAB6E36A}"/>
              </a:ext>
            </a:extLst>
          </p:cNvPr>
          <p:cNvSpPr>
            <a:spLocks noGrp="1"/>
          </p:cNvSpPr>
          <p:nvPr/>
        </p:nvSpPr>
        <p:spPr>
          <a:xfrm>
            <a:off x="4152079" y="488406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081" name="01_find_only_3080">
            <a:extLst>
              <a:ext uri="{FF2B5EF4-FFF2-40B4-BE49-F238E27FC236}">
                <a16:creationId xmlns:a16="http://schemas.microsoft.com/office/drawing/2014/main" id="{C61C557A-F4F0-4FD6-9F65-A195FB080EF1}"/>
              </a:ext>
            </a:extLst>
          </p:cNvPr>
          <p:cNvSpPr>
            <a:spLocks noGrp="1"/>
          </p:cNvSpPr>
          <p:nvPr/>
        </p:nvSpPr>
        <p:spPr>
          <a:xfrm>
            <a:off x="4795200" y="4856582"/>
            <a:ext cx="1620000" cy="1394818"/>
          </a:xfrm>
          <a:custGeom>
            <a:avLst/>
            <a:gdLst/>
            <a:ahLst/>
            <a:cxnLst/>
            <a:rect l="0" t="0" r="0" b="0"/>
            <a:pathLst>
              <a:path w="1620000" h="1394818">
                <a:moveTo>
                  <a:pt x="0" y="1394818"/>
                </a:moveTo>
                <a:lnTo>
                  <a:pt x="1620000" y="1394818"/>
                </a:lnTo>
                <a:lnTo>
                  <a:pt x="1620000" y="0"/>
                </a:lnTo>
                <a:lnTo>
                  <a:pt x="0" y="0"/>
                </a:lnTo>
                <a:lnTo>
                  <a:pt x="0" y="1394818"/>
                </a:lnTo>
                <a:close/>
              </a:path>
            </a:pathLst>
          </a:custGeom>
          <a:solidFill>
            <a:srgbClr val="FFFFFF"/>
          </a:solidFill>
          <a:ln w="0">
            <a:noFill/>
            <a:prstDash val="solid"/>
          </a:ln>
        </p:spPr>
      </p:sp>
      <p:sp>
        <p:nvSpPr>
          <p:cNvPr id="3082" name="01_find_only_3081">
            <a:extLst>
              <a:ext uri="{FF2B5EF4-FFF2-40B4-BE49-F238E27FC236}">
                <a16:creationId xmlns:a16="http://schemas.microsoft.com/office/drawing/2014/main" id="{BB320D19-4E8E-4D61-BB17-358D8F6B4D46}"/>
              </a:ext>
            </a:extLst>
          </p:cNvPr>
          <p:cNvSpPr>
            <a:spLocks noGrp="1"/>
          </p:cNvSpPr>
          <p:nvPr/>
        </p:nvSpPr>
        <p:spPr>
          <a:xfrm>
            <a:off x="4995200" y="4919983"/>
            <a:ext cx="130000" cy="1268016"/>
          </a:xfrm>
          <a:custGeom>
            <a:avLst/>
            <a:gdLst/>
            <a:ahLst/>
            <a:cxnLst/>
            <a:rect l="0" t="0" r="0" b="0"/>
            <a:pathLst>
              <a:path w="130000" h="1268016">
                <a:moveTo>
                  <a:pt x="130000" y="1268016"/>
                </a:moveTo>
                <a:lnTo>
                  <a:pt x="0" y="1268016"/>
                </a:lnTo>
                <a:lnTo>
                  <a:pt x="733" y="1257449"/>
                </a:lnTo>
                <a:lnTo>
                  <a:pt x="2881" y="1246883"/>
                </a:lnTo>
                <a:lnTo>
                  <a:pt x="6299" y="1236316"/>
                </a:lnTo>
                <a:lnTo>
                  <a:pt x="10762" y="1225749"/>
                </a:lnTo>
                <a:lnTo>
                  <a:pt x="15988" y="1215182"/>
                </a:lnTo>
                <a:lnTo>
                  <a:pt x="21672" y="1204615"/>
                </a:lnTo>
                <a:lnTo>
                  <a:pt x="27508" y="1194049"/>
                </a:lnTo>
                <a:lnTo>
                  <a:pt x="33221" y="1183482"/>
                </a:lnTo>
                <a:lnTo>
                  <a:pt x="38581" y="1172915"/>
                </a:lnTo>
                <a:lnTo>
                  <a:pt x="43421" y="1162348"/>
                </a:lnTo>
                <a:lnTo>
                  <a:pt x="47634" y="1151781"/>
                </a:lnTo>
                <a:lnTo>
                  <a:pt x="51175" y="1141215"/>
                </a:lnTo>
                <a:lnTo>
                  <a:pt x="54051" y="1130648"/>
                </a:lnTo>
                <a:lnTo>
                  <a:pt x="56309" y="1120081"/>
                </a:lnTo>
                <a:lnTo>
                  <a:pt x="58021" y="1109514"/>
                </a:lnTo>
                <a:lnTo>
                  <a:pt x="59274" y="1098947"/>
                </a:lnTo>
                <a:lnTo>
                  <a:pt x="60160" y="1088381"/>
                </a:lnTo>
                <a:lnTo>
                  <a:pt x="60763" y="1077814"/>
                </a:lnTo>
                <a:lnTo>
                  <a:pt x="61160" y="1067247"/>
                </a:lnTo>
                <a:lnTo>
                  <a:pt x="61414" y="1056680"/>
                </a:lnTo>
                <a:lnTo>
                  <a:pt x="61572" y="1046113"/>
                </a:lnTo>
                <a:lnTo>
                  <a:pt x="61669" y="1035547"/>
                </a:lnTo>
                <a:lnTo>
                  <a:pt x="61729" y="1024980"/>
                </a:lnTo>
                <a:lnTo>
                  <a:pt x="61764" y="1014413"/>
                </a:lnTo>
                <a:lnTo>
                  <a:pt x="61780" y="1003846"/>
                </a:lnTo>
                <a:lnTo>
                  <a:pt x="61778" y="993279"/>
                </a:lnTo>
                <a:lnTo>
                  <a:pt x="61754" y="982713"/>
                </a:lnTo>
                <a:lnTo>
                  <a:pt x="61703" y="972146"/>
                </a:lnTo>
                <a:lnTo>
                  <a:pt x="61623" y="961579"/>
                </a:lnTo>
                <a:lnTo>
                  <a:pt x="61508" y="951012"/>
                </a:lnTo>
                <a:lnTo>
                  <a:pt x="61356" y="940445"/>
                </a:lnTo>
                <a:lnTo>
                  <a:pt x="61168" y="929879"/>
                </a:lnTo>
                <a:lnTo>
                  <a:pt x="60946" y="919312"/>
                </a:lnTo>
                <a:lnTo>
                  <a:pt x="60692" y="908745"/>
                </a:lnTo>
                <a:lnTo>
                  <a:pt x="60411" y="898178"/>
                </a:lnTo>
                <a:lnTo>
                  <a:pt x="60111" y="887611"/>
                </a:lnTo>
                <a:lnTo>
                  <a:pt x="59797" y="877045"/>
                </a:lnTo>
                <a:lnTo>
                  <a:pt x="59475" y="866478"/>
                </a:lnTo>
                <a:lnTo>
                  <a:pt x="59149" y="855911"/>
                </a:lnTo>
                <a:lnTo>
                  <a:pt x="58824" y="845344"/>
                </a:lnTo>
                <a:lnTo>
                  <a:pt x="58498" y="834777"/>
                </a:lnTo>
                <a:lnTo>
                  <a:pt x="58169" y="824211"/>
                </a:lnTo>
                <a:lnTo>
                  <a:pt x="57832" y="813644"/>
                </a:lnTo>
                <a:lnTo>
                  <a:pt x="57478" y="803077"/>
                </a:lnTo>
                <a:lnTo>
                  <a:pt x="57094" y="792510"/>
                </a:lnTo>
                <a:lnTo>
                  <a:pt x="56668" y="781943"/>
                </a:lnTo>
                <a:lnTo>
                  <a:pt x="56185" y="771377"/>
                </a:lnTo>
                <a:lnTo>
                  <a:pt x="55633" y="760810"/>
                </a:lnTo>
                <a:lnTo>
                  <a:pt x="55002" y="750243"/>
                </a:lnTo>
                <a:lnTo>
                  <a:pt x="54289" y="739676"/>
                </a:lnTo>
                <a:lnTo>
                  <a:pt x="53501" y="729109"/>
                </a:lnTo>
                <a:lnTo>
                  <a:pt x="52655" y="718543"/>
                </a:lnTo>
                <a:lnTo>
                  <a:pt x="51778" y="707976"/>
                </a:lnTo>
                <a:lnTo>
                  <a:pt x="50909" y="697409"/>
                </a:lnTo>
                <a:lnTo>
                  <a:pt x="50099" y="686842"/>
                </a:lnTo>
                <a:lnTo>
                  <a:pt x="49401" y="676275"/>
                </a:lnTo>
                <a:lnTo>
                  <a:pt x="48871" y="665708"/>
                </a:lnTo>
                <a:lnTo>
                  <a:pt x="48560" y="655142"/>
                </a:lnTo>
                <a:lnTo>
                  <a:pt x="48507" y="644575"/>
                </a:lnTo>
                <a:lnTo>
                  <a:pt x="48737" y="634008"/>
                </a:lnTo>
                <a:lnTo>
                  <a:pt x="49255" y="623441"/>
                </a:lnTo>
                <a:lnTo>
                  <a:pt x="50047" y="612874"/>
                </a:lnTo>
                <a:lnTo>
                  <a:pt x="51081" y="602308"/>
                </a:lnTo>
                <a:lnTo>
                  <a:pt x="52306" y="591741"/>
                </a:lnTo>
                <a:lnTo>
                  <a:pt x="53664" y="581174"/>
                </a:lnTo>
                <a:lnTo>
                  <a:pt x="55091" y="570607"/>
                </a:lnTo>
                <a:lnTo>
                  <a:pt x="56525" y="560040"/>
                </a:lnTo>
                <a:lnTo>
                  <a:pt x="57907" y="549474"/>
                </a:lnTo>
                <a:lnTo>
                  <a:pt x="59194" y="538907"/>
                </a:lnTo>
                <a:lnTo>
                  <a:pt x="60352" y="528340"/>
                </a:lnTo>
                <a:lnTo>
                  <a:pt x="61362" y="517773"/>
                </a:lnTo>
                <a:lnTo>
                  <a:pt x="62215" y="507206"/>
                </a:lnTo>
                <a:lnTo>
                  <a:pt x="62916" y="496640"/>
                </a:lnTo>
                <a:lnTo>
                  <a:pt x="63475" y="486073"/>
                </a:lnTo>
                <a:lnTo>
                  <a:pt x="63910" y="475506"/>
                </a:lnTo>
                <a:lnTo>
                  <a:pt x="64238" y="464939"/>
                </a:lnTo>
                <a:lnTo>
                  <a:pt x="64479" y="454372"/>
                </a:lnTo>
                <a:lnTo>
                  <a:pt x="64652" y="443806"/>
                </a:lnTo>
                <a:lnTo>
                  <a:pt x="64773" y="433239"/>
                </a:lnTo>
                <a:lnTo>
                  <a:pt x="64855" y="422672"/>
                </a:lnTo>
                <a:lnTo>
                  <a:pt x="64909" y="412105"/>
                </a:lnTo>
                <a:lnTo>
                  <a:pt x="64945" y="401538"/>
                </a:lnTo>
                <a:lnTo>
                  <a:pt x="64967" y="390972"/>
                </a:lnTo>
                <a:lnTo>
                  <a:pt x="64981" y="380405"/>
                </a:lnTo>
                <a:lnTo>
                  <a:pt x="64989" y="369838"/>
                </a:lnTo>
                <a:lnTo>
                  <a:pt x="64994" y="359271"/>
                </a:lnTo>
                <a:lnTo>
                  <a:pt x="64997" y="348704"/>
                </a:lnTo>
                <a:lnTo>
                  <a:pt x="64998" y="338138"/>
                </a:lnTo>
                <a:lnTo>
                  <a:pt x="64999" y="327571"/>
                </a:lnTo>
                <a:lnTo>
                  <a:pt x="65000" y="317004"/>
                </a:lnTo>
                <a:lnTo>
                  <a:pt x="65000" y="306437"/>
                </a:lnTo>
                <a:lnTo>
                  <a:pt x="65000" y="295870"/>
                </a:lnTo>
                <a:lnTo>
                  <a:pt x="65000" y="285304"/>
                </a:lnTo>
                <a:lnTo>
                  <a:pt x="65000" y="274737"/>
                </a:lnTo>
                <a:lnTo>
                  <a:pt x="65000" y="264170"/>
                </a:lnTo>
                <a:lnTo>
                  <a:pt x="65000" y="253603"/>
                </a:lnTo>
                <a:lnTo>
                  <a:pt x="65000" y="243036"/>
                </a:lnTo>
                <a:lnTo>
                  <a:pt x="65000" y="232470"/>
                </a:lnTo>
                <a:lnTo>
                  <a:pt x="65000" y="221903"/>
                </a:lnTo>
                <a:lnTo>
                  <a:pt x="65000" y="211336"/>
                </a:lnTo>
                <a:lnTo>
                  <a:pt x="65000" y="200769"/>
                </a:lnTo>
                <a:lnTo>
                  <a:pt x="65000" y="190202"/>
                </a:lnTo>
                <a:lnTo>
                  <a:pt x="65000" y="179636"/>
                </a:lnTo>
                <a:lnTo>
                  <a:pt x="65000" y="169069"/>
                </a:lnTo>
                <a:lnTo>
                  <a:pt x="65000" y="158502"/>
                </a:lnTo>
                <a:lnTo>
                  <a:pt x="65000" y="147935"/>
                </a:lnTo>
                <a:lnTo>
                  <a:pt x="65000" y="137368"/>
                </a:lnTo>
                <a:lnTo>
                  <a:pt x="65000" y="126802"/>
                </a:lnTo>
                <a:lnTo>
                  <a:pt x="65000" y="116235"/>
                </a:lnTo>
                <a:lnTo>
                  <a:pt x="65000" y="105668"/>
                </a:lnTo>
                <a:lnTo>
                  <a:pt x="65000" y="95101"/>
                </a:lnTo>
                <a:lnTo>
                  <a:pt x="65000" y="84534"/>
                </a:lnTo>
                <a:lnTo>
                  <a:pt x="65000" y="73968"/>
                </a:lnTo>
                <a:lnTo>
                  <a:pt x="65000" y="63401"/>
                </a:lnTo>
                <a:lnTo>
                  <a:pt x="65000" y="52834"/>
                </a:lnTo>
                <a:lnTo>
                  <a:pt x="65000" y="42267"/>
                </a:lnTo>
                <a:lnTo>
                  <a:pt x="65000" y="31700"/>
                </a:lnTo>
                <a:lnTo>
                  <a:pt x="65000" y="21134"/>
                </a:lnTo>
                <a:lnTo>
                  <a:pt x="65000" y="10567"/>
                </a:lnTo>
                <a:lnTo>
                  <a:pt x="65000" y="0"/>
                </a:lnTo>
                <a:lnTo>
                  <a:pt x="65000" y="0"/>
                </a:lnTo>
                <a:lnTo>
                  <a:pt x="65000" y="0"/>
                </a:lnTo>
                <a:lnTo>
                  <a:pt x="65000" y="10567"/>
                </a:lnTo>
                <a:lnTo>
                  <a:pt x="65000" y="21134"/>
                </a:lnTo>
                <a:lnTo>
                  <a:pt x="65000" y="31700"/>
                </a:lnTo>
                <a:lnTo>
                  <a:pt x="65000" y="42267"/>
                </a:lnTo>
                <a:lnTo>
                  <a:pt x="65000" y="52834"/>
                </a:lnTo>
                <a:lnTo>
                  <a:pt x="65000" y="63401"/>
                </a:lnTo>
                <a:lnTo>
                  <a:pt x="65000" y="73968"/>
                </a:lnTo>
                <a:lnTo>
                  <a:pt x="65000" y="84534"/>
                </a:lnTo>
                <a:lnTo>
                  <a:pt x="65000" y="95101"/>
                </a:lnTo>
                <a:lnTo>
                  <a:pt x="65000" y="105668"/>
                </a:lnTo>
                <a:lnTo>
                  <a:pt x="65000" y="116235"/>
                </a:lnTo>
                <a:lnTo>
                  <a:pt x="65000" y="126802"/>
                </a:lnTo>
                <a:lnTo>
                  <a:pt x="65000" y="137368"/>
                </a:lnTo>
                <a:lnTo>
                  <a:pt x="65000" y="147935"/>
                </a:lnTo>
                <a:lnTo>
                  <a:pt x="65000" y="158502"/>
                </a:lnTo>
                <a:lnTo>
                  <a:pt x="65000" y="169069"/>
                </a:lnTo>
                <a:lnTo>
                  <a:pt x="65000" y="179636"/>
                </a:lnTo>
                <a:lnTo>
                  <a:pt x="65000" y="190202"/>
                </a:lnTo>
                <a:lnTo>
                  <a:pt x="65000" y="200769"/>
                </a:lnTo>
                <a:lnTo>
                  <a:pt x="65000" y="211336"/>
                </a:lnTo>
                <a:lnTo>
                  <a:pt x="65000" y="221903"/>
                </a:lnTo>
                <a:lnTo>
                  <a:pt x="65000" y="232470"/>
                </a:lnTo>
                <a:lnTo>
                  <a:pt x="65000" y="243036"/>
                </a:lnTo>
                <a:lnTo>
                  <a:pt x="65000" y="253603"/>
                </a:lnTo>
                <a:lnTo>
                  <a:pt x="65000" y="264170"/>
                </a:lnTo>
                <a:lnTo>
                  <a:pt x="65000" y="274737"/>
                </a:lnTo>
                <a:lnTo>
                  <a:pt x="65000" y="285304"/>
                </a:lnTo>
                <a:lnTo>
                  <a:pt x="65000" y="295870"/>
                </a:lnTo>
                <a:lnTo>
                  <a:pt x="65000" y="306437"/>
                </a:lnTo>
                <a:lnTo>
                  <a:pt x="65000" y="317004"/>
                </a:lnTo>
                <a:lnTo>
                  <a:pt x="65001" y="327571"/>
                </a:lnTo>
                <a:lnTo>
                  <a:pt x="65002" y="338138"/>
                </a:lnTo>
                <a:lnTo>
                  <a:pt x="65003" y="348704"/>
                </a:lnTo>
                <a:lnTo>
                  <a:pt x="65006" y="359271"/>
                </a:lnTo>
                <a:lnTo>
                  <a:pt x="65011" y="369838"/>
                </a:lnTo>
                <a:lnTo>
                  <a:pt x="65019" y="380405"/>
                </a:lnTo>
                <a:lnTo>
                  <a:pt x="65033" y="390972"/>
                </a:lnTo>
                <a:lnTo>
                  <a:pt x="65055" y="401538"/>
                </a:lnTo>
                <a:lnTo>
                  <a:pt x="65090" y="412105"/>
                </a:lnTo>
                <a:lnTo>
                  <a:pt x="65145" y="422672"/>
                </a:lnTo>
                <a:lnTo>
                  <a:pt x="65227" y="433239"/>
                </a:lnTo>
                <a:lnTo>
                  <a:pt x="65348" y="443806"/>
                </a:lnTo>
                <a:lnTo>
                  <a:pt x="65521" y="454372"/>
                </a:lnTo>
                <a:lnTo>
                  <a:pt x="65762" y="464939"/>
                </a:lnTo>
                <a:lnTo>
                  <a:pt x="66090" y="475506"/>
                </a:lnTo>
                <a:lnTo>
                  <a:pt x="66525" y="486073"/>
                </a:lnTo>
                <a:lnTo>
                  <a:pt x="67084" y="496640"/>
                </a:lnTo>
                <a:lnTo>
                  <a:pt x="67785" y="507206"/>
                </a:lnTo>
                <a:lnTo>
                  <a:pt x="68638" y="517773"/>
                </a:lnTo>
                <a:lnTo>
                  <a:pt x="69647" y="528340"/>
                </a:lnTo>
                <a:lnTo>
                  <a:pt x="70806" y="538907"/>
                </a:lnTo>
                <a:lnTo>
                  <a:pt x="72093" y="549474"/>
                </a:lnTo>
                <a:lnTo>
                  <a:pt x="73475" y="560040"/>
                </a:lnTo>
                <a:lnTo>
                  <a:pt x="74909" y="570607"/>
                </a:lnTo>
                <a:lnTo>
                  <a:pt x="76336" y="581174"/>
                </a:lnTo>
                <a:lnTo>
                  <a:pt x="77694" y="591741"/>
                </a:lnTo>
                <a:lnTo>
                  <a:pt x="78919" y="602308"/>
                </a:lnTo>
                <a:lnTo>
                  <a:pt x="79953" y="612874"/>
                </a:lnTo>
                <a:lnTo>
                  <a:pt x="80745" y="623441"/>
                </a:lnTo>
                <a:lnTo>
                  <a:pt x="81263" y="634008"/>
                </a:lnTo>
                <a:lnTo>
                  <a:pt x="81493" y="644575"/>
                </a:lnTo>
                <a:lnTo>
                  <a:pt x="81440" y="655142"/>
                </a:lnTo>
                <a:lnTo>
                  <a:pt x="81129" y="665708"/>
                </a:lnTo>
                <a:lnTo>
                  <a:pt x="80599" y="676275"/>
                </a:lnTo>
                <a:lnTo>
                  <a:pt x="79901" y="686842"/>
                </a:lnTo>
                <a:lnTo>
                  <a:pt x="79091" y="697409"/>
                </a:lnTo>
                <a:lnTo>
                  <a:pt x="78222" y="707976"/>
                </a:lnTo>
                <a:lnTo>
                  <a:pt x="77345" y="718543"/>
                </a:lnTo>
                <a:lnTo>
                  <a:pt x="76499" y="729109"/>
                </a:lnTo>
                <a:lnTo>
                  <a:pt x="75711" y="739676"/>
                </a:lnTo>
                <a:lnTo>
                  <a:pt x="74998" y="750243"/>
                </a:lnTo>
                <a:lnTo>
                  <a:pt x="74367" y="760810"/>
                </a:lnTo>
                <a:lnTo>
                  <a:pt x="73815" y="771377"/>
                </a:lnTo>
                <a:lnTo>
                  <a:pt x="73332" y="781943"/>
                </a:lnTo>
                <a:lnTo>
                  <a:pt x="72906" y="792510"/>
                </a:lnTo>
                <a:lnTo>
                  <a:pt x="72522" y="803077"/>
                </a:lnTo>
                <a:lnTo>
                  <a:pt x="72168" y="813644"/>
                </a:lnTo>
                <a:lnTo>
                  <a:pt x="71831" y="824211"/>
                </a:lnTo>
                <a:lnTo>
                  <a:pt x="71502" y="834777"/>
                </a:lnTo>
                <a:lnTo>
                  <a:pt x="71176" y="845344"/>
                </a:lnTo>
                <a:lnTo>
                  <a:pt x="70851" y="855911"/>
                </a:lnTo>
                <a:lnTo>
                  <a:pt x="70525" y="866478"/>
                </a:lnTo>
                <a:lnTo>
                  <a:pt x="70203" y="877045"/>
                </a:lnTo>
                <a:lnTo>
                  <a:pt x="69889" y="887611"/>
                </a:lnTo>
                <a:lnTo>
                  <a:pt x="69589" y="898178"/>
                </a:lnTo>
                <a:lnTo>
                  <a:pt x="69308" y="908745"/>
                </a:lnTo>
                <a:lnTo>
                  <a:pt x="69054" y="919312"/>
                </a:lnTo>
                <a:lnTo>
                  <a:pt x="68832" y="929879"/>
                </a:lnTo>
                <a:lnTo>
                  <a:pt x="68644" y="940445"/>
                </a:lnTo>
                <a:lnTo>
                  <a:pt x="68492" y="951012"/>
                </a:lnTo>
                <a:lnTo>
                  <a:pt x="68377" y="961579"/>
                </a:lnTo>
                <a:lnTo>
                  <a:pt x="68297" y="972146"/>
                </a:lnTo>
                <a:lnTo>
                  <a:pt x="68246" y="982713"/>
                </a:lnTo>
                <a:lnTo>
                  <a:pt x="68222" y="993279"/>
                </a:lnTo>
                <a:lnTo>
                  <a:pt x="68220" y="1003846"/>
                </a:lnTo>
                <a:lnTo>
                  <a:pt x="68236" y="1014413"/>
                </a:lnTo>
                <a:lnTo>
                  <a:pt x="68271" y="1024980"/>
                </a:lnTo>
                <a:lnTo>
                  <a:pt x="68331" y="1035547"/>
                </a:lnTo>
                <a:lnTo>
                  <a:pt x="68428" y="1046113"/>
                </a:lnTo>
                <a:lnTo>
                  <a:pt x="68586" y="1056680"/>
                </a:lnTo>
                <a:lnTo>
                  <a:pt x="68840" y="1067247"/>
                </a:lnTo>
                <a:lnTo>
                  <a:pt x="69237" y="1077814"/>
                </a:lnTo>
                <a:lnTo>
                  <a:pt x="69840" y="1088381"/>
                </a:lnTo>
                <a:lnTo>
                  <a:pt x="70726" y="1098947"/>
                </a:lnTo>
                <a:lnTo>
                  <a:pt x="71979" y="1109514"/>
                </a:lnTo>
                <a:lnTo>
                  <a:pt x="73691" y="1120081"/>
                </a:lnTo>
                <a:lnTo>
                  <a:pt x="75949" y="1130648"/>
                </a:lnTo>
                <a:lnTo>
                  <a:pt x="78825" y="1141215"/>
                </a:lnTo>
                <a:lnTo>
                  <a:pt x="82366" y="1151781"/>
                </a:lnTo>
                <a:lnTo>
                  <a:pt x="86579" y="1162348"/>
                </a:lnTo>
                <a:lnTo>
                  <a:pt x="91419" y="1172915"/>
                </a:lnTo>
                <a:lnTo>
                  <a:pt x="96779" y="1183482"/>
                </a:lnTo>
                <a:lnTo>
                  <a:pt x="102492" y="1194049"/>
                </a:lnTo>
                <a:lnTo>
                  <a:pt x="108328" y="1204615"/>
                </a:lnTo>
                <a:lnTo>
                  <a:pt x="114012" y="1215182"/>
                </a:lnTo>
                <a:lnTo>
                  <a:pt x="119238" y="1225749"/>
                </a:lnTo>
                <a:lnTo>
                  <a:pt x="123701" y="1236316"/>
                </a:lnTo>
                <a:lnTo>
                  <a:pt x="127119" y="1246883"/>
                </a:lnTo>
                <a:lnTo>
                  <a:pt x="129267" y="1257449"/>
                </a:lnTo>
                <a:lnTo>
                  <a:pt x="130000" y="1268016"/>
                </a:lnTo>
                <a:lnTo>
                  <a:pt x="130000" y="1268016"/>
                </a:lnTo>
                <a:close/>
              </a:path>
            </a:pathLst>
          </a:custGeom>
          <a:solidFill>
            <a:srgbClr val="A57948">
              <a:alpha val="12000"/>
            </a:srgbClr>
          </a:solidFill>
          <a:ln w="6985">
            <a:solidFill>
              <a:srgbClr val="A57948">
                <a:alpha val="12000"/>
              </a:srgbClr>
            </a:solidFill>
            <a:prstDash val="solid"/>
          </a:ln>
        </p:spPr>
      </p:sp>
      <p:sp>
        <p:nvSpPr>
          <p:cNvPr id="3083" name="01_find_only_3082">
            <a:extLst>
              <a:ext uri="{FF2B5EF4-FFF2-40B4-BE49-F238E27FC236}">
                <a16:creationId xmlns:a16="http://schemas.microsoft.com/office/drawing/2014/main" id="{9A3BE8C3-50E0-4466-BCFC-7266D2341559}"/>
              </a:ext>
            </a:extLst>
          </p:cNvPr>
          <p:cNvSpPr>
            <a:spLocks noGrp="1"/>
          </p:cNvSpPr>
          <p:nvPr/>
        </p:nvSpPr>
        <p:spPr>
          <a:xfrm>
            <a:off x="5245200" y="4919983"/>
            <a:ext cx="130000" cy="1268016"/>
          </a:xfrm>
          <a:custGeom>
            <a:avLst/>
            <a:gdLst/>
            <a:ahLst/>
            <a:cxnLst/>
            <a:rect l="0" t="0" r="0" b="0"/>
            <a:pathLst>
              <a:path w="130000" h="1268016">
                <a:moveTo>
                  <a:pt x="130000" y="1268016"/>
                </a:moveTo>
                <a:lnTo>
                  <a:pt x="0" y="1268016"/>
                </a:lnTo>
                <a:lnTo>
                  <a:pt x="722" y="1257449"/>
                </a:lnTo>
                <a:lnTo>
                  <a:pt x="2838" y="1246883"/>
                </a:lnTo>
                <a:lnTo>
                  <a:pt x="6202" y="1236316"/>
                </a:lnTo>
                <a:lnTo>
                  <a:pt x="10589" y="1225749"/>
                </a:lnTo>
                <a:lnTo>
                  <a:pt x="15719" y="1215182"/>
                </a:lnTo>
                <a:lnTo>
                  <a:pt x="21287" y="1204615"/>
                </a:lnTo>
                <a:lnTo>
                  <a:pt x="26989" y="1194049"/>
                </a:lnTo>
                <a:lnTo>
                  <a:pt x="32550" y="1183482"/>
                </a:lnTo>
                <a:lnTo>
                  <a:pt x="37745" y="1172915"/>
                </a:lnTo>
                <a:lnTo>
                  <a:pt x="42407" y="1162348"/>
                </a:lnTo>
                <a:lnTo>
                  <a:pt x="46437" y="1151781"/>
                </a:lnTo>
                <a:lnTo>
                  <a:pt x="49793" y="1141215"/>
                </a:lnTo>
                <a:lnTo>
                  <a:pt x="52487" y="1130648"/>
                </a:lnTo>
                <a:lnTo>
                  <a:pt x="54572" y="1120081"/>
                </a:lnTo>
                <a:lnTo>
                  <a:pt x="56127" y="1109514"/>
                </a:lnTo>
                <a:lnTo>
                  <a:pt x="57244" y="1098947"/>
                </a:lnTo>
                <a:lnTo>
                  <a:pt x="58019" y="1088381"/>
                </a:lnTo>
                <a:lnTo>
                  <a:pt x="58542" y="1077814"/>
                </a:lnTo>
                <a:lnTo>
                  <a:pt x="58888" y="1067247"/>
                </a:lnTo>
                <a:lnTo>
                  <a:pt x="59121" y="1056680"/>
                </a:lnTo>
                <a:lnTo>
                  <a:pt x="59287" y="1046113"/>
                </a:lnTo>
                <a:lnTo>
                  <a:pt x="59414" y="1035547"/>
                </a:lnTo>
                <a:lnTo>
                  <a:pt x="59521" y="1024980"/>
                </a:lnTo>
                <a:lnTo>
                  <a:pt x="59612" y="1014413"/>
                </a:lnTo>
                <a:lnTo>
                  <a:pt x="59686" y="1003846"/>
                </a:lnTo>
                <a:lnTo>
                  <a:pt x="59737" y="993279"/>
                </a:lnTo>
                <a:lnTo>
                  <a:pt x="59757" y="982713"/>
                </a:lnTo>
                <a:lnTo>
                  <a:pt x="59739" y="972146"/>
                </a:lnTo>
                <a:lnTo>
                  <a:pt x="59680" y="961579"/>
                </a:lnTo>
                <a:lnTo>
                  <a:pt x="59581" y="951012"/>
                </a:lnTo>
                <a:lnTo>
                  <a:pt x="59446" y="940445"/>
                </a:lnTo>
                <a:lnTo>
                  <a:pt x="59286" y="929879"/>
                </a:lnTo>
                <a:lnTo>
                  <a:pt x="59113" y="919312"/>
                </a:lnTo>
                <a:lnTo>
                  <a:pt x="58944" y="908745"/>
                </a:lnTo>
                <a:lnTo>
                  <a:pt x="58797" y="898178"/>
                </a:lnTo>
                <a:lnTo>
                  <a:pt x="58688" y="887611"/>
                </a:lnTo>
                <a:lnTo>
                  <a:pt x="58631" y="877045"/>
                </a:lnTo>
                <a:lnTo>
                  <a:pt x="58639" y="866478"/>
                </a:lnTo>
                <a:lnTo>
                  <a:pt x="58718" y="855911"/>
                </a:lnTo>
                <a:lnTo>
                  <a:pt x="58870" y="845344"/>
                </a:lnTo>
                <a:lnTo>
                  <a:pt x="59091" y="834777"/>
                </a:lnTo>
                <a:lnTo>
                  <a:pt x="59372" y="824211"/>
                </a:lnTo>
                <a:lnTo>
                  <a:pt x="59697" y="813644"/>
                </a:lnTo>
                <a:lnTo>
                  <a:pt x="60048" y="803077"/>
                </a:lnTo>
                <a:lnTo>
                  <a:pt x="60404" y="792510"/>
                </a:lnTo>
                <a:lnTo>
                  <a:pt x="60740" y="781943"/>
                </a:lnTo>
                <a:lnTo>
                  <a:pt x="61036" y="771377"/>
                </a:lnTo>
                <a:lnTo>
                  <a:pt x="61270" y="760810"/>
                </a:lnTo>
                <a:lnTo>
                  <a:pt x="61425" y="750243"/>
                </a:lnTo>
                <a:lnTo>
                  <a:pt x="61490" y="739676"/>
                </a:lnTo>
                <a:lnTo>
                  <a:pt x="61461" y="729109"/>
                </a:lnTo>
                <a:lnTo>
                  <a:pt x="61340" y="718543"/>
                </a:lnTo>
                <a:lnTo>
                  <a:pt x="61137" y="707976"/>
                </a:lnTo>
                <a:lnTo>
                  <a:pt x="60868" y="697409"/>
                </a:lnTo>
                <a:lnTo>
                  <a:pt x="60555" y="686842"/>
                </a:lnTo>
                <a:lnTo>
                  <a:pt x="60224" y="676275"/>
                </a:lnTo>
                <a:lnTo>
                  <a:pt x="59902" y="665708"/>
                </a:lnTo>
                <a:lnTo>
                  <a:pt x="59615" y="655142"/>
                </a:lnTo>
                <a:lnTo>
                  <a:pt x="59385" y="644575"/>
                </a:lnTo>
                <a:lnTo>
                  <a:pt x="59228" y="634008"/>
                </a:lnTo>
                <a:lnTo>
                  <a:pt x="59155" y="623441"/>
                </a:lnTo>
                <a:lnTo>
                  <a:pt x="59167" y="612874"/>
                </a:lnTo>
                <a:lnTo>
                  <a:pt x="59260" y="602308"/>
                </a:lnTo>
                <a:lnTo>
                  <a:pt x="59422" y="591741"/>
                </a:lnTo>
                <a:lnTo>
                  <a:pt x="59638" y="581174"/>
                </a:lnTo>
                <a:lnTo>
                  <a:pt x="59891" y="570607"/>
                </a:lnTo>
                <a:lnTo>
                  <a:pt x="60163" y="560040"/>
                </a:lnTo>
                <a:lnTo>
                  <a:pt x="60436" y="549474"/>
                </a:lnTo>
                <a:lnTo>
                  <a:pt x="60697" y="538907"/>
                </a:lnTo>
                <a:lnTo>
                  <a:pt x="60934" y="528340"/>
                </a:lnTo>
                <a:lnTo>
                  <a:pt x="61141" y="517773"/>
                </a:lnTo>
                <a:lnTo>
                  <a:pt x="61311" y="507206"/>
                </a:lnTo>
                <a:lnTo>
                  <a:pt x="61441" y="496640"/>
                </a:lnTo>
                <a:lnTo>
                  <a:pt x="61529" y="486073"/>
                </a:lnTo>
                <a:lnTo>
                  <a:pt x="61574" y="475506"/>
                </a:lnTo>
                <a:lnTo>
                  <a:pt x="61575" y="464939"/>
                </a:lnTo>
                <a:lnTo>
                  <a:pt x="61532" y="454372"/>
                </a:lnTo>
                <a:lnTo>
                  <a:pt x="61445" y="443806"/>
                </a:lnTo>
                <a:lnTo>
                  <a:pt x="61317" y="433239"/>
                </a:lnTo>
                <a:lnTo>
                  <a:pt x="61150" y="422672"/>
                </a:lnTo>
                <a:lnTo>
                  <a:pt x="60951" y="412105"/>
                </a:lnTo>
                <a:lnTo>
                  <a:pt x="60728" y="401538"/>
                </a:lnTo>
                <a:lnTo>
                  <a:pt x="60491" y="390972"/>
                </a:lnTo>
                <a:lnTo>
                  <a:pt x="60252" y="380405"/>
                </a:lnTo>
                <a:lnTo>
                  <a:pt x="60025" y="369838"/>
                </a:lnTo>
                <a:lnTo>
                  <a:pt x="59820" y="359271"/>
                </a:lnTo>
                <a:lnTo>
                  <a:pt x="59648" y="348704"/>
                </a:lnTo>
                <a:lnTo>
                  <a:pt x="59518" y="338138"/>
                </a:lnTo>
                <a:lnTo>
                  <a:pt x="59435" y="327571"/>
                </a:lnTo>
                <a:lnTo>
                  <a:pt x="59399" y="317004"/>
                </a:lnTo>
                <a:lnTo>
                  <a:pt x="59409" y="306437"/>
                </a:lnTo>
                <a:lnTo>
                  <a:pt x="59461" y="295870"/>
                </a:lnTo>
                <a:lnTo>
                  <a:pt x="59547" y="285304"/>
                </a:lnTo>
                <a:lnTo>
                  <a:pt x="59660" y="274737"/>
                </a:lnTo>
                <a:lnTo>
                  <a:pt x="59792" y="264170"/>
                </a:lnTo>
                <a:lnTo>
                  <a:pt x="59932" y="253603"/>
                </a:lnTo>
                <a:lnTo>
                  <a:pt x="60070" y="243036"/>
                </a:lnTo>
                <a:lnTo>
                  <a:pt x="60194" y="232470"/>
                </a:lnTo>
                <a:lnTo>
                  <a:pt x="60288" y="221903"/>
                </a:lnTo>
                <a:lnTo>
                  <a:pt x="60331" y="211336"/>
                </a:lnTo>
                <a:lnTo>
                  <a:pt x="60296" y="200769"/>
                </a:lnTo>
                <a:lnTo>
                  <a:pt x="60147" y="190202"/>
                </a:lnTo>
                <a:lnTo>
                  <a:pt x="59839" y="179636"/>
                </a:lnTo>
                <a:lnTo>
                  <a:pt x="59319" y="169069"/>
                </a:lnTo>
                <a:lnTo>
                  <a:pt x="58526" y="158502"/>
                </a:lnTo>
                <a:lnTo>
                  <a:pt x="57396" y="147935"/>
                </a:lnTo>
                <a:lnTo>
                  <a:pt x="55868" y="137368"/>
                </a:lnTo>
                <a:lnTo>
                  <a:pt x="53892" y="126802"/>
                </a:lnTo>
                <a:lnTo>
                  <a:pt x="51434" y="116235"/>
                </a:lnTo>
                <a:lnTo>
                  <a:pt x="48490" y="105668"/>
                </a:lnTo>
                <a:lnTo>
                  <a:pt x="45093" y="95101"/>
                </a:lnTo>
                <a:lnTo>
                  <a:pt x="41317" y="84534"/>
                </a:lnTo>
                <a:lnTo>
                  <a:pt x="37282" y="73968"/>
                </a:lnTo>
                <a:lnTo>
                  <a:pt x="33153" y="63401"/>
                </a:lnTo>
                <a:lnTo>
                  <a:pt x="29126" y="52834"/>
                </a:lnTo>
                <a:lnTo>
                  <a:pt x="25418" y="42267"/>
                </a:lnTo>
                <a:lnTo>
                  <a:pt x="22250" y="31700"/>
                </a:lnTo>
                <a:lnTo>
                  <a:pt x="19821" y="21134"/>
                </a:lnTo>
                <a:lnTo>
                  <a:pt x="18294" y="10567"/>
                </a:lnTo>
                <a:lnTo>
                  <a:pt x="17773" y="0"/>
                </a:lnTo>
                <a:lnTo>
                  <a:pt x="112227" y="0"/>
                </a:lnTo>
                <a:lnTo>
                  <a:pt x="112227" y="0"/>
                </a:lnTo>
                <a:lnTo>
                  <a:pt x="111706" y="10567"/>
                </a:lnTo>
                <a:lnTo>
                  <a:pt x="110179" y="21134"/>
                </a:lnTo>
                <a:lnTo>
                  <a:pt x="107750" y="31700"/>
                </a:lnTo>
                <a:lnTo>
                  <a:pt x="104582" y="42267"/>
                </a:lnTo>
                <a:lnTo>
                  <a:pt x="100874" y="52834"/>
                </a:lnTo>
                <a:lnTo>
                  <a:pt x="96847" y="63401"/>
                </a:lnTo>
                <a:lnTo>
                  <a:pt x="92718" y="73968"/>
                </a:lnTo>
                <a:lnTo>
                  <a:pt x="88683" y="84534"/>
                </a:lnTo>
                <a:lnTo>
                  <a:pt x="84908" y="95101"/>
                </a:lnTo>
                <a:lnTo>
                  <a:pt x="81510" y="105668"/>
                </a:lnTo>
                <a:lnTo>
                  <a:pt x="78566" y="116235"/>
                </a:lnTo>
                <a:lnTo>
                  <a:pt x="76108" y="126802"/>
                </a:lnTo>
                <a:lnTo>
                  <a:pt x="74132" y="137368"/>
                </a:lnTo>
                <a:lnTo>
                  <a:pt x="72604" y="147935"/>
                </a:lnTo>
                <a:lnTo>
                  <a:pt x="71474" y="158502"/>
                </a:lnTo>
                <a:lnTo>
                  <a:pt x="70681" y="169069"/>
                </a:lnTo>
                <a:lnTo>
                  <a:pt x="70161" y="179636"/>
                </a:lnTo>
                <a:lnTo>
                  <a:pt x="69853" y="190202"/>
                </a:lnTo>
                <a:lnTo>
                  <a:pt x="69704" y="200769"/>
                </a:lnTo>
                <a:lnTo>
                  <a:pt x="69669" y="211336"/>
                </a:lnTo>
                <a:lnTo>
                  <a:pt x="69712" y="221903"/>
                </a:lnTo>
                <a:lnTo>
                  <a:pt x="69806" y="232470"/>
                </a:lnTo>
                <a:lnTo>
                  <a:pt x="69930" y="243036"/>
                </a:lnTo>
                <a:lnTo>
                  <a:pt x="70068" y="253603"/>
                </a:lnTo>
                <a:lnTo>
                  <a:pt x="70208" y="264170"/>
                </a:lnTo>
                <a:lnTo>
                  <a:pt x="70340" y="274737"/>
                </a:lnTo>
                <a:lnTo>
                  <a:pt x="70453" y="285304"/>
                </a:lnTo>
                <a:lnTo>
                  <a:pt x="70539" y="295870"/>
                </a:lnTo>
                <a:lnTo>
                  <a:pt x="70591" y="306437"/>
                </a:lnTo>
                <a:lnTo>
                  <a:pt x="70601" y="317004"/>
                </a:lnTo>
                <a:lnTo>
                  <a:pt x="70565" y="327571"/>
                </a:lnTo>
                <a:lnTo>
                  <a:pt x="70482" y="338138"/>
                </a:lnTo>
                <a:lnTo>
                  <a:pt x="70352" y="348704"/>
                </a:lnTo>
                <a:lnTo>
                  <a:pt x="70180" y="359271"/>
                </a:lnTo>
                <a:lnTo>
                  <a:pt x="69975" y="369838"/>
                </a:lnTo>
                <a:lnTo>
                  <a:pt x="69748" y="380405"/>
                </a:lnTo>
                <a:lnTo>
                  <a:pt x="69509" y="390972"/>
                </a:lnTo>
                <a:lnTo>
                  <a:pt x="69272" y="401538"/>
                </a:lnTo>
                <a:lnTo>
                  <a:pt x="69049" y="412105"/>
                </a:lnTo>
                <a:lnTo>
                  <a:pt x="68850" y="422672"/>
                </a:lnTo>
                <a:lnTo>
                  <a:pt x="68683" y="433239"/>
                </a:lnTo>
                <a:lnTo>
                  <a:pt x="68555" y="443806"/>
                </a:lnTo>
                <a:lnTo>
                  <a:pt x="68468" y="454372"/>
                </a:lnTo>
                <a:lnTo>
                  <a:pt x="68425" y="464939"/>
                </a:lnTo>
                <a:lnTo>
                  <a:pt x="68426" y="475506"/>
                </a:lnTo>
                <a:lnTo>
                  <a:pt x="68471" y="486073"/>
                </a:lnTo>
                <a:lnTo>
                  <a:pt x="68559" y="496640"/>
                </a:lnTo>
                <a:lnTo>
                  <a:pt x="68689" y="507206"/>
                </a:lnTo>
                <a:lnTo>
                  <a:pt x="68859" y="517773"/>
                </a:lnTo>
                <a:lnTo>
                  <a:pt x="69066" y="528340"/>
                </a:lnTo>
                <a:lnTo>
                  <a:pt x="69303" y="538907"/>
                </a:lnTo>
                <a:lnTo>
                  <a:pt x="69564" y="549474"/>
                </a:lnTo>
                <a:lnTo>
                  <a:pt x="69837" y="560040"/>
                </a:lnTo>
                <a:lnTo>
                  <a:pt x="70109" y="570607"/>
                </a:lnTo>
                <a:lnTo>
                  <a:pt x="70362" y="581174"/>
                </a:lnTo>
                <a:lnTo>
                  <a:pt x="70578" y="591741"/>
                </a:lnTo>
                <a:lnTo>
                  <a:pt x="70740" y="602308"/>
                </a:lnTo>
                <a:lnTo>
                  <a:pt x="70833" y="612874"/>
                </a:lnTo>
                <a:lnTo>
                  <a:pt x="70845" y="623441"/>
                </a:lnTo>
                <a:lnTo>
                  <a:pt x="70772" y="634008"/>
                </a:lnTo>
                <a:lnTo>
                  <a:pt x="70615" y="644575"/>
                </a:lnTo>
                <a:lnTo>
                  <a:pt x="70385" y="655142"/>
                </a:lnTo>
                <a:lnTo>
                  <a:pt x="70098" y="665708"/>
                </a:lnTo>
                <a:lnTo>
                  <a:pt x="69776" y="676275"/>
                </a:lnTo>
                <a:lnTo>
                  <a:pt x="69445" y="686842"/>
                </a:lnTo>
                <a:lnTo>
                  <a:pt x="69132" y="697409"/>
                </a:lnTo>
                <a:lnTo>
                  <a:pt x="68863" y="707976"/>
                </a:lnTo>
                <a:lnTo>
                  <a:pt x="68660" y="718543"/>
                </a:lnTo>
                <a:lnTo>
                  <a:pt x="68539" y="729109"/>
                </a:lnTo>
                <a:lnTo>
                  <a:pt x="68510" y="739676"/>
                </a:lnTo>
                <a:lnTo>
                  <a:pt x="68575" y="750243"/>
                </a:lnTo>
                <a:lnTo>
                  <a:pt x="68730" y="760810"/>
                </a:lnTo>
                <a:lnTo>
                  <a:pt x="68964" y="771377"/>
                </a:lnTo>
                <a:lnTo>
                  <a:pt x="69260" y="781943"/>
                </a:lnTo>
                <a:lnTo>
                  <a:pt x="69596" y="792510"/>
                </a:lnTo>
                <a:lnTo>
                  <a:pt x="69952" y="803077"/>
                </a:lnTo>
                <a:lnTo>
                  <a:pt x="70303" y="813644"/>
                </a:lnTo>
                <a:lnTo>
                  <a:pt x="70628" y="824211"/>
                </a:lnTo>
                <a:lnTo>
                  <a:pt x="70909" y="834777"/>
                </a:lnTo>
                <a:lnTo>
                  <a:pt x="71130" y="845344"/>
                </a:lnTo>
                <a:lnTo>
                  <a:pt x="71282" y="855911"/>
                </a:lnTo>
                <a:lnTo>
                  <a:pt x="71361" y="866478"/>
                </a:lnTo>
                <a:lnTo>
                  <a:pt x="71369" y="877045"/>
                </a:lnTo>
                <a:lnTo>
                  <a:pt x="71312" y="887611"/>
                </a:lnTo>
                <a:lnTo>
                  <a:pt x="71203" y="898178"/>
                </a:lnTo>
                <a:lnTo>
                  <a:pt x="71056" y="908745"/>
                </a:lnTo>
                <a:lnTo>
                  <a:pt x="70887" y="919312"/>
                </a:lnTo>
                <a:lnTo>
                  <a:pt x="70714" y="929879"/>
                </a:lnTo>
                <a:lnTo>
                  <a:pt x="70554" y="940445"/>
                </a:lnTo>
                <a:lnTo>
                  <a:pt x="70419" y="951012"/>
                </a:lnTo>
                <a:lnTo>
                  <a:pt x="70320" y="961579"/>
                </a:lnTo>
                <a:lnTo>
                  <a:pt x="70261" y="972146"/>
                </a:lnTo>
                <a:lnTo>
                  <a:pt x="70243" y="982713"/>
                </a:lnTo>
                <a:lnTo>
                  <a:pt x="70263" y="993279"/>
                </a:lnTo>
                <a:lnTo>
                  <a:pt x="70314" y="1003846"/>
                </a:lnTo>
                <a:lnTo>
                  <a:pt x="70388" y="1014413"/>
                </a:lnTo>
                <a:lnTo>
                  <a:pt x="70479" y="1024980"/>
                </a:lnTo>
                <a:lnTo>
                  <a:pt x="70586" y="1035547"/>
                </a:lnTo>
                <a:lnTo>
                  <a:pt x="70713" y="1046113"/>
                </a:lnTo>
                <a:lnTo>
                  <a:pt x="70879" y="1056680"/>
                </a:lnTo>
                <a:lnTo>
                  <a:pt x="71112" y="1067247"/>
                </a:lnTo>
                <a:lnTo>
                  <a:pt x="71458" y="1077814"/>
                </a:lnTo>
                <a:lnTo>
                  <a:pt x="71981" y="1088381"/>
                </a:lnTo>
                <a:lnTo>
                  <a:pt x="72756" y="1098947"/>
                </a:lnTo>
                <a:lnTo>
                  <a:pt x="73873" y="1109514"/>
                </a:lnTo>
                <a:lnTo>
                  <a:pt x="75428" y="1120081"/>
                </a:lnTo>
                <a:lnTo>
                  <a:pt x="77513" y="1130648"/>
                </a:lnTo>
                <a:lnTo>
                  <a:pt x="80207" y="1141215"/>
                </a:lnTo>
                <a:lnTo>
                  <a:pt x="83563" y="1151781"/>
                </a:lnTo>
                <a:lnTo>
                  <a:pt x="87593" y="1162348"/>
                </a:lnTo>
                <a:lnTo>
                  <a:pt x="92255" y="1172915"/>
                </a:lnTo>
                <a:lnTo>
                  <a:pt x="97450" y="1183482"/>
                </a:lnTo>
                <a:lnTo>
                  <a:pt x="103011" y="1194049"/>
                </a:lnTo>
                <a:lnTo>
                  <a:pt x="108713" y="1204615"/>
                </a:lnTo>
                <a:lnTo>
                  <a:pt x="114281" y="1215182"/>
                </a:lnTo>
                <a:lnTo>
                  <a:pt x="119411" y="1225749"/>
                </a:lnTo>
                <a:lnTo>
                  <a:pt x="123798" y="1236316"/>
                </a:lnTo>
                <a:lnTo>
                  <a:pt x="127162" y="1246883"/>
                </a:lnTo>
                <a:lnTo>
                  <a:pt x="129278" y="1257449"/>
                </a:lnTo>
                <a:lnTo>
                  <a:pt x="130000" y="1268016"/>
                </a:lnTo>
                <a:lnTo>
                  <a:pt x="130000" y="1268016"/>
                </a:lnTo>
                <a:close/>
              </a:path>
            </a:pathLst>
          </a:custGeom>
          <a:solidFill>
            <a:srgbClr val="A57948">
              <a:alpha val="12000"/>
            </a:srgbClr>
          </a:solidFill>
          <a:ln w="6985">
            <a:solidFill>
              <a:srgbClr val="A57948">
                <a:alpha val="12000"/>
              </a:srgbClr>
            </a:solidFill>
            <a:prstDash val="solid"/>
          </a:ln>
        </p:spPr>
      </p:sp>
      <p:sp>
        <p:nvSpPr>
          <p:cNvPr id="3084" name="01_find_only_3083">
            <a:extLst>
              <a:ext uri="{FF2B5EF4-FFF2-40B4-BE49-F238E27FC236}">
                <a16:creationId xmlns:a16="http://schemas.microsoft.com/office/drawing/2014/main" id="{3C90234D-E0B2-4E7E-B649-13FDA37FDB83}"/>
              </a:ext>
            </a:extLst>
          </p:cNvPr>
          <p:cNvSpPr>
            <a:spLocks noGrp="1"/>
          </p:cNvSpPr>
          <p:nvPr/>
        </p:nvSpPr>
        <p:spPr>
          <a:xfrm>
            <a:off x="5745200" y="4919983"/>
            <a:ext cx="130000" cy="1268016"/>
          </a:xfrm>
          <a:custGeom>
            <a:avLst/>
            <a:gdLst/>
            <a:ahLst/>
            <a:cxnLst/>
            <a:rect l="0" t="0" r="0" b="0"/>
            <a:pathLst>
              <a:path w="130000" h="1268016">
                <a:moveTo>
                  <a:pt x="127623" y="1268016"/>
                </a:moveTo>
                <a:lnTo>
                  <a:pt x="2377" y="1268016"/>
                </a:lnTo>
                <a:lnTo>
                  <a:pt x="3063" y="1257449"/>
                </a:lnTo>
                <a:lnTo>
                  <a:pt x="5075" y="1246883"/>
                </a:lnTo>
                <a:lnTo>
                  <a:pt x="8275" y="1236316"/>
                </a:lnTo>
                <a:lnTo>
                  <a:pt x="12453" y="1225749"/>
                </a:lnTo>
                <a:lnTo>
                  <a:pt x="17347" y="1215182"/>
                </a:lnTo>
                <a:lnTo>
                  <a:pt x="22670" y="1204615"/>
                </a:lnTo>
                <a:lnTo>
                  <a:pt x="28136" y="1194049"/>
                </a:lnTo>
                <a:lnTo>
                  <a:pt x="33487" y="1183482"/>
                </a:lnTo>
                <a:lnTo>
                  <a:pt x="38509" y="1172915"/>
                </a:lnTo>
                <a:lnTo>
                  <a:pt x="43043" y="1162348"/>
                </a:lnTo>
                <a:lnTo>
                  <a:pt x="46991" y="1151781"/>
                </a:lnTo>
                <a:lnTo>
                  <a:pt x="50310" y="1141215"/>
                </a:lnTo>
                <a:lnTo>
                  <a:pt x="53006" y="1130648"/>
                </a:lnTo>
                <a:lnTo>
                  <a:pt x="55122" y="1120081"/>
                </a:lnTo>
                <a:lnTo>
                  <a:pt x="56723" y="1109514"/>
                </a:lnTo>
                <a:lnTo>
                  <a:pt x="57892" y="1098947"/>
                </a:lnTo>
                <a:lnTo>
                  <a:pt x="58710" y="1088381"/>
                </a:lnTo>
                <a:lnTo>
                  <a:pt x="59254" y="1077814"/>
                </a:lnTo>
                <a:lnTo>
                  <a:pt x="59594" y="1067247"/>
                </a:lnTo>
                <a:lnTo>
                  <a:pt x="59786" y="1056680"/>
                </a:lnTo>
                <a:lnTo>
                  <a:pt x="59872" y="1046113"/>
                </a:lnTo>
                <a:lnTo>
                  <a:pt x="59886" y="1035547"/>
                </a:lnTo>
                <a:lnTo>
                  <a:pt x="59848" y="1024980"/>
                </a:lnTo>
                <a:lnTo>
                  <a:pt x="59774" y="1014413"/>
                </a:lnTo>
                <a:lnTo>
                  <a:pt x="59674" y="1003846"/>
                </a:lnTo>
                <a:lnTo>
                  <a:pt x="59551" y="993279"/>
                </a:lnTo>
                <a:lnTo>
                  <a:pt x="59411" y="982713"/>
                </a:lnTo>
                <a:lnTo>
                  <a:pt x="59256" y="972146"/>
                </a:lnTo>
                <a:lnTo>
                  <a:pt x="59090" y="961579"/>
                </a:lnTo>
                <a:lnTo>
                  <a:pt x="58916" y="951012"/>
                </a:lnTo>
                <a:lnTo>
                  <a:pt x="58740" y="940445"/>
                </a:lnTo>
                <a:lnTo>
                  <a:pt x="58569" y="929879"/>
                </a:lnTo>
                <a:lnTo>
                  <a:pt x="58411" y="919312"/>
                </a:lnTo>
                <a:lnTo>
                  <a:pt x="58275" y="908745"/>
                </a:lnTo>
                <a:lnTo>
                  <a:pt x="58171" y="898178"/>
                </a:lnTo>
                <a:lnTo>
                  <a:pt x="58110" y="887611"/>
                </a:lnTo>
                <a:lnTo>
                  <a:pt x="58101" y="877045"/>
                </a:lnTo>
                <a:lnTo>
                  <a:pt x="58152" y="866478"/>
                </a:lnTo>
                <a:lnTo>
                  <a:pt x="58267" y="855911"/>
                </a:lnTo>
                <a:lnTo>
                  <a:pt x="58448" y="845344"/>
                </a:lnTo>
                <a:lnTo>
                  <a:pt x="58691" y="834777"/>
                </a:lnTo>
                <a:lnTo>
                  <a:pt x="58986" y="824211"/>
                </a:lnTo>
                <a:lnTo>
                  <a:pt x="59321" y="813644"/>
                </a:lnTo>
                <a:lnTo>
                  <a:pt x="59677" y="803077"/>
                </a:lnTo>
                <a:lnTo>
                  <a:pt x="60033" y="792510"/>
                </a:lnTo>
                <a:lnTo>
                  <a:pt x="60364" y="781943"/>
                </a:lnTo>
                <a:lnTo>
                  <a:pt x="60647" y="771377"/>
                </a:lnTo>
                <a:lnTo>
                  <a:pt x="60862" y="760810"/>
                </a:lnTo>
                <a:lnTo>
                  <a:pt x="60991" y="750243"/>
                </a:lnTo>
                <a:lnTo>
                  <a:pt x="61023" y="739676"/>
                </a:lnTo>
                <a:lnTo>
                  <a:pt x="60956" y="729109"/>
                </a:lnTo>
                <a:lnTo>
                  <a:pt x="60793" y="718543"/>
                </a:lnTo>
                <a:lnTo>
                  <a:pt x="60550" y="707976"/>
                </a:lnTo>
                <a:lnTo>
                  <a:pt x="60246" y="697409"/>
                </a:lnTo>
                <a:lnTo>
                  <a:pt x="59909" y="686842"/>
                </a:lnTo>
                <a:lnTo>
                  <a:pt x="59569" y="676275"/>
                </a:lnTo>
                <a:lnTo>
                  <a:pt x="59258" y="665708"/>
                </a:lnTo>
                <a:lnTo>
                  <a:pt x="59006" y="655142"/>
                </a:lnTo>
                <a:lnTo>
                  <a:pt x="58835" y="644575"/>
                </a:lnTo>
                <a:lnTo>
                  <a:pt x="58761" y="634008"/>
                </a:lnTo>
                <a:lnTo>
                  <a:pt x="58791" y="623441"/>
                </a:lnTo>
                <a:lnTo>
                  <a:pt x="58921" y="612874"/>
                </a:lnTo>
                <a:lnTo>
                  <a:pt x="59139" y="602308"/>
                </a:lnTo>
                <a:lnTo>
                  <a:pt x="59425" y="591741"/>
                </a:lnTo>
                <a:lnTo>
                  <a:pt x="59751" y="581174"/>
                </a:lnTo>
                <a:lnTo>
                  <a:pt x="60092" y="570607"/>
                </a:lnTo>
                <a:lnTo>
                  <a:pt x="60418" y="560040"/>
                </a:lnTo>
                <a:lnTo>
                  <a:pt x="60705" y="549474"/>
                </a:lnTo>
                <a:lnTo>
                  <a:pt x="60933" y="538907"/>
                </a:lnTo>
                <a:lnTo>
                  <a:pt x="61086" y="528340"/>
                </a:lnTo>
                <a:lnTo>
                  <a:pt x="61159" y="517773"/>
                </a:lnTo>
                <a:lnTo>
                  <a:pt x="61149" y="507206"/>
                </a:lnTo>
                <a:lnTo>
                  <a:pt x="61061" y="496640"/>
                </a:lnTo>
                <a:lnTo>
                  <a:pt x="60906" y="486073"/>
                </a:lnTo>
                <a:lnTo>
                  <a:pt x="60696" y="475506"/>
                </a:lnTo>
                <a:lnTo>
                  <a:pt x="60448" y="464939"/>
                </a:lnTo>
                <a:lnTo>
                  <a:pt x="60179" y="454372"/>
                </a:lnTo>
                <a:lnTo>
                  <a:pt x="59907" y="443806"/>
                </a:lnTo>
                <a:lnTo>
                  <a:pt x="59648" y="433239"/>
                </a:lnTo>
                <a:lnTo>
                  <a:pt x="59419" y="422672"/>
                </a:lnTo>
                <a:lnTo>
                  <a:pt x="59231" y="412105"/>
                </a:lnTo>
                <a:lnTo>
                  <a:pt x="59093" y="401538"/>
                </a:lnTo>
                <a:lnTo>
                  <a:pt x="59013" y="390972"/>
                </a:lnTo>
                <a:lnTo>
                  <a:pt x="58992" y="380405"/>
                </a:lnTo>
                <a:lnTo>
                  <a:pt x="59031" y="369838"/>
                </a:lnTo>
                <a:lnTo>
                  <a:pt x="59126" y="359271"/>
                </a:lnTo>
                <a:lnTo>
                  <a:pt x="59271" y="348704"/>
                </a:lnTo>
                <a:lnTo>
                  <a:pt x="59458" y="338138"/>
                </a:lnTo>
                <a:lnTo>
                  <a:pt x="59679" y="327571"/>
                </a:lnTo>
                <a:lnTo>
                  <a:pt x="59922" y="317004"/>
                </a:lnTo>
                <a:lnTo>
                  <a:pt x="60178" y="306437"/>
                </a:lnTo>
                <a:lnTo>
                  <a:pt x="60439" y="295870"/>
                </a:lnTo>
                <a:lnTo>
                  <a:pt x="60694" y="285304"/>
                </a:lnTo>
                <a:lnTo>
                  <a:pt x="60937" y="274737"/>
                </a:lnTo>
                <a:lnTo>
                  <a:pt x="61160" y="264170"/>
                </a:lnTo>
                <a:lnTo>
                  <a:pt x="61356" y="253603"/>
                </a:lnTo>
                <a:lnTo>
                  <a:pt x="61517" y="243036"/>
                </a:lnTo>
                <a:lnTo>
                  <a:pt x="61630" y="232470"/>
                </a:lnTo>
                <a:lnTo>
                  <a:pt x="61680" y="221903"/>
                </a:lnTo>
                <a:lnTo>
                  <a:pt x="61640" y="211336"/>
                </a:lnTo>
                <a:lnTo>
                  <a:pt x="61477" y="200769"/>
                </a:lnTo>
                <a:lnTo>
                  <a:pt x="61142" y="190202"/>
                </a:lnTo>
                <a:lnTo>
                  <a:pt x="60577" y="179636"/>
                </a:lnTo>
                <a:lnTo>
                  <a:pt x="59709" y="169069"/>
                </a:lnTo>
                <a:lnTo>
                  <a:pt x="58454" y="158502"/>
                </a:lnTo>
                <a:lnTo>
                  <a:pt x="56727" y="147935"/>
                </a:lnTo>
                <a:lnTo>
                  <a:pt x="54444" y="137368"/>
                </a:lnTo>
                <a:lnTo>
                  <a:pt x="51534" y="126802"/>
                </a:lnTo>
                <a:lnTo>
                  <a:pt x="47954" y="116235"/>
                </a:lnTo>
                <a:lnTo>
                  <a:pt x="43700" y="105668"/>
                </a:lnTo>
                <a:lnTo>
                  <a:pt x="38819" y="95101"/>
                </a:lnTo>
                <a:lnTo>
                  <a:pt x="33416" y="84534"/>
                </a:lnTo>
                <a:lnTo>
                  <a:pt x="27664" y="73968"/>
                </a:lnTo>
                <a:lnTo>
                  <a:pt x="21790" y="63401"/>
                </a:lnTo>
                <a:lnTo>
                  <a:pt x="16073" y="52834"/>
                </a:lnTo>
                <a:lnTo>
                  <a:pt x="10818" y="42267"/>
                </a:lnTo>
                <a:lnTo>
                  <a:pt x="6332" y="31700"/>
                </a:lnTo>
                <a:lnTo>
                  <a:pt x="2896" y="21134"/>
                </a:lnTo>
                <a:lnTo>
                  <a:pt x="737" y="10567"/>
                </a:lnTo>
                <a:lnTo>
                  <a:pt x="0" y="0"/>
                </a:lnTo>
                <a:lnTo>
                  <a:pt x="130000" y="0"/>
                </a:lnTo>
                <a:lnTo>
                  <a:pt x="130000" y="0"/>
                </a:lnTo>
                <a:lnTo>
                  <a:pt x="129263" y="10567"/>
                </a:lnTo>
                <a:lnTo>
                  <a:pt x="127104" y="21134"/>
                </a:lnTo>
                <a:lnTo>
                  <a:pt x="123668" y="31700"/>
                </a:lnTo>
                <a:lnTo>
                  <a:pt x="119182" y="42267"/>
                </a:lnTo>
                <a:lnTo>
                  <a:pt x="113927" y="52834"/>
                </a:lnTo>
                <a:lnTo>
                  <a:pt x="108210" y="63401"/>
                </a:lnTo>
                <a:lnTo>
                  <a:pt x="102336" y="73968"/>
                </a:lnTo>
                <a:lnTo>
                  <a:pt x="96584" y="84534"/>
                </a:lnTo>
                <a:lnTo>
                  <a:pt x="91181" y="95101"/>
                </a:lnTo>
                <a:lnTo>
                  <a:pt x="86300" y="105668"/>
                </a:lnTo>
                <a:lnTo>
                  <a:pt x="82046" y="116235"/>
                </a:lnTo>
                <a:lnTo>
                  <a:pt x="78466" y="126802"/>
                </a:lnTo>
                <a:lnTo>
                  <a:pt x="75556" y="137368"/>
                </a:lnTo>
                <a:lnTo>
                  <a:pt x="73273" y="147935"/>
                </a:lnTo>
                <a:lnTo>
                  <a:pt x="71546" y="158502"/>
                </a:lnTo>
                <a:lnTo>
                  <a:pt x="70291" y="169069"/>
                </a:lnTo>
                <a:lnTo>
                  <a:pt x="69423" y="179636"/>
                </a:lnTo>
                <a:lnTo>
                  <a:pt x="68858" y="190202"/>
                </a:lnTo>
                <a:lnTo>
                  <a:pt x="68523" y="200769"/>
                </a:lnTo>
                <a:lnTo>
                  <a:pt x="68360" y="211336"/>
                </a:lnTo>
                <a:lnTo>
                  <a:pt x="68320" y="221903"/>
                </a:lnTo>
                <a:lnTo>
                  <a:pt x="68370" y="232470"/>
                </a:lnTo>
                <a:lnTo>
                  <a:pt x="68483" y="243036"/>
                </a:lnTo>
                <a:lnTo>
                  <a:pt x="68644" y="253603"/>
                </a:lnTo>
                <a:lnTo>
                  <a:pt x="68840" y="264170"/>
                </a:lnTo>
                <a:lnTo>
                  <a:pt x="69063" y="274737"/>
                </a:lnTo>
                <a:lnTo>
                  <a:pt x="69306" y="285304"/>
                </a:lnTo>
                <a:lnTo>
                  <a:pt x="69561" y="295870"/>
                </a:lnTo>
                <a:lnTo>
                  <a:pt x="69822" y="306437"/>
                </a:lnTo>
                <a:lnTo>
                  <a:pt x="70078" y="317004"/>
                </a:lnTo>
                <a:lnTo>
                  <a:pt x="70321" y="327571"/>
                </a:lnTo>
                <a:lnTo>
                  <a:pt x="70542" y="338138"/>
                </a:lnTo>
                <a:lnTo>
                  <a:pt x="70729" y="348704"/>
                </a:lnTo>
                <a:lnTo>
                  <a:pt x="70874" y="359271"/>
                </a:lnTo>
                <a:lnTo>
                  <a:pt x="70969" y="369838"/>
                </a:lnTo>
                <a:lnTo>
                  <a:pt x="71008" y="380405"/>
                </a:lnTo>
                <a:lnTo>
                  <a:pt x="70987" y="390972"/>
                </a:lnTo>
                <a:lnTo>
                  <a:pt x="70907" y="401538"/>
                </a:lnTo>
                <a:lnTo>
                  <a:pt x="70769" y="412105"/>
                </a:lnTo>
                <a:lnTo>
                  <a:pt x="70581" y="422672"/>
                </a:lnTo>
                <a:lnTo>
                  <a:pt x="70352" y="433239"/>
                </a:lnTo>
                <a:lnTo>
                  <a:pt x="70093" y="443806"/>
                </a:lnTo>
                <a:lnTo>
                  <a:pt x="69821" y="454372"/>
                </a:lnTo>
                <a:lnTo>
                  <a:pt x="69552" y="464939"/>
                </a:lnTo>
                <a:lnTo>
                  <a:pt x="69304" y="475506"/>
                </a:lnTo>
                <a:lnTo>
                  <a:pt x="69094" y="486073"/>
                </a:lnTo>
                <a:lnTo>
                  <a:pt x="68939" y="496640"/>
                </a:lnTo>
                <a:lnTo>
                  <a:pt x="68851" y="507206"/>
                </a:lnTo>
                <a:lnTo>
                  <a:pt x="68841" y="517773"/>
                </a:lnTo>
                <a:lnTo>
                  <a:pt x="68914" y="528340"/>
                </a:lnTo>
                <a:lnTo>
                  <a:pt x="69067" y="538907"/>
                </a:lnTo>
                <a:lnTo>
                  <a:pt x="69295" y="549474"/>
                </a:lnTo>
                <a:lnTo>
                  <a:pt x="69582" y="560040"/>
                </a:lnTo>
                <a:lnTo>
                  <a:pt x="69908" y="570607"/>
                </a:lnTo>
                <a:lnTo>
                  <a:pt x="70249" y="581174"/>
                </a:lnTo>
                <a:lnTo>
                  <a:pt x="70575" y="591741"/>
                </a:lnTo>
                <a:lnTo>
                  <a:pt x="70861" y="602308"/>
                </a:lnTo>
                <a:lnTo>
                  <a:pt x="71079" y="612874"/>
                </a:lnTo>
                <a:lnTo>
                  <a:pt x="71209" y="623441"/>
                </a:lnTo>
                <a:lnTo>
                  <a:pt x="71239" y="634008"/>
                </a:lnTo>
                <a:lnTo>
                  <a:pt x="71165" y="644575"/>
                </a:lnTo>
                <a:lnTo>
                  <a:pt x="70994" y="655142"/>
                </a:lnTo>
                <a:lnTo>
                  <a:pt x="70742" y="665708"/>
                </a:lnTo>
                <a:lnTo>
                  <a:pt x="70431" y="676275"/>
                </a:lnTo>
                <a:lnTo>
                  <a:pt x="70091" y="686842"/>
                </a:lnTo>
                <a:lnTo>
                  <a:pt x="69754" y="697409"/>
                </a:lnTo>
                <a:lnTo>
                  <a:pt x="69450" y="707976"/>
                </a:lnTo>
                <a:lnTo>
                  <a:pt x="69207" y="718543"/>
                </a:lnTo>
                <a:lnTo>
                  <a:pt x="69044" y="729109"/>
                </a:lnTo>
                <a:lnTo>
                  <a:pt x="68977" y="739676"/>
                </a:lnTo>
                <a:lnTo>
                  <a:pt x="69009" y="750243"/>
                </a:lnTo>
                <a:lnTo>
                  <a:pt x="69138" y="760810"/>
                </a:lnTo>
                <a:lnTo>
                  <a:pt x="69353" y="771377"/>
                </a:lnTo>
                <a:lnTo>
                  <a:pt x="69636" y="781943"/>
                </a:lnTo>
                <a:lnTo>
                  <a:pt x="69967" y="792510"/>
                </a:lnTo>
                <a:lnTo>
                  <a:pt x="70323" y="803077"/>
                </a:lnTo>
                <a:lnTo>
                  <a:pt x="70679" y="813644"/>
                </a:lnTo>
                <a:lnTo>
                  <a:pt x="71014" y="824211"/>
                </a:lnTo>
                <a:lnTo>
                  <a:pt x="71309" y="834777"/>
                </a:lnTo>
                <a:lnTo>
                  <a:pt x="71552" y="845344"/>
                </a:lnTo>
                <a:lnTo>
                  <a:pt x="71733" y="855911"/>
                </a:lnTo>
                <a:lnTo>
                  <a:pt x="71848" y="866478"/>
                </a:lnTo>
                <a:lnTo>
                  <a:pt x="71899" y="877045"/>
                </a:lnTo>
                <a:lnTo>
                  <a:pt x="71890" y="887611"/>
                </a:lnTo>
                <a:lnTo>
                  <a:pt x="71829" y="898178"/>
                </a:lnTo>
                <a:lnTo>
                  <a:pt x="71725" y="908745"/>
                </a:lnTo>
                <a:lnTo>
                  <a:pt x="71589" y="919312"/>
                </a:lnTo>
                <a:lnTo>
                  <a:pt x="71431" y="929879"/>
                </a:lnTo>
                <a:lnTo>
                  <a:pt x="71260" y="940445"/>
                </a:lnTo>
                <a:lnTo>
                  <a:pt x="71084" y="951012"/>
                </a:lnTo>
                <a:lnTo>
                  <a:pt x="70910" y="961579"/>
                </a:lnTo>
                <a:lnTo>
                  <a:pt x="70744" y="972146"/>
                </a:lnTo>
                <a:lnTo>
                  <a:pt x="70589" y="982713"/>
                </a:lnTo>
                <a:lnTo>
                  <a:pt x="70449" y="993279"/>
                </a:lnTo>
                <a:lnTo>
                  <a:pt x="70326" y="1003846"/>
                </a:lnTo>
                <a:lnTo>
                  <a:pt x="70226" y="1014413"/>
                </a:lnTo>
                <a:lnTo>
                  <a:pt x="70152" y="1024980"/>
                </a:lnTo>
                <a:lnTo>
                  <a:pt x="70114" y="1035547"/>
                </a:lnTo>
                <a:lnTo>
                  <a:pt x="70128" y="1046113"/>
                </a:lnTo>
                <a:lnTo>
                  <a:pt x="70214" y="1056680"/>
                </a:lnTo>
                <a:lnTo>
                  <a:pt x="70406" y="1067247"/>
                </a:lnTo>
                <a:lnTo>
                  <a:pt x="70746" y="1077814"/>
                </a:lnTo>
                <a:lnTo>
                  <a:pt x="71290" y="1088381"/>
                </a:lnTo>
                <a:lnTo>
                  <a:pt x="72108" y="1098947"/>
                </a:lnTo>
                <a:lnTo>
                  <a:pt x="73277" y="1109514"/>
                </a:lnTo>
                <a:lnTo>
                  <a:pt x="74878" y="1120081"/>
                </a:lnTo>
                <a:lnTo>
                  <a:pt x="76994" y="1130648"/>
                </a:lnTo>
                <a:lnTo>
                  <a:pt x="79690" y="1141215"/>
                </a:lnTo>
                <a:lnTo>
                  <a:pt x="83009" y="1151781"/>
                </a:lnTo>
                <a:lnTo>
                  <a:pt x="86957" y="1162348"/>
                </a:lnTo>
                <a:lnTo>
                  <a:pt x="91491" y="1172915"/>
                </a:lnTo>
                <a:lnTo>
                  <a:pt x="96513" y="1183482"/>
                </a:lnTo>
                <a:lnTo>
                  <a:pt x="101864" y="1194049"/>
                </a:lnTo>
                <a:lnTo>
                  <a:pt x="107330" y="1204615"/>
                </a:lnTo>
                <a:lnTo>
                  <a:pt x="112653" y="1215182"/>
                </a:lnTo>
                <a:lnTo>
                  <a:pt x="117547" y="1225749"/>
                </a:lnTo>
                <a:lnTo>
                  <a:pt x="121725" y="1236316"/>
                </a:lnTo>
                <a:lnTo>
                  <a:pt x="124925" y="1246883"/>
                </a:lnTo>
                <a:lnTo>
                  <a:pt x="126937" y="1257449"/>
                </a:lnTo>
                <a:lnTo>
                  <a:pt x="127623" y="1268016"/>
                </a:lnTo>
                <a:lnTo>
                  <a:pt x="127623" y="1268016"/>
                </a:lnTo>
                <a:close/>
              </a:path>
            </a:pathLst>
          </a:custGeom>
          <a:solidFill>
            <a:srgbClr val="A57948">
              <a:alpha val="12000"/>
            </a:srgbClr>
          </a:solidFill>
          <a:ln w="6985">
            <a:solidFill>
              <a:srgbClr val="A57948">
                <a:alpha val="12000"/>
              </a:srgbClr>
            </a:solidFill>
            <a:prstDash val="solid"/>
          </a:ln>
        </p:spPr>
      </p:sp>
      <p:sp>
        <p:nvSpPr>
          <p:cNvPr id="3085" name="01_find_only_3084">
            <a:extLst>
              <a:ext uri="{FF2B5EF4-FFF2-40B4-BE49-F238E27FC236}">
                <a16:creationId xmlns:a16="http://schemas.microsoft.com/office/drawing/2014/main" id="{8060662A-7D79-41C6-8D7D-DDE524F46DE9}"/>
              </a:ext>
            </a:extLst>
          </p:cNvPr>
          <p:cNvSpPr>
            <a:spLocks noGrp="1"/>
          </p:cNvSpPr>
          <p:nvPr/>
        </p:nvSpPr>
        <p:spPr>
          <a:xfrm>
            <a:off x="6245200" y="4919983"/>
            <a:ext cx="130000" cy="1268016"/>
          </a:xfrm>
          <a:custGeom>
            <a:avLst/>
            <a:gdLst/>
            <a:ahLst/>
            <a:cxnLst/>
            <a:rect l="0" t="0" r="0" b="0"/>
            <a:pathLst>
              <a:path w="130000" h="1268016">
                <a:moveTo>
                  <a:pt x="122175" y="1268016"/>
                </a:moveTo>
                <a:lnTo>
                  <a:pt x="7825" y="1268016"/>
                </a:lnTo>
                <a:lnTo>
                  <a:pt x="8451" y="1257449"/>
                </a:lnTo>
                <a:lnTo>
                  <a:pt x="10285" y="1246883"/>
                </a:lnTo>
                <a:lnTo>
                  <a:pt x="13203" y="1236316"/>
                </a:lnTo>
                <a:lnTo>
                  <a:pt x="17012" y="1225749"/>
                </a:lnTo>
                <a:lnTo>
                  <a:pt x="21474" y="1215182"/>
                </a:lnTo>
                <a:lnTo>
                  <a:pt x="26326" y="1204615"/>
                </a:lnTo>
                <a:lnTo>
                  <a:pt x="31308" y="1194049"/>
                </a:lnTo>
                <a:lnTo>
                  <a:pt x="36185" y="1183482"/>
                </a:lnTo>
                <a:lnTo>
                  <a:pt x="40761" y="1172915"/>
                </a:lnTo>
                <a:lnTo>
                  <a:pt x="44892" y="1162348"/>
                </a:lnTo>
                <a:lnTo>
                  <a:pt x="48487" y="1151781"/>
                </a:lnTo>
                <a:lnTo>
                  <a:pt x="51509" y="1141215"/>
                </a:lnTo>
                <a:lnTo>
                  <a:pt x="53961" y="1130648"/>
                </a:lnTo>
                <a:lnTo>
                  <a:pt x="55884" y="1120081"/>
                </a:lnTo>
                <a:lnTo>
                  <a:pt x="57339" y="1109514"/>
                </a:lnTo>
                <a:lnTo>
                  <a:pt x="58398" y="1098947"/>
                </a:lnTo>
                <a:lnTo>
                  <a:pt x="59138" y="1088381"/>
                </a:lnTo>
                <a:lnTo>
                  <a:pt x="59629" y="1077814"/>
                </a:lnTo>
                <a:lnTo>
                  <a:pt x="59934" y="1067247"/>
                </a:lnTo>
                <a:lnTo>
                  <a:pt x="60104" y="1056680"/>
                </a:lnTo>
                <a:lnTo>
                  <a:pt x="60178" y="1046113"/>
                </a:lnTo>
                <a:lnTo>
                  <a:pt x="60186" y="1035547"/>
                </a:lnTo>
                <a:lnTo>
                  <a:pt x="60148" y="1024980"/>
                </a:lnTo>
                <a:lnTo>
                  <a:pt x="60077" y="1014413"/>
                </a:lnTo>
                <a:lnTo>
                  <a:pt x="59981" y="1003846"/>
                </a:lnTo>
                <a:lnTo>
                  <a:pt x="59865" y="993279"/>
                </a:lnTo>
                <a:lnTo>
                  <a:pt x="59732" y="982713"/>
                </a:lnTo>
                <a:lnTo>
                  <a:pt x="59586" y="972146"/>
                </a:lnTo>
                <a:lnTo>
                  <a:pt x="59429" y="961579"/>
                </a:lnTo>
                <a:lnTo>
                  <a:pt x="59265" y="951012"/>
                </a:lnTo>
                <a:lnTo>
                  <a:pt x="59099" y="940445"/>
                </a:lnTo>
                <a:lnTo>
                  <a:pt x="58938" y="929879"/>
                </a:lnTo>
                <a:lnTo>
                  <a:pt x="58789" y="919312"/>
                </a:lnTo>
                <a:lnTo>
                  <a:pt x="58661" y="908745"/>
                </a:lnTo>
                <a:lnTo>
                  <a:pt x="58564" y="898178"/>
                </a:lnTo>
                <a:lnTo>
                  <a:pt x="58507" y="887611"/>
                </a:lnTo>
                <a:lnTo>
                  <a:pt x="58499" y="877045"/>
                </a:lnTo>
                <a:lnTo>
                  <a:pt x="58548" y="866478"/>
                </a:lnTo>
                <a:lnTo>
                  <a:pt x="58659" y="855911"/>
                </a:lnTo>
                <a:lnTo>
                  <a:pt x="58833" y="845344"/>
                </a:lnTo>
                <a:lnTo>
                  <a:pt x="59067" y="834777"/>
                </a:lnTo>
                <a:lnTo>
                  <a:pt x="59354" y="824211"/>
                </a:lnTo>
                <a:lnTo>
                  <a:pt x="59681" y="813644"/>
                </a:lnTo>
                <a:lnTo>
                  <a:pt x="60032" y="803077"/>
                </a:lnTo>
                <a:lnTo>
                  <a:pt x="60388" y="792510"/>
                </a:lnTo>
                <a:lnTo>
                  <a:pt x="60727" y="781943"/>
                </a:lnTo>
                <a:lnTo>
                  <a:pt x="61030" y="771377"/>
                </a:lnTo>
                <a:lnTo>
                  <a:pt x="61277" y="760810"/>
                </a:lnTo>
                <a:lnTo>
                  <a:pt x="61452" y="750243"/>
                </a:lnTo>
                <a:lnTo>
                  <a:pt x="61546" y="739676"/>
                </a:lnTo>
                <a:lnTo>
                  <a:pt x="61554" y="729109"/>
                </a:lnTo>
                <a:lnTo>
                  <a:pt x="61480" y="718543"/>
                </a:lnTo>
                <a:lnTo>
                  <a:pt x="61334" y="707976"/>
                </a:lnTo>
                <a:lnTo>
                  <a:pt x="61133" y="697409"/>
                </a:lnTo>
                <a:lnTo>
                  <a:pt x="60898" y="686842"/>
                </a:lnTo>
                <a:lnTo>
                  <a:pt x="60655" y="676275"/>
                </a:lnTo>
                <a:lnTo>
                  <a:pt x="60429" y="665708"/>
                </a:lnTo>
                <a:lnTo>
                  <a:pt x="60243" y="655142"/>
                </a:lnTo>
                <a:lnTo>
                  <a:pt x="60118" y="644575"/>
                </a:lnTo>
                <a:lnTo>
                  <a:pt x="60066" y="634008"/>
                </a:lnTo>
                <a:lnTo>
                  <a:pt x="60095" y="623441"/>
                </a:lnTo>
                <a:lnTo>
                  <a:pt x="60204" y="612874"/>
                </a:lnTo>
                <a:lnTo>
                  <a:pt x="60384" y="602308"/>
                </a:lnTo>
                <a:lnTo>
                  <a:pt x="60621" y="591741"/>
                </a:lnTo>
                <a:lnTo>
                  <a:pt x="60899" y="581174"/>
                </a:lnTo>
                <a:lnTo>
                  <a:pt x="61199" y="570607"/>
                </a:lnTo>
                <a:lnTo>
                  <a:pt x="61500" y="560040"/>
                </a:lnTo>
                <a:lnTo>
                  <a:pt x="61787" y="549474"/>
                </a:lnTo>
                <a:lnTo>
                  <a:pt x="62044" y="538907"/>
                </a:lnTo>
                <a:lnTo>
                  <a:pt x="62263" y="528340"/>
                </a:lnTo>
                <a:lnTo>
                  <a:pt x="62436" y="517773"/>
                </a:lnTo>
                <a:lnTo>
                  <a:pt x="62560" y="507206"/>
                </a:lnTo>
                <a:lnTo>
                  <a:pt x="62635" y="496640"/>
                </a:lnTo>
                <a:lnTo>
                  <a:pt x="62660" y="486073"/>
                </a:lnTo>
                <a:lnTo>
                  <a:pt x="62640" y="475506"/>
                </a:lnTo>
                <a:lnTo>
                  <a:pt x="62574" y="464939"/>
                </a:lnTo>
                <a:lnTo>
                  <a:pt x="62467" y="454372"/>
                </a:lnTo>
                <a:lnTo>
                  <a:pt x="62321" y="443806"/>
                </a:lnTo>
                <a:lnTo>
                  <a:pt x="62139" y="433239"/>
                </a:lnTo>
                <a:lnTo>
                  <a:pt x="61923" y="422672"/>
                </a:lnTo>
                <a:lnTo>
                  <a:pt x="61679" y="412105"/>
                </a:lnTo>
                <a:lnTo>
                  <a:pt x="61412" y="401538"/>
                </a:lnTo>
                <a:lnTo>
                  <a:pt x="61129" y="390972"/>
                </a:lnTo>
                <a:lnTo>
                  <a:pt x="60838" y="380405"/>
                </a:lnTo>
                <a:lnTo>
                  <a:pt x="60549" y="369838"/>
                </a:lnTo>
                <a:lnTo>
                  <a:pt x="60271" y="359271"/>
                </a:lnTo>
                <a:lnTo>
                  <a:pt x="60015" y="348704"/>
                </a:lnTo>
                <a:lnTo>
                  <a:pt x="59789" y="338138"/>
                </a:lnTo>
                <a:lnTo>
                  <a:pt x="59603" y="327571"/>
                </a:lnTo>
                <a:lnTo>
                  <a:pt x="59462" y="317004"/>
                </a:lnTo>
                <a:lnTo>
                  <a:pt x="59370" y="306437"/>
                </a:lnTo>
                <a:lnTo>
                  <a:pt x="59328" y="295870"/>
                </a:lnTo>
                <a:lnTo>
                  <a:pt x="59336" y="285304"/>
                </a:lnTo>
                <a:lnTo>
                  <a:pt x="59389" y="274737"/>
                </a:lnTo>
                <a:lnTo>
                  <a:pt x="59481" y="264170"/>
                </a:lnTo>
                <a:lnTo>
                  <a:pt x="59603" y="253603"/>
                </a:lnTo>
                <a:lnTo>
                  <a:pt x="59742" y="243036"/>
                </a:lnTo>
                <a:lnTo>
                  <a:pt x="59881" y="232470"/>
                </a:lnTo>
                <a:lnTo>
                  <a:pt x="59996" y="221903"/>
                </a:lnTo>
                <a:lnTo>
                  <a:pt x="60053" y="211336"/>
                </a:lnTo>
                <a:lnTo>
                  <a:pt x="60011" y="200769"/>
                </a:lnTo>
                <a:lnTo>
                  <a:pt x="59814" y="190202"/>
                </a:lnTo>
                <a:lnTo>
                  <a:pt x="59396" y="179636"/>
                </a:lnTo>
                <a:lnTo>
                  <a:pt x="58677" y="169069"/>
                </a:lnTo>
                <a:lnTo>
                  <a:pt x="57570" y="158502"/>
                </a:lnTo>
                <a:lnTo>
                  <a:pt x="55984" y="147935"/>
                </a:lnTo>
                <a:lnTo>
                  <a:pt x="53830" y="137368"/>
                </a:lnTo>
                <a:lnTo>
                  <a:pt x="51038" y="126802"/>
                </a:lnTo>
                <a:lnTo>
                  <a:pt x="47561" y="116235"/>
                </a:lnTo>
                <a:lnTo>
                  <a:pt x="43395" y="105668"/>
                </a:lnTo>
                <a:lnTo>
                  <a:pt x="38588" y="95101"/>
                </a:lnTo>
                <a:lnTo>
                  <a:pt x="33247" y="84534"/>
                </a:lnTo>
                <a:lnTo>
                  <a:pt x="27543" y="73968"/>
                </a:lnTo>
                <a:lnTo>
                  <a:pt x="21707" y="63401"/>
                </a:lnTo>
                <a:lnTo>
                  <a:pt x="16019" y="52834"/>
                </a:lnTo>
                <a:lnTo>
                  <a:pt x="10785" y="42267"/>
                </a:lnTo>
                <a:lnTo>
                  <a:pt x="6314" y="31700"/>
                </a:lnTo>
                <a:lnTo>
                  <a:pt x="2888" y="21134"/>
                </a:lnTo>
                <a:lnTo>
                  <a:pt x="735" y="10567"/>
                </a:lnTo>
                <a:lnTo>
                  <a:pt x="0" y="0"/>
                </a:lnTo>
                <a:lnTo>
                  <a:pt x="130000" y="0"/>
                </a:lnTo>
                <a:lnTo>
                  <a:pt x="130000" y="0"/>
                </a:lnTo>
                <a:lnTo>
                  <a:pt x="129265" y="10567"/>
                </a:lnTo>
                <a:lnTo>
                  <a:pt x="127112" y="21134"/>
                </a:lnTo>
                <a:lnTo>
                  <a:pt x="123686" y="31700"/>
                </a:lnTo>
                <a:lnTo>
                  <a:pt x="119215" y="42267"/>
                </a:lnTo>
                <a:lnTo>
                  <a:pt x="113981" y="52834"/>
                </a:lnTo>
                <a:lnTo>
                  <a:pt x="108293" y="63401"/>
                </a:lnTo>
                <a:lnTo>
                  <a:pt x="102457" y="73968"/>
                </a:lnTo>
                <a:lnTo>
                  <a:pt x="96753" y="84534"/>
                </a:lnTo>
                <a:lnTo>
                  <a:pt x="91412" y="95101"/>
                </a:lnTo>
                <a:lnTo>
                  <a:pt x="86605" y="105668"/>
                </a:lnTo>
                <a:lnTo>
                  <a:pt x="82439" y="116235"/>
                </a:lnTo>
                <a:lnTo>
                  <a:pt x="78962" y="126802"/>
                </a:lnTo>
                <a:lnTo>
                  <a:pt x="76170" y="137368"/>
                </a:lnTo>
                <a:lnTo>
                  <a:pt x="74016" y="147935"/>
                </a:lnTo>
                <a:lnTo>
                  <a:pt x="72430" y="158502"/>
                </a:lnTo>
                <a:lnTo>
                  <a:pt x="71323" y="169069"/>
                </a:lnTo>
                <a:lnTo>
                  <a:pt x="70604" y="179636"/>
                </a:lnTo>
                <a:lnTo>
                  <a:pt x="70186" y="190202"/>
                </a:lnTo>
                <a:lnTo>
                  <a:pt x="69989" y="200769"/>
                </a:lnTo>
                <a:lnTo>
                  <a:pt x="69947" y="211336"/>
                </a:lnTo>
                <a:lnTo>
                  <a:pt x="70004" y="221903"/>
                </a:lnTo>
                <a:lnTo>
                  <a:pt x="70119" y="232470"/>
                </a:lnTo>
                <a:lnTo>
                  <a:pt x="70258" y="243036"/>
                </a:lnTo>
                <a:lnTo>
                  <a:pt x="70397" y="253603"/>
                </a:lnTo>
                <a:lnTo>
                  <a:pt x="70519" y="264170"/>
                </a:lnTo>
                <a:lnTo>
                  <a:pt x="70611" y="274737"/>
                </a:lnTo>
                <a:lnTo>
                  <a:pt x="70664" y="285304"/>
                </a:lnTo>
                <a:lnTo>
                  <a:pt x="70672" y="295870"/>
                </a:lnTo>
                <a:lnTo>
                  <a:pt x="70630" y="306437"/>
                </a:lnTo>
                <a:lnTo>
                  <a:pt x="70538" y="317004"/>
                </a:lnTo>
                <a:lnTo>
                  <a:pt x="70397" y="327571"/>
                </a:lnTo>
                <a:lnTo>
                  <a:pt x="70211" y="338138"/>
                </a:lnTo>
                <a:lnTo>
                  <a:pt x="69985" y="348704"/>
                </a:lnTo>
                <a:lnTo>
                  <a:pt x="69729" y="359271"/>
                </a:lnTo>
                <a:lnTo>
                  <a:pt x="69451" y="369838"/>
                </a:lnTo>
                <a:lnTo>
                  <a:pt x="69162" y="380405"/>
                </a:lnTo>
                <a:lnTo>
                  <a:pt x="68871" y="390972"/>
                </a:lnTo>
                <a:lnTo>
                  <a:pt x="68588" y="401538"/>
                </a:lnTo>
                <a:lnTo>
                  <a:pt x="68321" y="412105"/>
                </a:lnTo>
                <a:lnTo>
                  <a:pt x="68077" y="422672"/>
                </a:lnTo>
                <a:lnTo>
                  <a:pt x="67861" y="433239"/>
                </a:lnTo>
                <a:lnTo>
                  <a:pt x="67679" y="443806"/>
                </a:lnTo>
                <a:lnTo>
                  <a:pt x="67533" y="454372"/>
                </a:lnTo>
                <a:lnTo>
                  <a:pt x="67426" y="464939"/>
                </a:lnTo>
                <a:lnTo>
                  <a:pt x="67360" y="475506"/>
                </a:lnTo>
                <a:lnTo>
                  <a:pt x="67340" y="486073"/>
                </a:lnTo>
                <a:lnTo>
                  <a:pt x="67365" y="496640"/>
                </a:lnTo>
                <a:lnTo>
                  <a:pt x="67440" y="507206"/>
                </a:lnTo>
                <a:lnTo>
                  <a:pt x="67564" y="517773"/>
                </a:lnTo>
                <a:lnTo>
                  <a:pt x="67737" y="528340"/>
                </a:lnTo>
                <a:lnTo>
                  <a:pt x="67956" y="538907"/>
                </a:lnTo>
                <a:lnTo>
                  <a:pt x="68213" y="549474"/>
                </a:lnTo>
                <a:lnTo>
                  <a:pt x="68500" y="560040"/>
                </a:lnTo>
                <a:lnTo>
                  <a:pt x="68801" y="570607"/>
                </a:lnTo>
                <a:lnTo>
                  <a:pt x="69101" y="581174"/>
                </a:lnTo>
                <a:lnTo>
                  <a:pt x="69379" y="591741"/>
                </a:lnTo>
                <a:lnTo>
                  <a:pt x="69616" y="602308"/>
                </a:lnTo>
                <a:lnTo>
                  <a:pt x="69796" y="612874"/>
                </a:lnTo>
                <a:lnTo>
                  <a:pt x="69905" y="623441"/>
                </a:lnTo>
                <a:lnTo>
                  <a:pt x="69934" y="634008"/>
                </a:lnTo>
                <a:lnTo>
                  <a:pt x="69882" y="644575"/>
                </a:lnTo>
                <a:lnTo>
                  <a:pt x="69757" y="655142"/>
                </a:lnTo>
                <a:lnTo>
                  <a:pt x="69571" y="665708"/>
                </a:lnTo>
                <a:lnTo>
                  <a:pt x="69345" y="676275"/>
                </a:lnTo>
                <a:lnTo>
                  <a:pt x="69102" y="686842"/>
                </a:lnTo>
                <a:lnTo>
                  <a:pt x="68867" y="697409"/>
                </a:lnTo>
                <a:lnTo>
                  <a:pt x="68666" y="707976"/>
                </a:lnTo>
                <a:lnTo>
                  <a:pt x="68520" y="718543"/>
                </a:lnTo>
                <a:lnTo>
                  <a:pt x="68446" y="729109"/>
                </a:lnTo>
                <a:lnTo>
                  <a:pt x="68454" y="739676"/>
                </a:lnTo>
                <a:lnTo>
                  <a:pt x="68548" y="750243"/>
                </a:lnTo>
                <a:lnTo>
                  <a:pt x="68723" y="760810"/>
                </a:lnTo>
                <a:lnTo>
                  <a:pt x="68970" y="771377"/>
                </a:lnTo>
                <a:lnTo>
                  <a:pt x="69273" y="781943"/>
                </a:lnTo>
                <a:lnTo>
                  <a:pt x="69612" y="792510"/>
                </a:lnTo>
                <a:lnTo>
                  <a:pt x="69968" y="803077"/>
                </a:lnTo>
                <a:lnTo>
                  <a:pt x="70319" y="813644"/>
                </a:lnTo>
                <a:lnTo>
                  <a:pt x="70646" y="824211"/>
                </a:lnTo>
                <a:lnTo>
                  <a:pt x="70933" y="834777"/>
                </a:lnTo>
                <a:lnTo>
                  <a:pt x="71167" y="845344"/>
                </a:lnTo>
                <a:lnTo>
                  <a:pt x="71341" y="855911"/>
                </a:lnTo>
                <a:lnTo>
                  <a:pt x="71452" y="866478"/>
                </a:lnTo>
                <a:lnTo>
                  <a:pt x="71501" y="877045"/>
                </a:lnTo>
                <a:lnTo>
                  <a:pt x="71493" y="887611"/>
                </a:lnTo>
                <a:lnTo>
                  <a:pt x="71436" y="898178"/>
                </a:lnTo>
                <a:lnTo>
                  <a:pt x="71339" y="908745"/>
                </a:lnTo>
                <a:lnTo>
                  <a:pt x="71211" y="919312"/>
                </a:lnTo>
                <a:lnTo>
                  <a:pt x="71062" y="929879"/>
                </a:lnTo>
                <a:lnTo>
                  <a:pt x="70901" y="940445"/>
                </a:lnTo>
                <a:lnTo>
                  <a:pt x="70735" y="951012"/>
                </a:lnTo>
                <a:lnTo>
                  <a:pt x="70571" y="961579"/>
                </a:lnTo>
                <a:lnTo>
                  <a:pt x="70414" y="972146"/>
                </a:lnTo>
                <a:lnTo>
                  <a:pt x="70268" y="982713"/>
                </a:lnTo>
                <a:lnTo>
                  <a:pt x="70135" y="993279"/>
                </a:lnTo>
                <a:lnTo>
                  <a:pt x="70019" y="1003846"/>
                </a:lnTo>
                <a:lnTo>
                  <a:pt x="69923" y="1014413"/>
                </a:lnTo>
                <a:lnTo>
                  <a:pt x="69852" y="1024980"/>
                </a:lnTo>
                <a:lnTo>
                  <a:pt x="69814" y="1035547"/>
                </a:lnTo>
                <a:lnTo>
                  <a:pt x="69822" y="1046113"/>
                </a:lnTo>
                <a:lnTo>
                  <a:pt x="69896" y="1056680"/>
                </a:lnTo>
                <a:lnTo>
                  <a:pt x="70066" y="1067247"/>
                </a:lnTo>
                <a:lnTo>
                  <a:pt x="70371" y="1077814"/>
                </a:lnTo>
                <a:lnTo>
                  <a:pt x="70862" y="1088381"/>
                </a:lnTo>
                <a:lnTo>
                  <a:pt x="71602" y="1098947"/>
                </a:lnTo>
                <a:lnTo>
                  <a:pt x="72661" y="1109514"/>
                </a:lnTo>
                <a:lnTo>
                  <a:pt x="74116" y="1120081"/>
                </a:lnTo>
                <a:lnTo>
                  <a:pt x="76039" y="1130648"/>
                </a:lnTo>
                <a:lnTo>
                  <a:pt x="78491" y="1141215"/>
                </a:lnTo>
                <a:lnTo>
                  <a:pt x="81513" y="1151781"/>
                </a:lnTo>
                <a:lnTo>
                  <a:pt x="85108" y="1162348"/>
                </a:lnTo>
                <a:lnTo>
                  <a:pt x="89239" y="1172915"/>
                </a:lnTo>
                <a:lnTo>
                  <a:pt x="93815" y="1183482"/>
                </a:lnTo>
                <a:lnTo>
                  <a:pt x="98692" y="1194049"/>
                </a:lnTo>
                <a:lnTo>
                  <a:pt x="103674" y="1204615"/>
                </a:lnTo>
                <a:lnTo>
                  <a:pt x="108526" y="1215182"/>
                </a:lnTo>
                <a:lnTo>
                  <a:pt x="112988" y="1225749"/>
                </a:lnTo>
                <a:lnTo>
                  <a:pt x="116797" y="1236316"/>
                </a:lnTo>
                <a:lnTo>
                  <a:pt x="119715" y="1246883"/>
                </a:lnTo>
                <a:lnTo>
                  <a:pt x="121549" y="1257449"/>
                </a:lnTo>
                <a:lnTo>
                  <a:pt x="122175" y="1268016"/>
                </a:lnTo>
                <a:lnTo>
                  <a:pt x="122175" y="1268016"/>
                </a:lnTo>
                <a:close/>
              </a:path>
            </a:pathLst>
          </a:custGeom>
          <a:solidFill>
            <a:srgbClr val="A57948">
              <a:alpha val="12000"/>
            </a:srgbClr>
          </a:solidFill>
          <a:ln w="6985">
            <a:solidFill>
              <a:srgbClr val="A57948">
                <a:alpha val="12000"/>
              </a:srgbClr>
            </a:solidFill>
            <a:prstDash val="solid"/>
          </a:ln>
        </p:spPr>
      </p:sp>
      <p:sp>
        <p:nvSpPr>
          <p:cNvPr id="3086" name="01_find_only_3085">
            <a:extLst>
              <a:ext uri="{FF2B5EF4-FFF2-40B4-BE49-F238E27FC236}">
                <a16:creationId xmlns:a16="http://schemas.microsoft.com/office/drawing/2014/main" id="{47851E03-82FF-4A73-8937-C82ED6DEA0E4}"/>
              </a:ext>
            </a:extLst>
          </p:cNvPr>
          <p:cNvSpPr>
            <a:spLocks noGrp="1"/>
          </p:cNvSpPr>
          <p:nvPr/>
        </p:nvSpPr>
        <p:spPr>
          <a:xfrm>
            <a:off x="4810200" y="625140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7" name="text_3086">
            <a:extLst>
              <a:ext uri="{FF2B5EF4-FFF2-40B4-BE49-F238E27FC236}">
                <a16:creationId xmlns:a16="http://schemas.microsoft.com/office/drawing/2014/main" id="{7B3BD0D6-9FEC-4FBA-A0E3-1646C07BBF21}"/>
              </a:ext>
            </a:extLst>
          </p:cNvPr>
          <p:cNvSpPr>
            <a:spLocks noGrp="1"/>
          </p:cNvSpPr>
          <p:nvPr/>
        </p:nvSpPr>
        <p:spPr>
          <a:xfrm>
            <a:off x="4784427" y="6320719"/>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3088" name="01_find_only_3087">
            <a:extLst>
              <a:ext uri="{FF2B5EF4-FFF2-40B4-BE49-F238E27FC236}">
                <a16:creationId xmlns:a16="http://schemas.microsoft.com/office/drawing/2014/main" id="{13FA12FA-A7D2-4624-AA72-DC097FA00E90}"/>
              </a:ext>
            </a:extLst>
          </p:cNvPr>
          <p:cNvSpPr>
            <a:spLocks noGrp="1"/>
          </p:cNvSpPr>
          <p:nvPr/>
        </p:nvSpPr>
        <p:spPr>
          <a:xfrm>
            <a:off x="5060200" y="625140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9" name="text_3088">
            <a:extLst>
              <a:ext uri="{FF2B5EF4-FFF2-40B4-BE49-F238E27FC236}">
                <a16:creationId xmlns:a16="http://schemas.microsoft.com/office/drawing/2014/main" id="{8C186EC8-38E2-40E5-9F29-8896103AF6F7}"/>
              </a:ext>
            </a:extLst>
          </p:cNvPr>
          <p:cNvSpPr>
            <a:spLocks noGrp="1"/>
          </p:cNvSpPr>
          <p:nvPr/>
        </p:nvSpPr>
        <p:spPr>
          <a:xfrm>
            <a:off x="5008653" y="6320719"/>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3090" name="01_find_only_3089">
            <a:extLst>
              <a:ext uri="{FF2B5EF4-FFF2-40B4-BE49-F238E27FC236}">
                <a16:creationId xmlns:a16="http://schemas.microsoft.com/office/drawing/2014/main" id="{A11B27C3-EA74-4937-AF9F-E808D7D381BF}"/>
              </a:ext>
            </a:extLst>
          </p:cNvPr>
          <p:cNvSpPr>
            <a:spLocks noGrp="1"/>
          </p:cNvSpPr>
          <p:nvPr/>
        </p:nvSpPr>
        <p:spPr>
          <a:xfrm>
            <a:off x="5310200" y="625140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91" name="text_3090">
            <a:extLst>
              <a:ext uri="{FF2B5EF4-FFF2-40B4-BE49-F238E27FC236}">
                <a16:creationId xmlns:a16="http://schemas.microsoft.com/office/drawing/2014/main" id="{9E31E0FA-5A81-45EF-AD0C-928C6743D804}"/>
              </a:ext>
            </a:extLst>
          </p:cNvPr>
          <p:cNvSpPr>
            <a:spLocks noGrp="1"/>
          </p:cNvSpPr>
          <p:nvPr/>
        </p:nvSpPr>
        <p:spPr>
          <a:xfrm>
            <a:off x="5232880" y="632071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3092" name="01_find_only_3091">
            <a:extLst>
              <a:ext uri="{FF2B5EF4-FFF2-40B4-BE49-F238E27FC236}">
                <a16:creationId xmlns:a16="http://schemas.microsoft.com/office/drawing/2014/main" id="{0B641C91-C97F-4066-AA0C-DC79FD936E65}"/>
              </a:ext>
            </a:extLst>
          </p:cNvPr>
          <p:cNvSpPr>
            <a:spLocks noGrp="1"/>
          </p:cNvSpPr>
          <p:nvPr/>
        </p:nvSpPr>
        <p:spPr>
          <a:xfrm>
            <a:off x="5810200" y="625140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93" name="text_3092">
            <a:extLst>
              <a:ext uri="{FF2B5EF4-FFF2-40B4-BE49-F238E27FC236}">
                <a16:creationId xmlns:a16="http://schemas.microsoft.com/office/drawing/2014/main" id="{E462816B-5C83-4DCC-9137-85CEC3B0C355}"/>
              </a:ext>
            </a:extLst>
          </p:cNvPr>
          <p:cNvSpPr>
            <a:spLocks noGrp="1"/>
          </p:cNvSpPr>
          <p:nvPr/>
        </p:nvSpPr>
        <p:spPr>
          <a:xfrm>
            <a:off x="5732880" y="632071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200</a:t>
            </a:r>
          </a:p>
        </p:txBody>
      </p:sp>
      <p:sp>
        <p:nvSpPr>
          <p:cNvPr id="3094" name="01_find_only_3093">
            <a:extLst>
              <a:ext uri="{FF2B5EF4-FFF2-40B4-BE49-F238E27FC236}">
                <a16:creationId xmlns:a16="http://schemas.microsoft.com/office/drawing/2014/main" id="{804F383F-3036-480D-A982-CCD7E7C12A7E}"/>
              </a:ext>
            </a:extLst>
          </p:cNvPr>
          <p:cNvSpPr>
            <a:spLocks noGrp="1"/>
          </p:cNvSpPr>
          <p:nvPr/>
        </p:nvSpPr>
        <p:spPr>
          <a:xfrm>
            <a:off x="6310200" y="625140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95" name="text_3094">
            <a:extLst>
              <a:ext uri="{FF2B5EF4-FFF2-40B4-BE49-F238E27FC236}">
                <a16:creationId xmlns:a16="http://schemas.microsoft.com/office/drawing/2014/main" id="{468DD670-E837-4B30-8FE6-3D5ABE3E1DCD}"/>
              </a:ext>
            </a:extLst>
          </p:cNvPr>
          <p:cNvSpPr>
            <a:spLocks noGrp="1"/>
          </p:cNvSpPr>
          <p:nvPr/>
        </p:nvSpPr>
        <p:spPr>
          <a:xfrm>
            <a:off x="6232880" y="632071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300</a:t>
            </a:r>
          </a:p>
        </p:txBody>
      </p:sp>
      <p:sp>
        <p:nvSpPr>
          <p:cNvPr id="3096" name="text_3095">
            <a:extLst>
              <a:ext uri="{FF2B5EF4-FFF2-40B4-BE49-F238E27FC236}">
                <a16:creationId xmlns:a16="http://schemas.microsoft.com/office/drawing/2014/main" id="{6E82CA3C-1B5B-4D9B-88ED-6998D8A7141B}"/>
              </a:ext>
            </a:extLst>
          </p:cNvPr>
          <p:cNvSpPr>
            <a:spLocks noGrp="1"/>
          </p:cNvSpPr>
          <p:nvPr/>
        </p:nvSpPr>
        <p:spPr>
          <a:xfrm>
            <a:off x="4996410" y="6457278"/>
            <a:ext cx="1230281"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vl1pPr algn="l">
              <a:defRPr sz="750" b="0">
                <a:solidFill>
                  <a:srgbClr val="273744"/>
                </a:solidFill>
                <a:latin typeface="Arial"/>
                <a:ea typeface="Arial"/>
                <a:cs typeface="Arial"/>
              </a:defRPr>
            </a:lvl1pPr>
            <a:lvl2pPr algn="l">
              <a:defRPr sz="750" b="0">
                <a:solidFill>
                  <a:srgbClr val="273744"/>
                </a:solidFill>
                <a:latin typeface="Arial"/>
                <a:ea typeface="Arial"/>
                <a:cs typeface="Arial"/>
              </a:defRPr>
            </a:lvl2pPr>
            <a:lvl3pPr algn="l">
              <a:defRPr sz="750" b="0">
                <a:solidFill>
                  <a:srgbClr val="273744"/>
                </a:solidFill>
                <a:latin typeface="Arial"/>
                <a:ea typeface="Arial"/>
                <a:cs typeface="Arial"/>
              </a:defRPr>
            </a:lvl3pPr>
            <a:lvl4pPr algn="l">
              <a:defRPr sz="750" b="0">
                <a:solidFill>
                  <a:srgbClr val="273744"/>
                </a:solidFill>
                <a:latin typeface="Arial"/>
                <a:ea typeface="Arial"/>
                <a:cs typeface="Arial"/>
              </a:defRPr>
            </a:lvl4pPr>
            <a:lvl5pPr algn="l">
              <a:defRPr sz="750" b="0">
                <a:solidFill>
                  <a:srgbClr val="273744"/>
                </a:solidFill>
                <a:latin typeface="Arial"/>
                <a:ea typeface="Arial"/>
                <a:cs typeface="Arial"/>
              </a:defRPr>
            </a:lvl5pPr>
            <a:lvl6pPr algn="l">
              <a:defRPr sz="750" b="0">
                <a:solidFill>
                  <a:srgbClr val="273744"/>
                </a:solidFill>
                <a:latin typeface="Arial"/>
                <a:ea typeface="Arial"/>
                <a:cs typeface="Arial"/>
              </a:defRPr>
            </a:lvl6pPr>
            <a:lvl7pPr algn="l">
              <a:defRPr sz="750" b="0">
                <a:solidFill>
                  <a:srgbClr val="273744"/>
                </a:solidFill>
                <a:latin typeface="Arial"/>
                <a:ea typeface="Arial"/>
                <a:cs typeface="Arial"/>
              </a:defRPr>
            </a:lvl7pPr>
            <a:lvl8pPr algn="l">
              <a:defRPr sz="750" b="0">
                <a:solidFill>
                  <a:srgbClr val="273744"/>
                </a:solidFill>
                <a:latin typeface="Arial"/>
                <a:ea typeface="Arial"/>
                <a:cs typeface="Arial"/>
              </a:defRPr>
            </a:lvl8pPr>
            <a:lvl9pPr algn="l">
              <a:defRPr sz="750" b="0">
                <a:solidFill>
                  <a:srgbClr val="273744"/>
                </a:solidFill>
                <a:latin typeface="Arial"/>
                <a:ea typeface="Arial"/>
                <a:cs typeface="Arial"/>
              </a:defRPr>
            </a:lvl9pPr>
          </a:lstStyle>
          <a:p>
            <a:pPr algn="l">
              <a:defRPr sz="750" b="0">
                <a:solidFill>
                  <a:srgbClr val="273744"/>
                </a:solidFill>
                <a:latin typeface="Arial"/>
                <a:ea typeface="Arial"/>
                <a:cs typeface="Arial"/>
              </a:defRPr>
            </a:pPr>
            <a:r>
              <a:rPr sz="750" b="0">
                <a:solidFill>
                  <a:srgbClr val="273744"/>
                </a:solidFill>
                <a:latin typeface="Arial"/>
                <a:ea typeface="Arial"/>
                <a:cs typeface="Arial"/>
              </a:rPr>
              <a:t>Relative candidate count (%)</a:t>
            </a:r>
          </a:p>
        </p:txBody>
      </p:sp>
      <p:sp>
        <p:nvSpPr>
          <p:cNvPr id="3097" name="01_find_only_3096">
            <a:extLst>
              <a:ext uri="{FF2B5EF4-FFF2-40B4-BE49-F238E27FC236}">
                <a16:creationId xmlns:a16="http://schemas.microsoft.com/office/drawing/2014/main" id="{03176C42-24D0-4217-9629-61E617B47A14}"/>
              </a:ext>
            </a:extLst>
          </p:cNvPr>
          <p:cNvSpPr>
            <a:spLocks noGrp="1"/>
          </p:cNvSpPr>
          <p:nvPr/>
        </p:nvSpPr>
        <p:spPr>
          <a:xfrm>
            <a:off x="4795200" y="6187999"/>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3098" name="01_find_only_3097">
            <a:extLst>
              <a:ext uri="{FF2B5EF4-FFF2-40B4-BE49-F238E27FC236}">
                <a16:creationId xmlns:a16="http://schemas.microsoft.com/office/drawing/2014/main" id="{379466A9-99D5-4AE6-A2FC-45201339382B}"/>
              </a:ext>
            </a:extLst>
          </p:cNvPr>
          <p:cNvSpPr>
            <a:spLocks noGrp="1"/>
          </p:cNvSpPr>
          <p:nvPr/>
        </p:nvSpPr>
        <p:spPr>
          <a:xfrm>
            <a:off x="4757100" y="6187999"/>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099" name="text_3098">
            <a:extLst>
              <a:ext uri="{FF2B5EF4-FFF2-40B4-BE49-F238E27FC236}">
                <a16:creationId xmlns:a16="http://schemas.microsoft.com/office/drawing/2014/main" id="{796D2802-75BB-4FA9-980E-63688E9DDCAF}"/>
              </a:ext>
            </a:extLst>
          </p:cNvPr>
          <p:cNvSpPr>
            <a:spLocks noGrp="1"/>
          </p:cNvSpPr>
          <p:nvPr/>
        </p:nvSpPr>
        <p:spPr>
          <a:xfrm>
            <a:off x="4667453" y="6147938"/>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3100" name="01_find_only_3099">
            <a:extLst>
              <a:ext uri="{FF2B5EF4-FFF2-40B4-BE49-F238E27FC236}">
                <a16:creationId xmlns:a16="http://schemas.microsoft.com/office/drawing/2014/main" id="{20E64887-09AC-45DD-8DC2-6D8CE1ECD01D}"/>
              </a:ext>
            </a:extLst>
          </p:cNvPr>
          <p:cNvSpPr>
            <a:spLocks noGrp="1"/>
          </p:cNvSpPr>
          <p:nvPr/>
        </p:nvSpPr>
        <p:spPr>
          <a:xfrm>
            <a:off x="4795200" y="5553991"/>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3101" name="01_find_only_3100">
            <a:extLst>
              <a:ext uri="{FF2B5EF4-FFF2-40B4-BE49-F238E27FC236}">
                <a16:creationId xmlns:a16="http://schemas.microsoft.com/office/drawing/2014/main" id="{E50B1BCC-D4E3-41F9-86F3-7CFF0F825AC4}"/>
              </a:ext>
            </a:extLst>
          </p:cNvPr>
          <p:cNvSpPr>
            <a:spLocks noGrp="1"/>
          </p:cNvSpPr>
          <p:nvPr/>
        </p:nvSpPr>
        <p:spPr>
          <a:xfrm>
            <a:off x="4757100" y="5553991"/>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102" name="text_3101">
            <a:extLst>
              <a:ext uri="{FF2B5EF4-FFF2-40B4-BE49-F238E27FC236}">
                <a16:creationId xmlns:a16="http://schemas.microsoft.com/office/drawing/2014/main" id="{E8373FEE-786C-4081-A86F-157CCB72F808}"/>
              </a:ext>
            </a:extLst>
          </p:cNvPr>
          <p:cNvSpPr>
            <a:spLocks noGrp="1"/>
          </p:cNvSpPr>
          <p:nvPr/>
        </p:nvSpPr>
        <p:spPr>
          <a:xfrm>
            <a:off x="4615906" y="551393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3103" name="01_find_only_3102">
            <a:extLst>
              <a:ext uri="{FF2B5EF4-FFF2-40B4-BE49-F238E27FC236}">
                <a16:creationId xmlns:a16="http://schemas.microsoft.com/office/drawing/2014/main" id="{1CC6CA09-FE13-4DDB-8C52-2B29A7A41496}"/>
              </a:ext>
            </a:extLst>
          </p:cNvPr>
          <p:cNvSpPr>
            <a:spLocks noGrp="1"/>
          </p:cNvSpPr>
          <p:nvPr/>
        </p:nvSpPr>
        <p:spPr>
          <a:xfrm>
            <a:off x="4795200" y="4919983"/>
            <a:ext cx="1620000" cy="191"/>
          </a:xfrm>
          <a:custGeom>
            <a:avLst/>
            <a:gdLst/>
            <a:ahLst/>
            <a:cxnLst/>
            <a:rect l="0" t="0" r="0" b="0"/>
            <a:pathLst>
              <a:path w="1620000" h="191">
                <a:moveTo>
                  <a:pt x="0" y="0"/>
                </a:moveTo>
                <a:lnTo>
                  <a:pt x="1620000" y="0"/>
                </a:lnTo>
              </a:path>
            </a:pathLst>
          </a:custGeom>
          <a:noFill/>
          <a:ln w="6985">
            <a:solidFill>
              <a:srgbClr val="DEE5EA"/>
            </a:solidFill>
            <a:prstDash val="solid"/>
          </a:ln>
        </p:spPr>
      </p:sp>
      <p:sp>
        <p:nvSpPr>
          <p:cNvPr id="3104" name="01_find_only_3103">
            <a:extLst>
              <a:ext uri="{FF2B5EF4-FFF2-40B4-BE49-F238E27FC236}">
                <a16:creationId xmlns:a16="http://schemas.microsoft.com/office/drawing/2014/main" id="{D04D8A8F-1EF2-408F-B432-021B07E93FE4}"/>
              </a:ext>
            </a:extLst>
          </p:cNvPr>
          <p:cNvSpPr>
            <a:spLocks noGrp="1"/>
          </p:cNvSpPr>
          <p:nvPr/>
        </p:nvSpPr>
        <p:spPr>
          <a:xfrm>
            <a:off x="4757100" y="491998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105" name="text_3104">
            <a:extLst>
              <a:ext uri="{FF2B5EF4-FFF2-40B4-BE49-F238E27FC236}">
                <a16:creationId xmlns:a16="http://schemas.microsoft.com/office/drawing/2014/main" id="{70A6758A-3D5D-4C28-B8F4-B254C486C0D0}"/>
              </a:ext>
            </a:extLst>
          </p:cNvPr>
          <p:cNvSpPr>
            <a:spLocks noGrp="1"/>
          </p:cNvSpPr>
          <p:nvPr/>
        </p:nvSpPr>
        <p:spPr>
          <a:xfrm>
            <a:off x="4564360" y="4879922"/>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3106" name="01_find_only_3105">
            <a:extLst>
              <a:ext uri="{FF2B5EF4-FFF2-40B4-BE49-F238E27FC236}">
                <a16:creationId xmlns:a16="http://schemas.microsoft.com/office/drawing/2014/main" id="{623C4992-03B0-4233-A6D1-50F04ED7BD18}"/>
              </a:ext>
            </a:extLst>
          </p:cNvPr>
          <p:cNvSpPr>
            <a:spLocks noGrp="1"/>
          </p:cNvSpPr>
          <p:nvPr/>
        </p:nvSpPr>
        <p:spPr>
          <a:xfrm>
            <a:off x="5019390" y="6173800"/>
            <a:ext cx="28398" cy="28398"/>
          </a:xfrm>
          <a:prstGeom prst="ellipse">
            <a:avLst/>
          </a:prstGeom>
          <a:solidFill>
            <a:srgbClr val="7F8C97">
              <a:alpha val="48000"/>
            </a:srgbClr>
          </a:solidFill>
          <a:ln w="0">
            <a:noFill/>
            <a:prstDash val="solid"/>
          </a:ln>
        </p:spPr>
      </p:sp>
      <p:sp>
        <p:nvSpPr>
          <p:cNvPr id="3107" name="01_find_only_3106">
            <a:extLst>
              <a:ext uri="{FF2B5EF4-FFF2-40B4-BE49-F238E27FC236}">
                <a16:creationId xmlns:a16="http://schemas.microsoft.com/office/drawing/2014/main" id="{2904EA4F-3BB2-482B-A6A7-1B18DDBE5558}"/>
              </a:ext>
            </a:extLst>
          </p:cNvPr>
          <p:cNvSpPr>
            <a:spLocks noGrp="1"/>
          </p:cNvSpPr>
          <p:nvPr/>
        </p:nvSpPr>
        <p:spPr>
          <a:xfrm>
            <a:off x="5080434" y="5653588"/>
            <a:ext cx="28398" cy="28398"/>
          </a:xfrm>
          <a:prstGeom prst="ellipse">
            <a:avLst/>
          </a:prstGeom>
          <a:solidFill>
            <a:srgbClr val="7F8C97">
              <a:alpha val="48000"/>
            </a:srgbClr>
          </a:solidFill>
          <a:ln w="0">
            <a:noFill/>
            <a:prstDash val="solid"/>
          </a:ln>
        </p:spPr>
      </p:sp>
      <p:sp>
        <p:nvSpPr>
          <p:cNvPr id="3108" name="01_find_only_3107">
            <a:extLst>
              <a:ext uri="{FF2B5EF4-FFF2-40B4-BE49-F238E27FC236}">
                <a16:creationId xmlns:a16="http://schemas.microsoft.com/office/drawing/2014/main" id="{F5A72593-B739-466A-AF9E-566EABE2123C}"/>
              </a:ext>
            </a:extLst>
          </p:cNvPr>
          <p:cNvSpPr>
            <a:spLocks noGrp="1"/>
          </p:cNvSpPr>
          <p:nvPr/>
        </p:nvSpPr>
        <p:spPr>
          <a:xfrm>
            <a:off x="4999359" y="6173800"/>
            <a:ext cx="28398" cy="28398"/>
          </a:xfrm>
          <a:prstGeom prst="ellipse">
            <a:avLst/>
          </a:prstGeom>
          <a:solidFill>
            <a:srgbClr val="7F8C97">
              <a:alpha val="48000"/>
            </a:srgbClr>
          </a:solidFill>
          <a:ln w="0">
            <a:noFill/>
            <a:prstDash val="solid"/>
          </a:ln>
        </p:spPr>
      </p:sp>
      <p:sp>
        <p:nvSpPr>
          <p:cNvPr id="3109" name="01_find_only_3108">
            <a:extLst>
              <a:ext uri="{FF2B5EF4-FFF2-40B4-BE49-F238E27FC236}">
                <a16:creationId xmlns:a16="http://schemas.microsoft.com/office/drawing/2014/main" id="{50D6FBDD-3E51-4983-9208-40C2C7E282CF}"/>
              </a:ext>
            </a:extLst>
          </p:cNvPr>
          <p:cNvSpPr>
            <a:spLocks noGrp="1"/>
          </p:cNvSpPr>
          <p:nvPr/>
        </p:nvSpPr>
        <p:spPr>
          <a:xfrm>
            <a:off x="5072803" y="6173800"/>
            <a:ext cx="28398" cy="28398"/>
          </a:xfrm>
          <a:prstGeom prst="ellipse">
            <a:avLst/>
          </a:prstGeom>
          <a:solidFill>
            <a:srgbClr val="7F8C97">
              <a:alpha val="48000"/>
            </a:srgbClr>
          </a:solidFill>
          <a:ln w="0">
            <a:noFill/>
            <a:prstDash val="solid"/>
          </a:ln>
        </p:spPr>
      </p:sp>
      <p:sp>
        <p:nvSpPr>
          <p:cNvPr id="3110" name="01_find_only_3109">
            <a:extLst>
              <a:ext uri="{FF2B5EF4-FFF2-40B4-BE49-F238E27FC236}">
                <a16:creationId xmlns:a16="http://schemas.microsoft.com/office/drawing/2014/main" id="{E3ADA4AB-D60B-4901-A110-FD11B60B12F7}"/>
              </a:ext>
            </a:extLst>
          </p:cNvPr>
          <p:cNvSpPr>
            <a:spLocks noGrp="1"/>
          </p:cNvSpPr>
          <p:nvPr/>
        </p:nvSpPr>
        <p:spPr>
          <a:xfrm>
            <a:off x="5034937" y="6173800"/>
            <a:ext cx="28398" cy="28398"/>
          </a:xfrm>
          <a:prstGeom prst="ellipse">
            <a:avLst/>
          </a:prstGeom>
          <a:solidFill>
            <a:srgbClr val="7F8C97">
              <a:alpha val="48000"/>
            </a:srgbClr>
          </a:solidFill>
          <a:ln w="0">
            <a:noFill/>
            <a:prstDash val="solid"/>
          </a:ln>
        </p:spPr>
      </p:sp>
      <p:sp>
        <p:nvSpPr>
          <p:cNvPr id="3111" name="01_find_only_3110">
            <a:extLst>
              <a:ext uri="{FF2B5EF4-FFF2-40B4-BE49-F238E27FC236}">
                <a16:creationId xmlns:a16="http://schemas.microsoft.com/office/drawing/2014/main" id="{9D7E6AAC-0020-499E-B601-0DABB0200C4A}"/>
              </a:ext>
            </a:extLst>
          </p:cNvPr>
          <p:cNvSpPr>
            <a:spLocks noGrp="1"/>
          </p:cNvSpPr>
          <p:nvPr/>
        </p:nvSpPr>
        <p:spPr>
          <a:xfrm>
            <a:off x="5087206" y="5539792"/>
            <a:ext cx="28398" cy="28398"/>
          </a:xfrm>
          <a:prstGeom prst="ellipse">
            <a:avLst/>
          </a:prstGeom>
          <a:solidFill>
            <a:srgbClr val="7F8C97">
              <a:alpha val="48000"/>
            </a:srgbClr>
          </a:solidFill>
          <a:ln w="0">
            <a:noFill/>
            <a:prstDash val="solid"/>
          </a:ln>
        </p:spPr>
      </p:sp>
      <p:sp>
        <p:nvSpPr>
          <p:cNvPr id="3112" name="01_find_only_3111">
            <a:extLst>
              <a:ext uri="{FF2B5EF4-FFF2-40B4-BE49-F238E27FC236}">
                <a16:creationId xmlns:a16="http://schemas.microsoft.com/office/drawing/2014/main" id="{D5395E38-3B40-445E-BB10-AFF21D0AC89C}"/>
              </a:ext>
            </a:extLst>
          </p:cNvPr>
          <p:cNvSpPr>
            <a:spLocks noGrp="1"/>
          </p:cNvSpPr>
          <p:nvPr/>
        </p:nvSpPr>
        <p:spPr>
          <a:xfrm>
            <a:off x="5019294" y="6173800"/>
            <a:ext cx="28398" cy="28398"/>
          </a:xfrm>
          <a:prstGeom prst="ellipse">
            <a:avLst/>
          </a:prstGeom>
          <a:solidFill>
            <a:srgbClr val="7F8C97">
              <a:alpha val="48000"/>
            </a:srgbClr>
          </a:solidFill>
          <a:ln w="0">
            <a:noFill/>
            <a:prstDash val="solid"/>
          </a:ln>
        </p:spPr>
      </p:sp>
      <p:sp>
        <p:nvSpPr>
          <p:cNvPr id="3113" name="01_find_only_3112">
            <a:extLst>
              <a:ext uri="{FF2B5EF4-FFF2-40B4-BE49-F238E27FC236}">
                <a16:creationId xmlns:a16="http://schemas.microsoft.com/office/drawing/2014/main" id="{B7FAFBA5-45B2-49A9-B076-46D87F6012AD}"/>
              </a:ext>
            </a:extLst>
          </p:cNvPr>
          <p:cNvSpPr>
            <a:spLocks noGrp="1"/>
          </p:cNvSpPr>
          <p:nvPr/>
        </p:nvSpPr>
        <p:spPr>
          <a:xfrm>
            <a:off x="5065840" y="5630365"/>
            <a:ext cx="28398" cy="28398"/>
          </a:xfrm>
          <a:prstGeom prst="ellipse">
            <a:avLst/>
          </a:prstGeom>
          <a:solidFill>
            <a:srgbClr val="7F8C97">
              <a:alpha val="48000"/>
            </a:srgbClr>
          </a:solidFill>
          <a:ln w="0">
            <a:noFill/>
            <a:prstDash val="solid"/>
          </a:ln>
        </p:spPr>
      </p:sp>
      <p:sp>
        <p:nvSpPr>
          <p:cNvPr id="3114" name="01_find_only_3113">
            <a:extLst>
              <a:ext uri="{FF2B5EF4-FFF2-40B4-BE49-F238E27FC236}">
                <a16:creationId xmlns:a16="http://schemas.microsoft.com/office/drawing/2014/main" id="{311EF9E5-EEEC-4C68-A605-B7E4EFDA9976}"/>
              </a:ext>
            </a:extLst>
          </p:cNvPr>
          <p:cNvSpPr>
            <a:spLocks noGrp="1"/>
          </p:cNvSpPr>
          <p:nvPr/>
        </p:nvSpPr>
        <p:spPr>
          <a:xfrm>
            <a:off x="5002698" y="5597429"/>
            <a:ext cx="28398" cy="28398"/>
          </a:xfrm>
          <a:prstGeom prst="ellipse">
            <a:avLst/>
          </a:prstGeom>
          <a:solidFill>
            <a:srgbClr val="7F8C97">
              <a:alpha val="48000"/>
            </a:srgbClr>
          </a:solidFill>
          <a:ln w="0">
            <a:noFill/>
            <a:prstDash val="solid"/>
          </a:ln>
        </p:spPr>
      </p:sp>
      <p:sp>
        <p:nvSpPr>
          <p:cNvPr id="3115" name="01_find_only_3114">
            <a:extLst>
              <a:ext uri="{FF2B5EF4-FFF2-40B4-BE49-F238E27FC236}">
                <a16:creationId xmlns:a16="http://schemas.microsoft.com/office/drawing/2014/main" id="{F0B0618F-8B26-464A-938A-5142CFD56B05}"/>
              </a:ext>
            </a:extLst>
          </p:cNvPr>
          <p:cNvSpPr>
            <a:spLocks noGrp="1"/>
          </p:cNvSpPr>
          <p:nvPr/>
        </p:nvSpPr>
        <p:spPr>
          <a:xfrm>
            <a:off x="5023014" y="6173800"/>
            <a:ext cx="28398" cy="28398"/>
          </a:xfrm>
          <a:prstGeom prst="ellipse">
            <a:avLst/>
          </a:prstGeom>
          <a:solidFill>
            <a:srgbClr val="7F8C97">
              <a:alpha val="48000"/>
            </a:srgbClr>
          </a:solidFill>
          <a:ln w="0">
            <a:noFill/>
            <a:prstDash val="solid"/>
          </a:ln>
        </p:spPr>
      </p:sp>
      <p:sp>
        <p:nvSpPr>
          <p:cNvPr id="3116" name="01_find_only_3115">
            <a:extLst>
              <a:ext uri="{FF2B5EF4-FFF2-40B4-BE49-F238E27FC236}">
                <a16:creationId xmlns:a16="http://schemas.microsoft.com/office/drawing/2014/main" id="{E752508C-9810-4187-AB7B-F54DE052F525}"/>
              </a:ext>
            </a:extLst>
          </p:cNvPr>
          <p:cNvSpPr>
            <a:spLocks noGrp="1"/>
          </p:cNvSpPr>
          <p:nvPr/>
        </p:nvSpPr>
        <p:spPr>
          <a:xfrm>
            <a:off x="5002507" y="6173800"/>
            <a:ext cx="28398" cy="28398"/>
          </a:xfrm>
          <a:prstGeom prst="ellipse">
            <a:avLst/>
          </a:prstGeom>
          <a:solidFill>
            <a:srgbClr val="7F8C97">
              <a:alpha val="48000"/>
            </a:srgbClr>
          </a:solidFill>
          <a:ln w="0">
            <a:noFill/>
            <a:prstDash val="solid"/>
          </a:ln>
        </p:spPr>
      </p:sp>
      <p:sp>
        <p:nvSpPr>
          <p:cNvPr id="3117" name="01_find_only_3116">
            <a:extLst>
              <a:ext uri="{FF2B5EF4-FFF2-40B4-BE49-F238E27FC236}">
                <a16:creationId xmlns:a16="http://schemas.microsoft.com/office/drawing/2014/main" id="{DC49CC06-0971-4DCA-A2B3-C1B7B67539C0}"/>
              </a:ext>
            </a:extLst>
          </p:cNvPr>
          <p:cNvSpPr>
            <a:spLocks noGrp="1"/>
          </p:cNvSpPr>
          <p:nvPr/>
        </p:nvSpPr>
        <p:spPr>
          <a:xfrm>
            <a:off x="5056398" y="6173800"/>
            <a:ext cx="28398" cy="28398"/>
          </a:xfrm>
          <a:prstGeom prst="ellipse">
            <a:avLst/>
          </a:prstGeom>
          <a:solidFill>
            <a:srgbClr val="7F8C97">
              <a:alpha val="48000"/>
            </a:srgbClr>
          </a:solidFill>
          <a:ln w="0">
            <a:noFill/>
            <a:prstDash val="solid"/>
          </a:ln>
        </p:spPr>
      </p:sp>
      <p:sp>
        <p:nvSpPr>
          <p:cNvPr id="3118" name="01_find_only_3117">
            <a:extLst>
              <a:ext uri="{FF2B5EF4-FFF2-40B4-BE49-F238E27FC236}">
                <a16:creationId xmlns:a16="http://schemas.microsoft.com/office/drawing/2014/main" id="{F6AFA1C5-0775-4BCF-A871-1B584897A5C5}"/>
              </a:ext>
            </a:extLst>
          </p:cNvPr>
          <p:cNvSpPr>
            <a:spLocks noGrp="1"/>
          </p:cNvSpPr>
          <p:nvPr/>
        </p:nvSpPr>
        <p:spPr>
          <a:xfrm>
            <a:off x="5015383" y="6173800"/>
            <a:ext cx="28398" cy="28398"/>
          </a:xfrm>
          <a:prstGeom prst="ellipse">
            <a:avLst/>
          </a:prstGeom>
          <a:solidFill>
            <a:srgbClr val="7F8C97">
              <a:alpha val="48000"/>
            </a:srgbClr>
          </a:solidFill>
          <a:ln w="0">
            <a:noFill/>
            <a:prstDash val="solid"/>
          </a:ln>
        </p:spPr>
      </p:sp>
      <p:sp>
        <p:nvSpPr>
          <p:cNvPr id="3119" name="01_find_only_3118">
            <a:extLst>
              <a:ext uri="{FF2B5EF4-FFF2-40B4-BE49-F238E27FC236}">
                <a16:creationId xmlns:a16="http://schemas.microsoft.com/office/drawing/2014/main" id="{8BF7C4D7-C80D-40FE-87A4-09C280DBABE4}"/>
              </a:ext>
            </a:extLst>
          </p:cNvPr>
          <p:cNvSpPr>
            <a:spLocks noGrp="1"/>
          </p:cNvSpPr>
          <p:nvPr/>
        </p:nvSpPr>
        <p:spPr>
          <a:xfrm>
            <a:off x="5043998" y="6173800"/>
            <a:ext cx="28398" cy="28398"/>
          </a:xfrm>
          <a:prstGeom prst="ellipse">
            <a:avLst/>
          </a:prstGeom>
          <a:solidFill>
            <a:srgbClr val="7F8C97">
              <a:alpha val="48000"/>
            </a:srgbClr>
          </a:solidFill>
          <a:ln w="0">
            <a:noFill/>
            <a:prstDash val="solid"/>
          </a:ln>
        </p:spPr>
      </p:sp>
      <p:sp>
        <p:nvSpPr>
          <p:cNvPr id="3120" name="01_find_only_3119">
            <a:extLst>
              <a:ext uri="{FF2B5EF4-FFF2-40B4-BE49-F238E27FC236}">
                <a16:creationId xmlns:a16="http://schemas.microsoft.com/office/drawing/2014/main" id="{3B1B36A5-D23D-4FD3-9A5A-F61F702DD5D6}"/>
              </a:ext>
            </a:extLst>
          </p:cNvPr>
          <p:cNvSpPr>
            <a:spLocks noGrp="1"/>
          </p:cNvSpPr>
          <p:nvPr/>
        </p:nvSpPr>
        <p:spPr>
          <a:xfrm>
            <a:off x="5033888" y="6173800"/>
            <a:ext cx="28398" cy="28398"/>
          </a:xfrm>
          <a:prstGeom prst="ellipse">
            <a:avLst/>
          </a:prstGeom>
          <a:solidFill>
            <a:srgbClr val="7F8C97">
              <a:alpha val="48000"/>
            </a:srgbClr>
          </a:solidFill>
          <a:ln w="0">
            <a:noFill/>
            <a:prstDash val="solid"/>
          </a:ln>
        </p:spPr>
      </p:sp>
      <p:sp>
        <p:nvSpPr>
          <p:cNvPr id="3121" name="01_find_only_3120">
            <a:extLst>
              <a:ext uri="{FF2B5EF4-FFF2-40B4-BE49-F238E27FC236}">
                <a16:creationId xmlns:a16="http://schemas.microsoft.com/office/drawing/2014/main" id="{E85975E2-E516-409F-81EB-F3AB24E6B663}"/>
              </a:ext>
            </a:extLst>
          </p:cNvPr>
          <p:cNvSpPr>
            <a:spLocks noGrp="1"/>
          </p:cNvSpPr>
          <p:nvPr/>
        </p:nvSpPr>
        <p:spPr>
          <a:xfrm>
            <a:off x="5024445" y="6151157"/>
            <a:ext cx="28398" cy="28398"/>
          </a:xfrm>
          <a:prstGeom prst="ellipse">
            <a:avLst/>
          </a:prstGeom>
          <a:solidFill>
            <a:srgbClr val="7F8C97">
              <a:alpha val="48000"/>
            </a:srgbClr>
          </a:solidFill>
          <a:ln w="0">
            <a:noFill/>
            <a:prstDash val="solid"/>
          </a:ln>
        </p:spPr>
      </p:sp>
      <p:sp>
        <p:nvSpPr>
          <p:cNvPr id="3122" name="01_find_only_3121">
            <a:extLst>
              <a:ext uri="{FF2B5EF4-FFF2-40B4-BE49-F238E27FC236}">
                <a16:creationId xmlns:a16="http://schemas.microsoft.com/office/drawing/2014/main" id="{33442844-D358-4957-B445-5AD9626CF3CB}"/>
              </a:ext>
            </a:extLst>
          </p:cNvPr>
          <p:cNvSpPr>
            <a:spLocks noGrp="1"/>
          </p:cNvSpPr>
          <p:nvPr/>
        </p:nvSpPr>
        <p:spPr>
          <a:xfrm>
            <a:off x="5002221" y="5539792"/>
            <a:ext cx="28398" cy="28398"/>
          </a:xfrm>
          <a:prstGeom prst="ellipse">
            <a:avLst/>
          </a:prstGeom>
          <a:solidFill>
            <a:srgbClr val="7F8C97">
              <a:alpha val="48000"/>
            </a:srgbClr>
          </a:solidFill>
          <a:ln w="0">
            <a:noFill/>
            <a:prstDash val="solid"/>
          </a:ln>
        </p:spPr>
      </p:sp>
      <p:sp>
        <p:nvSpPr>
          <p:cNvPr id="3123" name="01_find_only_3122">
            <a:extLst>
              <a:ext uri="{FF2B5EF4-FFF2-40B4-BE49-F238E27FC236}">
                <a16:creationId xmlns:a16="http://schemas.microsoft.com/office/drawing/2014/main" id="{F68792CE-1782-499E-88C8-58E1FA7B5CDF}"/>
              </a:ext>
            </a:extLst>
          </p:cNvPr>
          <p:cNvSpPr>
            <a:spLocks noGrp="1"/>
          </p:cNvSpPr>
          <p:nvPr/>
        </p:nvSpPr>
        <p:spPr>
          <a:xfrm>
            <a:off x="5087873" y="6173800"/>
            <a:ext cx="28398" cy="28398"/>
          </a:xfrm>
          <a:prstGeom prst="ellipse">
            <a:avLst/>
          </a:prstGeom>
          <a:solidFill>
            <a:srgbClr val="7F8C97">
              <a:alpha val="48000"/>
            </a:srgbClr>
          </a:solidFill>
          <a:ln w="0">
            <a:noFill/>
            <a:prstDash val="solid"/>
          </a:ln>
        </p:spPr>
      </p:sp>
      <p:sp>
        <p:nvSpPr>
          <p:cNvPr id="3124" name="01_find_only_3123">
            <a:extLst>
              <a:ext uri="{FF2B5EF4-FFF2-40B4-BE49-F238E27FC236}">
                <a16:creationId xmlns:a16="http://schemas.microsoft.com/office/drawing/2014/main" id="{C232F8A9-E7B0-4E5F-AB0B-AA715A501D19}"/>
              </a:ext>
            </a:extLst>
          </p:cNvPr>
          <p:cNvSpPr>
            <a:spLocks noGrp="1"/>
          </p:cNvSpPr>
          <p:nvPr/>
        </p:nvSpPr>
        <p:spPr>
          <a:xfrm>
            <a:off x="5003556" y="6173800"/>
            <a:ext cx="28398" cy="28398"/>
          </a:xfrm>
          <a:prstGeom prst="ellipse">
            <a:avLst/>
          </a:prstGeom>
          <a:solidFill>
            <a:srgbClr val="7F8C97">
              <a:alpha val="48000"/>
            </a:srgbClr>
          </a:solidFill>
          <a:ln w="0">
            <a:noFill/>
            <a:prstDash val="solid"/>
          </a:ln>
        </p:spPr>
      </p:sp>
      <p:sp>
        <p:nvSpPr>
          <p:cNvPr id="3125" name="01_find_only_3124">
            <a:extLst>
              <a:ext uri="{FF2B5EF4-FFF2-40B4-BE49-F238E27FC236}">
                <a16:creationId xmlns:a16="http://schemas.microsoft.com/office/drawing/2014/main" id="{42040AD0-818A-4362-8BF4-E99842B44386}"/>
              </a:ext>
            </a:extLst>
          </p:cNvPr>
          <p:cNvSpPr>
            <a:spLocks noGrp="1"/>
          </p:cNvSpPr>
          <p:nvPr/>
        </p:nvSpPr>
        <p:spPr>
          <a:xfrm>
            <a:off x="5080815" y="6173800"/>
            <a:ext cx="28398" cy="28398"/>
          </a:xfrm>
          <a:prstGeom prst="ellipse">
            <a:avLst/>
          </a:prstGeom>
          <a:solidFill>
            <a:srgbClr val="7F8C97">
              <a:alpha val="48000"/>
            </a:srgbClr>
          </a:solidFill>
          <a:ln w="0">
            <a:noFill/>
            <a:prstDash val="solid"/>
          </a:ln>
        </p:spPr>
      </p:sp>
      <p:sp>
        <p:nvSpPr>
          <p:cNvPr id="3126" name="01_find_only_3125">
            <a:extLst>
              <a:ext uri="{FF2B5EF4-FFF2-40B4-BE49-F238E27FC236}">
                <a16:creationId xmlns:a16="http://schemas.microsoft.com/office/drawing/2014/main" id="{B07AC510-1EA4-4B18-8799-362DC6AA5C03}"/>
              </a:ext>
            </a:extLst>
          </p:cNvPr>
          <p:cNvSpPr>
            <a:spLocks noGrp="1"/>
          </p:cNvSpPr>
          <p:nvPr/>
        </p:nvSpPr>
        <p:spPr>
          <a:xfrm>
            <a:off x="5035318" y="6173800"/>
            <a:ext cx="28398" cy="28398"/>
          </a:xfrm>
          <a:prstGeom prst="ellipse">
            <a:avLst/>
          </a:prstGeom>
          <a:solidFill>
            <a:srgbClr val="7F8C97">
              <a:alpha val="48000"/>
            </a:srgbClr>
          </a:solidFill>
          <a:ln w="0">
            <a:noFill/>
            <a:prstDash val="solid"/>
          </a:ln>
        </p:spPr>
      </p:sp>
      <p:sp>
        <p:nvSpPr>
          <p:cNvPr id="3127" name="01_find_only_3126">
            <a:extLst>
              <a:ext uri="{FF2B5EF4-FFF2-40B4-BE49-F238E27FC236}">
                <a16:creationId xmlns:a16="http://schemas.microsoft.com/office/drawing/2014/main" id="{881FD039-D222-46FB-878A-AA4072BA31D5}"/>
              </a:ext>
            </a:extLst>
          </p:cNvPr>
          <p:cNvSpPr>
            <a:spLocks noGrp="1"/>
          </p:cNvSpPr>
          <p:nvPr/>
        </p:nvSpPr>
        <p:spPr>
          <a:xfrm>
            <a:off x="5091784" y="5539792"/>
            <a:ext cx="28398" cy="28398"/>
          </a:xfrm>
          <a:prstGeom prst="ellipse">
            <a:avLst/>
          </a:prstGeom>
          <a:solidFill>
            <a:srgbClr val="7F8C97">
              <a:alpha val="48000"/>
            </a:srgbClr>
          </a:solidFill>
          <a:ln w="0">
            <a:noFill/>
            <a:prstDash val="solid"/>
          </a:ln>
        </p:spPr>
      </p:sp>
      <p:sp>
        <p:nvSpPr>
          <p:cNvPr id="3128" name="01_find_only_3127">
            <a:extLst>
              <a:ext uri="{FF2B5EF4-FFF2-40B4-BE49-F238E27FC236}">
                <a16:creationId xmlns:a16="http://schemas.microsoft.com/office/drawing/2014/main" id="{ECF7D76C-D177-474E-AB96-08ECE192CB02}"/>
              </a:ext>
            </a:extLst>
          </p:cNvPr>
          <p:cNvSpPr>
            <a:spLocks noGrp="1"/>
          </p:cNvSpPr>
          <p:nvPr/>
        </p:nvSpPr>
        <p:spPr>
          <a:xfrm>
            <a:off x="5061930" y="5751128"/>
            <a:ext cx="28398" cy="28398"/>
          </a:xfrm>
          <a:prstGeom prst="ellipse">
            <a:avLst/>
          </a:prstGeom>
          <a:solidFill>
            <a:srgbClr val="7F8C97">
              <a:alpha val="48000"/>
            </a:srgbClr>
          </a:solidFill>
          <a:ln w="0">
            <a:noFill/>
            <a:prstDash val="solid"/>
          </a:ln>
        </p:spPr>
      </p:sp>
      <p:sp>
        <p:nvSpPr>
          <p:cNvPr id="3129" name="01_find_only_3128">
            <a:extLst>
              <a:ext uri="{FF2B5EF4-FFF2-40B4-BE49-F238E27FC236}">
                <a16:creationId xmlns:a16="http://schemas.microsoft.com/office/drawing/2014/main" id="{AD4C5854-B05B-43C7-A104-A72E1C9EBBF7}"/>
              </a:ext>
            </a:extLst>
          </p:cNvPr>
          <p:cNvSpPr>
            <a:spLocks noGrp="1"/>
          </p:cNvSpPr>
          <p:nvPr/>
        </p:nvSpPr>
        <p:spPr>
          <a:xfrm>
            <a:off x="5068416" y="6173800"/>
            <a:ext cx="28398" cy="28398"/>
          </a:xfrm>
          <a:prstGeom prst="ellipse">
            <a:avLst/>
          </a:prstGeom>
          <a:solidFill>
            <a:srgbClr val="7F8C97">
              <a:alpha val="48000"/>
            </a:srgbClr>
          </a:solidFill>
          <a:ln w="0">
            <a:noFill/>
            <a:prstDash val="solid"/>
          </a:ln>
        </p:spPr>
      </p:sp>
      <p:sp>
        <p:nvSpPr>
          <p:cNvPr id="3130" name="01_find_only_3129">
            <a:extLst>
              <a:ext uri="{FF2B5EF4-FFF2-40B4-BE49-F238E27FC236}">
                <a16:creationId xmlns:a16="http://schemas.microsoft.com/office/drawing/2014/main" id="{8D968DEC-2081-4344-934E-43552E8C0E5A}"/>
              </a:ext>
            </a:extLst>
          </p:cNvPr>
          <p:cNvSpPr>
            <a:spLocks noGrp="1"/>
          </p:cNvSpPr>
          <p:nvPr/>
        </p:nvSpPr>
        <p:spPr>
          <a:xfrm>
            <a:off x="5026543" y="5821573"/>
            <a:ext cx="28398" cy="28398"/>
          </a:xfrm>
          <a:prstGeom prst="ellipse">
            <a:avLst/>
          </a:prstGeom>
          <a:solidFill>
            <a:srgbClr val="7F8C97">
              <a:alpha val="48000"/>
            </a:srgbClr>
          </a:solidFill>
          <a:ln w="0">
            <a:noFill/>
            <a:prstDash val="solid"/>
          </a:ln>
        </p:spPr>
      </p:sp>
      <p:sp>
        <p:nvSpPr>
          <p:cNvPr id="3131" name="01_find_only_3130">
            <a:extLst>
              <a:ext uri="{FF2B5EF4-FFF2-40B4-BE49-F238E27FC236}">
                <a16:creationId xmlns:a16="http://schemas.microsoft.com/office/drawing/2014/main" id="{A461E21F-0B26-4B03-878A-F1127ACFFCFD}"/>
              </a:ext>
            </a:extLst>
          </p:cNvPr>
          <p:cNvSpPr>
            <a:spLocks noGrp="1"/>
          </p:cNvSpPr>
          <p:nvPr/>
        </p:nvSpPr>
        <p:spPr>
          <a:xfrm>
            <a:off x="5086443" y="5751128"/>
            <a:ext cx="28398" cy="28398"/>
          </a:xfrm>
          <a:prstGeom prst="ellipse">
            <a:avLst/>
          </a:prstGeom>
          <a:solidFill>
            <a:srgbClr val="7F8C97">
              <a:alpha val="48000"/>
            </a:srgbClr>
          </a:solidFill>
          <a:ln w="0">
            <a:noFill/>
            <a:prstDash val="solid"/>
          </a:ln>
        </p:spPr>
      </p:sp>
      <p:sp>
        <p:nvSpPr>
          <p:cNvPr id="3132" name="01_find_only_3131">
            <a:extLst>
              <a:ext uri="{FF2B5EF4-FFF2-40B4-BE49-F238E27FC236}">
                <a16:creationId xmlns:a16="http://schemas.microsoft.com/office/drawing/2014/main" id="{0D4EE349-1099-4102-B8C3-D59B96C88AD9}"/>
              </a:ext>
            </a:extLst>
          </p:cNvPr>
          <p:cNvSpPr>
            <a:spLocks noGrp="1"/>
          </p:cNvSpPr>
          <p:nvPr/>
        </p:nvSpPr>
        <p:spPr>
          <a:xfrm>
            <a:off x="5068606" y="5712703"/>
            <a:ext cx="28398" cy="28398"/>
          </a:xfrm>
          <a:prstGeom prst="ellipse">
            <a:avLst/>
          </a:prstGeom>
          <a:solidFill>
            <a:srgbClr val="7F8C97">
              <a:alpha val="48000"/>
            </a:srgbClr>
          </a:solidFill>
          <a:ln w="0">
            <a:noFill/>
            <a:prstDash val="solid"/>
          </a:ln>
        </p:spPr>
      </p:sp>
      <p:sp>
        <p:nvSpPr>
          <p:cNvPr id="3133" name="01_find_only_3132">
            <a:extLst>
              <a:ext uri="{FF2B5EF4-FFF2-40B4-BE49-F238E27FC236}">
                <a16:creationId xmlns:a16="http://schemas.microsoft.com/office/drawing/2014/main" id="{C73687BE-88A5-428A-8BCF-925C6A10170C}"/>
              </a:ext>
            </a:extLst>
          </p:cNvPr>
          <p:cNvSpPr>
            <a:spLocks noGrp="1"/>
          </p:cNvSpPr>
          <p:nvPr/>
        </p:nvSpPr>
        <p:spPr>
          <a:xfrm>
            <a:off x="5014144" y="6173800"/>
            <a:ext cx="28398" cy="28398"/>
          </a:xfrm>
          <a:prstGeom prst="ellipse">
            <a:avLst/>
          </a:prstGeom>
          <a:solidFill>
            <a:srgbClr val="7F8C97">
              <a:alpha val="48000"/>
            </a:srgbClr>
          </a:solidFill>
          <a:ln w="0">
            <a:noFill/>
            <a:prstDash val="solid"/>
          </a:ln>
        </p:spPr>
      </p:sp>
      <p:sp>
        <p:nvSpPr>
          <p:cNvPr id="3134" name="01_find_only_3133">
            <a:extLst>
              <a:ext uri="{FF2B5EF4-FFF2-40B4-BE49-F238E27FC236}">
                <a16:creationId xmlns:a16="http://schemas.microsoft.com/office/drawing/2014/main" id="{395625D9-2C11-4C76-A367-40E940C3C2C2}"/>
              </a:ext>
            </a:extLst>
          </p:cNvPr>
          <p:cNvSpPr>
            <a:spLocks noGrp="1"/>
          </p:cNvSpPr>
          <p:nvPr/>
        </p:nvSpPr>
        <p:spPr>
          <a:xfrm>
            <a:off x="5066985" y="5920197"/>
            <a:ext cx="28398" cy="28398"/>
          </a:xfrm>
          <a:prstGeom prst="ellipse">
            <a:avLst/>
          </a:prstGeom>
          <a:solidFill>
            <a:srgbClr val="7F8C97">
              <a:alpha val="48000"/>
            </a:srgbClr>
          </a:solidFill>
          <a:ln w="0">
            <a:noFill/>
            <a:prstDash val="solid"/>
          </a:ln>
        </p:spPr>
      </p:sp>
      <p:sp>
        <p:nvSpPr>
          <p:cNvPr id="3135" name="01_find_only_3134">
            <a:extLst>
              <a:ext uri="{FF2B5EF4-FFF2-40B4-BE49-F238E27FC236}">
                <a16:creationId xmlns:a16="http://schemas.microsoft.com/office/drawing/2014/main" id="{9591194C-450A-4041-A57F-42CC718E322D}"/>
              </a:ext>
            </a:extLst>
          </p:cNvPr>
          <p:cNvSpPr>
            <a:spLocks noGrp="1"/>
          </p:cNvSpPr>
          <p:nvPr/>
        </p:nvSpPr>
        <p:spPr>
          <a:xfrm>
            <a:off x="5019008" y="6173800"/>
            <a:ext cx="28398" cy="28398"/>
          </a:xfrm>
          <a:prstGeom prst="ellipse">
            <a:avLst/>
          </a:prstGeom>
          <a:solidFill>
            <a:srgbClr val="7F8C97">
              <a:alpha val="48000"/>
            </a:srgbClr>
          </a:solidFill>
          <a:ln w="0">
            <a:noFill/>
            <a:prstDash val="solid"/>
          </a:ln>
        </p:spPr>
      </p:sp>
      <p:sp>
        <p:nvSpPr>
          <p:cNvPr id="3136" name="01_find_only_3135">
            <a:extLst>
              <a:ext uri="{FF2B5EF4-FFF2-40B4-BE49-F238E27FC236}">
                <a16:creationId xmlns:a16="http://schemas.microsoft.com/office/drawing/2014/main" id="{56476C56-3887-4FDA-B348-950AB935EEE6}"/>
              </a:ext>
            </a:extLst>
          </p:cNvPr>
          <p:cNvSpPr>
            <a:spLocks noGrp="1"/>
          </p:cNvSpPr>
          <p:nvPr/>
        </p:nvSpPr>
        <p:spPr>
          <a:xfrm>
            <a:off x="5026448" y="5751128"/>
            <a:ext cx="28398" cy="28398"/>
          </a:xfrm>
          <a:prstGeom prst="ellipse">
            <a:avLst/>
          </a:prstGeom>
          <a:solidFill>
            <a:srgbClr val="7F8C97">
              <a:alpha val="48000"/>
            </a:srgbClr>
          </a:solidFill>
          <a:ln w="0">
            <a:noFill/>
            <a:prstDash val="solid"/>
          </a:ln>
        </p:spPr>
      </p:sp>
      <p:sp>
        <p:nvSpPr>
          <p:cNvPr id="3137" name="01_find_only_3136">
            <a:extLst>
              <a:ext uri="{FF2B5EF4-FFF2-40B4-BE49-F238E27FC236}">
                <a16:creationId xmlns:a16="http://schemas.microsoft.com/office/drawing/2014/main" id="{598A512F-FF0C-4808-80C7-A003C85E74D3}"/>
              </a:ext>
            </a:extLst>
          </p:cNvPr>
          <p:cNvSpPr>
            <a:spLocks noGrp="1"/>
          </p:cNvSpPr>
          <p:nvPr/>
        </p:nvSpPr>
        <p:spPr>
          <a:xfrm>
            <a:off x="5085680" y="6173800"/>
            <a:ext cx="28398" cy="28398"/>
          </a:xfrm>
          <a:prstGeom prst="ellipse">
            <a:avLst/>
          </a:prstGeom>
          <a:solidFill>
            <a:srgbClr val="7F8C97">
              <a:alpha val="48000"/>
            </a:srgbClr>
          </a:solidFill>
          <a:ln w="0">
            <a:noFill/>
            <a:prstDash val="solid"/>
          </a:ln>
        </p:spPr>
      </p:sp>
      <p:sp>
        <p:nvSpPr>
          <p:cNvPr id="3138" name="01_find_only_3137">
            <a:extLst>
              <a:ext uri="{FF2B5EF4-FFF2-40B4-BE49-F238E27FC236}">
                <a16:creationId xmlns:a16="http://schemas.microsoft.com/office/drawing/2014/main" id="{3179D142-9126-4964-8F6F-BD58D2233B5C}"/>
              </a:ext>
            </a:extLst>
          </p:cNvPr>
          <p:cNvSpPr>
            <a:spLocks noGrp="1"/>
          </p:cNvSpPr>
          <p:nvPr/>
        </p:nvSpPr>
        <p:spPr>
          <a:xfrm>
            <a:off x="5027974" y="5539792"/>
            <a:ext cx="28398" cy="28398"/>
          </a:xfrm>
          <a:prstGeom prst="ellipse">
            <a:avLst/>
          </a:prstGeom>
          <a:solidFill>
            <a:srgbClr val="7F8C97">
              <a:alpha val="48000"/>
            </a:srgbClr>
          </a:solidFill>
          <a:ln w="0">
            <a:noFill/>
            <a:prstDash val="solid"/>
          </a:ln>
        </p:spPr>
      </p:sp>
      <p:sp>
        <p:nvSpPr>
          <p:cNvPr id="3139" name="01_find_only_3138">
            <a:extLst>
              <a:ext uri="{FF2B5EF4-FFF2-40B4-BE49-F238E27FC236}">
                <a16:creationId xmlns:a16="http://schemas.microsoft.com/office/drawing/2014/main" id="{41B68D62-D2B4-45A7-90A5-CE57F7F3DD02}"/>
              </a:ext>
            </a:extLst>
          </p:cNvPr>
          <p:cNvSpPr>
            <a:spLocks noGrp="1"/>
          </p:cNvSpPr>
          <p:nvPr/>
        </p:nvSpPr>
        <p:spPr>
          <a:xfrm>
            <a:off x="5080338" y="6173800"/>
            <a:ext cx="28398" cy="28398"/>
          </a:xfrm>
          <a:prstGeom prst="ellipse">
            <a:avLst/>
          </a:prstGeom>
          <a:solidFill>
            <a:srgbClr val="7F8C97">
              <a:alpha val="48000"/>
            </a:srgbClr>
          </a:solidFill>
          <a:ln w="0">
            <a:noFill/>
            <a:prstDash val="solid"/>
          </a:ln>
        </p:spPr>
      </p:sp>
      <p:sp>
        <p:nvSpPr>
          <p:cNvPr id="3140" name="01_find_only_3139">
            <a:extLst>
              <a:ext uri="{FF2B5EF4-FFF2-40B4-BE49-F238E27FC236}">
                <a16:creationId xmlns:a16="http://schemas.microsoft.com/office/drawing/2014/main" id="{38ECB4CB-D0A2-43B7-A894-7B394B512F69}"/>
              </a:ext>
            </a:extLst>
          </p:cNvPr>
          <p:cNvSpPr>
            <a:spLocks noGrp="1"/>
          </p:cNvSpPr>
          <p:nvPr/>
        </p:nvSpPr>
        <p:spPr>
          <a:xfrm>
            <a:off x="5081101" y="5539792"/>
            <a:ext cx="28398" cy="28398"/>
          </a:xfrm>
          <a:prstGeom prst="ellipse">
            <a:avLst/>
          </a:prstGeom>
          <a:solidFill>
            <a:srgbClr val="7F8C97">
              <a:alpha val="48000"/>
            </a:srgbClr>
          </a:solidFill>
          <a:ln w="0">
            <a:noFill/>
            <a:prstDash val="solid"/>
          </a:ln>
        </p:spPr>
      </p:sp>
      <p:sp>
        <p:nvSpPr>
          <p:cNvPr id="3141" name="01_find_only_3140">
            <a:extLst>
              <a:ext uri="{FF2B5EF4-FFF2-40B4-BE49-F238E27FC236}">
                <a16:creationId xmlns:a16="http://schemas.microsoft.com/office/drawing/2014/main" id="{87F841A8-8A5C-42EC-92A7-945F11AB3A91}"/>
              </a:ext>
            </a:extLst>
          </p:cNvPr>
          <p:cNvSpPr>
            <a:spLocks noGrp="1"/>
          </p:cNvSpPr>
          <p:nvPr/>
        </p:nvSpPr>
        <p:spPr>
          <a:xfrm>
            <a:off x="5083581" y="6173800"/>
            <a:ext cx="28398" cy="28398"/>
          </a:xfrm>
          <a:prstGeom prst="ellipse">
            <a:avLst/>
          </a:prstGeom>
          <a:solidFill>
            <a:srgbClr val="7F8C97">
              <a:alpha val="48000"/>
            </a:srgbClr>
          </a:solidFill>
          <a:ln w="0">
            <a:noFill/>
            <a:prstDash val="solid"/>
          </a:ln>
        </p:spPr>
      </p:sp>
      <p:sp>
        <p:nvSpPr>
          <p:cNvPr id="3142" name="01_find_only_3141">
            <a:extLst>
              <a:ext uri="{FF2B5EF4-FFF2-40B4-BE49-F238E27FC236}">
                <a16:creationId xmlns:a16="http://schemas.microsoft.com/office/drawing/2014/main" id="{D5428B91-5499-46C9-A3E5-8DF5FA9772CF}"/>
              </a:ext>
            </a:extLst>
          </p:cNvPr>
          <p:cNvSpPr>
            <a:spLocks noGrp="1"/>
          </p:cNvSpPr>
          <p:nvPr/>
        </p:nvSpPr>
        <p:spPr>
          <a:xfrm>
            <a:off x="5028737" y="5666594"/>
            <a:ext cx="28398" cy="28398"/>
          </a:xfrm>
          <a:prstGeom prst="ellipse">
            <a:avLst/>
          </a:prstGeom>
          <a:solidFill>
            <a:srgbClr val="7F8C97">
              <a:alpha val="48000"/>
            </a:srgbClr>
          </a:solidFill>
          <a:ln w="0">
            <a:noFill/>
            <a:prstDash val="solid"/>
          </a:ln>
        </p:spPr>
      </p:sp>
      <p:sp>
        <p:nvSpPr>
          <p:cNvPr id="3143" name="01_find_only_3142">
            <a:extLst>
              <a:ext uri="{FF2B5EF4-FFF2-40B4-BE49-F238E27FC236}">
                <a16:creationId xmlns:a16="http://schemas.microsoft.com/office/drawing/2014/main" id="{2C8824C6-2D89-4448-9673-F5D0A371046A}"/>
              </a:ext>
            </a:extLst>
          </p:cNvPr>
          <p:cNvSpPr>
            <a:spLocks noGrp="1"/>
          </p:cNvSpPr>
          <p:nvPr/>
        </p:nvSpPr>
        <p:spPr>
          <a:xfrm>
            <a:off x="5014334" y="5539792"/>
            <a:ext cx="28398" cy="28398"/>
          </a:xfrm>
          <a:prstGeom prst="ellipse">
            <a:avLst/>
          </a:prstGeom>
          <a:solidFill>
            <a:srgbClr val="7F8C97">
              <a:alpha val="48000"/>
            </a:srgbClr>
          </a:solidFill>
          <a:ln w="0">
            <a:noFill/>
            <a:prstDash val="solid"/>
          </a:ln>
        </p:spPr>
      </p:sp>
      <p:sp>
        <p:nvSpPr>
          <p:cNvPr id="3144" name="01_find_only_3143">
            <a:extLst>
              <a:ext uri="{FF2B5EF4-FFF2-40B4-BE49-F238E27FC236}">
                <a16:creationId xmlns:a16="http://schemas.microsoft.com/office/drawing/2014/main" id="{127403EC-0184-47E4-BA56-3308C4004AD0}"/>
              </a:ext>
            </a:extLst>
          </p:cNvPr>
          <p:cNvSpPr>
            <a:spLocks noGrp="1"/>
          </p:cNvSpPr>
          <p:nvPr/>
        </p:nvSpPr>
        <p:spPr>
          <a:xfrm>
            <a:off x="5069846" y="6173800"/>
            <a:ext cx="28398" cy="28398"/>
          </a:xfrm>
          <a:prstGeom prst="ellipse">
            <a:avLst/>
          </a:prstGeom>
          <a:solidFill>
            <a:srgbClr val="7F8C97">
              <a:alpha val="48000"/>
            </a:srgbClr>
          </a:solidFill>
          <a:ln w="0">
            <a:noFill/>
            <a:prstDash val="solid"/>
          </a:ln>
        </p:spPr>
      </p:sp>
      <p:sp>
        <p:nvSpPr>
          <p:cNvPr id="3145" name="01_find_only_3144">
            <a:extLst>
              <a:ext uri="{FF2B5EF4-FFF2-40B4-BE49-F238E27FC236}">
                <a16:creationId xmlns:a16="http://schemas.microsoft.com/office/drawing/2014/main" id="{077DD4D4-F7FD-40B4-A5C9-536230ABB158}"/>
              </a:ext>
            </a:extLst>
          </p:cNvPr>
          <p:cNvSpPr>
            <a:spLocks noGrp="1"/>
          </p:cNvSpPr>
          <p:nvPr/>
        </p:nvSpPr>
        <p:spPr>
          <a:xfrm>
            <a:off x="5009851" y="6173800"/>
            <a:ext cx="28398" cy="28398"/>
          </a:xfrm>
          <a:prstGeom prst="ellipse">
            <a:avLst/>
          </a:prstGeom>
          <a:solidFill>
            <a:srgbClr val="7F8C97">
              <a:alpha val="48000"/>
            </a:srgbClr>
          </a:solidFill>
          <a:ln w="0">
            <a:noFill/>
            <a:prstDash val="solid"/>
          </a:ln>
        </p:spPr>
      </p:sp>
      <p:sp>
        <p:nvSpPr>
          <p:cNvPr id="3146" name="01_find_only_3145">
            <a:extLst>
              <a:ext uri="{FF2B5EF4-FFF2-40B4-BE49-F238E27FC236}">
                <a16:creationId xmlns:a16="http://schemas.microsoft.com/office/drawing/2014/main" id="{740878FF-A1E5-44BB-B823-6B60EDA8F74E}"/>
              </a:ext>
            </a:extLst>
          </p:cNvPr>
          <p:cNvSpPr>
            <a:spLocks noGrp="1"/>
          </p:cNvSpPr>
          <p:nvPr/>
        </p:nvSpPr>
        <p:spPr>
          <a:xfrm>
            <a:off x="5015860" y="6173800"/>
            <a:ext cx="28398" cy="28398"/>
          </a:xfrm>
          <a:prstGeom prst="ellipse">
            <a:avLst/>
          </a:prstGeom>
          <a:solidFill>
            <a:srgbClr val="7F8C97">
              <a:alpha val="48000"/>
            </a:srgbClr>
          </a:solidFill>
          <a:ln w="0">
            <a:noFill/>
            <a:prstDash val="solid"/>
          </a:ln>
        </p:spPr>
      </p:sp>
      <p:sp>
        <p:nvSpPr>
          <p:cNvPr id="3147" name="01_find_only_3146">
            <a:extLst>
              <a:ext uri="{FF2B5EF4-FFF2-40B4-BE49-F238E27FC236}">
                <a16:creationId xmlns:a16="http://schemas.microsoft.com/office/drawing/2014/main" id="{E3F0129A-208C-47E7-83EB-F05C3FD065AB}"/>
              </a:ext>
            </a:extLst>
          </p:cNvPr>
          <p:cNvSpPr>
            <a:spLocks noGrp="1"/>
          </p:cNvSpPr>
          <p:nvPr/>
        </p:nvSpPr>
        <p:spPr>
          <a:xfrm>
            <a:off x="5072231" y="5666594"/>
            <a:ext cx="28398" cy="28398"/>
          </a:xfrm>
          <a:prstGeom prst="ellipse">
            <a:avLst/>
          </a:prstGeom>
          <a:solidFill>
            <a:srgbClr val="7F8C97">
              <a:alpha val="48000"/>
            </a:srgbClr>
          </a:solidFill>
          <a:ln w="0">
            <a:noFill/>
            <a:prstDash val="solid"/>
          </a:ln>
        </p:spPr>
      </p:sp>
      <p:sp>
        <p:nvSpPr>
          <p:cNvPr id="3148" name="01_find_only_3147">
            <a:extLst>
              <a:ext uri="{FF2B5EF4-FFF2-40B4-BE49-F238E27FC236}">
                <a16:creationId xmlns:a16="http://schemas.microsoft.com/office/drawing/2014/main" id="{033B7FEF-3E46-4865-8294-0E180C6F5625}"/>
              </a:ext>
            </a:extLst>
          </p:cNvPr>
          <p:cNvSpPr>
            <a:spLocks noGrp="1"/>
          </p:cNvSpPr>
          <p:nvPr/>
        </p:nvSpPr>
        <p:spPr>
          <a:xfrm>
            <a:off x="5010710" y="5539792"/>
            <a:ext cx="28398" cy="28398"/>
          </a:xfrm>
          <a:prstGeom prst="ellipse">
            <a:avLst/>
          </a:prstGeom>
          <a:solidFill>
            <a:srgbClr val="7F8C97">
              <a:alpha val="48000"/>
            </a:srgbClr>
          </a:solidFill>
          <a:ln w="0">
            <a:noFill/>
            <a:prstDash val="solid"/>
          </a:ln>
        </p:spPr>
      </p:sp>
      <p:sp>
        <p:nvSpPr>
          <p:cNvPr id="3149" name="01_find_only_3148">
            <a:extLst>
              <a:ext uri="{FF2B5EF4-FFF2-40B4-BE49-F238E27FC236}">
                <a16:creationId xmlns:a16="http://schemas.microsoft.com/office/drawing/2014/main" id="{D1AD7DC4-7B50-4059-B218-4B15C94CA5EF}"/>
              </a:ext>
            </a:extLst>
          </p:cNvPr>
          <p:cNvSpPr>
            <a:spLocks noGrp="1"/>
          </p:cNvSpPr>
          <p:nvPr/>
        </p:nvSpPr>
        <p:spPr>
          <a:xfrm>
            <a:off x="5090544" y="6173800"/>
            <a:ext cx="28398" cy="28398"/>
          </a:xfrm>
          <a:prstGeom prst="ellipse">
            <a:avLst/>
          </a:prstGeom>
          <a:solidFill>
            <a:srgbClr val="7F8C97">
              <a:alpha val="48000"/>
            </a:srgbClr>
          </a:solidFill>
          <a:ln w="0">
            <a:noFill/>
            <a:prstDash val="solid"/>
          </a:ln>
        </p:spPr>
      </p:sp>
      <p:sp>
        <p:nvSpPr>
          <p:cNvPr id="3150" name="01_find_only_3149">
            <a:extLst>
              <a:ext uri="{FF2B5EF4-FFF2-40B4-BE49-F238E27FC236}">
                <a16:creationId xmlns:a16="http://schemas.microsoft.com/office/drawing/2014/main" id="{85539ED2-5A3E-4B03-9BC9-BF6A269408CA}"/>
              </a:ext>
            </a:extLst>
          </p:cNvPr>
          <p:cNvSpPr>
            <a:spLocks noGrp="1"/>
          </p:cNvSpPr>
          <p:nvPr/>
        </p:nvSpPr>
        <p:spPr>
          <a:xfrm>
            <a:off x="5075951" y="6173800"/>
            <a:ext cx="28398" cy="28398"/>
          </a:xfrm>
          <a:prstGeom prst="ellipse">
            <a:avLst/>
          </a:prstGeom>
          <a:solidFill>
            <a:srgbClr val="7F8C97">
              <a:alpha val="48000"/>
            </a:srgbClr>
          </a:solidFill>
          <a:ln w="0">
            <a:noFill/>
            <a:prstDash val="solid"/>
          </a:ln>
        </p:spPr>
      </p:sp>
      <p:sp>
        <p:nvSpPr>
          <p:cNvPr id="3151" name="01_find_only_3150">
            <a:extLst>
              <a:ext uri="{FF2B5EF4-FFF2-40B4-BE49-F238E27FC236}">
                <a16:creationId xmlns:a16="http://schemas.microsoft.com/office/drawing/2014/main" id="{63FC34BB-5322-4CE6-8100-28AEF5237E61}"/>
              </a:ext>
            </a:extLst>
          </p:cNvPr>
          <p:cNvSpPr>
            <a:spLocks noGrp="1"/>
          </p:cNvSpPr>
          <p:nvPr/>
        </p:nvSpPr>
        <p:spPr>
          <a:xfrm>
            <a:off x="5041423" y="5539792"/>
            <a:ext cx="28398" cy="28398"/>
          </a:xfrm>
          <a:prstGeom prst="ellipse">
            <a:avLst/>
          </a:prstGeom>
          <a:solidFill>
            <a:srgbClr val="7F8C97">
              <a:alpha val="48000"/>
            </a:srgbClr>
          </a:solidFill>
          <a:ln w="0">
            <a:noFill/>
            <a:prstDash val="solid"/>
          </a:ln>
        </p:spPr>
      </p:sp>
      <p:sp>
        <p:nvSpPr>
          <p:cNvPr id="3152" name="01_find_only_3151">
            <a:extLst>
              <a:ext uri="{FF2B5EF4-FFF2-40B4-BE49-F238E27FC236}">
                <a16:creationId xmlns:a16="http://schemas.microsoft.com/office/drawing/2014/main" id="{4E67F5F3-AA50-45B5-A8B8-C153B985BD00}"/>
              </a:ext>
            </a:extLst>
          </p:cNvPr>
          <p:cNvSpPr>
            <a:spLocks noGrp="1"/>
          </p:cNvSpPr>
          <p:nvPr/>
        </p:nvSpPr>
        <p:spPr>
          <a:xfrm>
            <a:off x="5025303" y="6173800"/>
            <a:ext cx="28398" cy="28398"/>
          </a:xfrm>
          <a:prstGeom prst="ellipse">
            <a:avLst/>
          </a:prstGeom>
          <a:solidFill>
            <a:srgbClr val="7F8C97">
              <a:alpha val="48000"/>
            </a:srgbClr>
          </a:solidFill>
          <a:ln w="0">
            <a:noFill/>
            <a:prstDash val="solid"/>
          </a:ln>
        </p:spPr>
      </p:sp>
      <p:sp>
        <p:nvSpPr>
          <p:cNvPr id="3153" name="01_find_only_3152">
            <a:extLst>
              <a:ext uri="{FF2B5EF4-FFF2-40B4-BE49-F238E27FC236}">
                <a16:creationId xmlns:a16="http://schemas.microsoft.com/office/drawing/2014/main" id="{8FA3365B-E929-4ED0-863A-9B41D1974951}"/>
              </a:ext>
            </a:extLst>
          </p:cNvPr>
          <p:cNvSpPr>
            <a:spLocks noGrp="1"/>
          </p:cNvSpPr>
          <p:nvPr/>
        </p:nvSpPr>
        <p:spPr>
          <a:xfrm>
            <a:off x="5093215" y="5630365"/>
            <a:ext cx="28398" cy="28398"/>
          </a:xfrm>
          <a:prstGeom prst="ellipse">
            <a:avLst/>
          </a:prstGeom>
          <a:solidFill>
            <a:srgbClr val="7F8C97">
              <a:alpha val="48000"/>
            </a:srgbClr>
          </a:solidFill>
          <a:ln w="0">
            <a:noFill/>
            <a:prstDash val="solid"/>
          </a:ln>
        </p:spPr>
      </p:sp>
      <p:sp>
        <p:nvSpPr>
          <p:cNvPr id="3154" name="01_find_only_3153">
            <a:extLst>
              <a:ext uri="{FF2B5EF4-FFF2-40B4-BE49-F238E27FC236}">
                <a16:creationId xmlns:a16="http://schemas.microsoft.com/office/drawing/2014/main" id="{80CBA614-56CA-4156-998A-0B0A0CF770F0}"/>
              </a:ext>
            </a:extLst>
          </p:cNvPr>
          <p:cNvSpPr>
            <a:spLocks noGrp="1"/>
          </p:cNvSpPr>
          <p:nvPr/>
        </p:nvSpPr>
        <p:spPr>
          <a:xfrm>
            <a:off x="5058591" y="6173800"/>
            <a:ext cx="28398" cy="28398"/>
          </a:xfrm>
          <a:prstGeom prst="ellipse">
            <a:avLst/>
          </a:prstGeom>
          <a:solidFill>
            <a:srgbClr val="7F8C97">
              <a:alpha val="48000"/>
            </a:srgbClr>
          </a:solidFill>
          <a:ln w="0">
            <a:noFill/>
            <a:prstDash val="solid"/>
          </a:ln>
        </p:spPr>
      </p:sp>
      <p:sp>
        <p:nvSpPr>
          <p:cNvPr id="3155" name="01_find_only_3154">
            <a:extLst>
              <a:ext uri="{FF2B5EF4-FFF2-40B4-BE49-F238E27FC236}">
                <a16:creationId xmlns:a16="http://schemas.microsoft.com/office/drawing/2014/main" id="{37754F6D-CA37-43A5-A711-EE38E03C725B}"/>
              </a:ext>
            </a:extLst>
          </p:cNvPr>
          <p:cNvSpPr>
            <a:spLocks noGrp="1"/>
          </p:cNvSpPr>
          <p:nvPr/>
        </p:nvSpPr>
        <p:spPr>
          <a:xfrm>
            <a:off x="5080338" y="6173800"/>
            <a:ext cx="28398" cy="28398"/>
          </a:xfrm>
          <a:prstGeom prst="ellipse">
            <a:avLst/>
          </a:prstGeom>
          <a:solidFill>
            <a:srgbClr val="7F8C97">
              <a:alpha val="48000"/>
            </a:srgbClr>
          </a:solidFill>
          <a:ln w="0">
            <a:noFill/>
            <a:prstDash val="solid"/>
          </a:ln>
        </p:spPr>
      </p:sp>
      <p:sp>
        <p:nvSpPr>
          <p:cNvPr id="3156" name="01_find_only_3155">
            <a:extLst>
              <a:ext uri="{FF2B5EF4-FFF2-40B4-BE49-F238E27FC236}">
                <a16:creationId xmlns:a16="http://schemas.microsoft.com/office/drawing/2014/main" id="{A258425F-0D4D-4F5A-9177-4D8BD056EB8E}"/>
              </a:ext>
            </a:extLst>
          </p:cNvPr>
          <p:cNvSpPr>
            <a:spLocks noGrp="1"/>
          </p:cNvSpPr>
          <p:nvPr/>
        </p:nvSpPr>
        <p:spPr>
          <a:xfrm>
            <a:off x="5013476" y="5666594"/>
            <a:ext cx="28398" cy="28398"/>
          </a:xfrm>
          <a:prstGeom prst="ellipse">
            <a:avLst/>
          </a:prstGeom>
          <a:solidFill>
            <a:srgbClr val="7F8C97">
              <a:alpha val="48000"/>
            </a:srgbClr>
          </a:solidFill>
          <a:ln w="0">
            <a:noFill/>
            <a:prstDash val="solid"/>
          </a:ln>
        </p:spPr>
      </p:sp>
      <p:sp>
        <p:nvSpPr>
          <p:cNvPr id="3157" name="01_find_only_3156">
            <a:extLst>
              <a:ext uri="{FF2B5EF4-FFF2-40B4-BE49-F238E27FC236}">
                <a16:creationId xmlns:a16="http://schemas.microsoft.com/office/drawing/2014/main" id="{4FE3F7A5-721E-4D98-86E3-1046D9232E8C}"/>
              </a:ext>
            </a:extLst>
          </p:cNvPr>
          <p:cNvSpPr>
            <a:spLocks noGrp="1"/>
          </p:cNvSpPr>
          <p:nvPr/>
        </p:nvSpPr>
        <p:spPr>
          <a:xfrm>
            <a:off x="5040373" y="6173800"/>
            <a:ext cx="28398" cy="28398"/>
          </a:xfrm>
          <a:prstGeom prst="ellipse">
            <a:avLst/>
          </a:prstGeom>
          <a:solidFill>
            <a:srgbClr val="7F8C97">
              <a:alpha val="48000"/>
            </a:srgbClr>
          </a:solidFill>
          <a:ln w="0">
            <a:noFill/>
            <a:prstDash val="solid"/>
          </a:ln>
        </p:spPr>
      </p:sp>
      <p:sp>
        <p:nvSpPr>
          <p:cNvPr id="3158" name="01_find_only_3157">
            <a:extLst>
              <a:ext uri="{FF2B5EF4-FFF2-40B4-BE49-F238E27FC236}">
                <a16:creationId xmlns:a16="http://schemas.microsoft.com/office/drawing/2014/main" id="{BC81A8A2-1942-4B4F-BE1B-F95CC26B28D3}"/>
              </a:ext>
            </a:extLst>
          </p:cNvPr>
          <p:cNvSpPr>
            <a:spLocks noGrp="1"/>
          </p:cNvSpPr>
          <p:nvPr/>
        </p:nvSpPr>
        <p:spPr>
          <a:xfrm>
            <a:off x="5074425" y="6173800"/>
            <a:ext cx="28398" cy="28398"/>
          </a:xfrm>
          <a:prstGeom prst="ellipse">
            <a:avLst/>
          </a:prstGeom>
          <a:solidFill>
            <a:srgbClr val="7F8C97">
              <a:alpha val="48000"/>
            </a:srgbClr>
          </a:solidFill>
          <a:ln w="0">
            <a:noFill/>
            <a:prstDash val="solid"/>
          </a:ln>
        </p:spPr>
      </p:sp>
      <p:sp>
        <p:nvSpPr>
          <p:cNvPr id="3159" name="01_find_only_3158">
            <a:extLst>
              <a:ext uri="{FF2B5EF4-FFF2-40B4-BE49-F238E27FC236}">
                <a16:creationId xmlns:a16="http://schemas.microsoft.com/office/drawing/2014/main" id="{B0708F1F-F455-425F-B01E-53D254D5D904}"/>
              </a:ext>
            </a:extLst>
          </p:cNvPr>
          <p:cNvSpPr>
            <a:spLocks noGrp="1"/>
          </p:cNvSpPr>
          <p:nvPr/>
        </p:nvSpPr>
        <p:spPr>
          <a:xfrm>
            <a:off x="5060594" y="6173800"/>
            <a:ext cx="28398" cy="28398"/>
          </a:xfrm>
          <a:prstGeom prst="ellipse">
            <a:avLst/>
          </a:prstGeom>
          <a:solidFill>
            <a:srgbClr val="7F8C97">
              <a:alpha val="48000"/>
            </a:srgbClr>
          </a:solidFill>
          <a:ln w="0">
            <a:noFill/>
            <a:prstDash val="solid"/>
          </a:ln>
        </p:spPr>
      </p:sp>
      <p:sp>
        <p:nvSpPr>
          <p:cNvPr id="3160" name="01_find_only_3159">
            <a:extLst>
              <a:ext uri="{FF2B5EF4-FFF2-40B4-BE49-F238E27FC236}">
                <a16:creationId xmlns:a16="http://schemas.microsoft.com/office/drawing/2014/main" id="{B4B03522-1445-4EC6-888E-A6F933FAAD24}"/>
              </a:ext>
            </a:extLst>
          </p:cNvPr>
          <p:cNvSpPr>
            <a:spLocks noGrp="1"/>
          </p:cNvSpPr>
          <p:nvPr/>
        </p:nvSpPr>
        <p:spPr>
          <a:xfrm>
            <a:off x="5088541" y="5560926"/>
            <a:ext cx="28398" cy="28398"/>
          </a:xfrm>
          <a:prstGeom prst="ellipse">
            <a:avLst/>
          </a:prstGeom>
          <a:solidFill>
            <a:srgbClr val="7F8C97">
              <a:alpha val="48000"/>
            </a:srgbClr>
          </a:solidFill>
          <a:ln w="0">
            <a:noFill/>
            <a:prstDash val="solid"/>
          </a:ln>
        </p:spPr>
      </p:sp>
      <p:sp>
        <p:nvSpPr>
          <p:cNvPr id="3161" name="01_find_only_3160">
            <a:extLst>
              <a:ext uri="{FF2B5EF4-FFF2-40B4-BE49-F238E27FC236}">
                <a16:creationId xmlns:a16="http://schemas.microsoft.com/office/drawing/2014/main" id="{EB07773A-30EF-4D19-BAE5-038341296193}"/>
              </a:ext>
            </a:extLst>
          </p:cNvPr>
          <p:cNvSpPr>
            <a:spLocks noGrp="1"/>
          </p:cNvSpPr>
          <p:nvPr/>
        </p:nvSpPr>
        <p:spPr>
          <a:xfrm>
            <a:off x="5000027" y="5539792"/>
            <a:ext cx="28398" cy="28398"/>
          </a:xfrm>
          <a:prstGeom prst="ellipse">
            <a:avLst/>
          </a:prstGeom>
          <a:solidFill>
            <a:srgbClr val="7F8C97">
              <a:alpha val="48000"/>
            </a:srgbClr>
          </a:solidFill>
          <a:ln w="0">
            <a:noFill/>
            <a:prstDash val="solid"/>
          </a:ln>
        </p:spPr>
      </p:sp>
      <p:sp>
        <p:nvSpPr>
          <p:cNvPr id="3162" name="01_find_only_3161">
            <a:extLst>
              <a:ext uri="{FF2B5EF4-FFF2-40B4-BE49-F238E27FC236}">
                <a16:creationId xmlns:a16="http://schemas.microsoft.com/office/drawing/2014/main" id="{0C3FFA6F-6662-4C97-80AE-BF7BCE2CAD17}"/>
              </a:ext>
            </a:extLst>
          </p:cNvPr>
          <p:cNvSpPr>
            <a:spLocks noGrp="1"/>
          </p:cNvSpPr>
          <p:nvPr/>
        </p:nvSpPr>
        <p:spPr>
          <a:xfrm>
            <a:off x="5039324" y="6173800"/>
            <a:ext cx="28398" cy="28398"/>
          </a:xfrm>
          <a:prstGeom prst="ellipse">
            <a:avLst/>
          </a:prstGeom>
          <a:solidFill>
            <a:srgbClr val="7F8C97">
              <a:alpha val="48000"/>
            </a:srgbClr>
          </a:solidFill>
          <a:ln w="0">
            <a:noFill/>
            <a:prstDash val="solid"/>
          </a:ln>
        </p:spPr>
      </p:sp>
      <p:sp>
        <p:nvSpPr>
          <p:cNvPr id="3163" name="01_find_only_3162">
            <a:extLst>
              <a:ext uri="{FF2B5EF4-FFF2-40B4-BE49-F238E27FC236}">
                <a16:creationId xmlns:a16="http://schemas.microsoft.com/office/drawing/2014/main" id="{2F725676-B41B-4AD0-9EA9-389481E84902}"/>
              </a:ext>
            </a:extLst>
          </p:cNvPr>
          <p:cNvSpPr>
            <a:spLocks noGrp="1"/>
          </p:cNvSpPr>
          <p:nvPr/>
        </p:nvSpPr>
        <p:spPr>
          <a:xfrm>
            <a:off x="5057161" y="6173800"/>
            <a:ext cx="28398" cy="28398"/>
          </a:xfrm>
          <a:prstGeom prst="ellipse">
            <a:avLst/>
          </a:prstGeom>
          <a:solidFill>
            <a:srgbClr val="7F8C97">
              <a:alpha val="48000"/>
            </a:srgbClr>
          </a:solidFill>
          <a:ln w="0">
            <a:noFill/>
            <a:prstDash val="solid"/>
          </a:ln>
        </p:spPr>
      </p:sp>
      <p:sp>
        <p:nvSpPr>
          <p:cNvPr id="3164" name="01_find_only_3163">
            <a:extLst>
              <a:ext uri="{FF2B5EF4-FFF2-40B4-BE49-F238E27FC236}">
                <a16:creationId xmlns:a16="http://schemas.microsoft.com/office/drawing/2014/main" id="{3A7F098E-D6BD-4031-99DB-D793B9E2D262}"/>
              </a:ext>
            </a:extLst>
          </p:cNvPr>
          <p:cNvSpPr>
            <a:spLocks noGrp="1"/>
          </p:cNvSpPr>
          <p:nvPr/>
        </p:nvSpPr>
        <p:spPr>
          <a:xfrm>
            <a:off x="5027497" y="6173800"/>
            <a:ext cx="28398" cy="28398"/>
          </a:xfrm>
          <a:prstGeom prst="ellipse">
            <a:avLst/>
          </a:prstGeom>
          <a:solidFill>
            <a:srgbClr val="7F8C97">
              <a:alpha val="48000"/>
            </a:srgbClr>
          </a:solidFill>
          <a:ln w="0">
            <a:noFill/>
            <a:prstDash val="solid"/>
          </a:ln>
        </p:spPr>
      </p:sp>
      <p:sp>
        <p:nvSpPr>
          <p:cNvPr id="3165" name="01_find_only_3164">
            <a:extLst>
              <a:ext uri="{FF2B5EF4-FFF2-40B4-BE49-F238E27FC236}">
                <a16:creationId xmlns:a16="http://schemas.microsoft.com/office/drawing/2014/main" id="{E75142AE-F862-40C8-84C5-279AC08A708C}"/>
              </a:ext>
            </a:extLst>
          </p:cNvPr>
          <p:cNvSpPr>
            <a:spLocks noGrp="1"/>
          </p:cNvSpPr>
          <p:nvPr/>
        </p:nvSpPr>
        <p:spPr>
          <a:xfrm>
            <a:off x="5048862" y="5539792"/>
            <a:ext cx="28398" cy="28398"/>
          </a:xfrm>
          <a:prstGeom prst="ellipse">
            <a:avLst/>
          </a:prstGeom>
          <a:solidFill>
            <a:srgbClr val="7F8C97">
              <a:alpha val="48000"/>
            </a:srgbClr>
          </a:solidFill>
          <a:ln w="0">
            <a:noFill/>
            <a:prstDash val="solid"/>
          </a:ln>
        </p:spPr>
      </p:sp>
      <p:sp>
        <p:nvSpPr>
          <p:cNvPr id="3166" name="01_find_only_3165">
            <a:extLst>
              <a:ext uri="{FF2B5EF4-FFF2-40B4-BE49-F238E27FC236}">
                <a16:creationId xmlns:a16="http://schemas.microsoft.com/office/drawing/2014/main" id="{56F4E653-9827-42A1-AD42-B0ED7CE45BCA}"/>
              </a:ext>
            </a:extLst>
          </p:cNvPr>
          <p:cNvSpPr>
            <a:spLocks noGrp="1"/>
          </p:cNvSpPr>
          <p:nvPr/>
        </p:nvSpPr>
        <p:spPr>
          <a:xfrm>
            <a:off x="5036844" y="5962464"/>
            <a:ext cx="28398" cy="28398"/>
          </a:xfrm>
          <a:prstGeom prst="ellipse">
            <a:avLst/>
          </a:prstGeom>
          <a:solidFill>
            <a:srgbClr val="7F8C97">
              <a:alpha val="48000"/>
            </a:srgbClr>
          </a:solidFill>
          <a:ln w="0">
            <a:noFill/>
            <a:prstDash val="solid"/>
          </a:ln>
        </p:spPr>
      </p:sp>
      <p:sp>
        <p:nvSpPr>
          <p:cNvPr id="3167" name="01_find_only_3166">
            <a:extLst>
              <a:ext uri="{FF2B5EF4-FFF2-40B4-BE49-F238E27FC236}">
                <a16:creationId xmlns:a16="http://schemas.microsoft.com/office/drawing/2014/main" id="{44DED19A-3961-4B5B-8603-BDAA97345010}"/>
              </a:ext>
            </a:extLst>
          </p:cNvPr>
          <p:cNvSpPr>
            <a:spLocks noGrp="1"/>
          </p:cNvSpPr>
          <p:nvPr/>
        </p:nvSpPr>
        <p:spPr>
          <a:xfrm>
            <a:off x="5078049" y="5992655"/>
            <a:ext cx="28398" cy="28398"/>
          </a:xfrm>
          <a:prstGeom prst="ellipse">
            <a:avLst/>
          </a:prstGeom>
          <a:solidFill>
            <a:srgbClr val="7F8C97">
              <a:alpha val="48000"/>
            </a:srgbClr>
          </a:solidFill>
          <a:ln w="0">
            <a:noFill/>
            <a:prstDash val="solid"/>
          </a:ln>
        </p:spPr>
      </p:sp>
      <p:sp>
        <p:nvSpPr>
          <p:cNvPr id="3168" name="01_find_only_3167">
            <a:extLst>
              <a:ext uri="{FF2B5EF4-FFF2-40B4-BE49-F238E27FC236}">
                <a16:creationId xmlns:a16="http://schemas.microsoft.com/office/drawing/2014/main" id="{BD5D2E12-8D6F-4877-9193-392C3A85507D}"/>
              </a:ext>
            </a:extLst>
          </p:cNvPr>
          <p:cNvSpPr>
            <a:spLocks noGrp="1"/>
          </p:cNvSpPr>
          <p:nvPr/>
        </p:nvSpPr>
        <p:spPr>
          <a:xfrm>
            <a:off x="5010519" y="5539792"/>
            <a:ext cx="28398" cy="28398"/>
          </a:xfrm>
          <a:prstGeom prst="ellipse">
            <a:avLst/>
          </a:prstGeom>
          <a:solidFill>
            <a:srgbClr val="7F8C97">
              <a:alpha val="48000"/>
            </a:srgbClr>
          </a:solidFill>
          <a:ln w="0">
            <a:noFill/>
            <a:prstDash val="solid"/>
          </a:ln>
        </p:spPr>
      </p:sp>
      <p:sp>
        <p:nvSpPr>
          <p:cNvPr id="3169" name="01_find_only_3168">
            <a:extLst>
              <a:ext uri="{FF2B5EF4-FFF2-40B4-BE49-F238E27FC236}">
                <a16:creationId xmlns:a16="http://schemas.microsoft.com/office/drawing/2014/main" id="{ADAE03AE-4D51-4E7D-8466-E9ECE9BF156E}"/>
              </a:ext>
            </a:extLst>
          </p:cNvPr>
          <p:cNvSpPr>
            <a:spLocks noGrp="1"/>
          </p:cNvSpPr>
          <p:nvPr/>
        </p:nvSpPr>
        <p:spPr>
          <a:xfrm>
            <a:off x="5014907" y="6173800"/>
            <a:ext cx="28398" cy="28398"/>
          </a:xfrm>
          <a:prstGeom prst="ellipse">
            <a:avLst/>
          </a:prstGeom>
          <a:solidFill>
            <a:srgbClr val="7F8C97">
              <a:alpha val="48000"/>
            </a:srgbClr>
          </a:solidFill>
          <a:ln w="0">
            <a:noFill/>
            <a:prstDash val="solid"/>
          </a:ln>
        </p:spPr>
      </p:sp>
      <p:sp>
        <p:nvSpPr>
          <p:cNvPr id="3170" name="01_find_only_3169">
            <a:extLst>
              <a:ext uri="{FF2B5EF4-FFF2-40B4-BE49-F238E27FC236}">
                <a16:creationId xmlns:a16="http://schemas.microsoft.com/office/drawing/2014/main" id="{D3959F03-7AEB-4511-B7B2-DA0312B22F75}"/>
              </a:ext>
            </a:extLst>
          </p:cNvPr>
          <p:cNvSpPr>
            <a:spLocks noGrp="1"/>
          </p:cNvSpPr>
          <p:nvPr/>
        </p:nvSpPr>
        <p:spPr>
          <a:xfrm>
            <a:off x="5054585" y="5539792"/>
            <a:ext cx="28398" cy="28398"/>
          </a:xfrm>
          <a:prstGeom prst="ellipse">
            <a:avLst/>
          </a:prstGeom>
          <a:solidFill>
            <a:srgbClr val="7F8C97">
              <a:alpha val="48000"/>
            </a:srgbClr>
          </a:solidFill>
          <a:ln w="0">
            <a:noFill/>
            <a:prstDash val="solid"/>
          </a:ln>
        </p:spPr>
      </p:sp>
      <p:sp>
        <p:nvSpPr>
          <p:cNvPr id="3171" name="01_find_only_3170">
            <a:extLst>
              <a:ext uri="{FF2B5EF4-FFF2-40B4-BE49-F238E27FC236}">
                <a16:creationId xmlns:a16="http://schemas.microsoft.com/office/drawing/2014/main" id="{FF499691-CC74-4307-BCC9-723FF4CC53FC}"/>
              </a:ext>
            </a:extLst>
          </p:cNvPr>
          <p:cNvSpPr>
            <a:spLocks noGrp="1"/>
          </p:cNvSpPr>
          <p:nvPr/>
        </p:nvSpPr>
        <p:spPr>
          <a:xfrm>
            <a:off x="5053727" y="5539792"/>
            <a:ext cx="28398" cy="28398"/>
          </a:xfrm>
          <a:prstGeom prst="ellipse">
            <a:avLst/>
          </a:prstGeom>
          <a:solidFill>
            <a:srgbClr val="7F8C97">
              <a:alpha val="48000"/>
            </a:srgbClr>
          </a:solidFill>
          <a:ln w="0">
            <a:noFill/>
            <a:prstDash val="solid"/>
          </a:ln>
        </p:spPr>
      </p:sp>
      <p:sp>
        <p:nvSpPr>
          <p:cNvPr id="3172" name="01_find_only_3171">
            <a:extLst>
              <a:ext uri="{FF2B5EF4-FFF2-40B4-BE49-F238E27FC236}">
                <a16:creationId xmlns:a16="http://schemas.microsoft.com/office/drawing/2014/main" id="{FD3822D8-2905-453D-8AA7-D78C2508C9D9}"/>
              </a:ext>
            </a:extLst>
          </p:cNvPr>
          <p:cNvSpPr>
            <a:spLocks noGrp="1"/>
          </p:cNvSpPr>
          <p:nvPr/>
        </p:nvSpPr>
        <p:spPr>
          <a:xfrm>
            <a:off x="5084726" y="6173800"/>
            <a:ext cx="28398" cy="28398"/>
          </a:xfrm>
          <a:prstGeom prst="ellipse">
            <a:avLst/>
          </a:prstGeom>
          <a:solidFill>
            <a:srgbClr val="7F8C97">
              <a:alpha val="48000"/>
            </a:srgbClr>
          </a:solidFill>
          <a:ln w="0">
            <a:noFill/>
            <a:prstDash val="solid"/>
          </a:ln>
        </p:spPr>
      </p:sp>
      <p:sp>
        <p:nvSpPr>
          <p:cNvPr id="3173" name="01_find_only_3172">
            <a:extLst>
              <a:ext uri="{FF2B5EF4-FFF2-40B4-BE49-F238E27FC236}">
                <a16:creationId xmlns:a16="http://schemas.microsoft.com/office/drawing/2014/main" id="{EFD444F9-F246-46D1-A7C7-6719D8196586}"/>
              </a:ext>
            </a:extLst>
          </p:cNvPr>
          <p:cNvSpPr>
            <a:spLocks noGrp="1"/>
          </p:cNvSpPr>
          <p:nvPr/>
        </p:nvSpPr>
        <p:spPr>
          <a:xfrm>
            <a:off x="5070323" y="6173800"/>
            <a:ext cx="28398" cy="28398"/>
          </a:xfrm>
          <a:prstGeom prst="ellipse">
            <a:avLst/>
          </a:prstGeom>
          <a:solidFill>
            <a:srgbClr val="7F8C97">
              <a:alpha val="48000"/>
            </a:srgbClr>
          </a:solidFill>
          <a:ln w="0">
            <a:noFill/>
            <a:prstDash val="solid"/>
          </a:ln>
        </p:spPr>
      </p:sp>
      <p:sp>
        <p:nvSpPr>
          <p:cNvPr id="3174" name="01_find_only_3173">
            <a:extLst>
              <a:ext uri="{FF2B5EF4-FFF2-40B4-BE49-F238E27FC236}">
                <a16:creationId xmlns:a16="http://schemas.microsoft.com/office/drawing/2014/main" id="{D87BEDB0-FC8A-49B9-907D-C067AFB9A0FF}"/>
              </a:ext>
            </a:extLst>
          </p:cNvPr>
          <p:cNvSpPr>
            <a:spLocks noGrp="1"/>
          </p:cNvSpPr>
          <p:nvPr/>
        </p:nvSpPr>
        <p:spPr>
          <a:xfrm>
            <a:off x="5025303" y="6173800"/>
            <a:ext cx="28398" cy="28398"/>
          </a:xfrm>
          <a:prstGeom prst="ellipse">
            <a:avLst/>
          </a:prstGeom>
          <a:solidFill>
            <a:srgbClr val="7F8C97">
              <a:alpha val="48000"/>
            </a:srgbClr>
          </a:solidFill>
          <a:ln w="0">
            <a:noFill/>
            <a:prstDash val="solid"/>
          </a:ln>
        </p:spPr>
      </p:sp>
      <p:sp>
        <p:nvSpPr>
          <p:cNvPr id="3175" name="01_find_only_3174">
            <a:extLst>
              <a:ext uri="{FF2B5EF4-FFF2-40B4-BE49-F238E27FC236}">
                <a16:creationId xmlns:a16="http://schemas.microsoft.com/office/drawing/2014/main" id="{3AC4D54B-2BC6-40F3-897C-912D66882583}"/>
              </a:ext>
            </a:extLst>
          </p:cNvPr>
          <p:cNvSpPr>
            <a:spLocks noGrp="1"/>
          </p:cNvSpPr>
          <p:nvPr/>
        </p:nvSpPr>
        <p:spPr>
          <a:xfrm>
            <a:off x="5072231" y="5539792"/>
            <a:ext cx="28398" cy="28398"/>
          </a:xfrm>
          <a:prstGeom prst="ellipse">
            <a:avLst/>
          </a:prstGeom>
          <a:solidFill>
            <a:srgbClr val="7F8C97">
              <a:alpha val="48000"/>
            </a:srgbClr>
          </a:solidFill>
          <a:ln w="0">
            <a:noFill/>
            <a:prstDash val="solid"/>
          </a:ln>
        </p:spPr>
      </p:sp>
      <p:sp>
        <p:nvSpPr>
          <p:cNvPr id="3176" name="01_find_only_3175">
            <a:extLst>
              <a:ext uri="{FF2B5EF4-FFF2-40B4-BE49-F238E27FC236}">
                <a16:creationId xmlns:a16="http://schemas.microsoft.com/office/drawing/2014/main" id="{226C36DF-3D63-4AD6-B8A1-29A36B586885}"/>
              </a:ext>
            </a:extLst>
          </p:cNvPr>
          <p:cNvSpPr>
            <a:spLocks noGrp="1"/>
          </p:cNvSpPr>
          <p:nvPr/>
        </p:nvSpPr>
        <p:spPr>
          <a:xfrm>
            <a:off x="5064505" y="5751128"/>
            <a:ext cx="28398" cy="28398"/>
          </a:xfrm>
          <a:prstGeom prst="ellipse">
            <a:avLst/>
          </a:prstGeom>
          <a:solidFill>
            <a:srgbClr val="7F8C97">
              <a:alpha val="48000"/>
            </a:srgbClr>
          </a:solidFill>
          <a:ln w="0">
            <a:noFill/>
            <a:prstDash val="solid"/>
          </a:ln>
        </p:spPr>
      </p:sp>
      <p:sp>
        <p:nvSpPr>
          <p:cNvPr id="3177" name="01_find_only_3176">
            <a:extLst>
              <a:ext uri="{FF2B5EF4-FFF2-40B4-BE49-F238E27FC236}">
                <a16:creationId xmlns:a16="http://schemas.microsoft.com/office/drawing/2014/main" id="{51D631D1-28B0-40ED-85E6-15192E89C8E8}"/>
              </a:ext>
            </a:extLst>
          </p:cNvPr>
          <p:cNvSpPr>
            <a:spLocks noGrp="1"/>
          </p:cNvSpPr>
          <p:nvPr/>
        </p:nvSpPr>
        <p:spPr>
          <a:xfrm>
            <a:off x="5068606" y="6173800"/>
            <a:ext cx="28398" cy="28398"/>
          </a:xfrm>
          <a:prstGeom prst="ellipse">
            <a:avLst/>
          </a:prstGeom>
          <a:solidFill>
            <a:srgbClr val="7F8C97">
              <a:alpha val="48000"/>
            </a:srgbClr>
          </a:solidFill>
          <a:ln w="0">
            <a:noFill/>
            <a:prstDash val="solid"/>
          </a:ln>
        </p:spPr>
      </p:sp>
      <p:sp>
        <p:nvSpPr>
          <p:cNvPr id="3178" name="01_find_only_3177">
            <a:extLst>
              <a:ext uri="{FF2B5EF4-FFF2-40B4-BE49-F238E27FC236}">
                <a16:creationId xmlns:a16="http://schemas.microsoft.com/office/drawing/2014/main" id="{D254A86D-BEB3-4041-89B2-3769FF248E82}"/>
              </a:ext>
            </a:extLst>
          </p:cNvPr>
          <p:cNvSpPr>
            <a:spLocks noGrp="1"/>
          </p:cNvSpPr>
          <p:nvPr/>
        </p:nvSpPr>
        <p:spPr>
          <a:xfrm>
            <a:off x="5050579" y="6173800"/>
            <a:ext cx="28398" cy="28398"/>
          </a:xfrm>
          <a:prstGeom prst="ellipse">
            <a:avLst/>
          </a:prstGeom>
          <a:solidFill>
            <a:srgbClr val="7F8C97">
              <a:alpha val="48000"/>
            </a:srgbClr>
          </a:solidFill>
          <a:ln w="0">
            <a:noFill/>
            <a:prstDash val="solid"/>
          </a:ln>
        </p:spPr>
      </p:sp>
      <p:sp>
        <p:nvSpPr>
          <p:cNvPr id="3179" name="01_find_only_3178">
            <a:extLst>
              <a:ext uri="{FF2B5EF4-FFF2-40B4-BE49-F238E27FC236}">
                <a16:creationId xmlns:a16="http://schemas.microsoft.com/office/drawing/2014/main" id="{F880A925-D00A-4583-9B82-CCF6BAC2A350}"/>
              </a:ext>
            </a:extLst>
          </p:cNvPr>
          <p:cNvSpPr>
            <a:spLocks noGrp="1"/>
          </p:cNvSpPr>
          <p:nvPr/>
        </p:nvSpPr>
        <p:spPr>
          <a:xfrm>
            <a:off x="5001076" y="5539792"/>
            <a:ext cx="28398" cy="28398"/>
          </a:xfrm>
          <a:prstGeom prst="ellipse">
            <a:avLst/>
          </a:prstGeom>
          <a:solidFill>
            <a:srgbClr val="7F8C97">
              <a:alpha val="48000"/>
            </a:srgbClr>
          </a:solidFill>
          <a:ln w="0">
            <a:noFill/>
            <a:prstDash val="solid"/>
          </a:ln>
        </p:spPr>
      </p:sp>
      <p:sp>
        <p:nvSpPr>
          <p:cNvPr id="3180" name="01_find_only_3179">
            <a:extLst>
              <a:ext uri="{FF2B5EF4-FFF2-40B4-BE49-F238E27FC236}">
                <a16:creationId xmlns:a16="http://schemas.microsoft.com/office/drawing/2014/main" id="{5ACCFEEC-9A11-4AEC-AD47-D61D35F187FE}"/>
              </a:ext>
            </a:extLst>
          </p:cNvPr>
          <p:cNvSpPr>
            <a:spLocks noGrp="1"/>
          </p:cNvSpPr>
          <p:nvPr/>
        </p:nvSpPr>
        <p:spPr>
          <a:xfrm>
            <a:off x="5064887" y="5978721"/>
            <a:ext cx="28398" cy="28398"/>
          </a:xfrm>
          <a:prstGeom prst="ellipse">
            <a:avLst/>
          </a:prstGeom>
          <a:solidFill>
            <a:srgbClr val="7F8C97">
              <a:alpha val="48000"/>
            </a:srgbClr>
          </a:solidFill>
          <a:ln w="0">
            <a:noFill/>
            <a:prstDash val="solid"/>
          </a:ln>
        </p:spPr>
      </p:sp>
      <p:sp>
        <p:nvSpPr>
          <p:cNvPr id="3181" name="01_find_only_3180">
            <a:extLst>
              <a:ext uri="{FF2B5EF4-FFF2-40B4-BE49-F238E27FC236}">
                <a16:creationId xmlns:a16="http://schemas.microsoft.com/office/drawing/2014/main" id="{FA5E3B47-BDD1-40D9-86D7-EA331080A832}"/>
              </a:ext>
            </a:extLst>
          </p:cNvPr>
          <p:cNvSpPr>
            <a:spLocks noGrp="1"/>
          </p:cNvSpPr>
          <p:nvPr/>
        </p:nvSpPr>
        <p:spPr>
          <a:xfrm>
            <a:off x="5077477" y="5892019"/>
            <a:ext cx="28398" cy="28398"/>
          </a:xfrm>
          <a:prstGeom prst="ellipse">
            <a:avLst/>
          </a:prstGeom>
          <a:solidFill>
            <a:srgbClr val="7F8C97">
              <a:alpha val="48000"/>
            </a:srgbClr>
          </a:solidFill>
          <a:ln w="0">
            <a:noFill/>
            <a:prstDash val="solid"/>
          </a:ln>
        </p:spPr>
      </p:sp>
      <p:sp>
        <p:nvSpPr>
          <p:cNvPr id="3182" name="01_find_only_3181">
            <a:extLst>
              <a:ext uri="{FF2B5EF4-FFF2-40B4-BE49-F238E27FC236}">
                <a16:creationId xmlns:a16="http://schemas.microsoft.com/office/drawing/2014/main" id="{AAFBBFC3-581B-4938-9EC7-2AEA46A30BB7}"/>
              </a:ext>
            </a:extLst>
          </p:cNvPr>
          <p:cNvSpPr>
            <a:spLocks noGrp="1"/>
          </p:cNvSpPr>
          <p:nvPr/>
        </p:nvSpPr>
        <p:spPr>
          <a:xfrm>
            <a:off x="5016910" y="5539792"/>
            <a:ext cx="28398" cy="28398"/>
          </a:xfrm>
          <a:prstGeom prst="ellipse">
            <a:avLst/>
          </a:prstGeom>
          <a:solidFill>
            <a:srgbClr val="7F8C97">
              <a:alpha val="48000"/>
            </a:srgbClr>
          </a:solidFill>
          <a:ln w="0">
            <a:noFill/>
            <a:prstDash val="solid"/>
          </a:ln>
        </p:spPr>
      </p:sp>
      <p:sp>
        <p:nvSpPr>
          <p:cNvPr id="3183" name="01_find_only_3182">
            <a:extLst>
              <a:ext uri="{FF2B5EF4-FFF2-40B4-BE49-F238E27FC236}">
                <a16:creationId xmlns:a16="http://schemas.microsoft.com/office/drawing/2014/main" id="{9A974A55-EAEE-4CC6-9B55-A3AE3CBFDF37}"/>
              </a:ext>
            </a:extLst>
          </p:cNvPr>
          <p:cNvSpPr>
            <a:spLocks noGrp="1"/>
          </p:cNvSpPr>
          <p:nvPr/>
        </p:nvSpPr>
        <p:spPr>
          <a:xfrm>
            <a:off x="5009756" y="5539792"/>
            <a:ext cx="28398" cy="28398"/>
          </a:xfrm>
          <a:prstGeom prst="ellipse">
            <a:avLst/>
          </a:prstGeom>
          <a:solidFill>
            <a:srgbClr val="7F8C97">
              <a:alpha val="48000"/>
            </a:srgbClr>
          </a:solidFill>
          <a:ln w="0">
            <a:noFill/>
            <a:prstDash val="solid"/>
          </a:ln>
        </p:spPr>
      </p:sp>
      <p:sp>
        <p:nvSpPr>
          <p:cNvPr id="3184" name="01_find_only_3183">
            <a:extLst>
              <a:ext uri="{FF2B5EF4-FFF2-40B4-BE49-F238E27FC236}">
                <a16:creationId xmlns:a16="http://schemas.microsoft.com/office/drawing/2014/main" id="{0536BABC-F17D-4B6D-92B9-886CC5B18F88}"/>
              </a:ext>
            </a:extLst>
          </p:cNvPr>
          <p:cNvSpPr>
            <a:spLocks noGrp="1"/>
          </p:cNvSpPr>
          <p:nvPr/>
        </p:nvSpPr>
        <p:spPr>
          <a:xfrm>
            <a:off x="5064696" y="5698294"/>
            <a:ext cx="28398" cy="28398"/>
          </a:xfrm>
          <a:prstGeom prst="ellipse">
            <a:avLst/>
          </a:prstGeom>
          <a:solidFill>
            <a:srgbClr val="7F8C97">
              <a:alpha val="48000"/>
            </a:srgbClr>
          </a:solidFill>
          <a:ln w="0">
            <a:noFill/>
            <a:prstDash val="solid"/>
          </a:ln>
        </p:spPr>
      </p:sp>
      <p:sp>
        <p:nvSpPr>
          <p:cNvPr id="3185" name="01_find_only_3184">
            <a:extLst>
              <a:ext uri="{FF2B5EF4-FFF2-40B4-BE49-F238E27FC236}">
                <a16:creationId xmlns:a16="http://schemas.microsoft.com/office/drawing/2014/main" id="{5073F513-1CCC-4FCE-9A9F-CDE9C24B943A}"/>
              </a:ext>
            </a:extLst>
          </p:cNvPr>
          <p:cNvSpPr>
            <a:spLocks noGrp="1"/>
          </p:cNvSpPr>
          <p:nvPr/>
        </p:nvSpPr>
        <p:spPr>
          <a:xfrm>
            <a:off x="5089304" y="5811510"/>
            <a:ext cx="28398" cy="28398"/>
          </a:xfrm>
          <a:prstGeom prst="ellipse">
            <a:avLst/>
          </a:prstGeom>
          <a:solidFill>
            <a:srgbClr val="7F8C97">
              <a:alpha val="48000"/>
            </a:srgbClr>
          </a:solidFill>
          <a:ln w="0">
            <a:noFill/>
            <a:prstDash val="solid"/>
          </a:ln>
        </p:spPr>
      </p:sp>
      <p:sp>
        <p:nvSpPr>
          <p:cNvPr id="3186" name="01_find_only_3185">
            <a:extLst>
              <a:ext uri="{FF2B5EF4-FFF2-40B4-BE49-F238E27FC236}">
                <a16:creationId xmlns:a16="http://schemas.microsoft.com/office/drawing/2014/main" id="{9573A9C6-271E-4042-8093-051C838EB90A}"/>
              </a:ext>
            </a:extLst>
          </p:cNvPr>
          <p:cNvSpPr>
            <a:spLocks noGrp="1"/>
          </p:cNvSpPr>
          <p:nvPr/>
        </p:nvSpPr>
        <p:spPr>
          <a:xfrm>
            <a:off x="5093406" y="5539792"/>
            <a:ext cx="28398" cy="28398"/>
          </a:xfrm>
          <a:prstGeom prst="ellipse">
            <a:avLst/>
          </a:prstGeom>
          <a:solidFill>
            <a:srgbClr val="7F8C97">
              <a:alpha val="48000"/>
            </a:srgbClr>
          </a:solidFill>
          <a:ln w="0">
            <a:noFill/>
            <a:prstDash val="solid"/>
          </a:ln>
        </p:spPr>
      </p:sp>
      <p:sp>
        <p:nvSpPr>
          <p:cNvPr id="3187" name="01_find_only_3186">
            <a:extLst>
              <a:ext uri="{FF2B5EF4-FFF2-40B4-BE49-F238E27FC236}">
                <a16:creationId xmlns:a16="http://schemas.microsoft.com/office/drawing/2014/main" id="{07DAAFAA-E9CC-4213-BD14-34340AE9C70B}"/>
              </a:ext>
            </a:extLst>
          </p:cNvPr>
          <p:cNvSpPr>
            <a:spLocks noGrp="1"/>
          </p:cNvSpPr>
          <p:nvPr/>
        </p:nvSpPr>
        <p:spPr>
          <a:xfrm>
            <a:off x="5034460" y="5539792"/>
            <a:ext cx="28398" cy="28398"/>
          </a:xfrm>
          <a:prstGeom prst="ellipse">
            <a:avLst/>
          </a:prstGeom>
          <a:solidFill>
            <a:srgbClr val="7F8C97">
              <a:alpha val="48000"/>
            </a:srgbClr>
          </a:solidFill>
          <a:ln w="0">
            <a:noFill/>
            <a:prstDash val="solid"/>
          </a:ln>
        </p:spPr>
      </p:sp>
      <p:sp>
        <p:nvSpPr>
          <p:cNvPr id="3188" name="01_find_only_3187">
            <a:extLst>
              <a:ext uri="{FF2B5EF4-FFF2-40B4-BE49-F238E27FC236}">
                <a16:creationId xmlns:a16="http://schemas.microsoft.com/office/drawing/2014/main" id="{524126CA-2A04-4BB1-87A4-D4DF053A8689}"/>
              </a:ext>
            </a:extLst>
          </p:cNvPr>
          <p:cNvSpPr>
            <a:spLocks noGrp="1"/>
          </p:cNvSpPr>
          <p:nvPr/>
        </p:nvSpPr>
        <p:spPr>
          <a:xfrm>
            <a:off x="5069465" y="6173800"/>
            <a:ext cx="28398" cy="28398"/>
          </a:xfrm>
          <a:prstGeom prst="ellipse">
            <a:avLst/>
          </a:prstGeom>
          <a:solidFill>
            <a:srgbClr val="7F8C97">
              <a:alpha val="48000"/>
            </a:srgbClr>
          </a:solidFill>
          <a:ln w="0">
            <a:noFill/>
            <a:prstDash val="solid"/>
          </a:ln>
        </p:spPr>
      </p:sp>
      <p:sp>
        <p:nvSpPr>
          <p:cNvPr id="3189" name="01_find_only_3188">
            <a:extLst>
              <a:ext uri="{FF2B5EF4-FFF2-40B4-BE49-F238E27FC236}">
                <a16:creationId xmlns:a16="http://schemas.microsoft.com/office/drawing/2014/main" id="{814E5FB6-02AA-4151-B2C5-E002AE229242}"/>
              </a:ext>
            </a:extLst>
          </p:cNvPr>
          <p:cNvSpPr>
            <a:spLocks noGrp="1"/>
          </p:cNvSpPr>
          <p:nvPr/>
        </p:nvSpPr>
        <p:spPr>
          <a:xfrm>
            <a:off x="5076714" y="6173800"/>
            <a:ext cx="28398" cy="28398"/>
          </a:xfrm>
          <a:prstGeom prst="ellipse">
            <a:avLst/>
          </a:prstGeom>
          <a:solidFill>
            <a:srgbClr val="7F8C97">
              <a:alpha val="48000"/>
            </a:srgbClr>
          </a:solidFill>
          <a:ln w="0">
            <a:noFill/>
            <a:prstDash val="solid"/>
          </a:ln>
        </p:spPr>
      </p:sp>
      <p:sp>
        <p:nvSpPr>
          <p:cNvPr id="3190" name="01_find_only_3189">
            <a:extLst>
              <a:ext uri="{FF2B5EF4-FFF2-40B4-BE49-F238E27FC236}">
                <a16:creationId xmlns:a16="http://schemas.microsoft.com/office/drawing/2014/main" id="{F7252DBD-77EA-4491-ACCB-5D3866E2D315}"/>
              </a:ext>
            </a:extLst>
          </p:cNvPr>
          <p:cNvSpPr>
            <a:spLocks noGrp="1"/>
          </p:cNvSpPr>
          <p:nvPr/>
        </p:nvSpPr>
        <p:spPr>
          <a:xfrm>
            <a:off x="5088255" y="6173800"/>
            <a:ext cx="28398" cy="28398"/>
          </a:xfrm>
          <a:prstGeom prst="ellipse">
            <a:avLst/>
          </a:prstGeom>
          <a:solidFill>
            <a:srgbClr val="7F8C97">
              <a:alpha val="48000"/>
            </a:srgbClr>
          </a:solidFill>
          <a:ln w="0">
            <a:noFill/>
            <a:prstDash val="solid"/>
          </a:ln>
        </p:spPr>
      </p:sp>
      <p:sp>
        <p:nvSpPr>
          <p:cNvPr id="3191" name="01_find_only_3190">
            <a:extLst>
              <a:ext uri="{FF2B5EF4-FFF2-40B4-BE49-F238E27FC236}">
                <a16:creationId xmlns:a16="http://schemas.microsoft.com/office/drawing/2014/main" id="{FBDAC2F7-AB01-470B-88F8-C90A7768D3AF}"/>
              </a:ext>
            </a:extLst>
          </p:cNvPr>
          <p:cNvSpPr>
            <a:spLocks noGrp="1"/>
          </p:cNvSpPr>
          <p:nvPr/>
        </p:nvSpPr>
        <p:spPr>
          <a:xfrm>
            <a:off x="5078145" y="6173800"/>
            <a:ext cx="28398" cy="28398"/>
          </a:xfrm>
          <a:prstGeom prst="ellipse">
            <a:avLst/>
          </a:prstGeom>
          <a:solidFill>
            <a:srgbClr val="7F8C97">
              <a:alpha val="48000"/>
            </a:srgbClr>
          </a:solidFill>
          <a:ln w="0">
            <a:noFill/>
            <a:prstDash val="solid"/>
          </a:ln>
        </p:spPr>
      </p:sp>
      <p:sp>
        <p:nvSpPr>
          <p:cNvPr id="3192" name="01_find_only_3191">
            <a:extLst>
              <a:ext uri="{FF2B5EF4-FFF2-40B4-BE49-F238E27FC236}">
                <a16:creationId xmlns:a16="http://schemas.microsoft.com/office/drawing/2014/main" id="{F1B404F2-0FAD-4D52-953B-136017D55381}"/>
              </a:ext>
            </a:extLst>
          </p:cNvPr>
          <p:cNvSpPr>
            <a:spLocks noGrp="1"/>
          </p:cNvSpPr>
          <p:nvPr/>
        </p:nvSpPr>
        <p:spPr>
          <a:xfrm>
            <a:off x="5063742" y="6173800"/>
            <a:ext cx="28398" cy="28398"/>
          </a:xfrm>
          <a:prstGeom prst="ellipse">
            <a:avLst/>
          </a:prstGeom>
          <a:solidFill>
            <a:srgbClr val="7F8C97">
              <a:alpha val="48000"/>
            </a:srgbClr>
          </a:solidFill>
          <a:ln w="0">
            <a:noFill/>
            <a:prstDash val="solid"/>
          </a:ln>
        </p:spPr>
      </p:sp>
      <p:sp>
        <p:nvSpPr>
          <p:cNvPr id="3193" name="01_find_only_3192">
            <a:extLst>
              <a:ext uri="{FF2B5EF4-FFF2-40B4-BE49-F238E27FC236}">
                <a16:creationId xmlns:a16="http://schemas.microsoft.com/office/drawing/2014/main" id="{73E45B88-20F5-4430-AD8F-72209D63CE7E}"/>
              </a:ext>
            </a:extLst>
          </p:cNvPr>
          <p:cNvSpPr>
            <a:spLocks noGrp="1"/>
          </p:cNvSpPr>
          <p:nvPr/>
        </p:nvSpPr>
        <p:spPr>
          <a:xfrm>
            <a:off x="5005273" y="5539792"/>
            <a:ext cx="28398" cy="28398"/>
          </a:xfrm>
          <a:prstGeom prst="ellipse">
            <a:avLst/>
          </a:prstGeom>
          <a:solidFill>
            <a:srgbClr val="7F8C97">
              <a:alpha val="48000"/>
            </a:srgbClr>
          </a:solidFill>
          <a:ln w="0">
            <a:noFill/>
            <a:prstDash val="solid"/>
          </a:ln>
        </p:spPr>
      </p:sp>
      <p:sp>
        <p:nvSpPr>
          <p:cNvPr id="3194" name="01_find_only_3193">
            <a:extLst>
              <a:ext uri="{FF2B5EF4-FFF2-40B4-BE49-F238E27FC236}">
                <a16:creationId xmlns:a16="http://schemas.microsoft.com/office/drawing/2014/main" id="{5C341F27-0A48-454D-B3E7-0E7093470E8C}"/>
              </a:ext>
            </a:extLst>
          </p:cNvPr>
          <p:cNvSpPr>
            <a:spLocks noGrp="1"/>
          </p:cNvSpPr>
          <p:nvPr/>
        </p:nvSpPr>
        <p:spPr>
          <a:xfrm>
            <a:off x="5014525" y="6173800"/>
            <a:ext cx="28398" cy="28398"/>
          </a:xfrm>
          <a:prstGeom prst="ellipse">
            <a:avLst/>
          </a:prstGeom>
          <a:solidFill>
            <a:srgbClr val="7F8C97">
              <a:alpha val="48000"/>
            </a:srgbClr>
          </a:solidFill>
          <a:ln w="0">
            <a:noFill/>
            <a:prstDash val="solid"/>
          </a:ln>
        </p:spPr>
      </p:sp>
      <p:sp>
        <p:nvSpPr>
          <p:cNvPr id="3195" name="01_find_only_3194">
            <a:extLst>
              <a:ext uri="{FF2B5EF4-FFF2-40B4-BE49-F238E27FC236}">
                <a16:creationId xmlns:a16="http://schemas.microsoft.com/office/drawing/2014/main" id="{BC324F41-952D-4AFF-85D0-1F968DD52B55}"/>
              </a:ext>
            </a:extLst>
          </p:cNvPr>
          <p:cNvSpPr>
            <a:spLocks noGrp="1"/>
          </p:cNvSpPr>
          <p:nvPr/>
        </p:nvSpPr>
        <p:spPr>
          <a:xfrm>
            <a:off x="5064696" y="5539792"/>
            <a:ext cx="28398" cy="28398"/>
          </a:xfrm>
          <a:prstGeom prst="ellipse">
            <a:avLst/>
          </a:prstGeom>
          <a:solidFill>
            <a:srgbClr val="7F8C97">
              <a:alpha val="48000"/>
            </a:srgbClr>
          </a:solidFill>
          <a:ln w="0">
            <a:noFill/>
            <a:prstDash val="solid"/>
          </a:ln>
        </p:spPr>
      </p:sp>
      <p:sp>
        <p:nvSpPr>
          <p:cNvPr id="3196" name="01_find_only_3195">
            <a:extLst>
              <a:ext uri="{FF2B5EF4-FFF2-40B4-BE49-F238E27FC236}">
                <a16:creationId xmlns:a16="http://schemas.microsoft.com/office/drawing/2014/main" id="{DADE0A25-F1A3-4A0C-89EC-221D769CF445}"/>
              </a:ext>
            </a:extLst>
          </p:cNvPr>
          <p:cNvSpPr>
            <a:spLocks noGrp="1"/>
          </p:cNvSpPr>
          <p:nvPr/>
        </p:nvSpPr>
        <p:spPr>
          <a:xfrm>
            <a:off x="5055062" y="5539792"/>
            <a:ext cx="28398" cy="28398"/>
          </a:xfrm>
          <a:prstGeom prst="ellipse">
            <a:avLst/>
          </a:prstGeom>
          <a:solidFill>
            <a:srgbClr val="7F8C97">
              <a:alpha val="48000"/>
            </a:srgbClr>
          </a:solidFill>
          <a:ln w="0">
            <a:noFill/>
            <a:prstDash val="solid"/>
          </a:ln>
        </p:spPr>
      </p:sp>
      <p:sp>
        <p:nvSpPr>
          <p:cNvPr id="3197" name="01_find_only_3196">
            <a:extLst>
              <a:ext uri="{FF2B5EF4-FFF2-40B4-BE49-F238E27FC236}">
                <a16:creationId xmlns:a16="http://schemas.microsoft.com/office/drawing/2014/main" id="{B785DA01-CDC0-4053-BCE7-99CB7B644C3C}"/>
              </a:ext>
            </a:extLst>
          </p:cNvPr>
          <p:cNvSpPr>
            <a:spLocks noGrp="1"/>
          </p:cNvSpPr>
          <p:nvPr/>
        </p:nvSpPr>
        <p:spPr>
          <a:xfrm>
            <a:off x="5018531" y="6173800"/>
            <a:ext cx="28398" cy="28398"/>
          </a:xfrm>
          <a:prstGeom prst="ellipse">
            <a:avLst/>
          </a:prstGeom>
          <a:solidFill>
            <a:srgbClr val="7F8C97">
              <a:alpha val="48000"/>
            </a:srgbClr>
          </a:solidFill>
          <a:ln w="0">
            <a:noFill/>
            <a:prstDash val="solid"/>
          </a:ln>
        </p:spPr>
      </p:sp>
      <p:sp>
        <p:nvSpPr>
          <p:cNvPr id="3198" name="01_find_only_3197">
            <a:extLst>
              <a:ext uri="{FF2B5EF4-FFF2-40B4-BE49-F238E27FC236}">
                <a16:creationId xmlns:a16="http://schemas.microsoft.com/office/drawing/2014/main" id="{8DE9D597-FE8E-4028-9107-6308196E0B63}"/>
              </a:ext>
            </a:extLst>
          </p:cNvPr>
          <p:cNvSpPr>
            <a:spLocks noGrp="1"/>
          </p:cNvSpPr>
          <p:nvPr/>
        </p:nvSpPr>
        <p:spPr>
          <a:xfrm>
            <a:off x="5035795" y="6173800"/>
            <a:ext cx="28398" cy="28398"/>
          </a:xfrm>
          <a:prstGeom prst="ellipse">
            <a:avLst/>
          </a:prstGeom>
          <a:solidFill>
            <a:srgbClr val="7F8C97">
              <a:alpha val="48000"/>
            </a:srgbClr>
          </a:solidFill>
          <a:ln w="0">
            <a:noFill/>
            <a:prstDash val="solid"/>
          </a:ln>
        </p:spPr>
      </p:sp>
      <p:sp>
        <p:nvSpPr>
          <p:cNvPr id="3199" name="01_find_only_3198">
            <a:extLst>
              <a:ext uri="{FF2B5EF4-FFF2-40B4-BE49-F238E27FC236}">
                <a16:creationId xmlns:a16="http://schemas.microsoft.com/office/drawing/2014/main" id="{0DC8AC97-1A99-4482-80B0-61BC92F62DE5}"/>
              </a:ext>
            </a:extLst>
          </p:cNvPr>
          <p:cNvSpPr>
            <a:spLocks noGrp="1"/>
          </p:cNvSpPr>
          <p:nvPr/>
        </p:nvSpPr>
        <p:spPr>
          <a:xfrm>
            <a:off x="5002030" y="6173800"/>
            <a:ext cx="28398" cy="28398"/>
          </a:xfrm>
          <a:prstGeom prst="ellipse">
            <a:avLst/>
          </a:prstGeom>
          <a:solidFill>
            <a:srgbClr val="7F8C97">
              <a:alpha val="48000"/>
            </a:srgbClr>
          </a:solidFill>
          <a:ln w="0">
            <a:noFill/>
            <a:prstDash val="solid"/>
          </a:ln>
        </p:spPr>
      </p:sp>
      <p:sp>
        <p:nvSpPr>
          <p:cNvPr id="3200" name="01_find_only_3199">
            <a:extLst>
              <a:ext uri="{FF2B5EF4-FFF2-40B4-BE49-F238E27FC236}">
                <a16:creationId xmlns:a16="http://schemas.microsoft.com/office/drawing/2014/main" id="{BC19C384-9CEF-42A5-9764-DE871798A946}"/>
              </a:ext>
            </a:extLst>
          </p:cNvPr>
          <p:cNvSpPr>
            <a:spLocks noGrp="1"/>
          </p:cNvSpPr>
          <p:nvPr/>
        </p:nvSpPr>
        <p:spPr>
          <a:xfrm>
            <a:off x="5269390" y="6173800"/>
            <a:ext cx="28398" cy="28398"/>
          </a:xfrm>
          <a:prstGeom prst="ellipse">
            <a:avLst/>
          </a:prstGeom>
          <a:solidFill>
            <a:srgbClr val="7F8C97">
              <a:alpha val="48000"/>
            </a:srgbClr>
          </a:solidFill>
          <a:ln w="0">
            <a:noFill/>
            <a:prstDash val="solid"/>
          </a:ln>
        </p:spPr>
      </p:sp>
      <p:sp>
        <p:nvSpPr>
          <p:cNvPr id="3201" name="01_find_only_3200">
            <a:extLst>
              <a:ext uri="{FF2B5EF4-FFF2-40B4-BE49-F238E27FC236}">
                <a16:creationId xmlns:a16="http://schemas.microsoft.com/office/drawing/2014/main" id="{79DF0239-DF50-492B-890E-2E327C4D60AD}"/>
              </a:ext>
            </a:extLst>
          </p:cNvPr>
          <p:cNvSpPr>
            <a:spLocks noGrp="1"/>
          </p:cNvSpPr>
          <p:nvPr/>
        </p:nvSpPr>
        <p:spPr>
          <a:xfrm>
            <a:off x="5330434" y="5507279"/>
            <a:ext cx="28398" cy="28398"/>
          </a:xfrm>
          <a:prstGeom prst="ellipse">
            <a:avLst/>
          </a:prstGeom>
          <a:solidFill>
            <a:srgbClr val="7F8C97">
              <a:alpha val="48000"/>
            </a:srgbClr>
          </a:solidFill>
          <a:ln w="0">
            <a:noFill/>
            <a:prstDash val="solid"/>
          </a:ln>
        </p:spPr>
      </p:sp>
      <p:sp>
        <p:nvSpPr>
          <p:cNvPr id="3202" name="01_find_only_3201">
            <a:extLst>
              <a:ext uri="{FF2B5EF4-FFF2-40B4-BE49-F238E27FC236}">
                <a16:creationId xmlns:a16="http://schemas.microsoft.com/office/drawing/2014/main" id="{8E112472-C3B8-43B9-A285-E232FCED4EDB}"/>
              </a:ext>
            </a:extLst>
          </p:cNvPr>
          <p:cNvSpPr>
            <a:spLocks noGrp="1"/>
          </p:cNvSpPr>
          <p:nvPr/>
        </p:nvSpPr>
        <p:spPr>
          <a:xfrm>
            <a:off x="5249359" y="5539792"/>
            <a:ext cx="28398" cy="28398"/>
          </a:xfrm>
          <a:prstGeom prst="ellipse">
            <a:avLst/>
          </a:prstGeom>
          <a:solidFill>
            <a:srgbClr val="7F8C97">
              <a:alpha val="48000"/>
            </a:srgbClr>
          </a:solidFill>
          <a:ln w="0">
            <a:noFill/>
            <a:prstDash val="solid"/>
          </a:ln>
        </p:spPr>
      </p:sp>
      <p:sp>
        <p:nvSpPr>
          <p:cNvPr id="3203" name="01_find_only_3202">
            <a:extLst>
              <a:ext uri="{FF2B5EF4-FFF2-40B4-BE49-F238E27FC236}">
                <a16:creationId xmlns:a16="http://schemas.microsoft.com/office/drawing/2014/main" id="{17B7FD20-3C94-4819-BE7A-1AA54AE129D4}"/>
              </a:ext>
            </a:extLst>
          </p:cNvPr>
          <p:cNvSpPr>
            <a:spLocks noGrp="1"/>
          </p:cNvSpPr>
          <p:nvPr/>
        </p:nvSpPr>
        <p:spPr>
          <a:xfrm>
            <a:off x="5322803" y="6173800"/>
            <a:ext cx="28398" cy="28398"/>
          </a:xfrm>
          <a:prstGeom prst="ellipse">
            <a:avLst/>
          </a:prstGeom>
          <a:solidFill>
            <a:srgbClr val="7F8C97">
              <a:alpha val="48000"/>
            </a:srgbClr>
          </a:solidFill>
          <a:ln w="0">
            <a:noFill/>
            <a:prstDash val="solid"/>
          </a:ln>
        </p:spPr>
      </p:sp>
      <p:sp>
        <p:nvSpPr>
          <p:cNvPr id="3204" name="01_find_only_3203">
            <a:extLst>
              <a:ext uri="{FF2B5EF4-FFF2-40B4-BE49-F238E27FC236}">
                <a16:creationId xmlns:a16="http://schemas.microsoft.com/office/drawing/2014/main" id="{FC2229AC-2B0A-4053-8203-A614F1288815}"/>
              </a:ext>
            </a:extLst>
          </p:cNvPr>
          <p:cNvSpPr>
            <a:spLocks noGrp="1"/>
          </p:cNvSpPr>
          <p:nvPr/>
        </p:nvSpPr>
        <p:spPr>
          <a:xfrm>
            <a:off x="5284937" y="6173800"/>
            <a:ext cx="28398" cy="28398"/>
          </a:xfrm>
          <a:prstGeom prst="ellipse">
            <a:avLst/>
          </a:prstGeom>
          <a:solidFill>
            <a:srgbClr val="7F8C97">
              <a:alpha val="48000"/>
            </a:srgbClr>
          </a:solidFill>
          <a:ln w="0">
            <a:noFill/>
            <a:prstDash val="solid"/>
          </a:ln>
        </p:spPr>
      </p:sp>
      <p:sp>
        <p:nvSpPr>
          <p:cNvPr id="3205" name="01_find_only_3204">
            <a:extLst>
              <a:ext uri="{FF2B5EF4-FFF2-40B4-BE49-F238E27FC236}">
                <a16:creationId xmlns:a16="http://schemas.microsoft.com/office/drawing/2014/main" id="{6D874FB7-14E0-4B29-A85D-30A0DF9798BA}"/>
              </a:ext>
            </a:extLst>
          </p:cNvPr>
          <p:cNvSpPr>
            <a:spLocks noGrp="1"/>
          </p:cNvSpPr>
          <p:nvPr/>
        </p:nvSpPr>
        <p:spPr>
          <a:xfrm>
            <a:off x="5337206" y="4905784"/>
            <a:ext cx="28398" cy="28398"/>
          </a:xfrm>
          <a:prstGeom prst="ellipse">
            <a:avLst/>
          </a:prstGeom>
          <a:solidFill>
            <a:srgbClr val="7F8C97">
              <a:alpha val="48000"/>
            </a:srgbClr>
          </a:solidFill>
          <a:ln w="0">
            <a:noFill/>
            <a:prstDash val="solid"/>
          </a:ln>
        </p:spPr>
      </p:sp>
      <p:sp>
        <p:nvSpPr>
          <p:cNvPr id="3206" name="01_find_only_3205">
            <a:extLst>
              <a:ext uri="{FF2B5EF4-FFF2-40B4-BE49-F238E27FC236}">
                <a16:creationId xmlns:a16="http://schemas.microsoft.com/office/drawing/2014/main" id="{B3F0865D-5D19-4C39-825B-1C5F08512630}"/>
              </a:ext>
            </a:extLst>
          </p:cNvPr>
          <p:cNvSpPr>
            <a:spLocks noGrp="1"/>
          </p:cNvSpPr>
          <p:nvPr/>
        </p:nvSpPr>
        <p:spPr>
          <a:xfrm>
            <a:off x="5269294" y="6173800"/>
            <a:ext cx="28398" cy="28398"/>
          </a:xfrm>
          <a:prstGeom prst="ellipse">
            <a:avLst/>
          </a:prstGeom>
          <a:solidFill>
            <a:srgbClr val="7F8C97">
              <a:alpha val="48000"/>
            </a:srgbClr>
          </a:solidFill>
          <a:ln w="0">
            <a:noFill/>
            <a:prstDash val="solid"/>
          </a:ln>
        </p:spPr>
      </p:sp>
      <p:sp>
        <p:nvSpPr>
          <p:cNvPr id="3207" name="01_find_only_3206">
            <a:extLst>
              <a:ext uri="{FF2B5EF4-FFF2-40B4-BE49-F238E27FC236}">
                <a16:creationId xmlns:a16="http://schemas.microsoft.com/office/drawing/2014/main" id="{E4CDCA47-98F1-4DD2-85A8-54968A131820}"/>
              </a:ext>
            </a:extLst>
          </p:cNvPr>
          <p:cNvSpPr>
            <a:spLocks noGrp="1"/>
          </p:cNvSpPr>
          <p:nvPr/>
        </p:nvSpPr>
        <p:spPr>
          <a:xfrm>
            <a:off x="5315840" y="4905784"/>
            <a:ext cx="28398" cy="28398"/>
          </a:xfrm>
          <a:prstGeom prst="ellipse">
            <a:avLst/>
          </a:prstGeom>
          <a:solidFill>
            <a:srgbClr val="7F8C97">
              <a:alpha val="48000"/>
            </a:srgbClr>
          </a:solidFill>
          <a:ln w="0">
            <a:noFill/>
            <a:prstDash val="solid"/>
          </a:ln>
        </p:spPr>
      </p:sp>
      <p:sp>
        <p:nvSpPr>
          <p:cNvPr id="3208" name="01_find_only_3207">
            <a:extLst>
              <a:ext uri="{FF2B5EF4-FFF2-40B4-BE49-F238E27FC236}">
                <a16:creationId xmlns:a16="http://schemas.microsoft.com/office/drawing/2014/main" id="{F9003BE4-AEEF-4324-9C10-589ADB5E2B89}"/>
              </a:ext>
            </a:extLst>
          </p:cNvPr>
          <p:cNvSpPr>
            <a:spLocks noGrp="1"/>
          </p:cNvSpPr>
          <p:nvPr/>
        </p:nvSpPr>
        <p:spPr>
          <a:xfrm>
            <a:off x="5252698" y="5136332"/>
            <a:ext cx="28398" cy="28398"/>
          </a:xfrm>
          <a:prstGeom prst="ellipse">
            <a:avLst/>
          </a:prstGeom>
          <a:solidFill>
            <a:srgbClr val="7F8C97">
              <a:alpha val="48000"/>
            </a:srgbClr>
          </a:solidFill>
          <a:ln w="0">
            <a:noFill/>
            <a:prstDash val="solid"/>
          </a:ln>
        </p:spPr>
      </p:sp>
      <p:sp>
        <p:nvSpPr>
          <p:cNvPr id="3209" name="01_find_only_3208">
            <a:extLst>
              <a:ext uri="{FF2B5EF4-FFF2-40B4-BE49-F238E27FC236}">
                <a16:creationId xmlns:a16="http://schemas.microsoft.com/office/drawing/2014/main" id="{B0F8E822-B158-4641-9CD0-A2FC9C6D6386}"/>
              </a:ext>
            </a:extLst>
          </p:cNvPr>
          <p:cNvSpPr>
            <a:spLocks noGrp="1"/>
          </p:cNvSpPr>
          <p:nvPr/>
        </p:nvSpPr>
        <p:spPr>
          <a:xfrm>
            <a:off x="5273014" y="6173800"/>
            <a:ext cx="28398" cy="28398"/>
          </a:xfrm>
          <a:prstGeom prst="ellipse">
            <a:avLst/>
          </a:prstGeom>
          <a:solidFill>
            <a:srgbClr val="7F8C97">
              <a:alpha val="48000"/>
            </a:srgbClr>
          </a:solidFill>
          <a:ln w="0">
            <a:noFill/>
            <a:prstDash val="solid"/>
          </a:ln>
        </p:spPr>
      </p:sp>
      <p:sp>
        <p:nvSpPr>
          <p:cNvPr id="3210" name="01_find_only_3209">
            <a:extLst>
              <a:ext uri="{FF2B5EF4-FFF2-40B4-BE49-F238E27FC236}">
                <a16:creationId xmlns:a16="http://schemas.microsoft.com/office/drawing/2014/main" id="{46FA5A01-15B0-46F1-8796-853A5B04035D}"/>
              </a:ext>
            </a:extLst>
          </p:cNvPr>
          <p:cNvSpPr>
            <a:spLocks noGrp="1"/>
          </p:cNvSpPr>
          <p:nvPr/>
        </p:nvSpPr>
        <p:spPr>
          <a:xfrm>
            <a:off x="5252507" y="6173800"/>
            <a:ext cx="28398" cy="28398"/>
          </a:xfrm>
          <a:prstGeom prst="ellipse">
            <a:avLst/>
          </a:prstGeom>
          <a:solidFill>
            <a:srgbClr val="7F8C97">
              <a:alpha val="48000"/>
            </a:srgbClr>
          </a:solidFill>
          <a:ln w="0">
            <a:noFill/>
            <a:prstDash val="solid"/>
          </a:ln>
        </p:spPr>
      </p:sp>
      <p:sp>
        <p:nvSpPr>
          <p:cNvPr id="3211" name="01_find_only_3210">
            <a:extLst>
              <a:ext uri="{FF2B5EF4-FFF2-40B4-BE49-F238E27FC236}">
                <a16:creationId xmlns:a16="http://schemas.microsoft.com/office/drawing/2014/main" id="{BBE2851A-61C5-4518-A5E7-96FF17C6D2E2}"/>
              </a:ext>
            </a:extLst>
          </p:cNvPr>
          <p:cNvSpPr>
            <a:spLocks noGrp="1"/>
          </p:cNvSpPr>
          <p:nvPr/>
        </p:nvSpPr>
        <p:spPr>
          <a:xfrm>
            <a:off x="5306398" y="6173800"/>
            <a:ext cx="28398" cy="28398"/>
          </a:xfrm>
          <a:prstGeom prst="ellipse">
            <a:avLst/>
          </a:prstGeom>
          <a:solidFill>
            <a:srgbClr val="7F8C97">
              <a:alpha val="48000"/>
            </a:srgbClr>
          </a:solidFill>
          <a:ln w="0">
            <a:noFill/>
            <a:prstDash val="solid"/>
          </a:ln>
        </p:spPr>
      </p:sp>
      <p:sp>
        <p:nvSpPr>
          <p:cNvPr id="3212" name="01_find_only_3211">
            <a:extLst>
              <a:ext uri="{FF2B5EF4-FFF2-40B4-BE49-F238E27FC236}">
                <a16:creationId xmlns:a16="http://schemas.microsoft.com/office/drawing/2014/main" id="{4A79AAF9-4ACC-4BA9-ADFE-4253199281EF}"/>
              </a:ext>
            </a:extLst>
          </p:cNvPr>
          <p:cNvSpPr>
            <a:spLocks noGrp="1"/>
          </p:cNvSpPr>
          <p:nvPr/>
        </p:nvSpPr>
        <p:spPr>
          <a:xfrm>
            <a:off x="5265384" y="6173800"/>
            <a:ext cx="28398" cy="28398"/>
          </a:xfrm>
          <a:prstGeom prst="ellipse">
            <a:avLst/>
          </a:prstGeom>
          <a:solidFill>
            <a:srgbClr val="7F8C97">
              <a:alpha val="48000"/>
            </a:srgbClr>
          </a:solidFill>
          <a:ln w="0">
            <a:noFill/>
            <a:prstDash val="solid"/>
          </a:ln>
        </p:spPr>
      </p:sp>
      <p:sp>
        <p:nvSpPr>
          <p:cNvPr id="3213" name="01_find_only_3212">
            <a:extLst>
              <a:ext uri="{FF2B5EF4-FFF2-40B4-BE49-F238E27FC236}">
                <a16:creationId xmlns:a16="http://schemas.microsoft.com/office/drawing/2014/main" id="{CB3ACC61-E48B-4CBD-8BF1-CF068ABA3DA3}"/>
              </a:ext>
            </a:extLst>
          </p:cNvPr>
          <p:cNvSpPr>
            <a:spLocks noGrp="1"/>
          </p:cNvSpPr>
          <p:nvPr/>
        </p:nvSpPr>
        <p:spPr>
          <a:xfrm>
            <a:off x="5293998" y="6173800"/>
            <a:ext cx="28398" cy="28398"/>
          </a:xfrm>
          <a:prstGeom prst="ellipse">
            <a:avLst/>
          </a:prstGeom>
          <a:solidFill>
            <a:srgbClr val="7F8C97">
              <a:alpha val="48000"/>
            </a:srgbClr>
          </a:solidFill>
          <a:ln w="0">
            <a:noFill/>
            <a:prstDash val="solid"/>
          </a:ln>
        </p:spPr>
      </p:sp>
      <p:sp>
        <p:nvSpPr>
          <p:cNvPr id="3214" name="01_find_only_3213">
            <a:extLst>
              <a:ext uri="{FF2B5EF4-FFF2-40B4-BE49-F238E27FC236}">
                <a16:creationId xmlns:a16="http://schemas.microsoft.com/office/drawing/2014/main" id="{3A8A76A7-54CF-4AB4-8F43-E5646C465830}"/>
              </a:ext>
            </a:extLst>
          </p:cNvPr>
          <p:cNvSpPr>
            <a:spLocks noGrp="1"/>
          </p:cNvSpPr>
          <p:nvPr/>
        </p:nvSpPr>
        <p:spPr>
          <a:xfrm>
            <a:off x="5283888" y="6173800"/>
            <a:ext cx="28398" cy="28398"/>
          </a:xfrm>
          <a:prstGeom prst="ellipse">
            <a:avLst/>
          </a:prstGeom>
          <a:solidFill>
            <a:srgbClr val="7F8C97">
              <a:alpha val="48000"/>
            </a:srgbClr>
          </a:solidFill>
          <a:ln w="0">
            <a:noFill/>
            <a:prstDash val="solid"/>
          </a:ln>
        </p:spPr>
      </p:sp>
      <p:sp>
        <p:nvSpPr>
          <p:cNvPr id="3215" name="01_find_only_3214">
            <a:extLst>
              <a:ext uri="{FF2B5EF4-FFF2-40B4-BE49-F238E27FC236}">
                <a16:creationId xmlns:a16="http://schemas.microsoft.com/office/drawing/2014/main" id="{3EAB45C1-FD2C-4327-A1A0-6C91A9B4A438}"/>
              </a:ext>
            </a:extLst>
          </p:cNvPr>
          <p:cNvSpPr>
            <a:spLocks noGrp="1"/>
          </p:cNvSpPr>
          <p:nvPr/>
        </p:nvSpPr>
        <p:spPr>
          <a:xfrm>
            <a:off x="5274445" y="6151157"/>
            <a:ext cx="28398" cy="28398"/>
          </a:xfrm>
          <a:prstGeom prst="ellipse">
            <a:avLst/>
          </a:prstGeom>
          <a:solidFill>
            <a:srgbClr val="7F8C97">
              <a:alpha val="48000"/>
            </a:srgbClr>
          </a:solidFill>
          <a:ln w="0">
            <a:noFill/>
            <a:prstDash val="solid"/>
          </a:ln>
        </p:spPr>
      </p:sp>
      <p:sp>
        <p:nvSpPr>
          <p:cNvPr id="3216" name="01_find_only_3215">
            <a:extLst>
              <a:ext uri="{FF2B5EF4-FFF2-40B4-BE49-F238E27FC236}">
                <a16:creationId xmlns:a16="http://schemas.microsoft.com/office/drawing/2014/main" id="{DEAD1560-B296-483F-BFC5-CC896F07DED1}"/>
              </a:ext>
            </a:extLst>
          </p:cNvPr>
          <p:cNvSpPr>
            <a:spLocks noGrp="1"/>
          </p:cNvSpPr>
          <p:nvPr/>
        </p:nvSpPr>
        <p:spPr>
          <a:xfrm>
            <a:off x="5252221" y="5539792"/>
            <a:ext cx="28398" cy="28398"/>
          </a:xfrm>
          <a:prstGeom prst="ellipse">
            <a:avLst/>
          </a:prstGeom>
          <a:solidFill>
            <a:srgbClr val="7F8C97">
              <a:alpha val="48000"/>
            </a:srgbClr>
          </a:solidFill>
          <a:ln w="0">
            <a:noFill/>
            <a:prstDash val="solid"/>
          </a:ln>
        </p:spPr>
      </p:sp>
      <p:sp>
        <p:nvSpPr>
          <p:cNvPr id="3217" name="01_find_only_3216">
            <a:extLst>
              <a:ext uri="{FF2B5EF4-FFF2-40B4-BE49-F238E27FC236}">
                <a16:creationId xmlns:a16="http://schemas.microsoft.com/office/drawing/2014/main" id="{C88BF02A-6632-4A2D-9D78-816C731B5286}"/>
              </a:ext>
            </a:extLst>
          </p:cNvPr>
          <p:cNvSpPr>
            <a:spLocks noGrp="1"/>
          </p:cNvSpPr>
          <p:nvPr/>
        </p:nvSpPr>
        <p:spPr>
          <a:xfrm>
            <a:off x="5337873" y="6173800"/>
            <a:ext cx="28398" cy="28398"/>
          </a:xfrm>
          <a:prstGeom prst="ellipse">
            <a:avLst/>
          </a:prstGeom>
          <a:solidFill>
            <a:srgbClr val="7F8C97">
              <a:alpha val="48000"/>
            </a:srgbClr>
          </a:solidFill>
          <a:ln w="0">
            <a:noFill/>
            <a:prstDash val="solid"/>
          </a:ln>
        </p:spPr>
      </p:sp>
      <p:sp>
        <p:nvSpPr>
          <p:cNvPr id="3218" name="01_find_only_3217">
            <a:extLst>
              <a:ext uri="{FF2B5EF4-FFF2-40B4-BE49-F238E27FC236}">
                <a16:creationId xmlns:a16="http://schemas.microsoft.com/office/drawing/2014/main" id="{7F4F70C6-CBC7-45BB-A5A3-C07C443C5413}"/>
              </a:ext>
            </a:extLst>
          </p:cNvPr>
          <p:cNvSpPr>
            <a:spLocks noGrp="1"/>
          </p:cNvSpPr>
          <p:nvPr/>
        </p:nvSpPr>
        <p:spPr>
          <a:xfrm>
            <a:off x="5253556" y="6015298"/>
            <a:ext cx="28398" cy="28398"/>
          </a:xfrm>
          <a:prstGeom prst="ellipse">
            <a:avLst/>
          </a:prstGeom>
          <a:solidFill>
            <a:srgbClr val="7F8C97">
              <a:alpha val="48000"/>
            </a:srgbClr>
          </a:solidFill>
          <a:ln w="0">
            <a:noFill/>
            <a:prstDash val="solid"/>
          </a:ln>
        </p:spPr>
      </p:sp>
      <p:sp>
        <p:nvSpPr>
          <p:cNvPr id="3219" name="01_find_only_3218">
            <a:extLst>
              <a:ext uri="{FF2B5EF4-FFF2-40B4-BE49-F238E27FC236}">
                <a16:creationId xmlns:a16="http://schemas.microsoft.com/office/drawing/2014/main" id="{78CCBE1D-6156-42A0-889E-20BAA7CD13D9}"/>
              </a:ext>
            </a:extLst>
          </p:cNvPr>
          <p:cNvSpPr>
            <a:spLocks noGrp="1"/>
          </p:cNvSpPr>
          <p:nvPr/>
        </p:nvSpPr>
        <p:spPr>
          <a:xfrm>
            <a:off x="5330815" y="6173800"/>
            <a:ext cx="28398" cy="28398"/>
          </a:xfrm>
          <a:prstGeom prst="ellipse">
            <a:avLst/>
          </a:prstGeom>
          <a:solidFill>
            <a:srgbClr val="7F8C97">
              <a:alpha val="48000"/>
            </a:srgbClr>
          </a:solidFill>
          <a:ln w="0">
            <a:noFill/>
            <a:prstDash val="solid"/>
          </a:ln>
        </p:spPr>
      </p:sp>
      <p:sp>
        <p:nvSpPr>
          <p:cNvPr id="3220" name="01_find_only_3219">
            <a:extLst>
              <a:ext uri="{FF2B5EF4-FFF2-40B4-BE49-F238E27FC236}">
                <a16:creationId xmlns:a16="http://schemas.microsoft.com/office/drawing/2014/main" id="{A782DF5B-6265-446F-B632-AD70423393FC}"/>
              </a:ext>
            </a:extLst>
          </p:cNvPr>
          <p:cNvSpPr>
            <a:spLocks noGrp="1"/>
          </p:cNvSpPr>
          <p:nvPr/>
        </p:nvSpPr>
        <p:spPr>
          <a:xfrm>
            <a:off x="5285318" y="4905784"/>
            <a:ext cx="28398" cy="28398"/>
          </a:xfrm>
          <a:prstGeom prst="ellipse">
            <a:avLst/>
          </a:prstGeom>
          <a:solidFill>
            <a:srgbClr val="7F8C97">
              <a:alpha val="48000"/>
            </a:srgbClr>
          </a:solidFill>
          <a:ln w="0">
            <a:noFill/>
            <a:prstDash val="solid"/>
          </a:ln>
        </p:spPr>
      </p:sp>
      <p:sp>
        <p:nvSpPr>
          <p:cNvPr id="3221" name="01_find_only_3220">
            <a:extLst>
              <a:ext uri="{FF2B5EF4-FFF2-40B4-BE49-F238E27FC236}">
                <a16:creationId xmlns:a16="http://schemas.microsoft.com/office/drawing/2014/main" id="{E179E44D-9D7C-45DD-8692-1382813499D3}"/>
              </a:ext>
            </a:extLst>
          </p:cNvPr>
          <p:cNvSpPr>
            <a:spLocks noGrp="1"/>
          </p:cNvSpPr>
          <p:nvPr/>
        </p:nvSpPr>
        <p:spPr>
          <a:xfrm>
            <a:off x="5341784" y="5222788"/>
            <a:ext cx="28398" cy="28398"/>
          </a:xfrm>
          <a:prstGeom prst="ellipse">
            <a:avLst/>
          </a:prstGeom>
          <a:solidFill>
            <a:srgbClr val="7F8C97">
              <a:alpha val="48000"/>
            </a:srgbClr>
          </a:solidFill>
          <a:ln w="0">
            <a:noFill/>
            <a:prstDash val="solid"/>
          </a:ln>
        </p:spPr>
      </p:sp>
      <p:sp>
        <p:nvSpPr>
          <p:cNvPr id="3222" name="01_find_only_3221">
            <a:extLst>
              <a:ext uri="{FF2B5EF4-FFF2-40B4-BE49-F238E27FC236}">
                <a16:creationId xmlns:a16="http://schemas.microsoft.com/office/drawing/2014/main" id="{F8A76141-3734-4770-8371-05D838EFEB1C}"/>
              </a:ext>
            </a:extLst>
          </p:cNvPr>
          <p:cNvSpPr>
            <a:spLocks noGrp="1"/>
          </p:cNvSpPr>
          <p:nvPr/>
        </p:nvSpPr>
        <p:spPr>
          <a:xfrm>
            <a:off x="5311930" y="4905784"/>
            <a:ext cx="28398" cy="28398"/>
          </a:xfrm>
          <a:prstGeom prst="ellipse">
            <a:avLst/>
          </a:prstGeom>
          <a:solidFill>
            <a:srgbClr val="7F8C97">
              <a:alpha val="48000"/>
            </a:srgbClr>
          </a:solidFill>
          <a:ln w="0">
            <a:noFill/>
            <a:prstDash val="solid"/>
          </a:ln>
        </p:spPr>
      </p:sp>
      <p:sp>
        <p:nvSpPr>
          <p:cNvPr id="3223" name="01_find_only_3222">
            <a:extLst>
              <a:ext uri="{FF2B5EF4-FFF2-40B4-BE49-F238E27FC236}">
                <a16:creationId xmlns:a16="http://schemas.microsoft.com/office/drawing/2014/main" id="{964FEE2B-99F6-4B9A-9906-396851B455F5}"/>
              </a:ext>
            </a:extLst>
          </p:cNvPr>
          <p:cNvSpPr>
            <a:spLocks noGrp="1"/>
          </p:cNvSpPr>
          <p:nvPr/>
        </p:nvSpPr>
        <p:spPr>
          <a:xfrm>
            <a:off x="5318416" y="6173800"/>
            <a:ext cx="28398" cy="28398"/>
          </a:xfrm>
          <a:prstGeom prst="ellipse">
            <a:avLst/>
          </a:prstGeom>
          <a:solidFill>
            <a:srgbClr val="7F8C97">
              <a:alpha val="48000"/>
            </a:srgbClr>
          </a:solidFill>
          <a:ln w="0">
            <a:noFill/>
            <a:prstDash val="solid"/>
          </a:ln>
        </p:spPr>
      </p:sp>
      <p:sp>
        <p:nvSpPr>
          <p:cNvPr id="3224" name="01_find_only_3223">
            <a:extLst>
              <a:ext uri="{FF2B5EF4-FFF2-40B4-BE49-F238E27FC236}">
                <a16:creationId xmlns:a16="http://schemas.microsoft.com/office/drawing/2014/main" id="{06BB1798-DF14-4C07-A907-E5547CD1E7FB}"/>
              </a:ext>
            </a:extLst>
          </p:cNvPr>
          <p:cNvSpPr>
            <a:spLocks noGrp="1"/>
          </p:cNvSpPr>
          <p:nvPr/>
        </p:nvSpPr>
        <p:spPr>
          <a:xfrm>
            <a:off x="5276543" y="5821573"/>
            <a:ext cx="28398" cy="28398"/>
          </a:xfrm>
          <a:prstGeom prst="ellipse">
            <a:avLst/>
          </a:prstGeom>
          <a:solidFill>
            <a:srgbClr val="7F8C97">
              <a:alpha val="48000"/>
            </a:srgbClr>
          </a:solidFill>
          <a:ln w="0">
            <a:noFill/>
            <a:prstDash val="solid"/>
          </a:ln>
        </p:spPr>
      </p:sp>
      <p:sp>
        <p:nvSpPr>
          <p:cNvPr id="3225" name="01_find_only_3224">
            <a:extLst>
              <a:ext uri="{FF2B5EF4-FFF2-40B4-BE49-F238E27FC236}">
                <a16:creationId xmlns:a16="http://schemas.microsoft.com/office/drawing/2014/main" id="{10291926-7A4B-4F86-84B7-F81516EF6037}"/>
              </a:ext>
            </a:extLst>
          </p:cNvPr>
          <p:cNvSpPr>
            <a:spLocks noGrp="1"/>
          </p:cNvSpPr>
          <p:nvPr/>
        </p:nvSpPr>
        <p:spPr>
          <a:xfrm>
            <a:off x="5336443" y="5751128"/>
            <a:ext cx="28398" cy="28398"/>
          </a:xfrm>
          <a:prstGeom prst="ellipse">
            <a:avLst/>
          </a:prstGeom>
          <a:solidFill>
            <a:srgbClr val="7F8C97">
              <a:alpha val="48000"/>
            </a:srgbClr>
          </a:solidFill>
          <a:ln w="0">
            <a:noFill/>
            <a:prstDash val="solid"/>
          </a:ln>
        </p:spPr>
      </p:sp>
      <p:sp>
        <p:nvSpPr>
          <p:cNvPr id="3226" name="01_find_only_3225">
            <a:extLst>
              <a:ext uri="{FF2B5EF4-FFF2-40B4-BE49-F238E27FC236}">
                <a16:creationId xmlns:a16="http://schemas.microsoft.com/office/drawing/2014/main" id="{F03F8620-B977-439B-A1A3-85455B16981D}"/>
              </a:ext>
            </a:extLst>
          </p:cNvPr>
          <p:cNvSpPr>
            <a:spLocks noGrp="1"/>
          </p:cNvSpPr>
          <p:nvPr/>
        </p:nvSpPr>
        <p:spPr>
          <a:xfrm>
            <a:off x="5318606" y="5251607"/>
            <a:ext cx="28398" cy="28398"/>
          </a:xfrm>
          <a:prstGeom prst="ellipse">
            <a:avLst/>
          </a:prstGeom>
          <a:solidFill>
            <a:srgbClr val="7F8C97">
              <a:alpha val="48000"/>
            </a:srgbClr>
          </a:solidFill>
          <a:ln w="0">
            <a:noFill/>
            <a:prstDash val="solid"/>
          </a:ln>
        </p:spPr>
      </p:sp>
      <p:sp>
        <p:nvSpPr>
          <p:cNvPr id="3227" name="01_find_only_3226">
            <a:extLst>
              <a:ext uri="{FF2B5EF4-FFF2-40B4-BE49-F238E27FC236}">
                <a16:creationId xmlns:a16="http://schemas.microsoft.com/office/drawing/2014/main" id="{28A300A4-2450-4EBC-9534-DB6ED6DEEC5D}"/>
              </a:ext>
            </a:extLst>
          </p:cNvPr>
          <p:cNvSpPr>
            <a:spLocks noGrp="1"/>
          </p:cNvSpPr>
          <p:nvPr/>
        </p:nvSpPr>
        <p:spPr>
          <a:xfrm>
            <a:off x="5264144" y="6173800"/>
            <a:ext cx="28398" cy="28398"/>
          </a:xfrm>
          <a:prstGeom prst="ellipse">
            <a:avLst/>
          </a:prstGeom>
          <a:solidFill>
            <a:srgbClr val="7F8C97">
              <a:alpha val="48000"/>
            </a:srgbClr>
          </a:solidFill>
          <a:ln w="0">
            <a:noFill/>
            <a:prstDash val="solid"/>
          </a:ln>
        </p:spPr>
      </p:sp>
      <p:sp>
        <p:nvSpPr>
          <p:cNvPr id="3228" name="01_find_only_3227">
            <a:extLst>
              <a:ext uri="{FF2B5EF4-FFF2-40B4-BE49-F238E27FC236}">
                <a16:creationId xmlns:a16="http://schemas.microsoft.com/office/drawing/2014/main" id="{57DABE9D-43F6-4471-B0C6-134585B4AF10}"/>
              </a:ext>
            </a:extLst>
          </p:cNvPr>
          <p:cNvSpPr>
            <a:spLocks noGrp="1"/>
          </p:cNvSpPr>
          <p:nvPr/>
        </p:nvSpPr>
        <p:spPr>
          <a:xfrm>
            <a:off x="5316985" y="5920197"/>
            <a:ext cx="28398" cy="28398"/>
          </a:xfrm>
          <a:prstGeom prst="ellipse">
            <a:avLst/>
          </a:prstGeom>
          <a:solidFill>
            <a:srgbClr val="7F8C97">
              <a:alpha val="48000"/>
            </a:srgbClr>
          </a:solidFill>
          <a:ln w="0">
            <a:noFill/>
            <a:prstDash val="solid"/>
          </a:ln>
        </p:spPr>
      </p:sp>
      <p:sp>
        <p:nvSpPr>
          <p:cNvPr id="3229" name="01_find_only_3228">
            <a:extLst>
              <a:ext uri="{FF2B5EF4-FFF2-40B4-BE49-F238E27FC236}">
                <a16:creationId xmlns:a16="http://schemas.microsoft.com/office/drawing/2014/main" id="{75CE490D-8F51-4494-B1AF-E0FE59B74A41}"/>
              </a:ext>
            </a:extLst>
          </p:cNvPr>
          <p:cNvSpPr>
            <a:spLocks noGrp="1"/>
          </p:cNvSpPr>
          <p:nvPr/>
        </p:nvSpPr>
        <p:spPr>
          <a:xfrm>
            <a:off x="5269008" y="6173800"/>
            <a:ext cx="28398" cy="28398"/>
          </a:xfrm>
          <a:prstGeom prst="ellipse">
            <a:avLst/>
          </a:prstGeom>
          <a:solidFill>
            <a:srgbClr val="7F8C97">
              <a:alpha val="48000"/>
            </a:srgbClr>
          </a:solidFill>
          <a:ln w="0">
            <a:noFill/>
            <a:prstDash val="solid"/>
          </a:ln>
        </p:spPr>
      </p:sp>
      <p:sp>
        <p:nvSpPr>
          <p:cNvPr id="3230" name="01_find_only_3229">
            <a:extLst>
              <a:ext uri="{FF2B5EF4-FFF2-40B4-BE49-F238E27FC236}">
                <a16:creationId xmlns:a16="http://schemas.microsoft.com/office/drawing/2014/main" id="{66FEA30E-DFCC-4BE0-AE29-108D5BB8AECC}"/>
              </a:ext>
            </a:extLst>
          </p:cNvPr>
          <p:cNvSpPr>
            <a:spLocks noGrp="1"/>
          </p:cNvSpPr>
          <p:nvPr/>
        </p:nvSpPr>
        <p:spPr>
          <a:xfrm>
            <a:off x="5276448" y="5751128"/>
            <a:ext cx="28398" cy="28398"/>
          </a:xfrm>
          <a:prstGeom prst="ellipse">
            <a:avLst/>
          </a:prstGeom>
          <a:solidFill>
            <a:srgbClr val="7F8C97">
              <a:alpha val="48000"/>
            </a:srgbClr>
          </a:solidFill>
          <a:ln w="0">
            <a:noFill/>
            <a:prstDash val="solid"/>
          </a:ln>
        </p:spPr>
      </p:sp>
      <p:sp>
        <p:nvSpPr>
          <p:cNvPr id="3231" name="01_find_only_3230">
            <a:extLst>
              <a:ext uri="{FF2B5EF4-FFF2-40B4-BE49-F238E27FC236}">
                <a16:creationId xmlns:a16="http://schemas.microsoft.com/office/drawing/2014/main" id="{CBF58E1A-49BB-4EE6-AA91-5A2DE03DDBB0}"/>
              </a:ext>
            </a:extLst>
          </p:cNvPr>
          <p:cNvSpPr>
            <a:spLocks noGrp="1"/>
          </p:cNvSpPr>
          <p:nvPr/>
        </p:nvSpPr>
        <p:spPr>
          <a:xfrm>
            <a:off x="5335680" y="6173800"/>
            <a:ext cx="28398" cy="28398"/>
          </a:xfrm>
          <a:prstGeom prst="ellipse">
            <a:avLst/>
          </a:prstGeom>
          <a:solidFill>
            <a:srgbClr val="7F8C97">
              <a:alpha val="48000"/>
            </a:srgbClr>
          </a:solidFill>
          <a:ln w="0">
            <a:noFill/>
            <a:prstDash val="solid"/>
          </a:ln>
        </p:spPr>
      </p:sp>
      <p:sp>
        <p:nvSpPr>
          <p:cNvPr id="3232" name="01_find_only_3231">
            <a:extLst>
              <a:ext uri="{FF2B5EF4-FFF2-40B4-BE49-F238E27FC236}">
                <a16:creationId xmlns:a16="http://schemas.microsoft.com/office/drawing/2014/main" id="{3DE20E30-2A2A-428A-BD64-2B0D142F3565}"/>
              </a:ext>
            </a:extLst>
          </p:cNvPr>
          <p:cNvSpPr>
            <a:spLocks noGrp="1"/>
          </p:cNvSpPr>
          <p:nvPr/>
        </p:nvSpPr>
        <p:spPr>
          <a:xfrm>
            <a:off x="5277974" y="4905784"/>
            <a:ext cx="28398" cy="28398"/>
          </a:xfrm>
          <a:prstGeom prst="ellipse">
            <a:avLst/>
          </a:prstGeom>
          <a:solidFill>
            <a:srgbClr val="7F8C97">
              <a:alpha val="48000"/>
            </a:srgbClr>
          </a:solidFill>
          <a:ln w="0">
            <a:noFill/>
            <a:prstDash val="solid"/>
          </a:ln>
        </p:spPr>
      </p:sp>
      <p:sp>
        <p:nvSpPr>
          <p:cNvPr id="3233" name="01_find_only_3232">
            <a:extLst>
              <a:ext uri="{FF2B5EF4-FFF2-40B4-BE49-F238E27FC236}">
                <a16:creationId xmlns:a16="http://schemas.microsoft.com/office/drawing/2014/main" id="{A3FB7A58-5080-4809-932A-99CEB2349245}"/>
              </a:ext>
            </a:extLst>
          </p:cNvPr>
          <p:cNvSpPr>
            <a:spLocks noGrp="1"/>
          </p:cNvSpPr>
          <p:nvPr/>
        </p:nvSpPr>
        <p:spPr>
          <a:xfrm>
            <a:off x="5330338" y="6173800"/>
            <a:ext cx="28398" cy="28398"/>
          </a:xfrm>
          <a:prstGeom prst="ellipse">
            <a:avLst/>
          </a:prstGeom>
          <a:solidFill>
            <a:srgbClr val="7F8C97">
              <a:alpha val="48000"/>
            </a:srgbClr>
          </a:solidFill>
          <a:ln w="0">
            <a:noFill/>
            <a:prstDash val="solid"/>
          </a:ln>
        </p:spPr>
      </p:sp>
      <p:sp>
        <p:nvSpPr>
          <p:cNvPr id="3234" name="01_find_only_3233">
            <a:extLst>
              <a:ext uri="{FF2B5EF4-FFF2-40B4-BE49-F238E27FC236}">
                <a16:creationId xmlns:a16="http://schemas.microsoft.com/office/drawing/2014/main" id="{0E2199D1-EFC2-4064-9250-41CEBA7BAAF7}"/>
              </a:ext>
            </a:extLst>
          </p:cNvPr>
          <p:cNvSpPr>
            <a:spLocks noGrp="1"/>
          </p:cNvSpPr>
          <p:nvPr/>
        </p:nvSpPr>
        <p:spPr>
          <a:xfrm>
            <a:off x="5331101" y="4905784"/>
            <a:ext cx="28398" cy="28398"/>
          </a:xfrm>
          <a:prstGeom prst="ellipse">
            <a:avLst/>
          </a:prstGeom>
          <a:solidFill>
            <a:srgbClr val="7F8C97">
              <a:alpha val="48000"/>
            </a:srgbClr>
          </a:solidFill>
          <a:ln w="0">
            <a:noFill/>
            <a:prstDash val="solid"/>
          </a:ln>
        </p:spPr>
      </p:sp>
      <p:sp>
        <p:nvSpPr>
          <p:cNvPr id="3235" name="01_find_only_3234">
            <a:extLst>
              <a:ext uri="{FF2B5EF4-FFF2-40B4-BE49-F238E27FC236}">
                <a16:creationId xmlns:a16="http://schemas.microsoft.com/office/drawing/2014/main" id="{A2637635-C199-4EE1-BCD4-00653160DF25}"/>
              </a:ext>
            </a:extLst>
          </p:cNvPr>
          <p:cNvSpPr>
            <a:spLocks noGrp="1"/>
          </p:cNvSpPr>
          <p:nvPr/>
        </p:nvSpPr>
        <p:spPr>
          <a:xfrm>
            <a:off x="5333581" y="5751128"/>
            <a:ext cx="28398" cy="28398"/>
          </a:xfrm>
          <a:prstGeom prst="ellipse">
            <a:avLst/>
          </a:prstGeom>
          <a:solidFill>
            <a:srgbClr val="7F8C97">
              <a:alpha val="48000"/>
            </a:srgbClr>
          </a:solidFill>
          <a:ln w="0">
            <a:noFill/>
            <a:prstDash val="solid"/>
          </a:ln>
        </p:spPr>
      </p:sp>
      <p:sp>
        <p:nvSpPr>
          <p:cNvPr id="3236" name="01_find_only_3235">
            <a:extLst>
              <a:ext uri="{FF2B5EF4-FFF2-40B4-BE49-F238E27FC236}">
                <a16:creationId xmlns:a16="http://schemas.microsoft.com/office/drawing/2014/main" id="{D1D1C2CD-9BF8-4A7B-9128-8C0E046C40BE}"/>
              </a:ext>
            </a:extLst>
          </p:cNvPr>
          <p:cNvSpPr>
            <a:spLocks noGrp="1"/>
          </p:cNvSpPr>
          <p:nvPr/>
        </p:nvSpPr>
        <p:spPr>
          <a:xfrm>
            <a:off x="5278737" y="5412990"/>
            <a:ext cx="28398" cy="28398"/>
          </a:xfrm>
          <a:prstGeom prst="ellipse">
            <a:avLst/>
          </a:prstGeom>
          <a:solidFill>
            <a:srgbClr val="7F8C97">
              <a:alpha val="48000"/>
            </a:srgbClr>
          </a:solidFill>
          <a:ln w="0">
            <a:noFill/>
            <a:prstDash val="solid"/>
          </a:ln>
        </p:spPr>
      </p:sp>
      <p:sp>
        <p:nvSpPr>
          <p:cNvPr id="3237" name="01_find_only_3236">
            <a:extLst>
              <a:ext uri="{FF2B5EF4-FFF2-40B4-BE49-F238E27FC236}">
                <a16:creationId xmlns:a16="http://schemas.microsoft.com/office/drawing/2014/main" id="{5334A3EF-1D96-4DA0-B8D7-B1CD2D4FEE52}"/>
              </a:ext>
            </a:extLst>
          </p:cNvPr>
          <p:cNvSpPr>
            <a:spLocks noGrp="1"/>
          </p:cNvSpPr>
          <p:nvPr/>
        </p:nvSpPr>
        <p:spPr>
          <a:xfrm>
            <a:off x="5264334" y="5539792"/>
            <a:ext cx="28398" cy="28398"/>
          </a:xfrm>
          <a:prstGeom prst="ellipse">
            <a:avLst/>
          </a:prstGeom>
          <a:solidFill>
            <a:srgbClr val="7F8C97">
              <a:alpha val="48000"/>
            </a:srgbClr>
          </a:solidFill>
          <a:ln w="0">
            <a:noFill/>
            <a:prstDash val="solid"/>
          </a:ln>
        </p:spPr>
      </p:sp>
      <p:sp>
        <p:nvSpPr>
          <p:cNvPr id="3238" name="01_find_only_3237">
            <a:extLst>
              <a:ext uri="{FF2B5EF4-FFF2-40B4-BE49-F238E27FC236}">
                <a16:creationId xmlns:a16="http://schemas.microsoft.com/office/drawing/2014/main" id="{99E42717-5A0F-4E88-8996-59E1004F31FA}"/>
              </a:ext>
            </a:extLst>
          </p:cNvPr>
          <p:cNvSpPr>
            <a:spLocks noGrp="1"/>
          </p:cNvSpPr>
          <p:nvPr/>
        </p:nvSpPr>
        <p:spPr>
          <a:xfrm>
            <a:off x="5319846" y="6173800"/>
            <a:ext cx="28398" cy="28398"/>
          </a:xfrm>
          <a:prstGeom prst="ellipse">
            <a:avLst/>
          </a:prstGeom>
          <a:solidFill>
            <a:srgbClr val="7F8C97">
              <a:alpha val="48000"/>
            </a:srgbClr>
          </a:solidFill>
          <a:ln w="0">
            <a:noFill/>
            <a:prstDash val="solid"/>
          </a:ln>
        </p:spPr>
      </p:sp>
      <p:sp>
        <p:nvSpPr>
          <p:cNvPr id="3239" name="01_find_only_3238">
            <a:extLst>
              <a:ext uri="{FF2B5EF4-FFF2-40B4-BE49-F238E27FC236}">
                <a16:creationId xmlns:a16="http://schemas.microsoft.com/office/drawing/2014/main" id="{DDA0A440-6FCF-4EE0-A4FA-73FE4D8FC49A}"/>
              </a:ext>
            </a:extLst>
          </p:cNvPr>
          <p:cNvSpPr>
            <a:spLocks noGrp="1"/>
          </p:cNvSpPr>
          <p:nvPr/>
        </p:nvSpPr>
        <p:spPr>
          <a:xfrm>
            <a:off x="5259851" y="6173800"/>
            <a:ext cx="28398" cy="28398"/>
          </a:xfrm>
          <a:prstGeom prst="ellipse">
            <a:avLst/>
          </a:prstGeom>
          <a:solidFill>
            <a:srgbClr val="7F8C97">
              <a:alpha val="48000"/>
            </a:srgbClr>
          </a:solidFill>
          <a:ln w="0">
            <a:noFill/>
            <a:prstDash val="solid"/>
          </a:ln>
        </p:spPr>
      </p:sp>
      <p:sp>
        <p:nvSpPr>
          <p:cNvPr id="3240" name="01_find_only_3239">
            <a:extLst>
              <a:ext uri="{FF2B5EF4-FFF2-40B4-BE49-F238E27FC236}">
                <a16:creationId xmlns:a16="http://schemas.microsoft.com/office/drawing/2014/main" id="{4206D5E4-B3AB-4C95-BF26-C2CC80DB9BB0}"/>
              </a:ext>
            </a:extLst>
          </p:cNvPr>
          <p:cNvSpPr>
            <a:spLocks noGrp="1"/>
          </p:cNvSpPr>
          <p:nvPr/>
        </p:nvSpPr>
        <p:spPr>
          <a:xfrm>
            <a:off x="5265860" y="6173800"/>
            <a:ext cx="28398" cy="28398"/>
          </a:xfrm>
          <a:prstGeom prst="ellipse">
            <a:avLst/>
          </a:prstGeom>
          <a:solidFill>
            <a:srgbClr val="7F8C97">
              <a:alpha val="48000"/>
            </a:srgbClr>
          </a:solidFill>
          <a:ln w="0">
            <a:noFill/>
            <a:prstDash val="solid"/>
          </a:ln>
        </p:spPr>
      </p:sp>
      <p:sp>
        <p:nvSpPr>
          <p:cNvPr id="3241" name="01_find_only_3240">
            <a:extLst>
              <a:ext uri="{FF2B5EF4-FFF2-40B4-BE49-F238E27FC236}">
                <a16:creationId xmlns:a16="http://schemas.microsoft.com/office/drawing/2014/main" id="{CCBDD2E0-80D4-4223-A61C-64E378D3F1F3}"/>
              </a:ext>
            </a:extLst>
          </p:cNvPr>
          <p:cNvSpPr>
            <a:spLocks noGrp="1"/>
          </p:cNvSpPr>
          <p:nvPr/>
        </p:nvSpPr>
        <p:spPr>
          <a:xfrm>
            <a:off x="5322231" y="4905784"/>
            <a:ext cx="28398" cy="28398"/>
          </a:xfrm>
          <a:prstGeom prst="ellipse">
            <a:avLst/>
          </a:prstGeom>
          <a:solidFill>
            <a:srgbClr val="7F8C97">
              <a:alpha val="48000"/>
            </a:srgbClr>
          </a:solidFill>
          <a:ln w="0">
            <a:noFill/>
            <a:prstDash val="solid"/>
          </a:ln>
        </p:spPr>
      </p:sp>
      <p:sp>
        <p:nvSpPr>
          <p:cNvPr id="3242" name="01_find_only_3241">
            <a:extLst>
              <a:ext uri="{FF2B5EF4-FFF2-40B4-BE49-F238E27FC236}">
                <a16:creationId xmlns:a16="http://schemas.microsoft.com/office/drawing/2014/main" id="{A1FA1887-D8F6-4250-94AF-63FFA098E2E0}"/>
              </a:ext>
            </a:extLst>
          </p:cNvPr>
          <p:cNvSpPr>
            <a:spLocks noGrp="1"/>
          </p:cNvSpPr>
          <p:nvPr/>
        </p:nvSpPr>
        <p:spPr>
          <a:xfrm>
            <a:off x="5260710" y="4905784"/>
            <a:ext cx="28398" cy="28398"/>
          </a:xfrm>
          <a:prstGeom prst="ellipse">
            <a:avLst/>
          </a:prstGeom>
          <a:solidFill>
            <a:srgbClr val="7F8C97">
              <a:alpha val="48000"/>
            </a:srgbClr>
          </a:solidFill>
          <a:ln w="0">
            <a:noFill/>
            <a:prstDash val="solid"/>
          </a:ln>
        </p:spPr>
      </p:sp>
      <p:sp>
        <p:nvSpPr>
          <p:cNvPr id="3243" name="01_find_only_3242">
            <a:extLst>
              <a:ext uri="{FF2B5EF4-FFF2-40B4-BE49-F238E27FC236}">
                <a16:creationId xmlns:a16="http://schemas.microsoft.com/office/drawing/2014/main" id="{7765A37F-13A5-4BC4-8E65-0ABF61044C22}"/>
              </a:ext>
            </a:extLst>
          </p:cNvPr>
          <p:cNvSpPr>
            <a:spLocks noGrp="1"/>
          </p:cNvSpPr>
          <p:nvPr/>
        </p:nvSpPr>
        <p:spPr>
          <a:xfrm>
            <a:off x="5340544" y="4905784"/>
            <a:ext cx="28398" cy="28398"/>
          </a:xfrm>
          <a:prstGeom prst="ellipse">
            <a:avLst/>
          </a:prstGeom>
          <a:solidFill>
            <a:srgbClr val="7F8C97">
              <a:alpha val="48000"/>
            </a:srgbClr>
          </a:solidFill>
          <a:ln w="0">
            <a:noFill/>
            <a:prstDash val="solid"/>
          </a:ln>
        </p:spPr>
      </p:sp>
      <p:sp>
        <p:nvSpPr>
          <p:cNvPr id="3244" name="01_find_only_3243">
            <a:extLst>
              <a:ext uri="{FF2B5EF4-FFF2-40B4-BE49-F238E27FC236}">
                <a16:creationId xmlns:a16="http://schemas.microsoft.com/office/drawing/2014/main" id="{539277E3-30E2-4DEB-B130-E0F11165B8D5}"/>
              </a:ext>
            </a:extLst>
          </p:cNvPr>
          <p:cNvSpPr>
            <a:spLocks noGrp="1"/>
          </p:cNvSpPr>
          <p:nvPr/>
        </p:nvSpPr>
        <p:spPr>
          <a:xfrm>
            <a:off x="5325951" y="4905784"/>
            <a:ext cx="28398" cy="28398"/>
          </a:xfrm>
          <a:prstGeom prst="ellipse">
            <a:avLst/>
          </a:prstGeom>
          <a:solidFill>
            <a:srgbClr val="7F8C97">
              <a:alpha val="48000"/>
            </a:srgbClr>
          </a:solidFill>
          <a:ln w="0">
            <a:noFill/>
            <a:prstDash val="solid"/>
          </a:ln>
        </p:spPr>
      </p:sp>
      <p:sp>
        <p:nvSpPr>
          <p:cNvPr id="3245" name="01_find_only_3244">
            <a:extLst>
              <a:ext uri="{FF2B5EF4-FFF2-40B4-BE49-F238E27FC236}">
                <a16:creationId xmlns:a16="http://schemas.microsoft.com/office/drawing/2014/main" id="{BD08807B-91F0-4E5E-87C4-C3A9D5D7BDBE}"/>
              </a:ext>
            </a:extLst>
          </p:cNvPr>
          <p:cNvSpPr>
            <a:spLocks noGrp="1"/>
          </p:cNvSpPr>
          <p:nvPr/>
        </p:nvSpPr>
        <p:spPr>
          <a:xfrm>
            <a:off x="5291423" y="4905784"/>
            <a:ext cx="28398" cy="28398"/>
          </a:xfrm>
          <a:prstGeom prst="ellipse">
            <a:avLst/>
          </a:prstGeom>
          <a:solidFill>
            <a:srgbClr val="7F8C97">
              <a:alpha val="48000"/>
            </a:srgbClr>
          </a:solidFill>
          <a:ln w="0">
            <a:noFill/>
            <a:prstDash val="solid"/>
          </a:ln>
        </p:spPr>
      </p:sp>
      <p:sp>
        <p:nvSpPr>
          <p:cNvPr id="3246" name="01_find_only_3245">
            <a:extLst>
              <a:ext uri="{FF2B5EF4-FFF2-40B4-BE49-F238E27FC236}">
                <a16:creationId xmlns:a16="http://schemas.microsoft.com/office/drawing/2014/main" id="{F9AF198C-8185-402C-904E-43C7E40564B1}"/>
              </a:ext>
            </a:extLst>
          </p:cNvPr>
          <p:cNvSpPr>
            <a:spLocks noGrp="1"/>
          </p:cNvSpPr>
          <p:nvPr/>
        </p:nvSpPr>
        <p:spPr>
          <a:xfrm>
            <a:off x="5275303" y="6173800"/>
            <a:ext cx="28398" cy="28398"/>
          </a:xfrm>
          <a:prstGeom prst="ellipse">
            <a:avLst/>
          </a:prstGeom>
          <a:solidFill>
            <a:srgbClr val="7F8C97">
              <a:alpha val="48000"/>
            </a:srgbClr>
          </a:solidFill>
          <a:ln w="0">
            <a:noFill/>
            <a:prstDash val="solid"/>
          </a:ln>
        </p:spPr>
      </p:sp>
      <p:sp>
        <p:nvSpPr>
          <p:cNvPr id="3247" name="01_find_only_3246">
            <a:extLst>
              <a:ext uri="{FF2B5EF4-FFF2-40B4-BE49-F238E27FC236}">
                <a16:creationId xmlns:a16="http://schemas.microsoft.com/office/drawing/2014/main" id="{8D99EAA9-B70C-4186-BDA2-6DE583EF3BE0}"/>
              </a:ext>
            </a:extLst>
          </p:cNvPr>
          <p:cNvSpPr>
            <a:spLocks noGrp="1"/>
          </p:cNvSpPr>
          <p:nvPr/>
        </p:nvSpPr>
        <p:spPr>
          <a:xfrm>
            <a:off x="5343215" y="5268074"/>
            <a:ext cx="28398" cy="28398"/>
          </a:xfrm>
          <a:prstGeom prst="ellipse">
            <a:avLst/>
          </a:prstGeom>
          <a:solidFill>
            <a:srgbClr val="7F8C97">
              <a:alpha val="48000"/>
            </a:srgbClr>
          </a:solidFill>
          <a:ln w="0">
            <a:noFill/>
            <a:prstDash val="solid"/>
          </a:ln>
        </p:spPr>
      </p:sp>
      <p:sp>
        <p:nvSpPr>
          <p:cNvPr id="3248" name="01_find_only_3247">
            <a:extLst>
              <a:ext uri="{FF2B5EF4-FFF2-40B4-BE49-F238E27FC236}">
                <a16:creationId xmlns:a16="http://schemas.microsoft.com/office/drawing/2014/main" id="{6847DEB3-17F5-4D9C-A528-24D72BD3AB2E}"/>
              </a:ext>
            </a:extLst>
          </p:cNvPr>
          <p:cNvSpPr>
            <a:spLocks noGrp="1"/>
          </p:cNvSpPr>
          <p:nvPr/>
        </p:nvSpPr>
        <p:spPr>
          <a:xfrm>
            <a:off x="5308591" y="6173800"/>
            <a:ext cx="28398" cy="28398"/>
          </a:xfrm>
          <a:prstGeom prst="ellipse">
            <a:avLst/>
          </a:prstGeom>
          <a:solidFill>
            <a:srgbClr val="7F8C97">
              <a:alpha val="48000"/>
            </a:srgbClr>
          </a:solidFill>
          <a:ln w="0">
            <a:noFill/>
            <a:prstDash val="solid"/>
          </a:ln>
        </p:spPr>
      </p:sp>
      <p:sp>
        <p:nvSpPr>
          <p:cNvPr id="3249" name="01_find_only_3248">
            <a:extLst>
              <a:ext uri="{FF2B5EF4-FFF2-40B4-BE49-F238E27FC236}">
                <a16:creationId xmlns:a16="http://schemas.microsoft.com/office/drawing/2014/main" id="{D3105B0D-E45C-4A73-AA7C-C07900A922B6}"/>
              </a:ext>
            </a:extLst>
          </p:cNvPr>
          <p:cNvSpPr>
            <a:spLocks noGrp="1"/>
          </p:cNvSpPr>
          <p:nvPr/>
        </p:nvSpPr>
        <p:spPr>
          <a:xfrm>
            <a:off x="5330338" y="6173800"/>
            <a:ext cx="28398" cy="28398"/>
          </a:xfrm>
          <a:prstGeom prst="ellipse">
            <a:avLst/>
          </a:prstGeom>
          <a:solidFill>
            <a:srgbClr val="7F8C97">
              <a:alpha val="48000"/>
            </a:srgbClr>
          </a:solidFill>
          <a:ln w="0">
            <a:noFill/>
            <a:prstDash val="solid"/>
          </a:ln>
        </p:spPr>
      </p:sp>
      <p:sp>
        <p:nvSpPr>
          <p:cNvPr id="3250" name="01_find_only_3249">
            <a:extLst>
              <a:ext uri="{FF2B5EF4-FFF2-40B4-BE49-F238E27FC236}">
                <a16:creationId xmlns:a16="http://schemas.microsoft.com/office/drawing/2014/main" id="{BF9C200A-5C64-4E9B-953A-482B056637FC}"/>
              </a:ext>
            </a:extLst>
          </p:cNvPr>
          <p:cNvSpPr>
            <a:spLocks noGrp="1"/>
          </p:cNvSpPr>
          <p:nvPr/>
        </p:nvSpPr>
        <p:spPr>
          <a:xfrm>
            <a:off x="5263476" y="5412990"/>
            <a:ext cx="28398" cy="28398"/>
          </a:xfrm>
          <a:prstGeom prst="ellipse">
            <a:avLst/>
          </a:prstGeom>
          <a:solidFill>
            <a:srgbClr val="7F8C97">
              <a:alpha val="48000"/>
            </a:srgbClr>
          </a:solidFill>
          <a:ln w="0">
            <a:noFill/>
            <a:prstDash val="solid"/>
          </a:ln>
        </p:spPr>
      </p:sp>
      <p:sp>
        <p:nvSpPr>
          <p:cNvPr id="3251" name="01_find_only_3250">
            <a:extLst>
              <a:ext uri="{FF2B5EF4-FFF2-40B4-BE49-F238E27FC236}">
                <a16:creationId xmlns:a16="http://schemas.microsoft.com/office/drawing/2014/main" id="{371C5803-9501-4C13-8B45-A11FB3AC11D9}"/>
              </a:ext>
            </a:extLst>
          </p:cNvPr>
          <p:cNvSpPr>
            <a:spLocks noGrp="1"/>
          </p:cNvSpPr>
          <p:nvPr/>
        </p:nvSpPr>
        <p:spPr>
          <a:xfrm>
            <a:off x="5290373" y="6173800"/>
            <a:ext cx="28398" cy="28398"/>
          </a:xfrm>
          <a:prstGeom prst="ellipse">
            <a:avLst/>
          </a:prstGeom>
          <a:solidFill>
            <a:srgbClr val="7F8C97">
              <a:alpha val="48000"/>
            </a:srgbClr>
          </a:solidFill>
          <a:ln w="0">
            <a:noFill/>
            <a:prstDash val="solid"/>
          </a:ln>
        </p:spPr>
      </p:sp>
      <p:sp>
        <p:nvSpPr>
          <p:cNvPr id="3252" name="01_find_only_3251">
            <a:extLst>
              <a:ext uri="{FF2B5EF4-FFF2-40B4-BE49-F238E27FC236}">
                <a16:creationId xmlns:a16="http://schemas.microsoft.com/office/drawing/2014/main" id="{2F3EF29A-5A7B-4557-AE24-2C2D3A37C61E}"/>
              </a:ext>
            </a:extLst>
          </p:cNvPr>
          <p:cNvSpPr>
            <a:spLocks noGrp="1"/>
          </p:cNvSpPr>
          <p:nvPr/>
        </p:nvSpPr>
        <p:spPr>
          <a:xfrm>
            <a:off x="5324425" y="6173800"/>
            <a:ext cx="28398" cy="28398"/>
          </a:xfrm>
          <a:prstGeom prst="ellipse">
            <a:avLst/>
          </a:prstGeom>
          <a:solidFill>
            <a:srgbClr val="7F8C97">
              <a:alpha val="48000"/>
            </a:srgbClr>
          </a:solidFill>
          <a:ln w="0">
            <a:noFill/>
            <a:prstDash val="solid"/>
          </a:ln>
        </p:spPr>
      </p:sp>
      <p:sp>
        <p:nvSpPr>
          <p:cNvPr id="3253" name="01_find_only_3252">
            <a:extLst>
              <a:ext uri="{FF2B5EF4-FFF2-40B4-BE49-F238E27FC236}">
                <a16:creationId xmlns:a16="http://schemas.microsoft.com/office/drawing/2014/main" id="{1C2DE186-B208-4122-9420-F670F1E5D719}"/>
              </a:ext>
            </a:extLst>
          </p:cNvPr>
          <p:cNvSpPr>
            <a:spLocks noGrp="1"/>
          </p:cNvSpPr>
          <p:nvPr/>
        </p:nvSpPr>
        <p:spPr>
          <a:xfrm>
            <a:off x="5310594" y="5962464"/>
            <a:ext cx="28398" cy="28398"/>
          </a:xfrm>
          <a:prstGeom prst="ellipse">
            <a:avLst/>
          </a:prstGeom>
          <a:solidFill>
            <a:srgbClr val="7F8C97">
              <a:alpha val="48000"/>
            </a:srgbClr>
          </a:solidFill>
          <a:ln w="0">
            <a:noFill/>
            <a:prstDash val="solid"/>
          </a:ln>
        </p:spPr>
      </p:sp>
      <p:sp>
        <p:nvSpPr>
          <p:cNvPr id="3254" name="01_find_only_3253">
            <a:extLst>
              <a:ext uri="{FF2B5EF4-FFF2-40B4-BE49-F238E27FC236}">
                <a16:creationId xmlns:a16="http://schemas.microsoft.com/office/drawing/2014/main" id="{23284A76-FD5B-43C4-B0C6-0359906831D9}"/>
              </a:ext>
            </a:extLst>
          </p:cNvPr>
          <p:cNvSpPr>
            <a:spLocks noGrp="1"/>
          </p:cNvSpPr>
          <p:nvPr/>
        </p:nvSpPr>
        <p:spPr>
          <a:xfrm>
            <a:off x="5338541" y="5222788"/>
            <a:ext cx="28398" cy="28398"/>
          </a:xfrm>
          <a:prstGeom prst="ellipse">
            <a:avLst/>
          </a:prstGeom>
          <a:solidFill>
            <a:srgbClr val="7F8C97">
              <a:alpha val="48000"/>
            </a:srgbClr>
          </a:solidFill>
          <a:ln w="0">
            <a:noFill/>
            <a:prstDash val="solid"/>
          </a:ln>
        </p:spPr>
      </p:sp>
      <p:sp>
        <p:nvSpPr>
          <p:cNvPr id="3255" name="01_find_only_3254">
            <a:extLst>
              <a:ext uri="{FF2B5EF4-FFF2-40B4-BE49-F238E27FC236}">
                <a16:creationId xmlns:a16="http://schemas.microsoft.com/office/drawing/2014/main" id="{CCD94F39-1C9F-4C1E-A5E9-A6D1AC3BEDBB}"/>
              </a:ext>
            </a:extLst>
          </p:cNvPr>
          <p:cNvSpPr>
            <a:spLocks noGrp="1"/>
          </p:cNvSpPr>
          <p:nvPr/>
        </p:nvSpPr>
        <p:spPr>
          <a:xfrm>
            <a:off x="5250027" y="4905784"/>
            <a:ext cx="28398" cy="28398"/>
          </a:xfrm>
          <a:prstGeom prst="ellipse">
            <a:avLst/>
          </a:prstGeom>
          <a:solidFill>
            <a:srgbClr val="7F8C97">
              <a:alpha val="48000"/>
            </a:srgbClr>
          </a:solidFill>
          <a:ln w="0">
            <a:noFill/>
            <a:prstDash val="solid"/>
          </a:ln>
        </p:spPr>
      </p:sp>
      <p:sp>
        <p:nvSpPr>
          <p:cNvPr id="3256" name="01_find_only_3255">
            <a:extLst>
              <a:ext uri="{FF2B5EF4-FFF2-40B4-BE49-F238E27FC236}">
                <a16:creationId xmlns:a16="http://schemas.microsoft.com/office/drawing/2014/main" id="{FB0B4F25-3ED0-417D-ABFB-316661D0478E}"/>
              </a:ext>
            </a:extLst>
          </p:cNvPr>
          <p:cNvSpPr>
            <a:spLocks noGrp="1"/>
          </p:cNvSpPr>
          <p:nvPr/>
        </p:nvSpPr>
        <p:spPr>
          <a:xfrm>
            <a:off x="5289324" y="6173800"/>
            <a:ext cx="28398" cy="28398"/>
          </a:xfrm>
          <a:prstGeom prst="ellipse">
            <a:avLst/>
          </a:prstGeom>
          <a:solidFill>
            <a:srgbClr val="7F8C97">
              <a:alpha val="48000"/>
            </a:srgbClr>
          </a:solidFill>
          <a:ln w="0">
            <a:noFill/>
            <a:prstDash val="solid"/>
          </a:ln>
        </p:spPr>
      </p:sp>
      <p:sp>
        <p:nvSpPr>
          <p:cNvPr id="3257" name="01_find_only_3256">
            <a:extLst>
              <a:ext uri="{FF2B5EF4-FFF2-40B4-BE49-F238E27FC236}">
                <a16:creationId xmlns:a16="http://schemas.microsoft.com/office/drawing/2014/main" id="{AAE16791-B2D5-40DC-9045-9FA37D67FE57}"/>
              </a:ext>
            </a:extLst>
          </p:cNvPr>
          <p:cNvSpPr>
            <a:spLocks noGrp="1"/>
          </p:cNvSpPr>
          <p:nvPr/>
        </p:nvSpPr>
        <p:spPr>
          <a:xfrm>
            <a:off x="5307161" y="6173800"/>
            <a:ext cx="28398" cy="28398"/>
          </a:xfrm>
          <a:prstGeom prst="ellipse">
            <a:avLst/>
          </a:prstGeom>
          <a:solidFill>
            <a:srgbClr val="7F8C97">
              <a:alpha val="48000"/>
            </a:srgbClr>
          </a:solidFill>
          <a:ln w="0">
            <a:noFill/>
            <a:prstDash val="solid"/>
          </a:ln>
        </p:spPr>
      </p:sp>
      <p:sp>
        <p:nvSpPr>
          <p:cNvPr id="3258" name="01_find_only_3257">
            <a:extLst>
              <a:ext uri="{FF2B5EF4-FFF2-40B4-BE49-F238E27FC236}">
                <a16:creationId xmlns:a16="http://schemas.microsoft.com/office/drawing/2014/main" id="{42CFDB6D-778D-4D9C-A47D-64953A287B84}"/>
              </a:ext>
            </a:extLst>
          </p:cNvPr>
          <p:cNvSpPr>
            <a:spLocks noGrp="1"/>
          </p:cNvSpPr>
          <p:nvPr/>
        </p:nvSpPr>
        <p:spPr>
          <a:xfrm>
            <a:off x="5277497" y="6173800"/>
            <a:ext cx="28398" cy="28398"/>
          </a:xfrm>
          <a:prstGeom prst="ellipse">
            <a:avLst/>
          </a:prstGeom>
          <a:solidFill>
            <a:srgbClr val="7F8C97">
              <a:alpha val="48000"/>
            </a:srgbClr>
          </a:solidFill>
          <a:ln w="0">
            <a:noFill/>
            <a:prstDash val="solid"/>
          </a:ln>
        </p:spPr>
      </p:sp>
      <p:sp>
        <p:nvSpPr>
          <p:cNvPr id="3259" name="01_find_only_3258">
            <a:extLst>
              <a:ext uri="{FF2B5EF4-FFF2-40B4-BE49-F238E27FC236}">
                <a16:creationId xmlns:a16="http://schemas.microsoft.com/office/drawing/2014/main" id="{0B2B4801-2E36-4A9D-A45C-04DDD7131604}"/>
              </a:ext>
            </a:extLst>
          </p:cNvPr>
          <p:cNvSpPr>
            <a:spLocks noGrp="1"/>
          </p:cNvSpPr>
          <p:nvPr/>
        </p:nvSpPr>
        <p:spPr>
          <a:xfrm>
            <a:off x="5298862" y="5117120"/>
            <a:ext cx="28398" cy="28398"/>
          </a:xfrm>
          <a:prstGeom prst="ellipse">
            <a:avLst/>
          </a:prstGeom>
          <a:solidFill>
            <a:srgbClr val="7F8C97">
              <a:alpha val="48000"/>
            </a:srgbClr>
          </a:solidFill>
          <a:ln w="0">
            <a:noFill/>
            <a:prstDash val="solid"/>
          </a:ln>
        </p:spPr>
      </p:sp>
      <p:sp>
        <p:nvSpPr>
          <p:cNvPr id="3260" name="01_find_only_3259">
            <a:extLst>
              <a:ext uri="{FF2B5EF4-FFF2-40B4-BE49-F238E27FC236}">
                <a16:creationId xmlns:a16="http://schemas.microsoft.com/office/drawing/2014/main" id="{A5EADEF7-B1A0-4A48-8C14-CFBF9762B9AC}"/>
              </a:ext>
            </a:extLst>
          </p:cNvPr>
          <p:cNvSpPr>
            <a:spLocks noGrp="1"/>
          </p:cNvSpPr>
          <p:nvPr/>
        </p:nvSpPr>
        <p:spPr>
          <a:xfrm>
            <a:off x="5286844" y="5962464"/>
            <a:ext cx="28398" cy="28398"/>
          </a:xfrm>
          <a:prstGeom prst="ellipse">
            <a:avLst/>
          </a:prstGeom>
          <a:solidFill>
            <a:srgbClr val="7F8C97">
              <a:alpha val="48000"/>
            </a:srgbClr>
          </a:solidFill>
          <a:ln w="0">
            <a:noFill/>
            <a:prstDash val="solid"/>
          </a:ln>
        </p:spPr>
      </p:sp>
      <p:sp>
        <p:nvSpPr>
          <p:cNvPr id="3261" name="01_find_only_3260">
            <a:extLst>
              <a:ext uri="{FF2B5EF4-FFF2-40B4-BE49-F238E27FC236}">
                <a16:creationId xmlns:a16="http://schemas.microsoft.com/office/drawing/2014/main" id="{673CF0E2-2101-413F-B86D-7348CC3BAF28}"/>
              </a:ext>
            </a:extLst>
          </p:cNvPr>
          <p:cNvSpPr>
            <a:spLocks noGrp="1"/>
          </p:cNvSpPr>
          <p:nvPr/>
        </p:nvSpPr>
        <p:spPr>
          <a:xfrm>
            <a:off x="5328049" y="5992655"/>
            <a:ext cx="28398" cy="28398"/>
          </a:xfrm>
          <a:prstGeom prst="ellipse">
            <a:avLst/>
          </a:prstGeom>
          <a:solidFill>
            <a:srgbClr val="7F8C97">
              <a:alpha val="48000"/>
            </a:srgbClr>
          </a:solidFill>
          <a:ln w="0">
            <a:noFill/>
            <a:prstDash val="solid"/>
          </a:ln>
        </p:spPr>
      </p:sp>
      <p:sp>
        <p:nvSpPr>
          <p:cNvPr id="3262" name="01_find_only_3261">
            <a:extLst>
              <a:ext uri="{FF2B5EF4-FFF2-40B4-BE49-F238E27FC236}">
                <a16:creationId xmlns:a16="http://schemas.microsoft.com/office/drawing/2014/main" id="{F28C3B39-9FBB-4DAB-BE61-C6E6382F7014}"/>
              </a:ext>
            </a:extLst>
          </p:cNvPr>
          <p:cNvSpPr>
            <a:spLocks noGrp="1"/>
          </p:cNvSpPr>
          <p:nvPr/>
        </p:nvSpPr>
        <p:spPr>
          <a:xfrm>
            <a:off x="5260519" y="5032586"/>
            <a:ext cx="28398" cy="28398"/>
          </a:xfrm>
          <a:prstGeom prst="ellipse">
            <a:avLst/>
          </a:prstGeom>
          <a:solidFill>
            <a:srgbClr val="7F8C97">
              <a:alpha val="48000"/>
            </a:srgbClr>
          </a:solidFill>
          <a:ln w="0">
            <a:noFill/>
            <a:prstDash val="solid"/>
          </a:ln>
        </p:spPr>
      </p:sp>
      <p:sp>
        <p:nvSpPr>
          <p:cNvPr id="3263" name="01_find_only_3262">
            <a:extLst>
              <a:ext uri="{FF2B5EF4-FFF2-40B4-BE49-F238E27FC236}">
                <a16:creationId xmlns:a16="http://schemas.microsoft.com/office/drawing/2014/main" id="{1B9F02E9-C887-4701-8BFA-4DE9CBEC1960}"/>
              </a:ext>
            </a:extLst>
          </p:cNvPr>
          <p:cNvSpPr>
            <a:spLocks noGrp="1"/>
          </p:cNvSpPr>
          <p:nvPr/>
        </p:nvSpPr>
        <p:spPr>
          <a:xfrm>
            <a:off x="5264907" y="6173800"/>
            <a:ext cx="28398" cy="28398"/>
          </a:xfrm>
          <a:prstGeom prst="ellipse">
            <a:avLst/>
          </a:prstGeom>
          <a:solidFill>
            <a:srgbClr val="7F8C97">
              <a:alpha val="48000"/>
            </a:srgbClr>
          </a:solidFill>
          <a:ln w="0">
            <a:noFill/>
            <a:prstDash val="solid"/>
          </a:ln>
        </p:spPr>
      </p:sp>
      <p:sp>
        <p:nvSpPr>
          <p:cNvPr id="3264" name="01_find_only_3263">
            <a:extLst>
              <a:ext uri="{FF2B5EF4-FFF2-40B4-BE49-F238E27FC236}">
                <a16:creationId xmlns:a16="http://schemas.microsoft.com/office/drawing/2014/main" id="{4A54F420-0BFD-490F-99F1-4BE97867A530}"/>
              </a:ext>
            </a:extLst>
          </p:cNvPr>
          <p:cNvSpPr>
            <a:spLocks noGrp="1"/>
          </p:cNvSpPr>
          <p:nvPr/>
        </p:nvSpPr>
        <p:spPr>
          <a:xfrm>
            <a:off x="5304585" y="4905784"/>
            <a:ext cx="28398" cy="28398"/>
          </a:xfrm>
          <a:prstGeom prst="ellipse">
            <a:avLst/>
          </a:prstGeom>
          <a:solidFill>
            <a:srgbClr val="7F8C97">
              <a:alpha val="48000"/>
            </a:srgbClr>
          </a:solidFill>
          <a:ln w="0">
            <a:noFill/>
            <a:prstDash val="solid"/>
          </a:ln>
        </p:spPr>
      </p:sp>
      <p:sp>
        <p:nvSpPr>
          <p:cNvPr id="3265" name="01_find_only_3264">
            <a:extLst>
              <a:ext uri="{FF2B5EF4-FFF2-40B4-BE49-F238E27FC236}">
                <a16:creationId xmlns:a16="http://schemas.microsoft.com/office/drawing/2014/main" id="{B09E7381-E859-4990-8177-E5025328DDA5}"/>
              </a:ext>
            </a:extLst>
          </p:cNvPr>
          <p:cNvSpPr>
            <a:spLocks noGrp="1"/>
          </p:cNvSpPr>
          <p:nvPr/>
        </p:nvSpPr>
        <p:spPr>
          <a:xfrm>
            <a:off x="5303727" y="4905784"/>
            <a:ext cx="28398" cy="28398"/>
          </a:xfrm>
          <a:prstGeom prst="ellipse">
            <a:avLst/>
          </a:prstGeom>
          <a:solidFill>
            <a:srgbClr val="7F8C97">
              <a:alpha val="48000"/>
            </a:srgbClr>
          </a:solidFill>
          <a:ln w="0">
            <a:noFill/>
            <a:prstDash val="solid"/>
          </a:ln>
        </p:spPr>
      </p:sp>
      <p:sp>
        <p:nvSpPr>
          <p:cNvPr id="3266" name="01_find_only_3265">
            <a:extLst>
              <a:ext uri="{FF2B5EF4-FFF2-40B4-BE49-F238E27FC236}">
                <a16:creationId xmlns:a16="http://schemas.microsoft.com/office/drawing/2014/main" id="{A6DB6310-4B9B-4DF4-9ED2-1FB52C7B9BBF}"/>
              </a:ext>
            </a:extLst>
          </p:cNvPr>
          <p:cNvSpPr>
            <a:spLocks noGrp="1"/>
          </p:cNvSpPr>
          <p:nvPr/>
        </p:nvSpPr>
        <p:spPr>
          <a:xfrm>
            <a:off x="5334726" y="4905784"/>
            <a:ext cx="28398" cy="28398"/>
          </a:xfrm>
          <a:prstGeom prst="ellipse">
            <a:avLst/>
          </a:prstGeom>
          <a:solidFill>
            <a:srgbClr val="7F8C97">
              <a:alpha val="48000"/>
            </a:srgbClr>
          </a:solidFill>
          <a:ln w="0">
            <a:noFill/>
            <a:prstDash val="solid"/>
          </a:ln>
        </p:spPr>
      </p:sp>
      <p:sp>
        <p:nvSpPr>
          <p:cNvPr id="3267" name="01_find_only_3266">
            <a:extLst>
              <a:ext uri="{FF2B5EF4-FFF2-40B4-BE49-F238E27FC236}">
                <a16:creationId xmlns:a16="http://schemas.microsoft.com/office/drawing/2014/main" id="{E058BF08-EEF4-485F-BEA0-EAE73856336F}"/>
              </a:ext>
            </a:extLst>
          </p:cNvPr>
          <p:cNvSpPr>
            <a:spLocks noGrp="1"/>
          </p:cNvSpPr>
          <p:nvPr/>
        </p:nvSpPr>
        <p:spPr>
          <a:xfrm>
            <a:off x="5320323" y="6173800"/>
            <a:ext cx="28398" cy="28398"/>
          </a:xfrm>
          <a:prstGeom prst="ellipse">
            <a:avLst/>
          </a:prstGeom>
          <a:solidFill>
            <a:srgbClr val="7F8C97">
              <a:alpha val="48000"/>
            </a:srgbClr>
          </a:solidFill>
          <a:ln w="0">
            <a:noFill/>
            <a:prstDash val="solid"/>
          </a:ln>
        </p:spPr>
      </p:sp>
      <p:sp>
        <p:nvSpPr>
          <p:cNvPr id="3268" name="01_find_only_3267">
            <a:extLst>
              <a:ext uri="{FF2B5EF4-FFF2-40B4-BE49-F238E27FC236}">
                <a16:creationId xmlns:a16="http://schemas.microsoft.com/office/drawing/2014/main" id="{4E42E09B-8021-4739-8941-8378C34ED8E5}"/>
              </a:ext>
            </a:extLst>
          </p:cNvPr>
          <p:cNvSpPr>
            <a:spLocks noGrp="1"/>
          </p:cNvSpPr>
          <p:nvPr/>
        </p:nvSpPr>
        <p:spPr>
          <a:xfrm>
            <a:off x="5275303" y="6173800"/>
            <a:ext cx="28398" cy="28398"/>
          </a:xfrm>
          <a:prstGeom prst="ellipse">
            <a:avLst/>
          </a:prstGeom>
          <a:solidFill>
            <a:srgbClr val="7F8C97">
              <a:alpha val="48000"/>
            </a:srgbClr>
          </a:solidFill>
          <a:ln w="0">
            <a:noFill/>
            <a:prstDash val="solid"/>
          </a:ln>
        </p:spPr>
      </p:sp>
      <p:sp>
        <p:nvSpPr>
          <p:cNvPr id="3269" name="01_find_only_3268">
            <a:extLst>
              <a:ext uri="{FF2B5EF4-FFF2-40B4-BE49-F238E27FC236}">
                <a16:creationId xmlns:a16="http://schemas.microsoft.com/office/drawing/2014/main" id="{520EA219-E37B-4924-BA46-687973592089}"/>
              </a:ext>
            </a:extLst>
          </p:cNvPr>
          <p:cNvSpPr>
            <a:spLocks noGrp="1"/>
          </p:cNvSpPr>
          <p:nvPr/>
        </p:nvSpPr>
        <p:spPr>
          <a:xfrm>
            <a:off x="5322231" y="5222788"/>
            <a:ext cx="28398" cy="28398"/>
          </a:xfrm>
          <a:prstGeom prst="ellipse">
            <a:avLst/>
          </a:prstGeom>
          <a:solidFill>
            <a:srgbClr val="7F8C97">
              <a:alpha val="48000"/>
            </a:srgbClr>
          </a:solidFill>
          <a:ln w="0">
            <a:noFill/>
            <a:prstDash val="solid"/>
          </a:ln>
        </p:spPr>
      </p:sp>
      <p:sp>
        <p:nvSpPr>
          <p:cNvPr id="3270" name="01_find_only_3269">
            <a:extLst>
              <a:ext uri="{FF2B5EF4-FFF2-40B4-BE49-F238E27FC236}">
                <a16:creationId xmlns:a16="http://schemas.microsoft.com/office/drawing/2014/main" id="{0C154CFE-4E72-46C3-AC0F-6791BC201819}"/>
              </a:ext>
            </a:extLst>
          </p:cNvPr>
          <p:cNvSpPr>
            <a:spLocks noGrp="1"/>
          </p:cNvSpPr>
          <p:nvPr/>
        </p:nvSpPr>
        <p:spPr>
          <a:xfrm>
            <a:off x="5314505" y="5328456"/>
            <a:ext cx="28398" cy="28398"/>
          </a:xfrm>
          <a:prstGeom prst="ellipse">
            <a:avLst/>
          </a:prstGeom>
          <a:solidFill>
            <a:srgbClr val="7F8C97">
              <a:alpha val="48000"/>
            </a:srgbClr>
          </a:solidFill>
          <a:ln w="0">
            <a:noFill/>
            <a:prstDash val="solid"/>
          </a:ln>
        </p:spPr>
      </p:sp>
      <p:sp>
        <p:nvSpPr>
          <p:cNvPr id="3271" name="01_find_only_3270">
            <a:extLst>
              <a:ext uri="{FF2B5EF4-FFF2-40B4-BE49-F238E27FC236}">
                <a16:creationId xmlns:a16="http://schemas.microsoft.com/office/drawing/2014/main" id="{5BA9DCD2-0BCA-415F-9957-F99BA57F29EB}"/>
              </a:ext>
            </a:extLst>
          </p:cNvPr>
          <p:cNvSpPr>
            <a:spLocks noGrp="1"/>
          </p:cNvSpPr>
          <p:nvPr/>
        </p:nvSpPr>
        <p:spPr>
          <a:xfrm>
            <a:off x="5318606" y="6173800"/>
            <a:ext cx="28398" cy="28398"/>
          </a:xfrm>
          <a:prstGeom prst="ellipse">
            <a:avLst/>
          </a:prstGeom>
          <a:solidFill>
            <a:srgbClr val="7F8C97">
              <a:alpha val="48000"/>
            </a:srgbClr>
          </a:solidFill>
          <a:ln w="0">
            <a:noFill/>
            <a:prstDash val="solid"/>
          </a:ln>
        </p:spPr>
      </p:sp>
      <p:sp>
        <p:nvSpPr>
          <p:cNvPr id="3272" name="01_find_only_3271">
            <a:extLst>
              <a:ext uri="{FF2B5EF4-FFF2-40B4-BE49-F238E27FC236}">
                <a16:creationId xmlns:a16="http://schemas.microsoft.com/office/drawing/2014/main" id="{95E39DF9-E30D-42DC-AF32-54DF53ED4A89}"/>
              </a:ext>
            </a:extLst>
          </p:cNvPr>
          <p:cNvSpPr>
            <a:spLocks noGrp="1"/>
          </p:cNvSpPr>
          <p:nvPr/>
        </p:nvSpPr>
        <p:spPr>
          <a:xfrm>
            <a:off x="5300579" y="6173800"/>
            <a:ext cx="28398" cy="28398"/>
          </a:xfrm>
          <a:prstGeom prst="ellipse">
            <a:avLst/>
          </a:prstGeom>
          <a:solidFill>
            <a:srgbClr val="7F8C97">
              <a:alpha val="48000"/>
            </a:srgbClr>
          </a:solidFill>
          <a:ln w="0">
            <a:noFill/>
            <a:prstDash val="solid"/>
          </a:ln>
        </p:spPr>
      </p:sp>
      <p:sp>
        <p:nvSpPr>
          <p:cNvPr id="3273" name="01_find_only_3272">
            <a:extLst>
              <a:ext uri="{FF2B5EF4-FFF2-40B4-BE49-F238E27FC236}">
                <a16:creationId xmlns:a16="http://schemas.microsoft.com/office/drawing/2014/main" id="{D4F52A19-CB0D-4E1B-92F2-7D67836B9C4F}"/>
              </a:ext>
            </a:extLst>
          </p:cNvPr>
          <p:cNvSpPr>
            <a:spLocks noGrp="1"/>
          </p:cNvSpPr>
          <p:nvPr/>
        </p:nvSpPr>
        <p:spPr>
          <a:xfrm>
            <a:off x="5251076" y="5539792"/>
            <a:ext cx="28398" cy="28398"/>
          </a:xfrm>
          <a:prstGeom prst="ellipse">
            <a:avLst/>
          </a:prstGeom>
          <a:solidFill>
            <a:srgbClr val="7F8C97">
              <a:alpha val="48000"/>
            </a:srgbClr>
          </a:solidFill>
          <a:ln w="0">
            <a:noFill/>
            <a:prstDash val="solid"/>
          </a:ln>
        </p:spPr>
      </p:sp>
      <p:sp>
        <p:nvSpPr>
          <p:cNvPr id="3274" name="01_find_only_3273">
            <a:extLst>
              <a:ext uri="{FF2B5EF4-FFF2-40B4-BE49-F238E27FC236}">
                <a16:creationId xmlns:a16="http://schemas.microsoft.com/office/drawing/2014/main" id="{696C08E7-275E-494E-BC92-A7EACEC7815B}"/>
              </a:ext>
            </a:extLst>
          </p:cNvPr>
          <p:cNvSpPr>
            <a:spLocks noGrp="1"/>
          </p:cNvSpPr>
          <p:nvPr/>
        </p:nvSpPr>
        <p:spPr>
          <a:xfrm>
            <a:off x="5314887" y="5929951"/>
            <a:ext cx="28398" cy="28398"/>
          </a:xfrm>
          <a:prstGeom prst="ellipse">
            <a:avLst/>
          </a:prstGeom>
          <a:solidFill>
            <a:srgbClr val="7F8C97">
              <a:alpha val="48000"/>
            </a:srgbClr>
          </a:solidFill>
          <a:ln w="0">
            <a:noFill/>
            <a:prstDash val="solid"/>
          </a:ln>
        </p:spPr>
      </p:sp>
      <p:sp>
        <p:nvSpPr>
          <p:cNvPr id="3275" name="01_find_only_3274">
            <a:extLst>
              <a:ext uri="{FF2B5EF4-FFF2-40B4-BE49-F238E27FC236}">
                <a16:creationId xmlns:a16="http://schemas.microsoft.com/office/drawing/2014/main" id="{0B4260CA-858B-4DF7-B39B-2E82EDAF05BE}"/>
              </a:ext>
            </a:extLst>
          </p:cNvPr>
          <p:cNvSpPr>
            <a:spLocks noGrp="1"/>
          </p:cNvSpPr>
          <p:nvPr/>
        </p:nvSpPr>
        <p:spPr>
          <a:xfrm>
            <a:off x="5327477" y="5821573"/>
            <a:ext cx="28398" cy="28398"/>
          </a:xfrm>
          <a:prstGeom prst="ellipse">
            <a:avLst/>
          </a:prstGeom>
          <a:solidFill>
            <a:srgbClr val="7F8C97">
              <a:alpha val="48000"/>
            </a:srgbClr>
          </a:solidFill>
          <a:ln w="0">
            <a:noFill/>
            <a:prstDash val="solid"/>
          </a:ln>
        </p:spPr>
      </p:sp>
      <p:sp>
        <p:nvSpPr>
          <p:cNvPr id="3276" name="01_find_only_3275">
            <a:extLst>
              <a:ext uri="{FF2B5EF4-FFF2-40B4-BE49-F238E27FC236}">
                <a16:creationId xmlns:a16="http://schemas.microsoft.com/office/drawing/2014/main" id="{CF64AD14-C0AE-423C-9802-38B156F2B341}"/>
              </a:ext>
            </a:extLst>
          </p:cNvPr>
          <p:cNvSpPr>
            <a:spLocks noGrp="1"/>
          </p:cNvSpPr>
          <p:nvPr/>
        </p:nvSpPr>
        <p:spPr>
          <a:xfrm>
            <a:off x="5266910" y="4905784"/>
            <a:ext cx="28398" cy="28398"/>
          </a:xfrm>
          <a:prstGeom prst="ellipse">
            <a:avLst/>
          </a:prstGeom>
          <a:solidFill>
            <a:srgbClr val="7F8C97">
              <a:alpha val="48000"/>
            </a:srgbClr>
          </a:solidFill>
          <a:ln w="0">
            <a:noFill/>
            <a:prstDash val="solid"/>
          </a:ln>
        </p:spPr>
      </p:sp>
      <p:sp>
        <p:nvSpPr>
          <p:cNvPr id="3277" name="01_find_only_3276">
            <a:extLst>
              <a:ext uri="{FF2B5EF4-FFF2-40B4-BE49-F238E27FC236}">
                <a16:creationId xmlns:a16="http://schemas.microsoft.com/office/drawing/2014/main" id="{6D597D3F-629E-4EE5-A9E5-2BEC867E3540}"/>
              </a:ext>
            </a:extLst>
          </p:cNvPr>
          <p:cNvSpPr>
            <a:spLocks noGrp="1"/>
          </p:cNvSpPr>
          <p:nvPr/>
        </p:nvSpPr>
        <p:spPr>
          <a:xfrm>
            <a:off x="5259756" y="5539792"/>
            <a:ext cx="28398" cy="28398"/>
          </a:xfrm>
          <a:prstGeom prst="ellipse">
            <a:avLst/>
          </a:prstGeom>
          <a:solidFill>
            <a:srgbClr val="7F8C97">
              <a:alpha val="48000"/>
            </a:srgbClr>
          </a:solidFill>
          <a:ln w="0">
            <a:noFill/>
            <a:prstDash val="solid"/>
          </a:ln>
        </p:spPr>
      </p:sp>
      <p:sp>
        <p:nvSpPr>
          <p:cNvPr id="3278" name="01_find_only_3277">
            <a:extLst>
              <a:ext uri="{FF2B5EF4-FFF2-40B4-BE49-F238E27FC236}">
                <a16:creationId xmlns:a16="http://schemas.microsoft.com/office/drawing/2014/main" id="{5972C235-4574-4341-9FA8-908A1AE35804}"/>
              </a:ext>
            </a:extLst>
          </p:cNvPr>
          <p:cNvSpPr>
            <a:spLocks noGrp="1"/>
          </p:cNvSpPr>
          <p:nvPr/>
        </p:nvSpPr>
        <p:spPr>
          <a:xfrm>
            <a:off x="5314696" y="5698294"/>
            <a:ext cx="28398" cy="28398"/>
          </a:xfrm>
          <a:prstGeom prst="ellipse">
            <a:avLst/>
          </a:prstGeom>
          <a:solidFill>
            <a:srgbClr val="7F8C97">
              <a:alpha val="48000"/>
            </a:srgbClr>
          </a:solidFill>
          <a:ln w="0">
            <a:noFill/>
            <a:prstDash val="solid"/>
          </a:ln>
        </p:spPr>
      </p:sp>
      <p:sp>
        <p:nvSpPr>
          <p:cNvPr id="3279" name="01_find_only_3278">
            <a:extLst>
              <a:ext uri="{FF2B5EF4-FFF2-40B4-BE49-F238E27FC236}">
                <a16:creationId xmlns:a16="http://schemas.microsoft.com/office/drawing/2014/main" id="{F63324FE-9D80-467E-B7AE-C5D414877C13}"/>
              </a:ext>
            </a:extLst>
          </p:cNvPr>
          <p:cNvSpPr>
            <a:spLocks noGrp="1"/>
          </p:cNvSpPr>
          <p:nvPr/>
        </p:nvSpPr>
        <p:spPr>
          <a:xfrm>
            <a:off x="5339304" y="5811510"/>
            <a:ext cx="28398" cy="28398"/>
          </a:xfrm>
          <a:prstGeom prst="ellipse">
            <a:avLst/>
          </a:prstGeom>
          <a:solidFill>
            <a:srgbClr val="7F8C97">
              <a:alpha val="48000"/>
            </a:srgbClr>
          </a:solidFill>
          <a:ln w="0">
            <a:noFill/>
            <a:prstDash val="solid"/>
          </a:ln>
        </p:spPr>
      </p:sp>
      <p:sp>
        <p:nvSpPr>
          <p:cNvPr id="3280" name="01_find_only_3279">
            <a:extLst>
              <a:ext uri="{FF2B5EF4-FFF2-40B4-BE49-F238E27FC236}">
                <a16:creationId xmlns:a16="http://schemas.microsoft.com/office/drawing/2014/main" id="{19192A79-D08D-4FF2-B850-8CF9388C6C02}"/>
              </a:ext>
            </a:extLst>
          </p:cNvPr>
          <p:cNvSpPr>
            <a:spLocks noGrp="1"/>
          </p:cNvSpPr>
          <p:nvPr/>
        </p:nvSpPr>
        <p:spPr>
          <a:xfrm>
            <a:off x="5343406" y="5117120"/>
            <a:ext cx="28398" cy="28398"/>
          </a:xfrm>
          <a:prstGeom prst="ellipse">
            <a:avLst/>
          </a:prstGeom>
          <a:solidFill>
            <a:srgbClr val="7F8C97">
              <a:alpha val="48000"/>
            </a:srgbClr>
          </a:solidFill>
          <a:ln w="0">
            <a:noFill/>
            <a:prstDash val="solid"/>
          </a:ln>
        </p:spPr>
      </p:sp>
      <p:sp>
        <p:nvSpPr>
          <p:cNvPr id="3281" name="01_find_only_3280">
            <a:extLst>
              <a:ext uri="{FF2B5EF4-FFF2-40B4-BE49-F238E27FC236}">
                <a16:creationId xmlns:a16="http://schemas.microsoft.com/office/drawing/2014/main" id="{B92A4FE9-8292-4CAE-B58E-F2D5A012B69F}"/>
              </a:ext>
            </a:extLst>
          </p:cNvPr>
          <p:cNvSpPr>
            <a:spLocks noGrp="1"/>
          </p:cNvSpPr>
          <p:nvPr/>
        </p:nvSpPr>
        <p:spPr>
          <a:xfrm>
            <a:off x="5284460" y="4905784"/>
            <a:ext cx="28398" cy="28398"/>
          </a:xfrm>
          <a:prstGeom prst="ellipse">
            <a:avLst/>
          </a:prstGeom>
          <a:solidFill>
            <a:srgbClr val="7F8C97">
              <a:alpha val="48000"/>
            </a:srgbClr>
          </a:solidFill>
          <a:ln w="0">
            <a:noFill/>
            <a:prstDash val="solid"/>
          </a:ln>
        </p:spPr>
      </p:sp>
      <p:sp>
        <p:nvSpPr>
          <p:cNvPr id="3282" name="01_find_only_3281">
            <a:extLst>
              <a:ext uri="{FF2B5EF4-FFF2-40B4-BE49-F238E27FC236}">
                <a16:creationId xmlns:a16="http://schemas.microsoft.com/office/drawing/2014/main" id="{B73702E3-549E-4FC6-A833-6C1FCD56B0D6}"/>
              </a:ext>
            </a:extLst>
          </p:cNvPr>
          <p:cNvSpPr>
            <a:spLocks noGrp="1"/>
          </p:cNvSpPr>
          <p:nvPr/>
        </p:nvSpPr>
        <p:spPr>
          <a:xfrm>
            <a:off x="5319465" y="5751128"/>
            <a:ext cx="28398" cy="28398"/>
          </a:xfrm>
          <a:prstGeom prst="ellipse">
            <a:avLst/>
          </a:prstGeom>
          <a:solidFill>
            <a:srgbClr val="7F8C97">
              <a:alpha val="48000"/>
            </a:srgbClr>
          </a:solidFill>
          <a:ln w="0">
            <a:noFill/>
            <a:prstDash val="solid"/>
          </a:ln>
        </p:spPr>
      </p:sp>
      <p:sp>
        <p:nvSpPr>
          <p:cNvPr id="3283" name="01_find_only_3282">
            <a:extLst>
              <a:ext uri="{FF2B5EF4-FFF2-40B4-BE49-F238E27FC236}">
                <a16:creationId xmlns:a16="http://schemas.microsoft.com/office/drawing/2014/main" id="{0D1AD6C2-2EDF-4B23-8161-8F652396B663}"/>
              </a:ext>
            </a:extLst>
          </p:cNvPr>
          <p:cNvSpPr>
            <a:spLocks noGrp="1"/>
          </p:cNvSpPr>
          <p:nvPr/>
        </p:nvSpPr>
        <p:spPr>
          <a:xfrm>
            <a:off x="5326714" y="4905784"/>
            <a:ext cx="28398" cy="28398"/>
          </a:xfrm>
          <a:prstGeom prst="ellipse">
            <a:avLst/>
          </a:prstGeom>
          <a:solidFill>
            <a:srgbClr val="7F8C97">
              <a:alpha val="48000"/>
            </a:srgbClr>
          </a:solidFill>
          <a:ln w="0">
            <a:noFill/>
            <a:prstDash val="solid"/>
          </a:ln>
        </p:spPr>
      </p:sp>
      <p:sp>
        <p:nvSpPr>
          <p:cNvPr id="3284" name="01_find_only_3283">
            <a:extLst>
              <a:ext uri="{FF2B5EF4-FFF2-40B4-BE49-F238E27FC236}">
                <a16:creationId xmlns:a16="http://schemas.microsoft.com/office/drawing/2014/main" id="{FFA56A12-A021-4038-A91A-9DC39E8CDCB3}"/>
              </a:ext>
            </a:extLst>
          </p:cNvPr>
          <p:cNvSpPr>
            <a:spLocks noGrp="1"/>
          </p:cNvSpPr>
          <p:nvPr/>
        </p:nvSpPr>
        <p:spPr>
          <a:xfrm>
            <a:off x="5338255" y="4905784"/>
            <a:ext cx="28398" cy="28398"/>
          </a:xfrm>
          <a:prstGeom prst="ellipse">
            <a:avLst/>
          </a:prstGeom>
          <a:solidFill>
            <a:srgbClr val="7F8C97">
              <a:alpha val="48000"/>
            </a:srgbClr>
          </a:solidFill>
          <a:ln w="0">
            <a:noFill/>
            <a:prstDash val="solid"/>
          </a:ln>
        </p:spPr>
      </p:sp>
      <p:sp>
        <p:nvSpPr>
          <p:cNvPr id="3285" name="01_find_only_3284">
            <a:extLst>
              <a:ext uri="{FF2B5EF4-FFF2-40B4-BE49-F238E27FC236}">
                <a16:creationId xmlns:a16="http://schemas.microsoft.com/office/drawing/2014/main" id="{33D22702-F03A-4404-8B91-068050C59DBD}"/>
              </a:ext>
            </a:extLst>
          </p:cNvPr>
          <p:cNvSpPr>
            <a:spLocks noGrp="1"/>
          </p:cNvSpPr>
          <p:nvPr/>
        </p:nvSpPr>
        <p:spPr>
          <a:xfrm>
            <a:off x="5328145" y="4905784"/>
            <a:ext cx="28398" cy="28398"/>
          </a:xfrm>
          <a:prstGeom prst="ellipse">
            <a:avLst/>
          </a:prstGeom>
          <a:solidFill>
            <a:srgbClr val="7F8C97">
              <a:alpha val="48000"/>
            </a:srgbClr>
          </a:solidFill>
          <a:ln w="0">
            <a:noFill/>
            <a:prstDash val="solid"/>
          </a:ln>
        </p:spPr>
      </p:sp>
      <p:sp>
        <p:nvSpPr>
          <p:cNvPr id="3286" name="01_find_only_3285">
            <a:extLst>
              <a:ext uri="{FF2B5EF4-FFF2-40B4-BE49-F238E27FC236}">
                <a16:creationId xmlns:a16="http://schemas.microsoft.com/office/drawing/2014/main" id="{2C7AA242-D019-4471-B70D-4502CEDC22EF}"/>
              </a:ext>
            </a:extLst>
          </p:cNvPr>
          <p:cNvSpPr>
            <a:spLocks noGrp="1"/>
          </p:cNvSpPr>
          <p:nvPr/>
        </p:nvSpPr>
        <p:spPr>
          <a:xfrm>
            <a:off x="5313742" y="4905784"/>
            <a:ext cx="28398" cy="28398"/>
          </a:xfrm>
          <a:prstGeom prst="ellipse">
            <a:avLst/>
          </a:prstGeom>
          <a:solidFill>
            <a:srgbClr val="7F8C97">
              <a:alpha val="48000"/>
            </a:srgbClr>
          </a:solidFill>
          <a:ln w="0">
            <a:noFill/>
            <a:prstDash val="solid"/>
          </a:ln>
        </p:spPr>
      </p:sp>
      <p:sp>
        <p:nvSpPr>
          <p:cNvPr id="3287" name="01_find_only_3286">
            <a:extLst>
              <a:ext uri="{FF2B5EF4-FFF2-40B4-BE49-F238E27FC236}">
                <a16:creationId xmlns:a16="http://schemas.microsoft.com/office/drawing/2014/main" id="{A4BE5A30-026B-43EB-8C52-8580699055B7}"/>
              </a:ext>
            </a:extLst>
          </p:cNvPr>
          <p:cNvSpPr>
            <a:spLocks noGrp="1"/>
          </p:cNvSpPr>
          <p:nvPr/>
        </p:nvSpPr>
        <p:spPr>
          <a:xfrm>
            <a:off x="5255273" y="4905784"/>
            <a:ext cx="28398" cy="28398"/>
          </a:xfrm>
          <a:prstGeom prst="ellipse">
            <a:avLst/>
          </a:prstGeom>
          <a:solidFill>
            <a:srgbClr val="7F8C97">
              <a:alpha val="48000"/>
            </a:srgbClr>
          </a:solidFill>
          <a:ln w="0">
            <a:noFill/>
            <a:prstDash val="solid"/>
          </a:ln>
        </p:spPr>
      </p:sp>
      <p:sp>
        <p:nvSpPr>
          <p:cNvPr id="3288" name="01_find_only_3287">
            <a:extLst>
              <a:ext uri="{FF2B5EF4-FFF2-40B4-BE49-F238E27FC236}">
                <a16:creationId xmlns:a16="http://schemas.microsoft.com/office/drawing/2014/main" id="{86DB60E2-BD00-4032-85D9-138F7132200D}"/>
              </a:ext>
            </a:extLst>
          </p:cNvPr>
          <p:cNvSpPr>
            <a:spLocks noGrp="1"/>
          </p:cNvSpPr>
          <p:nvPr/>
        </p:nvSpPr>
        <p:spPr>
          <a:xfrm>
            <a:off x="5264525" y="6173800"/>
            <a:ext cx="28398" cy="28398"/>
          </a:xfrm>
          <a:prstGeom prst="ellipse">
            <a:avLst/>
          </a:prstGeom>
          <a:solidFill>
            <a:srgbClr val="7F8C97">
              <a:alpha val="48000"/>
            </a:srgbClr>
          </a:solidFill>
          <a:ln w="0">
            <a:noFill/>
            <a:prstDash val="solid"/>
          </a:ln>
        </p:spPr>
      </p:sp>
      <p:sp>
        <p:nvSpPr>
          <p:cNvPr id="3289" name="01_find_only_3288">
            <a:extLst>
              <a:ext uri="{FF2B5EF4-FFF2-40B4-BE49-F238E27FC236}">
                <a16:creationId xmlns:a16="http://schemas.microsoft.com/office/drawing/2014/main" id="{BBAD18E6-9273-4CED-8F23-49A906C6FA53}"/>
              </a:ext>
            </a:extLst>
          </p:cNvPr>
          <p:cNvSpPr>
            <a:spLocks noGrp="1"/>
          </p:cNvSpPr>
          <p:nvPr/>
        </p:nvSpPr>
        <p:spPr>
          <a:xfrm>
            <a:off x="5314696" y="4905784"/>
            <a:ext cx="28398" cy="28398"/>
          </a:xfrm>
          <a:prstGeom prst="ellipse">
            <a:avLst/>
          </a:prstGeom>
          <a:solidFill>
            <a:srgbClr val="7F8C97">
              <a:alpha val="48000"/>
            </a:srgbClr>
          </a:solidFill>
          <a:ln w="0">
            <a:noFill/>
            <a:prstDash val="solid"/>
          </a:ln>
        </p:spPr>
      </p:sp>
      <p:sp>
        <p:nvSpPr>
          <p:cNvPr id="3290" name="01_find_only_3289">
            <a:extLst>
              <a:ext uri="{FF2B5EF4-FFF2-40B4-BE49-F238E27FC236}">
                <a16:creationId xmlns:a16="http://schemas.microsoft.com/office/drawing/2014/main" id="{53C35E46-F356-403C-A732-415FAD55EA7C}"/>
              </a:ext>
            </a:extLst>
          </p:cNvPr>
          <p:cNvSpPr>
            <a:spLocks noGrp="1"/>
          </p:cNvSpPr>
          <p:nvPr/>
        </p:nvSpPr>
        <p:spPr>
          <a:xfrm>
            <a:off x="5305062" y="4905784"/>
            <a:ext cx="28398" cy="28398"/>
          </a:xfrm>
          <a:prstGeom prst="ellipse">
            <a:avLst/>
          </a:prstGeom>
          <a:solidFill>
            <a:srgbClr val="7F8C97">
              <a:alpha val="48000"/>
            </a:srgbClr>
          </a:solidFill>
          <a:ln w="0">
            <a:noFill/>
            <a:prstDash val="solid"/>
          </a:ln>
        </p:spPr>
      </p:sp>
      <p:sp>
        <p:nvSpPr>
          <p:cNvPr id="3291" name="01_find_only_3290">
            <a:extLst>
              <a:ext uri="{FF2B5EF4-FFF2-40B4-BE49-F238E27FC236}">
                <a16:creationId xmlns:a16="http://schemas.microsoft.com/office/drawing/2014/main" id="{1060B432-6034-4B9F-9F35-81060CD90F1B}"/>
              </a:ext>
            </a:extLst>
          </p:cNvPr>
          <p:cNvSpPr>
            <a:spLocks noGrp="1"/>
          </p:cNvSpPr>
          <p:nvPr/>
        </p:nvSpPr>
        <p:spPr>
          <a:xfrm>
            <a:off x="5268531" y="4905784"/>
            <a:ext cx="28398" cy="28398"/>
          </a:xfrm>
          <a:prstGeom prst="ellipse">
            <a:avLst/>
          </a:prstGeom>
          <a:solidFill>
            <a:srgbClr val="7F8C97">
              <a:alpha val="48000"/>
            </a:srgbClr>
          </a:solidFill>
          <a:ln w="0">
            <a:noFill/>
            <a:prstDash val="solid"/>
          </a:ln>
        </p:spPr>
      </p:sp>
      <p:sp>
        <p:nvSpPr>
          <p:cNvPr id="3292" name="01_find_only_3291">
            <a:extLst>
              <a:ext uri="{FF2B5EF4-FFF2-40B4-BE49-F238E27FC236}">
                <a16:creationId xmlns:a16="http://schemas.microsoft.com/office/drawing/2014/main" id="{C3C2C8F1-0B62-45ED-BAB0-7999060F5547}"/>
              </a:ext>
            </a:extLst>
          </p:cNvPr>
          <p:cNvSpPr>
            <a:spLocks noGrp="1"/>
          </p:cNvSpPr>
          <p:nvPr/>
        </p:nvSpPr>
        <p:spPr>
          <a:xfrm>
            <a:off x="5285795" y="4905784"/>
            <a:ext cx="28398" cy="28398"/>
          </a:xfrm>
          <a:prstGeom prst="ellipse">
            <a:avLst/>
          </a:prstGeom>
          <a:solidFill>
            <a:srgbClr val="7F8C97">
              <a:alpha val="48000"/>
            </a:srgbClr>
          </a:solidFill>
          <a:ln w="0">
            <a:noFill/>
            <a:prstDash val="solid"/>
          </a:ln>
        </p:spPr>
      </p:sp>
      <p:sp>
        <p:nvSpPr>
          <p:cNvPr id="3293" name="01_find_only_3292">
            <a:extLst>
              <a:ext uri="{FF2B5EF4-FFF2-40B4-BE49-F238E27FC236}">
                <a16:creationId xmlns:a16="http://schemas.microsoft.com/office/drawing/2014/main" id="{9BCD96A7-C82A-4FB4-AF66-BE8895021FFA}"/>
              </a:ext>
            </a:extLst>
          </p:cNvPr>
          <p:cNvSpPr>
            <a:spLocks noGrp="1"/>
          </p:cNvSpPr>
          <p:nvPr/>
        </p:nvSpPr>
        <p:spPr>
          <a:xfrm>
            <a:off x="5252030" y="6173800"/>
            <a:ext cx="28398" cy="28398"/>
          </a:xfrm>
          <a:prstGeom prst="ellipse">
            <a:avLst/>
          </a:prstGeom>
          <a:solidFill>
            <a:srgbClr val="7F8C97">
              <a:alpha val="48000"/>
            </a:srgbClr>
          </a:solidFill>
          <a:ln w="0">
            <a:noFill/>
            <a:prstDash val="solid"/>
          </a:ln>
        </p:spPr>
      </p:sp>
      <p:sp>
        <p:nvSpPr>
          <p:cNvPr id="3294" name="01_find_only_3293">
            <a:extLst>
              <a:ext uri="{FF2B5EF4-FFF2-40B4-BE49-F238E27FC236}">
                <a16:creationId xmlns:a16="http://schemas.microsoft.com/office/drawing/2014/main" id="{72E11A50-531F-4CB7-A24D-08D4BCCFB2AD}"/>
              </a:ext>
            </a:extLst>
          </p:cNvPr>
          <p:cNvSpPr>
            <a:spLocks noGrp="1"/>
          </p:cNvSpPr>
          <p:nvPr/>
        </p:nvSpPr>
        <p:spPr>
          <a:xfrm>
            <a:off x="5769390" y="6173800"/>
            <a:ext cx="28398" cy="28398"/>
          </a:xfrm>
          <a:prstGeom prst="ellipse">
            <a:avLst/>
          </a:prstGeom>
          <a:solidFill>
            <a:srgbClr val="7F8C97">
              <a:alpha val="48000"/>
            </a:srgbClr>
          </a:solidFill>
          <a:ln w="0">
            <a:noFill/>
            <a:prstDash val="solid"/>
          </a:ln>
        </p:spPr>
      </p:sp>
      <p:sp>
        <p:nvSpPr>
          <p:cNvPr id="3295" name="01_find_only_3294">
            <a:extLst>
              <a:ext uri="{FF2B5EF4-FFF2-40B4-BE49-F238E27FC236}">
                <a16:creationId xmlns:a16="http://schemas.microsoft.com/office/drawing/2014/main" id="{B8709EAC-1B7A-495E-9B95-8AED0A026D84}"/>
              </a:ext>
            </a:extLst>
          </p:cNvPr>
          <p:cNvSpPr>
            <a:spLocks noGrp="1"/>
          </p:cNvSpPr>
          <p:nvPr/>
        </p:nvSpPr>
        <p:spPr>
          <a:xfrm>
            <a:off x="5830434" y="5279686"/>
            <a:ext cx="28398" cy="28398"/>
          </a:xfrm>
          <a:prstGeom prst="ellipse">
            <a:avLst/>
          </a:prstGeom>
          <a:solidFill>
            <a:srgbClr val="7F8C97">
              <a:alpha val="48000"/>
            </a:srgbClr>
          </a:solidFill>
          <a:ln w="0">
            <a:noFill/>
            <a:prstDash val="solid"/>
          </a:ln>
        </p:spPr>
      </p:sp>
      <p:sp>
        <p:nvSpPr>
          <p:cNvPr id="3296" name="01_find_only_3295">
            <a:extLst>
              <a:ext uri="{FF2B5EF4-FFF2-40B4-BE49-F238E27FC236}">
                <a16:creationId xmlns:a16="http://schemas.microsoft.com/office/drawing/2014/main" id="{715D2EDA-76AE-47EA-AD4B-AA43BD498A50}"/>
              </a:ext>
            </a:extLst>
          </p:cNvPr>
          <p:cNvSpPr>
            <a:spLocks noGrp="1"/>
          </p:cNvSpPr>
          <p:nvPr/>
        </p:nvSpPr>
        <p:spPr>
          <a:xfrm>
            <a:off x="5749359" y="5539792"/>
            <a:ext cx="28398" cy="28398"/>
          </a:xfrm>
          <a:prstGeom prst="ellipse">
            <a:avLst/>
          </a:prstGeom>
          <a:solidFill>
            <a:srgbClr val="7F8C97">
              <a:alpha val="48000"/>
            </a:srgbClr>
          </a:solidFill>
          <a:ln w="0">
            <a:noFill/>
            <a:prstDash val="solid"/>
          </a:ln>
        </p:spPr>
      </p:sp>
      <p:sp>
        <p:nvSpPr>
          <p:cNvPr id="3297" name="01_find_only_3296">
            <a:extLst>
              <a:ext uri="{FF2B5EF4-FFF2-40B4-BE49-F238E27FC236}">
                <a16:creationId xmlns:a16="http://schemas.microsoft.com/office/drawing/2014/main" id="{37B630E8-269A-459F-87BE-97552C135A69}"/>
              </a:ext>
            </a:extLst>
          </p:cNvPr>
          <p:cNvSpPr>
            <a:spLocks noGrp="1"/>
          </p:cNvSpPr>
          <p:nvPr/>
        </p:nvSpPr>
        <p:spPr>
          <a:xfrm>
            <a:off x="5822803" y="6173800"/>
            <a:ext cx="28398" cy="28398"/>
          </a:xfrm>
          <a:prstGeom prst="ellipse">
            <a:avLst/>
          </a:prstGeom>
          <a:solidFill>
            <a:srgbClr val="7F8C97">
              <a:alpha val="48000"/>
            </a:srgbClr>
          </a:solidFill>
          <a:ln w="0">
            <a:noFill/>
            <a:prstDash val="solid"/>
          </a:ln>
        </p:spPr>
      </p:sp>
      <p:sp>
        <p:nvSpPr>
          <p:cNvPr id="3298" name="01_find_only_3297">
            <a:extLst>
              <a:ext uri="{FF2B5EF4-FFF2-40B4-BE49-F238E27FC236}">
                <a16:creationId xmlns:a16="http://schemas.microsoft.com/office/drawing/2014/main" id="{1173B0CE-1B7E-4C8F-B1D4-B0FB35C0E1BD}"/>
              </a:ext>
            </a:extLst>
          </p:cNvPr>
          <p:cNvSpPr>
            <a:spLocks noGrp="1"/>
          </p:cNvSpPr>
          <p:nvPr/>
        </p:nvSpPr>
        <p:spPr>
          <a:xfrm>
            <a:off x="5784937" y="6173800"/>
            <a:ext cx="28398" cy="28398"/>
          </a:xfrm>
          <a:prstGeom prst="ellipse">
            <a:avLst/>
          </a:prstGeom>
          <a:solidFill>
            <a:srgbClr val="7F8C97">
              <a:alpha val="48000"/>
            </a:srgbClr>
          </a:solidFill>
          <a:ln w="0">
            <a:noFill/>
            <a:prstDash val="solid"/>
          </a:ln>
        </p:spPr>
      </p:sp>
      <p:sp>
        <p:nvSpPr>
          <p:cNvPr id="3299" name="01_find_only_3298">
            <a:extLst>
              <a:ext uri="{FF2B5EF4-FFF2-40B4-BE49-F238E27FC236}">
                <a16:creationId xmlns:a16="http://schemas.microsoft.com/office/drawing/2014/main" id="{E45B1EB4-54E6-4E9C-8246-848FB0437670}"/>
              </a:ext>
            </a:extLst>
          </p:cNvPr>
          <p:cNvSpPr>
            <a:spLocks noGrp="1"/>
          </p:cNvSpPr>
          <p:nvPr/>
        </p:nvSpPr>
        <p:spPr>
          <a:xfrm>
            <a:off x="5837206" y="4905784"/>
            <a:ext cx="28398" cy="28398"/>
          </a:xfrm>
          <a:prstGeom prst="ellipse">
            <a:avLst/>
          </a:prstGeom>
          <a:solidFill>
            <a:srgbClr val="7F8C97">
              <a:alpha val="48000"/>
            </a:srgbClr>
          </a:solidFill>
          <a:ln w="0">
            <a:noFill/>
            <a:prstDash val="solid"/>
          </a:ln>
        </p:spPr>
      </p:sp>
      <p:sp>
        <p:nvSpPr>
          <p:cNvPr id="3300" name="01_find_only_3299">
            <a:extLst>
              <a:ext uri="{FF2B5EF4-FFF2-40B4-BE49-F238E27FC236}">
                <a16:creationId xmlns:a16="http://schemas.microsoft.com/office/drawing/2014/main" id="{EEBBADDA-90A7-466D-B531-290FD4942069}"/>
              </a:ext>
            </a:extLst>
          </p:cNvPr>
          <p:cNvSpPr>
            <a:spLocks noGrp="1"/>
          </p:cNvSpPr>
          <p:nvPr/>
        </p:nvSpPr>
        <p:spPr>
          <a:xfrm>
            <a:off x="5769294" y="6173800"/>
            <a:ext cx="28398" cy="28398"/>
          </a:xfrm>
          <a:prstGeom prst="ellipse">
            <a:avLst/>
          </a:prstGeom>
          <a:solidFill>
            <a:srgbClr val="7F8C97">
              <a:alpha val="48000"/>
            </a:srgbClr>
          </a:solidFill>
          <a:ln w="0">
            <a:noFill/>
            <a:prstDash val="solid"/>
          </a:ln>
        </p:spPr>
      </p:sp>
      <p:sp>
        <p:nvSpPr>
          <p:cNvPr id="3301" name="01_find_only_3300">
            <a:extLst>
              <a:ext uri="{FF2B5EF4-FFF2-40B4-BE49-F238E27FC236}">
                <a16:creationId xmlns:a16="http://schemas.microsoft.com/office/drawing/2014/main" id="{962E2D57-1F82-45FE-A755-480C4EFDD703}"/>
              </a:ext>
            </a:extLst>
          </p:cNvPr>
          <p:cNvSpPr>
            <a:spLocks noGrp="1"/>
          </p:cNvSpPr>
          <p:nvPr/>
        </p:nvSpPr>
        <p:spPr>
          <a:xfrm>
            <a:off x="5815840" y="4905784"/>
            <a:ext cx="28398" cy="28398"/>
          </a:xfrm>
          <a:prstGeom prst="ellipse">
            <a:avLst/>
          </a:prstGeom>
          <a:solidFill>
            <a:srgbClr val="7F8C97">
              <a:alpha val="48000"/>
            </a:srgbClr>
          </a:solidFill>
          <a:ln w="0">
            <a:noFill/>
            <a:prstDash val="solid"/>
          </a:ln>
        </p:spPr>
      </p:sp>
      <p:sp>
        <p:nvSpPr>
          <p:cNvPr id="3302" name="01_find_only_3301">
            <a:extLst>
              <a:ext uri="{FF2B5EF4-FFF2-40B4-BE49-F238E27FC236}">
                <a16:creationId xmlns:a16="http://schemas.microsoft.com/office/drawing/2014/main" id="{BF8D9CF0-F333-4616-8AC3-7CCD5B00AC22}"/>
              </a:ext>
            </a:extLst>
          </p:cNvPr>
          <p:cNvSpPr>
            <a:spLocks noGrp="1"/>
          </p:cNvSpPr>
          <p:nvPr/>
        </p:nvSpPr>
        <p:spPr>
          <a:xfrm>
            <a:off x="5752698" y="5136332"/>
            <a:ext cx="28398" cy="28398"/>
          </a:xfrm>
          <a:prstGeom prst="ellipse">
            <a:avLst/>
          </a:prstGeom>
          <a:solidFill>
            <a:srgbClr val="7F8C97">
              <a:alpha val="48000"/>
            </a:srgbClr>
          </a:solidFill>
          <a:ln w="0">
            <a:noFill/>
            <a:prstDash val="solid"/>
          </a:ln>
        </p:spPr>
      </p:sp>
      <p:sp>
        <p:nvSpPr>
          <p:cNvPr id="3303" name="01_find_only_3302">
            <a:extLst>
              <a:ext uri="{FF2B5EF4-FFF2-40B4-BE49-F238E27FC236}">
                <a16:creationId xmlns:a16="http://schemas.microsoft.com/office/drawing/2014/main" id="{897B8FD3-F321-45A5-8F11-C70BB335658E}"/>
              </a:ext>
            </a:extLst>
          </p:cNvPr>
          <p:cNvSpPr>
            <a:spLocks noGrp="1"/>
          </p:cNvSpPr>
          <p:nvPr/>
        </p:nvSpPr>
        <p:spPr>
          <a:xfrm>
            <a:off x="5773014" y="6173800"/>
            <a:ext cx="28398" cy="28398"/>
          </a:xfrm>
          <a:prstGeom prst="ellipse">
            <a:avLst/>
          </a:prstGeom>
          <a:solidFill>
            <a:srgbClr val="7F8C97">
              <a:alpha val="48000"/>
            </a:srgbClr>
          </a:solidFill>
          <a:ln w="0">
            <a:noFill/>
            <a:prstDash val="solid"/>
          </a:ln>
        </p:spPr>
      </p:sp>
      <p:sp>
        <p:nvSpPr>
          <p:cNvPr id="3304" name="01_find_only_3303">
            <a:extLst>
              <a:ext uri="{FF2B5EF4-FFF2-40B4-BE49-F238E27FC236}">
                <a16:creationId xmlns:a16="http://schemas.microsoft.com/office/drawing/2014/main" id="{140E64A0-A025-4A2B-8DD4-2D6CA7FA914D}"/>
              </a:ext>
            </a:extLst>
          </p:cNvPr>
          <p:cNvSpPr>
            <a:spLocks noGrp="1"/>
          </p:cNvSpPr>
          <p:nvPr/>
        </p:nvSpPr>
        <p:spPr>
          <a:xfrm>
            <a:off x="5752507" y="6120966"/>
            <a:ext cx="28398" cy="28398"/>
          </a:xfrm>
          <a:prstGeom prst="ellipse">
            <a:avLst/>
          </a:prstGeom>
          <a:solidFill>
            <a:srgbClr val="7F8C97">
              <a:alpha val="48000"/>
            </a:srgbClr>
          </a:solidFill>
          <a:ln w="0">
            <a:noFill/>
            <a:prstDash val="solid"/>
          </a:ln>
        </p:spPr>
      </p:sp>
      <p:sp>
        <p:nvSpPr>
          <p:cNvPr id="3305" name="01_find_only_3304">
            <a:extLst>
              <a:ext uri="{FF2B5EF4-FFF2-40B4-BE49-F238E27FC236}">
                <a16:creationId xmlns:a16="http://schemas.microsoft.com/office/drawing/2014/main" id="{0FDF7CE1-3029-4FC9-B85D-FEF97A35BF75}"/>
              </a:ext>
            </a:extLst>
          </p:cNvPr>
          <p:cNvSpPr>
            <a:spLocks noGrp="1"/>
          </p:cNvSpPr>
          <p:nvPr/>
        </p:nvSpPr>
        <p:spPr>
          <a:xfrm>
            <a:off x="5806398" y="5539792"/>
            <a:ext cx="28398" cy="28398"/>
          </a:xfrm>
          <a:prstGeom prst="ellipse">
            <a:avLst/>
          </a:prstGeom>
          <a:solidFill>
            <a:srgbClr val="7F8C97">
              <a:alpha val="48000"/>
            </a:srgbClr>
          </a:solidFill>
          <a:ln w="0">
            <a:noFill/>
            <a:prstDash val="solid"/>
          </a:ln>
        </p:spPr>
      </p:sp>
      <p:sp>
        <p:nvSpPr>
          <p:cNvPr id="3306" name="01_find_only_3305">
            <a:extLst>
              <a:ext uri="{FF2B5EF4-FFF2-40B4-BE49-F238E27FC236}">
                <a16:creationId xmlns:a16="http://schemas.microsoft.com/office/drawing/2014/main" id="{845DBA23-73DF-4827-9B3B-EF9DDDD32939}"/>
              </a:ext>
            </a:extLst>
          </p:cNvPr>
          <p:cNvSpPr>
            <a:spLocks noGrp="1"/>
          </p:cNvSpPr>
          <p:nvPr/>
        </p:nvSpPr>
        <p:spPr>
          <a:xfrm>
            <a:off x="5765384" y="6173800"/>
            <a:ext cx="28398" cy="28398"/>
          </a:xfrm>
          <a:prstGeom prst="ellipse">
            <a:avLst/>
          </a:prstGeom>
          <a:solidFill>
            <a:srgbClr val="7F8C97">
              <a:alpha val="48000"/>
            </a:srgbClr>
          </a:solidFill>
          <a:ln w="0">
            <a:noFill/>
            <a:prstDash val="solid"/>
          </a:ln>
        </p:spPr>
      </p:sp>
      <p:sp>
        <p:nvSpPr>
          <p:cNvPr id="3307" name="01_find_only_3306">
            <a:extLst>
              <a:ext uri="{FF2B5EF4-FFF2-40B4-BE49-F238E27FC236}">
                <a16:creationId xmlns:a16="http://schemas.microsoft.com/office/drawing/2014/main" id="{65B28322-C640-4508-B876-F961D81B2DDB}"/>
              </a:ext>
            </a:extLst>
          </p:cNvPr>
          <p:cNvSpPr>
            <a:spLocks noGrp="1"/>
          </p:cNvSpPr>
          <p:nvPr/>
        </p:nvSpPr>
        <p:spPr>
          <a:xfrm>
            <a:off x="5793998" y="6173800"/>
            <a:ext cx="28398" cy="28398"/>
          </a:xfrm>
          <a:prstGeom prst="ellipse">
            <a:avLst/>
          </a:prstGeom>
          <a:solidFill>
            <a:srgbClr val="7F8C97">
              <a:alpha val="48000"/>
            </a:srgbClr>
          </a:solidFill>
          <a:ln w="0">
            <a:noFill/>
            <a:prstDash val="solid"/>
          </a:ln>
        </p:spPr>
      </p:sp>
      <p:sp>
        <p:nvSpPr>
          <p:cNvPr id="3308" name="01_find_only_3307">
            <a:extLst>
              <a:ext uri="{FF2B5EF4-FFF2-40B4-BE49-F238E27FC236}">
                <a16:creationId xmlns:a16="http://schemas.microsoft.com/office/drawing/2014/main" id="{AE052D9B-3467-4277-A37B-0151AF94ABE0}"/>
              </a:ext>
            </a:extLst>
          </p:cNvPr>
          <p:cNvSpPr>
            <a:spLocks noGrp="1"/>
          </p:cNvSpPr>
          <p:nvPr/>
        </p:nvSpPr>
        <p:spPr>
          <a:xfrm>
            <a:off x="5783888" y="6173800"/>
            <a:ext cx="28398" cy="28398"/>
          </a:xfrm>
          <a:prstGeom prst="ellipse">
            <a:avLst/>
          </a:prstGeom>
          <a:solidFill>
            <a:srgbClr val="7F8C97">
              <a:alpha val="48000"/>
            </a:srgbClr>
          </a:solidFill>
          <a:ln w="0">
            <a:noFill/>
            <a:prstDash val="solid"/>
          </a:ln>
        </p:spPr>
      </p:sp>
      <p:sp>
        <p:nvSpPr>
          <p:cNvPr id="3309" name="01_find_only_3308">
            <a:extLst>
              <a:ext uri="{FF2B5EF4-FFF2-40B4-BE49-F238E27FC236}">
                <a16:creationId xmlns:a16="http://schemas.microsoft.com/office/drawing/2014/main" id="{FC4CB4B2-195F-4E00-893B-FEDB090BFEED}"/>
              </a:ext>
            </a:extLst>
          </p:cNvPr>
          <p:cNvSpPr>
            <a:spLocks noGrp="1"/>
          </p:cNvSpPr>
          <p:nvPr/>
        </p:nvSpPr>
        <p:spPr>
          <a:xfrm>
            <a:off x="5774445" y="6151157"/>
            <a:ext cx="28398" cy="28398"/>
          </a:xfrm>
          <a:prstGeom prst="ellipse">
            <a:avLst/>
          </a:prstGeom>
          <a:solidFill>
            <a:srgbClr val="7F8C97">
              <a:alpha val="48000"/>
            </a:srgbClr>
          </a:solidFill>
          <a:ln w="0">
            <a:noFill/>
            <a:prstDash val="solid"/>
          </a:ln>
        </p:spPr>
      </p:sp>
      <p:sp>
        <p:nvSpPr>
          <p:cNvPr id="3310" name="01_find_only_3309">
            <a:extLst>
              <a:ext uri="{FF2B5EF4-FFF2-40B4-BE49-F238E27FC236}">
                <a16:creationId xmlns:a16="http://schemas.microsoft.com/office/drawing/2014/main" id="{81BD4B16-1E4C-42DA-9792-75A1503BCBA2}"/>
              </a:ext>
            </a:extLst>
          </p:cNvPr>
          <p:cNvSpPr>
            <a:spLocks noGrp="1"/>
          </p:cNvSpPr>
          <p:nvPr/>
        </p:nvSpPr>
        <p:spPr>
          <a:xfrm>
            <a:off x="5752221" y="5539792"/>
            <a:ext cx="28398" cy="28398"/>
          </a:xfrm>
          <a:prstGeom prst="ellipse">
            <a:avLst/>
          </a:prstGeom>
          <a:solidFill>
            <a:srgbClr val="7F8C97">
              <a:alpha val="48000"/>
            </a:srgbClr>
          </a:solidFill>
          <a:ln w="0">
            <a:noFill/>
            <a:prstDash val="solid"/>
          </a:ln>
        </p:spPr>
      </p:sp>
      <p:sp>
        <p:nvSpPr>
          <p:cNvPr id="3311" name="01_find_only_3310">
            <a:extLst>
              <a:ext uri="{FF2B5EF4-FFF2-40B4-BE49-F238E27FC236}">
                <a16:creationId xmlns:a16="http://schemas.microsoft.com/office/drawing/2014/main" id="{4898D3C2-4B22-41B7-AADA-2C89A329F769}"/>
              </a:ext>
            </a:extLst>
          </p:cNvPr>
          <p:cNvSpPr>
            <a:spLocks noGrp="1"/>
          </p:cNvSpPr>
          <p:nvPr/>
        </p:nvSpPr>
        <p:spPr>
          <a:xfrm>
            <a:off x="5837873" y="6173800"/>
            <a:ext cx="28398" cy="28398"/>
          </a:xfrm>
          <a:prstGeom prst="ellipse">
            <a:avLst/>
          </a:prstGeom>
          <a:solidFill>
            <a:srgbClr val="7F8C97">
              <a:alpha val="48000"/>
            </a:srgbClr>
          </a:solidFill>
          <a:ln w="0">
            <a:noFill/>
            <a:prstDash val="solid"/>
          </a:ln>
        </p:spPr>
      </p:sp>
      <p:sp>
        <p:nvSpPr>
          <p:cNvPr id="3312" name="01_find_only_3311">
            <a:extLst>
              <a:ext uri="{FF2B5EF4-FFF2-40B4-BE49-F238E27FC236}">
                <a16:creationId xmlns:a16="http://schemas.microsoft.com/office/drawing/2014/main" id="{8E23EBFE-DE41-47B2-A5D7-1F619B85B102}"/>
              </a:ext>
            </a:extLst>
          </p:cNvPr>
          <p:cNvSpPr>
            <a:spLocks noGrp="1"/>
          </p:cNvSpPr>
          <p:nvPr/>
        </p:nvSpPr>
        <p:spPr>
          <a:xfrm>
            <a:off x="5753556" y="6015298"/>
            <a:ext cx="28398" cy="28398"/>
          </a:xfrm>
          <a:prstGeom prst="ellipse">
            <a:avLst/>
          </a:prstGeom>
          <a:solidFill>
            <a:srgbClr val="7F8C97">
              <a:alpha val="48000"/>
            </a:srgbClr>
          </a:solidFill>
          <a:ln w="0">
            <a:noFill/>
            <a:prstDash val="solid"/>
          </a:ln>
        </p:spPr>
      </p:sp>
      <p:sp>
        <p:nvSpPr>
          <p:cNvPr id="3313" name="01_find_only_3312">
            <a:extLst>
              <a:ext uri="{FF2B5EF4-FFF2-40B4-BE49-F238E27FC236}">
                <a16:creationId xmlns:a16="http://schemas.microsoft.com/office/drawing/2014/main" id="{81E296C3-BF3F-4BA2-B343-7155BC15E701}"/>
              </a:ext>
            </a:extLst>
          </p:cNvPr>
          <p:cNvSpPr>
            <a:spLocks noGrp="1"/>
          </p:cNvSpPr>
          <p:nvPr/>
        </p:nvSpPr>
        <p:spPr>
          <a:xfrm>
            <a:off x="5830815" y="6173800"/>
            <a:ext cx="28398" cy="28398"/>
          </a:xfrm>
          <a:prstGeom prst="ellipse">
            <a:avLst/>
          </a:prstGeom>
          <a:solidFill>
            <a:srgbClr val="7F8C97">
              <a:alpha val="48000"/>
            </a:srgbClr>
          </a:solidFill>
          <a:ln w="0">
            <a:noFill/>
            <a:prstDash val="solid"/>
          </a:ln>
        </p:spPr>
      </p:sp>
      <p:sp>
        <p:nvSpPr>
          <p:cNvPr id="3314" name="01_find_only_3313">
            <a:extLst>
              <a:ext uri="{FF2B5EF4-FFF2-40B4-BE49-F238E27FC236}">
                <a16:creationId xmlns:a16="http://schemas.microsoft.com/office/drawing/2014/main" id="{173B12EE-187C-4186-849C-AACF922496BF}"/>
              </a:ext>
            </a:extLst>
          </p:cNvPr>
          <p:cNvSpPr>
            <a:spLocks noGrp="1"/>
          </p:cNvSpPr>
          <p:nvPr/>
        </p:nvSpPr>
        <p:spPr>
          <a:xfrm>
            <a:off x="5785318" y="4905784"/>
            <a:ext cx="28398" cy="28398"/>
          </a:xfrm>
          <a:prstGeom prst="ellipse">
            <a:avLst/>
          </a:prstGeom>
          <a:solidFill>
            <a:srgbClr val="7F8C97">
              <a:alpha val="48000"/>
            </a:srgbClr>
          </a:solidFill>
          <a:ln w="0">
            <a:noFill/>
            <a:prstDash val="solid"/>
          </a:ln>
        </p:spPr>
      </p:sp>
      <p:sp>
        <p:nvSpPr>
          <p:cNvPr id="3315" name="01_find_only_3314">
            <a:extLst>
              <a:ext uri="{FF2B5EF4-FFF2-40B4-BE49-F238E27FC236}">
                <a16:creationId xmlns:a16="http://schemas.microsoft.com/office/drawing/2014/main" id="{318DAE0C-1E2C-4FFA-8214-7CCD05FC8769}"/>
              </a:ext>
            </a:extLst>
          </p:cNvPr>
          <p:cNvSpPr>
            <a:spLocks noGrp="1"/>
          </p:cNvSpPr>
          <p:nvPr/>
        </p:nvSpPr>
        <p:spPr>
          <a:xfrm>
            <a:off x="5841784" y="5222788"/>
            <a:ext cx="28398" cy="28398"/>
          </a:xfrm>
          <a:prstGeom prst="ellipse">
            <a:avLst/>
          </a:prstGeom>
          <a:solidFill>
            <a:srgbClr val="7F8C97">
              <a:alpha val="48000"/>
            </a:srgbClr>
          </a:solidFill>
          <a:ln w="0">
            <a:noFill/>
            <a:prstDash val="solid"/>
          </a:ln>
        </p:spPr>
      </p:sp>
      <p:sp>
        <p:nvSpPr>
          <p:cNvPr id="3316" name="01_find_only_3315">
            <a:extLst>
              <a:ext uri="{FF2B5EF4-FFF2-40B4-BE49-F238E27FC236}">
                <a16:creationId xmlns:a16="http://schemas.microsoft.com/office/drawing/2014/main" id="{E214834F-D5C2-43AE-BC3E-AA7C111129C7}"/>
              </a:ext>
            </a:extLst>
          </p:cNvPr>
          <p:cNvSpPr>
            <a:spLocks noGrp="1"/>
          </p:cNvSpPr>
          <p:nvPr/>
        </p:nvSpPr>
        <p:spPr>
          <a:xfrm>
            <a:off x="5811930" y="4905784"/>
            <a:ext cx="28398" cy="28398"/>
          </a:xfrm>
          <a:prstGeom prst="ellipse">
            <a:avLst/>
          </a:prstGeom>
          <a:solidFill>
            <a:srgbClr val="7F8C97">
              <a:alpha val="48000"/>
            </a:srgbClr>
          </a:solidFill>
          <a:ln w="0">
            <a:noFill/>
            <a:prstDash val="solid"/>
          </a:ln>
        </p:spPr>
      </p:sp>
      <p:sp>
        <p:nvSpPr>
          <p:cNvPr id="3317" name="01_find_only_3316">
            <a:extLst>
              <a:ext uri="{FF2B5EF4-FFF2-40B4-BE49-F238E27FC236}">
                <a16:creationId xmlns:a16="http://schemas.microsoft.com/office/drawing/2014/main" id="{DC35F17B-1513-45F3-879F-39898C6D4205}"/>
              </a:ext>
            </a:extLst>
          </p:cNvPr>
          <p:cNvSpPr>
            <a:spLocks noGrp="1"/>
          </p:cNvSpPr>
          <p:nvPr/>
        </p:nvSpPr>
        <p:spPr>
          <a:xfrm>
            <a:off x="5818416" y="6173800"/>
            <a:ext cx="28398" cy="28398"/>
          </a:xfrm>
          <a:prstGeom prst="ellipse">
            <a:avLst/>
          </a:prstGeom>
          <a:solidFill>
            <a:srgbClr val="7F8C97">
              <a:alpha val="48000"/>
            </a:srgbClr>
          </a:solidFill>
          <a:ln w="0">
            <a:noFill/>
            <a:prstDash val="solid"/>
          </a:ln>
        </p:spPr>
      </p:sp>
      <p:sp>
        <p:nvSpPr>
          <p:cNvPr id="3318" name="01_find_only_3317">
            <a:extLst>
              <a:ext uri="{FF2B5EF4-FFF2-40B4-BE49-F238E27FC236}">
                <a16:creationId xmlns:a16="http://schemas.microsoft.com/office/drawing/2014/main" id="{51675109-DC36-4783-BEA6-32A148B69A1F}"/>
              </a:ext>
            </a:extLst>
          </p:cNvPr>
          <p:cNvSpPr>
            <a:spLocks noGrp="1"/>
          </p:cNvSpPr>
          <p:nvPr/>
        </p:nvSpPr>
        <p:spPr>
          <a:xfrm>
            <a:off x="5776543" y="5821573"/>
            <a:ext cx="28398" cy="28398"/>
          </a:xfrm>
          <a:prstGeom prst="ellipse">
            <a:avLst/>
          </a:prstGeom>
          <a:solidFill>
            <a:srgbClr val="7F8C97">
              <a:alpha val="48000"/>
            </a:srgbClr>
          </a:solidFill>
          <a:ln w="0">
            <a:noFill/>
            <a:prstDash val="solid"/>
          </a:ln>
        </p:spPr>
      </p:sp>
      <p:sp>
        <p:nvSpPr>
          <p:cNvPr id="3319" name="01_find_only_3318">
            <a:extLst>
              <a:ext uri="{FF2B5EF4-FFF2-40B4-BE49-F238E27FC236}">
                <a16:creationId xmlns:a16="http://schemas.microsoft.com/office/drawing/2014/main" id="{8C9EFC1F-811B-4FC9-A1EE-14D8C0E58E2A}"/>
              </a:ext>
            </a:extLst>
          </p:cNvPr>
          <p:cNvSpPr>
            <a:spLocks noGrp="1"/>
          </p:cNvSpPr>
          <p:nvPr/>
        </p:nvSpPr>
        <p:spPr>
          <a:xfrm>
            <a:off x="5836443" y="5328456"/>
            <a:ext cx="28398" cy="28398"/>
          </a:xfrm>
          <a:prstGeom prst="ellipse">
            <a:avLst/>
          </a:prstGeom>
          <a:solidFill>
            <a:srgbClr val="7F8C97">
              <a:alpha val="48000"/>
            </a:srgbClr>
          </a:solidFill>
          <a:ln w="0">
            <a:noFill/>
            <a:prstDash val="solid"/>
          </a:ln>
        </p:spPr>
      </p:sp>
      <p:sp>
        <p:nvSpPr>
          <p:cNvPr id="3320" name="01_find_only_3319">
            <a:extLst>
              <a:ext uri="{FF2B5EF4-FFF2-40B4-BE49-F238E27FC236}">
                <a16:creationId xmlns:a16="http://schemas.microsoft.com/office/drawing/2014/main" id="{979C683F-D912-4F46-9D3C-8A72A82AA834}"/>
              </a:ext>
            </a:extLst>
          </p:cNvPr>
          <p:cNvSpPr>
            <a:spLocks noGrp="1"/>
          </p:cNvSpPr>
          <p:nvPr/>
        </p:nvSpPr>
        <p:spPr>
          <a:xfrm>
            <a:off x="5818606" y="4905784"/>
            <a:ext cx="28398" cy="28398"/>
          </a:xfrm>
          <a:prstGeom prst="ellipse">
            <a:avLst/>
          </a:prstGeom>
          <a:solidFill>
            <a:srgbClr val="7F8C97">
              <a:alpha val="48000"/>
            </a:srgbClr>
          </a:solidFill>
          <a:ln w="0">
            <a:noFill/>
            <a:prstDash val="solid"/>
          </a:ln>
        </p:spPr>
      </p:sp>
      <p:sp>
        <p:nvSpPr>
          <p:cNvPr id="3321" name="01_find_only_3320">
            <a:extLst>
              <a:ext uri="{FF2B5EF4-FFF2-40B4-BE49-F238E27FC236}">
                <a16:creationId xmlns:a16="http://schemas.microsoft.com/office/drawing/2014/main" id="{384281E4-862B-49E1-94EF-0C6C800A4281}"/>
              </a:ext>
            </a:extLst>
          </p:cNvPr>
          <p:cNvSpPr>
            <a:spLocks noGrp="1"/>
          </p:cNvSpPr>
          <p:nvPr/>
        </p:nvSpPr>
        <p:spPr>
          <a:xfrm>
            <a:off x="5764144" y="6173800"/>
            <a:ext cx="28398" cy="28398"/>
          </a:xfrm>
          <a:prstGeom prst="ellipse">
            <a:avLst/>
          </a:prstGeom>
          <a:solidFill>
            <a:srgbClr val="7F8C97">
              <a:alpha val="48000"/>
            </a:srgbClr>
          </a:solidFill>
          <a:ln w="0">
            <a:noFill/>
            <a:prstDash val="solid"/>
          </a:ln>
        </p:spPr>
      </p:sp>
      <p:sp>
        <p:nvSpPr>
          <p:cNvPr id="3322" name="01_find_only_3321">
            <a:extLst>
              <a:ext uri="{FF2B5EF4-FFF2-40B4-BE49-F238E27FC236}">
                <a16:creationId xmlns:a16="http://schemas.microsoft.com/office/drawing/2014/main" id="{72A96B3C-A07F-4BC2-845D-8B42F170FE89}"/>
              </a:ext>
            </a:extLst>
          </p:cNvPr>
          <p:cNvSpPr>
            <a:spLocks noGrp="1"/>
          </p:cNvSpPr>
          <p:nvPr/>
        </p:nvSpPr>
        <p:spPr>
          <a:xfrm>
            <a:off x="5816985" y="5920197"/>
            <a:ext cx="28398" cy="28398"/>
          </a:xfrm>
          <a:prstGeom prst="ellipse">
            <a:avLst/>
          </a:prstGeom>
          <a:solidFill>
            <a:srgbClr val="7F8C97">
              <a:alpha val="48000"/>
            </a:srgbClr>
          </a:solidFill>
          <a:ln w="0">
            <a:noFill/>
            <a:prstDash val="solid"/>
          </a:ln>
        </p:spPr>
      </p:sp>
      <p:sp>
        <p:nvSpPr>
          <p:cNvPr id="3323" name="01_find_only_3322">
            <a:extLst>
              <a:ext uri="{FF2B5EF4-FFF2-40B4-BE49-F238E27FC236}">
                <a16:creationId xmlns:a16="http://schemas.microsoft.com/office/drawing/2014/main" id="{45D88E33-F1BD-4A3A-A7FB-93500604A800}"/>
              </a:ext>
            </a:extLst>
          </p:cNvPr>
          <p:cNvSpPr>
            <a:spLocks noGrp="1"/>
          </p:cNvSpPr>
          <p:nvPr/>
        </p:nvSpPr>
        <p:spPr>
          <a:xfrm>
            <a:off x="5769008" y="6173800"/>
            <a:ext cx="28398" cy="28398"/>
          </a:xfrm>
          <a:prstGeom prst="ellipse">
            <a:avLst/>
          </a:prstGeom>
          <a:solidFill>
            <a:srgbClr val="7F8C97">
              <a:alpha val="48000"/>
            </a:srgbClr>
          </a:solidFill>
          <a:ln w="0">
            <a:noFill/>
            <a:prstDash val="solid"/>
          </a:ln>
        </p:spPr>
      </p:sp>
      <p:sp>
        <p:nvSpPr>
          <p:cNvPr id="3324" name="01_find_only_3323">
            <a:extLst>
              <a:ext uri="{FF2B5EF4-FFF2-40B4-BE49-F238E27FC236}">
                <a16:creationId xmlns:a16="http://schemas.microsoft.com/office/drawing/2014/main" id="{B0B6BF50-F075-41DF-9A67-1A47988E11E6}"/>
              </a:ext>
            </a:extLst>
          </p:cNvPr>
          <p:cNvSpPr>
            <a:spLocks noGrp="1"/>
          </p:cNvSpPr>
          <p:nvPr/>
        </p:nvSpPr>
        <p:spPr>
          <a:xfrm>
            <a:off x="5776448" y="5751128"/>
            <a:ext cx="28398" cy="28398"/>
          </a:xfrm>
          <a:prstGeom prst="ellipse">
            <a:avLst/>
          </a:prstGeom>
          <a:solidFill>
            <a:srgbClr val="7F8C97">
              <a:alpha val="48000"/>
            </a:srgbClr>
          </a:solidFill>
          <a:ln w="0">
            <a:noFill/>
            <a:prstDash val="solid"/>
          </a:ln>
        </p:spPr>
      </p:sp>
      <p:sp>
        <p:nvSpPr>
          <p:cNvPr id="3325" name="01_find_only_3324">
            <a:extLst>
              <a:ext uri="{FF2B5EF4-FFF2-40B4-BE49-F238E27FC236}">
                <a16:creationId xmlns:a16="http://schemas.microsoft.com/office/drawing/2014/main" id="{5E7CBC8A-0F00-4F7B-BB56-181B73073551}"/>
              </a:ext>
            </a:extLst>
          </p:cNvPr>
          <p:cNvSpPr>
            <a:spLocks noGrp="1"/>
          </p:cNvSpPr>
          <p:nvPr/>
        </p:nvSpPr>
        <p:spPr>
          <a:xfrm>
            <a:off x="5835680" y="6173800"/>
            <a:ext cx="28398" cy="28398"/>
          </a:xfrm>
          <a:prstGeom prst="ellipse">
            <a:avLst/>
          </a:prstGeom>
          <a:solidFill>
            <a:srgbClr val="7F8C97">
              <a:alpha val="48000"/>
            </a:srgbClr>
          </a:solidFill>
          <a:ln w="0">
            <a:noFill/>
            <a:prstDash val="solid"/>
          </a:ln>
        </p:spPr>
      </p:sp>
      <p:sp>
        <p:nvSpPr>
          <p:cNvPr id="3326" name="01_find_only_3325">
            <a:extLst>
              <a:ext uri="{FF2B5EF4-FFF2-40B4-BE49-F238E27FC236}">
                <a16:creationId xmlns:a16="http://schemas.microsoft.com/office/drawing/2014/main" id="{912EFF9D-D5BB-41EB-90ED-FB58BFF0647B}"/>
              </a:ext>
            </a:extLst>
          </p:cNvPr>
          <p:cNvSpPr>
            <a:spLocks noGrp="1"/>
          </p:cNvSpPr>
          <p:nvPr/>
        </p:nvSpPr>
        <p:spPr>
          <a:xfrm>
            <a:off x="5777974" y="4905784"/>
            <a:ext cx="28398" cy="28398"/>
          </a:xfrm>
          <a:prstGeom prst="ellipse">
            <a:avLst/>
          </a:prstGeom>
          <a:solidFill>
            <a:srgbClr val="7F8C97">
              <a:alpha val="48000"/>
            </a:srgbClr>
          </a:solidFill>
          <a:ln w="0">
            <a:noFill/>
            <a:prstDash val="solid"/>
          </a:ln>
        </p:spPr>
      </p:sp>
      <p:sp>
        <p:nvSpPr>
          <p:cNvPr id="3327" name="01_find_only_3326">
            <a:extLst>
              <a:ext uri="{FF2B5EF4-FFF2-40B4-BE49-F238E27FC236}">
                <a16:creationId xmlns:a16="http://schemas.microsoft.com/office/drawing/2014/main" id="{3B972B64-12C8-451F-849E-421B0B5BE5D6}"/>
              </a:ext>
            </a:extLst>
          </p:cNvPr>
          <p:cNvSpPr>
            <a:spLocks noGrp="1"/>
          </p:cNvSpPr>
          <p:nvPr/>
        </p:nvSpPr>
        <p:spPr>
          <a:xfrm>
            <a:off x="5830338" y="6173800"/>
            <a:ext cx="28398" cy="28398"/>
          </a:xfrm>
          <a:prstGeom prst="ellipse">
            <a:avLst/>
          </a:prstGeom>
          <a:solidFill>
            <a:srgbClr val="7F8C97">
              <a:alpha val="48000"/>
            </a:srgbClr>
          </a:solidFill>
          <a:ln w="0">
            <a:noFill/>
            <a:prstDash val="solid"/>
          </a:ln>
        </p:spPr>
      </p:sp>
      <p:sp>
        <p:nvSpPr>
          <p:cNvPr id="3328" name="01_find_only_3327">
            <a:extLst>
              <a:ext uri="{FF2B5EF4-FFF2-40B4-BE49-F238E27FC236}">
                <a16:creationId xmlns:a16="http://schemas.microsoft.com/office/drawing/2014/main" id="{1AE3105C-2695-4BA7-AFCA-D26D5612AB09}"/>
              </a:ext>
            </a:extLst>
          </p:cNvPr>
          <p:cNvSpPr>
            <a:spLocks noGrp="1"/>
          </p:cNvSpPr>
          <p:nvPr/>
        </p:nvSpPr>
        <p:spPr>
          <a:xfrm>
            <a:off x="5831101" y="4905784"/>
            <a:ext cx="28398" cy="28398"/>
          </a:xfrm>
          <a:prstGeom prst="ellipse">
            <a:avLst/>
          </a:prstGeom>
          <a:solidFill>
            <a:srgbClr val="7F8C97">
              <a:alpha val="48000"/>
            </a:srgbClr>
          </a:solidFill>
          <a:ln w="0">
            <a:noFill/>
            <a:prstDash val="solid"/>
          </a:ln>
        </p:spPr>
      </p:sp>
      <p:sp>
        <p:nvSpPr>
          <p:cNvPr id="3329" name="01_find_only_3328">
            <a:extLst>
              <a:ext uri="{FF2B5EF4-FFF2-40B4-BE49-F238E27FC236}">
                <a16:creationId xmlns:a16="http://schemas.microsoft.com/office/drawing/2014/main" id="{F2ABE17C-C125-4164-B617-41475066048D}"/>
              </a:ext>
            </a:extLst>
          </p:cNvPr>
          <p:cNvSpPr>
            <a:spLocks noGrp="1"/>
          </p:cNvSpPr>
          <p:nvPr/>
        </p:nvSpPr>
        <p:spPr>
          <a:xfrm>
            <a:off x="5833581" y="5751128"/>
            <a:ext cx="28398" cy="28398"/>
          </a:xfrm>
          <a:prstGeom prst="ellipse">
            <a:avLst/>
          </a:prstGeom>
          <a:solidFill>
            <a:srgbClr val="7F8C97">
              <a:alpha val="48000"/>
            </a:srgbClr>
          </a:solidFill>
          <a:ln w="0">
            <a:noFill/>
            <a:prstDash val="solid"/>
          </a:ln>
        </p:spPr>
      </p:sp>
      <p:sp>
        <p:nvSpPr>
          <p:cNvPr id="3330" name="01_find_only_3329">
            <a:extLst>
              <a:ext uri="{FF2B5EF4-FFF2-40B4-BE49-F238E27FC236}">
                <a16:creationId xmlns:a16="http://schemas.microsoft.com/office/drawing/2014/main" id="{2A9767B8-7138-4138-B81B-F7EB2B04FD34}"/>
              </a:ext>
            </a:extLst>
          </p:cNvPr>
          <p:cNvSpPr>
            <a:spLocks noGrp="1"/>
          </p:cNvSpPr>
          <p:nvPr/>
        </p:nvSpPr>
        <p:spPr>
          <a:xfrm>
            <a:off x="5778737" y="5412990"/>
            <a:ext cx="28398" cy="28398"/>
          </a:xfrm>
          <a:prstGeom prst="ellipse">
            <a:avLst/>
          </a:prstGeom>
          <a:solidFill>
            <a:srgbClr val="7F8C97">
              <a:alpha val="48000"/>
            </a:srgbClr>
          </a:solidFill>
          <a:ln w="0">
            <a:noFill/>
            <a:prstDash val="solid"/>
          </a:ln>
        </p:spPr>
      </p:sp>
      <p:sp>
        <p:nvSpPr>
          <p:cNvPr id="3331" name="01_find_only_3330">
            <a:extLst>
              <a:ext uri="{FF2B5EF4-FFF2-40B4-BE49-F238E27FC236}">
                <a16:creationId xmlns:a16="http://schemas.microsoft.com/office/drawing/2014/main" id="{42C4F5FC-E992-4729-9377-96E6A5A93AC7}"/>
              </a:ext>
            </a:extLst>
          </p:cNvPr>
          <p:cNvSpPr>
            <a:spLocks noGrp="1"/>
          </p:cNvSpPr>
          <p:nvPr/>
        </p:nvSpPr>
        <p:spPr>
          <a:xfrm>
            <a:off x="5764334" y="5539792"/>
            <a:ext cx="28398" cy="28398"/>
          </a:xfrm>
          <a:prstGeom prst="ellipse">
            <a:avLst/>
          </a:prstGeom>
          <a:solidFill>
            <a:srgbClr val="7F8C97">
              <a:alpha val="48000"/>
            </a:srgbClr>
          </a:solidFill>
          <a:ln w="0">
            <a:noFill/>
            <a:prstDash val="solid"/>
          </a:ln>
        </p:spPr>
      </p:sp>
      <p:sp>
        <p:nvSpPr>
          <p:cNvPr id="3332" name="01_find_only_3331">
            <a:extLst>
              <a:ext uri="{FF2B5EF4-FFF2-40B4-BE49-F238E27FC236}">
                <a16:creationId xmlns:a16="http://schemas.microsoft.com/office/drawing/2014/main" id="{F4D8C743-021B-4605-872B-5178A3A6C32A}"/>
              </a:ext>
            </a:extLst>
          </p:cNvPr>
          <p:cNvSpPr>
            <a:spLocks noGrp="1"/>
          </p:cNvSpPr>
          <p:nvPr/>
        </p:nvSpPr>
        <p:spPr>
          <a:xfrm>
            <a:off x="5819846" y="6173800"/>
            <a:ext cx="28398" cy="28398"/>
          </a:xfrm>
          <a:prstGeom prst="ellipse">
            <a:avLst/>
          </a:prstGeom>
          <a:solidFill>
            <a:srgbClr val="7F8C97">
              <a:alpha val="48000"/>
            </a:srgbClr>
          </a:solidFill>
          <a:ln w="0">
            <a:noFill/>
            <a:prstDash val="solid"/>
          </a:ln>
        </p:spPr>
      </p:sp>
      <p:sp>
        <p:nvSpPr>
          <p:cNvPr id="3333" name="01_find_only_3332">
            <a:extLst>
              <a:ext uri="{FF2B5EF4-FFF2-40B4-BE49-F238E27FC236}">
                <a16:creationId xmlns:a16="http://schemas.microsoft.com/office/drawing/2014/main" id="{448CBF18-6286-43BF-AB7D-79114B8BA25E}"/>
              </a:ext>
            </a:extLst>
          </p:cNvPr>
          <p:cNvSpPr>
            <a:spLocks noGrp="1"/>
          </p:cNvSpPr>
          <p:nvPr/>
        </p:nvSpPr>
        <p:spPr>
          <a:xfrm>
            <a:off x="5759851" y="6173800"/>
            <a:ext cx="28398" cy="28398"/>
          </a:xfrm>
          <a:prstGeom prst="ellipse">
            <a:avLst/>
          </a:prstGeom>
          <a:solidFill>
            <a:srgbClr val="7F8C97">
              <a:alpha val="48000"/>
            </a:srgbClr>
          </a:solidFill>
          <a:ln w="0">
            <a:noFill/>
            <a:prstDash val="solid"/>
          </a:ln>
        </p:spPr>
      </p:sp>
      <p:sp>
        <p:nvSpPr>
          <p:cNvPr id="3334" name="01_find_only_3333">
            <a:extLst>
              <a:ext uri="{FF2B5EF4-FFF2-40B4-BE49-F238E27FC236}">
                <a16:creationId xmlns:a16="http://schemas.microsoft.com/office/drawing/2014/main" id="{283765F7-A2BB-4064-B7DE-50473DD067D3}"/>
              </a:ext>
            </a:extLst>
          </p:cNvPr>
          <p:cNvSpPr>
            <a:spLocks noGrp="1"/>
          </p:cNvSpPr>
          <p:nvPr/>
        </p:nvSpPr>
        <p:spPr>
          <a:xfrm>
            <a:off x="5765860" y="6173800"/>
            <a:ext cx="28398" cy="28398"/>
          </a:xfrm>
          <a:prstGeom prst="ellipse">
            <a:avLst/>
          </a:prstGeom>
          <a:solidFill>
            <a:srgbClr val="7F8C97">
              <a:alpha val="48000"/>
            </a:srgbClr>
          </a:solidFill>
          <a:ln w="0">
            <a:noFill/>
            <a:prstDash val="solid"/>
          </a:ln>
        </p:spPr>
      </p:sp>
      <p:sp>
        <p:nvSpPr>
          <p:cNvPr id="3335" name="01_find_only_3334">
            <a:extLst>
              <a:ext uri="{FF2B5EF4-FFF2-40B4-BE49-F238E27FC236}">
                <a16:creationId xmlns:a16="http://schemas.microsoft.com/office/drawing/2014/main" id="{5F6E6CF4-FD77-4193-97A5-7BB4AC91DE3C}"/>
              </a:ext>
            </a:extLst>
          </p:cNvPr>
          <p:cNvSpPr>
            <a:spLocks noGrp="1"/>
          </p:cNvSpPr>
          <p:nvPr/>
        </p:nvSpPr>
        <p:spPr>
          <a:xfrm>
            <a:off x="5822231" y="4905784"/>
            <a:ext cx="28398" cy="28398"/>
          </a:xfrm>
          <a:prstGeom prst="ellipse">
            <a:avLst/>
          </a:prstGeom>
          <a:solidFill>
            <a:srgbClr val="7F8C97">
              <a:alpha val="48000"/>
            </a:srgbClr>
          </a:solidFill>
          <a:ln w="0">
            <a:noFill/>
            <a:prstDash val="solid"/>
          </a:ln>
        </p:spPr>
      </p:sp>
      <p:sp>
        <p:nvSpPr>
          <p:cNvPr id="3336" name="01_find_only_3335">
            <a:extLst>
              <a:ext uri="{FF2B5EF4-FFF2-40B4-BE49-F238E27FC236}">
                <a16:creationId xmlns:a16="http://schemas.microsoft.com/office/drawing/2014/main" id="{E5676461-29B0-4396-B4A8-8DF8C0EB3B00}"/>
              </a:ext>
            </a:extLst>
          </p:cNvPr>
          <p:cNvSpPr>
            <a:spLocks noGrp="1"/>
          </p:cNvSpPr>
          <p:nvPr/>
        </p:nvSpPr>
        <p:spPr>
          <a:xfrm>
            <a:off x="5760710" y="4905784"/>
            <a:ext cx="28398" cy="28398"/>
          </a:xfrm>
          <a:prstGeom prst="ellipse">
            <a:avLst/>
          </a:prstGeom>
          <a:solidFill>
            <a:srgbClr val="7F8C97">
              <a:alpha val="48000"/>
            </a:srgbClr>
          </a:solidFill>
          <a:ln w="0">
            <a:noFill/>
            <a:prstDash val="solid"/>
          </a:ln>
        </p:spPr>
      </p:sp>
      <p:sp>
        <p:nvSpPr>
          <p:cNvPr id="3337" name="01_find_only_3336">
            <a:extLst>
              <a:ext uri="{FF2B5EF4-FFF2-40B4-BE49-F238E27FC236}">
                <a16:creationId xmlns:a16="http://schemas.microsoft.com/office/drawing/2014/main" id="{39D6C4A7-9D8E-40A2-90E5-F7F10522B56D}"/>
              </a:ext>
            </a:extLst>
          </p:cNvPr>
          <p:cNvSpPr>
            <a:spLocks noGrp="1"/>
          </p:cNvSpPr>
          <p:nvPr/>
        </p:nvSpPr>
        <p:spPr>
          <a:xfrm>
            <a:off x="5840544" y="4905784"/>
            <a:ext cx="28398" cy="28398"/>
          </a:xfrm>
          <a:prstGeom prst="ellipse">
            <a:avLst/>
          </a:prstGeom>
          <a:solidFill>
            <a:srgbClr val="7F8C97">
              <a:alpha val="48000"/>
            </a:srgbClr>
          </a:solidFill>
          <a:ln w="0">
            <a:noFill/>
            <a:prstDash val="solid"/>
          </a:ln>
        </p:spPr>
      </p:sp>
      <p:sp>
        <p:nvSpPr>
          <p:cNvPr id="3338" name="01_find_only_3337">
            <a:extLst>
              <a:ext uri="{FF2B5EF4-FFF2-40B4-BE49-F238E27FC236}">
                <a16:creationId xmlns:a16="http://schemas.microsoft.com/office/drawing/2014/main" id="{518FE68B-7AE5-42F0-A743-584E868D17CE}"/>
              </a:ext>
            </a:extLst>
          </p:cNvPr>
          <p:cNvSpPr>
            <a:spLocks noGrp="1"/>
          </p:cNvSpPr>
          <p:nvPr/>
        </p:nvSpPr>
        <p:spPr>
          <a:xfrm>
            <a:off x="5825951" y="4905784"/>
            <a:ext cx="28398" cy="28398"/>
          </a:xfrm>
          <a:prstGeom prst="ellipse">
            <a:avLst/>
          </a:prstGeom>
          <a:solidFill>
            <a:srgbClr val="7F8C97">
              <a:alpha val="48000"/>
            </a:srgbClr>
          </a:solidFill>
          <a:ln w="0">
            <a:noFill/>
            <a:prstDash val="solid"/>
          </a:ln>
        </p:spPr>
      </p:sp>
      <p:sp>
        <p:nvSpPr>
          <p:cNvPr id="3339" name="01_find_only_3338">
            <a:extLst>
              <a:ext uri="{FF2B5EF4-FFF2-40B4-BE49-F238E27FC236}">
                <a16:creationId xmlns:a16="http://schemas.microsoft.com/office/drawing/2014/main" id="{4D090B55-B79E-426C-9F37-261E2F71870F}"/>
              </a:ext>
            </a:extLst>
          </p:cNvPr>
          <p:cNvSpPr>
            <a:spLocks noGrp="1"/>
          </p:cNvSpPr>
          <p:nvPr/>
        </p:nvSpPr>
        <p:spPr>
          <a:xfrm>
            <a:off x="5791423" y="4905784"/>
            <a:ext cx="28398" cy="28398"/>
          </a:xfrm>
          <a:prstGeom prst="ellipse">
            <a:avLst/>
          </a:prstGeom>
          <a:solidFill>
            <a:srgbClr val="7F8C97">
              <a:alpha val="48000"/>
            </a:srgbClr>
          </a:solidFill>
          <a:ln w="0">
            <a:noFill/>
            <a:prstDash val="solid"/>
          </a:ln>
        </p:spPr>
      </p:sp>
      <p:sp>
        <p:nvSpPr>
          <p:cNvPr id="3340" name="01_find_only_3339">
            <a:extLst>
              <a:ext uri="{FF2B5EF4-FFF2-40B4-BE49-F238E27FC236}">
                <a16:creationId xmlns:a16="http://schemas.microsoft.com/office/drawing/2014/main" id="{28869B33-F360-41C2-A721-FEC8922193F3}"/>
              </a:ext>
            </a:extLst>
          </p:cNvPr>
          <p:cNvSpPr>
            <a:spLocks noGrp="1"/>
          </p:cNvSpPr>
          <p:nvPr/>
        </p:nvSpPr>
        <p:spPr>
          <a:xfrm>
            <a:off x="5775303" y="4905784"/>
            <a:ext cx="28398" cy="28398"/>
          </a:xfrm>
          <a:prstGeom prst="ellipse">
            <a:avLst/>
          </a:prstGeom>
          <a:solidFill>
            <a:srgbClr val="7F8C97">
              <a:alpha val="48000"/>
            </a:srgbClr>
          </a:solidFill>
          <a:ln w="0">
            <a:noFill/>
            <a:prstDash val="solid"/>
          </a:ln>
        </p:spPr>
      </p:sp>
      <p:sp>
        <p:nvSpPr>
          <p:cNvPr id="3341" name="01_find_only_3340">
            <a:extLst>
              <a:ext uri="{FF2B5EF4-FFF2-40B4-BE49-F238E27FC236}">
                <a16:creationId xmlns:a16="http://schemas.microsoft.com/office/drawing/2014/main" id="{820D3BF0-A5FE-4D88-895B-6DAFA24C451D}"/>
              </a:ext>
            </a:extLst>
          </p:cNvPr>
          <p:cNvSpPr>
            <a:spLocks noGrp="1"/>
          </p:cNvSpPr>
          <p:nvPr/>
        </p:nvSpPr>
        <p:spPr>
          <a:xfrm>
            <a:off x="5843215" y="5268074"/>
            <a:ext cx="28398" cy="28398"/>
          </a:xfrm>
          <a:prstGeom prst="ellipse">
            <a:avLst/>
          </a:prstGeom>
          <a:solidFill>
            <a:srgbClr val="7F8C97">
              <a:alpha val="48000"/>
            </a:srgbClr>
          </a:solidFill>
          <a:ln w="0">
            <a:noFill/>
            <a:prstDash val="solid"/>
          </a:ln>
        </p:spPr>
      </p:sp>
      <p:sp>
        <p:nvSpPr>
          <p:cNvPr id="3342" name="01_find_only_3341">
            <a:extLst>
              <a:ext uri="{FF2B5EF4-FFF2-40B4-BE49-F238E27FC236}">
                <a16:creationId xmlns:a16="http://schemas.microsoft.com/office/drawing/2014/main" id="{C2B6BD70-116A-473B-B147-1F8D4F7EC6C1}"/>
              </a:ext>
            </a:extLst>
          </p:cNvPr>
          <p:cNvSpPr>
            <a:spLocks noGrp="1"/>
          </p:cNvSpPr>
          <p:nvPr/>
        </p:nvSpPr>
        <p:spPr>
          <a:xfrm>
            <a:off x="5808591" y="4905784"/>
            <a:ext cx="28398" cy="28398"/>
          </a:xfrm>
          <a:prstGeom prst="ellipse">
            <a:avLst/>
          </a:prstGeom>
          <a:solidFill>
            <a:srgbClr val="7F8C97">
              <a:alpha val="48000"/>
            </a:srgbClr>
          </a:solidFill>
          <a:ln w="0">
            <a:noFill/>
            <a:prstDash val="solid"/>
          </a:ln>
        </p:spPr>
      </p:sp>
      <p:sp>
        <p:nvSpPr>
          <p:cNvPr id="3343" name="01_find_only_3342">
            <a:extLst>
              <a:ext uri="{FF2B5EF4-FFF2-40B4-BE49-F238E27FC236}">
                <a16:creationId xmlns:a16="http://schemas.microsoft.com/office/drawing/2014/main" id="{E6D9C497-4615-464A-953E-875CDA058CB3}"/>
              </a:ext>
            </a:extLst>
          </p:cNvPr>
          <p:cNvSpPr>
            <a:spLocks noGrp="1"/>
          </p:cNvSpPr>
          <p:nvPr/>
        </p:nvSpPr>
        <p:spPr>
          <a:xfrm>
            <a:off x="5830338" y="6173800"/>
            <a:ext cx="28398" cy="28398"/>
          </a:xfrm>
          <a:prstGeom prst="ellipse">
            <a:avLst/>
          </a:prstGeom>
          <a:solidFill>
            <a:srgbClr val="7F8C97">
              <a:alpha val="48000"/>
            </a:srgbClr>
          </a:solidFill>
          <a:ln w="0">
            <a:noFill/>
            <a:prstDash val="solid"/>
          </a:ln>
        </p:spPr>
      </p:sp>
      <p:sp>
        <p:nvSpPr>
          <p:cNvPr id="3344" name="01_find_only_3343">
            <a:extLst>
              <a:ext uri="{FF2B5EF4-FFF2-40B4-BE49-F238E27FC236}">
                <a16:creationId xmlns:a16="http://schemas.microsoft.com/office/drawing/2014/main" id="{A5997EFA-F2E6-485E-99C0-FB89D3D26126}"/>
              </a:ext>
            </a:extLst>
          </p:cNvPr>
          <p:cNvSpPr>
            <a:spLocks noGrp="1"/>
          </p:cNvSpPr>
          <p:nvPr/>
        </p:nvSpPr>
        <p:spPr>
          <a:xfrm>
            <a:off x="5763476" y="4905784"/>
            <a:ext cx="28398" cy="28398"/>
          </a:xfrm>
          <a:prstGeom prst="ellipse">
            <a:avLst/>
          </a:prstGeom>
          <a:solidFill>
            <a:srgbClr val="7F8C97">
              <a:alpha val="48000"/>
            </a:srgbClr>
          </a:solidFill>
          <a:ln w="0">
            <a:noFill/>
            <a:prstDash val="solid"/>
          </a:ln>
        </p:spPr>
      </p:sp>
      <p:sp>
        <p:nvSpPr>
          <p:cNvPr id="3345" name="01_find_only_3344">
            <a:extLst>
              <a:ext uri="{FF2B5EF4-FFF2-40B4-BE49-F238E27FC236}">
                <a16:creationId xmlns:a16="http://schemas.microsoft.com/office/drawing/2014/main" id="{F4D8544D-7E83-4801-9D7A-AAC6F390474E}"/>
              </a:ext>
            </a:extLst>
          </p:cNvPr>
          <p:cNvSpPr>
            <a:spLocks noGrp="1"/>
          </p:cNvSpPr>
          <p:nvPr/>
        </p:nvSpPr>
        <p:spPr>
          <a:xfrm>
            <a:off x="5790373" y="6173800"/>
            <a:ext cx="28398" cy="28398"/>
          </a:xfrm>
          <a:prstGeom prst="ellipse">
            <a:avLst/>
          </a:prstGeom>
          <a:solidFill>
            <a:srgbClr val="7F8C97">
              <a:alpha val="48000"/>
            </a:srgbClr>
          </a:solidFill>
          <a:ln w="0">
            <a:noFill/>
            <a:prstDash val="solid"/>
          </a:ln>
        </p:spPr>
      </p:sp>
      <p:sp>
        <p:nvSpPr>
          <p:cNvPr id="3346" name="01_find_only_3345">
            <a:extLst>
              <a:ext uri="{FF2B5EF4-FFF2-40B4-BE49-F238E27FC236}">
                <a16:creationId xmlns:a16="http://schemas.microsoft.com/office/drawing/2014/main" id="{752B565D-60FA-4C95-A50B-CDA9DD272F9D}"/>
              </a:ext>
            </a:extLst>
          </p:cNvPr>
          <p:cNvSpPr>
            <a:spLocks noGrp="1"/>
          </p:cNvSpPr>
          <p:nvPr/>
        </p:nvSpPr>
        <p:spPr>
          <a:xfrm>
            <a:off x="5824425" y="6173800"/>
            <a:ext cx="28398" cy="28398"/>
          </a:xfrm>
          <a:prstGeom prst="ellipse">
            <a:avLst/>
          </a:prstGeom>
          <a:solidFill>
            <a:srgbClr val="7F8C97">
              <a:alpha val="48000"/>
            </a:srgbClr>
          </a:solidFill>
          <a:ln w="0">
            <a:noFill/>
            <a:prstDash val="solid"/>
          </a:ln>
        </p:spPr>
      </p:sp>
      <p:sp>
        <p:nvSpPr>
          <p:cNvPr id="3347" name="01_find_only_3346">
            <a:extLst>
              <a:ext uri="{FF2B5EF4-FFF2-40B4-BE49-F238E27FC236}">
                <a16:creationId xmlns:a16="http://schemas.microsoft.com/office/drawing/2014/main" id="{7A4FE541-FE12-424C-8921-3796E8BEE40C}"/>
              </a:ext>
            </a:extLst>
          </p:cNvPr>
          <p:cNvSpPr>
            <a:spLocks noGrp="1"/>
          </p:cNvSpPr>
          <p:nvPr/>
        </p:nvSpPr>
        <p:spPr>
          <a:xfrm>
            <a:off x="5810594" y="5962464"/>
            <a:ext cx="28398" cy="28398"/>
          </a:xfrm>
          <a:prstGeom prst="ellipse">
            <a:avLst/>
          </a:prstGeom>
          <a:solidFill>
            <a:srgbClr val="7F8C97">
              <a:alpha val="48000"/>
            </a:srgbClr>
          </a:solidFill>
          <a:ln w="0">
            <a:noFill/>
            <a:prstDash val="solid"/>
          </a:ln>
        </p:spPr>
      </p:sp>
      <p:sp>
        <p:nvSpPr>
          <p:cNvPr id="3348" name="01_find_only_3347">
            <a:extLst>
              <a:ext uri="{FF2B5EF4-FFF2-40B4-BE49-F238E27FC236}">
                <a16:creationId xmlns:a16="http://schemas.microsoft.com/office/drawing/2014/main" id="{D849EC7F-5DC0-4944-B377-84A3985FA835}"/>
              </a:ext>
            </a:extLst>
          </p:cNvPr>
          <p:cNvSpPr>
            <a:spLocks noGrp="1"/>
          </p:cNvSpPr>
          <p:nvPr/>
        </p:nvSpPr>
        <p:spPr>
          <a:xfrm>
            <a:off x="5838541" y="5095986"/>
            <a:ext cx="28398" cy="28398"/>
          </a:xfrm>
          <a:prstGeom prst="ellipse">
            <a:avLst/>
          </a:prstGeom>
          <a:solidFill>
            <a:srgbClr val="7F8C97">
              <a:alpha val="48000"/>
            </a:srgbClr>
          </a:solidFill>
          <a:ln w="0">
            <a:noFill/>
            <a:prstDash val="solid"/>
          </a:ln>
        </p:spPr>
      </p:sp>
      <p:sp>
        <p:nvSpPr>
          <p:cNvPr id="3349" name="01_find_only_3348">
            <a:extLst>
              <a:ext uri="{FF2B5EF4-FFF2-40B4-BE49-F238E27FC236}">
                <a16:creationId xmlns:a16="http://schemas.microsoft.com/office/drawing/2014/main" id="{F04ED453-F36E-40BF-B9BA-EB5EFA8C7045}"/>
              </a:ext>
            </a:extLst>
          </p:cNvPr>
          <p:cNvSpPr>
            <a:spLocks noGrp="1"/>
          </p:cNvSpPr>
          <p:nvPr/>
        </p:nvSpPr>
        <p:spPr>
          <a:xfrm>
            <a:off x="5750027" y="4905784"/>
            <a:ext cx="28398" cy="28398"/>
          </a:xfrm>
          <a:prstGeom prst="ellipse">
            <a:avLst/>
          </a:prstGeom>
          <a:solidFill>
            <a:srgbClr val="7F8C97">
              <a:alpha val="48000"/>
            </a:srgbClr>
          </a:solidFill>
          <a:ln w="0">
            <a:noFill/>
            <a:prstDash val="solid"/>
          </a:ln>
        </p:spPr>
      </p:sp>
      <p:sp>
        <p:nvSpPr>
          <p:cNvPr id="3350" name="01_find_only_3349">
            <a:extLst>
              <a:ext uri="{FF2B5EF4-FFF2-40B4-BE49-F238E27FC236}">
                <a16:creationId xmlns:a16="http://schemas.microsoft.com/office/drawing/2014/main" id="{F5A035D3-24ED-4841-9861-7B29FADBF52F}"/>
              </a:ext>
            </a:extLst>
          </p:cNvPr>
          <p:cNvSpPr>
            <a:spLocks noGrp="1"/>
          </p:cNvSpPr>
          <p:nvPr/>
        </p:nvSpPr>
        <p:spPr>
          <a:xfrm>
            <a:off x="5789324" y="6173800"/>
            <a:ext cx="28398" cy="28398"/>
          </a:xfrm>
          <a:prstGeom prst="ellipse">
            <a:avLst/>
          </a:prstGeom>
          <a:solidFill>
            <a:srgbClr val="7F8C97">
              <a:alpha val="48000"/>
            </a:srgbClr>
          </a:solidFill>
          <a:ln w="0">
            <a:noFill/>
            <a:prstDash val="solid"/>
          </a:ln>
        </p:spPr>
      </p:sp>
      <p:sp>
        <p:nvSpPr>
          <p:cNvPr id="3351" name="01_find_only_3350">
            <a:extLst>
              <a:ext uri="{FF2B5EF4-FFF2-40B4-BE49-F238E27FC236}">
                <a16:creationId xmlns:a16="http://schemas.microsoft.com/office/drawing/2014/main" id="{50306857-3A39-45FC-970E-C011CC09D5CC}"/>
              </a:ext>
            </a:extLst>
          </p:cNvPr>
          <p:cNvSpPr>
            <a:spLocks noGrp="1"/>
          </p:cNvSpPr>
          <p:nvPr/>
        </p:nvSpPr>
        <p:spPr>
          <a:xfrm>
            <a:off x="5807161" y="6173800"/>
            <a:ext cx="28398" cy="28398"/>
          </a:xfrm>
          <a:prstGeom prst="ellipse">
            <a:avLst/>
          </a:prstGeom>
          <a:solidFill>
            <a:srgbClr val="7F8C97">
              <a:alpha val="48000"/>
            </a:srgbClr>
          </a:solidFill>
          <a:ln w="0">
            <a:noFill/>
            <a:prstDash val="solid"/>
          </a:ln>
        </p:spPr>
      </p:sp>
      <p:sp>
        <p:nvSpPr>
          <p:cNvPr id="3352" name="01_find_only_3351">
            <a:extLst>
              <a:ext uri="{FF2B5EF4-FFF2-40B4-BE49-F238E27FC236}">
                <a16:creationId xmlns:a16="http://schemas.microsoft.com/office/drawing/2014/main" id="{1B289D27-091D-403F-A218-B3E409F5A3F5}"/>
              </a:ext>
            </a:extLst>
          </p:cNvPr>
          <p:cNvSpPr>
            <a:spLocks noGrp="1"/>
          </p:cNvSpPr>
          <p:nvPr/>
        </p:nvSpPr>
        <p:spPr>
          <a:xfrm>
            <a:off x="5777497" y="6173800"/>
            <a:ext cx="28398" cy="28398"/>
          </a:xfrm>
          <a:prstGeom prst="ellipse">
            <a:avLst/>
          </a:prstGeom>
          <a:solidFill>
            <a:srgbClr val="7F8C97">
              <a:alpha val="48000"/>
            </a:srgbClr>
          </a:solidFill>
          <a:ln w="0">
            <a:noFill/>
            <a:prstDash val="solid"/>
          </a:ln>
        </p:spPr>
      </p:sp>
      <p:sp>
        <p:nvSpPr>
          <p:cNvPr id="3353" name="01_find_only_3352">
            <a:extLst>
              <a:ext uri="{FF2B5EF4-FFF2-40B4-BE49-F238E27FC236}">
                <a16:creationId xmlns:a16="http://schemas.microsoft.com/office/drawing/2014/main" id="{C3A14422-A5E6-4054-BE94-296129ECA300}"/>
              </a:ext>
            </a:extLst>
          </p:cNvPr>
          <p:cNvSpPr>
            <a:spLocks noGrp="1"/>
          </p:cNvSpPr>
          <p:nvPr/>
        </p:nvSpPr>
        <p:spPr>
          <a:xfrm>
            <a:off x="5798862" y="4905784"/>
            <a:ext cx="28398" cy="28398"/>
          </a:xfrm>
          <a:prstGeom prst="ellipse">
            <a:avLst/>
          </a:prstGeom>
          <a:solidFill>
            <a:srgbClr val="7F8C97">
              <a:alpha val="48000"/>
            </a:srgbClr>
          </a:solidFill>
          <a:ln w="0">
            <a:noFill/>
            <a:prstDash val="solid"/>
          </a:ln>
        </p:spPr>
      </p:sp>
      <p:sp>
        <p:nvSpPr>
          <p:cNvPr id="3354" name="01_find_only_3353">
            <a:extLst>
              <a:ext uri="{FF2B5EF4-FFF2-40B4-BE49-F238E27FC236}">
                <a16:creationId xmlns:a16="http://schemas.microsoft.com/office/drawing/2014/main" id="{A7D90166-F61D-4EB4-B8D3-CBCFF93C2A26}"/>
              </a:ext>
            </a:extLst>
          </p:cNvPr>
          <p:cNvSpPr>
            <a:spLocks noGrp="1"/>
          </p:cNvSpPr>
          <p:nvPr/>
        </p:nvSpPr>
        <p:spPr>
          <a:xfrm>
            <a:off x="5786844" y="5856796"/>
            <a:ext cx="28398" cy="28398"/>
          </a:xfrm>
          <a:prstGeom prst="ellipse">
            <a:avLst/>
          </a:prstGeom>
          <a:solidFill>
            <a:srgbClr val="7F8C97">
              <a:alpha val="48000"/>
            </a:srgbClr>
          </a:solidFill>
          <a:ln w="0">
            <a:noFill/>
            <a:prstDash val="solid"/>
          </a:ln>
        </p:spPr>
      </p:sp>
      <p:sp>
        <p:nvSpPr>
          <p:cNvPr id="3355" name="01_find_only_3354">
            <a:extLst>
              <a:ext uri="{FF2B5EF4-FFF2-40B4-BE49-F238E27FC236}">
                <a16:creationId xmlns:a16="http://schemas.microsoft.com/office/drawing/2014/main" id="{C49467C3-A6FE-4ACD-A0BF-C97072FCB72F}"/>
              </a:ext>
            </a:extLst>
          </p:cNvPr>
          <p:cNvSpPr>
            <a:spLocks noGrp="1"/>
          </p:cNvSpPr>
          <p:nvPr/>
        </p:nvSpPr>
        <p:spPr>
          <a:xfrm>
            <a:off x="5828049" y="5992655"/>
            <a:ext cx="28398" cy="28398"/>
          </a:xfrm>
          <a:prstGeom prst="ellipse">
            <a:avLst/>
          </a:prstGeom>
          <a:solidFill>
            <a:srgbClr val="7F8C97">
              <a:alpha val="48000"/>
            </a:srgbClr>
          </a:solidFill>
          <a:ln w="0">
            <a:noFill/>
            <a:prstDash val="solid"/>
          </a:ln>
        </p:spPr>
      </p:sp>
      <p:sp>
        <p:nvSpPr>
          <p:cNvPr id="3356" name="01_find_only_3355">
            <a:extLst>
              <a:ext uri="{FF2B5EF4-FFF2-40B4-BE49-F238E27FC236}">
                <a16:creationId xmlns:a16="http://schemas.microsoft.com/office/drawing/2014/main" id="{F5C808A4-C093-453C-AB73-21221A50AEB0}"/>
              </a:ext>
            </a:extLst>
          </p:cNvPr>
          <p:cNvSpPr>
            <a:spLocks noGrp="1"/>
          </p:cNvSpPr>
          <p:nvPr/>
        </p:nvSpPr>
        <p:spPr>
          <a:xfrm>
            <a:off x="5760519" y="4905784"/>
            <a:ext cx="28398" cy="28398"/>
          </a:xfrm>
          <a:prstGeom prst="ellipse">
            <a:avLst/>
          </a:prstGeom>
          <a:solidFill>
            <a:srgbClr val="7F8C97">
              <a:alpha val="48000"/>
            </a:srgbClr>
          </a:solidFill>
          <a:ln w="0">
            <a:noFill/>
            <a:prstDash val="solid"/>
          </a:ln>
        </p:spPr>
      </p:sp>
      <p:sp>
        <p:nvSpPr>
          <p:cNvPr id="3357" name="01_find_only_3356">
            <a:extLst>
              <a:ext uri="{FF2B5EF4-FFF2-40B4-BE49-F238E27FC236}">
                <a16:creationId xmlns:a16="http://schemas.microsoft.com/office/drawing/2014/main" id="{721C28AF-5D76-4F71-95FF-F7E777384FEA}"/>
              </a:ext>
            </a:extLst>
          </p:cNvPr>
          <p:cNvSpPr>
            <a:spLocks noGrp="1"/>
          </p:cNvSpPr>
          <p:nvPr/>
        </p:nvSpPr>
        <p:spPr>
          <a:xfrm>
            <a:off x="5764907" y="6173800"/>
            <a:ext cx="28398" cy="28398"/>
          </a:xfrm>
          <a:prstGeom prst="ellipse">
            <a:avLst/>
          </a:prstGeom>
          <a:solidFill>
            <a:srgbClr val="7F8C97">
              <a:alpha val="48000"/>
            </a:srgbClr>
          </a:solidFill>
          <a:ln w="0">
            <a:noFill/>
            <a:prstDash val="solid"/>
          </a:ln>
        </p:spPr>
      </p:sp>
      <p:sp>
        <p:nvSpPr>
          <p:cNvPr id="3358" name="01_find_only_3357">
            <a:extLst>
              <a:ext uri="{FF2B5EF4-FFF2-40B4-BE49-F238E27FC236}">
                <a16:creationId xmlns:a16="http://schemas.microsoft.com/office/drawing/2014/main" id="{0D368194-0EBD-470B-BA3F-7C72E94BB6D7}"/>
              </a:ext>
            </a:extLst>
          </p:cNvPr>
          <p:cNvSpPr>
            <a:spLocks noGrp="1"/>
          </p:cNvSpPr>
          <p:nvPr/>
        </p:nvSpPr>
        <p:spPr>
          <a:xfrm>
            <a:off x="5804585" y="4905784"/>
            <a:ext cx="28398" cy="28398"/>
          </a:xfrm>
          <a:prstGeom prst="ellipse">
            <a:avLst/>
          </a:prstGeom>
          <a:solidFill>
            <a:srgbClr val="7F8C97">
              <a:alpha val="48000"/>
            </a:srgbClr>
          </a:solidFill>
          <a:ln w="0">
            <a:noFill/>
            <a:prstDash val="solid"/>
          </a:ln>
        </p:spPr>
      </p:sp>
      <p:sp>
        <p:nvSpPr>
          <p:cNvPr id="3359" name="01_find_only_3358">
            <a:extLst>
              <a:ext uri="{FF2B5EF4-FFF2-40B4-BE49-F238E27FC236}">
                <a16:creationId xmlns:a16="http://schemas.microsoft.com/office/drawing/2014/main" id="{8F779DA4-7057-481C-BEE2-37EF0AC5BA6A}"/>
              </a:ext>
            </a:extLst>
          </p:cNvPr>
          <p:cNvSpPr>
            <a:spLocks noGrp="1"/>
          </p:cNvSpPr>
          <p:nvPr/>
        </p:nvSpPr>
        <p:spPr>
          <a:xfrm>
            <a:off x="5803727" y="4905784"/>
            <a:ext cx="28398" cy="28398"/>
          </a:xfrm>
          <a:prstGeom prst="ellipse">
            <a:avLst/>
          </a:prstGeom>
          <a:solidFill>
            <a:srgbClr val="7F8C97">
              <a:alpha val="48000"/>
            </a:srgbClr>
          </a:solidFill>
          <a:ln w="0">
            <a:noFill/>
            <a:prstDash val="solid"/>
          </a:ln>
        </p:spPr>
      </p:sp>
      <p:sp>
        <p:nvSpPr>
          <p:cNvPr id="3360" name="01_find_only_3359">
            <a:extLst>
              <a:ext uri="{FF2B5EF4-FFF2-40B4-BE49-F238E27FC236}">
                <a16:creationId xmlns:a16="http://schemas.microsoft.com/office/drawing/2014/main" id="{3C732B30-3531-4D95-B537-9A52CBF6A4A6}"/>
              </a:ext>
            </a:extLst>
          </p:cNvPr>
          <p:cNvSpPr>
            <a:spLocks noGrp="1"/>
          </p:cNvSpPr>
          <p:nvPr/>
        </p:nvSpPr>
        <p:spPr>
          <a:xfrm>
            <a:off x="5834726" y="4905784"/>
            <a:ext cx="28398" cy="28398"/>
          </a:xfrm>
          <a:prstGeom prst="ellipse">
            <a:avLst/>
          </a:prstGeom>
          <a:solidFill>
            <a:srgbClr val="7F8C97">
              <a:alpha val="48000"/>
            </a:srgbClr>
          </a:solidFill>
          <a:ln w="0">
            <a:noFill/>
            <a:prstDash val="solid"/>
          </a:ln>
        </p:spPr>
      </p:sp>
      <p:sp>
        <p:nvSpPr>
          <p:cNvPr id="3361" name="01_find_only_3360">
            <a:extLst>
              <a:ext uri="{FF2B5EF4-FFF2-40B4-BE49-F238E27FC236}">
                <a16:creationId xmlns:a16="http://schemas.microsoft.com/office/drawing/2014/main" id="{DD206734-84D2-440A-8C7D-8DEB62F3965D}"/>
              </a:ext>
            </a:extLst>
          </p:cNvPr>
          <p:cNvSpPr>
            <a:spLocks noGrp="1"/>
          </p:cNvSpPr>
          <p:nvPr/>
        </p:nvSpPr>
        <p:spPr>
          <a:xfrm>
            <a:off x="5820323" y="5539792"/>
            <a:ext cx="28398" cy="28398"/>
          </a:xfrm>
          <a:prstGeom prst="ellipse">
            <a:avLst/>
          </a:prstGeom>
          <a:solidFill>
            <a:srgbClr val="7F8C97">
              <a:alpha val="48000"/>
            </a:srgbClr>
          </a:solidFill>
          <a:ln w="0">
            <a:noFill/>
            <a:prstDash val="solid"/>
          </a:ln>
        </p:spPr>
      </p:sp>
      <p:sp>
        <p:nvSpPr>
          <p:cNvPr id="3362" name="01_find_only_3361">
            <a:extLst>
              <a:ext uri="{FF2B5EF4-FFF2-40B4-BE49-F238E27FC236}">
                <a16:creationId xmlns:a16="http://schemas.microsoft.com/office/drawing/2014/main" id="{FC6C4AAE-8861-4B01-BF10-17FDB201AB8B}"/>
              </a:ext>
            </a:extLst>
          </p:cNvPr>
          <p:cNvSpPr>
            <a:spLocks noGrp="1"/>
          </p:cNvSpPr>
          <p:nvPr/>
        </p:nvSpPr>
        <p:spPr>
          <a:xfrm>
            <a:off x="5775303" y="6173800"/>
            <a:ext cx="28398" cy="28398"/>
          </a:xfrm>
          <a:prstGeom prst="ellipse">
            <a:avLst/>
          </a:prstGeom>
          <a:solidFill>
            <a:srgbClr val="7F8C97">
              <a:alpha val="48000"/>
            </a:srgbClr>
          </a:solidFill>
          <a:ln w="0">
            <a:noFill/>
            <a:prstDash val="solid"/>
          </a:ln>
        </p:spPr>
      </p:sp>
      <p:sp>
        <p:nvSpPr>
          <p:cNvPr id="3363" name="01_find_only_3362">
            <a:extLst>
              <a:ext uri="{FF2B5EF4-FFF2-40B4-BE49-F238E27FC236}">
                <a16:creationId xmlns:a16="http://schemas.microsoft.com/office/drawing/2014/main" id="{7AD0925F-D478-48F1-A5BD-CB6040715C92}"/>
              </a:ext>
            </a:extLst>
          </p:cNvPr>
          <p:cNvSpPr>
            <a:spLocks noGrp="1"/>
          </p:cNvSpPr>
          <p:nvPr/>
        </p:nvSpPr>
        <p:spPr>
          <a:xfrm>
            <a:off x="5822231" y="5222788"/>
            <a:ext cx="28398" cy="28398"/>
          </a:xfrm>
          <a:prstGeom prst="ellipse">
            <a:avLst/>
          </a:prstGeom>
          <a:solidFill>
            <a:srgbClr val="7F8C97">
              <a:alpha val="48000"/>
            </a:srgbClr>
          </a:solidFill>
          <a:ln w="0">
            <a:noFill/>
            <a:prstDash val="solid"/>
          </a:ln>
        </p:spPr>
      </p:sp>
      <p:sp>
        <p:nvSpPr>
          <p:cNvPr id="3364" name="01_find_only_3363">
            <a:extLst>
              <a:ext uri="{FF2B5EF4-FFF2-40B4-BE49-F238E27FC236}">
                <a16:creationId xmlns:a16="http://schemas.microsoft.com/office/drawing/2014/main" id="{1A519C12-55B8-4292-B089-DD67AD413B5A}"/>
              </a:ext>
            </a:extLst>
          </p:cNvPr>
          <p:cNvSpPr>
            <a:spLocks noGrp="1"/>
          </p:cNvSpPr>
          <p:nvPr/>
        </p:nvSpPr>
        <p:spPr>
          <a:xfrm>
            <a:off x="5814505" y="5328456"/>
            <a:ext cx="28398" cy="28398"/>
          </a:xfrm>
          <a:prstGeom prst="ellipse">
            <a:avLst/>
          </a:prstGeom>
          <a:solidFill>
            <a:srgbClr val="7F8C97">
              <a:alpha val="48000"/>
            </a:srgbClr>
          </a:solidFill>
          <a:ln w="0">
            <a:noFill/>
            <a:prstDash val="solid"/>
          </a:ln>
        </p:spPr>
      </p:sp>
      <p:sp>
        <p:nvSpPr>
          <p:cNvPr id="3365" name="01_find_only_3364">
            <a:extLst>
              <a:ext uri="{FF2B5EF4-FFF2-40B4-BE49-F238E27FC236}">
                <a16:creationId xmlns:a16="http://schemas.microsoft.com/office/drawing/2014/main" id="{2D45541A-33BE-4639-81D3-7290FB2D898E}"/>
              </a:ext>
            </a:extLst>
          </p:cNvPr>
          <p:cNvSpPr>
            <a:spLocks noGrp="1"/>
          </p:cNvSpPr>
          <p:nvPr/>
        </p:nvSpPr>
        <p:spPr>
          <a:xfrm>
            <a:off x="5818606" y="6173800"/>
            <a:ext cx="28398" cy="28398"/>
          </a:xfrm>
          <a:prstGeom prst="ellipse">
            <a:avLst/>
          </a:prstGeom>
          <a:solidFill>
            <a:srgbClr val="7F8C97">
              <a:alpha val="48000"/>
            </a:srgbClr>
          </a:solidFill>
          <a:ln w="0">
            <a:noFill/>
            <a:prstDash val="solid"/>
          </a:ln>
        </p:spPr>
      </p:sp>
      <p:sp>
        <p:nvSpPr>
          <p:cNvPr id="3366" name="01_find_only_3365">
            <a:extLst>
              <a:ext uri="{FF2B5EF4-FFF2-40B4-BE49-F238E27FC236}">
                <a16:creationId xmlns:a16="http://schemas.microsoft.com/office/drawing/2014/main" id="{63DF9D2D-BB2B-4933-8F7D-A6313B9D429B}"/>
              </a:ext>
            </a:extLst>
          </p:cNvPr>
          <p:cNvSpPr>
            <a:spLocks noGrp="1"/>
          </p:cNvSpPr>
          <p:nvPr/>
        </p:nvSpPr>
        <p:spPr>
          <a:xfrm>
            <a:off x="5800579" y="6173800"/>
            <a:ext cx="28398" cy="28398"/>
          </a:xfrm>
          <a:prstGeom prst="ellipse">
            <a:avLst/>
          </a:prstGeom>
          <a:solidFill>
            <a:srgbClr val="7F8C97">
              <a:alpha val="48000"/>
            </a:srgbClr>
          </a:solidFill>
          <a:ln w="0">
            <a:noFill/>
            <a:prstDash val="solid"/>
          </a:ln>
        </p:spPr>
      </p:sp>
      <p:sp>
        <p:nvSpPr>
          <p:cNvPr id="3367" name="01_find_only_3366">
            <a:extLst>
              <a:ext uri="{FF2B5EF4-FFF2-40B4-BE49-F238E27FC236}">
                <a16:creationId xmlns:a16="http://schemas.microsoft.com/office/drawing/2014/main" id="{D9058710-47E7-4507-BB92-0AC12B15831B}"/>
              </a:ext>
            </a:extLst>
          </p:cNvPr>
          <p:cNvSpPr>
            <a:spLocks noGrp="1"/>
          </p:cNvSpPr>
          <p:nvPr/>
        </p:nvSpPr>
        <p:spPr>
          <a:xfrm>
            <a:off x="5751076" y="5539792"/>
            <a:ext cx="28398" cy="28398"/>
          </a:xfrm>
          <a:prstGeom prst="ellipse">
            <a:avLst/>
          </a:prstGeom>
          <a:solidFill>
            <a:srgbClr val="7F8C97">
              <a:alpha val="48000"/>
            </a:srgbClr>
          </a:solidFill>
          <a:ln w="0">
            <a:noFill/>
            <a:prstDash val="solid"/>
          </a:ln>
        </p:spPr>
      </p:sp>
      <p:sp>
        <p:nvSpPr>
          <p:cNvPr id="3368" name="01_find_only_3367">
            <a:extLst>
              <a:ext uri="{FF2B5EF4-FFF2-40B4-BE49-F238E27FC236}">
                <a16:creationId xmlns:a16="http://schemas.microsoft.com/office/drawing/2014/main" id="{5A9E57E6-B50C-4F38-98A0-A8148FDAF844}"/>
              </a:ext>
            </a:extLst>
          </p:cNvPr>
          <p:cNvSpPr>
            <a:spLocks noGrp="1"/>
          </p:cNvSpPr>
          <p:nvPr/>
        </p:nvSpPr>
        <p:spPr>
          <a:xfrm>
            <a:off x="5814887" y="5881181"/>
            <a:ext cx="28398" cy="28398"/>
          </a:xfrm>
          <a:prstGeom prst="ellipse">
            <a:avLst/>
          </a:prstGeom>
          <a:solidFill>
            <a:srgbClr val="7F8C97">
              <a:alpha val="48000"/>
            </a:srgbClr>
          </a:solidFill>
          <a:ln w="0">
            <a:noFill/>
            <a:prstDash val="solid"/>
          </a:ln>
        </p:spPr>
      </p:sp>
      <p:sp>
        <p:nvSpPr>
          <p:cNvPr id="3369" name="01_find_only_3368">
            <a:extLst>
              <a:ext uri="{FF2B5EF4-FFF2-40B4-BE49-F238E27FC236}">
                <a16:creationId xmlns:a16="http://schemas.microsoft.com/office/drawing/2014/main" id="{6F35420F-1BAF-4E1E-8003-90173DF1810B}"/>
              </a:ext>
            </a:extLst>
          </p:cNvPr>
          <p:cNvSpPr>
            <a:spLocks noGrp="1"/>
          </p:cNvSpPr>
          <p:nvPr/>
        </p:nvSpPr>
        <p:spPr>
          <a:xfrm>
            <a:off x="5827477" y="5751128"/>
            <a:ext cx="28398" cy="28398"/>
          </a:xfrm>
          <a:prstGeom prst="ellipse">
            <a:avLst/>
          </a:prstGeom>
          <a:solidFill>
            <a:srgbClr val="7F8C97">
              <a:alpha val="48000"/>
            </a:srgbClr>
          </a:solidFill>
          <a:ln w="0">
            <a:noFill/>
            <a:prstDash val="solid"/>
          </a:ln>
        </p:spPr>
      </p:sp>
      <p:sp>
        <p:nvSpPr>
          <p:cNvPr id="3370" name="01_find_only_3369">
            <a:extLst>
              <a:ext uri="{FF2B5EF4-FFF2-40B4-BE49-F238E27FC236}">
                <a16:creationId xmlns:a16="http://schemas.microsoft.com/office/drawing/2014/main" id="{E765266C-5B03-489F-87C9-75163501A5D5}"/>
              </a:ext>
            </a:extLst>
          </p:cNvPr>
          <p:cNvSpPr>
            <a:spLocks noGrp="1"/>
          </p:cNvSpPr>
          <p:nvPr/>
        </p:nvSpPr>
        <p:spPr>
          <a:xfrm>
            <a:off x="5766910" y="4905784"/>
            <a:ext cx="28398" cy="28398"/>
          </a:xfrm>
          <a:prstGeom prst="ellipse">
            <a:avLst/>
          </a:prstGeom>
          <a:solidFill>
            <a:srgbClr val="7F8C97">
              <a:alpha val="48000"/>
            </a:srgbClr>
          </a:solidFill>
          <a:ln w="0">
            <a:noFill/>
            <a:prstDash val="solid"/>
          </a:ln>
        </p:spPr>
      </p:sp>
      <p:sp>
        <p:nvSpPr>
          <p:cNvPr id="3371" name="01_find_only_3370">
            <a:extLst>
              <a:ext uri="{FF2B5EF4-FFF2-40B4-BE49-F238E27FC236}">
                <a16:creationId xmlns:a16="http://schemas.microsoft.com/office/drawing/2014/main" id="{5C598ED8-03C6-40B5-9DAF-C16F8BF5FB44}"/>
              </a:ext>
            </a:extLst>
          </p:cNvPr>
          <p:cNvSpPr>
            <a:spLocks noGrp="1"/>
          </p:cNvSpPr>
          <p:nvPr/>
        </p:nvSpPr>
        <p:spPr>
          <a:xfrm>
            <a:off x="5759756" y="5328456"/>
            <a:ext cx="28398" cy="28398"/>
          </a:xfrm>
          <a:prstGeom prst="ellipse">
            <a:avLst/>
          </a:prstGeom>
          <a:solidFill>
            <a:srgbClr val="7F8C97">
              <a:alpha val="48000"/>
            </a:srgbClr>
          </a:solidFill>
          <a:ln w="0">
            <a:noFill/>
            <a:prstDash val="solid"/>
          </a:ln>
        </p:spPr>
      </p:sp>
      <p:sp>
        <p:nvSpPr>
          <p:cNvPr id="3372" name="01_find_only_3371">
            <a:extLst>
              <a:ext uri="{FF2B5EF4-FFF2-40B4-BE49-F238E27FC236}">
                <a16:creationId xmlns:a16="http://schemas.microsoft.com/office/drawing/2014/main" id="{48751953-1E1B-4314-BAB7-BBA3798802D9}"/>
              </a:ext>
            </a:extLst>
          </p:cNvPr>
          <p:cNvSpPr>
            <a:spLocks noGrp="1"/>
          </p:cNvSpPr>
          <p:nvPr/>
        </p:nvSpPr>
        <p:spPr>
          <a:xfrm>
            <a:off x="5814696" y="5698294"/>
            <a:ext cx="28398" cy="28398"/>
          </a:xfrm>
          <a:prstGeom prst="ellipse">
            <a:avLst/>
          </a:prstGeom>
          <a:solidFill>
            <a:srgbClr val="7F8C97">
              <a:alpha val="48000"/>
            </a:srgbClr>
          </a:solidFill>
          <a:ln w="0">
            <a:noFill/>
            <a:prstDash val="solid"/>
          </a:ln>
        </p:spPr>
      </p:sp>
      <p:sp>
        <p:nvSpPr>
          <p:cNvPr id="3373" name="01_find_only_3372">
            <a:extLst>
              <a:ext uri="{FF2B5EF4-FFF2-40B4-BE49-F238E27FC236}">
                <a16:creationId xmlns:a16="http://schemas.microsoft.com/office/drawing/2014/main" id="{4571D48F-A283-44DD-A1D2-43351F6E0A1E}"/>
              </a:ext>
            </a:extLst>
          </p:cNvPr>
          <p:cNvSpPr>
            <a:spLocks noGrp="1"/>
          </p:cNvSpPr>
          <p:nvPr/>
        </p:nvSpPr>
        <p:spPr>
          <a:xfrm>
            <a:off x="5839304" y="5811510"/>
            <a:ext cx="28398" cy="28398"/>
          </a:xfrm>
          <a:prstGeom prst="ellipse">
            <a:avLst/>
          </a:prstGeom>
          <a:solidFill>
            <a:srgbClr val="7F8C97">
              <a:alpha val="48000"/>
            </a:srgbClr>
          </a:solidFill>
          <a:ln w="0">
            <a:noFill/>
            <a:prstDash val="solid"/>
          </a:ln>
        </p:spPr>
      </p:sp>
      <p:sp>
        <p:nvSpPr>
          <p:cNvPr id="3374" name="01_find_only_3373">
            <a:extLst>
              <a:ext uri="{FF2B5EF4-FFF2-40B4-BE49-F238E27FC236}">
                <a16:creationId xmlns:a16="http://schemas.microsoft.com/office/drawing/2014/main" id="{58498B89-FB83-4F2B-B0C6-4E7D5F0925A7}"/>
              </a:ext>
            </a:extLst>
          </p:cNvPr>
          <p:cNvSpPr>
            <a:spLocks noGrp="1"/>
          </p:cNvSpPr>
          <p:nvPr/>
        </p:nvSpPr>
        <p:spPr>
          <a:xfrm>
            <a:off x="5843406" y="4905784"/>
            <a:ext cx="28398" cy="28398"/>
          </a:xfrm>
          <a:prstGeom prst="ellipse">
            <a:avLst/>
          </a:prstGeom>
          <a:solidFill>
            <a:srgbClr val="7F8C97">
              <a:alpha val="48000"/>
            </a:srgbClr>
          </a:solidFill>
          <a:ln w="0">
            <a:noFill/>
            <a:prstDash val="solid"/>
          </a:ln>
        </p:spPr>
      </p:sp>
      <p:sp>
        <p:nvSpPr>
          <p:cNvPr id="3375" name="01_find_only_3374">
            <a:extLst>
              <a:ext uri="{FF2B5EF4-FFF2-40B4-BE49-F238E27FC236}">
                <a16:creationId xmlns:a16="http://schemas.microsoft.com/office/drawing/2014/main" id="{D76219E6-39C6-41BC-942E-9023C0D3A77A}"/>
              </a:ext>
            </a:extLst>
          </p:cNvPr>
          <p:cNvSpPr>
            <a:spLocks noGrp="1"/>
          </p:cNvSpPr>
          <p:nvPr/>
        </p:nvSpPr>
        <p:spPr>
          <a:xfrm>
            <a:off x="5784460" y="4905784"/>
            <a:ext cx="28398" cy="28398"/>
          </a:xfrm>
          <a:prstGeom prst="ellipse">
            <a:avLst/>
          </a:prstGeom>
          <a:solidFill>
            <a:srgbClr val="7F8C97">
              <a:alpha val="48000"/>
            </a:srgbClr>
          </a:solidFill>
          <a:ln w="0">
            <a:noFill/>
            <a:prstDash val="solid"/>
          </a:ln>
        </p:spPr>
      </p:sp>
      <p:sp>
        <p:nvSpPr>
          <p:cNvPr id="3376" name="01_find_only_3375">
            <a:extLst>
              <a:ext uri="{FF2B5EF4-FFF2-40B4-BE49-F238E27FC236}">
                <a16:creationId xmlns:a16="http://schemas.microsoft.com/office/drawing/2014/main" id="{4B05D4FF-1C7D-47FE-9A54-4B4CFCAF7F8A}"/>
              </a:ext>
            </a:extLst>
          </p:cNvPr>
          <p:cNvSpPr>
            <a:spLocks noGrp="1"/>
          </p:cNvSpPr>
          <p:nvPr/>
        </p:nvSpPr>
        <p:spPr>
          <a:xfrm>
            <a:off x="5819465" y="5751128"/>
            <a:ext cx="28398" cy="28398"/>
          </a:xfrm>
          <a:prstGeom prst="ellipse">
            <a:avLst/>
          </a:prstGeom>
          <a:solidFill>
            <a:srgbClr val="7F8C97">
              <a:alpha val="48000"/>
            </a:srgbClr>
          </a:solidFill>
          <a:ln w="0">
            <a:noFill/>
            <a:prstDash val="solid"/>
          </a:ln>
        </p:spPr>
      </p:sp>
      <p:sp>
        <p:nvSpPr>
          <p:cNvPr id="3377" name="01_find_only_3376">
            <a:extLst>
              <a:ext uri="{FF2B5EF4-FFF2-40B4-BE49-F238E27FC236}">
                <a16:creationId xmlns:a16="http://schemas.microsoft.com/office/drawing/2014/main" id="{8832A3CB-81E9-41EE-929D-B0CDA5866FE1}"/>
              </a:ext>
            </a:extLst>
          </p:cNvPr>
          <p:cNvSpPr>
            <a:spLocks noGrp="1"/>
          </p:cNvSpPr>
          <p:nvPr/>
        </p:nvSpPr>
        <p:spPr>
          <a:xfrm>
            <a:off x="5826714" y="4905784"/>
            <a:ext cx="28398" cy="28398"/>
          </a:xfrm>
          <a:prstGeom prst="ellipse">
            <a:avLst/>
          </a:prstGeom>
          <a:solidFill>
            <a:srgbClr val="7F8C97">
              <a:alpha val="48000"/>
            </a:srgbClr>
          </a:solidFill>
          <a:ln w="0">
            <a:noFill/>
            <a:prstDash val="solid"/>
          </a:ln>
        </p:spPr>
      </p:sp>
      <p:sp>
        <p:nvSpPr>
          <p:cNvPr id="3378" name="01_find_only_3377">
            <a:extLst>
              <a:ext uri="{FF2B5EF4-FFF2-40B4-BE49-F238E27FC236}">
                <a16:creationId xmlns:a16="http://schemas.microsoft.com/office/drawing/2014/main" id="{3A50F7A0-699A-4882-8943-3EE4020D5EBE}"/>
              </a:ext>
            </a:extLst>
          </p:cNvPr>
          <p:cNvSpPr>
            <a:spLocks noGrp="1"/>
          </p:cNvSpPr>
          <p:nvPr/>
        </p:nvSpPr>
        <p:spPr>
          <a:xfrm>
            <a:off x="5838255" y="4905784"/>
            <a:ext cx="28398" cy="28398"/>
          </a:xfrm>
          <a:prstGeom prst="ellipse">
            <a:avLst/>
          </a:prstGeom>
          <a:solidFill>
            <a:srgbClr val="7F8C97">
              <a:alpha val="48000"/>
            </a:srgbClr>
          </a:solidFill>
          <a:ln w="0">
            <a:noFill/>
            <a:prstDash val="solid"/>
          </a:ln>
        </p:spPr>
      </p:sp>
      <p:sp>
        <p:nvSpPr>
          <p:cNvPr id="3379" name="01_find_only_3378">
            <a:extLst>
              <a:ext uri="{FF2B5EF4-FFF2-40B4-BE49-F238E27FC236}">
                <a16:creationId xmlns:a16="http://schemas.microsoft.com/office/drawing/2014/main" id="{AB001113-043B-4167-B53F-0C68B76DF725}"/>
              </a:ext>
            </a:extLst>
          </p:cNvPr>
          <p:cNvSpPr>
            <a:spLocks noGrp="1"/>
          </p:cNvSpPr>
          <p:nvPr/>
        </p:nvSpPr>
        <p:spPr>
          <a:xfrm>
            <a:off x="5828145" y="4905784"/>
            <a:ext cx="28398" cy="28398"/>
          </a:xfrm>
          <a:prstGeom prst="ellipse">
            <a:avLst/>
          </a:prstGeom>
          <a:solidFill>
            <a:srgbClr val="7F8C97">
              <a:alpha val="48000"/>
            </a:srgbClr>
          </a:solidFill>
          <a:ln w="0">
            <a:noFill/>
            <a:prstDash val="solid"/>
          </a:ln>
        </p:spPr>
      </p:sp>
      <p:sp>
        <p:nvSpPr>
          <p:cNvPr id="3380" name="01_find_only_3379">
            <a:extLst>
              <a:ext uri="{FF2B5EF4-FFF2-40B4-BE49-F238E27FC236}">
                <a16:creationId xmlns:a16="http://schemas.microsoft.com/office/drawing/2014/main" id="{D47739A8-6922-4F61-94EB-B1A6F4B60FA6}"/>
              </a:ext>
            </a:extLst>
          </p:cNvPr>
          <p:cNvSpPr>
            <a:spLocks noGrp="1"/>
          </p:cNvSpPr>
          <p:nvPr/>
        </p:nvSpPr>
        <p:spPr>
          <a:xfrm>
            <a:off x="5813742" y="4905784"/>
            <a:ext cx="28398" cy="28398"/>
          </a:xfrm>
          <a:prstGeom prst="ellipse">
            <a:avLst/>
          </a:prstGeom>
          <a:solidFill>
            <a:srgbClr val="7F8C97">
              <a:alpha val="48000"/>
            </a:srgbClr>
          </a:solidFill>
          <a:ln w="0">
            <a:noFill/>
            <a:prstDash val="solid"/>
          </a:ln>
        </p:spPr>
      </p:sp>
      <p:sp>
        <p:nvSpPr>
          <p:cNvPr id="3381" name="01_find_only_3380">
            <a:extLst>
              <a:ext uri="{FF2B5EF4-FFF2-40B4-BE49-F238E27FC236}">
                <a16:creationId xmlns:a16="http://schemas.microsoft.com/office/drawing/2014/main" id="{F94E1F9E-A8E2-4203-A0C9-0206E3753D2D}"/>
              </a:ext>
            </a:extLst>
          </p:cNvPr>
          <p:cNvSpPr>
            <a:spLocks noGrp="1"/>
          </p:cNvSpPr>
          <p:nvPr/>
        </p:nvSpPr>
        <p:spPr>
          <a:xfrm>
            <a:off x="5755273" y="4905784"/>
            <a:ext cx="28398" cy="28398"/>
          </a:xfrm>
          <a:prstGeom prst="ellipse">
            <a:avLst/>
          </a:prstGeom>
          <a:solidFill>
            <a:srgbClr val="7F8C97">
              <a:alpha val="48000"/>
            </a:srgbClr>
          </a:solidFill>
          <a:ln w="0">
            <a:noFill/>
            <a:prstDash val="solid"/>
          </a:ln>
        </p:spPr>
      </p:sp>
      <p:sp>
        <p:nvSpPr>
          <p:cNvPr id="3382" name="01_find_only_3381">
            <a:extLst>
              <a:ext uri="{FF2B5EF4-FFF2-40B4-BE49-F238E27FC236}">
                <a16:creationId xmlns:a16="http://schemas.microsoft.com/office/drawing/2014/main" id="{911EA1EA-7C6B-4BFC-8860-AA77644C63A2}"/>
              </a:ext>
            </a:extLst>
          </p:cNvPr>
          <p:cNvSpPr>
            <a:spLocks noGrp="1"/>
          </p:cNvSpPr>
          <p:nvPr/>
        </p:nvSpPr>
        <p:spPr>
          <a:xfrm>
            <a:off x="5764525" y="6173800"/>
            <a:ext cx="28398" cy="28398"/>
          </a:xfrm>
          <a:prstGeom prst="ellipse">
            <a:avLst/>
          </a:prstGeom>
          <a:solidFill>
            <a:srgbClr val="7F8C97">
              <a:alpha val="48000"/>
            </a:srgbClr>
          </a:solidFill>
          <a:ln w="0">
            <a:noFill/>
            <a:prstDash val="solid"/>
          </a:ln>
        </p:spPr>
      </p:sp>
      <p:sp>
        <p:nvSpPr>
          <p:cNvPr id="3383" name="01_find_only_3382">
            <a:extLst>
              <a:ext uri="{FF2B5EF4-FFF2-40B4-BE49-F238E27FC236}">
                <a16:creationId xmlns:a16="http://schemas.microsoft.com/office/drawing/2014/main" id="{ADB8D029-612A-4462-8F95-7D1D2F50D1A6}"/>
              </a:ext>
            </a:extLst>
          </p:cNvPr>
          <p:cNvSpPr>
            <a:spLocks noGrp="1"/>
          </p:cNvSpPr>
          <p:nvPr/>
        </p:nvSpPr>
        <p:spPr>
          <a:xfrm>
            <a:off x="5814696" y="4905784"/>
            <a:ext cx="28398" cy="28398"/>
          </a:xfrm>
          <a:prstGeom prst="ellipse">
            <a:avLst/>
          </a:prstGeom>
          <a:solidFill>
            <a:srgbClr val="7F8C97">
              <a:alpha val="48000"/>
            </a:srgbClr>
          </a:solidFill>
          <a:ln w="0">
            <a:noFill/>
            <a:prstDash val="solid"/>
          </a:ln>
        </p:spPr>
      </p:sp>
      <p:sp>
        <p:nvSpPr>
          <p:cNvPr id="3384" name="01_find_only_3383">
            <a:extLst>
              <a:ext uri="{FF2B5EF4-FFF2-40B4-BE49-F238E27FC236}">
                <a16:creationId xmlns:a16="http://schemas.microsoft.com/office/drawing/2014/main" id="{61720828-5D76-45AC-803B-143E84B5317B}"/>
              </a:ext>
            </a:extLst>
          </p:cNvPr>
          <p:cNvSpPr>
            <a:spLocks noGrp="1"/>
          </p:cNvSpPr>
          <p:nvPr/>
        </p:nvSpPr>
        <p:spPr>
          <a:xfrm>
            <a:off x="5805062" y="4905784"/>
            <a:ext cx="28398" cy="28398"/>
          </a:xfrm>
          <a:prstGeom prst="ellipse">
            <a:avLst/>
          </a:prstGeom>
          <a:solidFill>
            <a:srgbClr val="7F8C97">
              <a:alpha val="48000"/>
            </a:srgbClr>
          </a:solidFill>
          <a:ln w="0">
            <a:noFill/>
            <a:prstDash val="solid"/>
          </a:ln>
        </p:spPr>
      </p:sp>
      <p:sp>
        <p:nvSpPr>
          <p:cNvPr id="3385" name="01_find_only_3384">
            <a:extLst>
              <a:ext uri="{FF2B5EF4-FFF2-40B4-BE49-F238E27FC236}">
                <a16:creationId xmlns:a16="http://schemas.microsoft.com/office/drawing/2014/main" id="{F8372341-701E-469F-998A-7A7F2A3AEFAF}"/>
              </a:ext>
            </a:extLst>
          </p:cNvPr>
          <p:cNvSpPr>
            <a:spLocks noGrp="1"/>
          </p:cNvSpPr>
          <p:nvPr/>
        </p:nvSpPr>
        <p:spPr>
          <a:xfrm>
            <a:off x="5768531" y="4905784"/>
            <a:ext cx="28398" cy="28398"/>
          </a:xfrm>
          <a:prstGeom prst="ellipse">
            <a:avLst/>
          </a:prstGeom>
          <a:solidFill>
            <a:srgbClr val="7F8C97">
              <a:alpha val="48000"/>
            </a:srgbClr>
          </a:solidFill>
          <a:ln w="0">
            <a:noFill/>
            <a:prstDash val="solid"/>
          </a:ln>
        </p:spPr>
      </p:sp>
      <p:sp>
        <p:nvSpPr>
          <p:cNvPr id="3386" name="01_find_only_3385">
            <a:extLst>
              <a:ext uri="{FF2B5EF4-FFF2-40B4-BE49-F238E27FC236}">
                <a16:creationId xmlns:a16="http://schemas.microsoft.com/office/drawing/2014/main" id="{1E8414D4-B61C-492E-B5EC-715C71DE6A47}"/>
              </a:ext>
            </a:extLst>
          </p:cNvPr>
          <p:cNvSpPr>
            <a:spLocks noGrp="1"/>
          </p:cNvSpPr>
          <p:nvPr/>
        </p:nvSpPr>
        <p:spPr>
          <a:xfrm>
            <a:off x="5785795" y="4905784"/>
            <a:ext cx="28398" cy="28398"/>
          </a:xfrm>
          <a:prstGeom prst="ellipse">
            <a:avLst/>
          </a:prstGeom>
          <a:solidFill>
            <a:srgbClr val="7F8C97">
              <a:alpha val="48000"/>
            </a:srgbClr>
          </a:solidFill>
          <a:ln w="0">
            <a:noFill/>
            <a:prstDash val="solid"/>
          </a:ln>
        </p:spPr>
      </p:sp>
      <p:sp>
        <p:nvSpPr>
          <p:cNvPr id="3387" name="01_find_only_3386">
            <a:extLst>
              <a:ext uri="{FF2B5EF4-FFF2-40B4-BE49-F238E27FC236}">
                <a16:creationId xmlns:a16="http://schemas.microsoft.com/office/drawing/2014/main" id="{ACE3B198-2119-4DD6-9F39-F00F6B9D9AB7}"/>
              </a:ext>
            </a:extLst>
          </p:cNvPr>
          <p:cNvSpPr>
            <a:spLocks noGrp="1"/>
          </p:cNvSpPr>
          <p:nvPr/>
        </p:nvSpPr>
        <p:spPr>
          <a:xfrm>
            <a:off x="5752030" y="6173800"/>
            <a:ext cx="28398" cy="28398"/>
          </a:xfrm>
          <a:prstGeom prst="ellipse">
            <a:avLst/>
          </a:prstGeom>
          <a:solidFill>
            <a:srgbClr val="7F8C97">
              <a:alpha val="48000"/>
            </a:srgbClr>
          </a:solidFill>
          <a:ln w="0">
            <a:noFill/>
            <a:prstDash val="solid"/>
          </a:ln>
        </p:spPr>
      </p:sp>
      <p:sp>
        <p:nvSpPr>
          <p:cNvPr id="3388" name="01_find_only_3387">
            <a:extLst>
              <a:ext uri="{FF2B5EF4-FFF2-40B4-BE49-F238E27FC236}">
                <a16:creationId xmlns:a16="http://schemas.microsoft.com/office/drawing/2014/main" id="{DC65E245-678A-4B0D-A74D-5D9D98568CF9}"/>
              </a:ext>
            </a:extLst>
          </p:cNvPr>
          <p:cNvSpPr>
            <a:spLocks noGrp="1"/>
          </p:cNvSpPr>
          <p:nvPr/>
        </p:nvSpPr>
        <p:spPr>
          <a:xfrm>
            <a:off x="6269390" y="6173800"/>
            <a:ext cx="28398" cy="28398"/>
          </a:xfrm>
          <a:prstGeom prst="ellipse">
            <a:avLst/>
          </a:prstGeom>
          <a:solidFill>
            <a:srgbClr val="7F8C97">
              <a:alpha val="48000"/>
            </a:srgbClr>
          </a:solidFill>
          <a:ln w="0">
            <a:noFill/>
            <a:prstDash val="solid"/>
          </a:ln>
        </p:spPr>
      </p:sp>
      <p:sp>
        <p:nvSpPr>
          <p:cNvPr id="3389" name="01_find_only_3388">
            <a:extLst>
              <a:ext uri="{FF2B5EF4-FFF2-40B4-BE49-F238E27FC236}">
                <a16:creationId xmlns:a16="http://schemas.microsoft.com/office/drawing/2014/main" id="{B59B0F67-805F-4FFF-88E9-28AA279B30E4}"/>
              </a:ext>
            </a:extLst>
          </p:cNvPr>
          <p:cNvSpPr>
            <a:spLocks noGrp="1"/>
          </p:cNvSpPr>
          <p:nvPr/>
        </p:nvSpPr>
        <p:spPr>
          <a:xfrm>
            <a:off x="6330434" y="5182146"/>
            <a:ext cx="28398" cy="28398"/>
          </a:xfrm>
          <a:prstGeom prst="ellipse">
            <a:avLst/>
          </a:prstGeom>
          <a:solidFill>
            <a:srgbClr val="7F8C97">
              <a:alpha val="48000"/>
            </a:srgbClr>
          </a:solidFill>
          <a:ln w="0">
            <a:noFill/>
            <a:prstDash val="solid"/>
          </a:ln>
        </p:spPr>
      </p:sp>
      <p:sp>
        <p:nvSpPr>
          <p:cNvPr id="3390" name="01_find_only_3389">
            <a:extLst>
              <a:ext uri="{FF2B5EF4-FFF2-40B4-BE49-F238E27FC236}">
                <a16:creationId xmlns:a16="http://schemas.microsoft.com/office/drawing/2014/main" id="{5EA57975-5EC9-4EE0-B8D7-170C692E4875}"/>
              </a:ext>
            </a:extLst>
          </p:cNvPr>
          <p:cNvSpPr>
            <a:spLocks noGrp="1"/>
          </p:cNvSpPr>
          <p:nvPr/>
        </p:nvSpPr>
        <p:spPr>
          <a:xfrm>
            <a:off x="6249359" y="5539792"/>
            <a:ext cx="28398" cy="28398"/>
          </a:xfrm>
          <a:prstGeom prst="ellipse">
            <a:avLst/>
          </a:prstGeom>
          <a:solidFill>
            <a:srgbClr val="7F8C97">
              <a:alpha val="48000"/>
            </a:srgbClr>
          </a:solidFill>
          <a:ln w="0">
            <a:noFill/>
            <a:prstDash val="solid"/>
          </a:ln>
        </p:spPr>
      </p:sp>
      <p:sp>
        <p:nvSpPr>
          <p:cNvPr id="3391" name="01_find_only_3390">
            <a:extLst>
              <a:ext uri="{FF2B5EF4-FFF2-40B4-BE49-F238E27FC236}">
                <a16:creationId xmlns:a16="http://schemas.microsoft.com/office/drawing/2014/main" id="{2A5D8A9B-C753-4E2C-B0C0-670C3BB7CCEA}"/>
              </a:ext>
            </a:extLst>
          </p:cNvPr>
          <p:cNvSpPr>
            <a:spLocks noGrp="1"/>
          </p:cNvSpPr>
          <p:nvPr/>
        </p:nvSpPr>
        <p:spPr>
          <a:xfrm>
            <a:off x="6322803" y="6173800"/>
            <a:ext cx="28398" cy="28398"/>
          </a:xfrm>
          <a:prstGeom prst="ellipse">
            <a:avLst/>
          </a:prstGeom>
          <a:solidFill>
            <a:srgbClr val="7F8C97">
              <a:alpha val="48000"/>
            </a:srgbClr>
          </a:solidFill>
          <a:ln w="0">
            <a:noFill/>
            <a:prstDash val="solid"/>
          </a:ln>
        </p:spPr>
      </p:sp>
      <p:sp>
        <p:nvSpPr>
          <p:cNvPr id="3392" name="01_find_only_3391">
            <a:extLst>
              <a:ext uri="{FF2B5EF4-FFF2-40B4-BE49-F238E27FC236}">
                <a16:creationId xmlns:a16="http://schemas.microsoft.com/office/drawing/2014/main" id="{14247F6B-F1C4-4629-B88A-0317AEC22235}"/>
              </a:ext>
            </a:extLst>
          </p:cNvPr>
          <p:cNvSpPr>
            <a:spLocks noGrp="1"/>
          </p:cNvSpPr>
          <p:nvPr/>
        </p:nvSpPr>
        <p:spPr>
          <a:xfrm>
            <a:off x="6284937" y="6173800"/>
            <a:ext cx="28398" cy="28398"/>
          </a:xfrm>
          <a:prstGeom prst="ellipse">
            <a:avLst/>
          </a:prstGeom>
          <a:solidFill>
            <a:srgbClr val="7F8C97">
              <a:alpha val="48000"/>
            </a:srgbClr>
          </a:solidFill>
          <a:ln w="0">
            <a:noFill/>
            <a:prstDash val="solid"/>
          </a:ln>
        </p:spPr>
      </p:sp>
      <p:sp>
        <p:nvSpPr>
          <p:cNvPr id="3393" name="01_find_only_3392">
            <a:extLst>
              <a:ext uri="{FF2B5EF4-FFF2-40B4-BE49-F238E27FC236}">
                <a16:creationId xmlns:a16="http://schemas.microsoft.com/office/drawing/2014/main" id="{5B3672F1-1FEA-45F9-B0FB-4756A5856B4C}"/>
              </a:ext>
            </a:extLst>
          </p:cNvPr>
          <p:cNvSpPr>
            <a:spLocks noGrp="1"/>
          </p:cNvSpPr>
          <p:nvPr/>
        </p:nvSpPr>
        <p:spPr>
          <a:xfrm>
            <a:off x="6337206" y="4905784"/>
            <a:ext cx="28398" cy="28398"/>
          </a:xfrm>
          <a:prstGeom prst="ellipse">
            <a:avLst/>
          </a:prstGeom>
          <a:solidFill>
            <a:srgbClr val="7F8C97">
              <a:alpha val="48000"/>
            </a:srgbClr>
          </a:solidFill>
          <a:ln w="0">
            <a:noFill/>
            <a:prstDash val="solid"/>
          </a:ln>
        </p:spPr>
      </p:sp>
      <p:sp>
        <p:nvSpPr>
          <p:cNvPr id="3394" name="01_find_only_3393">
            <a:extLst>
              <a:ext uri="{FF2B5EF4-FFF2-40B4-BE49-F238E27FC236}">
                <a16:creationId xmlns:a16="http://schemas.microsoft.com/office/drawing/2014/main" id="{C4C263B4-CAE7-4891-BC04-00798CE6079F}"/>
              </a:ext>
            </a:extLst>
          </p:cNvPr>
          <p:cNvSpPr>
            <a:spLocks noGrp="1"/>
          </p:cNvSpPr>
          <p:nvPr/>
        </p:nvSpPr>
        <p:spPr>
          <a:xfrm>
            <a:off x="6269294" y="6173800"/>
            <a:ext cx="28398" cy="28398"/>
          </a:xfrm>
          <a:prstGeom prst="ellipse">
            <a:avLst/>
          </a:prstGeom>
          <a:solidFill>
            <a:srgbClr val="7F8C97">
              <a:alpha val="48000"/>
            </a:srgbClr>
          </a:solidFill>
          <a:ln w="0">
            <a:noFill/>
            <a:prstDash val="solid"/>
          </a:ln>
        </p:spPr>
      </p:sp>
      <p:sp>
        <p:nvSpPr>
          <p:cNvPr id="3395" name="01_find_only_3394">
            <a:extLst>
              <a:ext uri="{FF2B5EF4-FFF2-40B4-BE49-F238E27FC236}">
                <a16:creationId xmlns:a16="http://schemas.microsoft.com/office/drawing/2014/main" id="{FB10AA87-792A-4F50-AA48-DDBC9EEE94DD}"/>
              </a:ext>
            </a:extLst>
          </p:cNvPr>
          <p:cNvSpPr>
            <a:spLocks noGrp="1"/>
          </p:cNvSpPr>
          <p:nvPr/>
        </p:nvSpPr>
        <p:spPr>
          <a:xfrm>
            <a:off x="6315840" y="4905784"/>
            <a:ext cx="28398" cy="28398"/>
          </a:xfrm>
          <a:prstGeom prst="ellipse">
            <a:avLst/>
          </a:prstGeom>
          <a:solidFill>
            <a:srgbClr val="7F8C97">
              <a:alpha val="48000"/>
            </a:srgbClr>
          </a:solidFill>
          <a:ln w="0">
            <a:noFill/>
            <a:prstDash val="solid"/>
          </a:ln>
        </p:spPr>
      </p:sp>
      <p:sp>
        <p:nvSpPr>
          <p:cNvPr id="3396" name="01_find_only_3395">
            <a:extLst>
              <a:ext uri="{FF2B5EF4-FFF2-40B4-BE49-F238E27FC236}">
                <a16:creationId xmlns:a16="http://schemas.microsoft.com/office/drawing/2014/main" id="{FC5F7606-4ED5-4555-BAFE-29460C8E472C}"/>
              </a:ext>
            </a:extLst>
          </p:cNvPr>
          <p:cNvSpPr>
            <a:spLocks noGrp="1"/>
          </p:cNvSpPr>
          <p:nvPr/>
        </p:nvSpPr>
        <p:spPr>
          <a:xfrm>
            <a:off x="6252698" y="5136332"/>
            <a:ext cx="28398" cy="28398"/>
          </a:xfrm>
          <a:prstGeom prst="ellipse">
            <a:avLst/>
          </a:prstGeom>
          <a:solidFill>
            <a:srgbClr val="7F8C97">
              <a:alpha val="48000"/>
            </a:srgbClr>
          </a:solidFill>
          <a:ln w="0">
            <a:noFill/>
            <a:prstDash val="solid"/>
          </a:ln>
        </p:spPr>
      </p:sp>
      <p:sp>
        <p:nvSpPr>
          <p:cNvPr id="3397" name="01_find_only_3396">
            <a:extLst>
              <a:ext uri="{FF2B5EF4-FFF2-40B4-BE49-F238E27FC236}">
                <a16:creationId xmlns:a16="http://schemas.microsoft.com/office/drawing/2014/main" id="{918C6FEB-B65A-4407-87A0-EBA5349DA2CB}"/>
              </a:ext>
            </a:extLst>
          </p:cNvPr>
          <p:cNvSpPr>
            <a:spLocks noGrp="1"/>
          </p:cNvSpPr>
          <p:nvPr/>
        </p:nvSpPr>
        <p:spPr>
          <a:xfrm>
            <a:off x="6273014" y="6173800"/>
            <a:ext cx="28398" cy="28398"/>
          </a:xfrm>
          <a:prstGeom prst="ellipse">
            <a:avLst/>
          </a:prstGeom>
          <a:solidFill>
            <a:srgbClr val="7F8C97">
              <a:alpha val="48000"/>
            </a:srgbClr>
          </a:solidFill>
          <a:ln w="0">
            <a:noFill/>
            <a:prstDash val="solid"/>
          </a:ln>
        </p:spPr>
      </p:sp>
      <p:sp>
        <p:nvSpPr>
          <p:cNvPr id="3398" name="01_find_only_3397">
            <a:extLst>
              <a:ext uri="{FF2B5EF4-FFF2-40B4-BE49-F238E27FC236}">
                <a16:creationId xmlns:a16="http://schemas.microsoft.com/office/drawing/2014/main" id="{9A24864B-0891-4594-B56E-EEB1F9BE6C3D}"/>
              </a:ext>
            </a:extLst>
          </p:cNvPr>
          <p:cNvSpPr>
            <a:spLocks noGrp="1"/>
          </p:cNvSpPr>
          <p:nvPr/>
        </p:nvSpPr>
        <p:spPr>
          <a:xfrm>
            <a:off x="6252507" y="6120966"/>
            <a:ext cx="28398" cy="28398"/>
          </a:xfrm>
          <a:prstGeom prst="ellipse">
            <a:avLst/>
          </a:prstGeom>
          <a:solidFill>
            <a:srgbClr val="7F8C97">
              <a:alpha val="48000"/>
            </a:srgbClr>
          </a:solidFill>
          <a:ln w="0">
            <a:noFill/>
            <a:prstDash val="solid"/>
          </a:ln>
        </p:spPr>
      </p:sp>
      <p:sp>
        <p:nvSpPr>
          <p:cNvPr id="3399" name="01_find_only_3398">
            <a:extLst>
              <a:ext uri="{FF2B5EF4-FFF2-40B4-BE49-F238E27FC236}">
                <a16:creationId xmlns:a16="http://schemas.microsoft.com/office/drawing/2014/main" id="{B97C5A2B-0250-4C66-B783-F3CE4E7347E6}"/>
              </a:ext>
            </a:extLst>
          </p:cNvPr>
          <p:cNvSpPr>
            <a:spLocks noGrp="1"/>
          </p:cNvSpPr>
          <p:nvPr/>
        </p:nvSpPr>
        <p:spPr>
          <a:xfrm>
            <a:off x="6306398" y="5539792"/>
            <a:ext cx="28398" cy="28398"/>
          </a:xfrm>
          <a:prstGeom prst="ellipse">
            <a:avLst/>
          </a:prstGeom>
          <a:solidFill>
            <a:srgbClr val="7F8C97">
              <a:alpha val="48000"/>
            </a:srgbClr>
          </a:solidFill>
          <a:ln w="0">
            <a:noFill/>
            <a:prstDash val="solid"/>
          </a:ln>
        </p:spPr>
      </p:sp>
      <p:sp>
        <p:nvSpPr>
          <p:cNvPr id="3400" name="01_find_only_3399">
            <a:extLst>
              <a:ext uri="{FF2B5EF4-FFF2-40B4-BE49-F238E27FC236}">
                <a16:creationId xmlns:a16="http://schemas.microsoft.com/office/drawing/2014/main" id="{002068B8-E695-4F6A-BD2E-D4EB9FD32E85}"/>
              </a:ext>
            </a:extLst>
          </p:cNvPr>
          <p:cNvSpPr>
            <a:spLocks noGrp="1"/>
          </p:cNvSpPr>
          <p:nvPr/>
        </p:nvSpPr>
        <p:spPr>
          <a:xfrm>
            <a:off x="6265383" y="6173800"/>
            <a:ext cx="28398" cy="28398"/>
          </a:xfrm>
          <a:prstGeom prst="ellipse">
            <a:avLst/>
          </a:prstGeom>
          <a:solidFill>
            <a:srgbClr val="7F8C97">
              <a:alpha val="48000"/>
            </a:srgbClr>
          </a:solidFill>
          <a:ln w="0">
            <a:noFill/>
            <a:prstDash val="solid"/>
          </a:ln>
        </p:spPr>
      </p:sp>
      <p:sp>
        <p:nvSpPr>
          <p:cNvPr id="3401" name="01_find_only_3400">
            <a:extLst>
              <a:ext uri="{FF2B5EF4-FFF2-40B4-BE49-F238E27FC236}">
                <a16:creationId xmlns:a16="http://schemas.microsoft.com/office/drawing/2014/main" id="{F87039A1-3CB5-45D7-8B88-EED5B74D9ED8}"/>
              </a:ext>
            </a:extLst>
          </p:cNvPr>
          <p:cNvSpPr>
            <a:spLocks noGrp="1"/>
          </p:cNvSpPr>
          <p:nvPr/>
        </p:nvSpPr>
        <p:spPr>
          <a:xfrm>
            <a:off x="6293998" y="6173800"/>
            <a:ext cx="28398" cy="28398"/>
          </a:xfrm>
          <a:prstGeom prst="ellipse">
            <a:avLst/>
          </a:prstGeom>
          <a:solidFill>
            <a:srgbClr val="7F8C97">
              <a:alpha val="48000"/>
            </a:srgbClr>
          </a:solidFill>
          <a:ln w="0">
            <a:noFill/>
            <a:prstDash val="solid"/>
          </a:ln>
        </p:spPr>
      </p:sp>
      <p:sp>
        <p:nvSpPr>
          <p:cNvPr id="3402" name="01_find_only_3401">
            <a:extLst>
              <a:ext uri="{FF2B5EF4-FFF2-40B4-BE49-F238E27FC236}">
                <a16:creationId xmlns:a16="http://schemas.microsoft.com/office/drawing/2014/main" id="{A369E7A1-1CE4-4161-803F-7F7031B597E8}"/>
              </a:ext>
            </a:extLst>
          </p:cNvPr>
          <p:cNvSpPr>
            <a:spLocks noGrp="1"/>
          </p:cNvSpPr>
          <p:nvPr/>
        </p:nvSpPr>
        <p:spPr>
          <a:xfrm>
            <a:off x="6283888" y="6173800"/>
            <a:ext cx="28398" cy="28398"/>
          </a:xfrm>
          <a:prstGeom prst="ellipse">
            <a:avLst/>
          </a:prstGeom>
          <a:solidFill>
            <a:srgbClr val="7F8C97">
              <a:alpha val="48000"/>
            </a:srgbClr>
          </a:solidFill>
          <a:ln w="0">
            <a:noFill/>
            <a:prstDash val="solid"/>
          </a:ln>
        </p:spPr>
      </p:sp>
      <p:sp>
        <p:nvSpPr>
          <p:cNvPr id="3403" name="01_find_only_3402">
            <a:extLst>
              <a:ext uri="{FF2B5EF4-FFF2-40B4-BE49-F238E27FC236}">
                <a16:creationId xmlns:a16="http://schemas.microsoft.com/office/drawing/2014/main" id="{9C319AEF-AC47-4AC3-9DF3-7DAC4BF240D1}"/>
              </a:ext>
            </a:extLst>
          </p:cNvPr>
          <p:cNvSpPr>
            <a:spLocks noGrp="1"/>
          </p:cNvSpPr>
          <p:nvPr/>
        </p:nvSpPr>
        <p:spPr>
          <a:xfrm>
            <a:off x="6274445" y="6151157"/>
            <a:ext cx="28398" cy="28398"/>
          </a:xfrm>
          <a:prstGeom prst="ellipse">
            <a:avLst/>
          </a:prstGeom>
          <a:solidFill>
            <a:srgbClr val="7F8C97">
              <a:alpha val="48000"/>
            </a:srgbClr>
          </a:solidFill>
          <a:ln w="0">
            <a:noFill/>
            <a:prstDash val="solid"/>
          </a:ln>
        </p:spPr>
      </p:sp>
      <p:sp>
        <p:nvSpPr>
          <p:cNvPr id="3404" name="01_find_only_3403">
            <a:extLst>
              <a:ext uri="{FF2B5EF4-FFF2-40B4-BE49-F238E27FC236}">
                <a16:creationId xmlns:a16="http://schemas.microsoft.com/office/drawing/2014/main" id="{F6C4B079-C9F6-4852-8E60-4D4A858DADEA}"/>
              </a:ext>
            </a:extLst>
          </p:cNvPr>
          <p:cNvSpPr>
            <a:spLocks noGrp="1"/>
          </p:cNvSpPr>
          <p:nvPr/>
        </p:nvSpPr>
        <p:spPr>
          <a:xfrm>
            <a:off x="6252221" y="5539792"/>
            <a:ext cx="28398" cy="28398"/>
          </a:xfrm>
          <a:prstGeom prst="ellipse">
            <a:avLst/>
          </a:prstGeom>
          <a:solidFill>
            <a:srgbClr val="7F8C97">
              <a:alpha val="48000"/>
            </a:srgbClr>
          </a:solidFill>
          <a:ln w="0">
            <a:noFill/>
            <a:prstDash val="solid"/>
          </a:ln>
        </p:spPr>
      </p:sp>
      <p:sp>
        <p:nvSpPr>
          <p:cNvPr id="3405" name="01_find_only_3404">
            <a:extLst>
              <a:ext uri="{FF2B5EF4-FFF2-40B4-BE49-F238E27FC236}">
                <a16:creationId xmlns:a16="http://schemas.microsoft.com/office/drawing/2014/main" id="{6F7B4B35-C653-4654-9252-2F5B3C8E9B16}"/>
              </a:ext>
            </a:extLst>
          </p:cNvPr>
          <p:cNvSpPr>
            <a:spLocks noGrp="1"/>
          </p:cNvSpPr>
          <p:nvPr/>
        </p:nvSpPr>
        <p:spPr>
          <a:xfrm>
            <a:off x="6337873" y="6173800"/>
            <a:ext cx="28398" cy="28398"/>
          </a:xfrm>
          <a:prstGeom prst="ellipse">
            <a:avLst/>
          </a:prstGeom>
          <a:solidFill>
            <a:srgbClr val="7F8C97">
              <a:alpha val="48000"/>
            </a:srgbClr>
          </a:solidFill>
          <a:ln w="0">
            <a:noFill/>
            <a:prstDash val="solid"/>
          </a:ln>
        </p:spPr>
      </p:sp>
      <p:sp>
        <p:nvSpPr>
          <p:cNvPr id="3406" name="01_find_only_3405">
            <a:extLst>
              <a:ext uri="{FF2B5EF4-FFF2-40B4-BE49-F238E27FC236}">
                <a16:creationId xmlns:a16="http://schemas.microsoft.com/office/drawing/2014/main" id="{7446AB7B-4830-4793-84AF-32CBF35FEC24}"/>
              </a:ext>
            </a:extLst>
          </p:cNvPr>
          <p:cNvSpPr>
            <a:spLocks noGrp="1"/>
          </p:cNvSpPr>
          <p:nvPr/>
        </p:nvSpPr>
        <p:spPr>
          <a:xfrm>
            <a:off x="6253556" y="6015298"/>
            <a:ext cx="28398" cy="28398"/>
          </a:xfrm>
          <a:prstGeom prst="ellipse">
            <a:avLst/>
          </a:prstGeom>
          <a:solidFill>
            <a:srgbClr val="7F8C97">
              <a:alpha val="48000"/>
            </a:srgbClr>
          </a:solidFill>
          <a:ln w="0">
            <a:noFill/>
            <a:prstDash val="solid"/>
          </a:ln>
        </p:spPr>
      </p:sp>
      <p:sp>
        <p:nvSpPr>
          <p:cNvPr id="3407" name="01_find_only_3406">
            <a:extLst>
              <a:ext uri="{FF2B5EF4-FFF2-40B4-BE49-F238E27FC236}">
                <a16:creationId xmlns:a16="http://schemas.microsoft.com/office/drawing/2014/main" id="{D1A2C0E4-B3D5-42FA-9D76-F17A98F5F2EF}"/>
              </a:ext>
            </a:extLst>
          </p:cNvPr>
          <p:cNvSpPr>
            <a:spLocks noGrp="1"/>
          </p:cNvSpPr>
          <p:nvPr/>
        </p:nvSpPr>
        <p:spPr>
          <a:xfrm>
            <a:off x="6330815" y="6173800"/>
            <a:ext cx="28398" cy="28398"/>
          </a:xfrm>
          <a:prstGeom prst="ellipse">
            <a:avLst/>
          </a:prstGeom>
          <a:solidFill>
            <a:srgbClr val="7F8C97">
              <a:alpha val="48000"/>
            </a:srgbClr>
          </a:solidFill>
          <a:ln w="0">
            <a:noFill/>
            <a:prstDash val="solid"/>
          </a:ln>
        </p:spPr>
      </p:sp>
      <p:sp>
        <p:nvSpPr>
          <p:cNvPr id="3408" name="01_find_only_3407">
            <a:extLst>
              <a:ext uri="{FF2B5EF4-FFF2-40B4-BE49-F238E27FC236}">
                <a16:creationId xmlns:a16="http://schemas.microsoft.com/office/drawing/2014/main" id="{A6377689-8A85-48E8-9D5E-BBC36A5BB0F6}"/>
              </a:ext>
            </a:extLst>
          </p:cNvPr>
          <p:cNvSpPr>
            <a:spLocks noGrp="1"/>
          </p:cNvSpPr>
          <p:nvPr/>
        </p:nvSpPr>
        <p:spPr>
          <a:xfrm>
            <a:off x="6285318" y="4905784"/>
            <a:ext cx="28398" cy="28398"/>
          </a:xfrm>
          <a:prstGeom prst="ellipse">
            <a:avLst/>
          </a:prstGeom>
          <a:solidFill>
            <a:srgbClr val="7F8C97">
              <a:alpha val="48000"/>
            </a:srgbClr>
          </a:solidFill>
          <a:ln w="0">
            <a:noFill/>
            <a:prstDash val="solid"/>
          </a:ln>
        </p:spPr>
      </p:sp>
      <p:sp>
        <p:nvSpPr>
          <p:cNvPr id="3409" name="01_find_only_3408">
            <a:extLst>
              <a:ext uri="{FF2B5EF4-FFF2-40B4-BE49-F238E27FC236}">
                <a16:creationId xmlns:a16="http://schemas.microsoft.com/office/drawing/2014/main" id="{7C6FD0E8-7E96-4750-A681-763288C0A00F}"/>
              </a:ext>
            </a:extLst>
          </p:cNvPr>
          <p:cNvSpPr>
            <a:spLocks noGrp="1"/>
          </p:cNvSpPr>
          <p:nvPr/>
        </p:nvSpPr>
        <p:spPr>
          <a:xfrm>
            <a:off x="6341784" y="5222788"/>
            <a:ext cx="28398" cy="28398"/>
          </a:xfrm>
          <a:prstGeom prst="ellipse">
            <a:avLst/>
          </a:prstGeom>
          <a:solidFill>
            <a:srgbClr val="7F8C97">
              <a:alpha val="48000"/>
            </a:srgbClr>
          </a:solidFill>
          <a:ln w="0">
            <a:noFill/>
            <a:prstDash val="solid"/>
          </a:ln>
        </p:spPr>
      </p:sp>
      <p:sp>
        <p:nvSpPr>
          <p:cNvPr id="3410" name="01_find_only_3409">
            <a:extLst>
              <a:ext uri="{FF2B5EF4-FFF2-40B4-BE49-F238E27FC236}">
                <a16:creationId xmlns:a16="http://schemas.microsoft.com/office/drawing/2014/main" id="{53EFC9EC-9185-463E-B52E-3C3105B9FBEE}"/>
              </a:ext>
            </a:extLst>
          </p:cNvPr>
          <p:cNvSpPr>
            <a:spLocks noGrp="1"/>
          </p:cNvSpPr>
          <p:nvPr/>
        </p:nvSpPr>
        <p:spPr>
          <a:xfrm>
            <a:off x="6311930" y="4905784"/>
            <a:ext cx="28398" cy="28398"/>
          </a:xfrm>
          <a:prstGeom prst="ellipse">
            <a:avLst/>
          </a:prstGeom>
          <a:solidFill>
            <a:srgbClr val="7F8C97">
              <a:alpha val="48000"/>
            </a:srgbClr>
          </a:solidFill>
          <a:ln w="0">
            <a:noFill/>
            <a:prstDash val="solid"/>
          </a:ln>
        </p:spPr>
      </p:sp>
      <p:sp>
        <p:nvSpPr>
          <p:cNvPr id="3411" name="01_find_only_3410">
            <a:extLst>
              <a:ext uri="{FF2B5EF4-FFF2-40B4-BE49-F238E27FC236}">
                <a16:creationId xmlns:a16="http://schemas.microsoft.com/office/drawing/2014/main" id="{1A72C963-EE34-4A35-9264-1F3B9C8FD96D}"/>
              </a:ext>
            </a:extLst>
          </p:cNvPr>
          <p:cNvSpPr>
            <a:spLocks noGrp="1"/>
          </p:cNvSpPr>
          <p:nvPr/>
        </p:nvSpPr>
        <p:spPr>
          <a:xfrm>
            <a:off x="6318416" y="6173800"/>
            <a:ext cx="28398" cy="28398"/>
          </a:xfrm>
          <a:prstGeom prst="ellipse">
            <a:avLst/>
          </a:prstGeom>
          <a:solidFill>
            <a:srgbClr val="7F8C97">
              <a:alpha val="48000"/>
            </a:srgbClr>
          </a:solidFill>
          <a:ln w="0">
            <a:noFill/>
            <a:prstDash val="solid"/>
          </a:ln>
        </p:spPr>
      </p:sp>
      <p:sp>
        <p:nvSpPr>
          <p:cNvPr id="3412" name="01_find_only_3411">
            <a:extLst>
              <a:ext uri="{FF2B5EF4-FFF2-40B4-BE49-F238E27FC236}">
                <a16:creationId xmlns:a16="http://schemas.microsoft.com/office/drawing/2014/main" id="{AF5DBB37-2A88-45B5-B59D-C579A7CCEECD}"/>
              </a:ext>
            </a:extLst>
          </p:cNvPr>
          <p:cNvSpPr>
            <a:spLocks noGrp="1"/>
          </p:cNvSpPr>
          <p:nvPr/>
        </p:nvSpPr>
        <p:spPr>
          <a:xfrm>
            <a:off x="6276543" y="5821573"/>
            <a:ext cx="28398" cy="28398"/>
          </a:xfrm>
          <a:prstGeom prst="ellipse">
            <a:avLst/>
          </a:prstGeom>
          <a:solidFill>
            <a:srgbClr val="7F8C97">
              <a:alpha val="48000"/>
            </a:srgbClr>
          </a:solidFill>
          <a:ln w="0">
            <a:noFill/>
            <a:prstDash val="solid"/>
          </a:ln>
        </p:spPr>
      </p:sp>
      <p:sp>
        <p:nvSpPr>
          <p:cNvPr id="3413" name="01_find_only_3412">
            <a:extLst>
              <a:ext uri="{FF2B5EF4-FFF2-40B4-BE49-F238E27FC236}">
                <a16:creationId xmlns:a16="http://schemas.microsoft.com/office/drawing/2014/main" id="{16F49764-0CF7-4FEE-B0DD-7634AA1F9F25}"/>
              </a:ext>
            </a:extLst>
          </p:cNvPr>
          <p:cNvSpPr>
            <a:spLocks noGrp="1"/>
          </p:cNvSpPr>
          <p:nvPr/>
        </p:nvSpPr>
        <p:spPr>
          <a:xfrm>
            <a:off x="6336443" y="5328456"/>
            <a:ext cx="28398" cy="28398"/>
          </a:xfrm>
          <a:prstGeom prst="ellipse">
            <a:avLst/>
          </a:prstGeom>
          <a:solidFill>
            <a:srgbClr val="7F8C97">
              <a:alpha val="48000"/>
            </a:srgbClr>
          </a:solidFill>
          <a:ln w="0">
            <a:noFill/>
            <a:prstDash val="solid"/>
          </a:ln>
        </p:spPr>
      </p:sp>
      <p:sp>
        <p:nvSpPr>
          <p:cNvPr id="3414" name="01_find_only_3413">
            <a:extLst>
              <a:ext uri="{FF2B5EF4-FFF2-40B4-BE49-F238E27FC236}">
                <a16:creationId xmlns:a16="http://schemas.microsoft.com/office/drawing/2014/main" id="{71D51A68-8E74-4EE4-B6EE-5599D0284C50}"/>
              </a:ext>
            </a:extLst>
          </p:cNvPr>
          <p:cNvSpPr>
            <a:spLocks noGrp="1"/>
          </p:cNvSpPr>
          <p:nvPr/>
        </p:nvSpPr>
        <p:spPr>
          <a:xfrm>
            <a:off x="6318606" y="4905784"/>
            <a:ext cx="28398" cy="28398"/>
          </a:xfrm>
          <a:prstGeom prst="ellipse">
            <a:avLst/>
          </a:prstGeom>
          <a:solidFill>
            <a:srgbClr val="7F8C97">
              <a:alpha val="48000"/>
            </a:srgbClr>
          </a:solidFill>
          <a:ln w="0">
            <a:noFill/>
            <a:prstDash val="solid"/>
          </a:ln>
        </p:spPr>
      </p:sp>
      <p:sp>
        <p:nvSpPr>
          <p:cNvPr id="3415" name="01_find_only_3414">
            <a:extLst>
              <a:ext uri="{FF2B5EF4-FFF2-40B4-BE49-F238E27FC236}">
                <a16:creationId xmlns:a16="http://schemas.microsoft.com/office/drawing/2014/main" id="{11607AB4-1DAE-4ECB-9E9E-F1BA3BDA82AA}"/>
              </a:ext>
            </a:extLst>
          </p:cNvPr>
          <p:cNvSpPr>
            <a:spLocks noGrp="1"/>
          </p:cNvSpPr>
          <p:nvPr/>
        </p:nvSpPr>
        <p:spPr>
          <a:xfrm>
            <a:off x="6264144" y="6173800"/>
            <a:ext cx="28398" cy="28398"/>
          </a:xfrm>
          <a:prstGeom prst="ellipse">
            <a:avLst/>
          </a:prstGeom>
          <a:solidFill>
            <a:srgbClr val="7F8C97">
              <a:alpha val="48000"/>
            </a:srgbClr>
          </a:solidFill>
          <a:ln w="0">
            <a:noFill/>
            <a:prstDash val="solid"/>
          </a:ln>
        </p:spPr>
      </p:sp>
      <p:sp>
        <p:nvSpPr>
          <p:cNvPr id="3416" name="01_find_only_3415">
            <a:extLst>
              <a:ext uri="{FF2B5EF4-FFF2-40B4-BE49-F238E27FC236}">
                <a16:creationId xmlns:a16="http://schemas.microsoft.com/office/drawing/2014/main" id="{14E49BD2-050B-460F-833D-1235AE135E2A}"/>
              </a:ext>
            </a:extLst>
          </p:cNvPr>
          <p:cNvSpPr>
            <a:spLocks noGrp="1"/>
          </p:cNvSpPr>
          <p:nvPr/>
        </p:nvSpPr>
        <p:spPr>
          <a:xfrm>
            <a:off x="6316985" y="5920197"/>
            <a:ext cx="28398" cy="28398"/>
          </a:xfrm>
          <a:prstGeom prst="ellipse">
            <a:avLst/>
          </a:prstGeom>
          <a:solidFill>
            <a:srgbClr val="7F8C97">
              <a:alpha val="48000"/>
            </a:srgbClr>
          </a:solidFill>
          <a:ln w="0">
            <a:noFill/>
            <a:prstDash val="solid"/>
          </a:ln>
        </p:spPr>
      </p:sp>
      <p:sp>
        <p:nvSpPr>
          <p:cNvPr id="3417" name="01_find_only_3416">
            <a:extLst>
              <a:ext uri="{FF2B5EF4-FFF2-40B4-BE49-F238E27FC236}">
                <a16:creationId xmlns:a16="http://schemas.microsoft.com/office/drawing/2014/main" id="{3E4437AC-9051-47CA-A8AF-5EFAC03DF7E3}"/>
              </a:ext>
            </a:extLst>
          </p:cNvPr>
          <p:cNvSpPr>
            <a:spLocks noGrp="1"/>
          </p:cNvSpPr>
          <p:nvPr/>
        </p:nvSpPr>
        <p:spPr>
          <a:xfrm>
            <a:off x="6269008" y="6173800"/>
            <a:ext cx="28398" cy="28398"/>
          </a:xfrm>
          <a:prstGeom prst="ellipse">
            <a:avLst/>
          </a:prstGeom>
          <a:solidFill>
            <a:srgbClr val="7F8C97">
              <a:alpha val="48000"/>
            </a:srgbClr>
          </a:solidFill>
          <a:ln w="0">
            <a:noFill/>
            <a:prstDash val="solid"/>
          </a:ln>
        </p:spPr>
      </p:sp>
      <p:sp>
        <p:nvSpPr>
          <p:cNvPr id="3418" name="01_find_only_3417">
            <a:extLst>
              <a:ext uri="{FF2B5EF4-FFF2-40B4-BE49-F238E27FC236}">
                <a16:creationId xmlns:a16="http://schemas.microsoft.com/office/drawing/2014/main" id="{A17F096C-7BF8-4AFA-B51D-909690D5D253}"/>
              </a:ext>
            </a:extLst>
          </p:cNvPr>
          <p:cNvSpPr>
            <a:spLocks noGrp="1"/>
          </p:cNvSpPr>
          <p:nvPr/>
        </p:nvSpPr>
        <p:spPr>
          <a:xfrm>
            <a:off x="6276448" y="5751128"/>
            <a:ext cx="28398" cy="28398"/>
          </a:xfrm>
          <a:prstGeom prst="ellipse">
            <a:avLst/>
          </a:prstGeom>
          <a:solidFill>
            <a:srgbClr val="7F8C97">
              <a:alpha val="48000"/>
            </a:srgbClr>
          </a:solidFill>
          <a:ln w="0">
            <a:noFill/>
            <a:prstDash val="solid"/>
          </a:ln>
        </p:spPr>
      </p:sp>
      <p:sp>
        <p:nvSpPr>
          <p:cNvPr id="3419" name="01_find_only_3418">
            <a:extLst>
              <a:ext uri="{FF2B5EF4-FFF2-40B4-BE49-F238E27FC236}">
                <a16:creationId xmlns:a16="http://schemas.microsoft.com/office/drawing/2014/main" id="{9B99226F-303D-48C8-B9CF-EE00EC2CC32B}"/>
              </a:ext>
            </a:extLst>
          </p:cNvPr>
          <p:cNvSpPr>
            <a:spLocks noGrp="1"/>
          </p:cNvSpPr>
          <p:nvPr/>
        </p:nvSpPr>
        <p:spPr>
          <a:xfrm>
            <a:off x="6335680" y="6173800"/>
            <a:ext cx="28398" cy="28398"/>
          </a:xfrm>
          <a:prstGeom prst="ellipse">
            <a:avLst/>
          </a:prstGeom>
          <a:solidFill>
            <a:srgbClr val="7F8C97">
              <a:alpha val="48000"/>
            </a:srgbClr>
          </a:solidFill>
          <a:ln w="0">
            <a:noFill/>
            <a:prstDash val="solid"/>
          </a:ln>
        </p:spPr>
      </p:sp>
      <p:sp>
        <p:nvSpPr>
          <p:cNvPr id="3420" name="01_find_only_3419">
            <a:extLst>
              <a:ext uri="{FF2B5EF4-FFF2-40B4-BE49-F238E27FC236}">
                <a16:creationId xmlns:a16="http://schemas.microsoft.com/office/drawing/2014/main" id="{793C4C6F-E42F-414C-8B71-D86D77471318}"/>
              </a:ext>
            </a:extLst>
          </p:cNvPr>
          <p:cNvSpPr>
            <a:spLocks noGrp="1"/>
          </p:cNvSpPr>
          <p:nvPr/>
        </p:nvSpPr>
        <p:spPr>
          <a:xfrm>
            <a:off x="6277974" y="4905784"/>
            <a:ext cx="28398" cy="28398"/>
          </a:xfrm>
          <a:prstGeom prst="ellipse">
            <a:avLst/>
          </a:prstGeom>
          <a:solidFill>
            <a:srgbClr val="7F8C97">
              <a:alpha val="48000"/>
            </a:srgbClr>
          </a:solidFill>
          <a:ln w="0">
            <a:noFill/>
            <a:prstDash val="solid"/>
          </a:ln>
        </p:spPr>
      </p:sp>
      <p:sp>
        <p:nvSpPr>
          <p:cNvPr id="3421" name="01_find_only_3420">
            <a:extLst>
              <a:ext uri="{FF2B5EF4-FFF2-40B4-BE49-F238E27FC236}">
                <a16:creationId xmlns:a16="http://schemas.microsoft.com/office/drawing/2014/main" id="{7CFC8463-3C58-49AD-AE9D-0997E23049AE}"/>
              </a:ext>
            </a:extLst>
          </p:cNvPr>
          <p:cNvSpPr>
            <a:spLocks noGrp="1"/>
          </p:cNvSpPr>
          <p:nvPr/>
        </p:nvSpPr>
        <p:spPr>
          <a:xfrm>
            <a:off x="6330338" y="6173800"/>
            <a:ext cx="28398" cy="28398"/>
          </a:xfrm>
          <a:prstGeom prst="ellipse">
            <a:avLst/>
          </a:prstGeom>
          <a:solidFill>
            <a:srgbClr val="7F8C97">
              <a:alpha val="48000"/>
            </a:srgbClr>
          </a:solidFill>
          <a:ln w="0">
            <a:noFill/>
            <a:prstDash val="solid"/>
          </a:ln>
        </p:spPr>
      </p:sp>
      <p:sp>
        <p:nvSpPr>
          <p:cNvPr id="3422" name="01_find_only_3421">
            <a:extLst>
              <a:ext uri="{FF2B5EF4-FFF2-40B4-BE49-F238E27FC236}">
                <a16:creationId xmlns:a16="http://schemas.microsoft.com/office/drawing/2014/main" id="{C5FDF718-5696-4C2A-8054-C00353DA0B27}"/>
              </a:ext>
            </a:extLst>
          </p:cNvPr>
          <p:cNvSpPr>
            <a:spLocks noGrp="1"/>
          </p:cNvSpPr>
          <p:nvPr/>
        </p:nvSpPr>
        <p:spPr>
          <a:xfrm>
            <a:off x="6331101" y="4905784"/>
            <a:ext cx="28398" cy="28398"/>
          </a:xfrm>
          <a:prstGeom prst="ellipse">
            <a:avLst/>
          </a:prstGeom>
          <a:solidFill>
            <a:srgbClr val="7F8C97">
              <a:alpha val="48000"/>
            </a:srgbClr>
          </a:solidFill>
          <a:ln w="0">
            <a:noFill/>
            <a:prstDash val="solid"/>
          </a:ln>
        </p:spPr>
      </p:sp>
      <p:sp>
        <p:nvSpPr>
          <p:cNvPr id="3423" name="01_find_only_3422">
            <a:extLst>
              <a:ext uri="{FF2B5EF4-FFF2-40B4-BE49-F238E27FC236}">
                <a16:creationId xmlns:a16="http://schemas.microsoft.com/office/drawing/2014/main" id="{6AADCA1B-727A-4389-9F18-E105BBCAEEFF}"/>
              </a:ext>
            </a:extLst>
          </p:cNvPr>
          <p:cNvSpPr>
            <a:spLocks noGrp="1"/>
          </p:cNvSpPr>
          <p:nvPr/>
        </p:nvSpPr>
        <p:spPr>
          <a:xfrm>
            <a:off x="6333581" y="5751128"/>
            <a:ext cx="28398" cy="28398"/>
          </a:xfrm>
          <a:prstGeom prst="ellipse">
            <a:avLst/>
          </a:prstGeom>
          <a:solidFill>
            <a:srgbClr val="7F8C97">
              <a:alpha val="48000"/>
            </a:srgbClr>
          </a:solidFill>
          <a:ln w="0">
            <a:noFill/>
            <a:prstDash val="solid"/>
          </a:ln>
        </p:spPr>
      </p:sp>
      <p:sp>
        <p:nvSpPr>
          <p:cNvPr id="3424" name="01_find_only_3423">
            <a:extLst>
              <a:ext uri="{FF2B5EF4-FFF2-40B4-BE49-F238E27FC236}">
                <a16:creationId xmlns:a16="http://schemas.microsoft.com/office/drawing/2014/main" id="{DC6409FF-3B30-4CAD-B733-EFF858DD040B}"/>
              </a:ext>
            </a:extLst>
          </p:cNvPr>
          <p:cNvSpPr>
            <a:spLocks noGrp="1"/>
          </p:cNvSpPr>
          <p:nvPr/>
        </p:nvSpPr>
        <p:spPr>
          <a:xfrm>
            <a:off x="6278737" y="5412990"/>
            <a:ext cx="28398" cy="28398"/>
          </a:xfrm>
          <a:prstGeom prst="ellipse">
            <a:avLst/>
          </a:prstGeom>
          <a:solidFill>
            <a:srgbClr val="7F8C97">
              <a:alpha val="48000"/>
            </a:srgbClr>
          </a:solidFill>
          <a:ln w="0">
            <a:noFill/>
            <a:prstDash val="solid"/>
          </a:ln>
        </p:spPr>
      </p:sp>
      <p:sp>
        <p:nvSpPr>
          <p:cNvPr id="3425" name="01_find_only_3424">
            <a:extLst>
              <a:ext uri="{FF2B5EF4-FFF2-40B4-BE49-F238E27FC236}">
                <a16:creationId xmlns:a16="http://schemas.microsoft.com/office/drawing/2014/main" id="{D7528F5E-CFEE-4A06-BB00-048E97F07C2F}"/>
              </a:ext>
            </a:extLst>
          </p:cNvPr>
          <p:cNvSpPr>
            <a:spLocks noGrp="1"/>
          </p:cNvSpPr>
          <p:nvPr/>
        </p:nvSpPr>
        <p:spPr>
          <a:xfrm>
            <a:off x="6264334" y="5539792"/>
            <a:ext cx="28398" cy="28398"/>
          </a:xfrm>
          <a:prstGeom prst="ellipse">
            <a:avLst/>
          </a:prstGeom>
          <a:solidFill>
            <a:srgbClr val="7F8C97">
              <a:alpha val="48000"/>
            </a:srgbClr>
          </a:solidFill>
          <a:ln w="0">
            <a:noFill/>
            <a:prstDash val="solid"/>
          </a:ln>
        </p:spPr>
      </p:sp>
      <p:sp>
        <p:nvSpPr>
          <p:cNvPr id="3426" name="01_find_only_3425">
            <a:extLst>
              <a:ext uri="{FF2B5EF4-FFF2-40B4-BE49-F238E27FC236}">
                <a16:creationId xmlns:a16="http://schemas.microsoft.com/office/drawing/2014/main" id="{51197A4E-2768-4340-B81D-E4833B28569F}"/>
              </a:ext>
            </a:extLst>
          </p:cNvPr>
          <p:cNvSpPr>
            <a:spLocks noGrp="1"/>
          </p:cNvSpPr>
          <p:nvPr/>
        </p:nvSpPr>
        <p:spPr>
          <a:xfrm>
            <a:off x="6319846" y="4905784"/>
            <a:ext cx="28398" cy="28398"/>
          </a:xfrm>
          <a:prstGeom prst="ellipse">
            <a:avLst/>
          </a:prstGeom>
          <a:solidFill>
            <a:srgbClr val="7F8C97">
              <a:alpha val="48000"/>
            </a:srgbClr>
          </a:solidFill>
          <a:ln w="0">
            <a:noFill/>
            <a:prstDash val="solid"/>
          </a:ln>
        </p:spPr>
      </p:sp>
      <p:sp>
        <p:nvSpPr>
          <p:cNvPr id="3427" name="01_find_only_3426">
            <a:extLst>
              <a:ext uri="{FF2B5EF4-FFF2-40B4-BE49-F238E27FC236}">
                <a16:creationId xmlns:a16="http://schemas.microsoft.com/office/drawing/2014/main" id="{6DB2A958-05EE-40E7-BB81-6956BA909E11}"/>
              </a:ext>
            </a:extLst>
          </p:cNvPr>
          <p:cNvSpPr>
            <a:spLocks noGrp="1"/>
          </p:cNvSpPr>
          <p:nvPr/>
        </p:nvSpPr>
        <p:spPr>
          <a:xfrm>
            <a:off x="6259851" y="6173800"/>
            <a:ext cx="28398" cy="28398"/>
          </a:xfrm>
          <a:prstGeom prst="ellipse">
            <a:avLst/>
          </a:prstGeom>
          <a:solidFill>
            <a:srgbClr val="7F8C97">
              <a:alpha val="48000"/>
            </a:srgbClr>
          </a:solidFill>
          <a:ln w="0">
            <a:noFill/>
            <a:prstDash val="solid"/>
          </a:ln>
        </p:spPr>
      </p:sp>
      <p:sp>
        <p:nvSpPr>
          <p:cNvPr id="3428" name="01_find_only_3427">
            <a:extLst>
              <a:ext uri="{FF2B5EF4-FFF2-40B4-BE49-F238E27FC236}">
                <a16:creationId xmlns:a16="http://schemas.microsoft.com/office/drawing/2014/main" id="{28B5976E-524F-48DB-9E69-2D6B3F8B37DF}"/>
              </a:ext>
            </a:extLst>
          </p:cNvPr>
          <p:cNvSpPr>
            <a:spLocks noGrp="1"/>
          </p:cNvSpPr>
          <p:nvPr/>
        </p:nvSpPr>
        <p:spPr>
          <a:xfrm>
            <a:off x="6265860" y="6173800"/>
            <a:ext cx="28398" cy="28398"/>
          </a:xfrm>
          <a:prstGeom prst="ellipse">
            <a:avLst/>
          </a:prstGeom>
          <a:solidFill>
            <a:srgbClr val="7F8C97">
              <a:alpha val="48000"/>
            </a:srgbClr>
          </a:solidFill>
          <a:ln w="0">
            <a:noFill/>
            <a:prstDash val="solid"/>
          </a:ln>
        </p:spPr>
      </p:sp>
      <p:sp>
        <p:nvSpPr>
          <p:cNvPr id="3429" name="01_find_only_3428">
            <a:extLst>
              <a:ext uri="{FF2B5EF4-FFF2-40B4-BE49-F238E27FC236}">
                <a16:creationId xmlns:a16="http://schemas.microsoft.com/office/drawing/2014/main" id="{BD822C24-433E-4793-8104-6214264202C1}"/>
              </a:ext>
            </a:extLst>
          </p:cNvPr>
          <p:cNvSpPr>
            <a:spLocks noGrp="1"/>
          </p:cNvSpPr>
          <p:nvPr/>
        </p:nvSpPr>
        <p:spPr>
          <a:xfrm>
            <a:off x="6322231" y="4905784"/>
            <a:ext cx="28398" cy="28398"/>
          </a:xfrm>
          <a:prstGeom prst="ellipse">
            <a:avLst/>
          </a:prstGeom>
          <a:solidFill>
            <a:srgbClr val="7F8C97">
              <a:alpha val="48000"/>
            </a:srgbClr>
          </a:solidFill>
          <a:ln w="0">
            <a:noFill/>
            <a:prstDash val="solid"/>
          </a:ln>
        </p:spPr>
      </p:sp>
      <p:sp>
        <p:nvSpPr>
          <p:cNvPr id="3430" name="01_find_only_3429">
            <a:extLst>
              <a:ext uri="{FF2B5EF4-FFF2-40B4-BE49-F238E27FC236}">
                <a16:creationId xmlns:a16="http://schemas.microsoft.com/office/drawing/2014/main" id="{AEB674CA-7738-4546-958C-3D84730192FB}"/>
              </a:ext>
            </a:extLst>
          </p:cNvPr>
          <p:cNvSpPr>
            <a:spLocks noGrp="1"/>
          </p:cNvSpPr>
          <p:nvPr/>
        </p:nvSpPr>
        <p:spPr>
          <a:xfrm>
            <a:off x="6260710" y="4905784"/>
            <a:ext cx="28398" cy="28398"/>
          </a:xfrm>
          <a:prstGeom prst="ellipse">
            <a:avLst/>
          </a:prstGeom>
          <a:solidFill>
            <a:srgbClr val="7F8C97">
              <a:alpha val="48000"/>
            </a:srgbClr>
          </a:solidFill>
          <a:ln w="0">
            <a:noFill/>
            <a:prstDash val="solid"/>
          </a:ln>
        </p:spPr>
      </p:sp>
      <p:sp>
        <p:nvSpPr>
          <p:cNvPr id="3431" name="01_find_only_3430">
            <a:extLst>
              <a:ext uri="{FF2B5EF4-FFF2-40B4-BE49-F238E27FC236}">
                <a16:creationId xmlns:a16="http://schemas.microsoft.com/office/drawing/2014/main" id="{53FBA9B9-0130-4869-BA70-34E7F52E3CFA}"/>
              </a:ext>
            </a:extLst>
          </p:cNvPr>
          <p:cNvSpPr>
            <a:spLocks noGrp="1"/>
          </p:cNvSpPr>
          <p:nvPr/>
        </p:nvSpPr>
        <p:spPr>
          <a:xfrm>
            <a:off x="6340544" y="4905784"/>
            <a:ext cx="28398" cy="28398"/>
          </a:xfrm>
          <a:prstGeom prst="ellipse">
            <a:avLst/>
          </a:prstGeom>
          <a:solidFill>
            <a:srgbClr val="7F8C97">
              <a:alpha val="48000"/>
            </a:srgbClr>
          </a:solidFill>
          <a:ln w="0">
            <a:noFill/>
            <a:prstDash val="solid"/>
          </a:ln>
        </p:spPr>
      </p:sp>
      <p:sp>
        <p:nvSpPr>
          <p:cNvPr id="3432" name="01_find_only_3431">
            <a:extLst>
              <a:ext uri="{FF2B5EF4-FFF2-40B4-BE49-F238E27FC236}">
                <a16:creationId xmlns:a16="http://schemas.microsoft.com/office/drawing/2014/main" id="{E9F45748-90A3-481E-909C-FD4BF85BDD79}"/>
              </a:ext>
            </a:extLst>
          </p:cNvPr>
          <p:cNvSpPr>
            <a:spLocks noGrp="1"/>
          </p:cNvSpPr>
          <p:nvPr/>
        </p:nvSpPr>
        <p:spPr>
          <a:xfrm>
            <a:off x="6325951" y="4905784"/>
            <a:ext cx="28398" cy="28398"/>
          </a:xfrm>
          <a:prstGeom prst="ellipse">
            <a:avLst/>
          </a:prstGeom>
          <a:solidFill>
            <a:srgbClr val="7F8C97">
              <a:alpha val="48000"/>
            </a:srgbClr>
          </a:solidFill>
          <a:ln w="0">
            <a:noFill/>
            <a:prstDash val="solid"/>
          </a:ln>
        </p:spPr>
      </p:sp>
      <p:sp>
        <p:nvSpPr>
          <p:cNvPr id="3433" name="01_find_only_3432">
            <a:extLst>
              <a:ext uri="{FF2B5EF4-FFF2-40B4-BE49-F238E27FC236}">
                <a16:creationId xmlns:a16="http://schemas.microsoft.com/office/drawing/2014/main" id="{B2DD48FF-9E79-4E4E-9721-735534A62723}"/>
              </a:ext>
            </a:extLst>
          </p:cNvPr>
          <p:cNvSpPr>
            <a:spLocks noGrp="1"/>
          </p:cNvSpPr>
          <p:nvPr/>
        </p:nvSpPr>
        <p:spPr>
          <a:xfrm>
            <a:off x="6291423" y="4905784"/>
            <a:ext cx="28398" cy="28398"/>
          </a:xfrm>
          <a:prstGeom prst="ellipse">
            <a:avLst/>
          </a:prstGeom>
          <a:solidFill>
            <a:srgbClr val="7F8C97">
              <a:alpha val="48000"/>
            </a:srgbClr>
          </a:solidFill>
          <a:ln w="0">
            <a:noFill/>
            <a:prstDash val="solid"/>
          </a:ln>
        </p:spPr>
      </p:sp>
      <p:sp>
        <p:nvSpPr>
          <p:cNvPr id="3434" name="01_find_only_3433">
            <a:extLst>
              <a:ext uri="{FF2B5EF4-FFF2-40B4-BE49-F238E27FC236}">
                <a16:creationId xmlns:a16="http://schemas.microsoft.com/office/drawing/2014/main" id="{E2E214B2-1791-4706-B5DB-6B2CB7EB2024}"/>
              </a:ext>
            </a:extLst>
          </p:cNvPr>
          <p:cNvSpPr>
            <a:spLocks noGrp="1"/>
          </p:cNvSpPr>
          <p:nvPr/>
        </p:nvSpPr>
        <p:spPr>
          <a:xfrm>
            <a:off x="6275303" y="4905784"/>
            <a:ext cx="28398" cy="28398"/>
          </a:xfrm>
          <a:prstGeom prst="ellipse">
            <a:avLst/>
          </a:prstGeom>
          <a:solidFill>
            <a:srgbClr val="7F8C97">
              <a:alpha val="48000"/>
            </a:srgbClr>
          </a:solidFill>
          <a:ln w="0">
            <a:noFill/>
            <a:prstDash val="solid"/>
          </a:ln>
        </p:spPr>
      </p:sp>
      <p:sp>
        <p:nvSpPr>
          <p:cNvPr id="3435" name="01_find_only_3434">
            <a:extLst>
              <a:ext uri="{FF2B5EF4-FFF2-40B4-BE49-F238E27FC236}">
                <a16:creationId xmlns:a16="http://schemas.microsoft.com/office/drawing/2014/main" id="{15FD8A85-43FC-4A2A-8DB0-1B1CAB216005}"/>
              </a:ext>
            </a:extLst>
          </p:cNvPr>
          <p:cNvSpPr>
            <a:spLocks noGrp="1"/>
          </p:cNvSpPr>
          <p:nvPr/>
        </p:nvSpPr>
        <p:spPr>
          <a:xfrm>
            <a:off x="6343215" y="5268074"/>
            <a:ext cx="28398" cy="28398"/>
          </a:xfrm>
          <a:prstGeom prst="ellipse">
            <a:avLst/>
          </a:prstGeom>
          <a:solidFill>
            <a:srgbClr val="7F8C97">
              <a:alpha val="48000"/>
            </a:srgbClr>
          </a:solidFill>
          <a:ln w="0">
            <a:noFill/>
            <a:prstDash val="solid"/>
          </a:ln>
        </p:spPr>
      </p:sp>
      <p:sp>
        <p:nvSpPr>
          <p:cNvPr id="3436" name="01_find_only_3435">
            <a:extLst>
              <a:ext uri="{FF2B5EF4-FFF2-40B4-BE49-F238E27FC236}">
                <a16:creationId xmlns:a16="http://schemas.microsoft.com/office/drawing/2014/main" id="{2422977F-278D-4724-AB86-723C78694F73}"/>
              </a:ext>
            </a:extLst>
          </p:cNvPr>
          <p:cNvSpPr>
            <a:spLocks noGrp="1"/>
          </p:cNvSpPr>
          <p:nvPr/>
        </p:nvSpPr>
        <p:spPr>
          <a:xfrm>
            <a:off x="6308591" y="4905784"/>
            <a:ext cx="28398" cy="28398"/>
          </a:xfrm>
          <a:prstGeom prst="ellipse">
            <a:avLst/>
          </a:prstGeom>
          <a:solidFill>
            <a:srgbClr val="7F8C97">
              <a:alpha val="48000"/>
            </a:srgbClr>
          </a:solidFill>
          <a:ln w="0">
            <a:noFill/>
            <a:prstDash val="solid"/>
          </a:ln>
        </p:spPr>
      </p:sp>
      <p:sp>
        <p:nvSpPr>
          <p:cNvPr id="3437" name="01_find_only_3436">
            <a:extLst>
              <a:ext uri="{FF2B5EF4-FFF2-40B4-BE49-F238E27FC236}">
                <a16:creationId xmlns:a16="http://schemas.microsoft.com/office/drawing/2014/main" id="{1BC1FFCD-0DAF-4593-B772-ABCF7BB2D2F5}"/>
              </a:ext>
            </a:extLst>
          </p:cNvPr>
          <p:cNvSpPr>
            <a:spLocks noGrp="1"/>
          </p:cNvSpPr>
          <p:nvPr/>
        </p:nvSpPr>
        <p:spPr>
          <a:xfrm>
            <a:off x="6330338" y="6173800"/>
            <a:ext cx="28398" cy="28398"/>
          </a:xfrm>
          <a:prstGeom prst="ellipse">
            <a:avLst/>
          </a:prstGeom>
          <a:solidFill>
            <a:srgbClr val="7F8C97">
              <a:alpha val="48000"/>
            </a:srgbClr>
          </a:solidFill>
          <a:ln w="0">
            <a:noFill/>
            <a:prstDash val="solid"/>
          </a:ln>
        </p:spPr>
      </p:sp>
      <p:sp>
        <p:nvSpPr>
          <p:cNvPr id="3438" name="01_find_only_3437">
            <a:extLst>
              <a:ext uri="{FF2B5EF4-FFF2-40B4-BE49-F238E27FC236}">
                <a16:creationId xmlns:a16="http://schemas.microsoft.com/office/drawing/2014/main" id="{9146F00B-1746-4E78-94A9-9A5F5EC6B6AB}"/>
              </a:ext>
            </a:extLst>
          </p:cNvPr>
          <p:cNvSpPr>
            <a:spLocks noGrp="1"/>
          </p:cNvSpPr>
          <p:nvPr/>
        </p:nvSpPr>
        <p:spPr>
          <a:xfrm>
            <a:off x="6263476" y="4905784"/>
            <a:ext cx="28398" cy="28398"/>
          </a:xfrm>
          <a:prstGeom prst="ellipse">
            <a:avLst/>
          </a:prstGeom>
          <a:solidFill>
            <a:srgbClr val="7F8C97">
              <a:alpha val="48000"/>
            </a:srgbClr>
          </a:solidFill>
          <a:ln w="0">
            <a:noFill/>
            <a:prstDash val="solid"/>
          </a:ln>
        </p:spPr>
      </p:sp>
      <p:sp>
        <p:nvSpPr>
          <p:cNvPr id="3439" name="01_find_only_3438">
            <a:extLst>
              <a:ext uri="{FF2B5EF4-FFF2-40B4-BE49-F238E27FC236}">
                <a16:creationId xmlns:a16="http://schemas.microsoft.com/office/drawing/2014/main" id="{A14BCB33-8E21-4D51-AB48-177DBBD17414}"/>
              </a:ext>
            </a:extLst>
          </p:cNvPr>
          <p:cNvSpPr>
            <a:spLocks noGrp="1"/>
          </p:cNvSpPr>
          <p:nvPr/>
        </p:nvSpPr>
        <p:spPr>
          <a:xfrm>
            <a:off x="6290373" y="6173800"/>
            <a:ext cx="28398" cy="28398"/>
          </a:xfrm>
          <a:prstGeom prst="ellipse">
            <a:avLst/>
          </a:prstGeom>
          <a:solidFill>
            <a:srgbClr val="7F8C97">
              <a:alpha val="48000"/>
            </a:srgbClr>
          </a:solidFill>
          <a:ln w="0">
            <a:noFill/>
            <a:prstDash val="solid"/>
          </a:ln>
        </p:spPr>
      </p:sp>
      <p:sp>
        <p:nvSpPr>
          <p:cNvPr id="3440" name="01_find_only_3439">
            <a:extLst>
              <a:ext uri="{FF2B5EF4-FFF2-40B4-BE49-F238E27FC236}">
                <a16:creationId xmlns:a16="http://schemas.microsoft.com/office/drawing/2014/main" id="{1E250DB9-901F-40A2-A5B9-A04D8EFB274D}"/>
              </a:ext>
            </a:extLst>
          </p:cNvPr>
          <p:cNvSpPr>
            <a:spLocks noGrp="1"/>
          </p:cNvSpPr>
          <p:nvPr/>
        </p:nvSpPr>
        <p:spPr>
          <a:xfrm>
            <a:off x="6324425" y="6173800"/>
            <a:ext cx="28398" cy="28398"/>
          </a:xfrm>
          <a:prstGeom prst="ellipse">
            <a:avLst/>
          </a:prstGeom>
          <a:solidFill>
            <a:srgbClr val="7F8C97">
              <a:alpha val="48000"/>
            </a:srgbClr>
          </a:solidFill>
          <a:ln w="0">
            <a:noFill/>
            <a:prstDash val="solid"/>
          </a:ln>
        </p:spPr>
      </p:sp>
      <p:sp>
        <p:nvSpPr>
          <p:cNvPr id="3441" name="01_find_only_3440">
            <a:extLst>
              <a:ext uri="{FF2B5EF4-FFF2-40B4-BE49-F238E27FC236}">
                <a16:creationId xmlns:a16="http://schemas.microsoft.com/office/drawing/2014/main" id="{D1925B6D-7200-48C7-88F8-3D2046570787}"/>
              </a:ext>
            </a:extLst>
          </p:cNvPr>
          <p:cNvSpPr>
            <a:spLocks noGrp="1"/>
          </p:cNvSpPr>
          <p:nvPr/>
        </p:nvSpPr>
        <p:spPr>
          <a:xfrm>
            <a:off x="6310594" y="5962464"/>
            <a:ext cx="28398" cy="28398"/>
          </a:xfrm>
          <a:prstGeom prst="ellipse">
            <a:avLst/>
          </a:prstGeom>
          <a:solidFill>
            <a:srgbClr val="7F8C97">
              <a:alpha val="48000"/>
            </a:srgbClr>
          </a:solidFill>
          <a:ln w="0">
            <a:noFill/>
            <a:prstDash val="solid"/>
          </a:ln>
        </p:spPr>
      </p:sp>
      <p:sp>
        <p:nvSpPr>
          <p:cNvPr id="3442" name="01_find_only_3441">
            <a:extLst>
              <a:ext uri="{FF2B5EF4-FFF2-40B4-BE49-F238E27FC236}">
                <a16:creationId xmlns:a16="http://schemas.microsoft.com/office/drawing/2014/main" id="{E8082ABC-DD84-4DBB-A498-59ECD7CC2469}"/>
              </a:ext>
            </a:extLst>
          </p:cNvPr>
          <p:cNvSpPr>
            <a:spLocks noGrp="1"/>
          </p:cNvSpPr>
          <p:nvPr/>
        </p:nvSpPr>
        <p:spPr>
          <a:xfrm>
            <a:off x="6338541" y="5095986"/>
            <a:ext cx="28398" cy="28398"/>
          </a:xfrm>
          <a:prstGeom prst="ellipse">
            <a:avLst/>
          </a:prstGeom>
          <a:solidFill>
            <a:srgbClr val="7F8C97">
              <a:alpha val="48000"/>
            </a:srgbClr>
          </a:solidFill>
          <a:ln w="0">
            <a:noFill/>
            <a:prstDash val="solid"/>
          </a:ln>
        </p:spPr>
      </p:sp>
      <p:sp>
        <p:nvSpPr>
          <p:cNvPr id="3443" name="01_find_only_3442">
            <a:extLst>
              <a:ext uri="{FF2B5EF4-FFF2-40B4-BE49-F238E27FC236}">
                <a16:creationId xmlns:a16="http://schemas.microsoft.com/office/drawing/2014/main" id="{EC9EA1B3-E135-4F77-9813-59D1B3A459B8}"/>
              </a:ext>
            </a:extLst>
          </p:cNvPr>
          <p:cNvSpPr>
            <a:spLocks noGrp="1"/>
          </p:cNvSpPr>
          <p:nvPr/>
        </p:nvSpPr>
        <p:spPr>
          <a:xfrm>
            <a:off x="6250027" y="4905784"/>
            <a:ext cx="28398" cy="28398"/>
          </a:xfrm>
          <a:prstGeom prst="ellipse">
            <a:avLst/>
          </a:prstGeom>
          <a:solidFill>
            <a:srgbClr val="7F8C97">
              <a:alpha val="48000"/>
            </a:srgbClr>
          </a:solidFill>
          <a:ln w="0">
            <a:noFill/>
            <a:prstDash val="solid"/>
          </a:ln>
        </p:spPr>
      </p:sp>
      <p:sp>
        <p:nvSpPr>
          <p:cNvPr id="3444" name="01_find_only_3443">
            <a:extLst>
              <a:ext uri="{FF2B5EF4-FFF2-40B4-BE49-F238E27FC236}">
                <a16:creationId xmlns:a16="http://schemas.microsoft.com/office/drawing/2014/main" id="{F882BB4D-92A3-46B3-A978-FDE66E2D7D0C}"/>
              </a:ext>
            </a:extLst>
          </p:cNvPr>
          <p:cNvSpPr>
            <a:spLocks noGrp="1"/>
          </p:cNvSpPr>
          <p:nvPr/>
        </p:nvSpPr>
        <p:spPr>
          <a:xfrm>
            <a:off x="6289324" y="6173800"/>
            <a:ext cx="28398" cy="28398"/>
          </a:xfrm>
          <a:prstGeom prst="ellipse">
            <a:avLst/>
          </a:prstGeom>
          <a:solidFill>
            <a:srgbClr val="7F8C97">
              <a:alpha val="48000"/>
            </a:srgbClr>
          </a:solidFill>
          <a:ln w="0">
            <a:noFill/>
            <a:prstDash val="solid"/>
          </a:ln>
        </p:spPr>
      </p:sp>
      <p:sp>
        <p:nvSpPr>
          <p:cNvPr id="3445" name="01_find_only_3444">
            <a:extLst>
              <a:ext uri="{FF2B5EF4-FFF2-40B4-BE49-F238E27FC236}">
                <a16:creationId xmlns:a16="http://schemas.microsoft.com/office/drawing/2014/main" id="{F23BF696-4C4A-4FF4-B652-8CB4F1108920}"/>
              </a:ext>
            </a:extLst>
          </p:cNvPr>
          <p:cNvSpPr>
            <a:spLocks noGrp="1"/>
          </p:cNvSpPr>
          <p:nvPr/>
        </p:nvSpPr>
        <p:spPr>
          <a:xfrm>
            <a:off x="6307161" y="6173800"/>
            <a:ext cx="28398" cy="28398"/>
          </a:xfrm>
          <a:prstGeom prst="ellipse">
            <a:avLst/>
          </a:prstGeom>
          <a:solidFill>
            <a:srgbClr val="7F8C97">
              <a:alpha val="48000"/>
            </a:srgbClr>
          </a:solidFill>
          <a:ln w="0">
            <a:noFill/>
            <a:prstDash val="solid"/>
          </a:ln>
        </p:spPr>
      </p:sp>
      <p:sp>
        <p:nvSpPr>
          <p:cNvPr id="3446" name="01_find_only_3445">
            <a:extLst>
              <a:ext uri="{FF2B5EF4-FFF2-40B4-BE49-F238E27FC236}">
                <a16:creationId xmlns:a16="http://schemas.microsoft.com/office/drawing/2014/main" id="{ADDAD819-32F3-45BD-B8FD-6167424636C9}"/>
              </a:ext>
            </a:extLst>
          </p:cNvPr>
          <p:cNvSpPr>
            <a:spLocks noGrp="1"/>
          </p:cNvSpPr>
          <p:nvPr/>
        </p:nvSpPr>
        <p:spPr>
          <a:xfrm>
            <a:off x="6277497" y="6173800"/>
            <a:ext cx="28398" cy="28398"/>
          </a:xfrm>
          <a:prstGeom prst="ellipse">
            <a:avLst/>
          </a:prstGeom>
          <a:solidFill>
            <a:srgbClr val="7F8C97">
              <a:alpha val="48000"/>
            </a:srgbClr>
          </a:solidFill>
          <a:ln w="0">
            <a:noFill/>
            <a:prstDash val="solid"/>
          </a:ln>
        </p:spPr>
      </p:sp>
      <p:sp>
        <p:nvSpPr>
          <p:cNvPr id="3447" name="01_find_only_3446">
            <a:extLst>
              <a:ext uri="{FF2B5EF4-FFF2-40B4-BE49-F238E27FC236}">
                <a16:creationId xmlns:a16="http://schemas.microsoft.com/office/drawing/2014/main" id="{7D36C92C-B252-43E5-B6A7-EEBA396BA2AB}"/>
              </a:ext>
            </a:extLst>
          </p:cNvPr>
          <p:cNvSpPr>
            <a:spLocks noGrp="1"/>
          </p:cNvSpPr>
          <p:nvPr/>
        </p:nvSpPr>
        <p:spPr>
          <a:xfrm>
            <a:off x="6298862" y="4905784"/>
            <a:ext cx="28398" cy="28398"/>
          </a:xfrm>
          <a:prstGeom prst="ellipse">
            <a:avLst/>
          </a:prstGeom>
          <a:solidFill>
            <a:srgbClr val="7F8C97">
              <a:alpha val="48000"/>
            </a:srgbClr>
          </a:solidFill>
          <a:ln w="0">
            <a:noFill/>
            <a:prstDash val="solid"/>
          </a:ln>
        </p:spPr>
      </p:sp>
      <p:sp>
        <p:nvSpPr>
          <p:cNvPr id="3448" name="01_find_only_3447">
            <a:extLst>
              <a:ext uri="{FF2B5EF4-FFF2-40B4-BE49-F238E27FC236}">
                <a16:creationId xmlns:a16="http://schemas.microsoft.com/office/drawing/2014/main" id="{3A315C22-BD48-4C8C-8E3F-36984808DFBE}"/>
              </a:ext>
            </a:extLst>
          </p:cNvPr>
          <p:cNvSpPr>
            <a:spLocks noGrp="1"/>
          </p:cNvSpPr>
          <p:nvPr/>
        </p:nvSpPr>
        <p:spPr>
          <a:xfrm>
            <a:off x="6286844" y="5856796"/>
            <a:ext cx="28398" cy="28398"/>
          </a:xfrm>
          <a:prstGeom prst="ellipse">
            <a:avLst/>
          </a:prstGeom>
          <a:solidFill>
            <a:srgbClr val="7F8C97">
              <a:alpha val="48000"/>
            </a:srgbClr>
          </a:solidFill>
          <a:ln w="0">
            <a:noFill/>
            <a:prstDash val="solid"/>
          </a:ln>
        </p:spPr>
      </p:sp>
      <p:sp>
        <p:nvSpPr>
          <p:cNvPr id="3449" name="01_find_only_3448">
            <a:extLst>
              <a:ext uri="{FF2B5EF4-FFF2-40B4-BE49-F238E27FC236}">
                <a16:creationId xmlns:a16="http://schemas.microsoft.com/office/drawing/2014/main" id="{DB6FEC82-1455-4531-A9AA-ACA17B35F29E}"/>
              </a:ext>
            </a:extLst>
          </p:cNvPr>
          <p:cNvSpPr>
            <a:spLocks noGrp="1"/>
          </p:cNvSpPr>
          <p:nvPr/>
        </p:nvSpPr>
        <p:spPr>
          <a:xfrm>
            <a:off x="6328049" y="5992655"/>
            <a:ext cx="28398" cy="28398"/>
          </a:xfrm>
          <a:prstGeom prst="ellipse">
            <a:avLst/>
          </a:prstGeom>
          <a:solidFill>
            <a:srgbClr val="7F8C97">
              <a:alpha val="48000"/>
            </a:srgbClr>
          </a:solidFill>
          <a:ln w="0">
            <a:noFill/>
            <a:prstDash val="solid"/>
          </a:ln>
        </p:spPr>
      </p:sp>
      <p:sp>
        <p:nvSpPr>
          <p:cNvPr id="3450" name="01_find_only_3449">
            <a:extLst>
              <a:ext uri="{FF2B5EF4-FFF2-40B4-BE49-F238E27FC236}">
                <a16:creationId xmlns:a16="http://schemas.microsoft.com/office/drawing/2014/main" id="{70703B7D-A894-450B-A708-BEED0042DAAA}"/>
              </a:ext>
            </a:extLst>
          </p:cNvPr>
          <p:cNvSpPr>
            <a:spLocks noGrp="1"/>
          </p:cNvSpPr>
          <p:nvPr/>
        </p:nvSpPr>
        <p:spPr>
          <a:xfrm>
            <a:off x="6260519" y="4905784"/>
            <a:ext cx="28398" cy="28398"/>
          </a:xfrm>
          <a:prstGeom prst="ellipse">
            <a:avLst/>
          </a:prstGeom>
          <a:solidFill>
            <a:srgbClr val="7F8C97">
              <a:alpha val="48000"/>
            </a:srgbClr>
          </a:solidFill>
          <a:ln w="0">
            <a:noFill/>
            <a:prstDash val="solid"/>
          </a:ln>
        </p:spPr>
      </p:sp>
      <p:sp>
        <p:nvSpPr>
          <p:cNvPr id="3451" name="01_find_only_3450">
            <a:extLst>
              <a:ext uri="{FF2B5EF4-FFF2-40B4-BE49-F238E27FC236}">
                <a16:creationId xmlns:a16="http://schemas.microsoft.com/office/drawing/2014/main" id="{372CB3B8-559F-4CC2-A49F-7335CB8671DF}"/>
              </a:ext>
            </a:extLst>
          </p:cNvPr>
          <p:cNvSpPr>
            <a:spLocks noGrp="1"/>
          </p:cNvSpPr>
          <p:nvPr/>
        </p:nvSpPr>
        <p:spPr>
          <a:xfrm>
            <a:off x="6264907" y="6173800"/>
            <a:ext cx="28398" cy="28398"/>
          </a:xfrm>
          <a:prstGeom prst="ellipse">
            <a:avLst/>
          </a:prstGeom>
          <a:solidFill>
            <a:srgbClr val="7F8C97">
              <a:alpha val="48000"/>
            </a:srgbClr>
          </a:solidFill>
          <a:ln w="0">
            <a:noFill/>
            <a:prstDash val="solid"/>
          </a:ln>
        </p:spPr>
      </p:sp>
      <p:sp>
        <p:nvSpPr>
          <p:cNvPr id="3452" name="01_find_only_3451">
            <a:extLst>
              <a:ext uri="{FF2B5EF4-FFF2-40B4-BE49-F238E27FC236}">
                <a16:creationId xmlns:a16="http://schemas.microsoft.com/office/drawing/2014/main" id="{13626F3D-30F5-4223-B2D5-0BD225C4BA09}"/>
              </a:ext>
            </a:extLst>
          </p:cNvPr>
          <p:cNvSpPr>
            <a:spLocks noGrp="1"/>
          </p:cNvSpPr>
          <p:nvPr/>
        </p:nvSpPr>
        <p:spPr>
          <a:xfrm>
            <a:off x="6304585" y="4905784"/>
            <a:ext cx="28398" cy="28398"/>
          </a:xfrm>
          <a:prstGeom prst="ellipse">
            <a:avLst/>
          </a:prstGeom>
          <a:solidFill>
            <a:srgbClr val="7F8C97">
              <a:alpha val="48000"/>
            </a:srgbClr>
          </a:solidFill>
          <a:ln w="0">
            <a:noFill/>
            <a:prstDash val="solid"/>
          </a:ln>
        </p:spPr>
      </p:sp>
      <p:sp>
        <p:nvSpPr>
          <p:cNvPr id="3453" name="01_find_only_3452">
            <a:extLst>
              <a:ext uri="{FF2B5EF4-FFF2-40B4-BE49-F238E27FC236}">
                <a16:creationId xmlns:a16="http://schemas.microsoft.com/office/drawing/2014/main" id="{CE854D26-3AB6-4E5B-9197-17F0EF83E4B3}"/>
              </a:ext>
            </a:extLst>
          </p:cNvPr>
          <p:cNvSpPr>
            <a:spLocks noGrp="1"/>
          </p:cNvSpPr>
          <p:nvPr/>
        </p:nvSpPr>
        <p:spPr>
          <a:xfrm>
            <a:off x="6303727" y="4905784"/>
            <a:ext cx="28398" cy="28398"/>
          </a:xfrm>
          <a:prstGeom prst="ellipse">
            <a:avLst/>
          </a:prstGeom>
          <a:solidFill>
            <a:srgbClr val="7F8C97">
              <a:alpha val="48000"/>
            </a:srgbClr>
          </a:solidFill>
          <a:ln w="0">
            <a:noFill/>
            <a:prstDash val="solid"/>
          </a:ln>
        </p:spPr>
      </p:sp>
      <p:sp>
        <p:nvSpPr>
          <p:cNvPr id="3454" name="01_find_only_3453">
            <a:extLst>
              <a:ext uri="{FF2B5EF4-FFF2-40B4-BE49-F238E27FC236}">
                <a16:creationId xmlns:a16="http://schemas.microsoft.com/office/drawing/2014/main" id="{3EFEBFAB-8384-46FF-A757-CD8F55FF51FA}"/>
              </a:ext>
            </a:extLst>
          </p:cNvPr>
          <p:cNvSpPr>
            <a:spLocks noGrp="1"/>
          </p:cNvSpPr>
          <p:nvPr/>
        </p:nvSpPr>
        <p:spPr>
          <a:xfrm>
            <a:off x="6334726" y="4905784"/>
            <a:ext cx="28398" cy="28398"/>
          </a:xfrm>
          <a:prstGeom prst="ellipse">
            <a:avLst/>
          </a:prstGeom>
          <a:solidFill>
            <a:srgbClr val="7F8C97">
              <a:alpha val="48000"/>
            </a:srgbClr>
          </a:solidFill>
          <a:ln w="0">
            <a:noFill/>
            <a:prstDash val="solid"/>
          </a:ln>
        </p:spPr>
      </p:sp>
      <p:sp>
        <p:nvSpPr>
          <p:cNvPr id="3455" name="01_find_only_3454">
            <a:extLst>
              <a:ext uri="{FF2B5EF4-FFF2-40B4-BE49-F238E27FC236}">
                <a16:creationId xmlns:a16="http://schemas.microsoft.com/office/drawing/2014/main" id="{9AE6B89B-811B-4A41-BF72-E6D3F3C216B9}"/>
              </a:ext>
            </a:extLst>
          </p:cNvPr>
          <p:cNvSpPr>
            <a:spLocks noGrp="1"/>
          </p:cNvSpPr>
          <p:nvPr/>
        </p:nvSpPr>
        <p:spPr>
          <a:xfrm>
            <a:off x="6320323" y="5222788"/>
            <a:ext cx="28398" cy="28398"/>
          </a:xfrm>
          <a:prstGeom prst="ellipse">
            <a:avLst/>
          </a:prstGeom>
          <a:solidFill>
            <a:srgbClr val="7F8C97">
              <a:alpha val="48000"/>
            </a:srgbClr>
          </a:solidFill>
          <a:ln w="0">
            <a:noFill/>
            <a:prstDash val="solid"/>
          </a:ln>
        </p:spPr>
      </p:sp>
      <p:sp>
        <p:nvSpPr>
          <p:cNvPr id="3456" name="01_find_only_3455">
            <a:extLst>
              <a:ext uri="{FF2B5EF4-FFF2-40B4-BE49-F238E27FC236}">
                <a16:creationId xmlns:a16="http://schemas.microsoft.com/office/drawing/2014/main" id="{746E102F-79D9-47AB-A6DE-445C72BA6092}"/>
              </a:ext>
            </a:extLst>
          </p:cNvPr>
          <p:cNvSpPr>
            <a:spLocks noGrp="1"/>
          </p:cNvSpPr>
          <p:nvPr/>
        </p:nvSpPr>
        <p:spPr>
          <a:xfrm>
            <a:off x="6275303" y="6173800"/>
            <a:ext cx="28398" cy="28398"/>
          </a:xfrm>
          <a:prstGeom prst="ellipse">
            <a:avLst/>
          </a:prstGeom>
          <a:solidFill>
            <a:srgbClr val="7F8C97">
              <a:alpha val="48000"/>
            </a:srgbClr>
          </a:solidFill>
          <a:ln w="0">
            <a:noFill/>
            <a:prstDash val="solid"/>
          </a:ln>
        </p:spPr>
      </p:sp>
      <p:sp>
        <p:nvSpPr>
          <p:cNvPr id="3457" name="01_find_only_3456">
            <a:extLst>
              <a:ext uri="{FF2B5EF4-FFF2-40B4-BE49-F238E27FC236}">
                <a16:creationId xmlns:a16="http://schemas.microsoft.com/office/drawing/2014/main" id="{D3FEEF89-5310-41F8-99E9-B9732187A257}"/>
              </a:ext>
            </a:extLst>
          </p:cNvPr>
          <p:cNvSpPr>
            <a:spLocks noGrp="1"/>
          </p:cNvSpPr>
          <p:nvPr/>
        </p:nvSpPr>
        <p:spPr>
          <a:xfrm>
            <a:off x="6322231" y="5222788"/>
            <a:ext cx="28398" cy="28398"/>
          </a:xfrm>
          <a:prstGeom prst="ellipse">
            <a:avLst/>
          </a:prstGeom>
          <a:solidFill>
            <a:srgbClr val="7F8C97">
              <a:alpha val="48000"/>
            </a:srgbClr>
          </a:solidFill>
          <a:ln w="0">
            <a:noFill/>
            <a:prstDash val="solid"/>
          </a:ln>
        </p:spPr>
      </p:sp>
      <p:sp>
        <p:nvSpPr>
          <p:cNvPr id="3458" name="01_find_only_3457">
            <a:extLst>
              <a:ext uri="{FF2B5EF4-FFF2-40B4-BE49-F238E27FC236}">
                <a16:creationId xmlns:a16="http://schemas.microsoft.com/office/drawing/2014/main" id="{EE51DCFA-597E-48BA-BCC0-570005EC2DB8}"/>
              </a:ext>
            </a:extLst>
          </p:cNvPr>
          <p:cNvSpPr>
            <a:spLocks noGrp="1"/>
          </p:cNvSpPr>
          <p:nvPr/>
        </p:nvSpPr>
        <p:spPr>
          <a:xfrm>
            <a:off x="6314505" y="4905784"/>
            <a:ext cx="28398" cy="28398"/>
          </a:xfrm>
          <a:prstGeom prst="ellipse">
            <a:avLst/>
          </a:prstGeom>
          <a:solidFill>
            <a:srgbClr val="7F8C97">
              <a:alpha val="48000"/>
            </a:srgbClr>
          </a:solidFill>
          <a:ln w="0">
            <a:noFill/>
            <a:prstDash val="solid"/>
          </a:ln>
        </p:spPr>
      </p:sp>
      <p:sp>
        <p:nvSpPr>
          <p:cNvPr id="3459" name="01_find_only_3458">
            <a:extLst>
              <a:ext uri="{FF2B5EF4-FFF2-40B4-BE49-F238E27FC236}">
                <a16:creationId xmlns:a16="http://schemas.microsoft.com/office/drawing/2014/main" id="{F6B87F04-CED1-4DD8-A17A-F3FF029800E0}"/>
              </a:ext>
            </a:extLst>
          </p:cNvPr>
          <p:cNvSpPr>
            <a:spLocks noGrp="1"/>
          </p:cNvSpPr>
          <p:nvPr/>
        </p:nvSpPr>
        <p:spPr>
          <a:xfrm>
            <a:off x="6318606" y="6173800"/>
            <a:ext cx="28398" cy="28398"/>
          </a:xfrm>
          <a:prstGeom prst="ellipse">
            <a:avLst/>
          </a:prstGeom>
          <a:solidFill>
            <a:srgbClr val="7F8C97">
              <a:alpha val="48000"/>
            </a:srgbClr>
          </a:solidFill>
          <a:ln w="0">
            <a:noFill/>
            <a:prstDash val="solid"/>
          </a:ln>
        </p:spPr>
      </p:sp>
      <p:sp>
        <p:nvSpPr>
          <p:cNvPr id="3460" name="01_find_only_3459">
            <a:extLst>
              <a:ext uri="{FF2B5EF4-FFF2-40B4-BE49-F238E27FC236}">
                <a16:creationId xmlns:a16="http://schemas.microsoft.com/office/drawing/2014/main" id="{B0B7F5CD-0290-420B-A3CD-F1A110BF96C5}"/>
              </a:ext>
            </a:extLst>
          </p:cNvPr>
          <p:cNvSpPr>
            <a:spLocks noGrp="1"/>
          </p:cNvSpPr>
          <p:nvPr/>
        </p:nvSpPr>
        <p:spPr>
          <a:xfrm>
            <a:off x="6300579" y="6173800"/>
            <a:ext cx="28398" cy="28398"/>
          </a:xfrm>
          <a:prstGeom prst="ellipse">
            <a:avLst/>
          </a:prstGeom>
          <a:solidFill>
            <a:srgbClr val="7F8C97">
              <a:alpha val="48000"/>
            </a:srgbClr>
          </a:solidFill>
          <a:ln w="0">
            <a:noFill/>
            <a:prstDash val="solid"/>
          </a:ln>
        </p:spPr>
      </p:sp>
      <p:sp>
        <p:nvSpPr>
          <p:cNvPr id="3461" name="01_find_only_3460">
            <a:extLst>
              <a:ext uri="{FF2B5EF4-FFF2-40B4-BE49-F238E27FC236}">
                <a16:creationId xmlns:a16="http://schemas.microsoft.com/office/drawing/2014/main" id="{4B6AB313-444E-4510-A928-0F39056678CE}"/>
              </a:ext>
            </a:extLst>
          </p:cNvPr>
          <p:cNvSpPr>
            <a:spLocks noGrp="1"/>
          </p:cNvSpPr>
          <p:nvPr/>
        </p:nvSpPr>
        <p:spPr>
          <a:xfrm>
            <a:off x="6251076" y="5539792"/>
            <a:ext cx="28398" cy="28398"/>
          </a:xfrm>
          <a:prstGeom prst="ellipse">
            <a:avLst/>
          </a:prstGeom>
          <a:solidFill>
            <a:srgbClr val="7F8C97">
              <a:alpha val="48000"/>
            </a:srgbClr>
          </a:solidFill>
          <a:ln w="0">
            <a:noFill/>
            <a:prstDash val="solid"/>
          </a:ln>
        </p:spPr>
      </p:sp>
      <p:sp>
        <p:nvSpPr>
          <p:cNvPr id="3462" name="01_find_only_3461">
            <a:extLst>
              <a:ext uri="{FF2B5EF4-FFF2-40B4-BE49-F238E27FC236}">
                <a16:creationId xmlns:a16="http://schemas.microsoft.com/office/drawing/2014/main" id="{D5C4D5D6-77C0-437B-9F0C-5BEA3DA63588}"/>
              </a:ext>
            </a:extLst>
          </p:cNvPr>
          <p:cNvSpPr>
            <a:spLocks noGrp="1"/>
          </p:cNvSpPr>
          <p:nvPr/>
        </p:nvSpPr>
        <p:spPr>
          <a:xfrm>
            <a:off x="6314887" y="5881181"/>
            <a:ext cx="28398" cy="28398"/>
          </a:xfrm>
          <a:prstGeom prst="ellipse">
            <a:avLst/>
          </a:prstGeom>
          <a:solidFill>
            <a:srgbClr val="7F8C97">
              <a:alpha val="48000"/>
            </a:srgbClr>
          </a:solidFill>
          <a:ln w="0">
            <a:noFill/>
            <a:prstDash val="solid"/>
          </a:ln>
        </p:spPr>
      </p:sp>
      <p:sp>
        <p:nvSpPr>
          <p:cNvPr id="3463" name="01_find_only_3462">
            <a:extLst>
              <a:ext uri="{FF2B5EF4-FFF2-40B4-BE49-F238E27FC236}">
                <a16:creationId xmlns:a16="http://schemas.microsoft.com/office/drawing/2014/main" id="{4DE0EE8A-208D-49DB-A3DF-EAEC816BBEEA}"/>
              </a:ext>
            </a:extLst>
          </p:cNvPr>
          <p:cNvSpPr>
            <a:spLocks noGrp="1"/>
          </p:cNvSpPr>
          <p:nvPr/>
        </p:nvSpPr>
        <p:spPr>
          <a:xfrm>
            <a:off x="6327477" y="5751128"/>
            <a:ext cx="28398" cy="28398"/>
          </a:xfrm>
          <a:prstGeom prst="ellipse">
            <a:avLst/>
          </a:prstGeom>
          <a:solidFill>
            <a:srgbClr val="7F8C97">
              <a:alpha val="48000"/>
            </a:srgbClr>
          </a:solidFill>
          <a:ln w="0">
            <a:noFill/>
            <a:prstDash val="solid"/>
          </a:ln>
        </p:spPr>
      </p:sp>
      <p:sp>
        <p:nvSpPr>
          <p:cNvPr id="3464" name="01_find_only_3463">
            <a:extLst>
              <a:ext uri="{FF2B5EF4-FFF2-40B4-BE49-F238E27FC236}">
                <a16:creationId xmlns:a16="http://schemas.microsoft.com/office/drawing/2014/main" id="{9BBB35F9-CE6F-4D80-B164-C107BA3082EE}"/>
              </a:ext>
            </a:extLst>
          </p:cNvPr>
          <p:cNvSpPr>
            <a:spLocks noGrp="1"/>
          </p:cNvSpPr>
          <p:nvPr/>
        </p:nvSpPr>
        <p:spPr>
          <a:xfrm>
            <a:off x="6266910" y="4905784"/>
            <a:ext cx="28398" cy="28398"/>
          </a:xfrm>
          <a:prstGeom prst="ellipse">
            <a:avLst/>
          </a:prstGeom>
          <a:solidFill>
            <a:srgbClr val="7F8C97">
              <a:alpha val="48000"/>
            </a:srgbClr>
          </a:solidFill>
          <a:ln w="0">
            <a:noFill/>
            <a:prstDash val="solid"/>
          </a:ln>
        </p:spPr>
      </p:sp>
      <p:sp>
        <p:nvSpPr>
          <p:cNvPr id="3465" name="01_find_only_3464">
            <a:extLst>
              <a:ext uri="{FF2B5EF4-FFF2-40B4-BE49-F238E27FC236}">
                <a16:creationId xmlns:a16="http://schemas.microsoft.com/office/drawing/2014/main" id="{F38F7044-A1DE-4230-8A7D-13F5AA92D6C9}"/>
              </a:ext>
            </a:extLst>
          </p:cNvPr>
          <p:cNvSpPr>
            <a:spLocks noGrp="1"/>
          </p:cNvSpPr>
          <p:nvPr/>
        </p:nvSpPr>
        <p:spPr>
          <a:xfrm>
            <a:off x="6259756" y="5117120"/>
            <a:ext cx="28398" cy="28398"/>
          </a:xfrm>
          <a:prstGeom prst="ellipse">
            <a:avLst/>
          </a:prstGeom>
          <a:solidFill>
            <a:srgbClr val="7F8C97">
              <a:alpha val="48000"/>
            </a:srgbClr>
          </a:solidFill>
          <a:ln w="0">
            <a:noFill/>
            <a:prstDash val="solid"/>
          </a:ln>
        </p:spPr>
      </p:sp>
      <p:sp>
        <p:nvSpPr>
          <p:cNvPr id="3466" name="01_find_only_3465">
            <a:extLst>
              <a:ext uri="{FF2B5EF4-FFF2-40B4-BE49-F238E27FC236}">
                <a16:creationId xmlns:a16="http://schemas.microsoft.com/office/drawing/2014/main" id="{B07A80D4-A64B-4D2B-A904-940567043E8C}"/>
              </a:ext>
            </a:extLst>
          </p:cNvPr>
          <p:cNvSpPr>
            <a:spLocks noGrp="1"/>
          </p:cNvSpPr>
          <p:nvPr/>
        </p:nvSpPr>
        <p:spPr>
          <a:xfrm>
            <a:off x="6314696" y="5698294"/>
            <a:ext cx="28398" cy="28398"/>
          </a:xfrm>
          <a:prstGeom prst="ellipse">
            <a:avLst/>
          </a:prstGeom>
          <a:solidFill>
            <a:srgbClr val="7F8C97">
              <a:alpha val="48000"/>
            </a:srgbClr>
          </a:solidFill>
          <a:ln w="0">
            <a:noFill/>
            <a:prstDash val="solid"/>
          </a:ln>
        </p:spPr>
      </p:sp>
      <p:sp>
        <p:nvSpPr>
          <p:cNvPr id="3467" name="01_find_only_3466">
            <a:extLst>
              <a:ext uri="{FF2B5EF4-FFF2-40B4-BE49-F238E27FC236}">
                <a16:creationId xmlns:a16="http://schemas.microsoft.com/office/drawing/2014/main" id="{C4D67F9E-BD94-4F22-BB85-8F03EE2FBB79}"/>
              </a:ext>
            </a:extLst>
          </p:cNvPr>
          <p:cNvSpPr>
            <a:spLocks noGrp="1"/>
          </p:cNvSpPr>
          <p:nvPr/>
        </p:nvSpPr>
        <p:spPr>
          <a:xfrm>
            <a:off x="6339304" y="5811510"/>
            <a:ext cx="28398" cy="28398"/>
          </a:xfrm>
          <a:prstGeom prst="ellipse">
            <a:avLst/>
          </a:prstGeom>
          <a:solidFill>
            <a:srgbClr val="7F8C97">
              <a:alpha val="48000"/>
            </a:srgbClr>
          </a:solidFill>
          <a:ln w="0">
            <a:noFill/>
            <a:prstDash val="solid"/>
          </a:ln>
        </p:spPr>
      </p:sp>
      <p:sp>
        <p:nvSpPr>
          <p:cNvPr id="3468" name="01_find_only_3467">
            <a:extLst>
              <a:ext uri="{FF2B5EF4-FFF2-40B4-BE49-F238E27FC236}">
                <a16:creationId xmlns:a16="http://schemas.microsoft.com/office/drawing/2014/main" id="{73DF677E-2E4D-4117-9EE2-30E33F8D242D}"/>
              </a:ext>
            </a:extLst>
          </p:cNvPr>
          <p:cNvSpPr>
            <a:spLocks noGrp="1"/>
          </p:cNvSpPr>
          <p:nvPr/>
        </p:nvSpPr>
        <p:spPr>
          <a:xfrm>
            <a:off x="6343406" y="4905784"/>
            <a:ext cx="28398" cy="28398"/>
          </a:xfrm>
          <a:prstGeom prst="ellipse">
            <a:avLst/>
          </a:prstGeom>
          <a:solidFill>
            <a:srgbClr val="7F8C97">
              <a:alpha val="48000"/>
            </a:srgbClr>
          </a:solidFill>
          <a:ln w="0">
            <a:noFill/>
            <a:prstDash val="solid"/>
          </a:ln>
        </p:spPr>
      </p:sp>
      <p:sp>
        <p:nvSpPr>
          <p:cNvPr id="3469" name="01_find_only_3468">
            <a:extLst>
              <a:ext uri="{FF2B5EF4-FFF2-40B4-BE49-F238E27FC236}">
                <a16:creationId xmlns:a16="http://schemas.microsoft.com/office/drawing/2014/main" id="{5E8629F3-EF1B-4939-BC94-2B39D204115B}"/>
              </a:ext>
            </a:extLst>
          </p:cNvPr>
          <p:cNvSpPr>
            <a:spLocks noGrp="1"/>
          </p:cNvSpPr>
          <p:nvPr/>
        </p:nvSpPr>
        <p:spPr>
          <a:xfrm>
            <a:off x="6284460" y="4905784"/>
            <a:ext cx="28398" cy="28398"/>
          </a:xfrm>
          <a:prstGeom prst="ellipse">
            <a:avLst/>
          </a:prstGeom>
          <a:solidFill>
            <a:srgbClr val="7F8C97">
              <a:alpha val="48000"/>
            </a:srgbClr>
          </a:solidFill>
          <a:ln w="0">
            <a:noFill/>
            <a:prstDash val="solid"/>
          </a:ln>
        </p:spPr>
      </p:sp>
      <p:sp>
        <p:nvSpPr>
          <p:cNvPr id="3470" name="01_find_only_3469">
            <a:extLst>
              <a:ext uri="{FF2B5EF4-FFF2-40B4-BE49-F238E27FC236}">
                <a16:creationId xmlns:a16="http://schemas.microsoft.com/office/drawing/2014/main" id="{CDD6CACB-F382-4597-A65C-E39DE3DB8932}"/>
              </a:ext>
            </a:extLst>
          </p:cNvPr>
          <p:cNvSpPr>
            <a:spLocks noGrp="1"/>
          </p:cNvSpPr>
          <p:nvPr/>
        </p:nvSpPr>
        <p:spPr>
          <a:xfrm>
            <a:off x="6319465" y="5751128"/>
            <a:ext cx="28398" cy="28398"/>
          </a:xfrm>
          <a:prstGeom prst="ellipse">
            <a:avLst/>
          </a:prstGeom>
          <a:solidFill>
            <a:srgbClr val="7F8C97">
              <a:alpha val="48000"/>
            </a:srgbClr>
          </a:solidFill>
          <a:ln w="0">
            <a:noFill/>
            <a:prstDash val="solid"/>
          </a:ln>
        </p:spPr>
      </p:sp>
      <p:sp>
        <p:nvSpPr>
          <p:cNvPr id="3471" name="01_find_only_3470">
            <a:extLst>
              <a:ext uri="{FF2B5EF4-FFF2-40B4-BE49-F238E27FC236}">
                <a16:creationId xmlns:a16="http://schemas.microsoft.com/office/drawing/2014/main" id="{8A6A5FDD-6EEB-45D2-B4AA-7847CCC25EBF}"/>
              </a:ext>
            </a:extLst>
          </p:cNvPr>
          <p:cNvSpPr>
            <a:spLocks noGrp="1"/>
          </p:cNvSpPr>
          <p:nvPr/>
        </p:nvSpPr>
        <p:spPr>
          <a:xfrm>
            <a:off x="6326714" y="4905784"/>
            <a:ext cx="28398" cy="28398"/>
          </a:xfrm>
          <a:prstGeom prst="ellipse">
            <a:avLst/>
          </a:prstGeom>
          <a:solidFill>
            <a:srgbClr val="7F8C97">
              <a:alpha val="48000"/>
            </a:srgbClr>
          </a:solidFill>
          <a:ln w="0">
            <a:noFill/>
            <a:prstDash val="solid"/>
          </a:ln>
        </p:spPr>
      </p:sp>
      <p:sp>
        <p:nvSpPr>
          <p:cNvPr id="3472" name="01_find_only_3471">
            <a:extLst>
              <a:ext uri="{FF2B5EF4-FFF2-40B4-BE49-F238E27FC236}">
                <a16:creationId xmlns:a16="http://schemas.microsoft.com/office/drawing/2014/main" id="{4259422A-C347-4A20-9289-03CD0FD03592}"/>
              </a:ext>
            </a:extLst>
          </p:cNvPr>
          <p:cNvSpPr>
            <a:spLocks noGrp="1"/>
          </p:cNvSpPr>
          <p:nvPr/>
        </p:nvSpPr>
        <p:spPr>
          <a:xfrm>
            <a:off x="6338255" y="4905784"/>
            <a:ext cx="28398" cy="28398"/>
          </a:xfrm>
          <a:prstGeom prst="ellipse">
            <a:avLst/>
          </a:prstGeom>
          <a:solidFill>
            <a:srgbClr val="7F8C97">
              <a:alpha val="48000"/>
            </a:srgbClr>
          </a:solidFill>
          <a:ln w="0">
            <a:noFill/>
            <a:prstDash val="solid"/>
          </a:ln>
        </p:spPr>
      </p:sp>
      <p:sp>
        <p:nvSpPr>
          <p:cNvPr id="3473" name="01_find_only_3472">
            <a:extLst>
              <a:ext uri="{FF2B5EF4-FFF2-40B4-BE49-F238E27FC236}">
                <a16:creationId xmlns:a16="http://schemas.microsoft.com/office/drawing/2014/main" id="{873917F6-B8F1-4B97-A326-79F5E86E932E}"/>
              </a:ext>
            </a:extLst>
          </p:cNvPr>
          <p:cNvSpPr>
            <a:spLocks noGrp="1"/>
          </p:cNvSpPr>
          <p:nvPr/>
        </p:nvSpPr>
        <p:spPr>
          <a:xfrm>
            <a:off x="6328145" y="4905784"/>
            <a:ext cx="28398" cy="28398"/>
          </a:xfrm>
          <a:prstGeom prst="ellipse">
            <a:avLst/>
          </a:prstGeom>
          <a:solidFill>
            <a:srgbClr val="7F8C97">
              <a:alpha val="48000"/>
            </a:srgbClr>
          </a:solidFill>
          <a:ln w="0">
            <a:noFill/>
            <a:prstDash val="solid"/>
          </a:ln>
        </p:spPr>
      </p:sp>
      <p:sp>
        <p:nvSpPr>
          <p:cNvPr id="3474" name="01_find_only_3473">
            <a:extLst>
              <a:ext uri="{FF2B5EF4-FFF2-40B4-BE49-F238E27FC236}">
                <a16:creationId xmlns:a16="http://schemas.microsoft.com/office/drawing/2014/main" id="{8480945A-5CC5-4BDA-A064-874F1C16D3F5}"/>
              </a:ext>
            </a:extLst>
          </p:cNvPr>
          <p:cNvSpPr>
            <a:spLocks noGrp="1"/>
          </p:cNvSpPr>
          <p:nvPr/>
        </p:nvSpPr>
        <p:spPr>
          <a:xfrm>
            <a:off x="6313742" y="4905784"/>
            <a:ext cx="28398" cy="28398"/>
          </a:xfrm>
          <a:prstGeom prst="ellipse">
            <a:avLst/>
          </a:prstGeom>
          <a:solidFill>
            <a:srgbClr val="7F8C97">
              <a:alpha val="48000"/>
            </a:srgbClr>
          </a:solidFill>
          <a:ln w="0">
            <a:noFill/>
            <a:prstDash val="solid"/>
          </a:ln>
        </p:spPr>
      </p:sp>
      <p:sp>
        <p:nvSpPr>
          <p:cNvPr id="3475" name="01_find_only_3474">
            <a:extLst>
              <a:ext uri="{FF2B5EF4-FFF2-40B4-BE49-F238E27FC236}">
                <a16:creationId xmlns:a16="http://schemas.microsoft.com/office/drawing/2014/main" id="{F3267C08-CE5D-4EED-AFCA-AEC8696C427D}"/>
              </a:ext>
            </a:extLst>
          </p:cNvPr>
          <p:cNvSpPr>
            <a:spLocks noGrp="1"/>
          </p:cNvSpPr>
          <p:nvPr/>
        </p:nvSpPr>
        <p:spPr>
          <a:xfrm>
            <a:off x="6255273" y="4905784"/>
            <a:ext cx="28398" cy="28398"/>
          </a:xfrm>
          <a:prstGeom prst="ellipse">
            <a:avLst/>
          </a:prstGeom>
          <a:solidFill>
            <a:srgbClr val="7F8C97">
              <a:alpha val="48000"/>
            </a:srgbClr>
          </a:solidFill>
          <a:ln w="0">
            <a:noFill/>
            <a:prstDash val="solid"/>
          </a:ln>
        </p:spPr>
      </p:sp>
      <p:sp>
        <p:nvSpPr>
          <p:cNvPr id="3476" name="01_find_only_3475">
            <a:extLst>
              <a:ext uri="{FF2B5EF4-FFF2-40B4-BE49-F238E27FC236}">
                <a16:creationId xmlns:a16="http://schemas.microsoft.com/office/drawing/2014/main" id="{FAA23501-7C77-499C-BC9D-3BEED2CE000F}"/>
              </a:ext>
            </a:extLst>
          </p:cNvPr>
          <p:cNvSpPr>
            <a:spLocks noGrp="1"/>
          </p:cNvSpPr>
          <p:nvPr/>
        </p:nvSpPr>
        <p:spPr>
          <a:xfrm>
            <a:off x="6264525" y="6173800"/>
            <a:ext cx="28398" cy="28398"/>
          </a:xfrm>
          <a:prstGeom prst="ellipse">
            <a:avLst/>
          </a:prstGeom>
          <a:solidFill>
            <a:srgbClr val="7F8C97">
              <a:alpha val="48000"/>
            </a:srgbClr>
          </a:solidFill>
          <a:ln w="0">
            <a:noFill/>
            <a:prstDash val="solid"/>
          </a:ln>
        </p:spPr>
      </p:sp>
      <p:sp>
        <p:nvSpPr>
          <p:cNvPr id="3477" name="01_find_only_3476">
            <a:extLst>
              <a:ext uri="{FF2B5EF4-FFF2-40B4-BE49-F238E27FC236}">
                <a16:creationId xmlns:a16="http://schemas.microsoft.com/office/drawing/2014/main" id="{4B33CD31-7F52-4CF2-A3B8-3EE0733E9BAE}"/>
              </a:ext>
            </a:extLst>
          </p:cNvPr>
          <p:cNvSpPr>
            <a:spLocks noGrp="1"/>
          </p:cNvSpPr>
          <p:nvPr/>
        </p:nvSpPr>
        <p:spPr>
          <a:xfrm>
            <a:off x="6314696" y="4905784"/>
            <a:ext cx="28398" cy="28398"/>
          </a:xfrm>
          <a:prstGeom prst="ellipse">
            <a:avLst/>
          </a:prstGeom>
          <a:solidFill>
            <a:srgbClr val="7F8C97">
              <a:alpha val="48000"/>
            </a:srgbClr>
          </a:solidFill>
          <a:ln w="0">
            <a:noFill/>
            <a:prstDash val="solid"/>
          </a:ln>
        </p:spPr>
      </p:sp>
      <p:sp>
        <p:nvSpPr>
          <p:cNvPr id="3478" name="01_find_only_3477">
            <a:extLst>
              <a:ext uri="{FF2B5EF4-FFF2-40B4-BE49-F238E27FC236}">
                <a16:creationId xmlns:a16="http://schemas.microsoft.com/office/drawing/2014/main" id="{774EC44D-F75D-4026-868F-1C4A6FB05ED7}"/>
              </a:ext>
            </a:extLst>
          </p:cNvPr>
          <p:cNvSpPr>
            <a:spLocks noGrp="1"/>
          </p:cNvSpPr>
          <p:nvPr/>
        </p:nvSpPr>
        <p:spPr>
          <a:xfrm>
            <a:off x="6305062" y="4905784"/>
            <a:ext cx="28398" cy="28398"/>
          </a:xfrm>
          <a:prstGeom prst="ellipse">
            <a:avLst/>
          </a:prstGeom>
          <a:solidFill>
            <a:srgbClr val="7F8C97">
              <a:alpha val="48000"/>
            </a:srgbClr>
          </a:solidFill>
          <a:ln w="0">
            <a:noFill/>
            <a:prstDash val="solid"/>
          </a:ln>
        </p:spPr>
      </p:sp>
      <p:sp>
        <p:nvSpPr>
          <p:cNvPr id="3479" name="01_find_only_3478">
            <a:extLst>
              <a:ext uri="{FF2B5EF4-FFF2-40B4-BE49-F238E27FC236}">
                <a16:creationId xmlns:a16="http://schemas.microsoft.com/office/drawing/2014/main" id="{15ACCD5C-B61C-4E06-88DA-5D81721CF8E2}"/>
              </a:ext>
            </a:extLst>
          </p:cNvPr>
          <p:cNvSpPr>
            <a:spLocks noGrp="1"/>
          </p:cNvSpPr>
          <p:nvPr/>
        </p:nvSpPr>
        <p:spPr>
          <a:xfrm>
            <a:off x="6268531" y="4905784"/>
            <a:ext cx="28398" cy="28398"/>
          </a:xfrm>
          <a:prstGeom prst="ellipse">
            <a:avLst/>
          </a:prstGeom>
          <a:solidFill>
            <a:srgbClr val="7F8C97">
              <a:alpha val="48000"/>
            </a:srgbClr>
          </a:solidFill>
          <a:ln w="0">
            <a:noFill/>
            <a:prstDash val="solid"/>
          </a:ln>
        </p:spPr>
      </p:sp>
      <p:sp>
        <p:nvSpPr>
          <p:cNvPr id="3480" name="01_find_only_3479">
            <a:extLst>
              <a:ext uri="{FF2B5EF4-FFF2-40B4-BE49-F238E27FC236}">
                <a16:creationId xmlns:a16="http://schemas.microsoft.com/office/drawing/2014/main" id="{A5D46E3B-BAB8-48F2-A918-89C5E3CCAE09}"/>
              </a:ext>
            </a:extLst>
          </p:cNvPr>
          <p:cNvSpPr>
            <a:spLocks noGrp="1"/>
          </p:cNvSpPr>
          <p:nvPr/>
        </p:nvSpPr>
        <p:spPr>
          <a:xfrm>
            <a:off x="6285795" y="4905784"/>
            <a:ext cx="28398" cy="28398"/>
          </a:xfrm>
          <a:prstGeom prst="ellipse">
            <a:avLst/>
          </a:prstGeom>
          <a:solidFill>
            <a:srgbClr val="7F8C97">
              <a:alpha val="48000"/>
            </a:srgbClr>
          </a:solidFill>
          <a:ln w="0">
            <a:noFill/>
            <a:prstDash val="solid"/>
          </a:ln>
        </p:spPr>
      </p:sp>
      <p:sp>
        <p:nvSpPr>
          <p:cNvPr id="3481" name="01_find_only_3480">
            <a:extLst>
              <a:ext uri="{FF2B5EF4-FFF2-40B4-BE49-F238E27FC236}">
                <a16:creationId xmlns:a16="http://schemas.microsoft.com/office/drawing/2014/main" id="{79D4D2A2-DECA-43D1-B4D6-43EA42C51EE4}"/>
              </a:ext>
            </a:extLst>
          </p:cNvPr>
          <p:cNvSpPr>
            <a:spLocks noGrp="1"/>
          </p:cNvSpPr>
          <p:nvPr/>
        </p:nvSpPr>
        <p:spPr>
          <a:xfrm>
            <a:off x="6252030" y="6173800"/>
            <a:ext cx="28398" cy="28398"/>
          </a:xfrm>
          <a:prstGeom prst="ellipse">
            <a:avLst/>
          </a:prstGeom>
          <a:solidFill>
            <a:srgbClr val="7F8C97">
              <a:alpha val="48000"/>
            </a:srgbClr>
          </a:solidFill>
          <a:ln w="0">
            <a:noFill/>
            <a:prstDash val="solid"/>
          </a:ln>
        </p:spPr>
      </p:sp>
      <p:sp>
        <p:nvSpPr>
          <p:cNvPr id="3482" name="01_find_only_3481">
            <a:extLst>
              <a:ext uri="{FF2B5EF4-FFF2-40B4-BE49-F238E27FC236}">
                <a16:creationId xmlns:a16="http://schemas.microsoft.com/office/drawing/2014/main" id="{3C4D9A4D-E36A-45E8-8F41-6BFC0CCABF3B}"/>
              </a:ext>
            </a:extLst>
          </p:cNvPr>
          <p:cNvSpPr>
            <a:spLocks noGrp="1"/>
          </p:cNvSpPr>
          <p:nvPr/>
        </p:nvSpPr>
        <p:spPr>
          <a:xfrm>
            <a:off x="4795200" y="4856582"/>
            <a:ext cx="191" cy="1394818"/>
          </a:xfrm>
          <a:custGeom>
            <a:avLst/>
            <a:gdLst/>
            <a:ahLst/>
            <a:cxnLst/>
            <a:rect l="0" t="0" r="0" b="0"/>
            <a:pathLst>
              <a:path w="191" h="1394818">
                <a:moveTo>
                  <a:pt x="0" y="1394818"/>
                </a:moveTo>
                <a:lnTo>
                  <a:pt x="0" y="0"/>
                </a:lnTo>
              </a:path>
            </a:pathLst>
          </a:custGeom>
          <a:noFill/>
          <a:ln w="8890">
            <a:solidFill>
              <a:srgbClr val="000000"/>
            </a:solidFill>
            <a:prstDash val="solid"/>
          </a:ln>
        </p:spPr>
      </p:sp>
      <p:sp>
        <p:nvSpPr>
          <p:cNvPr id="3483" name="01_find_only_3482">
            <a:extLst>
              <a:ext uri="{FF2B5EF4-FFF2-40B4-BE49-F238E27FC236}">
                <a16:creationId xmlns:a16="http://schemas.microsoft.com/office/drawing/2014/main" id="{5B154D45-65BB-4241-8D15-792F876482F8}"/>
              </a:ext>
            </a:extLst>
          </p:cNvPr>
          <p:cNvSpPr>
            <a:spLocks noGrp="1"/>
          </p:cNvSpPr>
          <p:nvPr/>
        </p:nvSpPr>
        <p:spPr>
          <a:xfrm>
            <a:off x="4795200" y="6251400"/>
            <a:ext cx="1620000" cy="191"/>
          </a:xfrm>
          <a:custGeom>
            <a:avLst/>
            <a:gdLst/>
            <a:ahLst/>
            <a:cxnLst/>
            <a:rect l="0" t="0" r="0" b="0"/>
            <a:pathLst>
              <a:path w="1620000" h="191">
                <a:moveTo>
                  <a:pt x="0" y="0"/>
                </a:moveTo>
                <a:lnTo>
                  <a:pt x="1620000" y="0"/>
                </a:lnTo>
              </a:path>
            </a:pathLst>
          </a:custGeom>
          <a:noFill/>
          <a:ln w="8890">
            <a:solidFill>
              <a:srgbClr val="000000"/>
            </a:solidFill>
            <a:prstDash val="solid"/>
          </a:ln>
        </p:spPr>
      </p:sp>
      <p:sp>
        <p:nvSpPr>
          <p:cNvPr id="3484" name="text_3483">
            <a:extLst>
              <a:ext uri="{FF2B5EF4-FFF2-40B4-BE49-F238E27FC236}">
                <a16:creationId xmlns:a16="http://schemas.microsoft.com/office/drawing/2014/main" id="{FD51404B-7B2F-4A86-9228-D42FEFDD9ED6}"/>
              </a:ext>
            </a:extLst>
          </p:cNvPr>
          <p:cNvSpPr>
            <a:spLocks noGrp="1"/>
          </p:cNvSpPr>
          <p:nvPr/>
        </p:nvSpPr>
        <p:spPr>
          <a:xfrm>
            <a:off x="4568400" y="4665830"/>
            <a:ext cx="54991"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f</a:t>
            </a:r>
          </a:p>
        </p:txBody>
      </p:sp>
      <p:sp>
        <p:nvSpPr>
          <p:cNvPr id="3485" name="text_3484">
            <a:extLst>
              <a:ext uri="{FF2B5EF4-FFF2-40B4-BE49-F238E27FC236}">
                <a16:creationId xmlns:a16="http://schemas.microsoft.com/office/drawing/2014/main" id="{CE31A3BB-6A21-4436-816D-98E1A4FF1971}"/>
              </a:ext>
            </a:extLst>
          </p:cNvPr>
          <p:cNvSpPr>
            <a:spLocks noGrp="1"/>
          </p:cNvSpPr>
          <p:nvPr/>
        </p:nvSpPr>
        <p:spPr>
          <a:xfrm>
            <a:off x="4795200" y="4657002"/>
            <a:ext cx="1308424"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rPr sz="850" b="0">
                <a:solidFill>
                  <a:srgbClr val="273744"/>
                </a:solidFill>
                <a:latin typeface="Arial"/>
                <a:ea typeface="Arial"/>
                <a:cs typeface="Arial"/>
              </a:rPr>
              <a:t>Small molecules, Emap2lig</a:t>
            </a:r>
          </a:p>
        </p:txBody>
      </p:sp>
      <p:sp>
        <p:nvSpPr>
          <p:cNvPr id="3486" name="01_find_only_3485">
            <a:extLst>
              <a:ext uri="{FF2B5EF4-FFF2-40B4-BE49-F238E27FC236}">
                <a16:creationId xmlns:a16="http://schemas.microsoft.com/office/drawing/2014/main" id="{5459B978-0E77-451C-A7F5-6FFF5218D2C5}"/>
              </a:ext>
            </a:extLst>
          </p:cNvPr>
          <p:cNvSpPr>
            <a:spLocks noGrp="1"/>
          </p:cNvSpPr>
          <p:nvPr/>
        </p:nvSpPr>
        <p:spPr>
          <a:xfrm>
            <a:off x="4810200" y="5534281"/>
            <a:ext cx="1500000" cy="653718"/>
          </a:xfrm>
          <a:custGeom>
            <a:avLst/>
            <a:gdLst/>
            <a:ahLst/>
            <a:cxnLst/>
            <a:rect l="0" t="0" r="0" b="0"/>
            <a:pathLst>
              <a:path w="1500000" h="653718">
                <a:moveTo>
                  <a:pt x="0" y="653718"/>
                </a:moveTo>
                <a:lnTo>
                  <a:pt x="19231" y="652682"/>
                </a:lnTo>
                <a:lnTo>
                  <a:pt x="19231" y="651990"/>
                </a:lnTo>
                <a:lnTo>
                  <a:pt x="27778" y="650918"/>
                </a:lnTo>
                <a:lnTo>
                  <a:pt x="27778" y="649419"/>
                </a:lnTo>
                <a:lnTo>
                  <a:pt x="35714" y="649021"/>
                </a:lnTo>
                <a:lnTo>
                  <a:pt x="35714" y="647094"/>
                </a:lnTo>
                <a:lnTo>
                  <a:pt x="41667" y="646403"/>
                </a:lnTo>
                <a:lnTo>
                  <a:pt x="41667" y="643930"/>
                </a:lnTo>
                <a:lnTo>
                  <a:pt x="50000" y="642530"/>
                </a:lnTo>
                <a:lnTo>
                  <a:pt x="51282" y="640109"/>
                </a:lnTo>
                <a:lnTo>
                  <a:pt x="55556" y="640109"/>
                </a:lnTo>
                <a:lnTo>
                  <a:pt x="55556" y="638610"/>
                </a:lnTo>
                <a:lnTo>
                  <a:pt x="62500" y="637694"/>
                </a:lnTo>
                <a:lnTo>
                  <a:pt x="62500" y="632635"/>
                </a:lnTo>
                <a:lnTo>
                  <a:pt x="71429" y="632064"/>
                </a:lnTo>
                <a:lnTo>
                  <a:pt x="71429" y="627247"/>
                </a:lnTo>
                <a:lnTo>
                  <a:pt x="83333" y="626174"/>
                </a:lnTo>
                <a:lnTo>
                  <a:pt x="83333" y="613786"/>
                </a:lnTo>
                <a:lnTo>
                  <a:pt x="90909" y="613613"/>
                </a:lnTo>
                <a:lnTo>
                  <a:pt x="91667" y="610936"/>
                </a:lnTo>
                <a:lnTo>
                  <a:pt x="100000" y="610763"/>
                </a:lnTo>
                <a:lnTo>
                  <a:pt x="100000" y="601095"/>
                </a:lnTo>
                <a:lnTo>
                  <a:pt x="115385" y="599775"/>
                </a:lnTo>
                <a:lnTo>
                  <a:pt x="116667" y="599377"/>
                </a:lnTo>
                <a:lnTo>
                  <a:pt x="125000" y="599377"/>
                </a:lnTo>
                <a:lnTo>
                  <a:pt x="125000" y="576108"/>
                </a:lnTo>
                <a:lnTo>
                  <a:pt x="136364" y="575710"/>
                </a:lnTo>
                <a:lnTo>
                  <a:pt x="136364" y="573257"/>
                </a:lnTo>
                <a:lnTo>
                  <a:pt x="142857" y="572110"/>
                </a:lnTo>
                <a:lnTo>
                  <a:pt x="142857" y="568256"/>
                </a:lnTo>
                <a:lnTo>
                  <a:pt x="150000" y="568083"/>
                </a:lnTo>
                <a:lnTo>
                  <a:pt x="150000" y="565835"/>
                </a:lnTo>
                <a:lnTo>
                  <a:pt x="166667" y="565264"/>
                </a:lnTo>
                <a:lnTo>
                  <a:pt x="166667" y="541433"/>
                </a:lnTo>
                <a:lnTo>
                  <a:pt x="178571" y="541035"/>
                </a:lnTo>
                <a:lnTo>
                  <a:pt x="178571" y="539108"/>
                </a:lnTo>
                <a:lnTo>
                  <a:pt x="181818" y="539108"/>
                </a:lnTo>
                <a:lnTo>
                  <a:pt x="181818" y="536655"/>
                </a:lnTo>
                <a:lnTo>
                  <a:pt x="187500" y="536257"/>
                </a:lnTo>
                <a:lnTo>
                  <a:pt x="187500" y="531199"/>
                </a:lnTo>
                <a:lnTo>
                  <a:pt x="194444" y="530974"/>
                </a:lnTo>
                <a:lnTo>
                  <a:pt x="194444" y="529475"/>
                </a:lnTo>
                <a:lnTo>
                  <a:pt x="200000" y="529302"/>
                </a:lnTo>
                <a:lnTo>
                  <a:pt x="200000" y="519635"/>
                </a:lnTo>
                <a:lnTo>
                  <a:pt x="214286" y="518545"/>
                </a:lnTo>
                <a:lnTo>
                  <a:pt x="214286" y="514691"/>
                </a:lnTo>
                <a:lnTo>
                  <a:pt x="227273" y="514068"/>
                </a:lnTo>
                <a:lnTo>
                  <a:pt x="227273" y="511616"/>
                </a:lnTo>
                <a:lnTo>
                  <a:pt x="250000" y="510872"/>
                </a:lnTo>
                <a:lnTo>
                  <a:pt x="250000" y="411660"/>
                </a:lnTo>
                <a:lnTo>
                  <a:pt x="272727" y="410864"/>
                </a:lnTo>
                <a:lnTo>
                  <a:pt x="272727" y="408412"/>
                </a:lnTo>
                <a:lnTo>
                  <a:pt x="285714" y="407962"/>
                </a:lnTo>
                <a:lnTo>
                  <a:pt x="285714" y="404108"/>
                </a:lnTo>
                <a:lnTo>
                  <a:pt x="300000" y="403883"/>
                </a:lnTo>
                <a:lnTo>
                  <a:pt x="301282" y="396740"/>
                </a:lnTo>
                <a:lnTo>
                  <a:pt x="312500" y="396567"/>
                </a:lnTo>
                <a:lnTo>
                  <a:pt x="312500" y="394881"/>
                </a:lnTo>
                <a:lnTo>
                  <a:pt x="318182" y="394656"/>
                </a:lnTo>
                <a:lnTo>
                  <a:pt x="318182" y="392204"/>
                </a:lnTo>
                <a:lnTo>
                  <a:pt x="333333" y="392031"/>
                </a:lnTo>
                <a:lnTo>
                  <a:pt x="333333" y="367127"/>
                </a:lnTo>
                <a:lnTo>
                  <a:pt x="357143" y="366902"/>
                </a:lnTo>
                <a:lnTo>
                  <a:pt x="357143" y="363048"/>
                </a:lnTo>
                <a:lnTo>
                  <a:pt x="363636" y="363048"/>
                </a:lnTo>
                <a:lnTo>
                  <a:pt x="363636" y="360595"/>
                </a:lnTo>
                <a:lnTo>
                  <a:pt x="375000" y="360423"/>
                </a:lnTo>
                <a:lnTo>
                  <a:pt x="375000" y="345247"/>
                </a:lnTo>
                <a:lnTo>
                  <a:pt x="400000" y="344676"/>
                </a:lnTo>
                <a:lnTo>
                  <a:pt x="400000" y="337707"/>
                </a:lnTo>
                <a:lnTo>
                  <a:pt x="416667" y="337482"/>
                </a:lnTo>
                <a:lnTo>
                  <a:pt x="416667" y="328264"/>
                </a:lnTo>
                <a:lnTo>
                  <a:pt x="428571" y="328039"/>
                </a:lnTo>
                <a:lnTo>
                  <a:pt x="428571" y="326112"/>
                </a:lnTo>
                <a:lnTo>
                  <a:pt x="450000" y="324913"/>
                </a:lnTo>
                <a:lnTo>
                  <a:pt x="450000" y="323564"/>
                </a:lnTo>
                <a:lnTo>
                  <a:pt x="458333" y="322338"/>
                </a:lnTo>
                <a:lnTo>
                  <a:pt x="458333" y="322113"/>
                </a:lnTo>
                <a:lnTo>
                  <a:pt x="500000" y="321594"/>
                </a:lnTo>
                <a:lnTo>
                  <a:pt x="500000" y="93503"/>
                </a:lnTo>
                <a:lnTo>
                  <a:pt x="545455" y="92880"/>
                </a:lnTo>
                <a:lnTo>
                  <a:pt x="545455" y="91654"/>
                </a:lnTo>
                <a:lnTo>
                  <a:pt x="557692" y="90305"/>
                </a:lnTo>
                <a:lnTo>
                  <a:pt x="557692" y="89613"/>
                </a:lnTo>
                <a:lnTo>
                  <a:pt x="583333" y="89613"/>
                </a:lnTo>
                <a:lnTo>
                  <a:pt x="583333" y="84892"/>
                </a:lnTo>
                <a:lnTo>
                  <a:pt x="591667" y="83492"/>
                </a:lnTo>
                <a:lnTo>
                  <a:pt x="591667" y="83267"/>
                </a:lnTo>
                <a:lnTo>
                  <a:pt x="600000" y="83095"/>
                </a:lnTo>
                <a:lnTo>
                  <a:pt x="600000" y="80397"/>
                </a:lnTo>
                <a:lnTo>
                  <a:pt x="636364" y="80051"/>
                </a:lnTo>
                <a:lnTo>
                  <a:pt x="636364" y="78824"/>
                </a:lnTo>
                <a:lnTo>
                  <a:pt x="750000" y="77510"/>
                </a:lnTo>
                <a:lnTo>
                  <a:pt x="750000" y="74138"/>
                </a:lnTo>
                <a:lnTo>
                  <a:pt x="833333" y="73965"/>
                </a:lnTo>
                <a:lnTo>
                  <a:pt x="833333" y="70592"/>
                </a:lnTo>
                <a:lnTo>
                  <a:pt x="875000" y="70419"/>
                </a:lnTo>
                <a:lnTo>
                  <a:pt x="875000" y="67047"/>
                </a:lnTo>
                <a:lnTo>
                  <a:pt x="900000" y="66874"/>
                </a:lnTo>
                <a:lnTo>
                  <a:pt x="900000" y="64176"/>
                </a:lnTo>
                <a:lnTo>
                  <a:pt x="1000000" y="62865"/>
                </a:lnTo>
                <a:lnTo>
                  <a:pt x="1000000" y="24644"/>
                </a:lnTo>
                <a:lnTo>
                  <a:pt x="1166667" y="24126"/>
                </a:lnTo>
                <a:lnTo>
                  <a:pt x="1166667" y="17381"/>
                </a:lnTo>
                <a:lnTo>
                  <a:pt x="1250000" y="17208"/>
                </a:lnTo>
                <a:lnTo>
                  <a:pt x="1250000" y="13835"/>
                </a:lnTo>
                <a:lnTo>
                  <a:pt x="1500000" y="13490"/>
                </a:lnTo>
                <a:lnTo>
                  <a:pt x="1500000" y="0"/>
                </a:lnTo>
                <a:lnTo>
                  <a:pt x="1500000" y="0"/>
                </a:lnTo>
              </a:path>
            </a:pathLst>
          </a:custGeom>
          <a:noFill/>
          <a:ln w="22860">
            <a:solidFill>
              <a:srgbClr val="00878B"/>
            </a:solidFill>
            <a:prstDash val="solid"/>
          </a:ln>
        </p:spPr>
      </p:sp>
      <p:sp>
        <p:nvSpPr>
          <p:cNvPr id="3487" name="01_find_only_3486">
            <a:extLst>
              <a:ext uri="{FF2B5EF4-FFF2-40B4-BE49-F238E27FC236}">
                <a16:creationId xmlns:a16="http://schemas.microsoft.com/office/drawing/2014/main" id="{F83E3A4C-35BE-4F30-B09F-3DC053AEE649}"/>
              </a:ext>
            </a:extLst>
          </p:cNvPr>
          <p:cNvSpPr>
            <a:spLocks noGrp="1"/>
          </p:cNvSpPr>
          <p:nvPr/>
        </p:nvSpPr>
        <p:spPr>
          <a:xfrm>
            <a:off x="4810200" y="5553991"/>
            <a:ext cx="1500000" cy="634008"/>
          </a:xfrm>
          <a:custGeom>
            <a:avLst/>
            <a:gdLst/>
            <a:ahLst/>
            <a:cxnLst/>
            <a:rect l="0" t="0" r="0" b="0"/>
            <a:pathLst>
              <a:path w="1500000" h="634008">
                <a:moveTo>
                  <a:pt x="0" y="634008"/>
                </a:moveTo>
                <a:lnTo>
                  <a:pt x="416667" y="634008"/>
                </a:lnTo>
                <a:lnTo>
                  <a:pt x="416667" y="622687"/>
                </a:lnTo>
                <a:lnTo>
                  <a:pt x="500000" y="622687"/>
                </a:lnTo>
                <a:lnTo>
                  <a:pt x="500000" y="211336"/>
                </a:lnTo>
                <a:lnTo>
                  <a:pt x="1000000" y="211336"/>
                </a:lnTo>
                <a:lnTo>
                  <a:pt x="1000000" y="0"/>
                </a:lnTo>
                <a:lnTo>
                  <a:pt x="1500000" y="0"/>
                </a:lnTo>
                <a:lnTo>
                  <a:pt x="1500000" y="0"/>
                </a:lnTo>
              </a:path>
            </a:pathLst>
          </a:custGeom>
          <a:noFill/>
          <a:ln w="13335">
            <a:solidFill>
              <a:srgbClr val="3A64C8"/>
            </a:solidFill>
            <a:prstDash val="solid"/>
          </a:ln>
        </p:spPr>
      </p:sp>
      <p:sp>
        <p:nvSpPr>
          <p:cNvPr id="3488" name="01_find_only_3487">
            <a:extLst>
              <a:ext uri="{FF2B5EF4-FFF2-40B4-BE49-F238E27FC236}">
                <a16:creationId xmlns:a16="http://schemas.microsoft.com/office/drawing/2014/main" id="{82D28198-E9DF-4EFA-ADC6-38515BFDA7D7}"/>
              </a:ext>
            </a:extLst>
          </p:cNvPr>
          <p:cNvSpPr>
            <a:spLocks noGrp="1"/>
          </p:cNvSpPr>
          <p:nvPr/>
        </p:nvSpPr>
        <p:spPr>
          <a:xfrm>
            <a:off x="5038610" y="5924350"/>
            <a:ext cx="43180" cy="43180"/>
          </a:xfrm>
          <a:prstGeom prst="ellipse">
            <a:avLst/>
          </a:prstGeom>
          <a:solidFill>
            <a:srgbClr val="00878B"/>
          </a:solidFill>
          <a:ln w="4445">
            <a:solidFill>
              <a:srgbClr val="FFFFFF"/>
            </a:solidFill>
            <a:prstDash val="solid"/>
          </a:ln>
        </p:spPr>
      </p:sp>
      <p:sp>
        <p:nvSpPr>
          <p:cNvPr id="3489" name="01_find_only_3488">
            <a:extLst>
              <a:ext uri="{FF2B5EF4-FFF2-40B4-BE49-F238E27FC236}">
                <a16:creationId xmlns:a16="http://schemas.microsoft.com/office/drawing/2014/main" id="{B4BEA08A-19F1-499A-8090-203F13EAD1B3}"/>
              </a:ext>
            </a:extLst>
          </p:cNvPr>
          <p:cNvSpPr>
            <a:spLocks noGrp="1"/>
          </p:cNvSpPr>
          <p:nvPr/>
        </p:nvSpPr>
        <p:spPr>
          <a:xfrm>
            <a:off x="5288610" y="5606193"/>
            <a:ext cx="43180" cy="43180"/>
          </a:xfrm>
          <a:prstGeom prst="ellipse">
            <a:avLst/>
          </a:prstGeom>
          <a:solidFill>
            <a:srgbClr val="00878B"/>
          </a:solidFill>
          <a:ln w="4445">
            <a:solidFill>
              <a:srgbClr val="FFFFFF"/>
            </a:solidFill>
            <a:prstDash val="solid"/>
          </a:ln>
        </p:spPr>
      </p:sp>
      <p:sp>
        <p:nvSpPr>
          <p:cNvPr id="3490" name="01_find_only_3489">
            <a:extLst>
              <a:ext uri="{FF2B5EF4-FFF2-40B4-BE49-F238E27FC236}">
                <a16:creationId xmlns:a16="http://schemas.microsoft.com/office/drawing/2014/main" id="{6BCBEDDC-2C7A-40A2-B100-9661070DF5B7}"/>
              </a:ext>
            </a:extLst>
          </p:cNvPr>
          <p:cNvSpPr>
            <a:spLocks noGrp="1"/>
          </p:cNvSpPr>
          <p:nvPr/>
        </p:nvSpPr>
        <p:spPr>
          <a:xfrm>
            <a:off x="5788610" y="5537335"/>
            <a:ext cx="43180" cy="43180"/>
          </a:xfrm>
          <a:prstGeom prst="ellipse">
            <a:avLst/>
          </a:prstGeom>
          <a:solidFill>
            <a:srgbClr val="00878B"/>
          </a:solidFill>
          <a:ln w="4445">
            <a:solidFill>
              <a:srgbClr val="FFFFFF"/>
            </a:solidFill>
            <a:prstDash val="solid"/>
          </a:ln>
        </p:spPr>
      </p:sp>
      <p:sp>
        <p:nvSpPr>
          <p:cNvPr id="3491" name="01_find_only_3490">
            <a:extLst>
              <a:ext uri="{FF2B5EF4-FFF2-40B4-BE49-F238E27FC236}">
                <a16:creationId xmlns:a16="http://schemas.microsoft.com/office/drawing/2014/main" id="{E62D1984-F8BE-4F3E-B1DF-E1184F1AA6A3}"/>
              </a:ext>
            </a:extLst>
          </p:cNvPr>
          <p:cNvSpPr>
            <a:spLocks noGrp="1"/>
          </p:cNvSpPr>
          <p:nvPr/>
        </p:nvSpPr>
        <p:spPr>
          <a:xfrm>
            <a:off x="6288610" y="5512691"/>
            <a:ext cx="43180" cy="43180"/>
          </a:xfrm>
          <a:prstGeom prst="ellipse">
            <a:avLst/>
          </a:prstGeom>
          <a:solidFill>
            <a:srgbClr val="00878B"/>
          </a:solidFill>
          <a:ln w="4445">
            <a:solidFill>
              <a:srgbClr val="FFFFFF"/>
            </a:solidFill>
            <a:prstDash val="solid"/>
          </a:ln>
        </p:spPr>
      </p:sp>
      <p:sp>
        <p:nvSpPr>
          <p:cNvPr id="3492" name="01_find_only_3491">
            <a:extLst>
              <a:ext uri="{FF2B5EF4-FFF2-40B4-BE49-F238E27FC236}">
                <a16:creationId xmlns:a16="http://schemas.microsoft.com/office/drawing/2014/main" id="{08DFF248-68F0-484C-9141-C50524BAE338}"/>
              </a:ext>
            </a:extLst>
          </p:cNvPr>
          <p:cNvSpPr>
            <a:spLocks noGrp="1"/>
          </p:cNvSpPr>
          <p:nvPr/>
        </p:nvSpPr>
        <p:spPr>
          <a:xfrm>
            <a:off x="5024279" y="6152078"/>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93" name="01_find_only_3492">
            <a:extLst>
              <a:ext uri="{FF2B5EF4-FFF2-40B4-BE49-F238E27FC236}">
                <a16:creationId xmlns:a16="http://schemas.microsoft.com/office/drawing/2014/main" id="{CE9C8D25-3946-4088-A961-CD44C44565AA}"/>
              </a:ext>
            </a:extLst>
          </p:cNvPr>
          <p:cNvSpPr>
            <a:spLocks noGrp="1"/>
          </p:cNvSpPr>
          <p:nvPr/>
        </p:nvSpPr>
        <p:spPr>
          <a:xfrm>
            <a:off x="5274279" y="572940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94" name="01_find_only_3493">
            <a:extLst>
              <a:ext uri="{FF2B5EF4-FFF2-40B4-BE49-F238E27FC236}">
                <a16:creationId xmlns:a16="http://schemas.microsoft.com/office/drawing/2014/main" id="{F4D13324-FD16-4C09-AF6A-92B4E5BDEE37}"/>
              </a:ext>
            </a:extLst>
          </p:cNvPr>
          <p:cNvSpPr>
            <a:spLocks noGrp="1"/>
          </p:cNvSpPr>
          <p:nvPr/>
        </p:nvSpPr>
        <p:spPr>
          <a:xfrm>
            <a:off x="5774279" y="5518070"/>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95" name="01_find_only_3494">
            <a:extLst>
              <a:ext uri="{FF2B5EF4-FFF2-40B4-BE49-F238E27FC236}">
                <a16:creationId xmlns:a16="http://schemas.microsoft.com/office/drawing/2014/main" id="{EF279147-6397-4265-B070-B3FA31D56D2E}"/>
              </a:ext>
            </a:extLst>
          </p:cNvPr>
          <p:cNvSpPr>
            <a:spLocks noGrp="1"/>
          </p:cNvSpPr>
          <p:nvPr/>
        </p:nvSpPr>
        <p:spPr>
          <a:xfrm>
            <a:off x="6274279" y="5518070"/>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96" name="text_3495">
            <a:extLst>
              <a:ext uri="{FF2B5EF4-FFF2-40B4-BE49-F238E27FC236}">
                <a16:creationId xmlns:a16="http://schemas.microsoft.com/office/drawing/2014/main" id="{E7F9D810-6F8F-4D0B-B9D1-8438A5BC6010}"/>
              </a:ext>
            </a:extLst>
          </p:cNvPr>
          <p:cNvSpPr>
            <a:spLocks noGrp="1"/>
          </p:cNvSpPr>
          <p:nvPr/>
        </p:nvSpPr>
        <p:spPr>
          <a:xfrm>
            <a:off x="550800" y="1856703"/>
            <a:ext cx="2754643" cy="166688"/>
          </a:xfrm>
          <a:prstGeom prst="rect">
            <a:avLst/>
          </a:prstGeom>
          <a:noFill/>
          <a:ln w="0">
            <a:noFill/>
          </a:ln>
        </p:spPr>
        <p:txBody>
          <a:bodyPr wrap="none" lIns="0" tIns="0" rIns="0" bIns="0" anchor="ctr">
            <a:noAutofit/>
          </a:bodyPr>
          <a:lstStyle>
            <a:defPPr algn="l">
              <a:defRPr sz="1050" b="1">
                <a:solidFill>
                  <a:srgbClr val="273744"/>
                </a:solidFill>
                <a:latin typeface="Arial"/>
                <a:ea typeface="Arial"/>
                <a:cs typeface="Arial"/>
              </a:defRPr>
            </a:defPPr>
            <a:lvl1pPr algn="l">
              <a:defRPr sz="1050" b="1">
                <a:solidFill>
                  <a:srgbClr val="273744"/>
                </a:solidFill>
                <a:latin typeface="Arial"/>
                <a:ea typeface="Arial"/>
                <a:cs typeface="Arial"/>
              </a:defRPr>
            </a:lvl1pPr>
            <a:lvl2pPr algn="l">
              <a:defRPr sz="1050" b="1">
                <a:solidFill>
                  <a:srgbClr val="273744"/>
                </a:solidFill>
                <a:latin typeface="Arial"/>
                <a:ea typeface="Arial"/>
                <a:cs typeface="Arial"/>
              </a:defRPr>
            </a:lvl2pPr>
            <a:lvl3pPr algn="l">
              <a:defRPr sz="1050" b="1">
                <a:solidFill>
                  <a:srgbClr val="273744"/>
                </a:solidFill>
                <a:latin typeface="Arial"/>
                <a:ea typeface="Arial"/>
                <a:cs typeface="Arial"/>
              </a:defRPr>
            </a:lvl3pPr>
            <a:lvl4pPr algn="l">
              <a:defRPr sz="1050" b="1">
                <a:solidFill>
                  <a:srgbClr val="273744"/>
                </a:solidFill>
                <a:latin typeface="Arial"/>
                <a:ea typeface="Arial"/>
                <a:cs typeface="Arial"/>
              </a:defRPr>
            </a:lvl4pPr>
            <a:lvl5pPr algn="l">
              <a:defRPr sz="1050" b="1">
                <a:solidFill>
                  <a:srgbClr val="273744"/>
                </a:solidFill>
                <a:latin typeface="Arial"/>
                <a:ea typeface="Arial"/>
                <a:cs typeface="Arial"/>
              </a:defRPr>
            </a:lvl5pPr>
            <a:lvl6pPr algn="l">
              <a:defRPr sz="1050" b="1">
                <a:solidFill>
                  <a:srgbClr val="273744"/>
                </a:solidFill>
                <a:latin typeface="Arial"/>
                <a:ea typeface="Arial"/>
                <a:cs typeface="Arial"/>
              </a:defRPr>
            </a:lvl6pPr>
            <a:lvl7pPr algn="l">
              <a:defRPr sz="1050" b="1">
                <a:solidFill>
                  <a:srgbClr val="273744"/>
                </a:solidFill>
                <a:latin typeface="Arial"/>
                <a:ea typeface="Arial"/>
                <a:cs typeface="Arial"/>
              </a:defRPr>
            </a:lvl7pPr>
            <a:lvl8pPr algn="l">
              <a:defRPr sz="1050" b="1">
                <a:solidFill>
                  <a:srgbClr val="273744"/>
                </a:solidFill>
                <a:latin typeface="Arial"/>
                <a:ea typeface="Arial"/>
                <a:cs typeface="Arial"/>
              </a:defRPr>
            </a:lvl8pPr>
            <a:lvl9pPr algn="l">
              <a:defRPr sz="1050" b="1">
                <a:solidFill>
                  <a:srgbClr val="273744"/>
                </a:solidFill>
                <a:latin typeface="Arial"/>
                <a:ea typeface="Arial"/>
                <a:cs typeface="Arial"/>
              </a:defRPr>
            </a:lvl9pPr>
          </a:lstStyle>
          <a:p>
            <a:pPr algn="l">
              <a:defRPr sz="1050" b="1">
                <a:solidFill>
                  <a:srgbClr val="273744"/>
                </a:solidFill>
                <a:latin typeface="Arial"/>
                <a:ea typeface="Arial"/>
                <a:cs typeface="Arial"/>
              </a:defRPr>
            </a:pPr>
            <a:r>
              <a:rPr sz="1050" b="1">
                <a:solidFill>
                  <a:srgbClr val="273744"/>
                </a:solidFill>
                <a:latin typeface="Arial"/>
                <a:ea typeface="Arial"/>
                <a:cs typeface="Arial"/>
              </a:rPr>
              <a:t>Ligand detection across ranked candidates</a:t>
            </a:r>
          </a:p>
        </p:txBody>
      </p:sp>
      <p:sp>
        <p:nvSpPr>
          <p:cNvPr id="3497" name="01_find_only_3496">
            <a:extLst>
              <a:ext uri="{FF2B5EF4-FFF2-40B4-BE49-F238E27FC236}">
                <a16:creationId xmlns:a16="http://schemas.microsoft.com/office/drawing/2014/main" id="{B87C8847-D1E2-4E5E-9A3D-23F5EF682DD7}"/>
              </a:ext>
            </a:extLst>
          </p:cNvPr>
          <p:cNvSpPr>
            <a:spLocks noGrp="1"/>
          </p:cNvSpPr>
          <p:nvPr/>
        </p:nvSpPr>
        <p:spPr>
          <a:xfrm>
            <a:off x="571725" y="2300366"/>
            <a:ext cx="190500" cy="191"/>
          </a:xfrm>
          <a:custGeom>
            <a:avLst/>
            <a:gdLst/>
            <a:ahLst/>
            <a:cxnLst/>
            <a:rect l="0" t="0" r="0" b="0"/>
            <a:pathLst>
              <a:path w="190500" h="191">
                <a:moveTo>
                  <a:pt x="0" y="0"/>
                </a:moveTo>
                <a:lnTo>
                  <a:pt x="95250" y="0"/>
                </a:lnTo>
                <a:lnTo>
                  <a:pt x="190500" y="0"/>
                </a:lnTo>
              </a:path>
            </a:pathLst>
          </a:custGeom>
          <a:noFill/>
          <a:ln w="22860">
            <a:solidFill>
              <a:srgbClr val="00878B"/>
            </a:solidFill>
            <a:prstDash val="solid"/>
          </a:ln>
        </p:spPr>
      </p:sp>
      <p:sp>
        <p:nvSpPr>
          <p:cNvPr id="3498" name="01_find_only_3497">
            <a:extLst>
              <a:ext uri="{FF2B5EF4-FFF2-40B4-BE49-F238E27FC236}">
                <a16:creationId xmlns:a16="http://schemas.microsoft.com/office/drawing/2014/main" id="{7441625E-2A59-4E85-93E7-7616A26B12D3}"/>
              </a:ext>
            </a:extLst>
          </p:cNvPr>
          <p:cNvSpPr>
            <a:spLocks noGrp="1"/>
          </p:cNvSpPr>
          <p:nvPr/>
        </p:nvSpPr>
        <p:spPr>
          <a:xfrm>
            <a:off x="646655" y="2280046"/>
            <a:ext cx="40640" cy="40640"/>
          </a:xfrm>
          <a:prstGeom prst="ellipse">
            <a:avLst/>
          </a:prstGeom>
          <a:solidFill>
            <a:srgbClr val="00878B"/>
          </a:solidFill>
          <a:ln w="12700">
            <a:solidFill>
              <a:srgbClr val="00878B"/>
            </a:solidFill>
            <a:prstDash val="solid"/>
          </a:ln>
        </p:spPr>
      </p:sp>
      <p:sp>
        <p:nvSpPr>
          <p:cNvPr id="3499" name="text_3498">
            <a:extLst>
              <a:ext uri="{FF2B5EF4-FFF2-40B4-BE49-F238E27FC236}">
                <a16:creationId xmlns:a16="http://schemas.microsoft.com/office/drawing/2014/main" id="{470582F5-F7B3-4F05-9B7B-E30CB3274149}"/>
              </a:ext>
            </a:extLst>
          </p:cNvPr>
          <p:cNvSpPr>
            <a:spLocks noGrp="1"/>
          </p:cNvSpPr>
          <p:nvPr/>
        </p:nvSpPr>
        <p:spPr>
          <a:xfrm>
            <a:off x="838425" y="2258456"/>
            <a:ext cx="250920"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vl1pPr algn="l">
              <a:defRPr sz="750" b="0">
                <a:solidFill>
                  <a:srgbClr val="273744"/>
                </a:solidFill>
                <a:latin typeface="Arial"/>
                <a:ea typeface="Arial"/>
                <a:cs typeface="Arial"/>
              </a:defRPr>
            </a:lvl1pPr>
            <a:lvl2pPr algn="l">
              <a:defRPr sz="750" b="0">
                <a:solidFill>
                  <a:srgbClr val="273744"/>
                </a:solidFill>
                <a:latin typeface="Arial"/>
                <a:ea typeface="Arial"/>
                <a:cs typeface="Arial"/>
              </a:defRPr>
            </a:lvl2pPr>
            <a:lvl3pPr algn="l">
              <a:defRPr sz="750" b="0">
                <a:solidFill>
                  <a:srgbClr val="273744"/>
                </a:solidFill>
                <a:latin typeface="Arial"/>
                <a:ea typeface="Arial"/>
                <a:cs typeface="Arial"/>
              </a:defRPr>
            </a:lvl3pPr>
            <a:lvl4pPr algn="l">
              <a:defRPr sz="750" b="0">
                <a:solidFill>
                  <a:srgbClr val="273744"/>
                </a:solidFill>
                <a:latin typeface="Arial"/>
                <a:ea typeface="Arial"/>
                <a:cs typeface="Arial"/>
              </a:defRPr>
            </a:lvl4pPr>
            <a:lvl5pPr algn="l">
              <a:defRPr sz="750" b="0">
                <a:solidFill>
                  <a:srgbClr val="273744"/>
                </a:solidFill>
                <a:latin typeface="Arial"/>
                <a:ea typeface="Arial"/>
                <a:cs typeface="Arial"/>
              </a:defRPr>
            </a:lvl5pPr>
            <a:lvl6pPr algn="l">
              <a:defRPr sz="750" b="0">
                <a:solidFill>
                  <a:srgbClr val="273744"/>
                </a:solidFill>
                <a:latin typeface="Arial"/>
                <a:ea typeface="Arial"/>
                <a:cs typeface="Arial"/>
              </a:defRPr>
            </a:lvl6pPr>
            <a:lvl7pPr algn="l">
              <a:defRPr sz="750" b="0">
                <a:solidFill>
                  <a:srgbClr val="273744"/>
                </a:solidFill>
                <a:latin typeface="Arial"/>
                <a:ea typeface="Arial"/>
                <a:cs typeface="Arial"/>
              </a:defRPr>
            </a:lvl7pPr>
            <a:lvl8pPr algn="l">
              <a:defRPr sz="750" b="0">
                <a:solidFill>
                  <a:srgbClr val="273744"/>
                </a:solidFill>
                <a:latin typeface="Arial"/>
                <a:ea typeface="Arial"/>
                <a:cs typeface="Arial"/>
              </a:defRPr>
            </a:lvl8pPr>
            <a:lvl9pPr algn="l">
              <a:defRPr sz="750" b="0">
                <a:solidFill>
                  <a:srgbClr val="273744"/>
                </a:solidFill>
                <a:latin typeface="Arial"/>
                <a:ea typeface="Arial"/>
                <a:cs typeface="Arial"/>
              </a:defRPr>
            </a:lvl9pPr>
          </a:lstStyle>
          <a:p>
            <a:pPr algn="l">
              <a:defRPr sz="750" b="0">
                <a:solidFill>
                  <a:srgbClr val="273744"/>
                </a:solidFill>
                <a:latin typeface="Arial"/>
                <a:ea typeface="Arial"/>
                <a:cs typeface="Arial"/>
              </a:defRPr>
            </a:pPr>
            <a:r>
              <a:rPr sz="750" b="0">
                <a:solidFill>
                  <a:srgbClr val="273744"/>
                </a:solidFill>
                <a:latin typeface="Arial"/>
                <a:ea typeface="Arial"/>
                <a:cs typeface="Arial"/>
              </a:rPr>
              <a:t>Mean</a:t>
            </a:r>
          </a:p>
        </p:txBody>
      </p:sp>
      <p:sp>
        <p:nvSpPr>
          <p:cNvPr id="3500" name="01_find_only_3499">
            <a:extLst>
              <a:ext uri="{FF2B5EF4-FFF2-40B4-BE49-F238E27FC236}">
                <a16:creationId xmlns:a16="http://schemas.microsoft.com/office/drawing/2014/main" id="{0633EA2E-8CCA-481A-9E0E-DEDF8C7340F0}"/>
              </a:ext>
            </a:extLst>
          </p:cNvPr>
          <p:cNvSpPr>
            <a:spLocks noGrp="1"/>
          </p:cNvSpPr>
          <p:nvPr/>
        </p:nvSpPr>
        <p:spPr>
          <a:xfrm>
            <a:off x="1267169" y="2300366"/>
            <a:ext cx="190500" cy="191"/>
          </a:xfrm>
          <a:custGeom>
            <a:avLst/>
            <a:gdLst/>
            <a:ahLst/>
            <a:cxnLst/>
            <a:rect l="0" t="0" r="0" b="0"/>
            <a:pathLst>
              <a:path w="190500" h="191">
                <a:moveTo>
                  <a:pt x="0" y="0"/>
                </a:moveTo>
                <a:lnTo>
                  <a:pt x="95250" y="0"/>
                </a:lnTo>
                <a:lnTo>
                  <a:pt x="190500" y="0"/>
                </a:lnTo>
              </a:path>
            </a:pathLst>
          </a:custGeom>
          <a:noFill/>
          <a:ln w="13335">
            <a:solidFill>
              <a:srgbClr val="3A64C8"/>
            </a:solidFill>
            <a:prstDash val="solid"/>
          </a:ln>
        </p:spPr>
      </p:sp>
      <p:sp>
        <p:nvSpPr>
          <p:cNvPr id="3501" name="01_find_only_3500">
            <a:extLst>
              <a:ext uri="{FF2B5EF4-FFF2-40B4-BE49-F238E27FC236}">
                <a16:creationId xmlns:a16="http://schemas.microsoft.com/office/drawing/2014/main" id="{88955CF0-CA4F-4E3B-B381-A0CAFEB11E12}"/>
              </a:ext>
            </a:extLst>
          </p:cNvPr>
          <p:cNvSpPr>
            <a:spLocks noGrp="1"/>
          </p:cNvSpPr>
          <p:nvPr/>
        </p:nvSpPr>
        <p:spPr>
          <a:xfrm>
            <a:off x="1330988" y="2268935"/>
            <a:ext cx="62862" cy="62862"/>
          </a:xfrm>
          <a:custGeom>
            <a:avLst/>
            <a:gdLst/>
            <a:ahLst/>
            <a:cxnLst/>
            <a:rect l="0" t="0" r="0" b="0"/>
            <a:pathLst>
              <a:path w="62862" h="62862">
                <a:moveTo>
                  <a:pt x="31431" y="62862"/>
                </a:moveTo>
                <a:lnTo>
                  <a:pt x="62862" y="31431"/>
                </a:lnTo>
                <a:lnTo>
                  <a:pt x="31431" y="0"/>
                </a:lnTo>
                <a:lnTo>
                  <a:pt x="0" y="31431"/>
                </a:lnTo>
                <a:lnTo>
                  <a:pt x="31431" y="62862"/>
                </a:lnTo>
                <a:close/>
              </a:path>
            </a:pathLst>
          </a:custGeom>
          <a:solidFill>
            <a:srgbClr val="000000">
              <a:alpha val="0"/>
            </a:srgbClr>
          </a:solidFill>
          <a:ln w="12700">
            <a:solidFill>
              <a:srgbClr val="3A64C8"/>
            </a:solidFill>
            <a:prstDash val="solid"/>
          </a:ln>
        </p:spPr>
      </p:sp>
      <p:sp>
        <p:nvSpPr>
          <p:cNvPr id="3502" name="text_3501">
            <a:extLst>
              <a:ext uri="{FF2B5EF4-FFF2-40B4-BE49-F238E27FC236}">
                <a16:creationId xmlns:a16="http://schemas.microsoft.com/office/drawing/2014/main" id="{7D47B6C8-4BA0-4424-92BB-3D379CA5A6AB}"/>
              </a:ext>
            </a:extLst>
          </p:cNvPr>
          <p:cNvSpPr>
            <a:spLocks noGrp="1"/>
          </p:cNvSpPr>
          <p:nvPr/>
        </p:nvSpPr>
        <p:spPr>
          <a:xfrm>
            <a:off x="1533869" y="2258456"/>
            <a:ext cx="325025"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vl1pPr algn="l">
              <a:defRPr sz="750" b="0">
                <a:solidFill>
                  <a:srgbClr val="273744"/>
                </a:solidFill>
                <a:latin typeface="Arial"/>
                <a:ea typeface="Arial"/>
                <a:cs typeface="Arial"/>
              </a:defRPr>
            </a:lvl1pPr>
            <a:lvl2pPr algn="l">
              <a:defRPr sz="750" b="0">
                <a:solidFill>
                  <a:srgbClr val="273744"/>
                </a:solidFill>
                <a:latin typeface="Arial"/>
                <a:ea typeface="Arial"/>
                <a:cs typeface="Arial"/>
              </a:defRPr>
            </a:lvl2pPr>
            <a:lvl3pPr algn="l">
              <a:defRPr sz="750" b="0">
                <a:solidFill>
                  <a:srgbClr val="273744"/>
                </a:solidFill>
                <a:latin typeface="Arial"/>
                <a:ea typeface="Arial"/>
                <a:cs typeface="Arial"/>
              </a:defRPr>
            </a:lvl3pPr>
            <a:lvl4pPr algn="l">
              <a:defRPr sz="750" b="0">
                <a:solidFill>
                  <a:srgbClr val="273744"/>
                </a:solidFill>
                <a:latin typeface="Arial"/>
                <a:ea typeface="Arial"/>
                <a:cs typeface="Arial"/>
              </a:defRPr>
            </a:lvl4pPr>
            <a:lvl5pPr algn="l">
              <a:defRPr sz="750" b="0">
                <a:solidFill>
                  <a:srgbClr val="273744"/>
                </a:solidFill>
                <a:latin typeface="Arial"/>
                <a:ea typeface="Arial"/>
                <a:cs typeface="Arial"/>
              </a:defRPr>
            </a:lvl5pPr>
            <a:lvl6pPr algn="l">
              <a:defRPr sz="750" b="0">
                <a:solidFill>
                  <a:srgbClr val="273744"/>
                </a:solidFill>
                <a:latin typeface="Arial"/>
                <a:ea typeface="Arial"/>
                <a:cs typeface="Arial"/>
              </a:defRPr>
            </a:lvl6pPr>
            <a:lvl7pPr algn="l">
              <a:defRPr sz="750" b="0">
                <a:solidFill>
                  <a:srgbClr val="273744"/>
                </a:solidFill>
                <a:latin typeface="Arial"/>
                <a:ea typeface="Arial"/>
                <a:cs typeface="Arial"/>
              </a:defRPr>
            </a:lvl7pPr>
            <a:lvl8pPr algn="l">
              <a:defRPr sz="750" b="0">
                <a:solidFill>
                  <a:srgbClr val="273744"/>
                </a:solidFill>
                <a:latin typeface="Arial"/>
                <a:ea typeface="Arial"/>
                <a:cs typeface="Arial"/>
              </a:defRPr>
            </a:lvl8pPr>
            <a:lvl9pPr algn="l">
              <a:defRPr sz="750" b="0">
                <a:solidFill>
                  <a:srgbClr val="273744"/>
                </a:solidFill>
                <a:latin typeface="Arial"/>
                <a:ea typeface="Arial"/>
                <a:cs typeface="Arial"/>
              </a:defRPr>
            </a:lvl9pPr>
          </a:lstStyle>
          <a:p>
            <a:pPr algn="l">
              <a:defRPr sz="750" b="0">
                <a:solidFill>
                  <a:srgbClr val="273744"/>
                </a:solidFill>
                <a:latin typeface="Arial"/>
                <a:ea typeface="Arial"/>
                <a:cs typeface="Arial"/>
              </a:defRPr>
            </a:pPr>
            <a:r>
              <a:rPr sz="750" b="0">
                <a:solidFill>
                  <a:srgbClr val="273744"/>
                </a:solidFill>
                <a:latin typeface="Arial"/>
                <a:ea typeface="Arial"/>
                <a:cs typeface="Arial"/>
              </a:rPr>
              <a:t>Median</a:t>
            </a:r>
          </a:p>
        </p:txBody>
      </p:sp>
      <p:sp>
        <p:nvSpPr>
          <p:cNvPr id="3503" name="01_find_only_3502">
            <a:extLst>
              <a:ext uri="{FF2B5EF4-FFF2-40B4-BE49-F238E27FC236}">
                <a16:creationId xmlns:a16="http://schemas.microsoft.com/office/drawing/2014/main" id="{4BE579E6-64AC-4D21-A1E2-40CFB2D56526}"/>
              </a:ext>
            </a:extLst>
          </p:cNvPr>
          <p:cNvSpPr>
            <a:spLocks noGrp="1"/>
          </p:cNvSpPr>
          <p:nvPr/>
        </p:nvSpPr>
        <p:spPr>
          <a:xfrm>
            <a:off x="2112944" y="2281316"/>
            <a:ext cx="38100" cy="38100"/>
          </a:xfrm>
          <a:prstGeom prst="ellipse">
            <a:avLst/>
          </a:prstGeom>
          <a:solidFill>
            <a:srgbClr val="7F8C97"/>
          </a:solidFill>
          <a:ln w="12700">
            <a:solidFill>
              <a:srgbClr val="7F8C97"/>
            </a:solidFill>
            <a:prstDash val="solid"/>
          </a:ln>
        </p:spPr>
      </p:sp>
      <p:sp>
        <p:nvSpPr>
          <p:cNvPr id="3504" name="text_3503">
            <a:extLst>
              <a:ext uri="{FF2B5EF4-FFF2-40B4-BE49-F238E27FC236}">
                <a16:creationId xmlns:a16="http://schemas.microsoft.com/office/drawing/2014/main" id="{8D671A8D-B0C9-45AC-98B6-F76178C5DC8C}"/>
              </a:ext>
            </a:extLst>
          </p:cNvPr>
          <p:cNvSpPr>
            <a:spLocks noGrp="1"/>
          </p:cNvSpPr>
          <p:nvPr/>
        </p:nvSpPr>
        <p:spPr>
          <a:xfrm>
            <a:off x="2303444" y="2258456"/>
            <a:ext cx="637349"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vl1pPr algn="l">
              <a:defRPr sz="750" b="0">
                <a:solidFill>
                  <a:srgbClr val="273744"/>
                </a:solidFill>
                <a:latin typeface="Arial"/>
                <a:ea typeface="Arial"/>
                <a:cs typeface="Arial"/>
              </a:defRPr>
            </a:lvl1pPr>
            <a:lvl2pPr algn="l">
              <a:defRPr sz="750" b="0">
                <a:solidFill>
                  <a:srgbClr val="273744"/>
                </a:solidFill>
                <a:latin typeface="Arial"/>
                <a:ea typeface="Arial"/>
                <a:cs typeface="Arial"/>
              </a:defRPr>
            </a:lvl2pPr>
            <a:lvl3pPr algn="l">
              <a:defRPr sz="750" b="0">
                <a:solidFill>
                  <a:srgbClr val="273744"/>
                </a:solidFill>
                <a:latin typeface="Arial"/>
                <a:ea typeface="Arial"/>
                <a:cs typeface="Arial"/>
              </a:defRPr>
            </a:lvl3pPr>
            <a:lvl4pPr algn="l">
              <a:defRPr sz="750" b="0">
                <a:solidFill>
                  <a:srgbClr val="273744"/>
                </a:solidFill>
                <a:latin typeface="Arial"/>
                <a:ea typeface="Arial"/>
                <a:cs typeface="Arial"/>
              </a:defRPr>
            </a:lvl4pPr>
            <a:lvl5pPr algn="l">
              <a:defRPr sz="750" b="0">
                <a:solidFill>
                  <a:srgbClr val="273744"/>
                </a:solidFill>
                <a:latin typeface="Arial"/>
                <a:ea typeface="Arial"/>
                <a:cs typeface="Arial"/>
              </a:defRPr>
            </a:lvl5pPr>
            <a:lvl6pPr algn="l">
              <a:defRPr sz="750" b="0">
                <a:solidFill>
                  <a:srgbClr val="273744"/>
                </a:solidFill>
                <a:latin typeface="Arial"/>
                <a:ea typeface="Arial"/>
                <a:cs typeface="Arial"/>
              </a:defRPr>
            </a:lvl6pPr>
            <a:lvl7pPr algn="l">
              <a:defRPr sz="750" b="0">
                <a:solidFill>
                  <a:srgbClr val="273744"/>
                </a:solidFill>
                <a:latin typeface="Arial"/>
                <a:ea typeface="Arial"/>
                <a:cs typeface="Arial"/>
              </a:defRPr>
            </a:lvl7pPr>
            <a:lvl8pPr algn="l">
              <a:defRPr sz="750" b="0">
                <a:solidFill>
                  <a:srgbClr val="273744"/>
                </a:solidFill>
                <a:latin typeface="Arial"/>
                <a:ea typeface="Arial"/>
                <a:cs typeface="Arial"/>
              </a:defRPr>
            </a:lvl8pPr>
            <a:lvl9pPr algn="l">
              <a:defRPr sz="750" b="0">
                <a:solidFill>
                  <a:srgbClr val="273744"/>
                </a:solidFill>
                <a:latin typeface="Arial"/>
                <a:ea typeface="Arial"/>
                <a:cs typeface="Arial"/>
              </a:defRPr>
            </a:lvl9pPr>
          </a:lstStyle>
          <a:p>
            <a:pPr algn="l">
              <a:defRPr sz="750" b="0">
                <a:solidFill>
                  <a:srgbClr val="273744"/>
                </a:solidFill>
                <a:latin typeface="Arial"/>
                <a:ea typeface="Arial"/>
                <a:cs typeface="Arial"/>
              </a:defRPr>
            </a:pPr>
            <a:r>
              <a:rPr sz="750" b="0">
                <a:solidFill>
                  <a:srgbClr val="273744"/>
                </a:solidFill>
                <a:latin typeface="Arial"/>
                <a:ea typeface="Arial"/>
                <a:cs typeface="Arial"/>
              </a:rPr>
              <a:t>Individual PDB</a:t>
            </a:r>
          </a:p>
        </p:txBody>
      </p:sp>
    </p:spTree>
    <p:extLst>
      <p:ext uri="{BB962C8B-B14F-4D97-AF65-F5344CB8AC3E}">
        <p14:creationId xmlns:p14="http://schemas.microsoft.com/office/powerpoint/2010/main" val="2104851442"/>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99" name="02_predicted_pose_3300">
            <a:extLst>
              <a:ext uri="{FF2B5EF4-FFF2-40B4-BE49-F238E27FC236}">
                <a16:creationId xmlns:a16="http://schemas.microsoft.com/office/drawing/2014/main" id="{4F1C634D-A514-4D8B-99D9-B1F14B04A572}"/>
              </a:ext>
            </a:extLst>
          </p:cNvPr>
          <p:cNvSpPr>
            <a:spLocks noGrp="1"/>
          </p:cNvSpPr>
          <p:nvPr/>
        </p:nvSpPr>
        <p:spPr>
          <a:xfrm>
            <a:off x="0" y="1710000"/>
            <a:ext cx="6480000" cy="5220000"/>
          </a:xfrm>
          <a:custGeom>
            <a:avLst/>
            <a:gdLst/>
            <a:ahLst/>
            <a:cxnLst/>
            <a:rect l="0" t="0" r="0" b="0"/>
            <a:pathLst>
              <a:path w="6480000" h="5220000">
                <a:moveTo>
                  <a:pt x="0" y="5220000"/>
                </a:moveTo>
                <a:lnTo>
                  <a:pt x="6480000" y="5220000"/>
                </a:lnTo>
                <a:lnTo>
                  <a:pt x="6480000" y="0"/>
                </a:lnTo>
                <a:lnTo>
                  <a:pt x="0" y="0"/>
                </a:lnTo>
                <a:lnTo>
                  <a:pt x="0" y="5220000"/>
                </a:lnTo>
                <a:close/>
              </a:path>
            </a:pathLst>
          </a:custGeom>
          <a:solidFill>
            <a:srgbClr val="FFFFFF"/>
          </a:solidFill>
          <a:ln w="0">
            <a:noFill/>
            <a:prstDash val="solid"/>
          </a:ln>
        </p:spPr>
      </p:sp>
      <p:sp>
        <p:nvSpPr>
          <p:cNvPr id="2" name="02_predicted_pose_3301">
            <a:extLst>
              <a:ext uri="{FF2B5EF4-FFF2-40B4-BE49-F238E27FC236}">
                <a16:creationId xmlns:a16="http://schemas.microsoft.com/office/drawing/2014/main" id="{57EDA375-768F-4775-881E-6907C731C295}"/>
              </a:ext>
            </a:extLst>
          </p:cNvPr>
          <p:cNvSpPr>
            <a:spLocks noGrp="1"/>
          </p:cNvSpPr>
          <p:nvPr/>
        </p:nvSpPr>
        <p:spPr>
          <a:xfrm>
            <a:off x="712800" y="2493000"/>
            <a:ext cx="2402069" cy="1545120"/>
          </a:xfrm>
          <a:custGeom>
            <a:avLst/>
            <a:gdLst/>
            <a:ahLst/>
            <a:cxnLst/>
            <a:rect l="0" t="0" r="0" b="0"/>
            <a:pathLst>
              <a:path w="2402069" h="1545120">
                <a:moveTo>
                  <a:pt x="0" y="1545120"/>
                </a:moveTo>
                <a:lnTo>
                  <a:pt x="2402069" y="1545120"/>
                </a:lnTo>
                <a:lnTo>
                  <a:pt x="2402069" y="0"/>
                </a:lnTo>
                <a:lnTo>
                  <a:pt x="0" y="0"/>
                </a:lnTo>
                <a:lnTo>
                  <a:pt x="0" y="1545120"/>
                </a:lnTo>
                <a:close/>
              </a:path>
            </a:pathLst>
          </a:custGeom>
          <a:solidFill>
            <a:srgbClr val="FFFFFF"/>
          </a:solidFill>
          <a:ln w="0">
            <a:noFill/>
            <a:prstDash val="solid"/>
          </a:ln>
        </p:spPr>
      </p:sp>
      <p:sp>
        <p:nvSpPr>
          <p:cNvPr id="3" name="02_predicted_pose_3302">
            <a:extLst>
              <a:ext uri="{FF2B5EF4-FFF2-40B4-BE49-F238E27FC236}">
                <a16:creationId xmlns:a16="http://schemas.microsoft.com/office/drawing/2014/main" id="{8CFBF945-3068-493C-9AAA-0B2D90541EE3}"/>
              </a:ext>
            </a:extLst>
          </p:cNvPr>
          <p:cNvSpPr>
            <a:spLocks noGrp="1"/>
          </p:cNvSpPr>
          <p:nvPr/>
        </p:nvSpPr>
        <p:spPr>
          <a:xfrm>
            <a:off x="712800" y="3301264"/>
            <a:ext cx="2402069" cy="191"/>
          </a:xfrm>
          <a:custGeom>
            <a:avLst/>
            <a:gdLst/>
            <a:ahLst/>
            <a:cxnLst/>
            <a:rect l="0" t="0" r="0" b="0"/>
            <a:pathLst>
              <a:path w="2402069" h="191">
                <a:moveTo>
                  <a:pt x="0" y="0"/>
                </a:moveTo>
                <a:lnTo>
                  <a:pt x="2402069" y="0"/>
                </a:lnTo>
              </a:path>
            </a:pathLst>
          </a:custGeom>
          <a:noFill/>
          <a:ln w="7620">
            <a:solidFill>
              <a:srgbClr val="BCC5CB"/>
            </a:solidFill>
            <a:prstDash val="dash"/>
          </a:ln>
        </p:spPr>
      </p:sp>
      <p:sp>
        <p:nvSpPr>
          <p:cNvPr id="4" name="02_predicted_pose_3303">
            <a:extLst>
              <a:ext uri="{FF2B5EF4-FFF2-40B4-BE49-F238E27FC236}">
                <a16:creationId xmlns:a16="http://schemas.microsoft.com/office/drawing/2014/main" id="{F7A55B42-5338-403F-A025-DCBB2D220326}"/>
              </a:ext>
            </a:extLst>
          </p:cNvPr>
          <p:cNvSpPr>
            <a:spLocks noGrp="1"/>
          </p:cNvSpPr>
          <p:nvPr/>
        </p:nvSpPr>
        <p:spPr>
          <a:xfrm>
            <a:off x="712800" y="3171511"/>
            <a:ext cx="2402069" cy="191"/>
          </a:xfrm>
          <a:custGeom>
            <a:avLst/>
            <a:gdLst/>
            <a:ahLst/>
            <a:cxnLst/>
            <a:rect l="0" t="0" r="0" b="0"/>
            <a:pathLst>
              <a:path w="2402069" h="191">
                <a:moveTo>
                  <a:pt x="0" y="0"/>
                </a:moveTo>
                <a:lnTo>
                  <a:pt x="2402069" y="0"/>
                </a:lnTo>
              </a:path>
            </a:pathLst>
          </a:custGeom>
          <a:noFill/>
          <a:ln w="7620">
            <a:solidFill>
              <a:srgbClr val="BCC5CB"/>
            </a:solidFill>
            <a:prstDash val="dash"/>
          </a:ln>
        </p:spPr>
      </p:sp>
      <p:sp>
        <p:nvSpPr>
          <p:cNvPr id="5" name="02_predicted_pose_3304">
            <a:extLst>
              <a:ext uri="{FF2B5EF4-FFF2-40B4-BE49-F238E27FC236}">
                <a16:creationId xmlns:a16="http://schemas.microsoft.com/office/drawing/2014/main" id="{8CA75C1D-E6C3-4EF3-97A3-6C6DF46AC76A}"/>
              </a:ext>
            </a:extLst>
          </p:cNvPr>
          <p:cNvSpPr>
            <a:spLocks noGrp="1"/>
          </p:cNvSpPr>
          <p:nvPr/>
        </p:nvSpPr>
        <p:spPr>
          <a:xfrm>
            <a:off x="1341913" y="4038120"/>
            <a:ext cx="191" cy="38100"/>
          </a:xfrm>
          <a:custGeom>
            <a:avLst/>
            <a:gdLst/>
            <a:ahLst/>
            <a:cxnLst/>
            <a:rect l="0" t="0" r="0" b="0"/>
            <a:pathLst>
              <a:path w="191" h="38100">
                <a:moveTo>
                  <a:pt x="0" y="0"/>
                </a:moveTo>
                <a:lnTo>
                  <a:pt x="0" y="38100"/>
                </a:lnTo>
              </a:path>
            </a:pathLst>
          </a:custGeom>
          <a:solidFill>
            <a:srgbClr val="273744"/>
          </a:solidFill>
          <a:ln w="10160">
            <a:solidFill>
              <a:srgbClr val="273744"/>
            </a:solidFill>
            <a:prstDash val="solid"/>
          </a:ln>
        </p:spPr>
      </p:sp>
      <p:sp>
        <p:nvSpPr>
          <p:cNvPr id="6" name="text_3305">
            <a:extLst>
              <a:ext uri="{FF2B5EF4-FFF2-40B4-BE49-F238E27FC236}">
                <a16:creationId xmlns:a16="http://schemas.microsoft.com/office/drawing/2014/main" id="{03B776A6-0E54-48C3-90A2-5FACC3DCB438}"/>
              </a:ext>
            </a:extLst>
          </p:cNvPr>
          <p:cNvSpPr>
            <a:spLocks noGrp="1"/>
          </p:cNvSpPr>
          <p:nvPr/>
        </p:nvSpPr>
        <p:spPr>
          <a:xfrm>
            <a:off x="978757" y="4107722"/>
            <a:ext cx="739013"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PocketXMol-tuned</a:t>
            </a:r>
          </a:p>
        </p:txBody>
      </p:sp>
      <p:sp>
        <p:nvSpPr>
          <p:cNvPr id="7" name="02_predicted_pose_3306">
            <a:extLst>
              <a:ext uri="{FF2B5EF4-FFF2-40B4-BE49-F238E27FC236}">
                <a16:creationId xmlns:a16="http://schemas.microsoft.com/office/drawing/2014/main" id="{46A94631-39D9-4A8D-86E1-8737DF87A0B1}"/>
              </a:ext>
            </a:extLst>
          </p:cNvPr>
          <p:cNvSpPr>
            <a:spLocks noGrp="1"/>
          </p:cNvSpPr>
          <p:nvPr/>
        </p:nvSpPr>
        <p:spPr>
          <a:xfrm>
            <a:off x="2485756" y="4038120"/>
            <a:ext cx="191" cy="38100"/>
          </a:xfrm>
          <a:custGeom>
            <a:avLst/>
            <a:gdLst/>
            <a:ahLst/>
            <a:cxnLst/>
            <a:rect l="0" t="0" r="0" b="0"/>
            <a:pathLst>
              <a:path w="191" h="38100">
                <a:moveTo>
                  <a:pt x="0" y="0"/>
                </a:moveTo>
                <a:lnTo>
                  <a:pt x="0" y="38100"/>
                </a:lnTo>
              </a:path>
            </a:pathLst>
          </a:custGeom>
          <a:solidFill>
            <a:srgbClr val="273744"/>
          </a:solidFill>
          <a:ln w="10160">
            <a:solidFill>
              <a:srgbClr val="273744"/>
            </a:solidFill>
            <a:prstDash val="solid"/>
          </a:ln>
        </p:spPr>
      </p:sp>
      <p:sp>
        <p:nvSpPr>
          <p:cNvPr id="8" name="text_3307">
            <a:extLst>
              <a:ext uri="{FF2B5EF4-FFF2-40B4-BE49-F238E27FC236}">
                <a16:creationId xmlns:a16="http://schemas.microsoft.com/office/drawing/2014/main" id="{80198C13-A99F-4935-955E-930AF8904ABC}"/>
              </a:ext>
            </a:extLst>
          </p:cNvPr>
          <p:cNvSpPr>
            <a:spLocks noGrp="1"/>
          </p:cNvSpPr>
          <p:nvPr/>
        </p:nvSpPr>
        <p:spPr>
          <a:xfrm>
            <a:off x="2186874" y="4107986"/>
            <a:ext cx="610464"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Emap2lig-Build</a:t>
            </a:r>
          </a:p>
        </p:txBody>
      </p:sp>
      <p:sp>
        <p:nvSpPr>
          <p:cNvPr id="9" name="02_predicted_pose_3308">
            <a:extLst>
              <a:ext uri="{FF2B5EF4-FFF2-40B4-BE49-F238E27FC236}">
                <a16:creationId xmlns:a16="http://schemas.microsoft.com/office/drawing/2014/main" id="{E0861BEB-6027-4009-B94A-04538FF4A313}"/>
              </a:ext>
            </a:extLst>
          </p:cNvPr>
          <p:cNvSpPr>
            <a:spLocks noGrp="1"/>
          </p:cNvSpPr>
          <p:nvPr/>
        </p:nvSpPr>
        <p:spPr>
          <a:xfrm>
            <a:off x="674700" y="4038120"/>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0" name="text_3309">
            <a:extLst>
              <a:ext uri="{FF2B5EF4-FFF2-40B4-BE49-F238E27FC236}">
                <a16:creationId xmlns:a16="http://schemas.microsoft.com/office/drawing/2014/main" id="{18459E52-B442-4FF3-9B62-6252B8C5DC0B}"/>
              </a:ext>
            </a:extLst>
          </p:cNvPr>
          <p:cNvSpPr>
            <a:spLocks noGrp="1"/>
          </p:cNvSpPr>
          <p:nvPr/>
        </p:nvSpPr>
        <p:spPr>
          <a:xfrm>
            <a:off x="513029" y="3999705"/>
            <a:ext cx="136271"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0.2</a:t>
            </a:r>
          </a:p>
        </p:txBody>
      </p:sp>
      <p:sp>
        <p:nvSpPr>
          <p:cNvPr id="11" name="02_predicted_pose_3310">
            <a:extLst>
              <a:ext uri="{FF2B5EF4-FFF2-40B4-BE49-F238E27FC236}">
                <a16:creationId xmlns:a16="http://schemas.microsoft.com/office/drawing/2014/main" id="{014A89FA-3F76-4EC6-B084-31D8560D1C1A}"/>
              </a:ext>
            </a:extLst>
          </p:cNvPr>
          <p:cNvSpPr>
            <a:spLocks noGrp="1"/>
          </p:cNvSpPr>
          <p:nvPr/>
        </p:nvSpPr>
        <p:spPr>
          <a:xfrm>
            <a:off x="674700" y="3744896"/>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2" name="text_3311">
            <a:extLst>
              <a:ext uri="{FF2B5EF4-FFF2-40B4-BE49-F238E27FC236}">
                <a16:creationId xmlns:a16="http://schemas.microsoft.com/office/drawing/2014/main" id="{8D0D3C74-8E19-4B82-9370-830029A0D992}"/>
              </a:ext>
            </a:extLst>
          </p:cNvPr>
          <p:cNvSpPr>
            <a:spLocks noGrp="1"/>
          </p:cNvSpPr>
          <p:nvPr/>
        </p:nvSpPr>
        <p:spPr>
          <a:xfrm>
            <a:off x="513029" y="3706481"/>
            <a:ext cx="136271"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0.5</a:t>
            </a:r>
          </a:p>
        </p:txBody>
      </p:sp>
      <p:sp>
        <p:nvSpPr>
          <p:cNvPr id="13" name="02_predicted_pose_3312">
            <a:extLst>
              <a:ext uri="{FF2B5EF4-FFF2-40B4-BE49-F238E27FC236}">
                <a16:creationId xmlns:a16="http://schemas.microsoft.com/office/drawing/2014/main" id="{B4F7452C-04E1-43A4-AFF5-4243D2DEA981}"/>
              </a:ext>
            </a:extLst>
          </p:cNvPr>
          <p:cNvSpPr>
            <a:spLocks noGrp="1"/>
          </p:cNvSpPr>
          <p:nvPr/>
        </p:nvSpPr>
        <p:spPr>
          <a:xfrm>
            <a:off x="674700" y="3523080"/>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4" name="text_3313">
            <a:extLst>
              <a:ext uri="{FF2B5EF4-FFF2-40B4-BE49-F238E27FC236}">
                <a16:creationId xmlns:a16="http://schemas.microsoft.com/office/drawing/2014/main" id="{461C4C64-3181-4752-85F5-BAF08C96C5CC}"/>
              </a:ext>
            </a:extLst>
          </p:cNvPr>
          <p:cNvSpPr>
            <a:spLocks noGrp="1"/>
          </p:cNvSpPr>
          <p:nvPr/>
        </p:nvSpPr>
        <p:spPr>
          <a:xfrm>
            <a:off x="587172" y="3484665"/>
            <a:ext cx="62128"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1</a:t>
            </a:r>
          </a:p>
        </p:txBody>
      </p:sp>
      <p:sp>
        <p:nvSpPr>
          <p:cNvPr id="15" name="02_predicted_pose_3314">
            <a:extLst>
              <a:ext uri="{FF2B5EF4-FFF2-40B4-BE49-F238E27FC236}">
                <a16:creationId xmlns:a16="http://schemas.microsoft.com/office/drawing/2014/main" id="{315E7F35-70EE-45A3-8BDF-7E036641DA2A}"/>
              </a:ext>
            </a:extLst>
          </p:cNvPr>
          <p:cNvSpPr>
            <a:spLocks noGrp="1"/>
          </p:cNvSpPr>
          <p:nvPr/>
        </p:nvSpPr>
        <p:spPr>
          <a:xfrm>
            <a:off x="674700" y="3301264"/>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6" name="text_3315">
            <a:extLst>
              <a:ext uri="{FF2B5EF4-FFF2-40B4-BE49-F238E27FC236}">
                <a16:creationId xmlns:a16="http://schemas.microsoft.com/office/drawing/2014/main" id="{7C5E32BD-7568-4BFC-830C-2B3587E9D0C6}"/>
              </a:ext>
            </a:extLst>
          </p:cNvPr>
          <p:cNvSpPr>
            <a:spLocks noGrp="1"/>
          </p:cNvSpPr>
          <p:nvPr/>
        </p:nvSpPr>
        <p:spPr>
          <a:xfrm>
            <a:off x="587172" y="3262850"/>
            <a:ext cx="62128"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2</a:t>
            </a:r>
          </a:p>
        </p:txBody>
      </p:sp>
      <p:sp>
        <p:nvSpPr>
          <p:cNvPr id="17" name="02_predicted_pose_3316">
            <a:extLst>
              <a:ext uri="{FF2B5EF4-FFF2-40B4-BE49-F238E27FC236}">
                <a16:creationId xmlns:a16="http://schemas.microsoft.com/office/drawing/2014/main" id="{6DCD94DA-2361-406E-AD8E-D4A6E5FF15A4}"/>
              </a:ext>
            </a:extLst>
          </p:cNvPr>
          <p:cNvSpPr>
            <a:spLocks noGrp="1"/>
          </p:cNvSpPr>
          <p:nvPr/>
        </p:nvSpPr>
        <p:spPr>
          <a:xfrm>
            <a:off x="674700" y="3171511"/>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8" name="text_3317">
            <a:extLst>
              <a:ext uri="{FF2B5EF4-FFF2-40B4-BE49-F238E27FC236}">
                <a16:creationId xmlns:a16="http://schemas.microsoft.com/office/drawing/2014/main" id="{95439B2F-7102-4EE6-AC12-A577A72DCBDB}"/>
              </a:ext>
            </a:extLst>
          </p:cNvPr>
          <p:cNvSpPr>
            <a:spLocks noGrp="1"/>
          </p:cNvSpPr>
          <p:nvPr/>
        </p:nvSpPr>
        <p:spPr>
          <a:xfrm>
            <a:off x="587172" y="3133096"/>
            <a:ext cx="62128"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3</a:t>
            </a:r>
          </a:p>
        </p:txBody>
      </p:sp>
      <p:sp>
        <p:nvSpPr>
          <p:cNvPr id="19" name="02_predicted_pose_3318">
            <a:extLst>
              <a:ext uri="{FF2B5EF4-FFF2-40B4-BE49-F238E27FC236}">
                <a16:creationId xmlns:a16="http://schemas.microsoft.com/office/drawing/2014/main" id="{DD1B6157-D8D0-49E2-A10C-232D07073BAE}"/>
              </a:ext>
            </a:extLst>
          </p:cNvPr>
          <p:cNvSpPr>
            <a:spLocks noGrp="1"/>
          </p:cNvSpPr>
          <p:nvPr/>
        </p:nvSpPr>
        <p:spPr>
          <a:xfrm>
            <a:off x="674700" y="3008040"/>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20" name="text_3319">
            <a:extLst>
              <a:ext uri="{FF2B5EF4-FFF2-40B4-BE49-F238E27FC236}">
                <a16:creationId xmlns:a16="http://schemas.microsoft.com/office/drawing/2014/main" id="{99906F21-0542-45DF-A19D-A76E8C7B5605}"/>
              </a:ext>
            </a:extLst>
          </p:cNvPr>
          <p:cNvSpPr>
            <a:spLocks noGrp="1"/>
          </p:cNvSpPr>
          <p:nvPr/>
        </p:nvSpPr>
        <p:spPr>
          <a:xfrm>
            <a:off x="587172" y="2969625"/>
            <a:ext cx="62128"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5</a:t>
            </a:r>
          </a:p>
        </p:txBody>
      </p:sp>
      <p:sp>
        <p:nvSpPr>
          <p:cNvPr id="21" name="02_predicted_pose_3320">
            <a:extLst>
              <a:ext uri="{FF2B5EF4-FFF2-40B4-BE49-F238E27FC236}">
                <a16:creationId xmlns:a16="http://schemas.microsoft.com/office/drawing/2014/main" id="{52A885BE-64D3-4A9E-969F-0A87CA948832}"/>
              </a:ext>
            </a:extLst>
          </p:cNvPr>
          <p:cNvSpPr>
            <a:spLocks noGrp="1"/>
          </p:cNvSpPr>
          <p:nvPr/>
        </p:nvSpPr>
        <p:spPr>
          <a:xfrm>
            <a:off x="674700" y="2786224"/>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22" name="text_3321">
            <a:extLst>
              <a:ext uri="{FF2B5EF4-FFF2-40B4-BE49-F238E27FC236}">
                <a16:creationId xmlns:a16="http://schemas.microsoft.com/office/drawing/2014/main" id="{16D93084-5ED9-49E7-AF16-41FB4C2312B0}"/>
              </a:ext>
            </a:extLst>
          </p:cNvPr>
          <p:cNvSpPr>
            <a:spLocks noGrp="1"/>
          </p:cNvSpPr>
          <p:nvPr/>
        </p:nvSpPr>
        <p:spPr>
          <a:xfrm>
            <a:off x="537743" y="2747810"/>
            <a:ext cx="111557"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10</a:t>
            </a:r>
          </a:p>
        </p:txBody>
      </p:sp>
      <p:sp>
        <p:nvSpPr>
          <p:cNvPr id="23" name="02_predicted_pose_3322">
            <a:extLst>
              <a:ext uri="{FF2B5EF4-FFF2-40B4-BE49-F238E27FC236}">
                <a16:creationId xmlns:a16="http://schemas.microsoft.com/office/drawing/2014/main" id="{3E46199D-4CDA-4CC8-B405-2107325E306A}"/>
              </a:ext>
            </a:extLst>
          </p:cNvPr>
          <p:cNvSpPr>
            <a:spLocks noGrp="1"/>
          </p:cNvSpPr>
          <p:nvPr/>
        </p:nvSpPr>
        <p:spPr>
          <a:xfrm>
            <a:off x="674700" y="2564409"/>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24" name="text_3323">
            <a:extLst>
              <a:ext uri="{FF2B5EF4-FFF2-40B4-BE49-F238E27FC236}">
                <a16:creationId xmlns:a16="http://schemas.microsoft.com/office/drawing/2014/main" id="{E1582130-ED0F-450B-9198-E9468326560E}"/>
              </a:ext>
            </a:extLst>
          </p:cNvPr>
          <p:cNvSpPr>
            <a:spLocks noGrp="1"/>
          </p:cNvSpPr>
          <p:nvPr/>
        </p:nvSpPr>
        <p:spPr>
          <a:xfrm>
            <a:off x="537743" y="2525994"/>
            <a:ext cx="111557"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20</a:t>
            </a:r>
          </a:p>
        </p:txBody>
      </p:sp>
      <p:sp>
        <p:nvSpPr>
          <p:cNvPr id="25" name="text_3324">
            <a:extLst>
              <a:ext uri="{FF2B5EF4-FFF2-40B4-BE49-F238E27FC236}">
                <a16:creationId xmlns:a16="http://schemas.microsoft.com/office/drawing/2014/main" id="{A8767219-F7EF-46E5-8CE6-E5DC9425077A}"/>
              </a:ext>
            </a:extLst>
          </p:cNvPr>
          <p:cNvSpPr>
            <a:spLocks noGrp="1"/>
          </p:cNvSpPr>
          <p:nvPr/>
        </p:nvSpPr>
        <p:spPr>
          <a:xfrm rot="-5400000">
            <a:off x="192687" y="3202060"/>
            <a:ext cx="475488"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stStyle>
          <a:p>
            <a:pPr algn="l">
              <a:defRPr sz="800" b="0">
                <a:solidFill>
                  <a:srgbClr val="273744"/>
                </a:solidFill>
                <a:latin typeface="Arial"/>
                <a:ea typeface="Arial"/>
                <a:cs typeface="Arial"/>
              </a:defRPr>
            </a:pPr>
            <a:r>
              <a:rPr sz="800" b="0">
                <a:solidFill>
                  <a:srgbClr val="273744"/>
                </a:solidFill>
                <a:latin typeface="Arial"/>
                <a:ea typeface="Arial"/>
                <a:cs typeface="Arial"/>
              </a:rPr>
              <a:t>RMSD (Å)</a:t>
            </a:r>
          </a:p>
        </p:txBody>
      </p:sp>
      <p:sp>
        <p:nvSpPr>
          <p:cNvPr id="26" name="02_predicted_pose_3325">
            <a:extLst>
              <a:ext uri="{FF2B5EF4-FFF2-40B4-BE49-F238E27FC236}">
                <a16:creationId xmlns:a16="http://schemas.microsoft.com/office/drawing/2014/main" id="{F5FF715A-15B1-44F2-AF2F-6213B919E9B8}"/>
              </a:ext>
            </a:extLst>
          </p:cNvPr>
          <p:cNvSpPr>
            <a:spLocks noGrp="1"/>
          </p:cNvSpPr>
          <p:nvPr/>
        </p:nvSpPr>
        <p:spPr>
          <a:xfrm>
            <a:off x="1268110" y="3608141"/>
            <a:ext cx="28398" cy="28398"/>
          </a:xfrm>
          <a:prstGeom prst="ellipse">
            <a:avLst/>
          </a:prstGeom>
          <a:solidFill>
            <a:srgbClr val="2D887E">
              <a:alpha val="30000"/>
            </a:srgbClr>
          </a:solidFill>
          <a:ln w="0">
            <a:noFill/>
            <a:prstDash val="solid"/>
          </a:ln>
        </p:spPr>
      </p:sp>
      <p:sp>
        <p:nvSpPr>
          <p:cNvPr id="27" name="02_predicted_pose_3326">
            <a:extLst>
              <a:ext uri="{FF2B5EF4-FFF2-40B4-BE49-F238E27FC236}">
                <a16:creationId xmlns:a16="http://schemas.microsoft.com/office/drawing/2014/main" id="{56A33195-E5CA-4B49-ACBB-52086F37D56A}"/>
              </a:ext>
            </a:extLst>
          </p:cNvPr>
          <p:cNvSpPr>
            <a:spLocks noGrp="1"/>
          </p:cNvSpPr>
          <p:nvPr/>
        </p:nvSpPr>
        <p:spPr>
          <a:xfrm>
            <a:off x="1281892" y="3579246"/>
            <a:ext cx="28398" cy="28398"/>
          </a:xfrm>
          <a:prstGeom prst="ellipse">
            <a:avLst/>
          </a:prstGeom>
          <a:solidFill>
            <a:srgbClr val="2D887E">
              <a:alpha val="30000"/>
            </a:srgbClr>
          </a:solidFill>
          <a:ln w="0">
            <a:noFill/>
            <a:prstDash val="solid"/>
          </a:ln>
        </p:spPr>
      </p:sp>
      <p:sp>
        <p:nvSpPr>
          <p:cNvPr id="28" name="02_predicted_pose_3327">
            <a:extLst>
              <a:ext uri="{FF2B5EF4-FFF2-40B4-BE49-F238E27FC236}">
                <a16:creationId xmlns:a16="http://schemas.microsoft.com/office/drawing/2014/main" id="{AEE1020C-E0D7-456F-8BF8-498435D5C570}"/>
              </a:ext>
            </a:extLst>
          </p:cNvPr>
          <p:cNvSpPr>
            <a:spLocks noGrp="1"/>
          </p:cNvSpPr>
          <p:nvPr/>
        </p:nvSpPr>
        <p:spPr>
          <a:xfrm>
            <a:off x="1295673" y="3595981"/>
            <a:ext cx="28398" cy="28398"/>
          </a:xfrm>
          <a:prstGeom prst="ellipse">
            <a:avLst/>
          </a:prstGeom>
          <a:solidFill>
            <a:srgbClr val="2D887E">
              <a:alpha val="30000"/>
            </a:srgbClr>
          </a:solidFill>
          <a:ln w="0">
            <a:noFill/>
            <a:prstDash val="solid"/>
          </a:ln>
        </p:spPr>
      </p:sp>
      <p:sp>
        <p:nvSpPr>
          <p:cNvPr id="29" name="02_predicted_pose_3328">
            <a:extLst>
              <a:ext uri="{FF2B5EF4-FFF2-40B4-BE49-F238E27FC236}">
                <a16:creationId xmlns:a16="http://schemas.microsoft.com/office/drawing/2014/main" id="{D144890A-D768-4913-B17B-DDDFFA72DF39}"/>
              </a:ext>
            </a:extLst>
          </p:cNvPr>
          <p:cNvSpPr>
            <a:spLocks noGrp="1"/>
          </p:cNvSpPr>
          <p:nvPr/>
        </p:nvSpPr>
        <p:spPr>
          <a:xfrm>
            <a:off x="1309454" y="3458558"/>
            <a:ext cx="28398" cy="28398"/>
          </a:xfrm>
          <a:prstGeom prst="ellipse">
            <a:avLst/>
          </a:prstGeom>
          <a:solidFill>
            <a:srgbClr val="2D887E">
              <a:alpha val="30000"/>
            </a:srgbClr>
          </a:solidFill>
          <a:ln w="0">
            <a:noFill/>
            <a:prstDash val="solid"/>
          </a:ln>
        </p:spPr>
      </p:sp>
      <p:sp>
        <p:nvSpPr>
          <p:cNvPr id="30" name="02_predicted_pose_3329">
            <a:extLst>
              <a:ext uri="{FF2B5EF4-FFF2-40B4-BE49-F238E27FC236}">
                <a16:creationId xmlns:a16="http://schemas.microsoft.com/office/drawing/2014/main" id="{0775DC8E-8A3A-4054-ADF5-AAEBA52CD8C8}"/>
              </a:ext>
            </a:extLst>
          </p:cNvPr>
          <p:cNvSpPr>
            <a:spLocks noGrp="1"/>
          </p:cNvSpPr>
          <p:nvPr/>
        </p:nvSpPr>
        <p:spPr>
          <a:xfrm>
            <a:off x="1323235" y="3614920"/>
            <a:ext cx="28398" cy="28398"/>
          </a:xfrm>
          <a:prstGeom prst="ellipse">
            <a:avLst/>
          </a:prstGeom>
          <a:solidFill>
            <a:srgbClr val="2D887E">
              <a:alpha val="30000"/>
            </a:srgbClr>
          </a:solidFill>
          <a:ln w="0">
            <a:noFill/>
            <a:prstDash val="solid"/>
          </a:ln>
        </p:spPr>
      </p:sp>
      <p:sp>
        <p:nvSpPr>
          <p:cNvPr id="31" name="02_predicted_pose_3330">
            <a:extLst>
              <a:ext uri="{FF2B5EF4-FFF2-40B4-BE49-F238E27FC236}">
                <a16:creationId xmlns:a16="http://schemas.microsoft.com/office/drawing/2014/main" id="{76DAF926-D705-451E-9517-8FB0CB9F6E45}"/>
              </a:ext>
            </a:extLst>
          </p:cNvPr>
          <p:cNvSpPr>
            <a:spLocks noGrp="1"/>
          </p:cNvSpPr>
          <p:nvPr/>
        </p:nvSpPr>
        <p:spPr>
          <a:xfrm>
            <a:off x="1337017" y="3582223"/>
            <a:ext cx="28398" cy="28398"/>
          </a:xfrm>
          <a:prstGeom prst="ellipse">
            <a:avLst/>
          </a:prstGeom>
          <a:solidFill>
            <a:srgbClr val="2D887E">
              <a:alpha val="30000"/>
            </a:srgbClr>
          </a:solidFill>
          <a:ln w="0">
            <a:noFill/>
            <a:prstDash val="solid"/>
          </a:ln>
        </p:spPr>
      </p:sp>
      <p:sp>
        <p:nvSpPr>
          <p:cNvPr id="32" name="02_predicted_pose_3331">
            <a:extLst>
              <a:ext uri="{FF2B5EF4-FFF2-40B4-BE49-F238E27FC236}">
                <a16:creationId xmlns:a16="http://schemas.microsoft.com/office/drawing/2014/main" id="{E6D38EED-98E8-44DC-A943-9D2ED97D17F9}"/>
              </a:ext>
            </a:extLst>
          </p:cNvPr>
          <p:cNvSpPr>
            <a:spLocks noGrp="1"/>
          </p:cNvSpPr>
          <p:nvPr/>
        </p:nvSpPr>
        <p:spPr>
          <a:xfrm>
            <a:off x="1350798" y="3445403"/>
            <a:ext cx="28398" cy="28398"/>
          </a:xfrm>
          <a:prstGeom prst="ellipse">
            <a:avLst/>
          </a:prstGeom>
          <a:solidFill>
            <a:srgbClr val="2D887E">
              <a:alpha val="30000"/>
            </a:srgbClr>
          </a:solidFill>
          <a:ln w="0">
            <a:noFill/>
            <a:prstDash val="solid"/>
          </a:ln>
        </p:spPr>
      </p:sp>
      <p:sp>
        <p:nvSpPr>
          <p:cNvPr id="33" name="02_predicted_pose_3332">
            <a:extLst>
              <a:ext uri="{FF2B5EF4-FFF2-40B4-BE49-F238E27FC236}">
                <a16:creationId xmlns:a16="http://schemas.microsoft.com/office/drawing/2014/main" id="{CEBF17C5-FF2C-4512-90C1-23D91C4DA39C}"/>
              </a:ext>
            </a:extLst>
          </p:cNvPr>
          <p:cNvSpPr>
            <a:spLocks noGrp="1"/>
          </p:cNvSpPr>
          <p:nvPr/>
        </p:nvSpPr>
        <p:spPr>
          <a:xfrm>
            <a:off x="1364579" y="3568188"/>
            <a:ext cx="28398" cy="28398"/>
          </a:xfrm>
          <a:prstGeom prst="ellipse">
            <a:avLst/>
          </a:prstGeom>
          <a:solidFill>
            <a:srgbClr val="2D887E">
              <a:alpha val="30000"/>
            </a:srgbClr>
          </a:solidFill>
          <a:ln w="0">
            <a:noFill/>
            <a:prstDash val="solid"/>
          </a:ln>
        </p:spPr>
      </p:sp>
      <p:sp>
        <p:nvSpPr>
          <p:cNvPr id="34" name="02_predicted_pose_3333">
            <a:extLst>
              <a:ext uri="{FF2B5EF4-FFF2-40B4-BE49-F238E27FC236}">
                <a16:creationId xmlns:a16="http://schemas.microsoft.com/office/drawing/2014/main" id="{32A35694-7D57-49B5-A00F-7F874C464B95}"/>
              </a:ext>
            </a:extLst>
          </p:cNvPr>
          <p:cNvSpPr>
            <a:spLocks noGrp="1"/>
          </p:cNvSpPr>
          <p:nvPr/>
        </p:nvSpPr>
        <p:spPr>
          <a:xfrm>
            <a:off x="1378360" y="3598190"/>
            <a:ext cx="28398" cy="28398"/>
          </a:xfrm>
          <a:prstGeom prst="ellipse">
            <a:avLst/>
          </a:prstGeom>
          <a:solidFill>
            <a:srgbClr val="2D887E">
              <a:alpha val="30000"/>
            </a:srgbClr>
          </a:solidFill>
          <a:ln w="0">
            <a:noFill/>
            <a:prstDash val="solid"/>
          </a:ln>
        </p:spPr>
      </p:sp>
      <p:sp>
        <p:nvSpPr>
          <p:cNvPr id="35" name="02_predicted_pose_3334">
            <a:extLst>
              <a:ext uri="{FF2B5EF4-FFF2-40B4-BE49-F238E27FC236}">
                <a16:creationId xmlns:a16="http://schemas.microsoft.com/office/drawing/2014/main" id="{9D376604-FB93-46EF-B661-83314CF6A2BF}"/>
              </a:ext>
            </a:extLst>
          </p:cNvPr>
          <p:cNvSpPr>
            <a:spLocks noGrp="1"/>
          </p:cNvSpPr>
          <p:nvPr/>
        </p:nvSpPr>
        <p:spPr>
          <a:xfrm>
            <a:off x="1392142" y="3525504"/>
            <a:ext cx="28398" cy="28398"/>
          </a:xfrm>
          <a:prstGeom prst="ellipse">
            <a:avLst/>
          </a:prstGeom>
          <a:solidFill>
            <a:srgbClr val="2D887E">
              <a:alpha val="30000"/>
            </a:srgbClr>
          </a:solidFill>
          <a:ln w="0">
            <a:noFill/>
            <a:prstDash val="solid"/>
          </a:ln>
        </p:spPr>
      </p:sp>
      <p:sp>
        <p:nvSpPr>
          <p:cNvPr id="36" name="02_predicted_pose_3335">
            <a:extLst>
              <a:ext uri="{FF2B5EF4-FFF2-40B4-BE49-F238E27FC236}">
                <a16:creationId xmlns:a16="http://schemas.microsoft.com/office/drawing/2014/main" id="{38818220-9F17-4382-BA25-86DF617D23A4}"/>
              </a:ext>
            </a:extLst>
          </p:cNvPr>
          <p:cNvSpPr>
            <a:spLocks noGrp="1"/>
          </p:cNvSpPr>
          <p:nvPr/>
        </p:nvSpPr>
        <p:spPr>
          <a:xfrm>
            <a:off x="1281547" y="3384862"/>
            <a:ext cx="28398" cy="28398"/>
          </a:xfrm>
          <a:prstGeom prst="ellipse">
            <a:avLst/>
          </a:prstGeom>
          <a:solidFill>
            <a:srgbClr val="2D887E">
              <a:alpha val="30000"/>
            </a:srgbClr>
          </a:solidFill>
          <a:ln w="0">
            <a:noFill/>
            <a:prstDash val="solid"/>
          </a:ln>
        </p:spPr>
      </p:sp>
      <p:sp>
        <p:nvSpPr>
          <p:cNvPr id="37" name="02_predicted_pose_3336">
            <a:extLst>
              <a:ext uri="{FF2B5EF4-FFF2-40B4-BE49-F238E27FC236}">
                <a16:creationId xmlns:a16="http://schemas.microsoft.com/office/drawing/2014/main" id="{08A56639-A102-442D-9D57-3938C1B74117}"/>
              </a:ext>
            </a:extLst>
          </p:cNvPr>
          <p:cNvSpPr>
            <a:spLocks noGrp="1"/>
          </p:cNvSpPr>
          <p:nvPr/>
        </p:nvSpPr>
        <p:spPr>
          <a:xfrm>
            <a:off x="1374570" y="3393729"/>
            <a:ext cx="28398" cy="28398"/>
          </a:xfrm>
          <a:prstGeom prst="ellipse">
            <a:avLst/>
          </a:prstGeom>
          <a:solidFill>
            <a:srgbClr val="2D887E">
              <a:alpha val="30000"/>
            </a:srgbClr>
          </a:solidFill>
          <a:ln w="0">
            <a:noFill/>
            <a:prstDash val="solid"/>
          </a:ln>
        </p:spPr>
      </p:sp>
      <p:sp>
        <p:nvSpPr>
          <p:cNvPr id="38" name="02_predicted_pose_3337">
            <a:extLst>
              <a:ext uri="{FF2B5EF4-FFF2-40B4-BE49-F238E27FC236}">
                <a16:creationId xmlns:a16="http://schemas.microsoft.com/office/drawing/2014/main" id="{CBB006BE-609E-4F9A-94A8-9D4BA3A08999}"/>
              </a:ext>
            </a:extLst>
          </p:cNvPr>
          <p:cNvSpPr>
            <a:spLocks noGrp="1"/>
          </p:cNvSpPr>
          <p:nvPr/>
        </p:nvSpPr>
        <p:spPr>
          <a:xfrm>
            <a:off x="1467594" y="3394037"/>
            <a:ext cx="28398" cy="28398"/>
          </a:xfrm>
          <a:prstGeom prst="ellipse">
            <a:avLst/>
          </a:prstGeom>
          <a:solidFill>
            <a:srgbClr val="2D887E">
              <a:alpha val="30000"/>
            </a:srgbClr>
          </a:solidFill>
          <a:ln w="0">
            <a:noFill/>
            <a:prstDash val="solid"/>
          </a:ln>
        </p:spPr>
      </p:sp>
      <p:sp>
        <p:nvSpPr>
          <p:cNvPr id="39" name="02_predicted_pose_3338">
            <a:extLst>
              <a:ext uri="{FF2B5EF4-FFF2-40B4-BE49-F238E27FC236}">
                <a16:creationId xmlns:a16="http://schemas.microsoft.com/office/drawing/2014/main" id="{1F4A0BDC-1030-43CD-B314-EB67E6A3A2D1}"/>
              </a:ext>
            </a:extLst>
          </p:cNvPr>
          <p:cNvSpPr>
            <a:spLocks noGrp="1"/>
          </p:cNvSpPr>
          <p:nvPr/>
        </p:nvSpPr>
        <p:spPr>
          <a:xfrm>
            <a:off x="1217120" y="3622635"/>
            <a:ext cx="28398" cy="28398"/>
          </a:xfrm>
          <a:prstGeom prst="ellipse">
            <a:avLst/>
          </a:prstGeom>
          <a:solidFill>
            <a:srgbClr val="2D887E">
              <a:alpha val="30000"/>
            </a:srgbClr>
          </a:solidFill>
          <a:ln w="0">
            <a:noFill/>
            <a:prstDash val="solid"/>
          </a:ln>
        </p:spPr>
      </p:sp>
      <p:sp>
        <p:nvSpPr>
          <p:cNvPr id="40" name="02_predicted_pose_3339">
            <a:extLst>
              <a:ext uri="{FF2B5EF4-FFF2-40B4-BE49-F238E27FC236}">
                <a16:creationId xmlns:a16="http://schemas.microsoft.com/office/drawing/2014/main" id="{72B4D30C-8AF6-4F33-88F8-2216F7CAAF25}"/>
              </a:ext>
            </a:extLst>
          </p:cNvPr>
          <p:cNvSpPr>
            <a:spLocks noGrp="1"/>
          </p:cNvSpPr>
          <p:nvPr/>
        </p:nvSpPr>
        <p:spPr>
          <a:xfrm>
            <a:off x="1310143" y="3505856"/>
            <a:ext cx="28398" cy="28398"/>
          </a:xfrm>
          <a:prstGeom prst="ellipse">
            <a:avLst/>
          </a:prstGeom>
          <a:solidFill>
            <a:srgbClr val="2D887E">
              <a:alpha val="30000"/>
            </a:srgbClr>
          </a:solidFill>
          <a:ln w="0">
            <a:noFill/>
            <a:prstDash val="solid"/>
          </a:ln>
        </p:spPr>
      </p:sp>
      <p:sp>
        <p:nvSpPr>
          <p:cNvPr id="41" name="02_predicted_pose_3340">
            <a:extLst>
              <a:ext uri="{FF2B5EF4-FFF2-40B4-BE49-F238E27FC236}">
                <a16:creationId xmlns:a16="http://schemas.microsoft.com/office/drawing/2014/main" id="{3C56ABCC-27AB-4FC8-A5E4-9B4A6B9D21BF}"/>
              </a:ext>
            </a:extLst>
          </p:cNvPr>
          <p:cNvSpPr>
            <a:spLocks noGrp="1"/>
          </p:cNvSpPr>
          <p:nvPr/>
        </p:nvSpPr>
        <p:spPr>
          <a:xfrm>
            <a:off x="1403167" y="3636007"/>
            <a:ext cx="28398" cy="28398"/>
          </a:xfrm>
          <a:prstGeom prst="ellipse">
            <a:avLst/>
          </a:prstGeom>
          <a:solidFill>
            <a:srgbClr val="2D887E">
              <a:alpha val="30000"/>
            </a:srgbClr>
          </a:solidFill>
          <a:ln w="0">
            <a:noFill/>
            <a:prstDash val="solid"/>
          </a:ln>
        </p:spPr>
      </p:sp>
      <p:sp>
        <p:nvSpPr>
          <p:cNvPr id="42" name="02_predicted_pose_3341">
            <a:extLst>
              <a:ext uri="{FF2B5EF4-FFF2-40B4-BE49-F238E27FC236}">
                <a16:creationId xmlns:a16="http://schemas.microsoft.com/office/drawing/2014/main" id="{E8E29C30-2D9D-40BB-9F13-82C1B73C4CB9}"/>
              </a:ext>
            </a:extLst>
          </p:cNvPr>
          <p:cNvSpPr>
            <a:spLocks noGrp="1"/>
          </p:cNvSpPr>
          <p:nvPr/>
        </p:nvSpPr>
        <p:spPr>
          <a:xfrm>
            <a:off x="1496190" y="3556363"/>
            <a:ext cx="28398" cy="28398"/>
          </a:xfrm>
          <a:prstGeom prst="ellipse">
            <a:avLst/>
          </a:prstGeom>
          <a:solidFill>
            <a:srgbClr val="2D887E">
              <a:alpha val="30000"/>
            </a:srgbClr>
          </a:solidFill>
          <a:ln w="0">
            <a:noFill/>
            <a:prstDash val="solid"/>
          </a:ln>
        </p:spPr>
      </p:sp>
      <p:sp>
        <p:nvSpPr>
          <p:cNvPr id="43" name="02_predicted_pose_3342">
            <a:extLst>
              <a:ext uri="{FF2B5EF4-FFF2-40B4-BE49-F238E27FC236}">
                <a16:creationId xmlns:a16="http://schemas.microsoft.com/office/drawing/2014/main" id="{73FBFFF2-352B-49A5-A4D6-6B0FC429BD69}"/>
              </a:ext>
            </a:extLst>
          </p:cNvPr>
          <p:cNvSpPr>
            <a:spLocks noGrp="1"/>
          </p:cNvSpPr>
          <p:nvPr/>
        </p:nvSpPr>
        <p:spPr>
          <a:xfrm>
            <a:off x="1245716" y="3524089"/>
            <a:ext cx="28398" cy="28398"/>
          </a:xfrm>
          <a:prstGeom prst="ellipse">
            <a:avLst/>
          </a:prstGeom>
          <a:solidFill>
            <a:srgbClr val="2D887E">
              <a:alpha val="30000"/>
            </a:srgbClr>
          </a:solidFill>
          <a:ln w="0">
            <a:noFill/>
            <a:prstDash val="solid"/>
          </a:ln>
        </p:spPr>
      </p:sp>
      <p:sp>
        <p:nvSpPr>
          <p:cNvPr id="44" name="02_predicted_pose_3343">
            <a:extLst>
              <a:ext uri="{FF2B5EF4-FFF2-40B4-BE49-F238E27FC236}">
                <a16:creationId xmlns:a16="http://schemas.microsoft.com/office/drawing/2014/main" id="{F8A0EEAA-A55D-48ED-A156-FCD79384E1FE}"/>
              </a:ext>
            </a:extLst>
          </p:cNvPr>
          <p:cNvSpPr>
            <a:spLocks noGrp="1"/>
          </p:cNvSpPr>
          <p:nvPr/>
        </p:nvSpPr>
        <p:spPr>
          <a:xfrm>
            <a:off x="1338739" y="3585276"/>
            <a:ext cx="28398" cy="28398"/>
          </a:xfrm>
          <a:prstGeom prst="ellipse">
            <a:avLst/>
          </a:prstGeom>
          <a:solidFill>
            <a:srgbClr val="2D887E">
              <a:alpha val="30000"/>
            </a:srgbClr>
          </a:solidFill>
          <a:ln w="0">
            <a:noFill/>
            <a:prstDash val="solid"/>
          </a:ln>
        </p:spPr>
      </p:sp>
      <p:sp>
        <p:nvSpPr>
          <p:cNvPr id="45" name="02_predicted_pose_3344">
            <a:extLst>
              <a:ext uri="{FF2B5EF4-FFF2-40B4-BE49-F238E27FC236}">
                <a16:creationId xmlns:a16="http://schemas.microsoft.com/office/drawing/2014/main" id="{B2425413-DB40-4E9D-988F-3A1E3D95CB7B}"/>
              </a:ext>
            </a:extLst>
          </p:cNvPr>
          <p:cNvSpPr>
            <a:spLocks noGrp="1"/>
          </p:cNvSpPr>
          <p:nvPr/>
        </p:nvSpPr>
        <p:spPr>
          <a:xfrm>
            <a:off x="1431763" y="3576576"/>
            <a:ext cx="28398" cy="28398"/>
          </a:xfrm>
          <a:prstGeom prst="ellipse">
            <a:avLst/>
          </a:prstGeom>
          <a:solidFill>
            <a:srgbClr val="2D887E">
              <a:alpha val="30000"/>
            </a:srgbClr>
          </a:solidFill>
          <a:ln w="0">
            <a:noFill/>
            <a:prstDash val="solid"/>
          </a:ln>
        </p:spPr>
      </p:sp>
      <p:sp>
        <p:nvSpPr>
          <p:cNvPr id="46" name="02_predicted_pose_3345">
            <a:extLst>
              <a:ext uri="{FF2B5EF4-FFF2-40B4-BE49-F238E27FC236}">
                <a16:creationId xmlns:a16="http://schemas.microsoft.com/office/drawing/2014/main" id="{290CCEA6-F325-4719-B6FD-C87B8FA6B5F6}"/>
              </a:ext>
            </a:extLst>
          </p:cNvPr>
          <p:cNvSpPr>
            <a:spLocks noGrp="1"/>
          </p:cNvSpPr>
          <p:nvPr/>
        </p:nvSpPr>
        <p:spPr>
          <a:xfrm>
            <a:off x="1295328" y="3373117"/>
            <a:ext cx="28398" cy="28398"/>
          </a:xfrm>
          <a:prstGeom prst="ellipse">
            <a:avLst/>
          </a:prstGeom>
          <a:solidFill>
            <a:srgbClr val="2D887E">
              <a:alpha val="30000"/>
            </a:srgbClr>
          </a:solidFill>
          <a:ln w="0">
            <a:noFill/>
            <a:prstDash val="solid"/>
          </a:ln>
        </p:spPr>
      </p:sp>
      <p:sp>
        <p:nvSpPr>
          <p:cNvPr id="47" name="02_predicted_pose_3346">
            <a:extLst>
              <a:ext uri="{FF2B5EF4-FFF2-40B4-BE49-F238E27FC236}">
                <a16:creationId xmlns:a16="http://schemas.microsoft.com/office/drawing/2014/main" id="{C0C5C001-AB6F-4EE1-96C8-A18303B318E1}"/>
              </a:ext>
            </a:extLst>
          </p:cNvPr>
          <p:cNvSpPr>
            <a:spLocks noGrp="1"/>
          </p:cNvSpPr>
          <p:nvPr/>
        </p:nvSpPr>
        <p:spPr>
          <a:xfrm>
            <a:off x="1388352" y="3496370"/>
            <a:ext cx="28398" cy="28398"/>
          </a:xfrm>
          <a:prstGeom prst="ellipse">
            <a:avLst/>
          </a:prstGeom>
          <a:solidFill>
            <a:srgbClr val="2D887E">
              <a:alpha val="30000"/>
            </a:srgbClr>
          </a:solidFill>
          <a:ln w="0">
            <a:noFill/>
            <a:prstDash val="solid"/>
          </a:ln>
        </p:spPr>
      </p:sp>
      <p:sp>
        <p:nvSpPr>
          <p:cNvPr id="48" name="02_predicted_pose_3347">
            <a:extLst>
              <a:ext uri="{FF2B5EF4-FFF2-40B4-BE49-F238E27FC236}">
                <a16:creationId xmlns:a16="http://schemas.microsoft.com/office/drawing/2014/main" id="{D18B2BCC-FC7F-47BF-963E-5EC8AF010AF0}"/>
              </a:ext>
            </a:extLst>
          </p:cNvPr>
          <p:cNvSpPr>
            <a:spLocks noGrp="1"/>
          </p:cNvSpPr>
          <p:nvPr/>
        </p:nvSpPr>
        <p:spPr>
          <a:xfrm>
            <a:off x="1481375" y="3665513"/>
            <a:ext cx="28398" cy="28398"/>
          </a:xfrm>
          <a:prstGeom prst="ellipse">
            <a:avLst/>
          </a:prstGeom>
          <a:solidFill>
            <a:srgbClr val="2D887E">
              <a:alpha val="30000"/>
            </a:srgbClr>
          </a:solidFill>
          <a:ln w="0">
            <a:noFill/>
            <a:prstDash val="solid"/>
          </a:ln>
        </p:spPr>
      </p:sp>
      <p:sp>
        <p:nvSpPr>
          <p:cNvPr id="49" name="02_predicted_pose_3348">
            <a:extLst>
              <a:ext uri="{FF2B5EF4-FFF2-40B4-BE49-F238E27FC236}">
                <a16:creationId xmlns:a16="http://schemas.microsoft.com/office/drawing/2014/main" id="{DC07A15F-0102-465F-9E75-75F85D8BBA7E}"/>
              </a:ext>
            </a:extLst>
          </p:cNvPr>
          <p:cNvSpPr>
            <a:spLocks noGrp="1"/>
          </p:cNvSpPr>
          <p:nvPr/>
        </p:nvSpPr>
        <p:spPr>
          <a:xfrm>
            <a:off x="1230901" y="3568145"/>
            <a:ext cx="28398" cy="28398"/>
          </a:xfrm>
          <a:prstGeom prst="ellipse">
            <a:avLst/>
          </a:prstGeom>
          <a:solidFill>
            <a:srgbClr val="2D887E">
              <a:alpha val="30000"/>
            </a:srgbClr>
          </a:solidFill>
          <a:ln w="0">
            <a:noFill/>
            <a:prstDash val="solid"/>
          </a:ln>
        </p:spPr>
      </p:sp>
      <p:sp>
        <p:nvSpPr>
          <p:cNvPr id="50" name="02_predicted_pose_3349">
            <a:extLst>
              <a:ext uri="{FF2B5EF4-FFF2-40B4-BE49-F238E27FC236}">
                <a16:creationId xmlns:a16="http://schemas.microsoft.com/office/drawing/2014/main" id="{F183BDCE-2456-4B09-A138-3A5E3C03AA14}"/>
              </a:ext>
            </a:extLst>
          </p:cNvPr>
          <p:cNvSpPr>
            <a:spLocks noGrp="1"/>
          </p:cNvSpPr>
          <p:nvPr/>
        </p:nvSpPr>
        <p:spPr>
          <a:xfrm>
            <a:off x="1323924" y="3630968"/>
            <a:ext cx="28398" cy="28398"/>
          </a:xfrm>
          <a:prstGeom prst="ellipse">
            <a:avLst/>
          </a:prstGeom>
          <a:solidFill>
            <a:srgbClr val="2D887E">
              <a:alpha val="30000"/>
            </a:srgbClr>
          </a:solidFill>
          <a:ln w="0">
            <a:noFill/>
            <a:prstDash val="solid"/>
          </a:ln>
        </p:spPr>
      </p:sp>
      <p:sp>
        <p:nvSpPr>
          <p:cNvPr id="51" name="02_predicted_pose_3350">
            <a:extLst>
              <a:ext uri="{FF2B5EF4-FFF2-40B4-BE49-F238E27FC236}">
                <a16:creationId xmlns:a16="http://schemas.microsoft.com/office/drawing/2014/main" id="{C4F6CF6D-BD82-4B88-BCE5-3148F63D88A1}"/>
              </a:ext>
            </a:extLst>
          </p:cNvPr>
          <p:cNvSpPr>
            <a:spLocks noGrp="1"/>
          </p:cNvSpPr>
          <p:nvPr/>
        </p:nvSpPr>
        <p:spPr>
          <a:xfrm>
            <a:off x="1416948" y="3502576"/>
            <a:ext cx="28398" cy="28398"/>
          </a:xfrm>
          <a:prstGeom prst="ellipse">
            <a:avLst/>
          </a:prstGeom>
          <a:solidFill>
            <a:srgbClr val="2D887E">
              <a:alpha val="30000"/>
            </a:srgbClr>
          </a:solidFill>
          <a:ln w="0">
            <a:noFill/>
            <a:prstDash val="solid"/>
          </a:ln>
        </p:spPr>
      </p:sp>
      <p:sp>
        <p:nvSpPr>
          <p:cNvPr id="52" name="02_predicted_pose_3351">
            <a:extLst>
              <a:ext uri="{FF2B5EF4-FFF2-40B4-BE49-F238E27FC236}">
                <a16:creationId xmlns:a16="http://schemas.microsoft.com/office/drawing/2014/main" id="{923C0F8E-D12B-499E-86FA-3ABBA1D5AD84}"/>
              </a:ext>
            </a:extLst>
          </p:cNvPr>
          <p:cNvSpPr>
            <a:spLocks noGrp="1"/>
          </p:cNvSpPr>
          <p:nvPr/>
        </p:nvSpPr>
        <p:spPr>
          <a:xfrm>
            <a:off x="1166474" y="3567186"/>
            <a:ext cx="28398" cy="28398"/>
          </a:xfrm>
          <a:prstGeom prst="ellipse">
            <a:avLst/>
          </a:prstGeom>
          <a:solidFill>
            <a:srgbClr val="2D887E">
              <a:alpha val="30000"/>
            </a:srgbClr>
          </a:solidFill>
          <a:ln w="0">
            <a:noFill/>
            <a:prstDash val="solid"/>
          </a:ln>
        </p:spPr>
      </p:sp>
      <p:sp>
        <p:nvSpPr>
          <p:cNvPr id="53" name="02_predicted_pose_3352">
            <a:extLst>
              <a:ext uri="{FF2B5EF4-FFF2-40B4-BE49-F238E27FC236}">
                <a16:creationId xmlns:a16="http://schemas.microsoft.com/office/drawing/2014/main" id="{75E8F2BF-3D1F-40A6-8174-E263B770931B}"/>
              </a:ext>
            </a:extLst>
          </p:cNvPr>
          <p:cNvSpPr>
            <a:spLocks noGrp="1"/>
          </p:cNvSpPr>
          <p:nvPr/>
        </p:nvSpPr>
        <p:spPr>
          <a:xfrm>
            <a:off x="1259497" y="3581416"/>
            <a:ext cx="28398" cy="28398"/>
          </a:xfrm>
          <a:prstGeom prst="ellipse">
            <a:avLst/>
          </a:prstGeom>
          <a:solidFill>
            <a:srgbClr val="2D887E">
              <a:alpha val="30000"/>
            </a:srgbClr>
          </a:solidFill>
          <a:ln w="0">
            <a:noFill/>
            <a:prstDash val="solid"/>
          </a:ln>
        </p:spPr>
      </p:sp>
      <p:sp>
        <p:nvSpPr>
          <p:cNvPr id="54" name="02_predicted_pose_3353">
            <a:extLst>
              <a:ext uri="{FF2B5EF4-FFF2-40B4-BE49-F238E27FC236}">
                <a16:creationId xmlns:a16="http://schemas.microsoft.com/office/drawing/2014/main" id="{6CA50B87-8AC2-43F7-885F-6346DF238906}"/>
              </a:ext>
            </a:extLst>
          </p:cNvPr>
          <p:cNvSpPr>
            <a:spLocks noGrp="1"/>
          </p:cNvSpPr>
          <p:nvPr/>
        </p:nvSpPr>
        <p:spPr>
          <a:xfrm>
            <a:off x="1352520" y="3550280"/>
            <a:ext cx="28398" cy="28398"/>
          </a:xfrm>
          <a:prstGeom prst="ellipse">
            <a:avLst/>
          </a:prstGeom>
          <a:solidFill>
            <a:srgbClr val="2D887E">
              <a:alpha val="30000"/>
            </a:srgbClr>
          </a:solidFill>
          <a:ln w="0">
            <a:noFill/>
            <a:prstDash val="solid"/>
          </a:ln>
        </p:spPr>
      </p:sp>
      <p:sp>
        <p:nvSpPr>
          <p:cNvPr id="55" name="02_predicted_pose_3354">
            <a:extLst>
              <a:ext uri="{FF2B5EF4-FFF2-40B4-BE49-F238E27FC236}">
                <a16:creationId xmlns:a16="http://schemas.microsoft.com/office/drawing/2014/main" id="{AB58497F-0EC5-479C-9DA9-0BAADF2B052C}"/>
              </a:ext>
            </a:extLst>
          </p:cNvPr>
          <p:cNvSpPr>
            <a:spLocks noGrp="1"/>
          </p:cNvSpPr>
          <p:nvPr/>
        </p:nvSpPr>
        <p:spPr>
          <a:xfrm>
            <a:off x="1445544" y="3436773"/>
            <a:ext cx="28398" cy="28398"/>
          </a:xfrm>
          <a:prstGeom prst="ellipse">
            <a:avLst/>
          </a:prstGeom>
          <a:solidFill>
            <a:srgbClr val="2D887E">
              <a:alpha val="30000"/>
            </a:srgbClr>
          </a:solidFill>
          <a:ln w="0">
            <a:noFill/>
            <a:prstDash val="solid"/>
          </a:ln>
        </p:spPr>
      </p:sp>
      <p:sp>
        <p:nvSpPr>
          <p:cNvPr id="56" name="02_predicted_pose_3355">
            <a:extLst>
              <a:ext uri="{FF2B5EF4-FFF2-40B4-BE49-F238E27FC236}">
                <a16:creationId xmlns:a16="http://schemas.microsoft.com/office/drawing/2014/main" id="{4642CA09-97D4-4FA1-A615-A6F18660D757}"/>
              </a:ext>
            </a:extLst>
          </p:cNvPr>
          <p:cNvSpPr>
            <a:spLocks noGrp="1"/>
          </p:cNvSpPr>
          <p:nvPr/>
        </p:nvSpPr>
        <p:spPr>
          <a:xfrm>
            <a:off x="1309110" y="3636153"/>
            <a:ext cx="28398" cy="28398"/>
          </a:xfrm>
          <a:prstGeom prst="ellipse">
            <a:avLst/>
          </a:prstGeom>
          <a:solidFill>
            <a:srgbClr val="2D887E">
              <a:alpha val="30000"/>
            </a:srgbClr>
          </a:solidFill>
          <a:ln w="0">
            <a:noFill/>
            <a:prstDash val="solid"/>
          </a:ln>
        </p:spPr>
      </p:sp>
      <p:sp>
        <p:nvSpPr>
          <p:cNvPr id="57" name="02_predicted_pose_3356">
            <a:extLst>
              <a:ext uri="{FF2B5EF4-FFF2-40B4-BE49-F238E27FC236}">
                <a16:creationId xmlns:a16="http://schemas.microsoft.com/office/drawing/2014/main" id="{E3FE3624-0847-49AB-8250-D4D0A9D950C4}"/>
              </a:ext>
            </a:extLst>
          </p:cNvPr>
          <p:cNvSpPr>
            <a:spLocks noGrp="1"/>
          </p:cNvSpPr>
          <p:nvPr/>
        </p:nvSpPr>
        <p:spPr>
          <a:xfrm>
            <a:off x="1402133" y="3502949"/>
            <a:ext cx="28398" cy="28398"/>
          </a:xfrm>
          <a:prstGeom prst="ellipse">
            <a:avLst/>
          </a:prstGeom>
          <a:solidFill>
            <a:srgbClr val="2D887E">
              <a:alpha val="30000"/>
            </a:srgbClr>
          </a:solidFill>
          <a:ln w="0">
            <a:noFill/>
            <a:prstDash val="solid"/>
          </a:ln>
        </p:spPr>
      </p:sp>
      <p:sp>
        <p:nvSpPr>
          <p:cNvPr id="58" name="02_predicted_pose_3357">
            <a:extLst>
              <a:ext uri="{FF2B5EF4-FFF2-40B4-BE49-F238E27FC236}">
                <a16:creationId xmlns:a16="http://schemas.microsoft.com/office/drawing/2014/main" id="{E744A7D9-A5BB-4727-A75B-4DC5BA80593B}"/>
              </a:ext>
            </a:extLst>
          </p:cNvPr>
          <p:cNvSpPr>
            <a:spLocks noGrp="1"/>
          </p:cNvSpPr>
          <p:nvPr/>
        </p:nvSpPr>
        <p:spPr>
          <a:xfrm>
            <a:off x="1495156" y="3597556"/>
            <a:ext cx="28398" cy="28398"/>
          </a:xfrm>
          <a:prstGeom prst="ellipse">
            <a:avLst/>
          </a:prstGeom>
          <a:solidFill>
            <a:srgbClr val="2D887E">
              <a:alpha val="30000"/>
            </a:srgbClr>
          </a:solidFill>
          <a:ln w="0">
            <a:noFill/>
            <a:prstDash val="solid"/>
          </a:ln>
        </p:spPr>
      </p:sp>
      <p:sp>
        <p:nvSpPr>
          <p:cNvPr id="59" name="02_predicted_pose_3358">
            <a:extLst>
              <a:ext uri="{FF2B5EF4-FFF2-40B4-BE49-F238E27FC236}">
                <a16:creationId xmlns:a16="http://schemas.microsoft.com/office/drawing/2014/main" id="{2E3A3122-1309-4359-8C2C-A9B21CBEE7D4}"/>
              </a:ext>
            </a:extLst>
          </p:cNvPr>
          <p:cNvSpPr>
            <a:spLocks noGrp="1"/>
          </p:cNvSpPr>
          <p:nvPr/>
        </p:nvSpPr>
        <p:spPr>
          <a:xfrm>
            <a:off x="1244682" y="3595359"/>
            <a:ext cx="28398" cy="28398"/>
          </a:xfrm>
          <a:prstGeom prst="ellipse">
            <a:avLst/>
          </a:prstGeom>
          <a:solidFill>
            <a:srgbClr val="2D887E">
              <a:alpha val="30000"/>
            </a:srgbClr>
          </a:solidFill>
          <a:ln w="0">
            <a:noFill/>
            <a:prstDash val="solid"/>
          </a:ln>
        </p:spPr>
      </p:sp>
      <p:sp>
        <p:nvSpPr>
          <p:cNvPr id="60" name="02_predicted_pose_3359">
            <a:extLst>
              <a:ext uri="{FF2B5EF4-FFF2-40B4-BE49-F238E27FC236}">
                <a16:creationId xmlns:a16="http://schemas.microsoft.com/office/drawing/2014/main" id="{9C15F108-494F-46C1-B327-A26E3E4369D0}"/>
              </a:ext>
            </a:extLst>
          </p:cNvPr>
          <p:cNvSpPr>
            <a:spLocks noGrp="1"/>
          </p:cNvSpPr>
          <p:nvPr/>
        </p:nvSpPr>
        <p:spPr>
          <a:xfrm>
            <a:off x="1337706" y="3611729"/>
            <a:ext cx="28398" cy="28398"/>
          </a:xfrm>
          <a:prstGeom prst="ellipse">
            <a:avLst/>
          </a:prstGeom>
          <a:solidFill>
            <a:srgbClr val="2D887E">
              <a:alpha val="30000"/>
            </a:srgbClr>
          </a:solidFill>
          <a:ln w="0">
            <a:noFill/>
            <a:prstDash val="solid"/>
          </a:ln>
        </p:spPr>
      </p:sp>
      <p:sp>
        <p:nvSpPr>
          <p:cNvPr id="61" name="02_predicted_pose_3360">
            <a:extLst>
              <a:ext uri="{FF2B5EF4-FFF2-40B4-BE49-F238E27FC236}">
                <a16:creationId xmlns:a16="http://schemas.microsoft.com/office/drawing/2014/main" id="{17FBC203-C77A-4D15-AA57-711D26B9797A}"/>
              </a:ext>
            </a:extLst>
          </p:cNvPr>
          <p:cNvSpPr>
            <a:spLocks noGrp="1"/>
          </p:cNvSpPr>
          <p:nvPr/>
        </p:nvSpPr>
        <p:spPr>
          <a:xfrm>
            <a:off x="1430729" y="3591998"/>
            <a:ext cx="28398" cy="28398"/>
          </a:xfrm>
          <a:prstGeom prst="ellipse">
            <a:avLst/>
          </a:prstGeom>
          <a:solidFill>
            <a:srgbClr val="2D887E">
              <a:alpha val="30000"/>
            </a:srgbClr>
          </a:solidFill>
          <a:ln w="0">
            <a:noFill/>
            <a:prstDash val="solid"/>
          </a:ln>
        </p:spPr>
      </p:sp>
      <p:sp>
        <p:nvSpPr>
          <p:cNvPr id="62" name="02_predicted_pose_3361">
            <a:extLst>
              <a:ext uri="{FF2B5EF4-FFF2-40B4-BE49-F238E27FC236}">
                <a16:creationId xmlns:a16="http://schemas.microsoft.com/office/drawing/2014/main" id="{06499690-96ED-49B9-8887-FB4220464F3A}"/>
              </a:ext>
            </a:extLst>
          </p:cNvPr>
          <p:cNvSpPr>
            <a:spLocks noGrp="1"/>
          </p:cNvSpPr>
          <p:nvPr/>
        </p:nvSpPr>
        <p:spPr>
          <a:xfrm>
            <a:off x="1180255" y="3635767"/>
            <a:ext cx="28398" cy="28398"/>
          </a:xfrm>
          <a:prstGeom prst="ellipse">
            <a:avLst/>
          </a:prstGeom>
          <a:solidFill>
            <a:srgbClr val="2D887E">
              <a:alpha val="30000"/>
            </a:srgbClr>
          </a:solidFill>
          <a:ln w="0">
            <a:noFill/>
            <a:prstDash val="solid"/>
          </a:ln>
        </p:spPr>
      </p:sp>
      <p:sp>
        <p:nvSpPr>
          <p:cNvPr id="63" name="02_predicted_pose_3362">
            <a:extLst>
              <a:ext uri="{FF2B5EF4-FFF2-40B4-BE49-F238E27FC236}">
                <a16:creationId xmlns:a16="http://schemas.microsoft.com/office/drawing/2014/main" id="{286D7AD9-E631-4F4D-96ED-91F15CDFE08D}"/>
              </a:ext>
            </a:extLst>
          </p:cNvPr>
          <p:cNvSpPr>
            <a:spLocks noGrp="1"/>
          </p:cNvSpPr>
          <p:nvPr/>
        </p:nvSpPr>
        <p:spPr>
          <a:xfrm>
            <a:off x="1273278" y="3606037"/>
            <a:ext cx="28398" cy="28398"/>
          </a:xfrm>
          <a:prstGeom prst="ellipse">
            <a:avLst/>
          </a:prstGeom>
          <a:solidFill>
            <a:srgbClr val="2D887E">
              <a:alpha val="30000"/>
            </a:srgbClr>
          </a:solidFill>
          <a:ln w="0">
            <a:noFill/>
            <a:prstDash val="solid"/>
          </a:ln>
        </p:spPr>
      </p:sp>
      <p:sp>
        <p:nvSpPr>
          <p:cNvPr id="64" name="02_predicted_pose_3363">
            <a:extLst>
              <a:ext uri="{FF2B5EF4-FFF2-40B4-BE49-F238E27FC236}">
                <a16:creationId xmlns:a16="http://schemas.microsoft.com/office/drawing/2014/main" id="{265A1ED2-3505-47DB-B0AF-EBF809DBD4F4}"/>
              </a:ext>
            </a:extLst>
          </p:cNvPr>
          <p:cNvSpPr>
            <a:spLocks noGrp="1"/>
          </p:cNvSpPr>
          <p:nvPr/>
        </p:nvSpPr>
        <p:spPr>
          <a:xfrm>
            <a:off x="1366302" y="3590038"/>
            <a:ext cx="28398" cy="28398"/>
          </a:xfrm>
          <a:prstGeom prst="ellipse">
            <a:avLst/>
          </a:prstGeom>
          <a:solidFill>
            <a:srgbClr val="2D887E">
              <a:alpha val="30000"/>
            </a:srgbClr>
          </a:solidFill>
          <a:ln w="0">
            <a:noFill/>
            <a:prstDash val="solid"/>
          </a:ln>
        </p:spPr>
      </p:sp>
      <p:sp>
        <p:nvSpPr>
          <p:cNvPr id="65" name="02_predicted_pose_3364">
            <a:extLst>
              <a:ext uri="{FF2B5EF4-FFF2-40B4-BE49-F238E27FC236}">
                <a16:creationId xmlns:a16="http://schemas.microsoft.com/office/drawing/2014/main" id="{FD6AE4FC-5871-4C83-B685-91FF416EDE5F}"/>
              </a:ext>
            </a:extLst>
          </p:cNvPr>
          <p:cNvSpPr>
            <a:spLocks noGrp="1"/>
          </p:cNvSpPr>
          <p:nvPr/>
        </p:nvSpPr>
        <p:spPr>
          <a:xfrm>
            <a:off x="1459325" y="3417331"/>
            <a:ext cx="28398" cy="28398"/>
          </a:xfrm>
          <a:prstGeom prst="ellipse">
            <a:avLst/>
          </a:prstGeom>
          <a:solidFill>
            <a:srgbClr val="2D887E">
              <a:alpha val="30000"/>
            </a:srgbClr>
          </a:solidFill>
          <a:ln w="0">
            <a:noFill/>
            <a:prstDash val="solid"/>
          </a:ln>
        </p:spPr>
      </p:sp>
      <p:sp>
        <p:nvSpPr>
          <p:cNvPr id="66" name="02_predicted_pose_3365">
            <a:extLst>
              <a:ext uri="{FF2B5EF4-FFF2-40B4-BE49-F238E27FC236}">
                <a16:creationId xmlns:a16="http://schemas.microsoft.com/office/drawing/2014/main" id="{163B6A4C-75F0-4F9D-9203-35923F54A751}"/>
              </a:ext>
            </a:extLst>
          </p:cNvPr>
          <p:cNvSpPr>
            <a:spLocks noGrp="1"/>
          </p:cNvSpPr>
          <p:nvPr/>
        </p:nvSpPr>
        <p:spPr>
          <a:xfrm>
            <a:off x="1322891" y="3621288"/>
            <a:ext cx="28398" cy="28398"/>
          </a:xfrm>
          <a:prstGeom prst="ellipse">
            <a:avLst/>
          </a:prstGeom>
          <a:solidFill>
            <a:srgbClr val="2D887E">
              <a:alpha val="30000"/>
            </a:srgbClr>
          </a:solidFill>
          <a:ln w="0">
            <a:noFill/>
            <a:prstDash val="solid"/>
          </a:ln>
        </p:spPr>
      </p:sp>
      <p:sp>
        <p:nvSpPr>
          <p:cNvPr id="67" name="02_predicted_pose_3366">
            <a:extLst>
              <a:ext uri="{FF2B5EF4-FFF2-40B4-BE49-F238E27FC236}">
                <a16:creationId xmlns:a16="http://schemas.microsoft.com/office/drawing/2014/main" id="{B5D21998-437E-4A07-92BC-062A83F194D3}"/>
              </a:ext>
            </a:extLst>
          </p:cNvPr>
          <p:cNvSpPr>
            <a:spLocks noGrp="1"/>
          </p:cNvSpPr>
          <p:nvPr/>
        </p:nvSpPr>
        <p:spPr>
          <a:xfrm>
            <a:off x="1415914" y="3388271"/>
            <a:ext cx="28398" cy="28398"/>
          </a:xfrm>
          <a:prstGeom prst="ellipse">
            <a:avLst/>
          </a:prstGeom>
          <a:solidFill>
            <a:srgbClr val="2D887E">
              <a:alpha val="30000"/>
            </a:srgbClr>
          </a:solidFill>
          <a:ln w="0">
            <a:noFill/>
            <a:prstDash val="solid"/>
          </a:ln>
        </p:spPr>
      </p:sp>
      <p:sp>
        <p:nvSpPr>
          <p:cNvPr id="68" name="02_predicted_pose_3367">
            <a:extLst>
              <a:ext uri="{FF2B5EF4-FFF2-40B4-BE49-F238E27FC236}">
                <a16:creationId xmlns:a16="http://schemas.microsoft.com/office/drawing/2014/main" id="{C644052C-1D92-4ACA-A7EC-2F3D04A47A49}"/>
              </a:ext>
            </a:extLst>
          </p:cNvPr>
          <p:cNvSpPr>
            <a:spLocks noGrp="1"/>
          </p:cNvSpPr>
          <p:nvPr/>
        </p:nvSpPr>
        <p:spPr>
          <a:xfrm>
            <a:off x="1165440" y="3373287"/>
            <a:ext cx="28398" cy="28398"/>
          </a:xfrm>
          <a:prstGeom prst="ellipse">
            <a:avLst/>
          </a:prstGeom>
          <a:solidFill>
            <a:srgbClr val="2D887E">
              <a:alpha val="30000"/>
            </a:srgbClr>
          </a:solidFill>
          <a:ln w="0">
            <a:noFill/>
            <a:prstDash val="solid"/>
          </a:ln>
        </p:spPr>
      </p:sp>
      <p:sp>
        <p:nvSpPr>
          <p:cNvPr id="69" name="02_predicted_pose_3368">
            <a:extLst>
              <a:ext uri="{FF2B5EF4-FFF2-40B4-BE49-F238E27FC236}">
                <a16:creationId xmlns:a16="http://schemas.microsoft.com/office/drawing/2014/main" id="{6F695541-9DFC-4557-AFEE-39CD67887C70}"/>
              </a:ext>
            </a:extLst>
          </p:cNvPr>
          <p:cNvSpPr>
            <a:spLocks noGrp="1"/>
          </p:cNvSpPr>
          <p:nvPr/>
        </p:nvSpPr>
        <p:spPr>
          <a:xfrm>
            <a:off x="1258464" y="3545350"/>
            <a:ext cx="28398" cy="28398"/>
          </a:xfrm>
          <a:prstGeom prst="ellipse">
            <a:avLst/>
          </a:prstGeom>
          <a:solidFill>
            <a:srgbClr val="2D887E">
              <a:alpha val="30000"/>
            </a:srgbClr>
          </a:solidFill>
          <a:ln w="0">
            <a:noFill/>
            <a:prstDash val="solid"/>
          </a:ln>
        </p:spPr>
      </p:sp>
      <p:sp>
        <p:nvSpPr>
          <p:cNvPr id="70" name="02_predicted_pose_3369">
            <a:extLst>
              <a:ext uri="{FF2B5EF4-FFF2-40B4-BE49-F238E27FC236}">
                <a16:creationId xmlns:a16="http://schemas.microsoft.com/office/drawing/2014/main" id="{FE9B8B94-39C3-453D-85FA-19ECF570825D}"/>
              </a:ext>
            </a:extLst>
          </p:cNvPr>
          <p:cNvSpPr>
            <a:spLocks noGrp="1"/>
          </p:cNvSpPr>
          <p:nvPr/>
        </p:nvSpPr>
        <p:spPr>
          <a:xfrm>
            <a:off x="1351487" y="3627117"/>
            <a:ext cx="28398" cy="28398"/>
          </a:xfrm>
          <a:prstGeom prst="ellipse">
            <a:avLst/>
          </a:prstGeom>
          <a:solidFill>
            <a:srgbClr val="2D887E">
              <a:alpha val="30000"/>
            </a:srgbClr>
          </a:solidFill>
          <a:ln w="0">
            <a:noFill/>
            <a:prstDash val="solid"/>
          </a:ln>
        </p:spPr>
      </p:sp>
      <p:sp>
        <p:nvSpPr>
          <p:cNvPr id="71" name="02_predicted_pose_3370">
            <a:extLst>
              <a:ext uri="{FF2B5EF4-FFF2-40B4-BE49-F238E27FC236}">
                <a16:creationId xmlns:a16="http://schemas.microsoft.com/office/drawing/2014/main" id="{9DDAC744-984D-45FE-9FEE-6505D817007B}"/>
              </a:ext>
            </a:extLst>
          </p:cNvPr>
          <p:cNvSpPr>
            <a:spLocks noGrp="1"/>
          </p:cNvSpPr>
          <p:nvPr/>
        </p:nvSpPr>
        <p:spPr>
          <a:xfrm>
            <a:off x="1444510" y="3625410"/>
            <a:ext cx="28398" cy="28398"/>
          </a:xfrm>
          <a:prstGeom prst="ellipse">
            <a:avLst/>
          </a:prstGeom>
          <a:solidFill>
            <a:srgbClr val="2D887E">
              <a:alpha val="30000"/>
            </a:srgbClr>
          </a:solidFill>
          <a:ln w="0">
            <a:noFill/>
            <a:prstDash val="solid"/>
          </a:ln>
        </p:spPr>
      </p:sp>
      <p:sp>
        <p:nvSpPr>
          <p:cNvPr id="72" name="02_predicted_pose_3371">
            <a:extLst>
              <a:ext uri="{FF2B5EF4-FFF2-40B4-BE49-F238E27FC236}">
                <a16:creationId xmlns:a16="http://schemas.microsoft.com/office/drawing/2014/main" id="{0F39E680-5579-4408-B079-28BEFBBB5598}"/>
              </a:ext>
            </a:extLst>
          </p:cNvPr>
          <p:cNvSpPr>
            <a:spLocks noGrp="1"/>
          </p:cNvSpPr>
          <p:nvPr/>
        </p:nvSpPr>
        <p:spPr>
          <a:xfrm>
            <a:off x="1194036" y="3378529"/>
            <a:ext cx="28398" cy="28398"/>
          </a:xfrm>
          <a:prstGeom prst="ellipse">
            <a:avLst/>
          </a:prstGeom>
          <a:solidFill>
            <a:srgbClr val="2D887E">
              <a:alpha val="30000"/>
            </a:srgbClr>
          </a:solidFill>
          <a:ln w="0">
            <a:noFill/>
            <a:prstDash val="solid"/>
          </a:ln>
        </p:spPr>
      </p:sp>
      <p:sp>
        <p:nvSpPr>
          <p:cNvPr id="73" name="02_predicted_pose_3372">
            <a:extLst>
              <a:ext uri="{FF2B5EF4-FFF2-40B4-BE49-F238E27FC236}">
                <a16:creationId xmlns:a16="http://schemas.microsoft.com/office/drawing/2014/main" id="{31918C94-F3B1-480B-BCEB-FA0E11FFF3A6}"/>
              </a:ext>
            </a:extLst>
          </p:cNvPr>
          <p:cNvSpPr>
            <a:spLocks noGrp="1"/>
          </p:cNvSpPr>
          <p:nvPr/>
        </p:nvSpPr>
        <p:spPr>
          <a:xfrm>
            <a:off x="1287060" y="3560776"/>
            <a:ext cx="28398" cy="28398"/>
          </a:xfrm>
          <a:prstGeom prst="ellipse">
            <a:avLst/>
          </a:prstGeom>
          <a:solidFill>
            <a:srgbClr val="2D887E">
              <a:alpha val="30000"/>
            </a:srgbClr>
          </a:solidFill>
          <a:ln w="0">
            <a:noFill/>
            <a:prstDash val="solid"/>
          </a:ln>
        </p:spPr>
      </p:sp>
      <p:sp>
        <p:nvSpPr>
          <p:cNvPr id="74" name="02_predicted_pose_3373">
            <a:extLst>
              <a:ext uri="{FF2B5EF4-FFF2-40B4-BE49-F238E27FC236}">
                <a16:creationId xmlns:a16="http://schemas.microsoft.com/office/drawing/2014/main" id="{389391AB-5785-40C1-B58E-23D90C5F91E4}"/>
              </a:ext>
            </a:extLst>
          </p:cNvPr>
          <p:cNvSpPr>
            <a:spLocks noGrp="1"/>
          </p:cNvSpPr>
          <p:nvPr/>
        </p:nvSpPr>
        <p:spPr>
          <a:xfrm>
            <a:off x="1380083" y="3659221"/>
            <a:ext cx="28398" cy="28398"/>
          </a:xfrm>
          <a:prstGeom prst="ellipse">
            <a:avLst/>
          </a:prstGeom>
          <a:solidFill>
            <a:srgbClr val="2D887E">
              <a:alpha val="30000"/>
            </a:srgbClr>
          </a:solidFill>
          <a:ln w="0">
            <a:noFill/>
            <a:prstDash val="solid"/>
          </a:ln>
        </p:spPr>
      </p:sp>
      <p:sp>
        <p:nvSpPr>
          <p:cNvPr id="75" name="02_predicted_pose_3374">
            <a:extLst>
              <a:ext uri="{FF2B5EF4-FFF2-40B4-BE49-F238E27FC236}">
                <a16:creationId xmlns:a16="http://schemas.microsoft.com/office/drawing/2014/main" id="{335C207D-18D0-4E77-9D25-A2A12B297649}"/>
              </a:ext>
            </a:extLst>
          </p:cNvPr>
          <p:cNvSpPr>
            <a:spLocks noGrp="1"/>
          </p:cNvSpPr>
          <p:nvPr/>
        </p:nvSpPr>
        <p:spPr>
          <a:xfrm>
            <a:off x="1473106" y="3347636"/>
            <a:ext cx="28398" cy="28398"/>
          </a:xfrm>
          <a:prstGeom prst="ellipse">
            <a:avLst/>
          </a:prstGeom>
          <a:solidFill>
            <a:srgbClr val="2D887E">
              <a:alpha val="30000"/>
            </a:srgbClr>
          </a:solidFill>
          <a:ln w="0">
            <a:noFill/>
            <a:prstDash val="solid"/>
          </a:ln>
        </p:spPr>
      </p:sp>
      <p:sp>
        <p:nvSpPr>
          <p:cNvPr id="76" name="02_predicted_pose_3375">
            <a:extLst>
              <a:ext uri="{FF2B5EF4-FFF2-40B4-BE49-F238E27FC236}">
                <a16:creationId xmlns:a16="http://schemas.microsoft.com/office/drawing/2014/main" id="{A9530CBA-424F-4758-8BC1-C2E3634E2673}"/>
              </a:ext>
            </a:extLst>
          </p:cNvPr>
          <p:cNvSpPr>
            <a:spLocks noGrp="1"/>
          </p:cNvSpPr>
          <p:nvPr/>
        </p:nvSpPr>
        <p:spPr>
          <a:xfrm>
            <a:off x="1336672" y="3587751"/>
            <a:ext cx="28398" cy="28398"/>
          </a:xfrm>
          <a:prstGeom prst="ellipse">
            <a:avLst/>
          </a:prstGeom>
          <a:solidFill>
            <a:srgbClr val="2D887E">
              <a:alpha val="30000"/>
            </a:srgbClr>
          </a:solidFill>
          <a:ln w="0">
            <a:noFill/>
            <a:prstDash val="solid"/>
          </a:ln>
        </p:spPr>
      </p:sp>
      <p:sp>
        <p:nvSpPr>
          <p:cNvPr id="77" name="02_predicted_pose_3376">
            <a:extLst>
              <a:ext uri="{FF2B5EF4-FFF2-40B4-BE49-F238E27FC236}">
                <a16:creationId xmlns:a16="http://schemas.microsoft.com/office/drawing/2014/main" id="{2A1D66C1-B122-4D00-89DC-12199827AB55}"/>
              </a:ext>
            </a:extLst>
          </p:cNvPr>
          <p:cNvSpPr>
            <a:spLocks noGrp="1"/>
          </p:cNvSpPr>
          <p:nvPr/>
        </p:nvSpPr>
        <p:spPr>
          <a:xfrm>
            <a:off x="1429695" y="3642226"/>
            <a:ext cx="28398" cy="28398"/>
          </a:xfrm>
          <a:prstGeom prst="ellipse">
            <a:avLst/>
          </a:prstGeom>
          <a:solidFill>
            <a:srgbClr val="2D887E">
              <a:alpha val="30000"/>
            </a:srgbClr>
          </a:solidFill>
          <a:ln w="0">
            <a:noFill/>
            <a:prstDash val="solid"/>
          </a:ln>
        </p:spPr>
      </p:sp>
      <p:sp>
        <p:nvSpPr>
          <p:cNvPr id="78" name="02_predicted_pose_3377">
            <a:extLst>
              <a:ext uri="{FF2B5EF4-FFF2-40B4-BE49-F238E27FC236}">
                <a16:creationId xmlns:a16="http://schemas.microsoft.com/office/drawing/2014/main" id="{258DB688-B7EC-408D-9510-0DAAFC7C9C1E}"/>
              </a:ext>
            </a:extLst>
          </p:cNvPr>
          <p:cNvSpPr>
            <a:spLocks noGrp="1"/>
          </p:cNvSpPr>
          <p:nvPr/>
        </p:nvSpPr>
        <p:spPr>
          <a:xfrm>
            <a:off x="1179221" y="3679409"/>
            <a:ext cx="28398" cy="28398"/>
          </a:xfrm>
          <a:prstGeom prst="ellipse">
            <a:avLst/>
          </a:prstGeom>
          <a:solidFill>
            <a:srgbClr val="2D887E">
              <a:alpha val="30000"/>
            </a:srgbClr>
          </a:solidFill>
          <a:ln w="0">
            <a:noFill/>
            <a:prstDash val="solid"/>
          </a:ln>
        </p:spPr>
      </p:sp>
      <p:sp>
        <p:nvSpPr>
          <p:cNvPr id="79" name="02_predicted_pose_3378">
            <a:extLst>
              <a:ext uri="{FF2B5EF4-FFF2-40B4-BE49-F238E27FC236}">
                <a16:creationId xmlns:a16="http://schemas.microsoft.com/office/drawing/2014/main" id="{62AF39A5-AA1B-45FF-9BC5-485A11B876DC}"/>
              </a:ext>
            </a:extLst>
          </p:cNvPr>
          <p:cNvSpPr>
            <a:spLocks noGrp="1"/>
          </p:cNvSpPr>
          <p:nvPr/>
        </p:nvSpPr>
        <p:spPr>
          <a:xfrm>
            <a:off x="1272245" y="3414306"/>
            <a:ext cx="28398" cy="28398"/>
          </a:xfrm>
          <a:prstGeom prst="ellipse">
            <a:avLst/>
          </a:prstGeom>
          <a:solidFill>
            <a:srgbClr val="2D887E">
              <a:alpha val="30000"/>
            </a:srgbClr>
          </a:solidFill>
          <a:ln w="0">
            <a:noFill/>
            <a:prstDash val="solid"/>
          </a:ln>
        </p:spPr>
      </p:sp>
      <p:sp>
        <p:nvSpPr>
          <p:cNvPr id="80" name="02_predicted_pose_3379">
            <a:extLst>
              <a:ext uri="{FF2B5EF4-FFF2-40B4-BE49-F238E27FC236}">
                <a16:creationId xmlns:a16="http://schemas.microsoft.com/office/drawing/2014/main" id="{DB2A2F7E-0D01-4788-AC02-3DA624E816ED}"/>
              </a:ext>
            </a:extLst>
          </p:cNvPr>
          <p:cNvSpPr>
            <a:spLocks noGrp="1"/>
          </p:cNvSpPr>
          <p:nvPr/>
        </p:nvSpPr>
        <p:spPr>
          <a:xfrm>
            <a:off x="1365268" y="3586561"/>
            <a:ext cx="28398" cy="28398"/>
          </a:xfrm>
          <a:prstGeom prst="ellipse">
            <a:avLst/>
          </a:prstGeom>
          <a:solidFill>
            <a:srgbClr val="2D887E">
              <a:alpha val="30000"/>
            </a:srgbClr>
          </a:solidFill>
          <a:ln w="0">
            <a:noFill/>
            <a:prstDash val="solid"/>
          </a:ln>
        </p:spPr>
      </p:sp>
      <p:sp>
        <p:nvSpPr>
          <p:cNvPr id="81" name="02_predicted_pose_3380">
            <a:extLst>
              <a:ext uri="{FF2B5EF4-FFF2-40B4-BE49-F238E27FC236}">
                <a16:creationId xmlns:a16="http://schemas.microsoft.com/office/drawing/2014/main" id="{9CBC4BB4-8BE5-407D-B467-ABAA19B8A150}"/>
              </a:ext>
            </a:extLst>
          </p:cNvPr>
          <p:cNvSpPr>
            <a:spLocks noGrp="1"/>
          </p:cNvSpPr>
          <p:nvPr/>
        </p:nvSpPr>
        <p:spPr>
          <a:xfrm>
            <a:off x="1458291" y="3386375"/>
            <a:ext cx="28398" cy="28398"/>
          </a:xfrm>
          <a:prstGeom prst="ellipse">
            <a:avLst/>
          </a:prstGeom>
          <a:solidFill>
            <a:srgbClr val="2D887E">
              <a:alpha val="30000"/>
            </a:srgbClr>
          </a:solidFill>
          <a:ln w="0">
            <a:noFill/>
            <a:prstDash val="solid"/>
          </a:ln>
        </p:spPr>
      </p:sp>
      <p:sp>
        <p:nvSpPr>
          <p:cNvPr id="82" name="02_predicted_pose_3381">
            <a:extLst>
              <a:ext uri="{FF2B5EF4-FFF2-40B4-BE49-F238E27FC236}">
                <a16:creationId xmlns:a16="http://schemas.microsoft.com/office/drawing/2014/main" id="{28704C8B-3683-4E15-8BD5-36C3E847E6E7}"/>
              </a:ext>
            </a:extLst>
          </p:cNvPr>
          <p:cNvSpPr>
            <a:spLocks noGrp="1"/>
          </p:cNvSpPr>
          <p:nvPr/>
        </p:nvSpPr>
        <p:spPr>
          <a:xfrm>
            <a:off x="1207818" y="3565212"/>
            <a:ext cx="28398" cy="28398"/>
          </a:xfrm>
          <a:prstGeom prst="ellipse">
            <a:avLst/>
          </a:prstGeom>
          <a:solidFill>
            <a:srgbClr val="2D887E">
              <a:alpha val="30000"/>
            </a:srgbClr>
          </a:solidFill>
          <a:ln w="0">
            <a:noFill/>
            <a:prstDash val="solid"/>
          </a:ln>
        </p:spPr>
      </p:sp>
      <p:sp>
        <p:nvSpPr>
          <p:cNvPr id="83" name="02_predicted_pose_3382">
            <a:extLst>
              <a:ext uri="{FF2B5EF4-FFF2-40B4-BE49-F238E27FC236}">
                <a16:creationId xmlns:a16="http://schemas.microsoft.com/office/drawing/2014/main" id="{65E06AD8-E269-482B-B949-CCD703521D66}"/>
              </a:ext>
            </a:extLst>
          </p:cNvPr>
          <p:cNvSpPr>
            <a:spLocks noGrp="1"/>
          </p:cNvSpPr>
          <p:nvPr/>
        </p:nvSpPr>
        <p:spPr>
          <a:xfrm>
            <a:off x="1300841" y="3574641"/>
            <a:ext cx="28398" cy="28398"/>
          </a:xfrm>
          <a:prstGeom prst="ellipse">
            <a:avLst/>
          </a:prstGeom>
          <a:solidFill>
            <a:srgbClr val="2D887E">
              <a:alpha val="30000"/>
            </a:srgbClr>
          </a:solidFill>
          <a:ln w="0">
            <a:noFill/>
            <a:prstDash val="solid"/>
          </a:ln>
        </p:spPr>
      </p:sp>
      <p:sp>
        <p:nvSpPr>
          <p:cNvPr id="84" name="02_predicted_pose_3383">
            <a:extLst>
              <a:ext uri="{FF2B5EF4-FFF2-40B4-BE49-F238E27FC236}">
                <a16:creationId xmlns:a16="http://schemas.microsoft.com/office/drawing/2014/main" id="{AF513453-A036-4BF1-9BEF-23D62C140C81}"/>
              </a:ext>
            </a:extLst>
          </p:cNvPr>
          <p:cNvSpPr>
            <a:spLocks noGrp="1"/>
          </p:cNvSpPr>
          <p:nvPr/>
        </p:nvSpPr>
        <p:spPr>
          <a:xfrm>
            <a:off x="1393864" y="3476046"/>
            <a:ext cx="28398" cy="28398"/>
          </a:xfrm>
          <a:prstGeom prst="ellipse">
            <a:avLst/>
          </a:prstGeom>
          <a:solidFill>
            <a:srgbClr val="2D887E">
              <a:alpha val="30000"/>
            </a:srgbClr>
          </a:solidFill>
          <a:ln w="0">
            <a:noFill/>
            <a:prstDash val="solid"/>
          </a:ln>
        </p:spPr>
      </p:sp>
      <p:sp>
        <p:nvSpPr>
          <p:cNvPr id="85" name="02_predicted_pose_3384">
            <a:extLst>
              <a:ext uri="{FF2B5EF4-FFF2-40B4-BE49-F238E27FC236}">
                <a16:creationId xmlns:a16="http://schemas.microsoft.com/office/drawing/2014/main" id="{B6631B4F-9518-42E6-82EB-E8F2160DD360}"/>
              </a:ext>
            </a:extLst>
          </p:cNvPr>
          <p:cNvSpPr>
            <a:spLocks noGrp="1"/>
          </p:cNvSpPr>
          <p:nvPr/>
        </p:nvSpPr>
        <p:spPr>
          <a:xfrm>
            <a:off x="1486888" y="3551298"/>
            <a:ext cx="28398" cy="28398"/>
          </a:xfrm>
          <a:prstGeom prst="ellipse">
            <a:avLst/>
          </a:prstGeom>
          <a:solidFill>
            <a:srgbClr val="2D887E">
              <a:alpha val="30000"/>
            </a:srgbClr>
          </a:solidFill>
          <a:ln w="0">
            <a:noFill/>
            <a:prstDash val="solid"/>
          </a:ln>
        </p:spPr>
      </p:sp>
      <p:sp>
        <p:nvSpPr>
          <p:cNvPr id="86" name="02_predicted_pose_3385">
            <a:extLst>
              <a:ext uri="{FF2B5EF4-FFF2-40B4-BE49-F238E27FC236}">
                <a16:creationId xmlns:a16="http://schemas.microsoft.com/office/drawing/2014/main" id="{7CA01497-CBBD-460A-809E-C301DCCD92DF}"/>
              </a:ext>
            </a:extLst>
          </p:cNvPr>
          <p:cNvSpPr>
            <a:spLocks noGrp="1"/>
          </p:cNvSpPr>
          <p:nvPr/>
        </p:nvSpPr>
        <p:spPr>
          <a:xfrm>
            <a:off x="1443477" y="3393413"/>
            <a:ext cx="28398" cy="28398"/>
          </a:xfrm>
          <a:prstGeom prst="ellipse">
            <a:avLst/>
          </a:prstGeom>
          <a:solidFill>
            <a:srgbClr val="2D887E">
              <a:alpha val="30000"/>
            </a:srgbClr>
          </a:solidFill>
          <a:ln w="0">
            <a:noFill/>
            <a:prstDash val="solid"/>
          </a:ln>
        </p:spPr>
      </p:sp>
      <p:sp>
        <p:nvSpPr>
          <p:cNvPr id="87" name="02_predicted_pose_3386">
            <a:extLst>
              <a:ext uri="{FF2B5EF4-FFF2-40B4-BE49-F238E27FC236}">
                <a16:creationId xmlns:a16="http://schemas.microsoft.com/office/drawing/2014/main" id="{776D3531-A16E-4EFA-A45A-085A7C1815A6}"/>
              </a:ext>
            </a:extLst>
          </p:cNvPr>
          <p:cNvSpPr>
            <a:spLocks noGrp="1"/>
          </p:cNvSpPr>
          <p:nvPr/>
        </p:nvSpPr>
        <p:spPr>
          <a:xfrm>
            <a:off x="1193003" y="3600566"/>
            <a:ext cx="28398" cy="28398"/>
          </a:xfrm>
          <a:prstGeom prst="ellipse">
            <a:avLst/>
          </a:prstGeom>
          <a:solidFill>
            <a:srgbClr val="2D887E">
              <a:alpha val="30000"/>
            </a:srgbClr>
          </a:solidFill>
          <a:ln w="0">
            <a:noFill/>
            <a:prstDash val="solid"/>
          </a:ln>
        </p:spPr>
      </p:sp>
      <p:sp>
        <p:nvSpPr>
          <p:cNvPr id="88" name="02_predicted_pose_3387">
            <a:extLst>
              <a:ext uri="{FF2B5EF4-FFF2-40B4-BE49-F238E27FC236}">
                <a16:creationId xmlns:a16="http://schemas.microsoft.com/office/drawing/2014/main" id="{C2EC60CE-FAA1-4400-93D1-A9F6FDBC8099}"/>
              </a:ext>
            </a:extLst>
          </p:cNvPr>
          <p:cNvSpPr>
            <a:spLocks noGrp="1"/>
          </p:cNvSpPr>
          <p:nvPr/>
        </p:nvSpPr>
        <p:spPr>
          <a:xfrm>
            <a:off x="1286026" y="3554460"/>
            <a:ext cx="28398" cy="28398"/>
          </a:xfrm>
          <a:prstGeom prst="ellipse">
            <a:avLst/>
          </a:prstGeom>
          <a:solidFill>
            <a:srgbClr val="2D887E">
              <a:alpha val="30000"/>
            </a:srgbClr>
          </a:solidFill>
          <a:ln w="0">
            <a:noFill/>
            <a:prstDash val="solid"/>
          </a:ln>
        </p:spPr>
      </p:sp>
      <p:sp>
        <p:nvSpPr>
          <p:cNvPr id="89" name="02_predicted_pose_3388">
            <a:extLst>
              <a:ext uri="{FF2B5EF4-FFF2-40B4-BE49-F238E27FC236}">
                <a16:creationId xmlns:a16="http://schemas.microsoft.com/office/drawing/2014/main" id="{9BFF2522-346F-4330-9C60-FAB5A3506187}"/>
              </a:ext>
            </a:extLst>
          </p:cNvPr>
          <p:cNvSpPr>
            <a:spLocks noGrp="1"/>
          </p:cNvSpPr>
          <p:nvPr/>
        </p:nvSpPr>
        <p:spPr>
          <a:xfrm>
            <a:off x="1379049" y="3581250"/>
            <a:ext cx="28398" cy="28398"/>
          </a:xfrm>
          <a:prstGeom prst="ellipse">
            <a:avLst/>
          </a:prstGeom>
          <a:solidFill>
            <a:srgbClr val="2D887E">
              <a:alpha val="30000"/>
            </a:srgbClr>
          </a:solidFill>
          <a:ln w="0">
            <a:noFill/>
            <a:prstDash val="solid"/>
          </a:ln>
        </p:spPr>
      </p:sp>
      <p:sp>
        <p:nvSpPr>
          <p:cNvPr id="90" name="02_predicted_pose_3389">
            <a:extLst>
              <a:ext uri="{FF2B5EF4-FFF2-40B4-BE49-F238E27FC236}">
                <a16:creationId xmlns:a16="http://schemas.microsoft.com/office/drawing/2014/main" id="{CB273166-C44B-49FA-A1AD-D54F849B19F7}"/>
              </a:ext>
            </a:extLst>
          </p:cNvPr>
          <p:cNvSpPr>
            <a:spLocks noGrp="1"/>
          </p:cNvSpPr>
          <p:nvPr/>
        </p:nvSpPr>
        <p:spPr>
          <a:xfrm>
            <a:off x="1472073" y="3572300"/>
            <a:ext cx="28398" cy="28398"/>
          </a:xfrm>
          <a:prstGeom prst="ellipse">
            <a:avLst/>
          </a:prstGeom>
          <a:solidFill>
            <a:srgbClr val="2D887E">
              <a:alpha val="30000"/>
            </a:srgbClr>
          </a:solidFill>
          <a:ln w="0">
            <a:noFill/>
            <a:prstDash val="solid"/>
          </a:ln>
        </p:spPr>
      </p:sp>
      <p:sp>
        <p:nvSpPr>
          <p:cNvPr id="91" name="02_predicted_pose_3390">
            <a:extLst>
              <a:ext uri="{FF2B5EF4-FFF2-40B4-BE49-F238E27FC236}">
                <a16:creationId xmlns:a16="http://schemas.microsoft.com/office/drawing/2014/main" id="{38653A09-7B6B-4C84-9C85-409C9646E45A}"/>
              </a:ext>
            </a:extLst>
          </p:cNvPr>
          <p:cNvSpPr>
            <a:spLocks noGrp="1"/>
          </p:cNvSpPr>
          <p:nvPr/>
        </p:nvSpPr>
        <p:spPr>
          <a:xfrm>
            <a:off x="1221599" y="3554198"/>
            <a:ext cx="28398" cy="28398"/>
          </a:xfrm>
          <a:prstGeom prst="ellipse">
            <a:avLst/>
          </a:prstGeom>
          <a:solidFill>
            <a:srgbClr val="2D887E">
              <a:alpha val="30000"/>
            </a:srgbClr>
          </a:solidFill>
          <a:ln w="0">
            <a:noFill/>
            <a:prstDash val="solid"/>
          </a:ln>
        </p:spPr>
      </p:sp>
      <p:sp>
        <p:nvSpPr>
          <p:cNvPr id="92" name="02_predicted_pose_3391">
            <a:extLst>
              <a:ext uri="{FF2B5EF4-FFF2-40B4-BE49-F238E27FC236}">
                <a16:creationId xmlns:a16="http://schemas.microsoft.com/office/drawing/2014/main" id="{9E4C53BC-A0E7-4D09-A8CF-66A68F3EDCF4}"/>
              </a:ext>
            </a:extLst>
          </p:cNvPr>
          <p:cNvSpPr>
            <a:spLocks noGrp="1"/>
          </p:cNvSpPr>
          <p:nvPr/>
        </p:nvSpPr>
        <p:spPr>
          <a:xfrm>
            <a:off x="1314622" y="3529574"/>
            <a:ext cx="28398" cy="28398"/>
          </a:xfrm>
          <a:prstGeom prst="ellipse">
            <a:avLst/>
          </a:prstGeom>
          <a:solidFill>
            <a:srgbClr val="2D887E">
              <a:alpha val="30000"/>
            </a:srgbClr>
          </a:solidFill>
          <a:ln w="0">
            <a:noFill/>
            <a:prstDash val="solid"/>
          </a:ln>
        </p:spPr>
      </p:sp>
      <p:sp>
        <p:nvSpPr>
          <p:cNvPr id="93" name="02_predicted_pose_3392">
            <a:extLst>
              <a:ext uri="{FF2B5EF4-FFF2-40B4-BE49-F238E27FC236}">
                <a16:creationId xmlns:a16="http://schemas.microsoft.com/office/drawing/2014/main" id="{2A374352-630A-4EE5-93A7-66F90AFDC186}"/>
              </a:ext>
            </a:extLst>
          </p:cNvPr>
          <p:cNvSpPr>
            <a:spLocks noGrp="1"/>
          </p:cNvSpPr>
          <p:nvPr/>
        </p:nvSpPr>
        <p:spPr>
          <a:xfrm>
            <a:off x="1407645" y="3594377"/>
            <a:ext cx="28398" cy="28398"/>
          </a:xfrm>
          <a:prstGeom prst="ellipse">
            <a:avLst/>
          </a:prstGeom>
          <a:solidFill>
            <a:srgbClr val="2D887E">
              <a:alpha val="30000"/>
            </a:srgbClr>
          </a:solidFill>
          <a:ln w="0">
            <a:noFill/>
            <a:prstDash val="solid"/>
          </a:ln>
        </p:spPr>
      </p:sp>
      <p:sp>
        <p:nvSpPr>
          <p:cNvPr id="94" name="02_predicted_pose_3393">
            <a:extLst>
              <a:ext uri="{FF2B5EF4-FFF2-40B4-BE49-F238E27FC236}">
                <a16:creationId xmlns:a16="http://schemas.microsoft.com/office/drawing/2014/main" id="{AD19319C-FEF4-466B-B3B4-B84CF1F4E9F3}"/>
              </a:ext>
            </a:extLst>
          </p:cNvPr>
          <p:cNvSpPr>
            <a:spLocks noGrp="1"/>
          </p:cNvSpPr>
          <p:nvPr/>
        </p:nvSpPr>
        <p:spPr>
          <a:xfrm>
            <a:off x="1157172" y="3675498"/>
            <a:ext cx="28398" cy="28398"/>
          </a:xfrm>
          <a:prstGeom prst="ellipse">
            <a:avLst/>
          </a:prstGeom>
          <a:solidFill>
            <a:srgbClr val="2D887E">
              <a:alpha val="30000"/>
            </a:srgbClr>
          </a:solidFill>
          <a:ln w="0">
            <a:noFill/>
            <a:prstDash val="solid"/>
          </a:ln>
        </p:spPr>
      </p:sp>
      <p:sp>
        <p:nvSpPr>
          <p:cNvPr id="95" name="02_predicted_pose_3394">
            <a:extLst>
              <a:ext uri="{FF2B5EF4-FFF2-40B4-BE49-F238E27FC236}">
                <a16:creationId xmlns:a16="http://schemas.microsoft.com/office/drawing/2014/main" id="{78F58D33-0D20-402B-B172-7E9EB7D0C10D}"/>
              </a:ext>
            </a:extLst>
          </p:cNvPr>
          <p:cNvSpPr>
            <a:spLocks noGrp="1"/>
          </p:cNvSpPr>
          <p:nvPr/>
        </p:nvSpPr>
        <p:spPr>
          <a:xfrm>
            <a:off x="1364235" y="3603577"/>
            <a:ext cx="28398" cy="28398"/>
          </a:xfrm>
          <a:prstGeom prst="ellipse">
            <a:avLst/>
          </a:prstGeom>
          <a:solidFill>
            <a:srgbClr val="2D887E">
              <a:alpha val="30000"/>
            </a:srgbClr>
          </a:solidFill>
          <a:ln w="0">
            <a:noFill/>
            <a:prstDash val="solid"/>
          </a:ln>
        </p:spPr>
      </p:sp>
      <p:sp>
        <p:nvSpPr>
          <p:cNvPr id="96" name="02_predicted_pose_3395">
            <a:extLst>
              <a:ext uri="{FF2B5EF4-FFF2-40B4-BE49-F238E27FC236}">
                <a16:creationId xmlns:a16="http://schemas.microsoft.com/office/drawing/2014/main" id="{EEE566C6-9C3D-44EA-980C-A33CB1A4D48A}"/>
              </a:ext>
            </a:extLst>
          </p:cNvPr>
          <p:cNvSpPr>
            <a:spLocks noGrp="1"/>
          </p:cNvSpPr>
          <p:nvPr/>
        </p:nvSpPr>
        <p:spPr>
          <a:xfrm>
            <a:off x="1457258" y="3577132"/>
            <a:ext cx="28398" cy="28398"/>
          </a:xfrm>
          <a:prstGeom prst="ellipse">
            <a:avLst/>
          </a:prstGeom>
          <a:solidFill>
            <a:srgbClr val="2D887E">
              <a:alpha val="30000"/>
            </a:srgbClr>
          </a:solidFill>
          <a:ln w="0">
            <a:noFill/>
            <a:prstDash val="solid"/>
          </a:ln>
        </p:spPr>
      </p:sp>
      <p:sp>
        <p:nvSpPr>
          <p:cNvPr id="97" name="02_predicted_pose_3396">
            <a:extLst>
              <a:ext uri="{FF2B5EF4-FFF2-40B4-BE49-F238E27FC236}">
                <a16:creationId xmlns:a16="http://schemas.microsoft.com/office/drawing/2014/main" id="{09FFB847-D9B5-47DB-B1E5-7EE41F6515E1}"/>
              </a:ext>
            </a:extLst>
          </p:cNvPr>
          <p:cNvSpPr>
            <a:spLocks noGrp="1"/>
          </p:cNvSpPr>
          <p:nvPr/>
        </p:nvSpPr>
        <p:spPr>
          <a:xfrm>
            <a:off x="1206784" y="3388666"/>
            <a:ext cx="28398" cy="28398"/>
          </a:xfrm>
          <a:prstGeom prst="ellipse">
            <a:avLst/>
          </a:prstGeom>
          <a:solidFill>
            <a:srgbClr val="2D887E">
              <a:alpha val="30000"/>
            </a:srgbClr>
          </a:solidFill>
          <a:ln w="0">
            <a:noFill/>
            <a:prstDash val="solid"/>
          </a:ln>
        </p:spPr>
      </p:sp>
      <p:sp>
        <p:nvSpPr>
          <p:cNvPr id="98" name="02_predicted_pose_3397">
            <a:extLst>
              <a:ext uri="{FF2B5EF4-FFF2-40B4-BE49-F238E27FC236}">
                <a16:creationId xmlns:a16="http://schemas.microsoft.com/office/drawing/2014/main" id="{85D13A4C-2C70-4F81-9B98-6B37C3401C32}"/>
              </a:ext>
            </a:extLst>
          </p:cNvPr>
          <p:cNvSpPr>
            <a:spLocks noGrp="1"/>
          </p:cNvSpPr>
          <p:nvPr/>
        </p:nvSpPr>
        <p:spPr>
          <a:xfrm>
            <a:off x="1299807" y="3559920"/>
            <a:ext cx="28398" cy="28398"/>
          </a:xfrm>
          <a:prstGeom prst="ellipse">
            <a:avLst/>
          </a:prstGeom>
          <a:solidFill>
            <a:srgbClr val="2D887E">
              <a:alpha val="30000"/>
            </a:srgbClr>
          </a:solidFill>
          <a:ln w="0">
            <a:noFill/>
            <a:prstDash val="solid"/>
          </a:ln>
        </p:spPr>
      </p:sp>
      <p:sp>
        <p:nvSpPr>
          <p:cNvPr id="99" name="02_predicted_pose_3398">
            <a:extLst>
              <a:ext uri="{FF2B5EF4-FFF2-40B4-BE49-F238E27FC236}">
                <a16:creationId xmlns:a16="http://schemas.microsoft.com/office/drawing/2014/main" id="{CFBF60BF-2DD7-4537-B3F5-E2E3CC9D5BFB}"/>
              </a:ext>
            </a:extLst>
          </p:cNvPr>
          <p:cNvSpPr>
            <a:spLocks noGrp="1"/>
          </p:cNvSpPr>
          <p:nvPr/>
        </p:nvSpPr>
        <p:spPr>
          <a:xfrm>
            <a:off x="1392831" y="3376964"/>
            <a:ext cx="28398" cy="28398"/>
          </a:xfrm>
          <a:prstGeom prst="ellipse">
            <a:avLst/>
          </a:prstGeom>
          <a:solidFill>
            <a:srgbClr val="2D887E">
              <a:alpha val="30000"/>
            </a:srgbClr>
          </a:solidFill>
          <a:ln w="0">
            <a:noFill/>
            <a:prstDash val="solid"/>
          </a:ln>
        </p:spPr>
      </p:sp>
      <p:sp>
        <p:nvSpPr>
          <p:cNvPr id="100" name="02_predicted_pose_3399">
            <a:extLst>
              <a:ext uri="{FF2B5EF4-FFF2-40B4-BE49-F238E27FC236}">
                <a16:creationId xmlns:a16="http://schemas.microsoft.com/office/drawing/2014/main" id="{E3D76EB7-2B9E-4036-8CED-6CC0193C4B5E}"/>
              </a:ext>
            </a:extLst>
          </p:cNvPr>
          <p:cNvSpPr>
            <a:spLocks noGrp="1"/>
          </p:cNvSpPr>
          <p:nvPr/>
        </p:nvSpPr>
        <p:spPr>
          <a:xfrm>
            <a:off x="1485854" y="3418873"/>
            <a:ext cx="28398" cy="28398"/>
          </a:xfrm>
          <a:prstGeom prst="ellipse">
            <a:avLst/>
          </a:prstGeom>
          <a:solidFill>
            <a:srgbClr val="2D887E">
              <a:alpha val="30000"/>
            </a:srgbClr>
          </a:solidFill>
          <a:ln w="0">
            <a:noFill/>
            <a:prstDash val="solid"/>
          </a:ln>
        </p:spPr>
      </p:sp>
      <p:sp>
        <p:nvSpPr>
          <p:cNvPr id="101" name="02_predicted_pose_3400">
            <a:extLst>
              <a:ext uri="{FF2B5EF4-FFF2-40B4-BE49-F238E27FC236}">
                <a16:creationId xmlns:a16="http://schemas.microsoft.com/office/drawing/2014/main" id="{9BAFA984-FD2D-4643-94DA-577199F8432B}"/>
              </a:ext>
            </a:extLst>
          </p:cNvPr>
          <p:cNvSpPr>
            <a:spLocks noGrp="1"/>
          </p:cNvSpPr>
          <p:nvPr/>
        </p:nvSpPr>
        <p:spPr>
          <a:xfrm>
            <a:off x="1235380" y="3601941"/>
            <a:ext cx="28398" cy="28398"/>
          </a:xfrm>
          <a:prstGeom prst="ellipse">
            <a:avLst/>
          </a:prstGeom>
          <a:solidFill>
            <a:srgbClr val="2D887E">
              <a:alpha val="30000"/>
            </a:srgbClr>
          </a:solidFill>
          <a:ln w="0">
            <a:noFill/>
            <a:prstDash val="solid"/>
          </a:ln>
        </p:spPr>
      </p:sp>
      <p:sp>
        <p:nvSpPr>
          <p:cNvPr id="102" name="02_predicted_pose_3401">
            <a:extLst>
              <a:ext uri="{FF2B5EF4-FFF2-40B4-BE49-F238E27FC236}">
                <a16:creationId xmlns:a16="http://schemas.microsoft.com/office/drawing/2014/main" id="{0A22ED4C-1EDA-4F21-AB08-BD0D820AA654}"/>
              </a:ext>
            </a:extLst>
          </p:cNvPr>
          <p:cNvSpPr>
            <a:spLocks noGrp="1"/>
          </p:cNvSpPr>
          <p:nvPr/>
        </p:nvSpPr>
        <p:spPr>
          <a:xfrm>
            <a:off x="1328403" y="3603285"/>
            <a:ext cx="28398" cy="28398"/>
          </a:xfrm>
          <a:prstGeom prst="ellipse">
            <a:avLst/>
          </a:prstGeom>
          <a:solidFill>
            <a:srgbClr val="2D887E">
              <a:alpha val="30000"/>
            </a:srgbClr>
          </a:solidFill>
          <a:ln w="0">
            <a:noFill/>
            <a:prstDash val="solid"/>
          </a:ln>
        </p:spPr>
      </p:sp>
      <p:sp>
        <p:nvSpPr>
          <p:cNvPr id="103" name="02_predicted_pose_3402">
            <a:extLst>
              <a:ext uri="{FF2B5EF4-FFF2-40B4-BE49-F238E27FC236}">
                <a16:creationId xmlns:a16="http://schemas.microsoft.com/office/drawing/2014/main" id="{966E9FAA-4349-4FF9-BEA8-74D3AA68A0CB}"/>
              </a:ext>
            </a:extLst>
          </p:cNvPr>
          <p:cNvSpPr>
            <a:spLocks noGrp="1"/>
          </p:cNvSpPr>
          <p:nvPr/>
        </p:nvSpPr>
        <p:spPr>
          <a:xfrm>
            <a:off x="1292572" y="3491262"/>
            <a:ext cx="28398" cy="28398"/>
          </a:xfrm>
          <a:prstGeom prst="ellipse">
            <a:avLst/>
          </a:prstGeom>
          <a:solidFill>
            <a:srgbClr val="2D887E">
              <a:alpha val="30000"/>
            </a:srgbClr>
          </a:solidFill>
          <a:ln w="0">
            <a:noFill/>
            <a:prstDash val="solid"/>
          </a:ln>
        </p:spPr>
      </p:sp>
      <p:sp>
        <p:nvSpPr>
          <p:cNvPr id="104" name="02_predicted_pose_3403">
            <a:extLst>
              <a:ext uri="{FF2B5EF4-FFF2-40B4-BE49-F238E27FC236}">
                <a16:creationId xmlns:a16="http://schemas.microsoft.com/office/drawing/2014/main" id="{D44D55AF-164C-4256-8896-E31C3F97575D}"/>
              </a:ext>
            </a:extLst>
          </p:cNvPr>
          <p:cNvSpPr>
            <a:spLocks noGrp="1"/>
          </p:cNvSpPr>
          <p:nvPr/>
        </p:nvSpPr>
        <p:spPr>
          <a:xfrm>
            <a:off x="1306353" y="3641260"/>
            <a:ext cx="28398" cy="28398"/>
          </a:xfrm>
          <a:prstGeom prst="ellipse">
            <a:avLst/>
          </a:prstGeom>
          <a:solidFill>
            <a:srgbClr val="2D887E">
              <a:alpha val="30000"/>
            </a:srgbClr>
          </a:solidFill>
          <a:ln w="0">
            <a:noFill/>
            <a:prstDash val="solid"/>
          </a:ln>
        </p:spPr>
      </p:sp>
      <p:sp>
        <p:nvSpPr>
          <p:cNvPr id="105" name="02_predicted_pose_3404">
            <a:extLst>
              <a:ext uri="{FF2B5EF4-FFF2-40B4-BE49-F238E27FC236}">
                <a16:creationId xmlns:a16="http://schemas.microsoft.com/office/drawing/2014/main" id="{333C2C73-E737-4345-9E03-6496FB4B1199}"/>
              </a:ext>
            </a:extLst>
          </p:cNvPr>
          <p:cNvSpPr>
            <a:spLocks noGrp="1"/>
          </p:cNvSpPr>
          <p:nvPr/>
        </p:nvSpPr>
        <p:spPr>
          <a:xfrm>
            <a:off x="1284303" y="3577483"/>
            <a:ext cx="28398" cy="28398"/>
          </a:xfrm>
          <a:prstGeom prst="ellipse">
            <a:avLst/>
          </a:prstGeom>
          <a:solidFill>
            <a:srgbClr val="2D887E">
              <a:alpha val="30000"/>
            </a:srgbClr>
          </a:solidFill>
          <a:ln w="0">
            <a:noFill/>
            <a:prstDash val="solid"/>
          </a:ln>
        </p:spPr>
      </p:sp>
      <p:sp>
        <p:nvSpPr>
          <p:cNvPr id="106" name="02_predicted_pose_3405">
            <a:extLst>
              <a:ext uri="{FF2B5EF4-FFF2-40B4-BE49-F238E27FC236}">
                <a16:creationId xmlns:a16="http://schemas.microsoft.com/office/drawing/2014/main" id="{DFA8AE02-3AF1-4793-B622-96F662B2019A}"/>
              </a:ext>
            </a:extLst>
          </p:cNvPr>
          <p:cNvSpPr>
            <a:spLocks noGrp="1"/>
          </p:cNvSpPr>
          <p:nvPr/>
        </p:nvSpPr>
        <p:spPr>
          <a:xfrm>
            <a:off x="1311866" y="3622523"/>
            <a:ext cx="28398" cy="28398"/>
          </a:xfrm>
          <a:prstGeom prst="ellipse">
            <a:avLst/>
          </a:prstGeom>
          <a:solidFill>
            <a:srgbClr val="2D887E">
              <a:alpha val="30000"/>
            </a:srgbClr>
          </a:solidFill>
          <a:ln w="0">
            <a:noFill/>
            <a:prstDash val="solid"/>
          </a:ln>
        </p:spPr>
      </p:sp>
      <p:sp>
        <p:nvSpPr>
          <p:cNvPr id="107" name="02_predicted_pose_3406">
            <a:extLst>
              <a:ext uri="{FF2B5EF4-FFF2-40B4-BE49-F238E27FC236}">
                <a16:creationId xmlns:a16="http://schemas.microsoft.com/office/drawing/2014/main" id="{F9F9A157-AA42-424D-B384-A8EBC0F82073}"/>
              </a:ext>
            </a:extLst>
          </p:cNvPr>
          <p:cNvSpPr>
            <a:spLocks noGrp="1"/>
          </p:cNvSpPr>
          <p:nvPr/>
        </p:nvSpPr>
        <p:spPr>
          <a:xfrm>
            <a:off x="1339428" y="3609464"/>
            <a:ext cx="28398" cy="28398"/>
          </a:xfrm>
          <a:prstGeom prst="ellipse">
            <a:avLst/>
          </a:prstGeom>
          <a:solidFill>
            <a:srgbClr val="2D887E">
              <a:alpha val="30000"/>
            </a:srgbClr>
          </a:solidFill>
          <a:ln w="0">
            <a:noFill/>
            <a:prstDash val="solid"/>
          </a:ln>
        </p:spPr>
      </p:sp>
      <p:sp>
        <p:nvSpPr>
          <p:cNvPr id="108" name="02_predicted_pose_3407">
            <a:extLst>
              <a:ext uri="{FF2B5EF4-FFF2-40B4-BE49-F238E27FC236}">
                <a16:creationId xmlns:a16="http://schemas.microsoft.com/office/drawing/2014/main" id="{1340B248-6C7D-49AB-AC0A-553871430154}"/>
              </a:ext>
            </a:extLst>
          </p:cNvPr>
          <p:cNvSpPr>
            <a:spLocks noGrp="1"/>
          </p:cNvSpPr>
          <p:nvPr/>
        </p:nvSpPr>
        <p:spPr>
          <a:xfrm>
            <a:off x="1321857" y="3564508"/>
            <a:ext cx="28398" cy="28398"/>
          </a:xfrm>
          <a:prstGeom prst="ellipse">
            <a:avLst/>
          </a:prstGeom>
          <a:solidFill>
            <a:srgbClr val="2D887E">
              <a:alpha val="30000"/>
            </a:srgbClr>
          </a:solidFill>
          <a:ln w="0">
            <a:noFill/>
            <a:prstDash val="solid"/>
          </a:ln>
        </p:spPr>
      </p:sp>
      <p:sp>
        <p:nvSpPr>
          <p:cNvPr id="109" name="02_predicted_pose_3408">
            <a:extLst>
              <a:ext uri="{FF2B5EF4-FFF2-40B4-BE49-F238E27FC236}">
                <a16:creationId xmlns:a16="http://schemas.microsoft.com/office/drawing/2014/main" id="{D78BE8E5-D6CF-4C4A-AC43-80D1D50A88C0}"/>
              </a:ext>
            </a:extLst>
          </p:cNvPr>
          <p:cNvSpPr>
            <a:spLocks noGrp="1"/>
          </p:cNvSpPr>
          <p:nvPr/>
        </p:nvSpPr>
        <p:spPr>
          <a:xfrm>
            <a:off x="1164407" y="3648457"/>
            <a:ext cx="28398" cy="28398"/>
          </a:xfrm>
          <a:prstGeom prst="ellipse">
            <a:avLst/>
          </a:prstGeom>
          <a:solidFill>
            <a:srgbClr val="2D887E">
              <a:alpha val="30000"/>
            </a:srgbClr>
          </a:solidFill>
          <a:ln w="0">
            <a:noFill/>
            <a:prstDash val="solid"/>
          </a:ln>
        </p:spPr>
      </p:sp>
      <p:sp>
        <p:nvSpPr>
          <p:cNvPr id="110" name="02_predicted_pose_3409">
            <a:extLst>
              <a:ext uri="{FF2B5EF4-FFF2-40B4-BE49-F238E27FC236}">
                <a16:creationId xmlns:a16="http://schemas.microsoft.com/office/drawing/2014/main" id="{537788DE-A146-4BAF-B95C-5F35A2F73514}"/>
              </a:ext>
            </a:extLst>
          </p:cNvPr>
          <p:cNvSpPr>
            <a:spLocks noGrp="1"/>
          </p:cNvSpPr>
          <p:nvPr/>
        </p:nvSpPr>
        <p:spPr>
          <a:xfrm>
            <a:off x="1350453" y="3644555"/>
            <a:ext cx="28398" cy="28398"/>
          </a:xfrm>
          <a:prstGeom prst="ellipse">
            <a:avLst/>
          </a:prstGeom>
          <a:solidFill>
            <a:srgbClr val="2D887E">
              <a:alpha val="30000"/>
            </a:srgbClr>
          </a:solidFill>
          <a:ln w="0">
            <a:noFill/>
            <a:prstDash val="solid"/>
          </a:ln>
        </p:spPr>
      </p:sp>
      <p:sp>
        <p:nvSpPr>
          <p:cNvPr id="111" name="02_predicted_pose_3410">
            <a:extLst>
              <a:ext uri="{FF2B5EF4-FFF2-40B4-BE49-F238E27FC236}">
                <a16:creationId xmlns:a16="http://schemas.microsoft.com/office/drawing/2014/main" id="{56E7B5B9-A31A-4E77-911A-46F473EA14B0}"/>
              </a:ext>
            </a:extLst>
          </p:cNvPr>
          <p:cNvSpPr>
            <a:spLocks noGrp="1"/>
          </p:cNvSpPr>
          <p:nvPr/>
        </p:nvSpPr>
        <p:spPr>
          <a:xfrm>
            <a:off x="1193003" y="3606401"/>
            <a:ext cx="28398" cy="28398"/>
          </a:xfrm>
          <a:prstGeom prst="ellipse">
            <a:avLst/>
          </a:prstGeom>
          <a:solidFill>
            <a:srgbClr val="2D887E">
              <a:alpha val="30000"/>
            </a:srgbClr>
          </a:solidFill>
          <a:ln w="0">
            <a:noFill/>
            <a:prstDash val="solid"/>
          </a:ln>
        </p:spPr>
      </p:sp>
      <p:sp>
        <p:nvSpPr>
          <p:cNvPr id="112" name="02_predicted_pose_3411">
            <a:extLst>
              <a:ext uri="{FF2B5EF4-FFF2-40B4-BE49-F238E27FC236}">
                <a16:creationId xmlns:a16="http://schemas.microsoft.com/office/drawing/2014/main" id="{EF8E8462-2661-4129-82CD-300C2EEC3D89}"/>
              </a:ext>
            </a:extLst>
          </p:cNvPr>
          <p:cNvSpPr>
            <a:spLocks noGrp="1"/>
          </p:cNvSpPr>
          <p:nvPr/>
        </p:nvSpPr>
        <p:spPr>
          <a:xfrm>
            <a:off x="1330815" y="3724556"/>
            <a:ext cx="28398" cy="28398"/>
          </a:xfrm>
          <a:prstGeom prst="ellipse">
            <a:avLst/>
          </a:prstGeom>
          <a:solidFill>
            <a:srgbClr val="2D887E">
              <a:alpha val="30000"/>
            </a:srgbClr>
          </a:solidFill>
          <a:ln w="0">
            <a:noFill/>
            <a:prstDash val="solid"/>
          </a:ln>
        </p:spPr>
      </p:sp>
      <p:sp>
        <p:nvSpPr>
          <p:cNvPr id="113" name="02_predicted_pose_3412">
            <a:extLst>
              <a:ext uri="{FF2B5EF4-FFF2-40B4-BE49-F238E27FC236}">
                <a16:creationId xmlns:a16="http://schemas.microsoft.com/office/drawing/2014/main" id="{8E46FDB1-A31C-42B7-8ECB-2AEDBFD87D30}"/>
              </a:ext>
            </a:extLst>
          </p:cNvPr>
          <p:cNvSpPr>
            <a:spLocks noGrp="1"/>
          </p:cNvSpPr>
          <p:nvPr/>
        </p:nvSpPr>
        <p:spPr>
          <a:xfrm>
            <a:off x="1344596" y="3708645"/>
            <a:ext cx="28398" cy="28398"/>
          </a:xfrm>
          <a:prstGeom prst="ellipse">
            <a:avLst/>
          </a:prstGeom>
          <a:solidFill>
            <a:srgbClr val="2D887E">
              <a:alpha val="30000"/>
            </a:srgbClr>
          </a:solidFill>
          <a:ln w="0">
            <a:noFill/>
            <a:prstDash val="solid"/>
          </a:ln>
        </p:spPr>
      </p:sp>
      <p:sp>
        <p:nvSpPr>
          <p:cNvPr id="114" name="02_predicted_pose_3413">
            <a:extLst>
              <a:ext uri="{FF2B5EF4-FFF2-40B4-BE49-F238E27FC236}">
                <a16:creationId xmlns:a16="http://schemas.microsoft.com/office/drawing/2014/main" id="{5153F9A5-E316-4463-B2D4-608051C2FCA7}"/>
              </a:ext>
            </a:extLst>
          </p:cNvPr>
          <p:cNvSpPr>
            <a:spLocks noGrp="1"/>
          </p:cNvSpPr>
          <p:nvPr/>
        </p:nvSpPr>
        <p:spPr>
          <a:xfrm>
            <a:off x="1385940" y="3532952"/>
            <a:ext cx="28398" cy="28398"/>
          </a:xfrm>
          <a:prstGeom prst="ellipse">
            <a:avLst/>
          </a:prstGeom>
          <a:solidFill>
            <a:srgbClr val="2D887E">
              <a:alpha val="30000"/>
            </a:srgbClr>
          </a:solidFill>
          <a:ln w="0">
            <a:noFill/>
            <a:prstDash val="solid"/>
          </a:ln>
        </p:spPr>
      </p:sp>
      <p:sp>
        <p:nvSpPr>
          <p:cNvPr id="115" name="02_predicted_pose_3414">
            <a:extLst>
              <a:ext uri="{FF2B5EF4-FFF2-40B4-BE49-F238E27FC236}">
                <a16:creationId xmlns:a16="http://schemas.microsoft.com/office/drawing/2014/main" id="{E0757D33-8CD8-487B-9D13-68194561F33A}"/>
              </a:ext>
            </a:extLst>
          </p:cNvPr>
          <p:cNvSpPr>
            <a:spLocks noGrp="1"/>
          </p:cNvSpPr>
          <p:nvPr/>
        </p:nvSpPr>
        <p:spPr>
          <a:xfrm>
            <a:off x="1399721" y="3645757"/>
            <a:ext cx="28398" cy="28398"/>
          </a:xfrm>
          <a:prstGeom prst="ellipse">
            <a:avLst/>
          </a:prstGeom>
          <a:solidFill>
            <a:srgbClr val="2D887E">
              <a:alpha val="30000"/>
            </a:srgbClr>
          </a:solidFill>
          <a:ln w="0">
            <a:noFill/>
            <a:prstDash val="solid"/>
          </a:ln>
        </p:spPr>
      </p:sp>
      <p:sp>
        <p:nvSpPr>
          <p:cNvPr id="116" name="02_predicted_pose_3415">
            <a:extLst>
              <a:ext uri="{FF2B5EF4-FFF2-40B4-BE49-F238E27FC236}">
                <a16:creationId xmlns:a16="http://schemas.microsoft.com/office/drawing/2014/main" id="{156ABE39-D2DB-424C-8B23-25AA3BFEED6C}"/>
              </a:ext>
            </a:extLst>
          </p:cNvPr>
          <p:cNvSpPr>
            <a:spLocks noGrp="1"/>
          </p:cNvSpPr>
          <p:nvPr/>
        </p:nvSpPr>
        <p:spPr>
          <a:xfrm>
            <a:off x="1441065" y="3794700"/>
            <a:ext cx="28398" cy="28398"/>
          </a:xfrm>
          <a:prstGeom prst="ellipse">
            <a:avLst/>
          </a:prstGeom>
          <a:solidFill>
            <a:srgbClr val="2D887E">
              <a:alpha val="30000"/>
            </a:srgbClr>
          </a:solidFill>
          <a:ln w="0">
            <a:noFill/>
            <a:prstDash val="solid"/>
          </a:ln>
        </p:spPr>
      </p:sp>
      <p:sp>
        <p:nvSpPr>
          <p:cNvPr id="117" name="02_predicted_pose_3416">
            <a:extLst>
              <a:ext uri="{FF2B5EF4-FFF2-40B4-BE49-F238E27FC236}">
                <a16:creationId xmlns:a16="http://schemas.microsoft.com/office/drawing/2014/main" id="{D3370164-119C-4602-B350-FB070F17840E}"/>
              </a:ext>
            </a:extLst>
          </p:cNvPr>
          <p:cNvSpPr>
            <a:spLocks noGrp="1"/>
          </p:cNvSpPr>
          <p:nvPr/>
        </p:nvSpPr>
        <p:spPr>
          <a:xfrm>
            <a:off x="1454846" y="3757720"/>
            <a:ext cx="28398" cy="28398"/>
          </a:xfrm>
          <a:prstGeom prst="ellipse">
            <a:avLst/>
          </a:prstGeom>
          <a:solidFill>
            <a:srgbClr val="2D887E">
              <a:alpha val="30000"/>
            </a:srgbClr>
          </a:solidFill>
          <a:ln w="0">
            <a:noFill/>
            <a:prstDash val="solid"/>
          </a:ln>
        </p:spPr>
      </p:sp>
      <p:sp>
        <p:nvSpPr>
          <p:cNvPr id="118" name="02_predicted_pose_3417">
            <a:extLst>
              <a:ext uri="{FF2B5EF4-FFF2-40B4-BE49-F238E27FC236}">
                <a16:creationId xmlns:a16="http://schemas.microsoft.com/office/drawing/2014/main" id="{59AD42DB-E52F-41C7-90A3-5CC16C9885F0}"/>
              </a:ext>
            </a:extLst>
          </p:cNvPr>
          <p:cNvSpPr>
            <a:spLocks noGrp="1"/>
          </p:cNvSpPr>
          <p:nvPr/>
        </p:nvSpPr>
        <p:spPr>
          <a:xfrm>
            <a:off x="1186801" y="3785920"/>
            <a:ext cx="28398" cy="28398"/>
          </a:xfrm>
          <a:prstGeom prst="ellipse">
            <a:avLst/>
          </a:prstGeom>
          <a:solidFill>
            <a:srgbClr val="2D887E">
              <a:alpha val="30000"/>
            </a:srgbClr>
          </a:solidFill>
          <a:ln w="0">
            <a:noFill/>
            <a:prstDash val="solid"/>
          </a:ln>
        </p:spPr>
      </p:sp>
      <p:sp>
        <p:nvSpPr>
          <p:cNvPr id="119" name="02_predicted_pose_3418">
            <a:extLst>
              <a:ext uri="{FF2B5EF4-FFF2-40B4-BE49-F238E27FC236}">
                <a16:creationId xmlns:a16="http://schemas.microsoft.com/office/drawing/2014/main" id="{C40CCD90-F51A-4DAA-884A-250FD4CF997C}"/>
              </a:ext>
            </a:extLst>
          </p:cNvPr>
          <p:cNvSpPr>
            <a:spLocks noGrp="1"/>
          </p:cNvSpPr>
          <p:nvPr/>
        </p:nvSpPr>
        <p:spPr>
          <a:xfrm>
            <a:off x="1279824" y="3614384"/>
            <a:ext cx="28398" cy="28398"/>
          </a:xfrm>
          <a:prstGeom prst="ellipse">
            <a:avLst/>
          </a:prstGeom>
          <a:solidFill>
            <a:srgbClr val="2D887E">
              <a:alpha val="30000"/>
            </a:srgbClr>
          </a:solidFill>
          <a:ln w="0">
            <a:noFill/>
            <a:prstDash val="solid"/>
          </a:ln>
        </p:spPr>
      </p:sp>
      <p:sp>
        <p:nvSpPr>
          <p:cNvPr id="120" name="02_predicted_pose_3419">
            <a:extLst>
              <a:ext uri="{FF2B5EF4-FFF2-40B4-BE49-F238E27FC236}">
                <a16:creationId xmlns:a16="http://schemas.microsoft.com/office/drawing/2014/main" id="{AB33BA1E-7E4D-4E75-AB41-9FB19A879F34}"/>
              </a:ext>
            </a:extLst>
          </p:cNvPr>
          <p:cNvSpPr>
            <a:spLocks noGrp="1"/>
          </p:cNvSpPr>
          <p:nvPr/>
        </p:nvSpPr>
        <p:spPr>
          <a:xfrm>
            <a:off x="1215397" y="3573719"/>
            <a:ext cx="28398" cy="28398"/>
          </a:xfrm>
          <a:prstGeom prst="ellipse">
            <a:avLst/>
          </a:prstGeom>
          <a:solidFill>
            <a:srgbClr val="2D887E">
              <a:alpha val="30000"/>
            </a:srgbClr>
          </a:solidFill>
          <a:ln w="0">
            <a:noFill/>
            <a:prstDash val="solid"/>
          </a:ln>
        </p:spPr>
      </p:sp>
      <p:sp>
        <p:nvSpPr>
          <p:cNvPr id="121" name="02_predicted_pose_3420">
            <a:extLst>
              <a:ext uri="{FF2B5EF4-FFF2-40B4-BE49-F238E27FC236}">
                <a16:creationId xmlns:a16="http://schemas.microsoft.com/office/drawing/2014/main" id="{74DCF40C-5A57-403C-9F42-27858D5D177A}"/>
              </a:ext>
            </a:extLst>
          </p:cNvPr>
          <p:cNvSpPr>
            <a:spLocks noGrp="1"/>
          </p:cNvSpPr>
          <p:nvPr/>
        </p:nvSpPr>
        <p:spPr>
          <a:xfrm>
            <a:off x="1308421" y="3546607"/>
            <a:ext cx="28398" cy="28398"/>
          </a:xfrm>
          <a:prstGeom prst="ellipse">
            <a:avLst/>
          </a:prstGeom>
          <a:solidFill>
            <a:srgbClr val="2D887E">
              <a:alpha val="30000"/>
            </a:srgbClr>
          </a:solidFill>
          <a:ln w="0">
            <a:noFill/>
            <a:prstDash val="solid"/>
          </a:ln>
        </p:spPr>
      </p:sp>
      <p:sp>
        <p:nvSpPr>
          <p:cNvPr id="122" name="02_predicted_pose_3421">
            <a:extLst>
              <a:ext uri="{FF2B5EF4-FFF2-40B4-BE49-F238E27FC236}">
                <a16:creationId xmlns:a16="http://schemas.microsoft.com/office/drawing/2014/main" id="{9E2CC068-C08B-4AE7-ABC2-555BD12B4F71}"/>
              </a:ext>
            </a:extLst>
          </p:cNvPr>
          <p:cNvSpPr>
            <a:spLocks noGrp="1"/>
          </p:cNvSpPr>
          <p:nvPr/>
        </p:nvSpPr>
        <p:spPr>
          <a:xfrm>
            <a:off x="1357688" y="3643253"/>
            <a:ext cx="28398" cy="28398"/>
          </a:xfrm>
          <a:prstGeom prst="ellipse">
            <a:avLst/>
          </a:prstGeom>
          <a:solidFill>
            <a:srgbClr val="2D887E">
              <a:alpha val="30000"/>
            </a:srgbClr>
          </a:solidFill>
          <a:ln w="0">
            <a:noFill/>
            <a:prstDash val="solid"/>
          </a:ln>
        </p:spPr>
      </p:sp>
      <p:sp>
        <p:nvSpPr>
          <p:cNvPr id="123" name="02_predicted_pose_3422">
            <a:extLst>
              <a:ext uri="{FF2B5EF4-FFF2-40B4-BE49-F238E27FC236}">
                <a16:creationId xmlns:a16="http://schemas.microsoft.com/office/drawing/2014/main" id="{E322CE39-9E21-4F2D-A080-41B6AC46B14D}"/>
              </a:ext>
            </a:extLst>
          </p:cNvPr>
          <p:cNvSpPr>
            <a:spLocks noGrp="1"/>
          </p:cNvSpPr>
          <p:nvPr/>
        </p:nvSpPr>
        <p:spPr>
          <a:xfrm>
            <a:off x="1195070" y="3554266"/>
            <a:ext cx="28398" cy="28398"/>
          </a:xfrm>
          <a:prstGeom prst="ellipse">
            <a:avLst/>
          </a:prstGeom>
          <a:solidFill>
            <a:srgbClr val="2D887E">
              <a:alpha val="30000"/>
            </a:srgbClr>
          </a:solidFill>
          <a:ln w="0">
            <a:noFill/>
            <a:prstDash val="solid"/>
          </a:ln>
        </p:spPr>
      </p:sp>
      <p:sp>
        <p:nvSpPr>
          <p:cNvPr id="124" name="02_predicted_pose_3423">
            <a:extLst>
              <a:ext uri="{FF2B5EF4-FFF2-40B4-BE49-F238E27FC236}">
                <a16:creationId xmlns:a16="http://schemas.microsoft.com/office/drawing/2014/main" id="{A0B7D500-3D4C-4A8D-8B65-7DD9264BF24E}"/>
              </a:ext>
            </a:extLst>
          </p:cNvPr>
          <p:cNvSpPr>
            <a:spLocks noGrp="1"/>
          </p:cNvSpPr>
          <p:nvPr/>
        </p:nvSpPr>
        <p:spPr>
          <a:xfrm>
            <a:off x="1222632" y="3788308"/>
            <a:ext cx="28398" cy="28398"/>
          </a:xfrm>
          <a:prstGeom prst="ellipse">
            <a:avLst/>
          </a:prstGeom>
          <a:solidFill>
            <a:srgbClr val="2D887E">
              <a:alpha val="30000"/>
            </a:srgbClr>
          </a:solidFill>
          <a:ln w="0">
            <a:noFill/>
            <a:prstDash val="solid"/>
          </a:ln>
        </p:spPr>
      </p:sp>
      <p:sp>
        <p:nvSpPr>
          <p:cNvPr id="125" name="02_predicted_pose_3424">
            <a:extLst>
              <a:ext uri="{FF2B5EF4-FFF2-40B4-BE49-F238E27FC236}">
                <a16:creationId xmlns:a16="http://schemas.microsoft.com/office/drawing/2014/main" id="{C2C8A2F8-3665-49D6-BC67-7B696BE04403}"/>
              </a:ext>
            </a:extLst>
          </p:cNvPr>
          <p:cNvSpPr>
            <a:spLocks noGrp="1"/>
          </p:cNvSpPr>
          <p:nvPr/>
        </p:nvSpPr>
        <p:spPr>
          <a:xfrm>
            <a:off x="1448645" y="3329442"/>
            <a:ext cx="28398" cy="28398"/>
          </a:xfrm>
          <a:prstGeom prst="ellipse">
            <a:avLst/>
          </a:prstGeom>
          <a:solidFill>
            <a:srgbClr val="2D887E">
              <a:alpha val="30000"/>
            </a:srgbClr>
          </a:solidFill>
          <a:ln w="0">
            <a:noFill/>
            <a:prstDash val="solid"/>
          </a:ln>
        </p:spPr>
      </p:sp>
      <p:sp>
        <p:nvSpPr>
          <p:cNvPr id="126" name="02_predicted_pose_3425">
            <a:extLst>
              <a:ext uri="{FF2B5EF4-FFF2-40B4-BE49-F238E27FC236}">
                <a16:creationId xmlns:a16="http://schemas.microsoft.com/office/drawing/2014/main" id="{37740B56-12A9-4FBD-A02F-CB7319816266}"/>
              </a:ext>
            </a:extLst>
          </p:cNvPr>
          <p:cNvSpPr>
            <a:spLocks noGrp="1"/>
          </p:cNvSpPr>
          <p:nvPr/>
        </p:nvSpPr>
        <p:spPr>
          <a:xfrm>
            <a:off x="1322891" y="3552981"/>
            <a:ext cx="28398" cy="28398"/>
          </a:xfrm>
          <a:prstGeom prst="ellipse">
            <a:avLst/>
          </a:prstGeom>
          <a:solidFill>
            <a:srgbClr val="2D887E">
              <a:alpha val="30000"/>
            </a:srgbClr>
          </a:solidFill>
          <a:ln w="0">
            <a:noFill/>
            <a:prstDash val="solid"/>
          </a:ln>
        </p:spPr>
      </p:sp>
      <p:sp>
        <p:nvSpPr>
          <p:cNvPr id="127" name="02_predicted_pose_3426">
            <a:extLst>
              <a:ext uri="{FF2B5EF4-FFF2-40B4-BE49-F238E27FC236}">
                <a16:creationId xmlns:a16="http://schemas.microsoft.com/office/drawing/2014/main" id="{5E44D1D3-0F11-4FF5-B931-8E7D65F20EF1}"/>
              </a:ext>
            </a:extLst>
          </p:cNvPr>
          <p:cNvSpPr>
            <a:spLocks noGrp="1"/>
          </p:cNvSpPr>
          <p:nvPr/>
        </p:nvSpPr>
        <p:spPr>
          <a:xfrm>
            <a:off x="1201271" y="3581410"/>
            <a:ext cx="28398" cy="28398"/>
          </a:xfrm>
          <a:prstGeom prst="ellipse">
            <a:avLst/>
          </a:prstGeom>
          <a:solidFill>
            <a:srgbClr val="2D887E">
              <a:alpha val="30000"/>
            </a:srgbClr>
          </a:solidFill>
          <a:ln w="0">
            <a:noFill/>
            <a:prstDash val="solid"/>
          </a:ln>
        </p:spPr>
      </p:sp>
      <p:sp>
        <p:nvSpPr>
          <p:cNvPr id="128" name="02_predicted_pose_3427">
            <a:extLst>
              <a:ext uri="{FF2B5EF4-FFF2-40B4-BE49-F238E27FC236}">
                <a16:creationId xmlns:a16="http://schemas.microsoft.com/office/drawing/2014/main" id="{9486FABB-7926-486D-9A19-CD3DB753D0EA}"/>
              </a:ext>
            </a:extLst>
          </p:cNvPr>
          <p:cNvSpPr>
            <a:spLocks noGrp="1"/>
          </p:cNvSpPr>
          <p:nvPr/>
        </p:nvSpPr>
        <p:spPr>
          <a:xfrm>
            <a:off x="1242615" y="3496663"/>
            <a:ext cx="28398" cy="28398"/>
          </a:xfrm>
          <a:prstGeom prst="ellipse">
            <a:avLst/>
          </a:prstGeom>
          <a:solidFill>
            <a:srgbClr val="2D887E">
              <a:alpha val="30000"/>
            </a:srgbClr>
          </a:solidFill>
          <a:ln w="0">
            <a:noFill/>
            <a:prstDash val="solid"/>
          </a:ln>
        </p:spPr>
      </p:sp>
      <p:sp>
        <p:nvSpPr>
          <p:cNvPr id="129" name="02_predicted_pose_3428">
            <a:extLst>
              <a:ext uri="{FF2B5EF4-FFF2-40B4-BE49-F238E27FC236}">
                <a16:creationId xmlns:a16="http://schemas.microsoft.com/office/drawing/2014/main" id="{F9BEF3D2-E19D-42BF-B9D9-CA3B388763E7}"/>
              </a:ext>
            </a:extLst>
          </p:cNvPr>
          <p:cNvSpPr>
            <a:spLocks noGrp="1"/>
          </p:cNvSpPr>
          <p:nvPr/>
        </p:nvSpPr>
        <p:spPr>
          <a:xfrm>
            <a:off x="1283959" y="3442737"/>
            <a:ext cx="28398" cy="28398"/>
          </a:xfrm>
          <a:prstGeom prst="ellipse">
            <a:avLst/>
          </a:prstGeom>
          <a:solidFill>
            <a:srgbClr val="2D887E">
              <a:alpha val="30000"/>
            </a:srgbClr>
          </a:solidFill>
          <a:ln w="0">
            <a:noFill/>
            <a:prstDash val="solid"/>
          </a:ln>
        </p:spPr>
      </p:sp>
      <p:sp>
        <p:nvSpPr>
          <p:cNvPr id="130" name="02_predicted_pose_3429">
            <a:extLst>
              <a:ext uri="{FF2B5EF4-FFF2-40B4-BE49-F238E27FC236}">
                <a16:creationId xmlns:a16="http://schemas.microsoft.com/office/drawing/2014/main" id="{9C22E154-77D0-47AB-9824-015B644A29FC}"/>
              </a:ext>
            </a:extLst>
          </p:cNvPr>
          <p:cNvSpPr>
            <a:spLocks noGrp="1"/>
          </p:cNvSpPr>
          <p:nvPr/>
        </p:nvSpPr>
        <p:spPr>
          <a:xfrm>
            <a:off x="1458291" y="2696931"/>
            <a:ext cx="28398" cy="28398"/>
          </a:xfrm>
          <a:prstGeom prst="ellipse">
            <a:avLst/>
          </a:prstGeom>
          <a:solidFill>
            <a:srgbClr val="2D887E">
              <a:alpha val="30000"/>
            </a:srgbClr>
          </a:solidFill>
          <a:ln w="0">
            <a:noFill/>
            <a:prstDash val="solid"/>
          </a:ln>
        </p:spPr>
      </p:sp>
      <p:sp>
        <p:nvSpPr>
          <p:cNvPr id="131" name="02_predicted_pose_3430">
            <a:extLst>
              <a:ext uri="{FF2B5EF4-FFF2-40B4-BE49-F238E27FC236}">
                <a16:creationId xmlns:a16="http://schemas.microsoft.com/office/drawing/2014/main" id="{92853356-5DB5-4272-87DC-FFEE7005036B}"/>
              </a:ext>
            </a:extLst>
          </p:cNvPr>
          <p:cNvSpPr>
            <a:spLocks noGrp="1"/>
          </p:cNvSpPr>
          <p:nvPr/>
        </p:nvSpPr>
        <p:spPr>
          <a:xfrm>
            <a:off x="1156138" y="3350892"/>
            <a:ext cx="28398" cy="28398"/>
          </a:xfrm>
          <a:prstGeom prst="ellipse">
            <a:avLst/>
          </a:prstGeom>
          <a:solidFill>
            <a:srgbClr val="2D887E">
              <a:alpha val="30000"/>
            </a:srgbClr>
          </a:solidFill>
          <a:ln w="0">
            <a:noFill/>
            <a:prstDash val="solid"/>
          </a:ln>
        </p:spPr>
      </p:sp>
      <p:sp>
        <p:nvSpPr>
          <p:cNvPr id="132" name="02_predicted_pose_3431">
            <a:extLst>
              <a:ext uri="{FF2B5EF4-FFF2-40B4-BE49-F238E27FC236}">
                <a16:creationId xmlns:a16="http://schemas.microsoft.com/office/drawing/2014/main" id="{F20B5A41-33C9-48D5-A40E-B7A502C00B0F}"/>
              </a:ext>
            </a:extLst>
          </p:cNvPr>
          <p:cNvSpPr>
            <a:spLocks noGrp="1"/>
          </p:cNvSpPr>
          <p:nvPr/>
        </p:nvSpPr>
        <p:spPr>
          <a:xfrm>
            <a:off x="1365957" y="2695340"/>
            <a:ext cx="28398" cy="28398"/>
          </a:xfrm>
          <a:prstGeom prst="ellipse">
            <a:avLst/>
          </a:prstGeom>
          <a:solidFill>
            <a:srgbClr val="2D887E">
              <a:alpha val="30000"/>
            </a:srgbClr>
          </a:solidFill>
          <a:ln w="0">
            <a:noFill/>
            <a:prstDash val="solid"/>
          </a:ln>
        </p:spPr>
      </p:sp>
      <p:sp>
        <p:nvSpPr>
          <p:cNvPr id="133" name="02_predicted_pose_3432">
            <a:extLst>
              <a:ext uri="{FF2B5EF4-FFF2-40B4-BE49-F238E27FC236}">
                <a16:creationId xmlns:a16="http://schemas.microsoft.com/office/drawing/2014/main" id="{920BF861-8F62-4DEB-9490-13313F0F1FC4}"/>
              </a:ext>
            </a:extLst>
          </p:cNvPr>
          <p:cNvSpPr>
            <a:spLocks noGrp="1"/>
          </p:cNvSpPr>
          <p:nvPr/>
        </p:nvSpPr>
        <p:spPr>
          <a:xfrm>
            <a:off x="1458981" y="3029462"/>
            <a:ext cx="28398" cy="28398"/>
          </a:xfrm>
          <a:prstGeom prst="ellipse">
            <a:avLst/>
          </a:prstGeom>
          <a:solidFill>
            <a:srgbClr val="2D887E">
              <a:alpha val="30000"/>
            </a:srgbClr>
          </a:solidFill>
          <a:ln w="0">
            <a:noFill/>
            <a:prstDash val="solid"/>
          </a:ln>
        </p:spPr>
      </p:sp>
      <p:sp>
        <p:nvSpPr>
          <p:cNvPr id="134" name="02_predicted_pose_3433">
            <a:extLst>
              <a:ext uri="{FF2B5EF4-FFF2-40B4-BE49-F238E27FC236}">
                <a16:creationId xmlns:a16="http://schemas.microsoft.com/office/drawing/2014/main" id="{B5234E90-14F5-4EC6-B84A-4724939AC82B}"/>
              </a:ext>
            </a:extLst>
          </p:cNvPr>
          <p:cNvSpPr>
            <a:spLocks noGrp="1"/>
          </p:cNvSpPr>
          <p:nvPr/>
        </p:nvSpPr>
        <p:spPr>
          <a:xfrm>
            <a:off x="1289816" y="2736718"/>
            <a:ext cx="28398" cy="28398"/>
          </a:xfrm>
          <a:prstGeom prst="ellipse">
            <a:avLst/>
          </a:prstGeom>
          <a:solidFill>
            <a:srgbClr val="2D887E">
              <a:alpha val="30000"/>
            </a:srgbClr>
          </a:solidFill>
          <a:ln w="0">
            <a:noFill/>
            <a:prstDash val="solid"/>
          </a:ln>
        </p:spPr>
      </p:sp>
      <p:sp>
        <p:nvSpPr>
          <p:cNvPr id="135" name="02_predicted_pose_3434">
            <a:extLst>
              <a:ext uri="{FF2B5EF4-FFF2-40B4-BE49-F238E27FC236}">
                <a16:creationId xmlns:a16="http://schemas.microsoft.com/office/drawing/2014/main" id="{3D2E23A8-151C-4F3B-A7D7-AB364F766654}"/>
              </a:ext>
            </a:extLst>
          </p:cNvPr>
          <p:cNvSpPr>
            <a:spLocks noGrp="1"/>
          </p:cNvSpPr>
          <p:nvPr/>
        </p:nvSpPr>
        <p:spPr>
          <a:xfrm>
            <a:off x="1303597" y="3237973"/>
            <a:ext cx="28398" cy="28398"/>
          </a:xfrm>
          <a:prstGeom prst="ellipse">
            <a:avLst/>
          </a:prstGeom>
          <a:solidFill>
            <a:srgbClr val="2D887E">
              <a:alpha val="30000"/>
            </a:srgbClr>
          </a:solidFill>
          <a:ln w="0">
            <a:noFill/>
            <a:prstDash val="solid"/>
          </a:ln>
        </p:spPr>
      </p:sp>
      <p:sp>
        <p:nvSpPr>
          <p:cNvPr id="136" name="02_predicted_pose_3435">
            <a:extLst>
              <a:ext uri="{FF2B5EF4-FFF2-40B4-BE49-F238E27FC236}">
                <a16:creationId xmlns:a16="http://schemas.microsoft.com/office/drawing/2014/main" id="{62682FB7-EAE6-4B68-8606-EEC8651845D1}"/>
              </a:ext>
            </a:extLst>
          </p:cNvPr>
          <p:cNvSpPr>
            <a:spLocks noGrp="1"/>
          </p:cNvSpPr>
          <p:nvPr/>
        </p:nvSpPr>
        <p:spPr>
          <a:xfrm>
            <a:off x="1225389" y="3274160"/>
            <a:ext cx="28398" cy="28398"/>
          </a:xfrm>
          <a:prstGeom prst="ellipse">
            <a:avLst/>
          </a:prstGeom>
          <a:solidFill>
            <a:srgbClr val="2D887E">
              <a:alpha val="30000"/>
            </a:srgbClr>
          </a:solidFill>
          <a:ln w="0">
            <a:noFill/>
            <a:prstDash val="solid"/>
          </a:ln>
        </p:spPr>
      </p:sp>
      <p:sp>
        <p:nvSpPr>
          <p:cNvPr id="137" name="02_predicted_pose_3436">
            <a:extLst>
              <a:ext uri="{FF2B5EF4-FFF2-40B4-BE49-F238E27FC236}">
                <a16:creationId xmlns:a16="http://schemas.microsoft.com/office/drawing/2014/main" id="{5EC6C063-A28F-471C-A34D-121D526A02DD}"/>
              </a:ext>
            </a:extLst>
          </p:cNvPr>
          <p:cNvSpPr>
            <a:spLocks noGrp="1"/>
          </p:cNvSpPr>
          <p:nvPr/>
        </p:nvSpPr>
        <p:spPr>
          <a:xfrm>
            <a:off x="1239170" y="3320979"/>
            <a:ext cx="28398" cy="28398"/>
          </a:xfrm>
          <a:prstGeom prst="ellipse">
            <a:avLst/>
          </a:prstGeom>
          <a:solidFill>
            <a:srgbClr val="2D887E">
              <a:alpha val="30000"/>
            </a:srgbClr>
          </a:solidFill>
          <a:ln w="0">
            <a:noFill/>
            <a:prstDash val="solid"/>
          </a:ln>
        </p:spPr>
      </p:sp>
      <p:sp>
        <p:nvSpPr>
          <p:cNvPr id="138" name="02_predicted_pose_3437">
            <a:extLst>
              <a:ext uri="{FF2B5EF4-FFF2-40B4-BE49-F238E27FC236}">
                <a16:creationId xmlns:a16="http://schemas.microsoft.com/office/drawing/2014/main" id="{36A7675E-D483-4CF7-B51B-10DC2C29FAEF}"/>
              </a:ext>
            </a:extLst>
          </p:cNvPr>
          <p:cNvSpPr>
            <a:spLocks noGrp="1"/>
          </p:cNvSpPr>
          <p:nvPr/>
        </p:nvSpPr>
        <p:spPr>
          <a:xfrm>
            <a:off x="1252951" y="3304649"/>
            <a:ext cx="28398" cy="28398"/>
          </a:xfrm>
          <a:prstGeom prst="ellipse">
            <a:avLst/>
          </a:prstGeom>
          <a:solidFill>
            <a:srgbClr val="2D887E">
              <a:alpha val="30000"/>
            </a:srgbClr>
          </a:solidFill>
          <a:ln w="0">
            <a:noFill/>
            <a:prstDash val="solid"/>
          </a:ln>
        </p:spPr>
      </p:sp>
      <p:sp>
        <p:nvSpPr>
          <p:cNvPr id="139" name="02_predicted_pose_3438">
            <a:extLst>
              <a:ext uri="{FF2B5EF4-FFF2-40B4-BE49-F238E27FC236}">
                <a16:creationId xmlns:a16="http://schemas.microsoft.com/office/drawing/2014/main" id="{A2911E64-B18A-4000-B96E-7372BFE713E9}"/>
              </a:ext>
            </a:extLst>
          </p:cNvPr>
          <p:cNvSpPr>
            <a:spLocks noGrp="1"/>
          </p:cNvSpPr>
          <p:nvPr/>
        </p:nvSpPr>
        <p:spPr>
          <a:xfrm>
            <a:off x="1266732" y="3275679"/>
            <a:ext cx="28398" cy="28398"/>
          </a:xfrm>
          <a:prstGeom prst="ellipse">
            <a:avLst/>
          </a:prstGeom>
          <a:solidFill>
            <a:srgbClr val="2D887E">
              <a:alpha val="30000"/>
            </a:srgbClr>
          </a:solidFill>
          <a:ln w="0">
            <a:noFill/>
            <a:prstDash val="solid"/>
          </a:ln>
        </p:spPr>
      </p:sp>
      <p:sp>
        <p:nvSpPr>
          <p:cNvPr id="140" name="02_predicted_pose_3439">
            <a:extLst>
              <a:ext uri="{FF2B5EF4-FFF2-40B4-BE49-F238E27FC236}">
                <a16:creationId xmlns:a16="http://schemas.microsoft.com/office/drawing/2014/main" id="{32D49C3B-2132-4C0A-BC72-6BF250872427}"/>
              </a:ext>
            </a:extLst>
          </p:cNvPr>
          <p:cNvSpPr>
            <a:spLocks noGrp="1"/>
          </p:cNvSpPr>
          <p:nvPr/>
        </p:nvSpPr>
        <p:spPr>
          <a:xfrm>
            <a:off x="1280514" y="3297586"/>
            <a:ext cx="28398" cy="28398"/>
          </a:xfrm>
          <a:prstGeom prst="ellipse">
            <a:avLst/>
          </a:prstGeom>
          <a:solidFill>
            <a:srgbClr val="2D887E">
              <a:alpha val="30000"/>
            </a:srgbClr>
          </a:solidFill>
          <a:ln w="0">
            <a:noFill/>
            <a:prstDash val="solid"/>
          </a:ln>
        </p:spPr>
      </p:sp>
      <p:sp>
        <p:nvSpPr>
          <p:cNvPr id="141" name="02_predicted_pose_3440">
            <a:extLst>
              <a:ext uri="{FF2B5EF4-FFF2-40B4-BE49-F238E27FC236}">
                <a16:creationId xmlns:a16="http://schemas.microsoft.com/office/drawing/2014/main" id="{A48CE4C8-7BD3-463A-A940-8FF9A04266E7}"/>
              </a:ext>
            </a:extLst>
          </p:cNvPr>
          <p:cNvSpPr>
            <a:spLocks noGrp="1"/>
          </p:cNvSpPr>
          <p:nvPr/>
        </p:nvSpPr>
        <p:spPr>
          <a:xfrm>
            <a:off x="1294295" y="3312223"/>
            <a:ext cx="28398" cy="28398"/>
          </a:xfrm>
          <a:prstGeom prst="ellipse">
            <a:avLst/>
          </a:prstGeom>
          <a:solidFill>
            <a:srgbClr val="2D887E">
              <a:alpha val="30000"/>
            </a:srgbClr>
          </a:solidFill>
          <a:ln w="0">
            <a:noFill/>
            <a:prstDash val="solid"/>
          </a:ln>
        </p:spPr>
      </p:sp>
      <p:sp>
        <p:nvSpPr>
          <p:cNvPr id="142" name="02_predicted_pose_3441">
            <a:extLst>
              <a:ext uri="{FF2B5EF4-FFF2-40B4-BE49-F238E27FC236}">
                <a16:creationId xmlns:a16="http://schemas.microsoft.com/office/drawing/2014/main" id="{4EAE9F40-8178-4BA6-8640-5944C84A0E8B}"/>
              </a:ext>
            </a:extLst>
          </p:cNvPr>
          <p:cNvSpPr>
            <a:spLocks noGrp="1"/>
          </p:cNvSpPr>
          <p:nvPr/>
        </p:nvSpPr>
        <p:spPr>
          <a:xfrm>
            <a:off x="1308076" y="3307665"/>
            <a:ext cx="28398" cy="28398"/>
          </a:xfrm>
          <a:prstGeom prst="ellipse">
            <a:avLst/>
          </a:prstGeom>
          <a:solidFill>
            <a:srgbClr val="2D887E">
              <a:alpha val="30000"/>
            </a:srgbClr>
          </a:solidFill>
          <a:ln w="0">
            <a:noFill/>
            <a:prstDash val="solid"/>
          </a:ln>
        </p:spPr>
      </p:sp>
      <p:sp>
        <p:nvSpPr>
          <p:cNvPr id="143" name="02_predicted_pose_3442">
            <a:extLst>
              <a:ext uri="{FF2B5EF4-FFF2-40B4-BE49-F238E27FC236}">
                <a16:creationId xmlns:a16="http://schemas.microsoft.com/office/drawing/2014/main" id="{1C4BFE9D-609D-4C4B-A6C7-F3415CA155D7}"/>
              </a:ext>
            </a:extLst>
          </p:cNvPr>
          <p:cNvSpPr>
            <a:spLocks noGrp="1"/>
          </p:cNvSpPr>
          <p:nvPr/>
        </p:nvSpPr>
        <p:spPr>
          <a:xfrm>
            <a:off x="1321857" y="3304807"/>
            <a:ext cx="28398" cy="28398"/>
          </a:xfrm>
          <a:prstGeom prst="ellipse">
            <a:avLst/>
          </a:prstGeom>
          <a:solidFill>
            <a:srgbClr val="2D887E">
              <a:alpha val="30000"/>
            </a:srgbClr>
          </a:solidFill>
          <a:ln w="0">
            <a:noFill/>
            <a:prstDash val="solid"/>
          </a:ln>
        </p:spPr>
      </p:sp>
      <p:sp>
        <p:nvSpPr>
          <p:cNvPr id="144" name="02_predicted_pose_3443">
            <a:extLst>
              <a:ext uri="{FF2B5EF4-FFF2-40B4-BE49-F238E27FC236}">
                <a16:creationId xmlns:a16="http://schemas.microsoft.com/office/drawing/2014/main" id="{F0C539CC-C31B-4DA0-B59E-DB643A42A5E9}"/>
              </a:ext>
            </a:extLst>
          </p:cNvPr>
          <p:cNvSpPr>
            <a:spLocks noGrp="1"/>
          </p:cNvSpPr>
          <p:nvPr/>
        </p:nvSpPr>
        <p:spPr>
          <a:xfrm>
            <a:off x="1335638" y="3302768"/>
            <a:ext cx="28398" cy="28398"/>
          </a:xfrm>
          <a:prstGeom prst="ellipse">
            <a:avLst/>
          </a:prstGeom>
          <a:solidFill>
            <a:srgbClr val="2D887E">
              <a:alpha val="30000"/>
            </a:srgbClr>
          </a:solidFill>
          <a:ln w="0">
            <a:noFill/>
            <a:prstDash val="solid"/>
          </a:ln>
        </p:spPr>
      </p:sp>
      <p:sp>
        <p:nvSpPr>
          <p:cNvPr id="145" name="02_predicted_pose_3444">
            <a:extLst>
              <a:ext uri="{FF2B5EF4-FFF2-40B4-BE49-F238E27FC236}">
                <a16:creationId xmlns:a16="http://schemas.microsoft.com/office/drawing/2014/main" id="{AA15F3FB-90CE-485B-A53E-D587316A4283}"/>
              </a:ext>
            </a:extLst>
          </p:cNvPr>
          <p:cNvSpPr>
            <a:spLocks noGrp="1"/>
          </p:cNvSpPr>
          <p:nvPr/>
        </p:nvSpPr>
        <p:spPr>
          <a:xfrm>
            <a:off x="1349420" y="3275371"/>
            <a:ext cx="28398" cy="28398"/>
          </a:xfrm>
          <a:prstGeom prst="ellipse">
            <a:avLst/>
          </a:prstGeom>
          <a:solidFill>
            <a:srgbClr val="2D887E">
              <a:alpha val="30000"/>
            </a:srgbClr>
          </a:solidFill>
          <a:ln w="0">
            <a:noFill/>
            <a:prstDash val="solid"/>
          </a:ln>
        </p:spPr>
      </p:sp>
      <p:sp>
        <p:nvSpPr>
          <p:cNvPr id="146" name="02_predicted_pose_3445">
            <a:extLst>
              <a:ext uri="{FF2B5EF4-FFF2-40B4-BE49-F238E27FC236}">
                <a16:creationId xmlns:a16="http://schemas.microsoft.com/office/drawing/2014/main" id="{15AB82BF-38BB-47F2-86ED-965319F7B1C2}"/>
              </a:ext>
            </a:extLst>
          </p:cNvPr>
          <p:cNvSpPr>
            <a:spLocks noGrp="1"/>
          </p:cNvSpPr>
          <p:nvPr/>
        </p:nvSpPr>
        <p:spPr>
          <a:xfrm>
            <a:off x="1238825" y="3293758"/>
            <a:ext cx="28398" cy="28398"/>
          </a:xfrm>
          <a:prstGeom prst="ellipse">
            <a:avLst/>
          </a:prstGeom>
          <a:solidFill>
            <a:srgbClr val="2D887E">
              <a:alpha val="30000"/>
            </a:srgbClr>
          </a:solidFill>
          <a:ln w="0">
            <a:noFill/>
            <a:prstDash val="solid"/>
          </a:ln>
        </p:spPr>
      </p:sp>
      <p:sp>
        <p:nvSpPr>
          <p:cNvPr id="147" name="02_predicted_pose_3446">
            <a:extLst>
              <a:ext uri="{FF2B5EF4-FFF2-40B4-BE49-F238E27FC236}">
                <a16:creationId xmlns:a16="http://schemas.microsoft.com/office/drawing/2014/main" id="{2D0BE95F-ACA7-437B-A898-015233BCD834}"/>
              </a:ext>
            </a:extLst>
          </p:cNvPr>
          <p:cNvSpPr>
            <a:spLocks noGrp="1"/>
          </p:cNvSpPr>
          <p:nvPr/>
        </p:nvSpPr>
        <p:spPr>
          <a:xfrm>
            <a:off x="1430040" y="3634809"/>
            <a:ext cx="28398" cy="28398"/>
          </a:xfrm>
          <a:prstGeom prst="ellipse">
            <a:avLst/>
          </a:prstGeom>
          <a:solidFill>
            <a:srgbClr val="2D887E">
              <a:alpha val="30000"/>
            </a:srgbClr>
          </a:solidFill>
          <a:ln w="0">
            <a:noFill/>
            <a:prstDash val="solid"/>
          </a:ln>
        </p:spPr>
      </p:sp>
      <p:sp>
        <p:nvSpPr>
          <p:cNvPr id="148" name="02_predicted_pose_3447">
            <a:extLst>
              <a:ext uri="{FF2B5EF4-FFF2-40B4-BE49-F238E27FC236}">
                <a16:creationId xmlns:a16="http://schemas.microsoft.com/office/drawing/2014/main" id="{9C835A50-A2C6-40AA-A627-6F1866C5FA47}"/>
              </a:ext>
            </a:extLst>
          </p:cNvPr>
          <p:cNvSpPr>
            <a:spLocks noGrp="1"/>
          </p:cNvSpPr>
          <p:nvPr/>
        </p:nvSpPr>
        <p:spPr>
          <a:xfrm>
            <a:off x="1301185" y="3789014"/>
            <a:ext cx="28398" cy="28398"/>
          </a:xfrm>
          <a:prstGeom prst="ellipse">
            <a:avLst/>
          </a:prstGeom>
          <a:solidFill>
            <a:srgbClr val="2D887E">
              <a:alpha val="30000"/>
            </a:srgbClr>
          </a:solidFill>
          <a:ln w="0">
            <a:noFill/>
            <a:prstDash val="solid"/>
          </a:ln>
        </p:spPr>
      </p:sp>
      <p:sp>
        <p:nvSpPr>
          <p:cNvPr id="149" name="02_predicted_pose_3448">
            <a:extLst>
              <a:ext uri="{FF2B5EF4-FFF2-40B4-BE49-F238E27FC236}">
                <a16:creationId xmlns:a16="http://schemas.microsoft.com/office/drawing/2014/main" id="{C8424C33-2A6B-4452-B71A-A0F7DC29F476}"/>
              </a:ext>
            </a:extLst>
          </p:cNvPr>
          <p:cNvSpPr>
            <a:spLocks noGrp="1"/>
          </p:cNvSpPr>
          <p:nvPr/>
        </p:nvSpPr>
        <p:spPr>
          <a:xfrm>
            <a:off x="1193347" y="3748768"/>
            <a:ext cx="28398" cy="28398"/>
          </a:xfrm>
          <a:prstGeom prst="ellipse">
            <a:avLst/>
          </a:prstGeom>
          <a:solidFill>
            <a:srgbClr val="2D887E">
              <a:alpha val="30000"/>
            </a:srgbClr>
          </a:solidFill>
          <a:ln w="0">
            <a:noFill/>
            <a:prstDash val="solid"/>
          </a:ln>
        </p:spPr>
      </p:sp>
      <p:sp>
        <p:nvSpPr>
          <p:cNvPr id="150" name="02_predicted_pose_3449">
            <a:extLst>
              <a:ext uri="{FF2B5EF4-FFF2-40B4-BE49-F238E27FC236}">
                <a16:creationId xmlns:a16="http://schemas.microsoft.com/office/drawing/2014/main" id="{228350E1-6B51-43BB-BF1E-46BFE997EE75}"/>
              </a:ext>
            </a:extLst>
          </p:cNvPr>
          <p:cNvSpPr>
            <a:spLocks noGrp="1"/>
          </p:cNvSpPr>
          <p:nvPr/>
        </p:nvSpPr>
        <p:spPr>
          <a:xfrm>
            <a:off x="1314967" y="3673322"/>
            <a:ext cx="28398" cy="28398"/>
          </a:xfrm>
          <a:prstGeom prst="ellipse">
            <a:avLst/>
          </a:prstGeom>
          <a:solidFill>
            <a:srgbClr val="2D887E">
              <a:alpha val="30000"/>
            </a:srgbClr>
          </a:solidFill>
          <a:ln w="0">
            <a:noFill/>
            <a:prstDash val="solid"/>
          </a:ln>
        </p:spPr>
      </p:sp>
      <p:sp>
        <p:nvSpPr>
          <p:cNvPr id="151" name="02_predicted_pose_3450">
            <a:extLst>
              <a:ext uri="{FF2B5EF4-FFF2-40B4-BE49-F238E27FC236}">
                <a16:creationId xmlns:a16="http://schemas.microsoft.com/office/drawing/2014/main" id="{DC41E5F8-F5C1-4703-9F12-646E2A6C87FD}"/>
              </a:ext>
            </a:extLst>
          </p:cNvPr>
          <p:cNvSpPr>
            <a:spLocks noGrp="1"/>
          </p:cNvSpPr>
          <p:nvPr/>
        </p:nvSpPr>
        <p:spPr>
          <a:xfrm>
            <a:off x="1422116" y="3482228"/>
            <a:ext cx="28398" cy="28398"/>
          </a:xfrm>
          <a:prstGeom prst="ellipse">
            <a:avLst/>
          </a:prstGeom>
          <a:solidFill>
            <a:srgbClr val="2D887E">
              <a:alpha val="30000"/>
            </a:srgbClr>
          </a:solidFill>
          <a:ln w="0">
            <a:noFill/>
            <a:prstDash val="solid"/>
          </a:ln>
        </p:spPr>
      </p:sp>
      <p:sp>
        <p:nvSpPr>
          <p:cNvPr id="152" name="02_predicted_pose_3451">
            <a:extLst>
              <a:ext uri="{FF2B5EF4-FFF2-40B4-BE49-F238E27FC236}">
                <a16:creationId xmlns:a16="http://schemas.microsoft.com/office/drawing/2014/main" id="{C1A45EFE-16E3-49C1-8DFA-CE6A8063CB35}"/>
              </a:ext>
            </a:extLst>
          </p:cNvPr>
          <p:cNvSpPr>
            <a:spLocks noGrp="1"/>
          </p:cNvSpPr>
          <p:nvPr/>
        </p:nvSpPr>
        <p:spPr>
          <a:xfrm>
            <a:off x="1477241" y="3423525"/>
            <a:ext cx="28398" cy="28398"/>
          </a:xfrm>
          <a:prstGeom prst="ellipse">
            <a:avLst/>
          </a:prstGeom>
          <a:solidFill>
            <a:srgbClr val="2D887E">
              <a:alpha val="30000"/>
            </a:srgbClr>
          </a:solidFill>
          <a:ln w="0">
            <a:noFill/>
            <a:prstDash val="solid"/>
          </a:ln>
        </p:spPr>
      </p:sp>
      <p:sp>
        <p:nvSpPr>
          <p:cNvPr id="153" name="02_predicted_pose_3452">
            <a:extLst>
              <a:ext uri="{FF2B5EF4-FFF2-40B4-BE49-F238E27FC236}">
                <a16:creationId xmlns:a16="http://schemas.microsoft.com/office/drawing/2014/main" id="{99C00A12-8718-4B20-A23A-8D346BA46A37}"/>
              </a:ext>
            </a:extLst>
          </p:cNvPr>
          <p:cNvSpPr>
            <a:spLocks noGrp="1"/>
          </p:cNvSpPr>
          <p:nvPr/>
        </p:nvSpPr>
        <p:spPr>
          <a:xfrm>
            <a:off x="1270522" y="3364763"/>
            <a:ext cx="28398" cy="28398"/>
          </a:xfrm>
          <a:prstGeom prst="ellipse">
            <a:avLst/>
          </a:prstGeom>
          <a:solidFill>
            <a:srgbClr val="2D887E">
              <a:alpha val="30000"/>
            </a:srgbClr>
          </a:solidFill>
          <a:ln w="0">
            <a:noFill/>
            <a:prstDash val="solid"/>
          </a:ln>
        </p:spPr>
      </p:sp>
      <p:sp>
        <p:nvSpPr>
          <p:cNvPr id="154" name="02_predicted_pose_3453">
            <a:extLst>
              <a:ext uri="{FF2B5EF4-FFF2-40B4-BE49-F238E27FC236}">
                <a16:creationId xmlns:a16="http://schemas.microsoft.com/office/drawing/2014/main" id="{0A909129-3359-4566-BCC5-4B28DF85021F}"/>
              </a:ext>
            </a:extLst>
          </p:cNvPr>
          <p:cNvSpPr>
            <a:spLocks noGrp="1"/>
          </p:cNvSpPr>
          <p:nvPr/>
        </p:nvSpPr>
        <p:spPr>
          <a:xfrm>
            <a:off x="1298085" y="3316658"/>
            <a:ext cx="28398" cy="28398"/>
          </a:xfrm>
          <a:prstGeom prst="ellipse">
            <a:avLst/>
          </a:prstGeom>
          <a:solidFill>
            <a:srgbClr val="2D887E">
              <a:alpha val="30000"/>
            </a:srgbClr>
          </a:solidFill>
          <a:ln w="0">
            <a:noFill/>
            <a:prstDash val="solid"/>
          </a:ln>
        </p:spPr>
      </p:sp>
      <p:sp>
        <p:nvSpPr>
          <p:cNvPr id="155" name="02_predicted_pose_3454">
            <a:extLst>
              <a:ext uri="{FF2B5EF4-FFF2-40B4-BE49-F238E27FC236}">
                <a16:creationId xmlns:a16="http://schemas.microsoft.com/office/drawing/2014/main" id="{831C0D51-8ED8-406D-AAE5-A8465D426525}"/>
              </a:ext>
            </a:extLst>
          </p:cNvPr>
          <p:cNvSpPr>
            <a:spLocks noGrp="1"/>
          </p:cNvSpPr>
          <p:nvPr/>
        </p:nvSpPr>
        <p:spPr>
          <a:xfrm>
            <a:off x="1339428" y="3318190"/>
            <a:ext cx="28398" cy="28398"/>
          </a:xfrm>
          <a:prstGeom prst="ellipse">
            <a:avLst/>
          </a:prstGeom>
          <a:solidFill>
            <a:srgbClr val="2D887E">
              <a:alpha val="30000"/>
            </a:srgbClr>
          </a:solidFill>
          <a:ln w="0">
            <a:noFill/>
            <a:prstDash val="solid"/>
          </a:ln>
        </p:spPr>
      </p:sp>
      <p:sp>
        <p:nvSpPr>
          <p:cNvPr id="156" name="02_predicted_pose_3455">
            <a:extLst>
              <a:ext uri="{FF2B5EF4-FFF2-40B4-BE49-F238E27FC236}">
                <a16:creationId xmlns:a16="http://schemas.microsoft.com/office/drawing/2014/main" id="{B4C40B0D-BF0B-41C0-8758-61C7397ED4C3}"/>
              </a:ext>
            </a:extLst>
          </p:cNvPr>
          <p:cNvSpPr>
            <a:spLocks noGrp="1"/>
          </p:cNvSpPr>
          <p:nvPr/>
        </p:nvSpPr>
        <p:spPr>
          <a:xfrm>
            <a:off x="1366991" y="3345041"/>
            <a:ext cx="28398" cy="28398"/>
          </a:xfrm>
          <a:prstGeom prst="ellipse">
            <a:avLst/>
          </a:prstGeom>
          <a:solidFill>
            <a:srgbClr val="2D887E">
              <a:alpha val="30000"/>
            </a:srgbClr>
          </a:solidFill>
          <a:ln w="0">
            <a:noFill/>
            <a:prstDash val="solid"/>
          </a:ln>
        </p:spPr>
      </p:sp>
      <p:sp>
        <p:nvSpPr>
          <p:cNvPr id="157" name="02_predicted_pose_3456">
            <a:extLst>
              <a:ext uri="{FF2B5EF4-FFF2-40B4-BE49-F238E27FC236}">
                <a16:creationId xmlns:a16="http://schemas.microsoft.com/office/drawing/2014/main" id="{0BA47AA7-B68B-4724-9F75-00D03ECFF495}"/>
              </a:ext>
            </a:extLst>
          </p:cNvPr>
          <p:cNvSpPr>
            <a:spLocks noGrp="1"/>
          </p:cNvSpPr>
          <p:nvPr/>
        </p:nvSpPr>
        <p:spPr>
          <a:xfrm>
            <a:off x="1380772" y="3326480"/>
            <a:ext cx="28398" cy="28398"/>
          </a:xfrm>
          <a:prstGeom prst="ellipse">
            <a:avLst/>
          </a:prstGeom>
          <a:solidFill>
            <a:srgbClr val="2D887E">
              <a:alpha val="30000"/>
            </a:srgbClr>
          </a:solidFill>
          <a:ln w="0">
            <a:noFill/>
            <a:prstDash val="solid"/>
          </a:ln>
        </p:spPr>
      </p:sp>
      <p:sp>
        <p:nvSpPr>
          <p:cNvPr id="158" name="02_predicted_pose_3457">
            <a:extLst>
              <a:ext uri="{FF2B5EF4-FFF2-40B4-BE49-F238E27FC236}">
                <a16:creationId xmlns:a16="http://schemas.microsoft.com/office/drawing/2014/main" id="{618A10FA-CA8D-400F-8D3D-F26E7951C832}"/>
              </a:ext>
            </a:extLst>
          </p:cNvPr>
          <p:cNvSpPr>
            <a:spLocks noGrp="1"/>
          </p:cNvSpPr>
          <p:nvPr/>
        </p:nvSpPr>
        <p:spPr>
          <a:xfrm>
            <a:off x="1283959" y="3314767"/>
            <a:ext cx="28398" cy="28398"/>
          </a:xfrm>
          <a:prstGeom prst="ellipse">
            <a:avLst/>
          </a:prstGeom>
          <a:solidFill>
            <a:srgbClr val="2D887E">
              <a:alpha val="30000"/>
            </a:srgbClr>
          </a:solidFill>
          <a:ln w="0">
            <a:noFill/>
            <a:prstDash val="solid"/>
          </a:ln>
        </p:spPr>
      </p:sp>
      <p:sp>
        <p:nvSpPr>
          <p:cNvPr id="159" name="02_predicted_pose_3458">
            <a:extLst>
              <a:ext uri="{FF2B5EF4-FFF2-40B4-BE49-F238E27FC236}">
                <a16:creationId xmlns:a16="http://schemas.microsoft.com/office/drawing/2014/main" id="{1191CC02-C938-4795-9712-F6E25CD984CE}"/>
              </a:ext>
            </a:extLst>
          </p:cNvPr>
          <p:cNvSpPr>
            <a:spLocks noGrp="1"/>
          </p:cNvSpPr>
          <p:nvPr/>
        </p:nvSpPr>
        <p:spPr>
          <a:xfrm>
            <a:off x="1386629" y="3630565"/>
            <a:ext cx="28398" cy="28398"/>
          </a:xfrm>
          <a:prstGeom prst="ellipse">
            <a:avLst/>
          </a:prstGeom>
          <a:solidFill>
            <a:srgbClr val="2D887E">
              <a:alpha val="30000"/>
            </a:srgbClr>
          </a:solidFill>
          <a:ln w="0">
            <a:noFill/>
            <a:prstDash val="solid"/>
          </a:ln>
        </p:spPr>
      </p:sp>
      <p:sp>
        <p:nvSpPr>
          <p:cNvPr id="160" name="02_predicted_pose_3459">
            <a:extLst>
              <a:ext uri="{FF2B5EF4-FFF2-40B4-BE49-F238E27FC236}">
                <a16:creationId xmlns:a16="http://schemas.microsoft.com/office/drawing/2014/main" id="{C4023391-7CE0-4D08-86BA-2ECCF574A577}"/>
              </a:ext>
            </a:extLst>
          </p:cNvPr>
          <p:cNvSpPr>
            <a:spLocks noGrp="1"/>
          </p:cNvSpPr>
          <p:nvPr/>
        </p:nvSpPr>
        <p:spPr>
          <a:xfrm>
            <a:off x="1414192" y="3657747"/>
            <a:ext cx="28398" cy="28398"/>
          </a:xfrm>
          <a:prstGeom prst="ellipse">
            <a:avLst/>
          </a:prstGeom>
          <a:solidFill>
            <a:srgbClr val="2D887E">
              <a:alpha val="30000"/>
            </a:srgbClr>
          </a:solidFill>
          <a:ln w="0">
            <a:noFill/>
            <a:prstDash val="solid"/>
          </a:ln>
        </p:spPr>
      </p:sp>
      <p:sp>
        <p:nvSpPr>
          <p:cNvPr id="161" name="02_predicted_pose_3460">
            <a:extLst>
              <a:ext uri="{FF2B5EF4-FFF2-40B4-BE49-F238E27FC236}">
                <a16:creationId xmlns:a16="http://schemas.microsoft.com/office/drawing/2014/main" id="{F84DB103-38AB-40E7-A5F5-2AE94CBAA47B}"/>
              </a:ext>
            </a:extLst>
          </p:cNvPr>
          <p:cNvSpPr>
            <a:spLocks noGrp="1"/>
          </p:cNvSpPr>
          <p:nvPr/>
        </p:nvSpPr>
        <p:spPr>
          <a:xfrm>
            <a:off x="1441754" y="3516498"/>
            <a:ext cx="28398" cy="28398"/>
          </a:xfrm>
          <a:prstGeom prst="ellipse">
            <a:avLst/>
          </a:prstGeom>
          <a:solidFill>
            <a:srgbClr val="2D887E">
              <a:alpha val="30000"/>
            </a:srgbClr>
          </a:solidFill>
          <a:ln w="0">
            <a:noFill/>
            <a:prstDash val="solid"/>
          </a:ln>
        </p:spPr>
      </p:sp>
      <p:sp>
        <p:nvSpPr>
          <p:cNvPr id="162" name="02_predicted_pose_3461">
            <a:extLst>
              <a:ext uri="{FF2B5EF4-FFF2-40B4-BE49-F238E27FC236}">
                <a16:creationId xmlns:a16="http://schemas.microsoft.com/office/drawing/2014/main" id="{F2B02CA9-B075-4FFC-BB20-01065B7A5E3C}"/>
              </a:ext>
            </a:extLst>
          </p:cNvPr>
          <p:cNvSpPr>
            <a:spLocks noGrp="1"/>
          </p:cNvSpPr>
          <p:nvPr/>
        </p:nvSpPr>
        <p:spPr>
          <a:xfrm>
            <a:off x="1469316" y="3569681"/>
            <a:ext cx="28398" cy="28398"/>
          </a:xfrm>
          <a:prstGeom prst="ellipse">
            <a:avLst/>
          </a:prstGeom>
          <a:solidFill>
            <a:srgbClr val="2D887E">
              <a:alpha val="30000"/>
            </a:srgbClr>
          </a:solidFill>
          <a:ln w="0">
            <a:noFill/>
            <a:prstDash val="solid"/>
          </a:ln>
        </p:spPr>
      </p:sp>
      <p:sp>
        <p:nvSpPr>
          <p:cNvPr id="163" name="02_predicted_pose_3462">
            <a:extLst>
              <a:ext uri="{FF2B5EF4-FFF2-40B4-BE49-F238E27FC236}">
                <a16:creationId xmlns:a16="http://schemas.microsoft.com/office/drawing/2014/main" id="{3CD7B179-9D34-4307-8E3C-17BDC9C43024}"/>
              </a:ext>
            </a:extLst>
          </p:cNvPr>
          <p:cNvSpPr>
            <a:spLocks noGrp="1"/>
          </p:cNvSpPr>
          <p:nvPr/>
        </p:nvSpPr>
        <p:spPr>
          <a:xfrm>
            <a:off x="1229868" y="3400274"/>
            <a:ext cx="28398" cy="28398"/>
          </a:xfrm>
          <a:prstGeom prst="ellipse">
            <a:avLst/>
          </a:prstGeom>
          <a:solidFill>
            <a:srgbClr val="2D887E">
              <a:alpha val="30000"/>
            </a:srgbClr>
          </a:solidFill>
          <a:ln w="0">
            <a:noFill/>
            <a:prstDash val="solid"/>
          </a:ln>
        </p:spPr>
      </p:sp>
      <p:sp>
        <p:nvSpPr>
          <p:cNvPr id="164" name="02_predicted_pose_3463">
            <a:extLst>
              <a:ext uri="{FF2B5EF4-FFF2-40B4-BE49-F238E27FC236}">
                <a16:creationId xmlns:a16="http://schemas.microsoft.com/office/drawing/2014/main" id="{8C9424E2-7CB8-4B9F-B5A6-86F32DD2AA00}"/>
              </a:ext>
            </a:extLst>
          </p:cNvPr>
          <p:cNvSpPr>
            <a:spLocks noGrp="1"/>
          </p:cNvSpPr>
          <p:nvPr/>
        </p:nvSpPr>
        <p:spPr>
          <a:xfrm>
            <a:off x="1238481" y="3808643"/>
            <a:ext cx="28398" cy="28398"/>
          </a:xfrm>
          <a:prstGeom prst="ellipse">
            <a:avLst/>
          </a:prstGeom>
          <a:solidFill>
            <a:srgbClr val="2D887E">
              <a:alpha val="30000"/>
            </a:srgbClr>
          </a:solidFill>
          <a:ln w="0">
            <a:noFill/>
            <a:prstDash val="solid"/>
          </a:ln>
        </p:spPr>
      </p:sp>
      <p:sp>
        <p:nvSpPr>
          <p:cNvPr id="165" name="02_predicted_pose_3464">
            <a:extLst>
              <a:ext uri="{FF2B5EF4-FFF2-40B4-BE49-F238E27FC236}">
                <a16:creationId xmlns:a16="http://schemas.microsoft.com/office/drawing/2014/main" id="{06A2127B-1961-406C-B254-742C2A5CDF03}"/>
              </a:ext>
            </a:extLst>
          </p:cNvPr>
          <p:cNvSpPr>
            <a:spLocks noGrp="1"/>
          </p:cNvSpPr>
          <p:nvPr/>
        </p:nvSpPr>
        <p:spPr>
          <a:xfrm>
            <a:off x="1252262" y="3602580"/>
            <a:ext cx="28398" cy="28398"/>
          </a:xfrm>
          <a:prstGeom prst="ellipse">
            <a:avLst/>
          </a:prstGeom>
          <a:solidFill>
            <a:srgbClr val="2D887E">
              <a:alpha val="30000"/>
            </a:srgbClr>
          </a:solidFill>
          <a:ln w="0">
            <a:noFill/>
            <a:prstDash val="solid"/>
          </a:ln>
        </p:spPr>
      </p:sp>
      <p:sp>
        <p:nvSpPr>
          <p:cNvPr id="166" name="02_predicted_pose_3465">
            <a:extLst>
              <a:ext uri="{FF2B5EF4-FFF2-40B4-BE49-F238E27FC236}">
                <a16:creationId xmlns:a16="http://schemas.microsoft.com/office/drawing/2014/main" id="{689938E5-598F-4CCA-BB12-A2F3E62BF7D1}"/>
              </a:ext>
            </a:extLst>
          </p:cNvPr>
          <p:cNvSpPr>
            <a:spLocks noGrp="1"/>
          </p:cNvSpPr>
          <p:nvPr/>
        </p:nvSpPr>
        <p:spPr>
          <a:xfrm>
            <a:off x="1279824" y="3711552"/>
            <a:ext cx="28398" cy="28398"/>
          </a:xfrm>
          <a:prstGeom prst="ellipse">
            <a:avLst/>
          </a:prstGeom>
          <a:solidFill>
            <a:srgbClr val="2D887E">
              <a:alpha val="30000"/>
            </a:srgbClr>
          </a:solidFill>
          <a:ln w="0">
            <a:noFill/>
            <a:prstDash val="solid"/>
          </a:ln>
        </p:spPr>
      </p:sp>
      <p:sp>
        <p:nvSpPr>
          <p:cNvPr id="167" name="02_predicted_pose_3466">
            <a:extLst>
              <a:ext uri="{FF2B5EF4-FFF2-40B4-BE49-F238E27FC236}">
                <a16:creationId xmlns:a16="http://schemas.microsoft.com/office/drawing/2014/main" id="{8A9DF158-2C8B-470C-96C2-3E66F10CE9AF}"/>
              </a:ext>
            </a:extLst>
          </p:cNvPr>
          <p:cNvSpPr>
            <a:spLocks noGrp="1"/>
          </p:cNvSpPr>
          <p:nvPr/>
        </p:nvSpPr>
        <p:spPr>
          <a:xfrm>
            <a:off x="1307387" y="3583855"/>
            <a:ext cx="28398" cy="28398"/>
          </a:xfrm>
          <a:prstGeom prst="ellipse">
            <a:avLst/>
          </a:prstGeom>
          <a:solidFill>
            <a:srgbClr val="2D887E">
              <a:alpha val="30000"/>
            </a:srgbClr>
          </a:solidFill>
          <a:ln w="0">
            <a:noFill/>
            <a:prstDash val="solid"/>
          </a:ln>
        </p:spPr>
      </p:sp>
      <p:sp>
        <p:nvSpPr>
          <p:cNvPr id="168" name="02_predicted_pose_3467">
            <a:extLst>
              <a:ext uri="{FF2B5EF4-FFF2-40B4-BE49-F238E27FC236}">
                <a16:creationId xmlns:a16="http://schemas.microsoft.com/office/drawing/2014/main" id="{9628A5CD-FBCA-4280-A3D9-AC7D35BFB919}"/>
              </a:ext>
            </a:extLst>
          </p:cNvPr>
          <p:cNvSpPr>
            <a:spLocks noGrp="1"/>
          </p:cNvSpPr>
          <p:nvPr/>
        </p:nvSpPr>
        <p:spPr>
          <a:xfrm>
            <a:off x="1334949" y="3672404"/>
            <a:ext cx="28398" cy="28398"/>
          </a:xfrm>
          <a:prstGeom prst="ellipse">
            <a:avLst/>
          </a:prstGeom>
          <a:solidFill>
            <a:srgbClr val="2D887E">
              <a:alpha val="30000"/>
            </a:srgbClr>
          </a:solidFill>
          <a:ln w="0">
            <a:noFill/>
            <a:prstDash val="solid"/>
          </a:ln>
        </p:spPr>
      </p:sp>
      <p:sp>
        <p:nvSpPr>
          <p:cNvPr id="169" name="02_predicted_pose_3468">
            <a:extLst>
              <a:ext uri="{FF2B5EF4-FFF2-40B4-BE49-F238E27FC236}">
                <a16:creationId xmlns:a16="http://schemas.microsoft.com/office/drawing/2014/main" id="{C60D47FA-EF47-4AD5-A16C-DA437EE77490}"/>
              </a:ext>
            </a:extLst>
          </p:cNvPr>
          <p:cNvSpPr>
            <a:spLocks noGrp="1"/>
          </p:cNvSpPr>
          <p:nvPr/>
        </p:nvSpPr>
        <p:spPr>
          <a:xfrm>
            <a:off x="1359756" y="2636012"/>
            <a:ext cx="28398" cy="28398"/>
          </a:xfrm>
          <a:prstGeom prst="ellipse">
            <a:avLst/>
          </a:prstGeom>
          <a:solidFill>
            <a:srgbClr val="2D887E">
              <a:alpha val="30000"/>
            </a:srgbClr>
          </a:solidFill>
          <a:ln w="0">
            <a:noFill/>
            <a:prstDash val="solid"/>
          </a:ln>
        </p:spPr>
      </p:sp>
      <p:sp>
        <p:nvSpPr>
          <p:cNvPr id="170" name="02_predicted_pose_3469">
            <a:extLst>
              <a:ext uri="{FF2B5EF4-FFF2-40B4-BE49-F238E27FC236}">
                <a16:creationId xmlns:a16="http://schemas.microsoft.com/office/drawing/2014/main" id="{5AE3068E-53D2-41B1-A591-F77E51792DAB}"/>
              </a:ext>
            </a:extLst>
          </p:cNvPr>
          <p:cNvSpPr>
            <a:spLocks noGrp="1"/>
          </p:cNvSpPr>
          <p:nvPr/>
        </p:nvSpPr>
        <p:spPr>
          <a:xfrm>
            <a:off x="1373537" y="2624481"/>
            <a:ext cx="28398" cy="28398"/>
          </a:xfrm>
          <a:prstGeom prst="ellipse">
            <a:avLst/>
          </a:prstGeom>
          <a:solidFill>
            <a:srgbClr val="2D887E">
              <a:alpha val="30000"/>
            </a:srgbClr>
          </a:solidFill>
          <a:ln w="0">
            <a:noFill/>
            <a:prstDash val="solid"/>
          </a:ln>
        </p:spPr>
      </p:sp>
      <p:sp>
        <p:nvSpPr>
          <p:cNvPr id="171" name="02_predicted_pose_3470">
            <a:extLst>
              <a:ext uri="{FF2B5EF4-FFF2-40B4-BE49-F238E27FC236}">
                <a16:creationId xmlns:a16="http://schemas.microsoft.com/office/drawing/2014/main" id="{FB9CDADD-6EBA-4649-970E-36B7976D4E84}"/>
              </a:ext>
            </a:extLst>
          </p:cNvPr>
          <p:cNvSpPr>
            <a:spLocks noGrp="1"/>
          </p:cNvSpPr>
          <p:nvPr/>
        </p:nvSpPr>
        <p:spPr>
          <a:xfrm>
            <a:off x="1304631" y="3561163"/>
            <a:ext cx="28398" cy="28398"/>
          </a:xfrm>
          <a:prstGeom prst="ellipse">
            <a:avLst/>
          </a:prstGeom>
          <a:solidFill>
            <a:srgbClr val="2D887E">
              <a:alpha val="30000"/>
            </a:srgbClr>
          </a:solidFill>
          <a:ln w="0">
            <a:noFill/>
            <a:prstDash val="solid"/>
          </a:ln>
        </p:spPr>
      </p:sp>
      <p:sp>
        <p:nvSpPr>
          <p:cNvPr id="172" name="02_predicted_pose_3471">
            <a:extLst>
              <a:ext uri="{FF2B5EF4-FFF2-40B4-BE49-F238E27FC236}">
                <a16:creationId xmlns:a16="http://schemas.microsoft.com/office/drawing/2014/main" id="{96736C33-8D98-4928-925B-C746DF20A3E5}"/>
              </a:ext>
            </a:extLst>
          </p:cNvPr>
          <p:cNvSpPr>
            <a:spLocks noGrp="1"/>
          </p:cNvSpPr>
          <p:nvPr/>
        </p:nvSpPr>
        <p:spPr>
          <a:xfrm>
            <a:off x="1251917" y="3617740"/>
            <a:ext cx="28398" cy="28398"/>
          </a:xfrm>
          <a:prstGeom prst="ellipse">
            <a:avLst/>
          </a:prstGeom>
          <a:solidFill>
            <a:srgbClr val="2D887E">
              <a:alpha val="30000"/>
            </a:srgbClr>
          </a:solidFill>
          <a:ln w="0">
            <a:noFill/>
            <a:prstDash val="solid"/>
          </a:ln>
        </p:spPr>
      </p:sp>
      <p:sp>
        <p:nvSpPr>
          <p:cNvPr id="173" name="02_predicted_pose_3472">
            <a:extLst>
              <a:ext uri="{FF2B5EF4-FFF2-40B4-BE49-F238E27FC236}">
                <a16:creationId xmlns:a16="http://schemas.microsoft.com/office/drawing/2014/main" id="{0E669562-A4CA-4B7E-B0B8-C6A151D92ACD}"/>
              </a:ext>
            </a:extLst>
          </p:cNvPr>
          <p:cNvSpPr>
            <a:spLocks noGrp="1"/>
          </p:cNvSpPr>
          <p:nvPr/>
        </p:nvSpPr>
        <p:spPr>
          <a:xfrm>
            <a:off x="1168541" y="3512034"/>
            <a:ext cx="28398" cy="28398"/>
          </a:xfrm>
          <a:prstGeom prst="ellipse">
            <a:avLst/>
          </a:prstGeom>
          <a:solidFill>
            <a:srgbClr val="2D887E">
              <a:alpha val="30000"/>
            </a:srgbClr>
          </a:solidFill>
          <a:ln w="0">
            <a:noFill/>
            <a:prstDash val="solid"/>
          </a:ln>
        </p:spPr>
      </p:sp>
      <p:sp>
        <p:nvSpPr>
          <p:cNvPr id="174" name="02_predicted_pose_3473">
            <a:extLst>
              <a:ext uri="{FF2B5EF4-FFF2-40B4-BE49-F238E27FC236}">
                <a16:creationId xmlns:a16="http://schemas.microsoft.com/office/drawing/2014/main" id="{6F8F36BB-2053-4A54-90DA-08C2793CC7F2}"/>
              </a:ext>
            </a:extLst>
          </p:cNvPr>
          <p:cNvSpPr>
            <a:spLocks noGrp="1"/>
          </p:cNvSpPr>
          <p:nvPr/>
        </p:nvSpPr>
        <p:spPr>
          <a:xfrm>
            <a:off x="1412469" y="2739496"/>
            <a:ext cx="28398" cy="28398"/>
          </a:xfrm>
          <a:prstGeom prst="ellipse">
            <a:avLst/>
          </a:prstGeom>
          <a:solidFill>
            <a:srgbClr val="2D887E">
              <a:alpha val="30000"/>
            </a:srgbClr>
          </a:solidFill>
          <a:ln w="0">
            <a:noFill/>
            <a:prstDash val="solid"/>
          </a:ln>
        </p:spPr>
      </p:sp>
      <p:sp>
        <p:nvSpPr>
          <p:cNvPr id="175" name="02_predicted_pose_3474">
            <a:extLst>
              <a:ext uri="{FF2B5EF4-FFF2-40B4-BE49-F238E27FC236}">
                <a16:creationId xmlns:a16="http://schemas.microsoft.com/office/drawing/2014/main" id="{6474C4C6-9E79-4568-B7B1-5170FED7A25F}"/>
              </a:ext>
            </a:extLst>
          </p:cNvPr>
          <p:cNvSpPr>
            <a:spLocks noGrp="1"/>
          </p:cNvSpPr>
          <p:nvPr/>
        </p:nvSpPr>
        <p:spPr>
          <a:xfrm>
            <a:off x="1369402" y="2607506"/>
            <a:ext cx="28398" cy="28398"/>
          </a:xfrm>
          <a:prstGeom prst="ellipse">
            <a:avLst/>
          </a:prstGeom>
          <a:solidFill>
            <a:srgbClr val="2D887E">
              <a:alpha val="30000"/>
            </a:srgbClr>
          </a:solidFill>
          <a:ln w="0">
            <a:noFill/>
            <a:prstDash val="solid"/>
          </a:ln>
        </p:spPr>
      </p:sp>
      <p:sp>
        <p:nvSpPr>
          <p:cNvPr id="176" name="02_predicted_pose_3475">
            <a:extLst>
              <a:ext uri="{FF2B5EF4-FFF2-40B4-BE49-F238E27FC236}">
                <a16:creationId xmlns:a16="http://schemas.microsoft.com/office/drawing/2014/main" id="{DBEE084C-E236-437F-BC04-5A299CEEF435}"/>
              </a:ext>
            </a:extLst>
          </p:cNvPr>
          <p:cNvSpPr>
            <a:spLocks noGrp="1"/>
          </p:cNvSpPr>
          <p:nvPr/>
        </p:nvSpPr>
        <p:spPr>
          <a:xfrm>
            <a:off x="1383184" y="2629567"/>
            <a:ext cx="28398" cy="28398"/>
          </a:xfrm>
          <a:prstGeom prst="ellipse">
            <a:avLst/>
          </a:prstGeom>
          <a:solidFill>
            <a:srgbClr val="2D887E">
              <a:alpha val="30000"/>
            </a:srgbClr>
          </a:solidFill>
          <a:ln w="0">
            <a:noFill/>
            <a:prstDash val="solid"/>
          </a:ln>
        </p:spPr>
      </p:sp>
      <p:sp>
        <p:nvSpPr>
          <p:cNvPr id="177" name="02_predicted_pose_3476">
            <a:extLst>
              <a:ext uri="{FF2B5EF4-FFF2-40B4-BE49-F238E27FC236}">
                <a16:creationId xmlns:a16="http://schemas.microsoft.com/office/drawing/2014/main" id="{F2059D6D-3891-4E51-92F5-72CA24275861}"/>
              </a:ext>
            </a:extLst>
          </p:cNvPr>
          <p:cNvSpPr>
            <a:spLocks noGrp="1"/>
          </p:cNvSpPr>
          <p:nvPr/>
        </p:nvSpPr>
        <p:spPr>
          <a:xfrm>
            <a:off x="1189213" y="2991011"/>
            <a:ext cx="28398" cy="28398"/>
          </a:xfrm>
          <a:prstGeom prst="ellipse">
            <a:avLst/>
          </a:prstGeom>
          <a:solidFill>
            <a:srgbClr val="2D887E">
              <a:alpha val="30000"/>
            </a:srgbClr>
          </a:solidFill>
          <a:ln w="0">
            <a:noFill/>
            <a:prstDash val="solid"/>
          </a:ln>
        </p:spPr>
      </p:sp>
      <p:sp>
        <p:nvSpPr>
          <p:cNvPr id="178" name="02_predicted_pose_3477">
            <a:extLst>
              <a:ext uri="{FF2B5EF4-FFF2-40B4-BE49-F238E27FC236}">
                <a16:creationId xmlns:a16="http://schemas.microsoft.com/office/drawing/2014/main" id="{AE9B1CFF-D71C-479E-B16F-B4ABC473A4EC}"/>
              </a:ext>
            </a:extLst>
          </p:cNvPr>
          <p:cNvSpPr>
            <a:spLocks noGrp="1"/>
          </p:cNvSpPr>
          <p:nvPr/>
        </p:nvSpPr>
        <p:spPr>
          <a:xfrm>
            <a:off x="1369747" y="2974674"/>
            <a:ext cx="28398" cy="28398"/>
          </a:xfrm>
          <a:prstGeom prst="ellipse">
            <a:avLst/>
          </a:prstGeom>
          <a:solidFill>
            <a:srgbClr val="2D887E">
              <a:alpha val="30000"/>
            </a:srgbClr>
          </a:solidFill>
          <a:ln w="0">
            <a:noFill/>
            <a:prstDash val="solid"/>
          </a:ln>
        </p:spPr>
      </p:sp>
      <p:sp>
        <p:nvSpPr>
          <p:cNvPr id="179" name="02_predicted_pose_3478">
            <a:extLst>
              <a:ext uri="{FF2B5EF4-FFF2-40B4-BE49-F238E27FC236}">
                <a16:creationId xmlns:a16="http://schemas.microsoft.com/office/drawing/2014/main" id="{18C19C78-F35A-4D49-91E1-EF7091BEB9A3}"/>
              </a:ext>
            </a:extLst>
          </p:cNvPr>
          <p:cNvSpPr>
            <a:spLocks noGrp="1"/>
          </p:cNvSpPr>
          <p:nvPr/>
        </p:nvSpPr>
        <p:spPr>
          <a:xfrm>
            <a:off x="1383528" y="2985460"/>
            <a:ext cx="28398" cy="28398"/>
          </a:xfrm>
          <a:prstGeom prst="ellipse">
            <a:avLst/>
          </a:prstGeom>
          <a:solidFill>
            <a:srgbClr val="2D887E">
              <a:alpha val="30000"/>
            </a:srgbClr>
          </a:solidFill>
          <a:ln w="0">
            <a:noFill/>
            <a:prstDash val="solid"/>
          </a:ln>
        </p:spPr>
      </p:sp>
      <p:sp>
        <p:nvSpPr>
          <p:cNvPr id="180" name="02_predicted_pose_3479">
            <a:extLst>
              <a:ext uri="{FF2B5EF4-FFF2-40B4-BE49-F238E27FC236}">
                <a16:creationId xmlns:a16="http://schemas.microsoft.com/office/drawing/2014/main" id="{3CC9B740-8049-4C33-B750-7052396A1727}"/>
              </a:ext>
            </a:extLst>
          </p:cNvPr>
          <p:cNvSpPr>
            <a:spLocks noGrp="1"/>
          </p:cNvSpPr>
          <p:nvPr/>
        </p:nvSpPr>
        <p:spPr>
          <a:xfrm>
            <a:off x="1397309" y="3496808"/>
            <a:ext cx="28398" cy="28398"/>
          </a:xfrm>
          <a:prstGeom prst="ellipse">
            <a:avLst/>
          </a:prstGeom>
          <a:solidFill>
            <a:srgbClr val="2D887E">
              <a:alpha val="30000"/>
            </a:srgbClr>
          </a:solidFill>
          <a:ln w="0">
            <a:noFill/>
            <a:prstDash val="solid"/>
          </a:ln>
        </p:spPr>
      </p:sp>
      <p:sp>
        <p:nvSpPr>
          <p:cNvPr id="181" name="02_predicted_pose_3480">
            <a:extLst>
              <a:ext uri="{FF2B5EF4-FFF2-40B4-BE49-F238E27FC236}">
                <a16:creationId xmlns:a16="http://schemas.microsoft.com/office/drawing/2014/main" id="{3845AEDF-32E7-4B01-8C80-ADBB82AD1408}"/>
              </a:ext>
            </a:extLst>
          </p:cNvPr>
          <p:cNvSpPr>
            <a:spLocks noGrp="1"/>
          </p:cNvSpPr>
          <p:nvPr/>
        </p:nvSpPr>
        <p:spPr>
          <a:xfrm>
            <a:off x="1411091" y="2955403"/>
            <a:ext cx="28398" cy="28398"/>
          </a:xfrm>
          <a:prstGeom prst="ellipse">
            <a:avLst/>
          </a:prstGeom>
          <a:solidFill>
            <a:srgbClr val="2D887E">
              <a:alpha val="30000"/>
            </a:srgbClr>
          </a:solidFill>
          <a:ln w="0">
            <a:noFill/>
            <a:prstDash val="solid"/>
          </a:ln>
        </p:spPr>
      </p:sp>
      <p:sp>
        <p:nvSpPr>
          <p:cNvPr id="182" name="02_predicted_pose_3481">
            <a:extLst>
              <a:ext uri="{FF2B5EF4-FFF2-40B4-BE49-F238E27FC236}">
                <a16:creationId xmlns:a16="http://schemas.microsoft.com/office/drawing/2014/main" id="{4FB01506-FB57-4BCA-89DC-8951ED624CB5}"/>
              </a:ext>
            </a:extLst>
          </p:cNvPr>
          <p:cNvSpPr>
            <a:spLocks noGrp="1"/>
          </p:cNvSpPr>
          <p:nvPr/>
        </p:nvSpPr>
        <p:spPr>
          <a:xfrm>
            <a:off x="1424872" y="3037975"/>
            <a:ext cx="28398" cy="28398"/>
          </a:xfrm>
          <a:prstGeom prst="ellipse">
            <a:avLst/>
          </a:prstGeom>
          <a:solidFill>
            <a:srgbClr val="2D887E">
              <a:alpha val="30000"/>
            </a:srgbClr>
          </a:solidFill>
          <a:ln w="0">
            <a:noFill/>
            <a:prstDash val="solid"/>
          </a:ln>
        </p:spPr>
      </p:sp>
      <p:sp>
        <p:nvSpPr>
          <p:cNvPr id="183" name="02_predicted_pose_3482">
            <a:extLst>
              <a:ext uri="{FF2B5EF4-FFF2-40B4-BE49-F238E27FC236}">
                <a16:creationId xmlns:a16="http://schemas.microsoft.com/office/drawing/2014/main" id="{25464D17-D958-4A44-AF40-E2B1BC6E3C73}"/>
              </a:ext>
            </a:extLst>
          </p:cNvPr>
          <p:cNvSpPr>
            <a:spLocks noGrp="1"/>
          </p:cNvSpPr>
          <p:nvPr/>
        </p:nvSpPr>
        <p:spPr>
          <a:xfrm>
            <a:off x="1251573" y="3307977"/>
            <a:ext cx="28398" cy="28398"/>
          </a:xfrm>
          <a:prstGeom prst="ellipse">
            <a:avLst/>
          </a:prstGeom>
          <a:solidFill>
            <a:srgbClr val="2D887E">
              <a:alpha val="30000"/>
            </a:srgbClr>
          </a:solidFill>
          <a:ln w="0">
            <a:noFill/>
            <a:prstDash val="solid"/>
          </a:ln>
        </p:spPr>
      </p:sp>
      <p:sp>
        <p:nvSpPr>
          <p:cNvPr id="184" name="02_predicted_pose_3483">
            <a:extLst>
              <a:ext uri="{FF2B5EF4-FFF2-40B4-BE49-F238E27FC236}">
                <a16:creationId xmlns:a16="http://schemas.microsoft.com/office/drawing/2014/main" id="{A3E16477-ED26-4276-8E5E-306D6F4696AA}"/>
              </a:ext>
            </a:extLst>
          </p:cNvPr>
          <p:cNvSpPr>
            <a:spLocks noGrp="1"/>
          </p:cNvSpPr>
          <p:nvPr/>
        </p:nvSpPr>
        <p:spPr>
          <a:xfrm>
            <a:off x="1334949" y="3599907"/>
            <a:ext cx="28398" cy="28398"/>
          </a:xfrm>
          <a:prstGeom prst="ellipse">
            <a:avLst/>
          </a:prstGeom>
          <a:solidFill>
            <a:srgbClr val="2D887E">
              <a:alpha val="30000"/>
            </a:srgbClr>
          </a:solidFill>
          <a:ln w="0">
            <a:noFill/>
            <a:prstDash val="solid"/>
          </a:ln>
        </p:spPr>
      </p:sp>
      <p:sp>
        <p:nvSpPr>
          <p:cNvPr id="185" name="02_predicted_pose_3484">
            <a:extLst>
              <a:ext uri="{FF2B5EF4-FFF2-40B4-BE49-F238E27FC236}">
                <a16:creationId xmlns:a16="http://schemas.microsoft.com/office/drawing/2014/main" id="{53C403E7-3472-4B07-968E-A4C93329B785}"/>
              </a:ext>
            </a:extLst>
          </p:cNvPr>
          <p:cNvSpPr>
            <a:spLocks noGrp="1"/>
          </p:cNvSpPr>
          <p:nvPr/>
        </p:nvSpPr>
        <p:spPr>
          <a:xfrm>
            <a:off x="1362512" y="3605270"/>
            <a:ext cx="28398" cy="28398"/>
          </a:xfrm>
          <a:prstGeom prst="ellipse">
            <a:avLst/>
          </a:prstGeom>
          <a:solidFill>
            <a:srgbClr val="2D887E">
              <a:alpha val="30000"/>
            </a:srgbClr>
          </a:solidFill>
          <a:ln w="0">
            <a:noFill/>
            <a:prstDash val="solid"/>
          </a:ln>
        </p:spPr>
      </p:sp>
      <p:sp>
        <p:nvSpPr>
          <p:cNvPr id="186" name="02_predicted_pose_3485">
            <a:extLst>
              <a:ext uri="{FF2B5EF4-FFF2-40B4-BE49-F238E27FC236}">
                <a16:creationId xmlns:a16="http://schemas.microsoft.com/office/drawing/2014/main" id="{C16E536A-1CB6-47E3-B9F7-44F1E6D45B8A}"/>
              </a:ext>
            </a:extLst>
          </p:cNvPr>
          <p:cNvSpPr>
            <a:spLocks noGrp="1"/>
          </p:cNvSpPr>
          <p:nvPr/>
        </p:nvSpPr>
        <p:spPr>
          <a:xfrm>
            <a:off x="1390074" y="3598662"/>
            <a:ext cx="28398" cy="28398"/>
          </a:xfrm>
          <a:prstGeom prst="ellipse">
            <a:avLst/>
          </a:prstGeom>
          <a:solidFill>
            <a:srgbClr val="2D887E">
              <a:alpha val="30000"/>
            </a:srgbClr>
          </a:solidFill>
          <a:ln w="0">
            <a:noFill/>
            <a:prstDash val="solid"/>
          </a:ln>
        </p:spPr>
      </p:sp>
      <p:sp>
        <p:nvSpPr>
          <p:cNvPr id="187" name="02_predicted_pose_3486">
            <a:extLst>
              <a:ext uri="{FF2B5EF4-FFF2-40B4-BE49-F238E27FC236}">
                <a16:creationId xmlns:a16="http://schemas.microsoft.com/office/drawing/2014/main" id="{DDE141D4-F85B-4D0C-A07E-C45A788E3DA4}"/>
              </a:ext>
            </a:extLst>
          </p:cNvPr>
          <p:cNvSpPr>
            <a:spLocks noGrp="1"/>
          </p:cNvSpPr>
          <p:nvPr/>
        </p:nvSpPr>
        <p:spPr>
          <a:xfrm>
            <a:off x="1417637" y="3378838"/>
            <a:ext cx="28398" cy="28398"/>
          </a:xfrm>
          <a:prstGeom prst="ellipse">
            <a:avLst/>
          </a:prstGeom>
          <a:solidFill>
            <a:srgbClr val="2D887E">
              <a:alpha val="30000"/>
            </a:srgbClr>
          </a:solidFill>
          <a:ln w="0">
            <a:noFill/>
            <a:prstDash val="solid"/>
          </a:ln>
        </p:spPr>
      </p:sp>
      <p:sp>
        <p:nvSpPr>
          <p:cNvPr id="188" name="02_predicted_pose_3487">
            <a:extLst>
              <a:ext uri="{FF2B5EF4-FFF2-40B4-BE49-F238E27FC236}">
                <a16:creationId xmlns:a16="http://schemas.microsoft.com/office/drawing/2014/main" id="{4C73C9AE-70A4-4AA3-82F5-4F624CD65FA3}"/>
              </a:ext>
            </a:extLst>
          </p:cNvPr>
          <p:cNvSpPr>
            <a:spLocks noGrp="1"/>
          </p:cNvSpPr>
          <p:nvPr/>
        </p:nvSpPr>
        <p:spPr>
          <a:xfrm>
            <a:off x="1497568" y="3404206"/>
            <a:ext cx="28398" cy="28398"/>
          </a:xfrm>
          <a:prstGeom prst="ellipse">
            <a:avLst/>
          </a:prstGeom>
          <a:solidFill>
            <a:srgbClr val="2D887E">
              <a:alpha val="30000"/>
            </a:srgbClr>
          </a:solidFill>
          <a:ln w="0">
            <a:noFill/>
            <a:prstDash val="solid"/>
          </a:ln>
        </p:spPr>
      </p:sp>
      <p:sp>
        <p:nvSpPr>
          <p:cNvPr id="189" name="02_predicted_pose_3488">
            <a:extLst>
              <a:ext uri="{FF2B5EF4-FFF2-40B4-BE49-F238E27FC236}">
                <a16:creationId xmlns:a16="http://schemas.microsoft.com/office/drawing/2014/main" id="{8AE02AD8-0467-4079-911B-36A62411E7F1}"/>
              </a:ext>
            </a:extLst>
          </p:cNvPr>
          <p:cNvSpPr>
            <a:spLocks noGrp="1"/>
          </p:cNvSpPr>
          <p:nvPr/>
        </p:nvSpPr>
        <p:spPr>
          <a:xfrm>
            <a:off x="1181633" y="3601729"/>
            <a:ext cx="28398" cy="28398"/>
          </a:xfrm>
          <a:prstGeom prst="ellipse">
            <a:avLst/>
          </a:prstGeom>
          <a:solidFill>
            <a:srgbClr val="2D887E">
              <a:alpha val="30000"/>
            </a:srgbClr>
          </a:solidFill>
          <a:ln w="0">
            <a:noFill/>
            <a:prstDash val="solid"/>
          </a:ln>
        </p:spPr>
      </p:sp>
      <p:sp>
        <p:nvSpPr>
          <p:cNvPr id="190" name="02_predicted_pose_3489">
            <a:extLst>
              <a:ext uri="{FF2B5EF4-FFF2-40B4-BE49-F238E27FC236}">
                <a16:creationId xmlns:a16="http://schemas.microsoft.com/office/drawing/2014/main" id="{7536387B-CDDC-47F7-80B5-963F679C7016}"/>
              </a:ext>
            </a:extLst>
          </p:cNvPr>
          <p:cNvSpPr>
            <a:spLocks noGrp="1"/>
          </p:cNvSpPr>
          <p:nvPr/>
        </p:nvSpPr>
        <p:spPr>
          <a:xfrm>
            <a:off x="1209196" y="3535522"/>
            <a:ext cx="28398" cy="28398"/>
          </a:xfrm>
          <a:prstGeom prst="ellipse">
            <a:avLst/>
          </a:prstGeom>
          <a:solidFill>
            <a:srgbClr val="2D887E">
              <a:alpha val="30000"/>
            </a:srgbClr>
          </a:solidFill>
          <a:ln w="0">
            <a:noFill/>
            <a:prstDash val="solid"/>
          </a:ln>
        </p:spPr>
      </p:sp>
      <p:sp>
        <p:nvSpPr>
          <p:cNvPr id="191" name="02_predicted_pose_3490">
            <a:extLst>
              <a:ext uri="{FF2B5EF4-FFF2-40B4-BE49-F238E27FC236}">
                <a16:creationId xmlns:a16="http://schemas.microsoft.com/office/drawing/2014/main" id="{814B0E81-158A-4485-AD24-15781C7BB28D}"/>
              </a:ext>
            </a:extLst>
          </p:cNvPr>
          <p:cNvSpPr>
            <a:spLocks noGrp="1"/>
          </p:cNvSpPr>
          <p:nvPr/>
        </p:nvSpPr>
        <p:spPr>
          <a:xfrm>
            <a:off x="1236758" y="3560360"/>
            <a:ext cx="28398" cy="28398"/>
          </a:xfrm>
          <a:prstGeom prst="ellipse">
            <a:avLst/>
          </a:prstGeom>
          <a:solidFill>
            <a:srgbClr val="2D887E">
              <a:alpha val="30000"/>
            </a:srgbClr>
          </a:solidFill>
          <a:ln w="0">
            <a:noFill/>
            <a:prstDash val="solid"/>
          </a:ln>
        </p:spPr>
      </p:sp>
      <p:sp>
        <p:nvSpPr>
          <p:cNvPr id="192" name="02_predicted_pose_3491">
            <a:extLst>
              <a:ext uri="{FF2B5EF4-FFF2-40B4-BE49-F238E27FC236}">
                <a16:creationId xmlns:a16="http://schemas.microsoft.com/office/drawing/2014/main" id="{1C14A7DD-D2B1-4463-A502-59E0B514CD71}"/>
              </a:ext>
            </a:extLst>
          </p:cNvPr>
          <p:cNvSpPr>
            <a:spLocks noGrp="1"/>
          </p:cNvSpPr>
          <p:nvPr/>
        </p:nvSpPr>
        <p:spPr>
          <a:xfrm>
            <a:off x="1264321" y="3568111"/>
            <a:ext cx="28398" cy="28398"/>
          </a:xfrm>
          <a:prstGeom prst="ellipse">
            <a:avLst/>
          </a:prstGeom>
          <a:solidFill>
            <a:srgbClr val="2D887E">
              <a:alpha val="30000"/>
            </a:srgbClr>
          </a:solidFill>
          <a:ln w="0">
            <a:noFill/>
            <a:prstDash val="solid"/>
          </a:ln>
        </p:spPr>
      </p:sp>
      <p:sp>
        <p:nvSpPr>
          <p:cNvPr id="193" name="02_predicted_pose_3492">
            <a:extLst>
              <a:ext uri="{FF2B5EF4-FFF2-40B4-BE49-F238E27FC236}">
                <a16:creationId xmlns:a16="http://schemas.microsoft.com/office/drawing/2014/main" id="{99A07840-DFC6-4705-8021-4DA6487EE97A}"/>
              </a:ext>
            </a:extLst>
          </p:cNvPr>
          <p:cNvSpPr>
            <a:spLocks noGrp="1"/>
          </p:cNvSpPr>
          <p:nvPr/>
        </p:nvSpPr>
        <p:spPr>
          <a:xfrm>
            <a:off x="1167507" y="3471983"/>
            <a:ext cx="28398" cy="28398"/>
          </a:xfrm>
          <a:prstGeom prst="ellipse">
            <a:avLst/>
          </a:prstGeom>
          <a:solidFill>
            <a:srgbClr val="2D887E">
              <a:alpha val="30000"/>
            </a:srgbClr>
          </a:solidFill>
          <a:ln w="0">
            <a:noFill/>
            <a:prstDash val="solid"/>
          </a:ln>
        </p:spPr>
      </p:sp>
      <p:sp>
        <p:nvSpPr>
          <p:cNvPr id="194" name="02_predicted_pose_3493">
            <a:extLst>
              <a:ext uri="{FF2B5EF4-FFF2-40B4-BE49-F238E27FC236}">
                <a16:creationId xmlns:a16="http://schemas.microsoft.com/office/drawing/2014/main" id="{2131E764-546B-4D4D-9C85-76E55D3A501E}"/>
              </a:ext>
            </a:extLst>
          </p:cNvPr>
          <p:cNvSpPr>
            <a:spLocks noGrp="1"/>
          </p:cNvSpPr>
          <p:nvPr/>
        </p:nvSpPr>
        <p:spPr>
          <a:xfrm>
            <a:off x="1217120" y="3362119"/>
            <a:ext cx="28398" cy="28398"/>
          </a:xfrm>
          <a:prstGeom prst="ellipse">
            <a:avLst/>
          </a:prstGeom>
          <a:solidFill>
            <a:srgbClr val="2D887E">
              <a:alpha val="30000"/>
            </a:srgbClr>
          </a:solidFill>
          <a:ln w="0">
            <a:noFill/>
            <a:prstDash val="solid"/>
          </a:ln>
        </p:spPr>
      </p:sp>
      <p:sp>
        <p:nvSpPr>
          <p:cNvPr id="195" name="02_predicted_pose_3494">
            <a:extLst>
              <a:ext uri="{FF2B5EF4-FFF2-40B4-BE49-F238E27FC236}">
                <a16:creationId xmlns:a16="http://schemas.microsoft.com/office/drawing/2014/main" id="{CA6A2D6C-F071-424B-8DF0-54E11428670E}"/>
              </a:ext>
            </a:extLst>
          </p:cNvPr>
          <p:cNvSpPr>
            <a:spLocks noGrp="1"/>
          </p:cNvSpPr>
          <p:nvPr/>
        </p:nvSpPr>
        <p:spPr>
          <a:xfrm>
            <a:off x="1359067" y="3646442"/>
            <a:ext cx="28398" cy="28398"/>
          </a:xfrm>
          <a:prstGeom prst="ellipse">
            <a:avLst/>
          </a:prstGeom>
          <a:solidFill>
            <a:srgbClr val="2D887E">
              <a:alpha val="30000"/>
            </a:srgbClr>
          </a:solidFill>
          <a:ln w="0">
            <a:noFill/>
            <a:prstDash val="solid"/>
          </a:ln>
        </p:spPr>
      </p:sp>
      <p:sp>
        <p:nvSpPr>
          <p:cNvPr id="196" name="02_predicted_pose_3495">
            <a:extLst>
              <a:ext uri="{FF2B5EF4-FFF2-40B4-BE49-F238E27FC236}">
                <a16:creationId xmlns:a16="http://schemas.microsoft.com/office/drawing/2014/main" id="{23A62C96-8873-4FDF-A3D4-EAF297B96E79}"/>
              </a:ext>
            </a:extLst>
          </p:cNvPr>
          <p:cNvSpPr>
            <a:spLocks noGrp="1"/>
          </p:cNvSpPr>
          <p:nvPr/>
        </p:nvSpPr>
        <p:spPr>
          <a:xfrm>
            <a:off x="1386629" y="3659778"/>
            <a:ext cx="28398" cy="28398"/>
          </a:xfrm>
          <a:prstGeom prst="ellipse">
            <a:avLst/>
          </a:prstGeom>
          <a:solidFill>
            <a:srgbClr val="2D887E">
              <a:alpha val="30000"/>
            </a:srgbClr>
          </a:solidFill>
          <a:ln w="0">
            <a:noFill/>
            <a:prstDash val="solid"/>
          </a:ln>
        </p:spPr>
      </p:sp>
      <p:sp>
        <p:nvSpPr>
          <p:cNvPr id="197" name="02_predicted_pose_3496">
            <a:extLst>
              <a:ext uri="{FF2B5EF4-FFF2-40B4-BE49-F238E27FC236}">
                <a16:creationId xmlns:a16="http://schemas.microsoft.com/office/drawing/2014/main" id="{921FB6F3-65A4-4D66-A22B-09BD60183E48}"/>
              </a:ext>
            </a:extLst>
          </p:cNvPr>
          <p:cNvSpPr>
            <a:spLocks noGrp="1"/>
          </p:cNvSpPr>
          <p:nvPr/>
        </p:nvSpPr>
        <p:spPr>
          <a:xfrm>
            <a:off x="1427973" y="3687679"/>
            <a:ext cx="28398" cy="28398"/>
          </a:xfrm>
          <a:prstGeom prst="ellipse">
            <a:avLst/>
          </a:prstGeom>
          <a:solidFill>
            <a:srgbClr val="2D887E">
              <a:alpha val="30000"/>
            </a:srgbClr>
          </a:solidFill>
          <a:ln w="0">
            <a:noFill/>
            <a:prstDash val="solid"/>
          </a:ln>
        </p:spPr>
      </p:sp>
      <p:sp>
        <p:nvSpPr>
          <p:cNvPr id="198" name="02_predicted_pose_3497">
            <a:extLst>
              <a:ext uri="{FF2B5EF4-FFF2-40B4-BE49-F238E27FC236}">
                <a16:creationId xmlns:a16="http://schemas.microsoft.com/office/drawing/2014/main" id="{B1B411E3-427D-4E5A-854D-8165E242CF25}"/>
              </a:ext>
            </a:extLst>
          </p:cNvPr>
          <p:cNvSpPr>
            <a:spLocks noGrp="1"/>
          </p:cNvSpPr>
          <p:nvPr/>
        </p:nvSpPr>
        <p:spPr>
          <a:xfrm>
            <a:off x="1455535" y="3674183"/>
            <a:ext cx="28398" cy="28398"/>
          </a:xfrm>
          <a:prstGeom prst="ellipse">
            <a:avLst/>
          </a:prstGeom>
          <a:solidFill>
            <a:srgbClr val="2D887E">
              <a:alpha val="30000"/>
            </a:srgbClr>
          </a:solidFill>
          <a:ln w="0">
            <a:noFill/>
            <a:prstDash val="solid"/>
          </a:ln>
        </p:spPr>
      </p:sp>
      <p:sp>
        <p:nvSpPr>
          <p:cNvPr id="199" name="02_predicted_pose_3498">
            <a:extLst>
              <a:ext uri="{FF2B5EF4-FFF2-40B4-BE49-F238E27FC236}">
                <a16:creationId xmlns:a16="http://schemas.microsoft.com/office/drawing/2014/main" id="{50AF02C0-F6C2-4740-B8E8-B9744903D971}"/>
              </a:ext>
            </a:extLst>
          </p:cNvPr>
          <p:cNvSpPr>
            <a:spLocks noGrp="1"/>
          </p:cNvSpPr>
          <p:nvPr/>
        </p:nvSpPr>
        <p:spPr>
          <a:xfrm>
            <a:off x="1483098" y="3745429"/>
            <a:ext cx="28398" cy="28398"/>
          </a:xfrm>
          <a:prstGeom prst="ellipse">
            <a:avLst/>
          </a:prstGeom>
          <a:solidFill>
            <a:srgbClr val="2D887E">
              <a:alpha val="30000"/>
            </a:srgbClr>
          </a:solidFill>
          <a:ln w="0">
            <a:noFill/>
            <a:prstDash val="solid"/>
          </a:ln>
        </p:spPr>
      </p:sp>
      <p:sp>
        <p:nvSpPr>
          <p:cNvPr id="200" name="02_predicted_pose_3499">
            <a:extLst>
              <a:ext uri="{FF2B5EF4-FFF2-40B4-BE49-F238E27FC236}">
                <a16:creationId xmlns:a16="http://schemas.microsoft.com/office/drawing/2014/main" id="{4616883A-C0EE-4655-B1D3-7B98BC9CCADA}"/>
              </a:ext>
            </a:extLst>
          </p:cNvPr>
          <p:cNvSpPr>
            <a:spLocks noGrp="1"/>
          </p:cNvSpPr>
          <p:nvPr/>
        </p:nvSpPr>
        <p:spPr>
          <a:xfrm>
            <a:off x="1465527" y="3661252"/>
            <a:ext cx="28398" cy="28398"/>
          </a:xfrm>
          <a:prstGeom prst="ellipse">
            <a:avLst/>
          </a:prstGeom>
          <a:solidFill>
            <a:srgbClr val="2D887E">
              <a:alpha val="30000"/>
            </a:srgbClr>
          </a:solidFill>
          <a:ln w="0">
            <a:noFill/>
            <a:prstDash val="solid"/>
          </a:ln>
        </p:spPr>
      </p:sp>
      <p:sp>
        <p:nvSpPr>
          <p:cNvPr id="201" name="02_predicted_pose_3500">
            <a:extLst>
              <a:ext uri="{FF2B5EF4-FFF2-40B4-BE49-F238E27FC236}">
                <a16:creationId xmlns:a16="http://schemas.microsoft.com/office/drawing/2014/main" id="{FFC9A037-2FD0-494E-87DB-8941116AB1D5}"/>
              </a:ext>
            </a:extLst>
          </p:cNvPr>
          <p:cNvSpPr>
            <a:spLocks noGrp="1"/>
          </p:cNvSpPr>
          <p:nvPr/>
        </p:nvSpPr>
        <p:spPr>
          <a:xfrm>
            <a:off x="1215053" y="3760433"/>
            <a:ext cx="28398" cy="28398"/>
          </a:xfrm>
          <a:prstGeom prst="ellipse">
            <a:avLst/>
          </a:prstGeom>
          <a:solidFill>
            <a:srgbClr val="2D887E">
              <a:alpha val="30000"/>
            </a:srgbClr>
          </a:solidFill>
          <a:ln w="0">
            <a:noFill/>
            <a:prstDash val="solid"/>
          </a:ln>
        </p:spPr>
      </p:sp>
      <p:sp>
        <p:nvSpPr>
          <p:cNvPr id="202" name="02_predicted_pose_3501">
            <a:extLst>
              <a:ext uri="{FF2B5EF4-FFF2-40B4-BE49-F238E27FC236}">
                <a16:creationId xmlns:a16="http://schemas.microsoft.com/office/drawing/2014/main" id="{D0D372D8-5AED-42FC-9B3E-6C704B8DD197}"/>
              </a:ext>
            </a:extLst>
          </p:cNvPr>
          <p:cNvSpPr>
            <a:spLocks noGrp="1"/>
          </p:cNvSpPr>
          <p:nvPr/>
        </p:nvSpPr>
        <p:spPr>
          <a:xfrm>
            <a:off x="1494123" y="3631329"/>
            <a:ext cx="28398" cy="28398"/>
          </a:xfrm>
          <a:prstGeom prst="ellipse">
            <a:avLst/>
          </a:prstGeom>
          <a:solidFill>
            <a:srgbClr val="2D887E">
              <a:alpha val="30000"/>
            </a:srgbClr>
          </a:solidFill>
          <a:ln w="0">
            <a:noFill/>
            <a:prstDash val="solid"/>
          </a:ln>
        </p:spPr>
      </p:sp>
      <p:sp>
        <p:nvSpPr>
          <p:cNvPr id="203" name="02_predicted_pose_3502">
            <a:extLst>
              <a:ext uri="{FF2B5EF4-FFF2-40B4-BE49-F238E27FC236}">
                <a16:creationId xmlns:a16="http://schemas.microsoft.com/office/drawing/2014/main" id="{3E1BC242-1AB3-4041-A6A7-68C02E739FA1}"/>
              </a:ext>
            </a:extLst>
          </p:cNvPr>
          <p:cNvSpPr>
            <a:spLocks noGrp="1"/>
          </p:cNvSpPr>
          <p:nvPr/>
        </p:nvSpPr>
        <p:spPr>
          <a:xfrm>
            <a:off x="1336672" y="3742945"/>
            <a:ext cx="28398" cy="28398"/>
          </a:xfrm>
          <a:prstGeom prst="ellipse">
            <a:avLst/>
          </a:prstGeom>
          <a:solidFill>
            <a:srgbClr val="2D887E">
              <a:alpha val="30000"/>
            </a:srgbClr>
          </a:solidFill>
          <a:ln w="0">
            <a:noFill/>
            <a:prstDash val="solid"/>
          </a:ln>
        </p:spPr>
      </p:sp>
      <p:sp>
        <p:nvSpPr>
          <p:cNvPr id="204" name="02_predicted_pose_3503">
            <a:extLst>
              <a:ext uri="{FF2B5EF4-FFF2-40B4-BE49-F238E27FC236}">
                <a16:creationId xmlns:a16="http://schemas.microsoft.com/office/drawing/2014/main" id="{7F80128A-E7DB-4DAA-9DA3-89ADC560EF67}"/>
              </a:ext>
            </a:extLst>
          </p:cNvPr>
          <p:cNvSpPr>
            <a:spLocks noGrp="1"/>
          </p:cNvSpPr>
          <p:nvPr/>
        </p:nvSpPr>
        <p:spPr>
          <a:xfrm>
            <a:off x="1429695" y="3618458"/>
            <a:ext cx="28398" cy="28398"/>
          </a:xfrm>
          <a:prstGeom prst="ellipse">
            <a:avLst/>
          </a:prstGeom>
          <a:solidFill>
            <a:srgbClr val="2D887E">
              <a:alpha val="30000"/>
            </a:srgbClr>
          </a:solidFill>
          <a:ln w="0">
            <a:noFill/>
            <a:prstDash val="solid"/>
          </a:ln>
        </p:spPr>
      </p:sp>
      <p:sp>
        <p:nvSpPr>
          <p:cNvPr id="205" name="02_predicted_pose_3504">
            <a:extLst>
              <a:ext uri="{FF2B5EF4-FFF2-40B4-BE49-F238E27FC236}">
                <a16:creationId xmlns:a16="http://schemas.microsoft.com/office/drawing/2014/main" id="{345DB7D6-0124-4B14-A909-D7ECB0526A55}"/>
              </a:ext>
            </a:extLst>
          </p:cNvPr>
          <p:cNvSpPr>
            <a:spLocks noGrp="1"/>
          </p:cNvSpPr>
          <p:nvPr/>
        </p:nvSpPr>
        <p:spPr>
          <a:xfrm>
            <a:off x="1174743" y="3321515"/>
            <a:ext cx="28398" cy="28398"/>
          </a:xfrm>
          <a:prstGeom prst="ellipse">
            <a:avLst/>
          </a:prstGeom>
          <a:solidFill>
            <a:srgbClr val="2D887E">
              <a:alpha val="30000"/>
            </a:srgbClr>
          </a:solidFill>
          <a:ln w="0">
            <a:noFill/>
            <a:prstDash val="solid"/>
          </a:ln>
        </p:spPr>
      </p:sp>
      <p:sp>
        <p:nvSpPr>
          <p:cNvPr id="206" name="02_predicted_pose_3505">
            <a:extLst>
              <a:ext uri="{FF2B5EF4-FFF2-40B4-BE49-F238E27FC236}">
                <a16:creationId xmlns:a16="http://schemas.microsoft.com/office/drawing/2014/main" id="{C057C832-E0F5-4191-A7E2-8CF1CBF22801}"/>
              </a:ext>
            </a:extLst>
          </p:cNvPr>
          <p:cNvSpPr>
            <a:spLocks noGrp="1"/>
          </p:cNvSpPr>
          <p:nvPr/>
        </p:nvSpPr>
        <p:spPr>
          <a:xfrm>
            <a:off x="1188524" y="3254647"/>
            <a:ext cx="28398" cy="28398"/>
          </a:xfrm>
          <a:prstGeom prst="ellipse">
            <a:avLst/>
          </a:prstGeom>
          <a:solidFill>
            <a:srgbClr val="2D887E">
              <a:alpha val="30000"/>
            </a:srgbClr>
          </a:solidFill>
          <a:ln w="0">
            <a:noFill/>
            <a:prstDash val="solid"/>
          </a:ln>
        </p:spPr>
      </p:sp>
      <p:sp>
        <p:nvSpPr>
          <p:cNvPr id="207" name="02_predicted_pose_3506">
            <a:extLst>
              <a:ext uri="{FF2B5EF4-FFF2-40B4-BE49-F238E27FC236}">
                <a16:creationId xmlns:a16="http://schemas.microsoft.com/office/drawing/2014/main" id="{B1149B88-CF18-4D02-87C6-4E25A76F10D3}"/>
              </a:ext>
            </a:extLst>
          </p:cNvPr>
          <p:cNvSpPr>
            <a:spLocks noGrp="1"/>
          </p:cNvSpPr>
          <p:nvPr/>
        </p:nvSpPr>
        <p:spPr>
          <a:xfrm>
            <a:off x="1202305" y="3305055"/>
            <a:ext cx="28398" cy="28398"/>
          </a:xfrm>
          <a:prstGeom prst="ellipse">
            <a:avLst/>
          </a:prstGeom>
          <a:solidFill>
            <a:srgbClr val="2D887E">
              <a:alpha val="30000"/>
            </a:srgbClr>
          </a:solidFill>
          <a:ln w="0">
            <a:noFill/>
            <a:prstDash val="solid"/>
          </a:ln>
        </p:spPr>
      </p:sp>
      <p:sp>
        <p:nvSpPr>
          <p:cNvPr id="208" name="02_predicted_pose_3507">
            <a:extLst>
              <a:ext uri="{FF2B5EF4-FFF2-40B4-BE49-F238E27FC236}">
                <a16:creationId xmlns:a16="http://schemas.microsoft.com/office/drawing/2014/main" id="{6FB2ECEE-F7BF-4F2C-B6E6-BFB93A47B651}"/>
              </a:ext>
            </a:extLst>
          </p:cNvPr>
          <p:cNvSpPr>
            <a:spLocks noGrp="1"/>
          </p:cNvSpPr>
          <p:nvPr/>
        </p:nvSpPr>
        <p:spPr>
          <a:xfrm>
            <a:off x="1216086" y="3477859"/>
            <a:ext cx="28398" cy="28398"/>
          </a:xfrm>
          <a:prstGeom prst="ellipse">
            <a:avLst/>
          </a:prstGeom>
          <a:solidFill>
            <a:srgbClr val="2D887E">
              <a:alpha val="30000"/>
            </a:srgbClr>
          </a:solidFill>
          <a:ln w="0">
            <a:noFill/>
            <a:prstDash val="solid"/>
          </a:ln>
        </p:spPr>
      </p:sp>
      <p:sp>
        <p:nvSpPr>
          <p:cNvPr id="209" name="02_predicted_pose_3508">
            <a:extLst>
              <a:ext uri="{FF2B5EF4-FFF2-40B4-BE49-F238E27FC236}">
                <a16:creationId xmlns:a16="http://schemas.microsoft.com/office/drawing/2014/main" id="{47FAB5F5-3AA3-4748-8A65-AF8952E58084}"/>
              </a:ext>
            </a:extLst>
          </p:cNvPr>
          <p:cNvSpPr>
            <a:spLocks noGrp="1"/>
          </p:cNvSpPr>
          <p:nvPr/>
        </p:nvSpPr>
        <p:spPr>
          <a:xfrm>
            <a:off x="1171642" y="3526970"/>
            <a:ext cx="28398" cy="28398"/>
          </a:xfrm>
          <a:prstGeom prst="ellipse">
            <a:avLst/>
          </a:prstGeom>
          <a:solidFill>
            <a:srgbClr val="2D887E">
              <a:alpha val="30000"/>
            </a:srgbClr>
          </a:solidFill>
          <a:ln w="0">
            <a:noFill/>
            <a:prstDash val="solid"/>
          </a:ln>
        </p:spPr>
      </p:sp>
      <p:sp>
        <p:nvSpPr>
          <p:cNvPr id="210" name="02_predicted_pose_3509">
            <a:extLst>
              <a:ext uri="{FF2B5EF4-FFF2-40B4-BE49-F238E27FC236}">
                <a16:creationId xmlns:a16="http://schemas.microsoft.com/office/drawing/2014/main" id="{B2AECC43-0B5D-40D3-94F6-E841EF60D743}"/>
              </a:ext>
            </a:extLst>
          </p:cNvPr>
          <p:cNvSpPr>
            <a:spLocks noGrp="1"/>
          </p:cNvSpPr>
          <p:nvPr/>
        </p:nvSpPr>
        <p:spPr>
          <a:xfrm>
            <a:off x="1199204" y="3442163"/>
            <a:ext cx="28398" cy="28398"/>
          </a:xfrm>
          <a:prstGeom prst="ellipse">
            <a:avLst/>
          </a:prstGeom>
          <a:solidFill>
            <a:srgbClr val="2D887E">
              <a:alpha val="30000"/>
            </a:srgbClr>
          </a:solidFill>
          <a:ln w="0">
            <a:noFill/>
            <a:prstDash val="solid"/>
          </a:ln>
        </p:spPr>
      </p:sp>
      <p:sp>
        <p:nvSpPr>
          <p:cNvPr id="211" name="02_predicted_pose_3510">
            <a:extLst>
              <a:ext uri="{FF2B5EF4-FFF2-40B4-BE49-F238E27FC236}">
                <a16:creationId xmlns:a16="http://schemas.microsoft.com/office/drawing/2014/main" id="{D4CF78B1-1165-4231-80ED-2DA5CEA76B02}"/>
              </a:ext>
            </a:extLst>
          </p:cNvPr>
          <p:cNvSpPr>
            <a:spLocks noGrp="1"/>
          </p:cNvSpPr>
          <p:nvPr/>
        </p:nvSpPr>
        <p:spPr>
          <a:xfrm>
            <a:off x="1283614" y="3620476"/>
            <a:ext cx="28398" cy="28398"/>
          </a:xfrm>
          <a:prstGeom prst="ellipse">
            <a:avLst/>
          </a:prstGeom>
          <a:solidFill>
            <a:srgbClr val="2D887E">
              <a:alpha val="30000"/>
            </a:srgbClr>
          </a:solidFill>
          <a:ln w="0">
            <a:noFill/>
            <a:prstDash val="solid"/>
          </a:ln>
        </p:spPr>
      </p:sp>
      <p:sp>
        <p:nvSpPr>
          <p:cNvPr id="212" name="02_predicted_pose_3511">
            <a:extLst>
              <a:ext uri="{FF2B5EF4-FFF2-40B4-BE49-F238E27FC236}">
                <a16:creationId xmlns:a16="http://schemas.microsoft.com/office/drawing/2014/main" id="{4773F566-C0A7-479C-9847-FC1E057FAC34}"/>
              </a:ext>
            </a:extLst>
          </p:cNvPr>
          <p:cNvSpPr>
            <a:spLocks noGrp="1"/>
          </p:cNvSpPr>
          <p:nvPr/>
        </p:nvSpPr>
        <p:spPr>
          <a:xfrm>
            <a:off x="1231590" y="3217582"/>
            <a:ext cx="28398" cy="28398"/>
          </a:xfrm>
          <a:prstGeom prst="ellipse">
            <a:avLst/>
          </a:prstGeom>
          <a:solidFill>
            <a:srgbClr val="2D887E">
              <a:alpha val="30000"/>
            </a:srgbClr>
          </a:solidFill>
          <a:ln w="0">
            <a:noFill/>
            <a:prstDash val="solid"/>
          </a:ln>
        </p:spPr>
      </p:sp>
      <p:sp>
        <p:nvSpPr>
          <p:cNvPr id="213" name="02_predicted_pose_3512">
            <a:extLst>
              <a:ext uri="{FF2B5EF4-FFF2-40B4-BE49-F238E27FC236}">
                <a16:creationId xmlns:a16="http://schemas.microsoft.com/office/drawing/2014/main" id="{60D10F1D-E584-4A8A-8E63-2437431C03E2}"/>
              </a:ext>
            </a:extLst>
          </p:cNvPr>
          <p:cNvSpPr>
            <a:spLocks noGrp="1"/>
          </p:cNvSpPr>
          <p:nvPr/>
        </p:nvSpPr>
        <p:spPr>
          <a:xfrm>
            <a:off x="1245371" y="3640727"/>
            <a:ext cx="28398" cy="28398"/>
          </a:xfrm>
          <a:prstGeom prst="ellipse">
            <a:avLst/>
          </a:prstGeom>
          <a:solidFill>
            <a:srgbClr val="2D887E">
              <a:alpha val="30000"/>
            </a:srgbClr>
          </a:solidFill>
          <a:ln w="0">
            <a:noFill/>
            <a:prstDash val="solid"/>
          </a:ln>
        </p:spPr>
      </p:sp>
      <p:sp>
        <p:nvSpPr>
          <p:cNvPr id="214" name="02_predicted_pose_3513">
            <a:extLst>
              <a:ext uri="{FF2B5EF4-FFF2-40B4-BE49-F238E27FC236}">
                <a16:creationId xmlns:a16="http://schemas.microsoft.com/office/drawing/2014/main" id="{E3BA5A22-63CA-40D9-8012-CA03D85C6C2B}"/>
              </a:ext>
            </a:extLst>
          </p:cNvPr>
          <p:cNvSpPr>
            <a:spLocks noGrp="1"/>
          </p:cNvSpPr>
          <p:nvPr/>
        </p:nvSpPr>
        <p:spPr>
          <a:xfrm>
            <a:off x="1259153" y="3577922"/>
            <a:ext cx="28398" cy="28398"/>
          </a:xfrm>
          <a:prstGeom prst="ellipse">
            <a:avLst/>
          </a:prstGeom>
          <a:solidFill>
            <a:srgbClr val="2D887E">
              <a:alpha val="30000"/>
            </a:srgbClr>
          </a:solidFill>
          <a:ln w="0">
            <a:noFill/>
            <a:prstDash val="solid"/>
          </a:ln>
        </p:spPr>
      </p:sp>
      <p:sp>
        <p:nvSpPr>
          <p:cNvPr id="215" name="02_predicted_pose_3514">
            <a:extLst>
              <a:ext uri="{FF2B5EF4-FFF2-40B4-BE49-F238E27FC236}">
                <a16:creationId xmlns:a16="http://schemas.microsoft.com/office/drawing/2014/main" id="{B9B1F4BF-30C1-4344-A1DF-6FB6B8BAFFE0}"/>
              </a:ext>
            </a:extLst>
          </p:cNvPr>
          <p:cNvSpPr>
            <a:spLocks noGrp="1"/>
          </p:cNvSpPr>
          <p:nvPr/>
        </p:nvSpPr>
        <p:spPr>
          <a:xfrm>
            <a:off x="1210574" y="3204055"/>
            <a:ext cx="28398" cy="28398"/>
          </a:xfrm>
          <a:prstGeom prst="ellipse">
            <a:avLst/>
          </a:prstGeom>
          <a:solidFill>
            <a:srgbClr val="2D887E">
              <a:alpha val="30000"/>
            </a:srgbClr>
          </a:solidFill>
          <a:ln w="0">
            <a:noFill/>
            <a:prstDash val="solid"/>
          </a:ln>
        </p:spPr>
      </p:sp>
      <p:sp>
        <p:nvSpPr>
          <p:cNvPr id="216" name="02_predicted_pose_3515">
            <a:extLst>
              <a:ext uri="{FF2B5EF4-FFF2-40B4-BE49-F238E27FC236}">
                <a16:creationId xmlns:a16="http://schemas.microsoft.com/office/drawing/2014/main" id="{7A76AC34-E9C5-4E56-B9C4-A85EA24788A6}"/>
              </a:ext>
            </a:extLst>
          </p:cNvPr>
          <p:cNvSpPr>
            <a:spLocks noGrp="1"/>
          </p:cNvSpPr>
          <p:nvPr/>
        </p:nvSpPr>
        <p:spPr>
          <a:xfrm>
            <a:off x="1224355" y="3161077"/>
            <a:ext cx="28398" cy="28398"/>
          </a:xfrm>
          <a:prstGeom prst="ellipse">
            <a:avLst/>
          </a:prstGeom>
          <a:solidFill>
            <a:srgbClr val="2D887E">
              <a:alpha val="30000"/>
            </a:srgbClr>
          </a:solidFill>
          <a:ln w="0">
            <a:noFill/>
            <a:prstDash val="solid"/>
          </a:ln>
        </p:spPr>
      </p:sp>
      <p:sp>
        <p:nvSpPr>
          <p:cNvPr id="217" name="02_predicted_pose_3516">
            <a:extLst>
              <a:ext uri="{FF2B5EF4-FFF2-40B4-BE49-F238E27FC236}">
                <a16:creationId xmlns:a16="http://schemas.microsoft.com/office/drawing/2014/main" id="{1D149B44-AC27-4206-A2A8-1C9372786921}"/>
              </a:ext>
            </a:extLst>
          </p:cNvPr>
          <p:cNvSpPr>
            <a:spLocks noGrp="1"/>
          </p:cNvSpPr>
          <p:nvPr/>
        </p:nvSpPr>
        <p:spPr>
          <a:xfrm>
            <a:off x="1238136" y="3137935"/>
            <a:ext cx="28398" cy="28398"/>
          </a:xfrm>
          <a:prstGeom prst="ellipse">
            <a:avLst/>
          </a:prstGeom>
          <a:solidFill>
            <a:srgbClr val="2D887E">
              <a:alpha val="30000"/>
            </a:srgbClr>
          </a:solidFill>
          <a:ln w="0">
            <a:noFill/>
            <a:prstDash val="solid"/>
          </a:ln>
        </p:spPr>
      </p:sp>
      <p:sp>
        <p:nvSpPr>
          <p:cNvPr id="218" name="02_predicted_pose_3517">
            <a:extLst>
              <a:ext uri="{FF2B5EF4-FFF2-40B4-BE49-F238E27FC236}">
                <a16:creationId xmlns:a16="http://schemas.microsoft.com/office/drawing/2014/main" id="{0157C2EB-F3A9-4A5F-8F98-725E59FDCBA1}"/>
              </a:ext>
            </a:extLst>
          </p:cNvPr>
          <p:cNvSpPr>
            <a:spLocks noGrp="1"/>
          </p:cNvSpPr>
          <p:nvPr/>
        </p:nvSpPr>
        <p:spPr>
          <a:xfrm>
            <a:off x="1257430" y="2879390"/>
            <a:ext cx="28398" cy="28398"/>
          </a:xfrm>
          <a:prstGeom prst="ellipse">
            <a:avLst/>
          </a:prstGeom>
          <a:solidFill>
            <a:srgbClr val="2D887E">
              <a:alpha val="30000"/>
            </a:srgbClr>
          </a:solidFill>
          <a:ln w="0">
            <a:noFill/>
            <a:prstDash val="solid"/>
          </a:ln>
        </p:spPr>
      </p:sp>
      <p:sp>
        <p:nvSpPr>
          <p:cNvPr id="219" name="02_predicted_pose_3518">
            <a:extLst>
              <a:ext uri="{FF2B5EF4-FFF2-40B4-BE49-F238E27FC236}">
                <a16:creationId xmlns:a16="http://schemas.microsoft.com/office/drawing/2014/main" id="{C9E3826B-8B75-4160-A4D5-09325045A135}"/>
              </a:ext>
            </a:extLst>
          </p:cNvPr>
          <p:cNvSpPr>
            <a:spLocks noGrp="1"/>
          </p:cNvSpPr>
          <p:nvPr/>
        </p:nvSpPr>
        <p:spPr>
          <a:xfrm>
            <a:off x="1298774" y="2737080"/>
            <a:ext cx="28398" cy="28398"/>
          </a:xfrm>
          <a:prstGeom prst="ellipse">
            <a:avLst/>
          </a:prstGeom>
          <a:solidFill>
            <a:srgbClr val="2D887E">
              <a:alpha val="30000"/>
            </a:srgbClr>
          </a:solidFill>
          <a:ln w="0">
            <a:noFill/>
            <a:prstDash val="solid"/>
          </a:ln>
        </p:spPr>
      </p:sp>
      <p:sp>
        <p:nvSpPr>
          <p:cNvPr id="220" name="02_predicted_pose_3519">
            <a:extLst>
              <a:ext uri="{FF2B5EF4-FFF2-40B4-BE49-F238E27FC236}">
                <a16:creationId xmlns:a16="http://schemas.microsoft.com/office/drawing/2014/main" id="{5D6EF725-08D4-4DF4-8B9D-4B5488BC2FED}"/>
              </a:ext>
            </a:extLst>
          </p:cNvPr>
          <p:cNvSpPr>
            <a:spLocks noGrp="1"/>
          </p:cNvSpPr>
          <p:nvPr/>
        </p:nvSpPr>
        <p:spPr>
          <a:xfrm>
            <a:off x="1270867" y="2769573"/>
            <a:ext cx="28398" cy="28398"/>
          </a:xfrm>
          <a:prstGeom prst="ellipse">
            <a:avLst/>
          </a:prstGeom>
          <a:solidFill>
            <a:srgbClr val="2D887E">
              <a:alpha val="30000"/>
            </a:srgbClr>
          </a:solidFill>
          <a:ln w="0">
            <a:noFill/>
            <a:prstDash val="solid"/>
          </a:ln>
        </p:spPr>
      </p:sp>
      <p:sp>
        <p:nvSpPr>
          <p:cNvPr id="221" name="02_predicted_pose_3520">
            <a:extLst>
              <a:ext uri="{FF2B5EF4-FFF2-40B4-BE49-F238E27FC236}">
                <a16:creationId xmlns:a16="http://schemas.microsoft.com/office/drawing/2014/main" id="{55855428-6E39-44F8-8FC4-AD5ACA819DA9}"/>
              </a:ext>
            </a:extLst>
          </p:cNvPr>
          <p:cNvSpPr>
            <a:spLocks noGrp="1"/>
          </p:cNvSpPr>
          <p:nvPr/>
        </p:nvSpPr>
        <p:spPr>
          <a:xfrm>
            <a:off x="1363890" y="2931089"/>
            <a:ext cx="28398" cy="28398"/>
          </a:xfrm>
          <a:prstGeom prst="ellipse">
            <a:avLst/>
          </a:prstGeom>
          <a:solidFill>
            <a:srgbClr val="2D887E">
              <a:alpha val="30000"/>
            </a:srgbClr>
          </a:solidFill>
          <a:ln w="0">
            <a:noFill/>
            <a:prstDash val="solid"/>
          </a:ln>
        </p:spPr>
      </p:sp>
      <p:sp>
        <p:nvSpPr>
          <p:cNvPr id="222" name="02_predicted_pose_3521">
            <a:extLst>
              <a:ext uri="{FF2B5EF4-FFF2-40B4-BE49-F238E27FC236}">
                <a16:creationId xmlns:a16="http://schemas.microsoft.com/office/drawing/2014/main" id="{AAE20A7A-D173-488C-9AEF-12B1A26912BE}"/>
              </a:ext>
            </a:extLst>
          </p:cNvPr>
          <p:cNvSpPr>
            <a:spLocks noGrp="1"/>
          </p:cNvSpPr>
          <p:nvPr/>
        </p:nvSpPr>
        <p:spPr>
          <a:xfrm>
            <a:off x="1485509" y="2764392"/>
            <a:ext cx="28398" cy="28398"/>
          </a:xfrm>
          <a:prstGeom prst="ellipse">
            <a:avLst/>
          </a:prstGeom>
          <a:solidFill>
            <a:srgbClr val="2D887E">
              <a:alpha val="30000"/>
            </a:srgbClr>
          </a:solidFill>
          <a:ln w="0">
            <a:noFill/>
            <a:prstDash val="solid"/>
          </a:ln>
        </p:spPr>
      </p:sp>
      <p:sp>
        <p:nvSpPr>
          <p:cNvPr id="223" name="02_predicted_pose_3522">
            <a:extLst>
              <a:ext uri="{FF2B5EF4-FFF2-40B4-BE49-F238E27FC236}">
                <a16:creationId xmlns:a16="http://schemas.microsoft.com/office/drawing/2014/main" id="{02E20393-C869-480D-BD07-5C0F4A0B1D88}"/>
              </a:ext>
            </a:extLst>
          </p:cNvPr>
          <p:cNvSpPr>
            <a:spLocks noGrp="1"/>
          </p:cNvSpPr>
          <p:nvPr/>
        </p:nvSpPr>
        <p:spPr>
          <a:xfrm>
            <a:off x="1235035" y="2896492"/>
            <a:ext cx="28398" cy="28398"/>
          </a:xfrm>
          <a:prstGeom prst="ellipse">
            <a:avLst/>
          </a:prstGeom>
          <a:solidFill>
            <a:srgbClr val="2D887E">
              <a:alpha val="30000"/>
            </a:srgbClr>
          </a:solidFill>
          <a:ln w="0">
            <a:noFill/>
            <a:prstDash val="solid"/>
          </a:ln>
        </p:spPr>
      </p:sp>
      <p:sp>
        <p:nvSpPr>
          <p:cNvPr id="224" name="02_predicted_pose_3523">
            <a:extLst>
              <a:ext uri="{FF2B5EF4-FFF2-40B4-BE49-F238E27FC236}">
                <a16:creationId xmlns:a16="http://schemas.microsoft.com/office/drawing/2014/main" id="{95D8F1BE-A574-4D8A-BA6C-29722B6F8694}"/>
              </a:ext>
            </a:extLst>
          </p:cNvPr>
          <p:cNvSpPr>
            <a:spLocks noGrp="1"/>
          </p:cNvSpPr>
          <p:nvPr/>
        </p:nvSpPr>
        <p:spPr>
          <a:xfrm>
            <a:off x="1382150" y="3446390"/>
            <a:ext cx="28398" cy="28398"/>
          </a:xfrm>
          <a:prstGeom prst="ellipse">
            <a:avLst/>
          </a:prstGeom>
          <a:solidFill>
            <a:srgbClr val="2D887E">
              <a:alpha val="30000"/>
            </a:srgbClr>
          </a:solidFill>
          <a:ln w="0">
            <a:noFill/>
            <a:prstDash val="solid"/>
          </a:ln>
        </p:spPr>
      </p:sp>
      <p:sp>
        <p:nvSpPr>
          <p:cNvPr id="225" name="02_predicted_pose_3524">
            <a:extLst>
              <a:ext uri="{FF2B5EF4-FFF2-40B4-BE49-F238E27FC236}">
                <a16:creationId xmlns:a16="http://schemas.microsoft.com/office/drawing/2014/main" id="{16FC3490-B1DE-4339-B4E2-656638DC3830}"/>
              </a:ext>
            </a:extLst>
          </p:cNvPr>
          <p:cNvSpPr>
            <a:spLocks noGrp="1"/>
          </p:cNvSpPr>
          <p:nvPr/>
        </p:nvSpPr>
        <p:spPr>
          <a:xfrm>
            <a:off x="1395931" y="3660288"/>
            <a:ext cx="28398" cy="28398"/>
          </a:xfrm>
          <a:prstGeom prst="ellipse">
            <a:avLst/>
          </a:prstGeom>
          <a:solidFill>
            <a:srgbClr val="2D887E">
              <a:alpha val="30000"/>
            </a:srgbClr>
          </a:solidFill>
          <a:ln w="0">
            <a:noFill/>
            <a:prstDash val="solid"/>
          </a:ln>
        </p:spPr>
      </p:sp>
      <p:sp>
        <p:nvSpPr>
          <p:cNvPr id="226" name="02_predicted_pose_3525">
            <a:extLst>
              <a:ext uri="{FF2B5EF4-FFF2-40B4-BE49-F238E27FC236}">
                <a16:creationId xmlns:a16="http://schemas.microsoft.com/office/drawing/2014/main" id="{B2836B07-B041-4301-AEF3-BC81E32B43E7}"/>
              </a:ext>
            </a:extLst>
          </p:cNvPr>
          <p:cNvSpPr>
            <a:spLocks noGrp="1"/>
          </p:cNvSpPr>
          <p:nvPr/>
        </p:nvSpPr>
        <p:spPr>
          <a:xfrm>
            <a:off x="1356310" y="3559967"/>
            <a:ext cx="28398" cy="28398"/>
          </a:xfrm>
          <a:prstGeom prst="ellipse">
            <a:avLst/>
          </a:prstGeom>
          <a:solidFill>
            <a:srgbClr val="2D887E">
              <a:alpha val="30000"/>
            </a:srgbClr>
          </a:solidFill>
          <a:ln w="0">
            <a:noFill/>
            <a:prstDash val="solid"/>
          </a:ln>
        </p:spPr>
      </p:sp>
      <p:sp>
        <p:nvSpPr>
          <p:cNvPr id="227" name="02_predicted_pose_3526">
            <a:extLst>
              <a:ext uri="{FF2B5EF4-FFF2-40B4-BE49-F238E27FC236}">
                <a16:creationId xmlns:a16="http://schemas.microsoft.com/office/drawing/2014/main" id="{00961182-6ABB-478E-AEA1-389D742C78DB}"/>
              </a:ext>
            </a:extLst>
          </p:cNvPr>
          <p:cNvSpPr>
            <a:spLocks noGrp="1"/>
          </p:cNvSpPr>
          <p:nvPr/>
        </p:nvSpPr>
        <p:spPr>
          <a:xfrm>
            <a:off x="1370092" y="3379085"/>
            <a:ext cx="28398" cy="28398"/>
          </a:xfrm>
          <a:prstGeom prst="ellipse">
            <a:avLst/>
          </a:prstGeom>
          <a:solidFill>
            <a:srgbClr val="2D887E">
              <a:alpha val="30000"/>
            </a:srgbClr>
          </a:solidFill>
          <a:ln w="0">
            <a:noFill/>
            <a:prstDash val="solid"/>
          </a:ln>
        </p:spPr>
      </p:sp>
      <p:sp>
        <p:nvSpPr>
          <p:cNvPr id="228" name="02_predicted_pose_3527">
            <a:extLst>
              <a:ext uri="{FF2B5EF4-FFF2-40B4-BE49-F238E27FC236}">
                <a16:creationId xmlns:a16="http://schemas.microsoft.com/office/drawing/2014/main" id="{194F56D8-B3CD-481D-B614-3DF51687CE8C}"/>
              </a:ext>
            </a:extLst>
          </p:cNvPr>
          <p:cNvSpPr>
            <a:spLocks noGrp="1"/>
          </p:cNvSpPr>
          <p:nvPr/>
        </p:nvSpPr>
        <p:spPr>
          <a:xfrm>
            <a:off x="1383873" y="3373682"/>
            <a:ext cx="28398" cy="28398"/>
          </a:xfrm>
          <a:prstGeom prst="ellipse">
            <a:avLst/>
          </a:prstGeom>
          <a:solidFill>
            <a:srgbClr val="2D887E">
              <a:alpha val="30000"/>
            </a:srgbClr>
          </a:solidFill>
          <a:ln w="0">
            <a:noFill/>
            <a:prstDash val="solid"/>
          </a:ln>
        </p:spPr>
      </p:sp>
      <p:sp>
        <p:nvSpPr>
          <p:cNvPr id="229" name="02_predicted_pose_3528">
            <a:extLst>
              <a:ext uri="{FF2B5EF4-FFF2-40B4-BE49-F238E27FC236}">
                <a16:creationId xmlns:a16="http://schemas.microsoft.com/office/drawing/2014/main" id="{E05E3482-4C8A-4B14-A399-47C794804F0A}"/>
              </a:ext>
            </a:extLst>
          </p:cNvPr>
          <p:cNvSpPr>
            <a:spLocks noGrp="1"/>
          </p:cNvSpPr>
          <p:nvPr/>
        </p:nvSpPr>
        <p:spPr>
          <a:xfrm>
            <a:off x="1411435" y="3350984"/>
            <a:ext cx="28398" cy="28398"/>
          </a:xfrm>
          <a:prstGeom prst="ellipse">
            <a:avLst/>
          </a:prstGeom>
          <a:solidFill>
            <a:srgbClr val="2D887E">
              <a:alpha val="30000"/>
            </a:srgbClr>
          </a:solidFill>
          <a:ln w="0">
            <a:noFill/>
            <a:prstDash val="solid"/>
          </a:ln>
        </p:spPr>
      </p:sp>
      <p:sp>
        <p:nvSpPr>
          <p:cNvPr id="230" name="02_predicted_pose_3529">
            <a:extLst>
              <a:ext uri="{FF2B5EF4-FFF2-40B4-BE49-F238E27FC236}">
                <a16:creationId xmlns:a16="http://schemas.microsoft.com/office/drawing/2014/main" id="{F0910291-D37A-40F3-9420-12C0146CE381}"/>
              </a:ext>
            </a:extLst>
          </p:cNvPr>
          <p:cNvSpPr>
            <a:spLocks noGrp="1"/>
          </p:cNvSpPr>
          <p:nvPr/>
        </p:nvSpPr>
        <p:spPr>
          <a:xfrm>
            <a:off x="1425216" y="3545478"/>
            <a:ext cx="28398" cy="28398"/>
          </a:xfrm>
          <a:prstGeom prst="ellipse">
            <a:avLst/>
          </a:prstGeom>
          <a:solidFill>
            <a:srgbClr val="2D887E">
              <a:alpha val="30000"/>
            </a:srgbClr>
          </a:solidFill>
          <a:ln w="0">
            <a:noFill/>
            <a:prstDash val="solid"/>
          </a:ln>
        </p:spPr>
      </p:sp>
      <p:sp>
        <p:nvSpPr>
          <p:cNvPr id="231" name="02_predicted_pose_3530">
            <a:extLst>
              <a:ext uri="{FF2B5EF4-FFF2-40B4-BE49-F238E27FC236}">
                <a16:creationId xmlns:a16="http://schemas.microsoft.com/office/drawing/2014/main" id="{1CAF81E4-E64C-4325-981F-CE4482C1E594}"/>
              </a:ext>
            </a:extLst>
          </p:cNvPr>
          <p:cNvSpPr>
            <a:spLocks noGrp="1"/>
          </p:cNvSpPr>
          <p:nvPr/>
        </p:nvSpPr>
        <p:spPr>
          <a:xfrm>
            <a:off x="1238825" y="3720862"/>
            <a:ext cx="28398" cy="28398"/>
          </a:xfrm>
          <a:prstGeom prst="ellipse">
            <a:avLst/>
          </a:prstGeom>
          <a:solidFill>
            <a:srgbClr val="2D887E">
              <a:alpha val="30000"/>
            </a:srgbClr>
          </a:solidFill>
          <a:ln w="0">
            <a:noFill/>
            <a:prstDash val="solid"/>
          </a:ln>
        </p:spPr>
      </p:sp>
      <p:sp>
        <p:nvSpPr>
          <p:cNvPr id="232" name="02_predicted_pose_3531">
            <a:extLst>
              <a:ext uri="{FF2B5EF4-FFF2-40B4-BE49-F238E27FC236}">
                <a16:creationId xmlns:a16="http://schemas.microsoft.com/office/drawing/2014/main" id="{252FE7A8-DF56-48AE-80FD-09E2F910716C}"/>
              </a:ext>
            </a:extLst>
          </p:cNvPr>
          <p:cNvSpPr>
            <a:spLocks noGrp="1"/>
          </p:cNvSpPr>
          <p:nvPr/>
        </p:nvSpPr>
        <p:spPr>
          <a:xfrm>
            <a:off x="1341496" y="3407432"/>
            <a:ext cx="28398" cy="28398"/>
          </a:xfrm>
          <a:prstGeom prst="ellipse">
            <a:avLst/>
          </a:prstGeom>
          <a:solidFill>
            <a:srgbClr val="2D887E">
              <a:alpha val="30000"/>
            </a:srgbClr>
          </a:solidFill>
          <a:ln w="0">
            <a:noFill/>
            <a:prstDash val="solid"/>
          </a:ln>
        </p:spPr>
      </p:sp>
      <p:sp>
        <p:nvSpPr>
          <p:cNvPr id="233" name="02_predicted_pose_3532">
            <a:extLst>
              <a:ext uri="{FF2B5EF4-FFF2-40B4-BE49-F238E27FC236}">
                <a16:creationId xmlns:a16="http://schemas.microsoft.com/office/drawing/2014/main" id="{395F5DEE-8332-4DDF-AEB0-CCB1F8C7FB22}"/>
              </a:ext>
            </a:extLst>
          </p:cNvPr>
          <p:cNvSpPr>
            <a:spLocks noGrp="1"/>
          </p:cNvSpPr>
          <p:nvPr/>
        </p:nvSpPr>
        <p:spPr>
          <a:xfrm>
            <a:off x="1382839" y="3446729"/>
            <a:ext cx="28398" cy="28398"/>
          </a:xfrm>
          <a:prstGeom prst="ellipse">
            <a:avLst/>
          </a:prstGeom>
          <a:solidFill>
            <a:srgbClr val="2D887E">
              <a:alpha val="30000"/>
            </a:srgbClr>
          </a:solidFill>
          <a:ln w="0">
            <a:noFill/>
            <a:prstDash val="solid"/>
          </a:ln>
        </p:spPr>
      </p:sp>
      <p:sp>
        <p:nvSpPr>
          <p:cNvPr id="234" name="02_predicted_pose_3533">
            <a:extLst>
              <a:ext uri="{FF2B5EF4-FFF2-40B4-BE49-F238E27FC236}">
                <a16:creationId xmlns:a16="http://schemas.microsoft.com/office/drawing/2014/main" id="{9C27712E-67BB-4E03-96C6-27210EF59785}"/>
              </a:ext>
            </a:extLst>
          </p:cNvPr>
          <p:cNvSpPr>
            <a:spLocks noGrp="1"/>
          </p:cNvSpPr>
          <p:nvPr/>
        </p:nvSpPr>
        <p:spPr>
          <a:xfrm>
            <a:off x="1396620" y="3403518"/>
            <a:ext cx="28398" cy="28398"/>
          </a:xfrm>
          <a:prstGeom prst="ellipse">
            <a:avLst/>
          </a:prstGeom>
          <a:solidFill>
            <a:srgbClr val="2D887E">
              <a:alpha val="30000"/>
            </a:srgbClr>
          </a:solidFill>
          <a:ln w="0">
            <a:noFill/>
            <a:prstDash val="solid"/>
          </a:ln>
        </p:spPr>
      </p:sp>
      <p:sp>
        <p:nvSpPr>
          <p:cNvPr id="235" name="02_predicted_pose_3534">
            <a:extLst>
              <a:ext uri="{FF2B5EF4-FFF2-40B4-BE49-F238E27FC236}">
                <a16:creationId xmlns:a16="http://schemas.microsoft.com/office/drawing/2014/main" id="{51C79942-6907-4154-8B5C-D415CF1E2517}"/>
              </a:ext>
            </a:extLst>
          </p:cNvPr>
          <p:cNvSpPr>
            <a:spLocks noGrp="1"/>
          </p:cNvSpPr>
          <p:nvPr/>
        </p:nvSpPr>
        <p:spPr>
          <a:xfrm>
            <a:off x="1424183" y="3390911"/>
            <a:ext cx="28398" cy="28398"/>
          </a:xfrm>
          <a:prstGeom prst="ellipse">
            <a:avLst/>
          </a:prstGeom>
          <a:solidFill>
            <a:srgbClr val="2D887E">
              <a:alpha val="30000"/>
            </a:srgbClr>
          </a:solidFill>
          <a:ln w="0">
            <a:noFill/>
            <a:prstDash val="solid"/>
          </a:ln>
        </p:spPr>
      </p:sp>
      <p:sp>
        <p:nvSpPr>
          <p:cNvPr id="236" name="02_predicted_pose_3535">
            <a:extLst>
              <a:ext uri="{FF2B5EF4-FFF2-40B4-BE49-F238E27FC236}">
                <a16:creationId xmlns:a16="http://schemas.microsoft.com/office/drawing/2014/main" id="{79E2D6FA-B995-4017-8678-7E91E2736E77}"/>
              </a:ext>
            </a:extLst>
          </p:cNvPr>
          <p:cNvSpPr>
            <a:spLocks noGrp="1"/>
          </p:cNvSpPr>
          <p:nvPr/>
        </p:nvSpPr>
        <p:spPr>
          <a:xfrm>
            <a:off x="1314967" y="3627912"/>
            <a:ext cx="28398" cy="28398"/>
          </a:xfrm>
          <a:prstGeom prst="ellipse">
            <a:avLst/>
          </a:prstGeom>
          <a:solidFill>
            <a:srgbClr val="2D887E">
              <a:alpha val="30000"/>
            </a:srgbClr>
          </a:solidFill>
          <a:ln w="0">
            <a:noFill/>
            <a:prstDash val="solid"/>
          </a:ln>
        </p:spPr>
      </p:sp>
      <p:sp>
        <p:nvSpPr>
          <p:cNvPr id="237" name="02_predicted_pose_3536">
            <a:extLst>
              <a:ext uri="{FF2B5EF4-FFF2-40B4-BE49-F238E27FC236}">
                <a16:creationId xmlns:a16="http://schemas.microsoft.com/office/drawing/2014/main" id="{1490C200-3D47-43B3-A31E-0A3DE960A26A}"/>
              </a:ext>
            </a:extLst>
          </p:cNvPr>
          <p:cNvSpPr>
            <a:spLocks noGrp="1"/>
          </p:cNvSpPr>
          <p:nvPr/>
        </p:nvSpPr>
        <p:spPr>
          <a:xfrm>
            <a:off x="1342529" y="3663378"/>
            <a:ext cx="28398" cy="28398"/>
          </a:xfrm>
          <a:prstGeom prst="ellipse">
            <a:avLst/>
          </a:prstGeom>
          <a:solidFill>
            <a:srgbClr val="2D887E">
              <a:alpha val="30000"/>
            </a:srgbClr>
          </a:solidFill>
          <a:ln w="0">
            <a:noFill/>
            <a:prstDash val="solid"/>
          </a:ln>
        </p:spPr>
      </p:sp>
      <p:sp>
        <p:nvSpPr>
          <p:cNvPr id="238" name="02_predicted_pose_3537">
            <a:extLst>
              <a:ext uri="{FF2B5EF4-FFF2-40B4-BE49-F238E27FC236}">
                <a16:creationId xmlns:a16="http://schemas.microsoft.com/office/drawing/2014/main" id="{B8A57C1B-95E4-4111-930C-F2D69FE9CC7D}"/>
              </a:ext>
            </a:extLst>
          </p:cNvPr>
          <p:cNvSpPr>
            <a:spLocks noGrp="1"/>
          </p:cNvSpPr>
          <p:nvPr/>
        </p:nvSpPr>
        <p:spPr>
          <a:xfrm>
            <a:off x="1370092" y="3495365"/>
            <a:ext cx="28398" cy="28398"/>
          </a:xfrm>
          <a:prstGeom prst="ellipse">
            <a:avLst/>
          </a:prstGeom>
          <a:solidFill>
            <a:srgbClr val="2D887E">
              <a:alpha val="30000"/>
            </a:srgbClr>
          </a:solidFill>
          <a:ln w="0">
            <a:noFill/>
            <a:prstDash val="solid"/>
          </a:ln>
        </p:spPr>
      </p:sp>
      <p:sp>
        <p:nvSpPr>
          <p:cNvPr id="239" name="02_predicted_pose_3538">
            <a:extLst>
              <a:ext uri="{FF2B5EF4-FFF2-40B4-BE49-F238E27FC236}">
                <a16:creationId xmlns:a16="http://schemas.microsoft.com/office/drawing/2014/main" id="{6E144F71-A2EB-4AB9-AB0A-CD4DF581D788}"/>
              </a:ext>
            </a:extLst>
          </p:cNvPr>
          <p:cNvSpPr>
            <a:spLocks noGrp="1"/>
          </p:cNvSpPr>
          <p:nvPr/>
        </p:nvSpPr>
        <p:spPr>
          <a:xfrm>
            <a:off x="1397654" y="3574272"/>
            <a:ext cx="28398" cy="28398"/>
          </a:xfrm>
          <a:prstGeom prst="ellipse">
            <a:avLst/>
          </a:prstGeom>
          <a:solidFill>
            <a:srgbClr val="2D887E">
              <a:alpha val="30000"/>
            </a:srgbClr>
          </a:solidFill>
          <a:ln w="0">
            <a:noFill/>
            <a:prstDash val="solid"/>
          </a:ln>
        </p:spPr>
      </p:sp>
      <p:sp>
        <p:nvSpPr>
          <p:cNvPr id="240" name="02_predicted_pose_3539">
            <a:extLst>
              <a:ext uri="{FF2B5EF4-FFF2-40B4-BE49-F238E27FC236}">
                <a16:creationId xmlns:a16="http://schemas.microsoft.com/office/drawing/2014/main" id="{D60350B2-5C4B-4632-9C59-F8F94429C0D4}"/>
              </a:ext>
            </a:extLst>
          </p:cNvPr>
          <p:cNvSpPr>
            <a:spLocks noGrp="1"/>
          </p:cNvSpPr>
          <p:nvPr/>
        </p:nvSpPr>
        <p:spPr>
          <a:xfrm>
            <a:off x="1425216" y="3736523"/>
            <a:ext cx="28398" cy="28398"/>
          </a:xfrm>
          <a:prstGeom prst="ellipse">
            <a:avLst/>
          </a:prstGeom>
          <a:solidFill>
            <a:srgbClr val="2D887E">
              <a:alpha val="30000"/>
            </a:srgbClr>
          </a:solidFill>
          <a:ln w="0">
            <a:noFill/>
            <a:prstDash val="solid"/>
          </a:ln>
        </p:spPr>
      </p:sp>
      <p:sp>
        <p:nvSpPr>
          <p:cNvPr id="241" name="02_predicted_pose_3540">
            <a:extLst>
              <a:ext uri="{FF2B5EF4-FFF2-40B4-BE49-F238E27FC236}">
                <a16:creationId xmlns:a16="http://schemas.microsoft.com/office/drawing/2014/main" id="{36B8F8DE-01C8-4A01-A1DF-A708E47EAB65}"/>
              </a:ext>
            </a:extLst>
          </p:cNvPr>
          <p:cNvSpPr>
            <a:spLocks noGrp="1"/>
          </p:cNvSpPr>
          <p:nvPr/>
        </p:nvSpPr>
        <p:spPr>
          <a:xfrm>
            <a:off x="1328403" y="3618689"/>
            <a:ext cx="28398" cy="28398"/>
          </a:xfrm>
          <a:prstGeom prst="ellipse">
            <a:avLst/>
          </a:prstGeom>
          <a:solidFill>
            <a:srgbClr val="2D887E">
              <a:alpha val="30000"/>
            </a:srgbClr>
          </a:solidFill>
          <a:ln w="0">
            <a:noFill/>
            <a:prstDash val="solid"/>
          </a:ln>
        </p:spPr>
      </p:sp>
      <p:sp>
        <p:nvSpPr>
          <p:cNvPr id="242" name="02_predicted_pose_3541">
            <a:extLst>
              <a:ext uri="{FF2B5EF4-FFF2-40B4-BE49-F238E27FC236}">
                <a16:creationId xmlns:a16="http://schemas.microsoft.com/office/drawing/2014/main" id="{FC59AEB0-440B-4C0B-A2DB-61D869B119E6}"/>
              </a:ext>
            </a:extLst>
          </p:cNvPr>
          <p:cNvSpPr>
            <a:spLocks noGrp="1"/>
          </p:cNvSpPr>
          <p:nvPr/>
        </p:nvSpPr>
        <p:spPr>
          <a:xfrm>
            <a:off x="1445544" y="2805967"/>
            <a:ext cx="28398" cy="28398"/>
          </a:xfrm>
          <a:prstGeom prst="ellipse">
            <a:avLst/>
          </a:prstGeom>
          <a:solidFill>
            <a:srgbClr val="2D887E">
              <a:alpha val="30000"/>
            </a:srgbClr>
          </a:solidFill>
          <a:ln w="0">
            <a:noFill/>
            <a:prstDash val="solid"/>
          </a:ln>
        </p:spPr>
      </p:sp>
      <p:sp>
        <p:nvSpPr>
          <p:cNvPr id="243" name="02_predicted_pose_3542">
            <a:extLst>
              <a:ext uri="{FF2B5EF4-FFF2-40B4-BE49-F238E27FC236}">
                <a16:creationId xmlns:a16="http://schemas.microsoft.com/office/drawing/2014/main" id="{4970F049-8B13-4806-8EB3-B714F88907DD}"/>
              </a:ext>
            </a:extLst>
          </p:cNvPr>
          <p:cNvSpPr>
            <a:spLocks noGrp="1"/>
          </p:cNvSpPr>
          <p:nvPr/>
        </p:nvSpPr>
        <p:spPr>
          <a:xfrm>
            <a:off x="1459325" y="3323123"/>
            <a:ext cx="28398" cy="28398"/>
          </a:xfrm>
          <a:prstGeom prst="ellipse">
            <a:avLst/>
          </a:prstGeom>
          <a:solidFill>
            <a:srgbClr val="2D887E">
              <a:alpha val="30000"/>
            </a:srgbClr>
          </a:solidFill>
          <a:ln w="0">
            <a:noFill/>
            <a:prstDash val="solid"/>
          </a:ln>
        </p:spPr>
      </p:sp>
      <p:sp>
        <p:nvSpPr>
          <p:cNvPr id="244" name="02_predicted_pose_3543">
            <a:extLst>
              <a:ext uri="{FF2B5EF4-FFF2-40B4-BE49-F238E27FC236}">
                <a16:creationId xmlns:a16="http://schemas.microsoft.com/office/drawing/2014/main" id="{42FFC28B-9BF4-450F-BB49-1719847C6DAD}"/>
              </a:ext>
            </a:extLst>
          </p:cNvPr>
          <p:cNvSpPr>
            <a:spLocks noGrp="1"/>
          </p:cNvSpPr>
          <p:nvPr/>
        </p:nvSpPr>
        <p:spPr>
          <a:xfrm>
            <a:off x="1242271" y="2879207"/>
            <a:ext cx="28398" cy="28398"/>
          </a:xfrm>
          <a:prstGeom prst="ellipse">
            <a:avLst/>
          </a:prstGeom>
          <a:solidFill>
            <a:srgbClr val="2D887E">
              <a:alpha val="30000"/>
            </a:srgbClr>
          </a:solidFill>
          <a:ln w="0">
            <a:noFill/>
            <a:prstDash val="solid"/>
          </a:ln>
        </p:spPr>
      </p:sp>
      <p:sp>
        <p:nvSpPr>
          <p:cNvPr id="245" name="02_predicted_pose_3544">
            <a:extLst>
              <a:ext uri="{FF2B5EF4-FFF2-40B4-BE49-F238E27FC236}">
                <a16:creationId xmlns:a16="http://schemas.microsoft.com/office/drawing/2014/main" id="{A3E1905D-C1A9-4612-9C92-5FD773ECA5D6}"/>
              </a:ext>
            </a:extLst>
          </p:cNvPr>
          <p:cNvSpPr>
            <a:spLocks noGrp="1"/>
          </p:cNvSpPr>
          <p:nvPr/>
        </p:nvSpPr>
        <p:spPr>
          <a:xfrm>
            <a:off x="1254674" y="3815417"/>
            <a:ext cx="28398" cy="28398"/>
          </a:xfrm>
          <a:prstGeom prst="ellipse">
            <a:avLst/>
          </a:prstGeom>
          <a:solidFill>
            <a:srgbClr val="2D887E">
              <a:alpha val="30000"/>
            </a:srgbClr>
          </a:solidFill>
          <a:ln w="0">
            <a:noFill/>
            <a:prstDash val="solid"/>
          </a:ln>
        </p:spPr>
      </p:sp>
      <p:sp>
        <p:nvSpPr>
          <p:cNvPr id="246" name="02_predicted_pose_3545">
            <a:extLst>
              <a:ext uri="{FF2B5EF4-FFF2-40B4-BE49-F238E27FC236}">
                <a16:creationId xmlns:a16="http://schemas.microsoft.com/office/drawing/2014/main" id="{91766740-1AA4-4DE6-AD4D-AFB38EF070E7}"/>
              </a:ext>
            </a:extLst>
          </p:cNvPr>
          <p:cNvSpPr>
            <a:spLocks noGrp="1"/>
          </p:cNvSpPr>
          <p:nvPr/>
        </p:nvSpPr>
        <p:spPr>
          <a:xfrm>
            <a:off x="1296362" y="3659046"/>
            <a:ext cx="28398" cy="28398"/>
          </a:xfrm>
          <a:prstGeom prst="ellipse">
            <a:avLst/>
          </a:prstGeom>
          <a:solidFill>
            <a:srgbClr val="2D887E">
              <a:alpha val="30000"/>
            </a:srgbClr>
          </a:solidFill>
          <a:ln w="0">
            <a:noFill/>
            <a:prstDash val="solid"/>
          </a:ln>
        </p:spPr>
      </p:sp>
      <p:sp>
        <p:nvSpPr>
          <p:cNvPr id="247" name="02_predicted_pose_3546">
            <a:extLst>
              <a:ext uri="{FF2B5EF4-FFF2-40B4-BE49-F238E27FC236}">
                <a16:creationId xmlns:a16="http://schemas.microsoft.com/office/drawing/2014/main" id="{B9B57BE9-B6AA-4EBC-9B7C-2928896B876D}"/>
              </a:ext>
            </a:extLst>
          </p:cNvPr>
          <p:cNvSpPr>
            <a:spLocks noGrp="1"/>
          </p:cNvSpPr>
          <p:nvPr/>
        </p:nvSpPr>
        <p:spPr>
          <a:xfrm>
            <a:off x="1259842" y="3660171"/>
            <a:ext cx="28398" cy="28398"/>
          </a:xfrm>
          <a:prstGeom prst="ellipse">
            <a:avLst/>
          </a:prstGeom>
          <a:solidFill>
            <a:srgbClr val="2D887E">
              <a:alpha val="30000"/>
            </a:srgbClr>
          </a:solidFill>
          <a:ln w="0">
            <a:noFill/>
            <a:prstDash val="solid"/>
          </a:ln>
        </p:spPr>
      </p:sp>
      <p:sp>
        <p:nvSpPr>
          <p:cNvPr id="248" name="02_predicted_pose_3547">
            <a:extLst>
              <a:ext uri="{FF2B5EF4-FFF2-40B4-BE49-F238E27FC236}">
                <a16:creationId xmlns:a16="http://schemas.microsoft.com/office/drawing/2014/main" id="{64A41CF3-C563-4D62-949B-B03B9E55EF1D}"/>
              </a:ext>
            </a:extLst>
          </p:cNvPr>
          <p:cNvSpPr>
            <a:spLocks noGrp="1"/>
          </p:cNvSpPr>
          <p:nvPr/>
        </p:nvSpPr>
        <p:spPr>
          <a:xfrm>
            <a:off x="1207818" y="3661892"/>
            <a:ext cx="28398" cy="28398"/>
          </a:xfrm>
          <a:prstGeom prst="ellipse">
            <a:avLst/>
          </a:prstGeom>
          <a:solidFill>
            <a:srgbClr val="2D887E">
              <a:alpha val="30000"/>
            </a:srgbClr>
          </a:solidFill>
          <a:ln w="0">
            <a:noFill/>
            <a:prstDash val="solid"/>
          </a:ln>
        </p:spPr>
      </p:sp>
      <p:sp>
        <p:nvSpPr>
          <p:cNvPr id="249" name="02_predicted_pose_3548">
            <a:extLst>
              <a:ext uri="{FF2B5EF4-FFF2-40B4-BE49-F238E27FC236}">
                <a16:creationId xmlns:a16="http://schemas.microsoft.com/office/drawing/2014/main" id="{EFF77604-B34D-44E1-B7F0-7D300D3E0B98}"/>
              </a:ext>
            </a:extLst>
          </p:cNvPr>
          <p:cNvSpPr>
            <a:spLocks noGrp="1"/>
          </p:cNvSpPr>
          <p:nvPr/>
        </p:nvSpPr>
        <p:spPr>
          <a:xfrm>
            <a:off x="1340117" y="3694119"/>
            <a:ext cx="28398" cy="28398"/>
          </a:xfrm>
          <a:prstGeom prst="ellipse">
            <a:avLst/>
          </a:prstGeom>
          <a:solidFill>
            <a:srgbClr val="2D887E">
              <a:alpha val="30000"/>
            </a:srgbClr>
          </a:solidFill>
          <a:ln w="0">
            <a:noFill/>
            <a:prstDash val="solid"/>
          </a:ln>
        </p:spPr>
      </p:sp>
      <p:sp>
        <p:nvSpPr>
          <p:cNvPr id="250" name="02_predicted_pose_3549">
            <a:extLst>
              <a:ext uri="{FF2B5EF4-FFF2-40B4-BE49-F238E27FC236}">
                <a16:creationId xmlns:a16="http://schemas.microsoft.com/office/drawing/2014/main" id="{D2BA4BF0-4EDF-41FD-B541-72224B675FDF}"/>
              </a:ext>
            </a:extLst>
          </p:cNvPr>
          <p:cNvSpPr>
            <a:spLocks noGrp="1"/>
          </p:cNvSpPr>
          <p:nvPr/>
        </p:nvSpPr>
        <p:spPr>
          <a:xfrm>
            <a:off x="1353899" y="3679645"/>
            <a:ext cx="28398" cy="28398"/>
          </a:xfrm>
          <a:prstGeom prst="ellipse">
            <a:avLst/>
          </a:prstGeom>
          <a:solidFill>
            <a:srgbClr val="2D887E">
              <a:alpha val="30000"/>
            </a:srgbClr>
          </a:solidFill>
          <a:ln w="0">
            <a:noFill/>
            <a:prstDash val="solid"/>
          </a:ln>
        </p:spPr>
      </p:sp>
      <p:sp>
        <p:nvSpPr>
          <p:cNvPr id="251" name="02_predicted_pose_3550">
            <a:extLst>
              <a:ext uri="{FF2B5EF4-FFF2-40B4-BE49-F238E27FC236}">
                <a16:creationId xmlns:a16="http://schemas.microsoft.com/office/drawing/2014/main" id="{FD223AE0-1E58-4A25-92C3-65F71836DA28}"/>
              </a:ext>
            </a:extLst>
          </p:cNvPr>
          <p:cNvSpPr>
            <a:spLocks noGrp="1"/>
          </p:cNvSpPr>
          <p:nvPr/>
        </p:nvSpPr>
        <p:spPr>
          <a:xfrm>
            <a:off x="1367680" y="3853134"/>
            <a:ext cx="28398" cy="28398"/>
          </a:xfrm>
          <a:prstGeom prst="ellipse">
            <a:avLst/>
          </a:prstGeom>
          <a:solidFill>
            <a:srgbClr val="2D887E">
              <a:alpha val="30000"/>
            </a:srgbClr>
          </a:solidFill>
          <a:ln w="0">
            <a:noFill/>
            <a:prstDash val="solid"/>
          </a:ln>
        </p:spPr>
      </p:sp>
      <p:sp>
        <p:nvSpPr>
          <p:cNvPr id="252" name="02_predicted_pose_3551">
            <a:extLst>
              <a:ext uri="{FF2B5EF4-FFF2-40B4-BE49-F238E27FC236}">
                <a16:creationId xmlns:a16="http://schemas.microsoft.com/office/drawing/2014/main" id="{449FF647-DB4D-40F1-B6F0-4944D201941D}"/>
              </a:ext>
            </a:extLst>
          </p:cNvPr>
          <p:cNvSpPr>
            <a:spLocks noGrp="1"/>
          </p:cNvSpPr>
          <p:nvPr/>
        </p:nvSpPr>
        <p:spPr>
          <a:xfrm>
            <a:off x="1381461" y="3602001"/>
            <a:ext cx="28398" cy="28398"/>
          </a:xfrm>
          <a:prstGeom prst="ellipse">
            <a:avLst/>
          </a:prstGeom>
          <a:solidFill>
            <a:srgbClr val="2D887E">
              <a:alpha val="30000"/>
            </a:srgbClr>
          </a:solidFill>
          <a:ln w="0">
            <a:noFill/>
            <a:prstDash val="solid"/>
          </a:ln>
        </p:spPr>
      </p:sp>
      <p:sp>
        <p:nvSpPr>
          <p:cNvPr id="253" name="02_predicted_pose_3552">
            <a:extLst>
              <a:ext uri="{FF2B5EF4-FFF2-40B4-BE49-F238E27FC236}">
                <a16:creationId xmlns:a16="http://schemas.microsoft.com/office/drawing/2014/main" id="{E742DE8D-5524-4647-BC4E-14BA0B062287}"/>
              </a:ext>
            </a:extLst>
          </p:cNvPr>
          <p:cNvSpPr>
            <a:spLocks noGrp="1"/>
          </p:cNvSpPr>
          <p:nvPr/>
        </p:nvSpPr>
        <p:spPr>
          <a:xfrm>
            <a:off x="1176465" y="3757385"/>
            <a:ext cx="28398" cy="28398"/>
          </a:xfrm>
          <a:prstGeom prst="ellipse">
            <a:avLst/>
          </a:prstGeom>
          <a:solidFill>
            <a:srgbClr val="2D887E">
              <a:alpha val="30000"/>
            </a:srgbClr>
          </a:solidFill>
          <a:ln w="0">
            <a:noFill/>
            <a:prstDash val="solid"/>
          </a:ln>
        </p:spPr>
      </p:sp>
      <p:sp>
        <p:nvSpPr>
          <p:cNvPr id="254" name="02_predicted_pose_3553">
            <a:extLst>
              <a:ext uri="{FF2B5EF4-FFF2-40B4-BE49-F238E27FC236}">
                <a16:creationId xmlns:a16="http://schemas.microsoft.com/office/drawing/2014/main" id="{9FE97F73-274A-4501-9B6D-34C1ABB8FD65}"/>
              </a:ext>
            </a:extLst>
          </p:cNvPr>
          <p:cNvSpPr>
            <a:spLocks noGrp="1"/>
          </p:cNvSpPr>
          <p:nvPr/>
        </p:nvSpPr>
        <p:spPr>
          <a:xfrm>
            <a:off x="1204028" y="3727508"/>
            <a:ext cx="28398" cy="28398"/>
          </a:xfrm>
          <a:prstGeom prst="ellipse">
            <a:avLst/>
          </a:prstGeom>
          <a:solidFill>
            <a:srgbClr val="2D887E">
              <a:alpha val="30000"/>
            </a:srgbClr>
          </a:solidFill>
          <a:ln w="0">
            <a:noFill/>
            <a:prstDash val="solid"/>
          </a:ln>
        </p:spPr>
      </p:sp>
      <p:sp>
        <p:nvSpPr>
          <p:cNvPr id="255" name="02_predicted_pose_3554">
            <a:extLst>
              <a:ext uri="{FF2B5EF4-FFF2-40B4-BE49-F238E27FC236}">
                <a16:creationId xmlns:a16="http://schemas.microsoft.com/office/drawing/2014/main" id="{80776479-5BEE-4663-9163-3C9EDC220FC7}"/>
              </a:ext>
            </a:extLst>
          </p:cNvPr>
          <p:cNvSpPr>
            <a:spLocks noGrp="1"/>
          </p:cNvSpPr>
          <p:nvPr/>
        </p:nvSpPr>
        <p:spPr>
          <a:xfrm>
            <a:off x="1415570" y="3139349"/>
            <a:ext cx="28398" cy="28398"/>
          </a:xfrm>
          <a:prstGeom prst="ellipse">
            <a:avLst/>
          </a:prstGeom>
          <a:solidFill>
            <a:srgbClr val="2D887E">
              <a:alpha val="30000"/>
            </a:srgbClr>
          </a:solidFill>
          <a:ln w="0">
            <a:noFill/>
            <a:prstDash val="solid"/>
          </a:ln>
        </p:spPr>
      </p:sp>
      <p:sp>
        <p:nvSpPr>
          <p:cNvPr id="256" name="02_predicted_pose_3555">
            <a:extLst>
              <a:ext uri="{FF2B5EF4-FFF2-40B4-BE49-F238E27FC236}">
                <a16:creationId xmlns:a16="http://schemas.microsoft.com/office/drawing/2014/main" id="{6DD2EE6A-2080-46BC-8A33-94DAA1F85416}"/>
              </a:ext>
            </a:extLst>
          </p:cNvPr>
          <p:cNvSpPr>
            <a:spLocks noGrp="1"/>
          </p:cNvSpPr>
          <p:nvPr/>
        </p:nvSpPr>
        <p:spPr>
          <a:xfrm>
            <a:off x="1450367" y="3675049"/>
            <a:ext cx="28398" cy="28398"/>
          </a:xfrm>
          <a:prstGeom prst="ellipse">
            <a:avLst/>
          </a:prstGeom>
          <a:solidFill>
            <a:srgbClr val="2D887E">
              <a:alpha val="30000"/>
            </a:srgbClr>
          </a:solidFill>
          <a:ln w="0">
            <a:noFill/>
            <a:prstDash val="solid"/>
          </a:ln>
        </p:spPr>
      </p:sp>
      <p:sp>
        <p:nvSpPr>
          <p:cNvPr id="257" name="02_predicted_pose_3556">
            <a:extLst>
              <a:ext uri="{FF2B5EF4-FFF2-40B4-BE49-F238E27FC236}">
                <a16:creationId xmlns:a16="http://schemas.microsoft.com/office/drawing/2014/main" id="{683E2473-FFC3-4F68-9D03-3B661EAAF4A4}"/>
              </a:ext>
            </a:extLst>
          </p:cNvPr>
          <p:cNvSpPr>
            <a:spLocks noGrp="1"/>
          </p:cNvSpPr>
          <p:nvPr/>
        </p:nvSpPr>
        <p:spPr>
          <a:xfrm>
            <a:off x="2411953" y="3333588"/>
            <a:ext cx="28398" cy="28398"/>
          </a:xfrm>
          <a:prstGeom prst="ellipse">
            <a:avLst/>
          </a:prstGeom>
          <a:solidFill>
            <a:srgbClr val="B57442">
              <a:alpha val="30000"/>
            </a:srgbClr>
          </a:solidFill>
          <a:ln w="0">
            <a:noFill/>
            <a:prstDash val="solid"/>
          </a:ln>
        </p:spPr>
      </p:sp>
      <p:sp>
        <p:nvSpPr>
          <p:cNvPr id="258" name="02_predicted_pose_3557">
            <a:extLst>
              <a:ext uri="{FF2B5EF4-FFF2-40B4-BE49-F238E27FC236}">
                <a16:creationId xmlns:a16="http://schemas.microsoft.com/office/drawing/2014/main" id="{5112FB5C-56B3-4A86-BE74-A882143CD03E}"/>
              </a:ext>
            </a:extLst>
          </p:cNvPr>
          <p:cNvSpPr>
            <a:spLocks noGrp="1"/>
          </p:cNvSpPr>
          <p:nvPr/>
        </p:nvSpPr>
        <p:spPr>
          <a:xfrm>
            <a:off x="2425734" y="3326796"/>
            <a:ext cx="28398" cy="28398"/>
          </a:xfrm>
          <a:prstGeom prst="ellipse">
            <a:avLst/>
          </a:prstGeom>
          <a:solidFill>
            <a:srgbClr val="B57442">
              <a:alpha val="30000"/>
            </a:srgbClr>
          </a:solidFill>
          <a:ln w="0">
            <a:noFill/>
            <a:prstDash val="solid"/>
          </a:ln>
        </p:spPr>
      </p:sp>
      <p:sp>
        <p:nvSpPr>
          <p:cNvPr id="259" name="02_predicted_pose_3558">
            <a:extLst>
              <a:ext uri="{FF2B5EF4-FFF2-40B4-BE49-F238E27FC236}">
                <a16:creationId xmlns:a16="http://schemas.microsoft.com/office/drawing/2014/main" id="{A9B3E7C3-2B11-4359-9EBB-D68304994E11}"/>
              </a:ext>
            </a:extLst>
          </p:cNvPr>
          <p:cNvSpPr>
            <a:spLocks noGrp="1"/>
          </p:cNvSpPr>
          <p:nvPr/>
        </p:nvSpPr>
        <p:spPr>
          <a:xfrm>
            <a:off x="2439515" y="3398559"/>
            <a:ext cx="28398" cy="28398"/>
          </a:xfrm>
          <a:prstGeom prst="ellipse">
            <a:avLst/>
          </a:prstGeom>
          <a:solidFill>
            <a:srgbClr val="B57442">
              <a:alpha val="30000"/>
            </a:srgbClr>
          </a:solidFill>
          <a:ln w="0">
            <a:noFill/>
            <a:prstDash val="solid"/>
          </a:ln>
        </p:spPr>
      </p:sp>
      <p:sp>
        <p:nvSpPr>
          <p:cNvPr id="260" name="02_predicted_pose_3559">
            <a:extLst>
              <a:ext uri="{FF2B5EF4-FFF2-40B4-BE49-F238E27FC236}">
                <a16:creationId xmlns:a16="http://schemas.microsoft.com/office/drawing/2014/main" id="{72D4D717-1AA3-466F-B183-493C75CCD0A8}"/>
              </a:ext>
            </a:extLst>
          </p:cNvPr>
          <p:cNvSpPr>
            <a:spLocks noGrp="1"/>
          </p:cNvSpPr>
          <p:nvPr/>
        </p:nvSpPr>
        <p:spPr>
          <a:xfrm>
            <a:off x="2453297" y="3366499"/>
            <a:ext cx="28398" cy="28398"/>
          </a:xfrm>
          <a:prstGeom prst="ellipse">
            <a:avLst/>
          </a:prstGeom>
          <a:solidFill>
            <a:srgbClr val="B57442">
              <a:alpha val="30000"/>
            </a:srgbClr>
          </a:solidFill>
          <a:ln w="0">
            <a:noFill/>
            <a:prstDash val="solid"/>
          </a:ln>
        </p:spPr>
      </p:sp>
      <p:sp>
        <p:nvSpPr>
          <p:cNvPr id="261" name="02_predicted_pose_3560">
            <a:extLst>
              <a:ext uri="{FF2B5EF4-FFF2-40B4-BE49-F238E27FC236}">
                <a16:creationId xmlns:a16="http://schemas.microsoft.com/office/drawing/2014/main" id="{1C708871-A15F-467C-83BA-2AE427DFA06E}"/>
              </a:ext>
            </a:extLst>
          </p:cNvPr>
          <p:cNvSpPr>
            <a:spLocks noGrp="1"/>
          </p:cNvSpPr>
          <p:nvPr/>
        </p:nvSpPr>
        <p:spPr>
          <a:xfrm>
            <a:off x="2467078" y="3348711"/>
            <a:ext cx="28398" cy="28398"/>
          </a:xfrm>
          <a:prstGeom prst="ellipse">
            <a:avLst/>
          </a:prstGeom>
          <a:solidFill>
            <a:srgbClr val="B57442">
              <a:alpha val="30000"/>
            </a:srgbClr>
          </a:solidFill>
          <a:ln w="0">
            <a:noFill/>
            <a:prstDash val="solid"/>
          </a:ln>
        </p:spPr>
      </p:sp>
      <p:sp>
        <p:nvSpPr>
          <p:cNvPr id="262" name="02_predicted_pose_3561">
            <a:extLst>
              <a:ext uri="{FF2B5EF4-FFF2-40B4-BE49-F238E27FC236}">
                <a16:creationId xmlns:a16="http://schemas.microsoft.com/office/drawing/2014/main" id="{D8D2F51F-0FF6-4425-A158-3BAFEDCADD4B}"/>
              </a:ext>
            </a:extLst>
          </p:cNvPr>
          <p:cNvSpPr>
            <a:spLocks noGrp="1"/>
          </p:cNvSpPr>
          <p:nvPr/>
        </p:nvSpPr>
        <p:spPr>
          <a:xfrm>
            <a:off x="2480859" y="3347212"/>
            <a:ext cx="28398" cy="28398"/>
          </a:xfrm>
          <a:prstGeom prst="ellipse">
            <a:avLst/>
          </a:prstGeom>
          <a:solidFill>
            <a:srgbClr val="B57442">
              <a:alpha val="30000"/>
            </a:srgbClr>
          </a:solidFill>
          <a:ln w="0">
            <a:noFill/>
            <a:prstDash val="solid"/>
          </a:ln>
        </p:spPr>
      </p:sp>
      <p:sp>
        <p:nvSpPr>
          <p:cNvPr id="263" name="02_predicted_pose_3562">
            <a:extLst>
              <a:ext uri="{FF2B5EF4-FFF2-40B4-BE49-F238E27FC236}">
                <a16:creationId xmlns:a16="http://schemas.microsoft.com/office/drawing/2014/main" id="{5C7C395A-47D7-4B65-82FD-D68ED34899A4}"/>
              </a:ext>
            </a:extLst>
          </p:cNvPr>
          <p:cNvSpPr>
            <a:spLocks noGrp="1"/>
          </p:cNvSpPr>
          <p:nvPr/>
        </p:nvSpPr>
        <p:spPr>
          <a:xfrm>
            <a:off x="2494640" y="3333584"/>
            <a:ext cx="28398" cy="28398"/>
          </a:xfrm>
          <a:prstGeom prst="ellipse">
            <a:avLst/>
          </a:prstGeom>
          <a:solidFill>
            <a:srgbClr val="B57442">
              <a:alpha val="30000"/>
            </a:srgbClr>
          </a:solidFill>
          <a:ln w="0">
            <a:noFill/>
            <a:prstDash val="solid"/>
          </a:ln>
        </p:spPr>
      </p:sp>
      <p:sp>
        <p:nvSpPr>
          <p:cNvPr id="264" name="02_predicted_pose_3563">
            <a:extLst>
              <a:ext uri="{FF2B5EF4-FFF2-40B4-BE49-F238E27FC236}">
                <a16:creationId xmlns:a16="http://schemas.microsoft.com/office/drawing/2014/main" id="{CE7BD7D7-7CE1-4103-8FF4-533148549F04}"/>
              </a:ext>
            </a:extLst>
          </p:cNvPr>
          <p:cNvSpPr>
            <a:spLocks noGrp="1"/>
          </p:cNvSpPr>
          <p:nvPr/>
        </p:nvSpPr>
        <p:spPr>
          <a:xfrm>
            <a:off x="2508421" y="3500537"/>
            <a:ext cx="28398" cy="28398"/>
          </a:xfrm>
          <a:prstGeom prst="ellipse">
            <a:avLst/>
          </a:prstGeom>
          <a:solidFill>
            <a:srgbClr val="B57442">
              <a:alpha val="30000"/>
            </a:srgbClr>
          </a:solidFill>
          <a:ln w="0">
            <a:noFill/>
            <a:prstDash val="solid"/>
          </a:ln>
        </p:spPr>
      </p:sp>
      <p:sp>
        <p:nvSpPr>
          <p:cNvPr id="265" name="02_predicted_pose_3564">
            <a:extLst>
              <a:ext uri="{FF2B5EF4-FFF2-40B4-BE49-F238E27FC236}">
                <a16:creationId xmlns:a16="http://schemas.microsoft.com/office/drawing/2014/main" id="{17AB5C10-7A7B-4068-BBE1-C4550E62D01E}"/>
              </a:ext>
            </a:extLst>
          </p:cNvPr>
          <p:cNvSpPr>
            <a:spLocks noGrp="1"/>
          </p:cNvSpPr>
          <p:nvPr/>
        </p:nvSpPr>
        <p:spPr>
          <a:xfrm>
            <a:off x="2522203" y="3386941"/>
            <a:ext cx="28398" cy="28398"/>
          </a:xfrm>
          <a:prstGeom prst="ellipse">
            <a:avLst/>
          </a:prstGeom>
          <a:solidFill>
            <a:srgbClr val="B57442">
              <a:alpha val="30000"/>
            </a:srgbClr>
          </a:solidFill>
          <a:ln w="0">
            <a:noFill/>
            <a:prstDash val="solid"/>
          </a:ln>
        </p:spPr>
      </p:sp>
      <p:sp>
        <p:nvSpPr>
          <p:cNvPr id="266" name="02_predicted_pose_3565">
            <a:extLst>
              <a:ext uri="{FF2B5EF4-FFF2-40B4-BE49-F238E27FC236}">
                <a16:creationId xmlns:a16="http://schemas.microsoft.com/office/drawing/2014/main" id="{12B79865-F709-4292-A81F-BAE7DBBF6868}"/>
              </a:ext>
            </a:extLst>
          </p:cNvPr>
          <p:cNvSpPr>
            <a:spLocks noGrp="1"/>
          </p:cNvSpPr>
          <p:nvPr/>
        </p:nvSpPr>
        <p:spPr>
          <a:xfrm>
            <a:off x="2535984" y="3342594"/>
            <a:ext cx="28398" cy="28398"/>
          </a:xfrm>
          <a:prstGeom prst="ellipse">
            <a:avLst/>
          </a:prstGeom>
          <a:solidFill>
            <a:srgbClr val="B57442">
              <a:alpha val="30000"/>
            </a:srgbClr>
          </a:solidFill>
          <a:ln w="0">
            <a:noFill/>
            <a:prstDash val="solid"/>
          </a:ln>
        </p:spPr>
      </p:sp>
      <p:sp>
        <p:nvSpPr>
          <p:cNvPr id="267" name="02_predicted_pose_3566">
            <a:extLst>
              <a:ext uri="{FF2B5EF4-FFF2-40B4-BE49-F238E27FC236}">
                <a16:creationId xmlns:a16="http://schemas.microsoft.com/office/drawing/2014/main" id="{BE077C86-CBC4-444F-AFAA-A5C1F38F0BAA}"/>
              </a:ext>
            </a:extLst>
          </p:cNvPr>
          <p:cNvSpPr>
            <a:spLocks noGrp="1"/>
          </p:cNvSpPr>
          <p:nvPr/>
        </p:nvSpPr>
        <p:spPr>
          <a:xfrm>
            <a:off x="2425389" y="3342263"/>
            <a:ext cx="28398" cy="28398"/>
          </a:xfrm>
          <a:prstGeom prst="ellipse">
            <a:avLst/>
          </a:prstGeom>
          <a:solidFill>
            <a:srgbClr val="B57442">
              <a:alpha val="30000"/>
            </a:srgbClr>
          </a:solidFill>
          <a:ln w="0">
            <a:noFill/>
            <a:prstDash val="solid"/>
          </a:ln>
        </p:spPr>
      </p:sp>
      <p:sp>
        <p:nvSpPr>
          <p:cNvPr id="268" name="02_predicted_pose_3567">
            <a:extLst>
              <a:ext uri="{FF2B5EF4-FFF2-40B4-BE49-F238E27FC236}">
                <a16:creationId xmlns:a16="http://schemas.microsoft.com/office/drawing/2014/main" id="{43707AE9-974E-4101-A8F0-A62D8CD7FDB8}"/>
              </a:ext>
            </a:extLst>
          </p:cNvPr>
          <p:cNvSpPr>
            <a:spLocks noGrp="1"/>
          </p:cNvSpPr>
          <p:nvPr/>
        </p:nvSpPr>
        <p:spPr>
          <a:xfrm>
            <a:off x="2518413" y="3318572"/>
            <a:ext cx="28398" cy="28398"/>
          </a:xfrm>
          <a:prstGeom prst="ellipse">
            <a:avLst/>
          </a:prstGeom>
          <a:solidFill>
            <a:srgbClr val="B57442">
              <a:alpha val="30000"/>
            </a:srgbClr>
          </a:solidFill>
          <a:ln w="0">
            <a:noFill/>
            <a:prstDash val="solid"/>
          </a:ln>
        </p:spPr>
      </p:sp>
      <p:sp>
        <p:nvSpPr>
          <p:cNvPr id="269" name="02_predicted_pose_3568">
            <a:extLst>
              <a:ext uri="{FF2B5EF4-FFF2-40B4-BE49-F238E27FC236}">
                <a16:creationId xmlns:a16="http://schemas.microsoft.com/office/drawing/2014/main" id="{AFF6EE14-1ED6-4306-8298-D89DE8435143}"/>
              </a:ext>
            </a:extLst>
          </p:cNvPr>
          <p:cNvSpPr>
            <a:spLocks noGrp="1"/>
          </p:cNvSpPr>
          <p:nvPr/>
        </p:nvSpPr>
        <p:spPr>
          <a:xfrm>
            <a:off x="2611436" y="3376944"/>
            <a:ext cx="28398" cy="28398"/>
          </a:xfrm>
          <a:prstGeom prst="ellipse">
            <a:avLst/>
          </a:prstGeom>
          <a:solidFill>
            <a:srgbClr val="B57442">
              <a:alpha val="30000"/>
            </a:srgbClr>
          </a:solidFill>
          <a:ln w="0">
            <a:noFill/>
            <a:prstDash val="solid"/>
          </a:ln>
        </p:spPr>
      </p:sp>
      <p:sp>
        <p:nvSpPr>
          <p:cNvPr id="270" name="02_predicted_pose_3569">
            <a:extLst>
              <a:ext uri="{FF2B5EF4-FFF2-40B4-BE49-F238E27FC236}">
                <a16:creationId xmlns:a16="http://schemas.microsoft.com/office/drawing/2014/main" id="{001F8CF2-7BB2-41A9-8F2F-0CB32E6B0A86}"/>
              </a:ext>
            </a:extLst>
          </p:cNvPr>
          <p:cNvSpPr>
            <a:spLocks noGrp="1"/>
          </p:cNvSpPr>
          <p:nvPr/>
        </p:nvSpPr>
        <p:spPr>
          <a:xfrm>
            <a:off x="2360962" y="3289526"/>
            <a:ext cx="28398" cy="28398"/>
          </a:xfrm>
          <a:prstGeom prst="ellipse">
            <a:avLst/>
          </a:prstGeom>
          <a:solidFill>
            <a:srgbClr val="B57442">
              <a:alpha val="30000"/>
            </a:srgbClr>
          </a:solidFill>
          <a:ln w="0">
            <a:noFill/>
            <a:prstDash val="solid"/>
          </a:ln>
        </p:spPr>
      </p:sp>
      <p:sp>
        <p:nvSpPr>
          <p:cNvPr id="271" name="02_predicted_pose_3570">
            <a:extLst>
              <a:ext uri="{FF2B5EF4-FFF2-40B4-BE49-F238E27FC236}">
                <a16:creationId xmlns:a16="http://schemas.microsoft.com/office/drawing/2014/main" id="{A15CC59A-EFE0-4011-9821-86B52C601E4E}"/>
              </a:ext>
            </a:extLst>
          </p:cNvPr>
          <p:cNvSpPr>
            <a:spLocks noGrp="1"/>
          </p:cNvSpPr>
          <p:nvPr/>
        </p:nvSpPr>
        <p:spPr>
          <a:xfrm>
            <a:off x="2453986" y="3291681"/>
            <a:ext cx="28398" cy="28398"/>
          </a:xfrm>
          <a:prstGeom prst="ellipse">
            <a:avLst/>
          </a:prstGeom>
          <a:solidFill>
            <a:srgbClr val="B57442">
              <a:alpha val="30000"/>
            </a:srgbClr>
          </a:solidFill>
          <a:ln w="0">
            <a:noFill/>
            <a:prstDash val="solid"/>
          </a:ln>
        </p:spPr>
      </p:sp>
      <p:sp>
        <p:nvSpPr>
          <p:cNvPr id="272" name="02_predicted_pose_3571">
            <a:extLst>
              <a:ext uri="{FF2B5EF4-FFF2-40B4-BE49-F238E27FC236}">
                <a16:creationId xmlns:a16="http://schemas.microsoft.com/office/drawing/2014/main" id="{CCA917DD-0F0C-4842-B75C-A1E6C13F19A3}"/>
              </a:ext>
            </a:extLst>
          </p:cNvPr>
          <p:cNvSpPr>
            <a:spLocks noGrp="1"/>
          </p:cNvSpPr>
          <p:nvPr/>
        </p:nvSpPr>
        <p:spPr>
          <a:xfrm>
            <a:off x="2547009" y="3360748"/>
            <a:ext cx="28398" cy="28398"/>
          </a:xfrm>
          <a:prstGeom prst="ellipse">
            <a:avLst/>
          </a:prstGeom>
          <a:solidFill>
            <a:srgbClr val="B57442">
              <a:alpha val="30000"/>
            </a:srgbClr>
          </a:solidFill>
          <a:ln w="0">
            <a:noFill/>
            <a:prstDash val="solid"/>
          </a:ln>
        </p:spPr>
      </p:sp>
      <p:sp>
        <p:nvSpPr>
          <p:cNvPr id="273" name="02_predicted_pose_3572">
            <a:extLst>
              <a:ext uri="{FF2B5EF4-FFF2-40B4-BE49-F238E27FC236}">
                <a16:creationId xmlns:a16="http://schemas.microsoft.com/office/drawing/2014/main" id="{CC5A8419-F71C-4D95-B874-6114F6EBB75C}"/>
              </a:ext>
            </a:extLst>
          </p:cNvPr>
          <p:cNvSpPr>
            <a:spLocks noGrp="1"/>
          </p:cNvSpPr>
          <p:nvPr/>
        </p:nvSpPr>
        <p:spPr>
          <a:xfrm>
            <a:off x="2640032" y="3524512"/>
            <a:ext cx="28398" cy="28398"/>
          </a:xfrm>
          <a:prstGeom prst="ellipse">
            <a:avLst/>
          </a:prstGeom>
          <a:solidFill>
            <a:srgbClr val="B57442">
              <a:alpha val="30000"/>
            </a:srgbClr>
          </a:solidFill>
          <a:ln w="0">
            <a:noFill/>
            <a:prstDash val="solid"/>
          </a:ln>
        </p:spPr>
      </p:sp>
      <p:sp>
        <p:nvSpPr>
          <p:cNvPr id="274" name="02_predicted_pose_3573">
            <a:extLst>
              <a:ext uri="{FF2B5EF4-FFF2-40B4-BE49-F238E27FC236}">
                <a16:creationId xmlns:a16="http://schemas.microsoft.com/office/drawing/2014/main" id="{FB5862F5-B8A1-4E9A-8EC1-8907A22FE506}"/>
              </a:ext>
            </a:extLst>
          </p:cNvPr>
          <p:cNvSpPr>
            <a:spLocks noGrp="1"/>
          </p:cNvSpPr>
          <p:nvPr/>
        </p:nvSpPr>
        <p:spPr>
          <a:xfrm>
            <a:off x="2389558" y="3240778"/>
            <a:ext cx="28398" cy="28398"/>
          </a:xfrm>
          <a:prstGeom prst="ellipse">
            <a:avLst/>
          </a:prstGeom>
          <a:solidFill>
            <a:srgbClr val="B57442">
              <a:alpha val="30000"/>
            </a:srgbClr>
          </a:solidFill>
          <a:ln w="0">
            <a:noFill/>
            <a:prstDash val="solid"/>
          </a:ln>
        </p:spPr>
      </p:sp>
      <p:sp>
        <p:nvSpPr>
          <p:cNvPr id="275" name="02_predicted_pose_3574">
            <a:extLst>
              <a:ext uri="{FF2B5EF4-FFF2-40B4-BE49-F238E27FC236}">
                <a16:creationId xmlns:a16="http://schemas.microsoft.com/office/drawing/2014/main" id="{7AC4F1BF-45E2-4590-A6EB-8E77C8400F69}"/>
              </a:ext>
            </a:extLst>
          </p:cNvPr>
          <p:cNvSpPr>
            <a:spLocks noGrp="1"/>
          </p:cNvSpPr>
          <p:nvPr/>
        </p:nvSpPr>
        <p:spPr>
          <a:xfrm>
            <a:off x="2482582" y="3394068"/>
            <a:ext cx="28398" cy="28398"/>
          </a:xfrm>
          <a:prstGeom prst="ellipse">
            <a:avLst/>
          </a:prstGeom>
          <a:solidFill>
            <a:srgbClr val="B57442">
              <a:alpha val="30000"/>
            </a:srgbClr>
          </a:solidFill>
          <a:ln w="0">
            <a:noFill/>
            <a:prstDash val="solid"/>
          </a:ln>
        </p:spPr>
      </p:sp>
      <p:sp>
        <p:nvSpPr>
          <p:cNvPr id="276" name="02_predicted_pose_3575">
            <a:extLst>
              <a:ext uri="{FF2B5EF4-FFF2-40B4-BE49-F238E27FC236}">
                <a16:creationId xmlns:a16="http://schemas.microsoft.com/office/drawing/2014/main" id="{E380D597-AF46-43CA-B409-854BE1A99CC6}"/>
              </a:ext>
            </a:extLst>
          </p:cNvPr>
          <p:cNvSpPr>
            <a:spLocks noGrp="1"/>
          </p:cNvSpPr>
          <p:nvPr/>
        </p:nvSpPr>
        <p:spPr>
          <a:xfrm>
            <a:off x="2575605" y="3420154"/>
            <a:ext cx="28398" cy="28398"/>
          </a:xfrm>
          <a:prstGeom prst="ellipse">
            <a:avLst/>
          </a:prstGeom>
          <a:solidFill>
            <a:srgbClr val="B57442">
              <a:alpha val="30000"/>
            </a:srgbClr>
          </a:solidFill>
          <a:ln w="0">
            <a:noFill/>
            <a:prstDash val="solid"/>
          </a:ln>
        </p:spPr>
      </p:sp>
      <p:sp>
        <p:nvSpPr>
          <p:cNvPr id="277" name="02_predicted_pose_3576">
            <a:extLst>
              <a:ext uri="{FF2B5EF4-FFF2-40B4-BE49-F238E27FC236}">
                <a16:creationId xmlns:a16="http://schemas.microsoft.com/office/drawing/2014/main" id="{B4D67C1E-6BEB-4EA8-A34C-213B529C4953}"/>
              </a:ext>
            </a:extLst>
          </p:cNvPr>
          <p:cNvSpPr>
            <a:spLocks noGrp="1"/>
          </p:cNvSpPr>
          <p:nvPr/>
        </p:nvSpPr>
        <p:spPr>
          <a:xfrm>
            <a:off x="2439171" y="3271960"/>
            <a:ext cx="28398" cy="28398"/>
          </a:xfrm>
          <a:prstGeom prst="ellipse">
            <a:avLst/>
          </a:prstGeom>
          <a:solidFill>
            <a:srgbClr val="B57442">
              <a:alpha val="30000"/>
            </a:srgbClr>
          </a:solidFill>
          <a:ln w="0">
            <a:noFill/>
            <a:prstDash val="solid"/>
          </a:ln>
        </p:spPr>
      </p:sp>
      <p:sp>
        <p:nvSpPr>
          <p:cNvPr id="278" name="02_predicted_pose_3577">
            <a:extLst>
              <a:ext uri="{FF2B5EF4-FFF2-40B4-BE49-F238E27FC236}">
                <a16:creationId xmlns:a16="http://schemas.microsoft.com/office/drawing/2014/main" id="{C80786F4-BE59-432B-9381-5B44F5EA9F41}"/>
              </a:ext>
            </a:extLst>
          </p:cNvPr>
          <p:cNvSpPr>
            <a:spLocks noGrp="1"/>
          </p:cNvSpPr>
          <p:nvPr/>
        </p:nvSpPr>
        <p:spPr>
          <a:xfrm>
            <a:off x="2532194" y="3442760"/>
            <a:ext cx="28398" cy="28398"/>
          </a:xfrm>
          <a:prstGeom prst="ellipse">
            <a:avLst/>
          </a:prstGeom>
          <a:solidFill>
            <a:srgbClr val="B57442">
              <a:alpha val="30000"/>
            </a:srgbClr>
          </a:solidFill>
          <a:ln w="0">
            <a:noFill/>
            <a:prstDash val="solid"/>
          </a:ln>
        </p:spPr>
      </p:sp>
      <p:sp>
        <p:nvSpPr>
          <p:cNvPr id="279" name="02_predicted_pose_3578">
            <a:extLst>
              <a:ext uri="{FF2B5EF4-FFF2-40B4-BE49-F238E27FC236}">
                <a16:creationId xmlns:a16="http://schemas.microsoft.com/office/drawing/2014/main" id="{7C70C104-4D90-49D2-AD1E-55D61D79DC44}"/>
              </a:ext>
            </a:extLst>
          </p:cNvPr>
          <p:cNvSpPr>
            <a:spLocks noGrp="1"/>
          </p:cNvSpPr>
          <p:nvPr/>
        </p:nvSpPr>
        <p:spPr>
          <a:xfrm>
            <a:off x="2625217" y="3360250"/>
            <a:ext cx="28398" cy="28398"/>
          </a:xfrm>
          <a:prstGeom prst="ellipse">
            <a:avLst/>
          </a:prstGeom>
          <a:solidFill>
            <a:srgbClr val="B57442">
              <a:alpha val="30000"/>
            </a:srgbClr>
          </a:solidFill>
          <a:ln w="0">
            <a:noFill/>
            <a:prstDash val="solid"/>
          </a:ln>
        </p:spPr>
      </p:sp>
      <p:sp>
        <p:nvSpPr>
          <p:cNvPr id="280" name="02_predicted_pose_3579">
            <a:extLst>
              <a:ext uri="{FF2B5EF4-FFF2-40B4-BE49-F238E27FC236}">
                <a16:creationId xmlns:a16="http://schemas.microsoft.com/office/drawing/2014/main" id="{BFCE21AB-886D-48CB-9DDB-16F5C7439CB0}"/>
              </a:ext>
            </a:extLst>
          </p:cNvPr>
          <p:cNvSpPr>
            <a:spLocks noGrp="1"/>
          </p:cNvSpPr>
          <p:nvPr/>
        </p:nvSpPr>
        <p:spPr>
          <a:xfrm>
            <a:off x="2374743" y="3427065"/>
            <a:ext cx="28398" cy="28398"/>
          </a:xfrm>
          <a:prstGeom prst="ellipse">
            <a:avLst/>
          </a:prstGeom>
          <a:solidFill>
            <a:srgbClr val="B57442">
              <a:alpha val="30000"/>
            </a:srgbClr>
          </a:solidFill>
          <a:ln w="0">
            <a:noFill/>
            <a:prstDash val="solid"/>
          </a:ln>
        </p:spPr>
      </p:sp>
      <p:sp>
        <p:nvSpPr>
          <p:cNvPr id="281" name="02_predicted_pose_3580">
            <a:extLst>
              <a:ext uri="{FF2B5EF4-FFF2-40B4-BE49-F238E27FC236}">
                <a16:creationId xmlns:a16="http://schemas.microsoft.com/office/drawing/2014/main" id="{624FB0DA-53C1-40BC-9353-FD45077D321C}"/>
              </a:ext>
            </a:extLst>
          </p:cNvPr>
          <p:cNvSpPr>
            <a:spLocks noGrp="1"/>
          </p:cNvSpPr>
          <p:nvPr/>
        </p:nvSpPr>
        <p:spPr>
          <a:xfrm>
            <a:off x="2467767" y="3342577"/>
            <a:ext cx="28398" cy="28398"/>
          </a:xfrm>
          <a:prstGeom prst="ellipse">
            <a:avLst/>
          </a:prstGeom>
          <a:solidFill>
            <a:srgbClr val="B57442">
              <a:alpha val="30000"/>
            </a:srgbClr>
          </a:solidFill>
          <a:ln w="0">
            <a:noFill/>
            <a:prstDash val="solid"/>
          </a:ln>
        </p:spPr>
      </p:sp>
      <p:sp>
        <p:nvSpPr>
          <p:cNvPr id="282" name="02_predicted_pose_3581">
            <a:extLst>
              <a:ext uri="{FF2B5EF4-FFF2-40B4-BE49-F238E27FC236}">
                <a16:creationId xmlns:a16="http://schemas.microsoft.com/office/drawing/2014/main" id="{BD704534-AE92-4FEC-813D-4FA2CBDBFC5C}"/>
              </a:ext>
            </a:extLst>
          </p:cNvPr>
          <p:cNvSpPr>
            <a:spLocks noGrp="1"/>
          </p:cNvSpPr>
          <p:nvPr/>
        </p:nvSpPr>
        <p:spPr>
          <a:xfrm>
            <a:off x="2560790" y="3483826"/>
            <a:ext cx="28398" cy="28398"/>
          </a:xfrm>
          <a:prstGeom prst="ellipse">
            <a:avLst/>
          </a:prstGeom>
          <a:solidFill>
            <a:srgbClr val="B57442">
              <a:alpha val="30000"/>
            </a:srgbClr>
          </a:solidFill>
          <a:ln w="0">
            <a:noFill/>
            <a:prstDash val="solid"/>
          </a:ln>
        </p:spPr>
      </p:sp>
      <p:sp>
        <p:nvSpPr>
          <p:cNvPr id="283" name="02_predicted_pose_3582">
            <a:extLst>
              <a:ext uri="{FF2B5EF4-FFF2-40B4-BE49-F238E27FC236}">
                <a16:creationId xmlns:a16="http://schemas.microsoft.com/office/drawing/2014/main" id="{182370CB-EA1B-44B3-A337-138FD5E14EFD}"/>
              </a:ext>
            </a:extLst>
          </p:cNvPr>
          <p:cNvSpPr>
            <a:spLocks noGrp="1"/>
          </p:cNvSpPr>
          <p:nvPr/>
        </p:nvSpPr>
        <p:spPr>
          <a:xfrm>
            <a:off x="2310316" y="3270429"/>
            <a:ext cx="28398" cy="28398"/>
          </a:xfrm>
          <a:prstGeom prst="ellipse">
            <a:avLst/>
          </a:prstGeom>
          <a:solidFill>
            <a:srgbClr val="B57442">
              <a:alpha val="30000"/>
            </a:srgbClr>
          </a:solidFill>
          <a:ln w="0">
            <a:noFill/>
            <a:prstDash val="solid"/>
          </a:ln>
        </p:spPr>
      </p:sp>
      <p:sp>
        <p:nvSpPr>
          <p:cNvPr id="284" name="02_predicted_pose_3583">
            <a:extLst>
              <a:ext uri="{FF2B5EF4-FFF2-40B4-BE49-F238E27FC236}">
                <a16:creationId xmlns:a16="http://schemas.microsoft.com/office/drawing/2014/main" id="{56A5C271-17B7-4076-899E-D9602A1D1967}"/>
              </a:ext>
            </a:extLst>
          </p:cNvPr>
          <p:cNvSpPr>
            <a:spLocks noGrp="1"/>
          </p:cNvSpPr>
          <p:nvPr/>
        </p:nvSpPr>
        <p:spPr>
          <a:xfrm>
            <a:off x="2403340" y="3409911"/>
            <a:ext cx="28398" cy="28398"/>
          </a:xfrm>
          <a:prstGeom prst="ellipse">
            <a:avLst/>
          </a:prstGeom>
          <a:solidFill>
            <a:srgbClr val="B57442">
              <a:alpha val="30000"/>
            </a:srgbClr>
          </a:solidFill>
          <a:ln w="0">
            <a:noFill/>
            <a:prstDash val="solid"/>
          </a:ln>
        </p:spPr>
      </p:sp>
      <p:sp>
        <p:nvSpPr>
          <p:cNvPr id="285" name="02_predicted_pose_3584">
            <a:extLst>
              <a:ext uri="{FF2B5EF4-FFF2-40B4-BE49-F238E27FC236}">
                <a16:creationId xmlns:a16="http://schemas.microsoft.com/office/drawing/2014/main" id="{967757C4-B6C5-46F6-996F-A9AF70F23C8E}"/>
              </a:ext>
            </a:extLst>
          </p:cNvPr>
          <p:cNvSpPr>
            <a:spLocks noGrp="1"/>
          </p:cNvSpPr>
          <p:nvPr/>
        </p:nvSpPr>
        <p:spPr>
          <a:xfrm>
            <a:off x="2496363" y="3458780"/>
            <a:ext cx="28398" cy="28398"/>
          </a:xfrm>
          <a:prstGeom prst="ellipse">
            <a:avLst/>
          </a:prstGeom>
          <a:solidFill>
            <a:srgbClr val="B57442">
              <a:alpha val="30000"/>
            </a:srgbClr>
          </a:solidFill>
          <a:ln w="0">
            <a:noFill/>
            <a:prstDash val="solid"/>
          </a:ln>
        </p:spPr>
      </p:sp>
      <p:sp>
        <p:nvSpPr>
          <p:cNvPr id="286" name="02_predicted_pose_3585">
            <a:extLst>
              <a:ext uri="{FF2B5EF4-FFF2-40B4-BE49-F238E27FC236}">
                <a16:creationId xmlns:a16="http://schemas.microsoft.com/office/drawing/2014/main" id="{8A57D8BD-522A-4C14-B3DF-A06B74297F49}"/>
              </a:ext>
            </a:extLst>
          </p:cNvPr>
          <p:cNvSpPr>
            <a:spLocks noGrp="1"/>
          </p:cNvSpPr>
          <p:nvPr/>
        </p:nvSpPr>
        <p:spPr>
          <a:xfrm>
            <a:off x="2589386" y="3244919"/>
            <a:ext cx="28398" cy="28398"/>
          </a:xfrm>
          <a:prstGeom prst="ellipse">
            <a:avLst/>
          </a:prstGeom>
          <a:solidFill>
            <a:srgbClr val="B57442">
              <a:alpha val="30000"/>
            </a:srgbClr>
          </a:solidFill>
          <a:ln w="0">
            <a:noFill/>
            <a:prstDash val="solid"/>
          </a:ln>
        </p:spPr>
      </p:sp>
      <p:sp>
        <p:nvSpPr>
          <p:cNvPr id="287" name="02_predicted_pose_3586">
            <a:extLst>
              <a:ext uri="{FF2B5EF4-FFF2-40B4-BE49-F238E27FC236}">
                <a16:creationId xmlns:a16="http://schemas.microsoft.com/office/drawing/2014/main" id="{192FCDE1-EA27-4BFA-8852-B079B407FC0E}"/>
              </a:ext>
            </a:extLst>
          </p:cNvPr>
          <p:cNvSpPr>
            <a:spLocks noGrp="1"/>
          </p:cNvSpPr>
          <p:nvPr/>
        </p:nvSpPr>
        <p:spPr>
          <a:xfrm>
            <a:off x="2452952" y="3331754"/>
            <a:ext cx="28398" cy="28398"/>
          </a:xfrm>
          <a:prstGeom prst="ellipse">
            <a:avLst/>
          </a:prstGeom>
          <a:solidFill>
            <a:srgbClr val="B57442">
              <a:alpha val="30000"/>
            </a:srgbClr>
          </a:solidFill>
          <a:ln w="0">
            <a:noFill/>
            <a:prstDash val="solid"/>
          </a:ln>
        </p:spPr>
      </p:sp>
      <p:sp>
        <p:nvSpPr>
          <p:cNvPr id="288" name="02_predicted_pose_3587">
            <a:extLst>
              <a:ext uri="{FF2B5EF4-FFF2-40B4-BE49-F238E27FC236}">
                <a16:creationId xmlns:a16="http://schemas.microsoft.com/office/drawing/2014/main" id="{CE52B9E0-B4F9-4546-AEE1-B0D4B699E0FB}"/>
              </a:ext>
            </a:extLst>
          </p:cNvPr>
          <p:cNvSpPr>
            <a:spLocks noGrp="1"/>
          </p:cNvSpPr>
          <p:nvPr/>
        </p:nvSpPr>
        <p:spPr>
          <a:xfrm>
            <a:off x="2545975" y="3362041"/>
            <a:ext cx="28398" cy="28398"/>
          </a:xfrm>
          <a:prstGeom prst="ellipse">
            <a:avLst/>
          </a:prstGeom>
          <a:solidFill>
            <a:srgbClr val="B57442">
              <a:alpha val="30000"/>
            </a:srgbClr>
          </a:solidFill>
          <a:ln w="0">
            <a:noFill/>
            <a:prstDash val="solid"/>
          </a:ln>
        </p:spPr>
      </p:sp>
      <p:sp>
        <p:nvSpPr>
          <p:cNvPr id="289" name="02_predicted_pose_3588">
            <a:extLst>
              <a:ext uri="{FF2B5EF4-FFF2-40B4-BE49-F238E27FC236}">
                <a16:creationId xmlns:a16="http://schemas.microsoft.com/office/drawing/2014/main" id="{30F312B6-7C1C-4384-8743-C08BDE65DFA9}"/>
              </a:ext>
            </a:extLst>
          </p:cNvPr>
          <p:cNvSpPr>
            <a:spLocks noGrp="1"/>
          </p:cNvSpPr>
          <p:nvPr/>
        </p:nvSpPr>
        <p:spPr>
          <a:xfrm>
            <a:off x="2638999" y="3341098"/>
            <a:ext cx="28398" cy="28398"/>
          </a:xfrm>
          <a:prstGeom prst="ellipse">
            <a:avLst/>
          </a:prstGeom>
          <a:solidFill>
            <a:srgbClr val="B57442">
              <a:alpha val="30000"/>
            </a:srgbClr>
          </a:solidFill>
          <a:ln w="0">
            <a:noFill/>
            <a:prstDash val="solid"/>
          </a:ln>
        </p:spPr>
      </p:sp>
      <p:sp>
        <p:nvSpPr>
          <p:cNvPr id="290" name="02_predicted_pose_3589">
            <a:extLst>
              <a:ext uri="{FF2B5EF4-FFF2-40B4-BE49-F238E27FC236}">
                <a16:creationId xmlns:a16="http://schemas.microsoft.com/office/drawing/2014/main" id="{CC722863-E381-404F-B682-C0C9D5813AE9}"/>
              </a:ext>
            </a:extLst>
          </p:cNvPr>
          <p:cNvSpPr>
            <a:spLocks noGrp="1"/>
          </p:cNvSpPr>
          <p:nvPr/>
        </p:nvSpPr>
        <p:spPr>
          <a:xfrm>
            <a:off x="2388525" y="3254261"/>
            <a:ext cx="28398" cy="28398"/>
          </a:xfrm>
          <a:prstGeom prst="ellipse">
            <a:avLst/>
          </a:prstGeom>
          <a:solidFill>
            <a:srgbClr val="B57442">
              <a:alpha val="30000"/>
            </a:srgbClr>
          </a:solidFill>
          <a:ln w="0">
            <a:noFill/>
            <a:prstDash val="solid"/>
          </a:ln>
        </p:spPr>
      </p:sp>
      <p:sp>
        <p:nvSpPr>
          <p:cNvPr id="291" name="02_predicted_pose_3590">
            <a:extLst>
              <a:ext uri="{FF2B5EF4-FFF2-40B4-BE49-F238E27FC236}">
                <a16:creationId xmlns:a16="http://schemas.microsoft.com/office/drawing/2014/main" id="{7F151036-D276-4EE2-A111-87D564C5A951}"/>
              </a:ext>
            </a:extLst>
          </p:cNvPr>
          <p:cNvSpPr>
            <a:spLocks noGrp="1"/>
          </p:cNvSpPr>
          <p:nvPr/>
        </p:nvSpPr>
        <p:spPr>
          <a:xfrm>
            <a:off x="2481548" y="3458031"/>
            <a:ext cx="28398" cy="28398"/>
          </a:xfrm>
          <a:prstGeom prst="ellipse">
            <a:avLst/>
          </a:prstGeom>
          <a:solidFill>
            <a:srgbClr val="B57442">
              <a:alpha val="30000"/>
            </a:srgbClr>
          </a:solidFill>
          <a:ln w="0">
            <a:noFill/>
            <a:prstDash val="solid"/>
          </a:ln>
        </p:spPr>
      </p:sp>
      <p:sp>
        <p:nvSpPr>
          <p:cNvPr id="292" name="02_predicted_pose_3591">
            <a:extLst>
              <a:ext uri="{FF2B5EF4-FFF2-40B4-BE49-F238E27FC236}">
                <a16:creationId xmlns:a16="http://schemas.microsoft.com/office/drawing/2014/main" id="{FAB9ED12-91EE-40B1-9B95-3E9E34B020E4}"/>
              </a:ext>
            </a:extLst>
          </p:cNvPr>
          <p:cNvSpPr>
            <a:spLocks noGrp="1"/>
          </p:cNvSpPr>
          <p:nvPr/>
        </p:nvSpPr>
        <p:spPr>
          <a:xfrm>
            <a:off x="2574571" y="3233717"/>
            <a:ext cx="28398" cy="28398"/>
          </a:xfrm>
          <a:prstGeom prst="ellipse">
            <a:avLst/>
          </a:prstGeom>
          <a:solidFill>
            <a:srgbClr val="B57442">
              <a:alpha val="30000"/>
            </a:srgbClr>
          </a:solidFill>
          <a:ln w="0">
            <a:noFill/>
            <a:prstDash val="solid"/>
          </a:ln>
        </p:spPr>
      </p:sp>
      <p:sp>
        <p:nvSpPr>
          <p:cNvPr id="293" name="02_predicted_pose_3592">
            <a:extLst>
              <a:ext uri="{FF2B5EF4-FFF2-40B4-BE49-F238E27FC236}">
                <a16:creationId xmlns:a16="http://schemas.microsoft.com/office/drawing/2014/main" id="{FF57460B-EB38-43A4-A87A-18CA17836463}"/>
              </a:ext>
            </a:extLst>
          </p:cNvPr>
          <p:cNvSpPr>
            <a:spLocks noGrp="1"/>
          </p:cNvSpPr>
          <p:nvPr/>
        </p:nvSpPr>
        <p:spPr>
          <a:xfrm>
            <a:off x="2324097" y="3338324"/>
            <a:ext cx="28398" cy="28398"/>
          </a:xfrm>
          <a:prstGeom prst="ellipse">
            <a:avLst/>
          </a:prstGeom>
          <a:solidFill>
            <a:srgbClr val="B57442">
              <a:alpha val="30000"/>
            </a:srgbClr>
          </a:solidFill>
          <a:ln w="0">
            <a:noFill/>
            <a:prstDash val="solid"/>
          </a:ln>
        </p:spPr>
      </p:sp>
      <p:sp>
        <p:nvSpPr>
          <p:cNvPr id="294" name="02_predicted_pose_3593">
            <a:extLst>
              <a:ext uri="{FF2B5EF4-FFF2-40B4-BE49-F238E27FC236}">
                <a16:creationId xmlns:a16="http://schemas.microsoft.com/office/drawing/2014/main" id="{1ACF6A76-6911-4610-AA2F-EFE912ECA4CE}"/>
              </a:ext>
            </a:extLst>
          </p:cNvPr>
          <p:cNvSpPr>
            <a:spLocks noGrp="1"/>
          </p:cNvSpPr>
          <p:nvPr/>
        </p:nvSpPr>
        <p:spPr>
          <a:xfrm>
            <a:off x="2417121" y="3429474"/>
            <a:ext cx="28398" cy="28398"/>
          </a:xfrm>
          <a:prstGeom prst="ellipse">
            <a:avLst/>
          </a:prstGeom>
          <a:solidFill>
            <a:srgbClr val="B57442">
              <a:alpha val="30000"/>
            </a:srgbClr>
          </a:solidFill>
          <a:ln w="0">
            <a:noFill/>
            <a:prstDash val="solid"/>
          </a:ln>
        </p:spPr>
      </p:sp>
      <p:sp>
        <p:nvSpPr>
          <p:cNvPr id="295" name="02_predicted_pose_3594">
            <a:extLst>
              <a:ext uri="{FF2B5EF4-FFF2-40B4-BE49-F238E27FC236}">
                <a16:creationId xmlns:a16="http://schemas.microsoft.com/office/drawing/2014/main" id="{5846D69F-9A89-44E7-924A-9C71B389BBAC}"/>
              </a:ext>
            </a:extLst>
          </p:cNvPr>
          <p:cNvSpPr>
            <a:spLocks noGrp="1"/>
          </p:cNvSpPr>
          <p:nvPr/>
        </p:nvSpPr>
        <p:spPr>
          <a:xfrm>
            <a:off x="2510144" y="3391326"/>
            <a:ext cx="28398" cy="28398"/>
          </a:xfrm>
          <a:prstGeom prst="ellipse">
            <a:avLst/>
          </a:prstGeom>
          <a:solidFill>
            <a:srgbClr val="B57442">
              <a:alpha val="30000"/>
            </a:srgbClr>
          </a:solidFill>
          <a:ln w="0">
            <a:noFill/>
            <a:prstDash val="solid"/>
          </a:ln>
        </p:spPr>
      </p:sp>
      <p:sp>
        <p:nvSpPr>
          <p:cNvPr id="296" name="02_predicted_pose_3595">
            <a:extLst>
              <a:ext uri="{FF2B5EF4-FFF2-40B4-BE49-F238E27FC236}">
                <a16:creationId xmlns:a16="http://schemas.microsoft.com/office/drawing/2014/main" id="{3CD5D884-F491-425F-A866-924DB3D553A6}"/>
              </a:ext>
            </a:extLst>
          </p:cNvPr>
          <p:cNvSpPr>
            <a:spLocks noGrp="1"/>
          </p:cNvSpPr>
          <p:nvPr/>
        </p:nvSpPr>
        <p:spPr>
          <a:xfrm>
            <a:off x="2603167" y="3463145"/>
            <a:ext cx="28398" cy="28398"/>
          </a:xfrm>
          <a:prstGeom prst="ellipse">
            <a:avLst/>
          </a:prstGeom>
          <a:solidFill>
            <a:srgbClr val="B57442">
              <a:alpha val="30000"/>
            </a:srgbClr>
          </a:solidFill>
          <a:ln w="0">
            <a:noFill/>
            <a:prstDash val="solid"/>
          </a:ln>
        </p:spPr>
      </p:sp>
      <p:sp>
        <p:nvSpPr>
          <p:cNvPr id="297" name="02_predicted_pose_3596">
            <a:extLst>
              <a:ext uri="{FF2B5EF4-FFF2-40B4-BE49-F238E27FC236}">
                <a16:creationId xmlns:a16="http://schemas.microsoft.com/office/drawing/2014/main" id="{47961DBF-F797-4F46-B8BD-F980041B0806}"/>
              </a:ext>
            </a:extLst>
          </p:cNvPr>
          <p:cNvSpPr>
            <a:spLocks noGrp="1"/>
          </p:cNvSpPr>
          <p:nvPr/>
        </p:nvSpPr>
        <p:spPr>
          <a:xfrm>
            <a:off x="2466733" y="3276987"/>
            <a:ext cx="28398" cy="28398"/>
          </a:xfrm>
          <a:prstGeom prst="ellipse">
            <a:avLst/>
          </a:prstGeom>
          <a:solidFill>
            <a:srgbClr val="B57442">
              <a:alpha val="30000"/>
            </a:srgbClr>
          </a:solidFill>
          <a:ln w="0">
            <a:noFill/>
            <a:prstDash val="solid"/>
          </a:ln>
        </p:spPr>
      </p:sp>
      <p:sp>
        <p:nvSpPr>
          <p:cNvPr id="298" name="02_predicted_pose_3597">
            <a:extLst>
              <a:ext uri="{FF2B5EF4-FFF2-40B4-BE49-F238E27FC236}">
                <a16:creationId xmlns:a16="http://schemas.microsoft.com/office/drawing/2014/main" id="{538DD50C-1FB9-42E2-B8AC-EC07F286B14A}"/>
              </a:ext>
            </a:extLst>
          </p:cNvPr>
          <p:cNvSpPr>
            <a:spLocks noGrp="1"/>
          </p:cNvSpPr>
          <p:nvPr/>
        </p:nvSpPr>
        <p:spPr>
          <a:xfrm>
            <a:off x="2559757" y="3273479"/>
            <a:ext cx="28398" cy="28398"/>
          </a:xfrm>
          <a:prstGeom prst="ellipse">
            <a:avLst/>
          </a:prstGeom>
          <a:solidFill>
            <a:srgbClr val="B57442">
              <a:alpha val="30000"/>
            </a:srgbClr>
          </a:solidFill>
          <a:ln w="0">
            <a:noFill/>
            <a:prstDash val="solid"/>
          </a:ln>
        </p:spPr>
      </p:sp>
      <p:sp>
        <p:nvSpPr>
          <p:cNvPr id="299" name="02_predicted_pose_3598">
            <a:extLst>
              <a:ext uri="{FF2B5EF4-FFF2-40B4-BE49-F238E27FC236}">
                <a16:creationId xmlns:a16="http://schemas.microsoft.com/office/drawing/2014/main" id="{2A0FE57F-5947-48A0-9AA0-925224927623}"/>
              </a:ext>
            </a:extLst>
          </p:cNvPr>
          <p:cNvSpPr>
            <a:spLocks noGrp="1"/>
          </p:cNvSpPr>
          <p:nvPr/>
        </p:nvSpPr>
        <p:spPr>
          <a:xfrm>
            <a:off x="2309283" y="3324550"/>
            <a:ext cx="28398" cy="28398"/>
          </a:xfrm>
          <a:prstGeom prst="ellipse">
            <a:avLst/>
          </a:prstGeom>
          <a:solidFill>
            <a:srgbClr val="B57442">
              <a:alpha val="30000"/>
            </a:srgbClr>
          </a:solidFill>
          <a:ln w="0">
            <a:noFill/>
            <a:prstDash val="solid"/>
          </a:ln>
        </p:spPr>
      </p:sp>
      <p:sp>
        <p:nvSpPr>
          <p:cNvPr id="300" name="02_predicted_pose_3599">
            <a:extLst>
              <a:ext uri="{FF2B5EF4-FFF2-40B4-BE49-F238E27FC236}">
                <a16:creationId xmlns:a16="http://schemas.microsoft.com/office/drawing/2014/main" id="{0680ED2B-7F19-42E5-B5FB-29A2B70492EE}"/>
              </a:ext>
            </a:extLst>
          </p:cNvPr>
          <p:cNvSpPr>
            <a:spLocks noGrp="1"/>
          </p:cNvSpPr>
          <p:nvPr/>
        </p:nvSpPr>
        <p:spPr>
          <a:xfrm>
            <a:off x="2402306" y="3297029"/>
            <a:ext cx="28398" cy="28398"/>
          </a:xfrm>
          <a:prstGeom prst="ellipse">
            <a:avLst/>
          </a:prstGeom>
          <a:solidFill>
            <a:srgbClr val="B57442">
              <a:alpha val="30000"/>
            </a:srgbClr>
          </a:solidFill>
          <a:ln w="0">
            <a:noFill/>
            <a:prstDash val="solid"/>
          </a:ln>
        </p:spPr>
      </p:sp>
      <p:sp>
        <p:nvSpPr>
          <p:cNvPr id="301" name="02_predicted_pose_3600">
            <a:extLst>
              <a:ext uri="{FF2B5EF4-FFF2-40B4-BE49-F238E27FC236}">
                <a16:creationId xmlns:a16="http://schemas.microsoft.com/office/drawing/2014/main" id="{F701CE26-099D-4128-9274-7BDACBD6C5BE}"/>
              </a:ext>
            </a:extLst>
          </p:cNvPr>
          <p:cNvSpPr>
            <a:spLocks noGrp="1"/>
          </p:cNvSpPr>
          <p:nvPr/>
        </p:nvSpPr>
        <p:spPr>
          <a:xfrm>
            <a:off x="2495329" y="3542080"/>
            <a:ext cx="28398" cy="28398"/>
          </a:xfrm>
          <a:prstGeom prst="ellipse">
            <a:avLst/>
          </a:prstGeom>
          <a:solidFill>
            <a:srgbClr val="B57442">
              <a:alpha val="30000"/>
            </a:srgbClr>
          </a:solidFill>
          <a:ln w="0">
            <a:noFill/>
            <a:prstDash val="solid"/>
          </a:ln>
        </p:spPr>
      </p:sp>
      <p:sp>
        <p:nvSpPr>
          <p:cNvPr id="302" name="02_predicted_pose_3601">
            <a:extLst>
              <a:ext uri="{FF2B5EF4-FFF2-40B4-BE49-F238E27FC236}">
                <a16:creationId xmlns:a16="http://schemas.microsoft.com/office/drawing/2014/main" id="{819B065E-0262-4D68-A6EE-A7B416797D5E}"/>
              </a:ext>
            </a:extLst>
          </p:cNvPr>
          <p:cNvSpPr>
            <a:spLocks noGrp="1"/>
          </p:cNvSpPr>
          <p:nvPr/>
        </p:nvSpPr>
        <p:spPr>
          <a:xfrm>
            <a:off x="2588353" y="3445719"/>
            <a:ext cx="28398" cy="28398"/>
          </a:xfrm>
          <a:prstGeom prst="ellipse">
            <a:avLst/>
          </a:prstGeom>
          <a:solidFill>
            <a:srgbClr val="B57442">
              <a:alpha val="30000"/>
            </a:srgbClr>
          </a:solidFill>
          <a:ln w="0">
            <a:noFill/>
            <a:prstDash val="solid"/>
          </a:ln>
        </p:spPr>
      </p:sp>
      <p:sp>
        <p:nvSpPr>
          <p:cNvPr id="303" name="02_predicted_pose_3602">
            <a:extLst>
              <a:ext uri="{FF2B5EF4-FFF2-40B4-BE49-F238E27FC236}">
                <a16:creationId xmlns:a16="http://schemas.microsoft.com/office/drawing/2014/main" id="{C80BD4BD-FDF2-4C77-B904-3E8052B8CA95}"/>
              </a:ext>
            </a:extLst>
          </p:cNvPr>
          <p:cNvSpPr>
            <a:spLocks noGrp="1"/>
          </p:cNvSpPr>
          <p:nvPr/>
        </p:nvSpPr>
        <p:spPr>
          <a:xfrm>
            <a:off x="2337879" y="3224340"/>
            <a:ext cx="28398" cy="28398"/>
          </a:xfrm>
          <a:prstGeom prst="ellipse">
            <a:avLst/>
          </a:prstGeom>
          <a:solidFill>
            <a:srgbClr val="B57442">
              <a:alpha val="30000"/>
            </a:srgbClr>
          </a:solidFill>
          <a:ln w="0">
            <a:noFill/>
            <a:prstDash val="solid"/>
          </a:ln>
        </p:spPr>
      </p:sp>
      <p:sp>
        <p:nvSpPr>
          <p:cNvPr id="304" name="02_predicted_pose_3603">
            <a:extLst>
              <a:ext uri="{FF2B5EF4-FFF2-40B4-BE49-F238E27FC236}">
                <a16:creationId xmlns:a16="http://schemas.microsoft.com/office/drawing/2014/main" id="{6D6E45CF-739E-4395-ABDD-60643A8113CE}"/>
              </a:ext>
            </a:extLst>
          </p:cNvPr>
          <p:cNvSpPr>
            <a:spLocks noGrp="1"/>
          </p:cNvSpPr>
          <p:nvPr/>
        </p:nvSpPr>
        <p:spPr>
          <a:xfrm>
            <a:off x="2430902" y="3422309"/>
            <a:ext cx="28398" cy="28398"/>
          </a:xfrm>
          <a:prstGeom prst="ellipse">
            <a:avLst/>
          </a:prstGeom>
          <a:solidFill>
            <a:srgbClr val="B57442">
              <a:alpha val="30000"/>
            </a:srgbClr>
          </a:solidFill>
          <a:ln w="0">
            <a:noFill/>
            <a:prstDash val="solid"/>
          </a:ln>
        </p:spPr>
      </p:sp>
      <p:sp>
        <p:nvSpPr>
          <p:cNvPr id="305" name="02_predicted_pose_3604">
            <a:extLst>
              <a:ext uri="{FF2B5EF4-FFF2-40B4-BE49-F238E27FC236}">
                <a16:creationId xmlns:a16="http://schemas.microsoft.com/office/drawing/2014/main" id="{5CF829EC-4E02-454E-A862-F20883BDCFBB}"/>
              </a:ext>
            </a:extLst>
          </p:cNvPr>
          <p:cNvSpPr>
            <a:spLocks noGrp="1"/>
          </p:cNvSpPr>
          <p:nvPr/>
        </p:nvSpPr>
        <p:spPr>
          <a:xfrm>
            <a:off x="2523925" y="3302382"/>
            <a:ext cx="28398" cy="28398"/>
          </a:xfrm>
          <a:prstGeom prst="ellipse">
            <a:avLst/>
          </a:prstGeom>
          <a:solidFill>
            <a:srgbClr val="B57442">
              <a:alpha val="30000"/>
            </a:srgbClr>
          </a:solidFill>
          <a:ln w="0">
            <a:noFill/>
            <a:prstDash val="solid"/>
          </a:ln>
        </p:spPr>
      </p:sp>
      <p:sp>
        <p:nvSpPr>
          <p:cNvPr id="306" name="02_predicted_pose_3605">
            <a:extLst>
              <a:ext uri="{FF2B5EF4-FFF2-40B4-BE49-F238E27FC236}">
                <a16:creationId xmlns:a16="http://schemas.microsoft.com/office/drawing/2014/main" id="{672BAF84-DA67-4C03-A9B8-3EA21F7D9DA0}"/>
              </a:ext>
            </a:extLst>
          </p:cNvPr>
          <p:cNvSpPr>
            <a:spLocks noGrp="1"/>
          </p:cNvSpPr>
          <p:nvPr/>
        </p:nvSpPr>
        <p:spPr>
          <a:xfrm>
            <a:off x="2616949" y="3219793"/>
            <a:ext cx="28398" cy="28398"/>
          </a:xfrm>
          <a:prstGeom prst="ellipse">
            <a:avLst/>
          </a:prstGeom>
          <a:solidFill>
            <a:srgbClr val="B57442">
              <a:alpha val="30000"/>
            </a:srgbClr>
          </a:solidFill>
          <a:ln w="0">
            <a:noFill/>
            <a:prstDash val="solid"/>
          </a:ln>
        </p:spPr>
      </p:sp>
      <p:sp>
        <p:nvSpPr>
          <p:cNvPr id="307" name="02_predicted_pose_3606">
            <a:extLst>
              <a:ext uri="{FF2B5EF4-FFF2-40B4-BE49-F238E27FC236}">
                <a16:creationId xmlns:a16="http://schemas.microsoft.com/office/drawing/2014/main" id="{03776427-2CED-4160-9C4F-661318B1A27B}"/>
              </a:ext>
            </a:extLst>
          </p:cNvPr>
          <p:cNvSpPr>
            <a:spLocks noGrp="1"/>
          </p:cNvSpPr>
          <p:nvPr/>
        </p:nvSpPr>
        <p:spPr>
          <a:xfrm>
            <a:off x="2480514" y="3416596"/>
            <a:ext cx="28398" cy="28398"/>
          </a:xfrm>
          <a:prstGeom prst="ellipse">
            <a:avLst/>
          </a:prstGeom>
          <a:solidFill>
            <a:srgbClr val="B57442">
              <a:alpha val="30000"/>
            </a:srgbClr>
          </a:solidFill>
          <a:ln w="0">
            <a:noFill/>
            <a:prstDash val="solid"/>
          </a:ln>
        </p:spPr>
      </p:sp>
      <p:sp>
        <p:nvSpPr>
          <p:cNvPr id="308" name="02_predicted_pose_3607">
            <a:extLst>
              <a:ext uri="{FF2B5EF4-FFF2-40B4-BE49-F238E27FC236}">
                <a16:creationId xmlns:a16="http://schemas.microsoft.com/office/drawing/2014/main" id="{47F688D6-E753-4967-A353-77AB11F3BFC0}"/>
              </a:ext>
            </a:extLst>
          </p:cNvPr>
          <p:cNvSpPr>
            <a:spLocks noGrp="1"/>
          </p:cNvSpPr>
          <p:nvPr/>
        </p:nvSpPr>
        <p:spPr>
          <a:xfrm>
            <a:off x="2573538" y="3342224"/>
            <a:ext cx="28398" cy="28398"/>
          </a:xfrm>
          <a:prstGeom prst="ellipse">
            <a:avLst/>
          </a:prstGeom>
          <a:solidFill>
            <a:srgbClr val="B57442">
              <a:alpha val="30000"/>
            </a:srgbClr>
          </a:solidFill>
          <a:ln w="0">
            <a:noFill/>
            <a:prstDash val="solid"/>
          </a:ln>
        </p:spPr>
      </p:sp>
      <p:sp>
        <p:nvSpPr>
          <p:cNvPr id="309" name="02_predicted_pose_3608">
            <a:extLst>
              <a:ext uri="{FF2B5EF4-FFF2-40B4-BE49-F238E27FC236}">
                <a16:creationId xmlns:a16="http://schemas.microsoft.com/office/drawing/2014/main" id="{692EA7C7-A4D7-4174-9435-8C7F367D84E2}"/>
              </a:ext>
            </a:extLst>
          </p:cNvPr>
          <p:cNvSpPr>
            <a:spLocks noGrp="1"/>
          </p:cNvSpPr>
          <p:nvPr/>
        </p:nvSpPr>
        <p:spPr>
          <a:xfrm>
            <a:off x="2323064" y="3453037"/>
            <a:ext cx="28398" cy="28398"/>
          </a:xfrm>
          <a:prstGeom prst="ellipse">
            <a:avLst/>
          </a:prstGeom>
          <a:solidFill>
            <a:srgbClr val="B57442">
              <a:alpha val="30000"/>
            </a:srgbClr>
          </a:solidFill>
          <a:ln w="0">
            <a:noFill/>
            <a:prstDash val="solid"/>
          </a:ln>
        </p:spPr>
      </p:sp>
      <p:sp>
        <p:nvSpPr>
          <p:cNvPr id="310" name="02_predicted_pose_3609">
            <a:extLst>
              <a:ext uri="{FF2B5EF4-FFF2-40B4-BE49-F238E27FC236}">
                <a16:creationId xmlns:a16="http://schemas.microsoft.com/office/drawing/2014/main" id="{7AC75CED-3D40-40BE-8A50-89796AE5EDD5}"/>
              </a:ext>
            </a:extLst>
          </p:cNvPr>
          <p:cNvSpPr>
            <a:spLocks noGrp="1"/>
          </p:cNvSpPr>
          <p:nvPr/>
        </p:nvSpPr>
        <p:spPr>
          <a:xfrm>
            <a:off x="2416087" y="3435165"/>
            <a:ext cx="28398" cy="28398"/>
          </a:xfrm>
          <a:prstGeom prst="ellipse">
            <a:avLst/>
          </a:prstGeom>
          <a:solidFill>
            <a:srgbClr val="B57442">
              <a:alpha val="30000"/>
            </a:srgbClr>
          </a:solidFill>
          <a:ln w="0">
            <a:noFill/>
            <a:prstDash val="solid"/>
          </a:ln>
        </p:spPr>
      </p:sp>
      <p:sp>
        <p:nvSpPr>
          <p:cNvPr id="311" name="02_predicted_pose_3610">
            <a:extLst>
              <a:ext uri="{FF2B5EF4-FFF2-40B4-BE49-F238E27FC236}">
                <a16:creationId xmlns:a16="http://schemas.microsoft.com/office/drawing/2014/main" id="{A4CA0DF3-25D7-4117-A802-BE418474F113}"/>
              </a:ext>
            </a:extLst>
          </p:cNvPr>
          <p:cNvSpPr>
            <a:spLocks noGrp="1"/>
          </p:cNvSpPr>
          <p:nvPr/>
        </p:nvSpPr>
        <p:spPr>
          <a:xfrm>
            <a:off x="2509110" y="3320966"/>
            <a:ext cx="28398" cy="28398"/>
          </a:xfrm>
          <a:prstGeom prst="ellipse">
            <a:avLst/>
          </a:prstGeom>
          <a:solidFill>
            <a:srgbClr val="B57442">
              <a:alpha val="30000"/>
            </a:srgbClr>
          </a:solidFill>
          <a:ln w="0">
            <a:noFill/>
            <a:prstDash val="solid"/>
          </a:ln>
        </p:spPr>
      </p:sp>
      <p:sp>
        <p:nvSpPr>
          <p:cNvPr id="312" name="02_predicted_pose_3611">
            <a:extLst>
              <a:ext uri="{FF2B5EF4-FFF2-40B4-BE49-F238E27FC236}">
                <a16:creationId xmlns:a16="http://schemas.microsoft.com/office/drawing/2014/main" id="{BC8414A0-D581-45BF-B09E-0E9067CBBD79}"/>
              </a:ext>
            </a:extLst>
          </p:cNvPr>
          <p:cNvSpPr>
            <a:spLocks noGrp="1"/>
          </p:cNvSpPr>
          <p:nvPr/>
        </p:nvSpPr>
        <p:spPr>
          <a:xfrm>
            <a:off x="2602134" y="3299246"/>
            <a:ext cx="28398" cy="28398"/>
          </a:xfrm>
          <a:prstGeom prst="ellipse">
            <a:avLst/>
          </a:prstGeom>
          <a:solidFill>
            <a:srgbClr val="B57442">
              <a:alpha val="30000"/>
            </a:srgbClr>
          </a:solidFill>
          <a:ln w="0">
            <a:noFill/>
            <a:prstDash val="solid"/>
          </a:ln>
        </p:spPr>
      </p:sp>
      <p:sp>
        <p:nvSpPr>
          <p:cNvPr id="313" name="02_predicted_pose_3612">
            <a:extLst>
              <a:ext uri="{FF2B5EF4-FFF2-40B4-BE49-F238E27FC236}">
                <a16:creationId xmlns:a16="http://schemas.microsoft.com/office/drawing/2014/main" id="{2D96ECC0-2E69-4653-91F5-75075E24A2AA}"/>
              </a:ext>
            </a:extLst>
          </p:cNvPr>
          <p:cNvSpPr>
            <a:spLocks noGrp="1"/>
          </p:cNvSpPr>
          <p:nvPr/>
        </p:nvSpPr>
        <p:spPr>
          <a:xfrm>
            <a:off x="2351660" y="3467010"/>
            <a:ext cx="28398" cy="28398"/>
          </a:xfrm>
          <a:prstGeom prst="ellipse">
            <a:avLst/>
          </a:prstGeom>
          <a:solidFill>
            <a:srgbClr val="B57442">
              <a:alpha val="30000"/>
            </a:srgbClr>
          </a:solidFill>
          <a:ln w="0">
            <a:noFill/>
            <a:prstDash val="solid"/>
          </a:ln>
        </p:spPr>
      </p:sp>
      <p:sp>
        <p:nvSpPr>
          <p:cNvPr id="314" name="02_predicted_pose_3613">
            <a:extLst>
              <a:ext uri="{FF2B5EF4-FFF2-40B4-BE49-F238E27FC236}">
                <a16:creationId xmlns:a16="http://schemas.microsoft.com/office/drawing/2014/main" id="{F05730C0-5D92-449A-89E8-1EBC3445EB3E}"/>
              </a:ext>
            </a:extLst>
          </p:cNvPr>
          <p:cNvSpPr>
            <a:spLocks noGrp="1"/>
          </p:cNvSpPr>
          <p:nvPr/>
        </p:nvSpPr>
        <p:spPr>
          <a:xfrm>
            <a:off x="2444683" y="3421720"/>
            <a:ext cx="28398" cy="28398"/>
          </a:xfrm>
          <a:prstGeom prst="ellipse">
            <a:avLst/>
          </a:prstGeom>
          <a:solidFill>
            <a:srgbClr val="B57442">
              <a:alpha val="30000"/>
            </a:srgbClr>
          </a:solidFill>
          <a:ln w="0">
            <a:noFill/>
            <a:prstDash val="solid"/>
          </a:ln>
        </p:spPr>
      </p:sp>
      <p:sp>
        <p:nvSpPr>
          <p:cNvPr id="315" name="02_predicted_pose_3614">
            <a:extLst>
              <a:ext uri="{FF2B5EF4-FFF2-40B4-BE49-F238E27FC236}">
                <a16:creationId xmlns:a16="http://schemas.microsoft.com/office/drawing/2014/main" id="{54CB308D-48EC-4420-9FDE-0D2DE1A31825}"/>
              </a:ext>
            </a:extLst>
          </p:cNvPr>
          <p:cNvSpPr>
            <a:spLocks noGrp="1"/>
          </p:cNvSpPr>
          <p:nvPr/>
        </p:nvSpPr>
        <p:spPr>
          <a:xfrm>
            <a:off x="2537707" y="3282482"/>
            <a:ext cx="28398" cy="28398"/>
          </a:xfrm>
          <a:prstGeom prst="ellipse">
            <a:avLst/>
          </a:prstGeom>
          <a:solidFill>
            <a:srgbClr val="B57442">
              <a:alpha val="30000"/>
            </a:srgbClr>
          </a:solidFill>
          <a:ln w="0">
            <a:noFill/>
            <a:prstDash val="solid"/>
          </a:ln>
        </p:spPr>
      </p:sp>
      <p:sp>
        <p:nvSpPr>
          <p:cNvPr id="316" name="02_predicted_pose_3615">
            <a:extLst>
              <a:ext uri="{FF2B5EF4-FFF2-40B4-BE49-F238E27FC236}">
                <a16:creationId xmlns:a16="http://schemas.microsoft.com/office/drawing/2014/main" id="{7ED30DBB-4B78-4438-A27B-B8A71D24D731}"/>
              </a:ext>
            </a:extLst>
          </p:cNvPr>
          <p:cNvSpPr>
            <a:spLocks noGrp="1"/>
          </p:cNvSpPr>
          <p:nvPr/>
        </p:nvSpPr>
        <p:spPr>
          <a:xfrm>
            <a:off x="2630730" y="3534138"/>
            <a:ext cx="28398" cy="28398"/>
          </a:xfrm>
          <a:prstGeom prst="ellipse">
            <a:avLst/>
          </a:prstGeom>
          <a:solidFill>
            <a:srgbClr val="B57442">
              <a:alpha val="30000"/>
            </a:srgbClr>
          </a:solidFill>
          <a:ln w="0">
            <a:noFill/>
            <a:prstDash val="solid"/>
          </a:ln>
        </p:spPr>
      </p:sp>
      <p:sp>
        <p:nvSpPr>
          <p:cNvPr id="317" name="02_predicted_pose_3616">
            <a:extLst>
              <a:ext uri="{FF2B5EF4-FFF2-40B4-BE49-F238E27FC236}">
                <a16:creationId xmlns:a16="http://schemas.microsoft.com/office/drawing/2014/main" id="{D915D495-9B7C-4A0D-B671-7950E465DC8E}"/>
              </a:ext>
            </a:extLst>
          </p:cNvPr>
          <p:cNvSpPr>
            <a:spLocks noGrp="1"/>
          </p:cNvSpPr>
          <p:nvPr/>
        </p:nvSpPr>
        <p:spPr>
          <a:xfrm>
            <a:off x="2587319" y="3226557"/>
            <a:ext cx="28398" cy="28398"/>
          </a:xfrm>
          <a:prstGeom prst="ellipse">
            <a:avLst/>
          </a:prstGeom>
          <a:solidFill>
            <a:srgbClr val="B57442">
              <a:alpha val="30000"/>
            </a:srgbClr>
          </a:solidFill>
          <a:ln w="0">
            <a:noFill/>
            <a:prstDash val="solid"/>
          </a:ln>
        </p:spPr>
      </p:sp>
      <p:sp>
        <p:nvSpPr>
          <p:cNvPr id="318" name="02_predicted_pose_3617">
            <a:extLst>
              <a:ext uri="{FF2B5EF4-FFF2-40B4-BE49-F238E27FC236}">
                <a16:creationId xmlns:a16="http://schemas.microsoft.com/office/drawing/2014/main" id="{8F3DA256-5E61-4905-9748-B980481212D9}"/>
              </a:ext>
            </a:extLst>
          </p:cNvPr>
          <p:cNvSpPr>
            <a:spLocks noGrp="1"/>
          </p:cNvSpPr>
          <p:nvPr/>
        </p:nvSpPr>
        <p:spPr>
          <a:xfrm>
            <a:off x="2336845" y="3397552"/>
            <a:ext cx="28398" cy="28398"/>
          </a:xfrm>
          <a:prstGeom prst="ellipse">
            <a:avLst/>
          </a:prstGeom>
          <a:solidFill>
            <a:srgbClr val="B57442">
              <a:alpha val="30000"/>
            </a:srgbClr>
          </a:solidFill>
          <a:ln w="0">
            <a:noFill/>
            <a:prstDash val="solid"/>
          </a:ln>
        </p:spPr>
      </p:sp>
      <p:sp>
        <p:nvSpPr>
          <p:cNvPr id="319" name="02_predicted_pose_3618">
            <a:extLst>
              <a:ext uri="{FF2B5EF4-FFF2-40B4-BE49-F238E27FC236}">
                <a16:creationId xmlns:a16="http://schemas.microsoft.com/office/drawing/2014/main" id="{68524052-0A72-47B4-B066-E88C55FE6159}"/>
              </a:ext>
            </a:extLst>
          </p:cNvPr>
          <p:cNvSpPr>
            <a:spLocks noGrp="1"/>
          </p:cNvSpPr>
          <p:nvPr/>
        </p:nvSpPr>
        <p:spPr>
          <a:xfrm>
            <a:off x="2429868" y="3282495"/>
            <a:ext cx="28398" cy="28398"/>
          </a:xfrm>
          <a:prstGeom prst="ellipse">
            <a:avLst/>
          </a:prstGeom>
          <a:solidFill>
            <a:srgbClr val="B57442">
              <a:alpha val="30000"/>
            </a:srgbClr>
          </a:solidFill>
          <a:ln w="0">
            <a:noFill/>
            <a:prstDash val="solid"/>
          </a:ln>
        </p:spPr>
      </p:sp>
      <p:sp>
        <p:nvSpPr>
          <p:cNvPr id="320" name="02_predicted_pose_3619">
            <a:extLst>
              <a:ext uri="{FF2B5EF4-FFF2-40B4-BE49-F238E27FC236}">
                <a16:creationId xmlns:a16="http://schemas.microsoft.com/office/drawing/2014/main" id="{384614D2-BA67-4A76-8617-B61AD07C3B83}"/>
              </a:ext>
            </a:extLst>
          </p:cNvPr>
          <p:cNvSpPr>
            <a:spLocks noGrp="1"/>
          </p:cNvSpPr>
          <p:nvPr/>
        </p:nvSpPr>
        <p:spPr>
          <a:xfrm>
            <a:off x="2522892" y="3280508"/>
            <a:ext cx="28398" cy="28398"/>
          </a:xfrm>
          <a:prstGeom prst="ellipse">
            <a:avLst/>
          </a:prstGeom>
          <a:solidFill>
            <a:srgbClr val="B57442">
              <a:alpha val="30000"/>
            </a:srgbClr>
          </a:solidFill>
          <a:ln w="0">
            <a:noFill/>
            <a:prstDash val="solid"/>
          </a:ln>
        </p:spPr>
      </p:sp>
      <p:sp>
        <p:nvSpPr>
          <p:cNvPr id="321" name="02_predicted_pose_3620">
            <a:extLst>
              <a:ext uri="{FF2B5EF4-FFF2-40B4-BE49-F238E27FC236}">
                <a16:creationId xmlns:a16="http://schemas.microsoft.com/office/drawing/2014/main" id="{039FE400-525B-4E34-88CC-8C5EE85773D7}"/>
              </a:ext>
            </a:extLst>
          </p:cNvPr>
          <p:cNvSpPr>
            <a:spLocks noGrp="1"/>
          </p:cNvSpPr>
          <p:nvPr/>
        </p:nvSpPr>
        <p:spPr>
          <a:xfrm>
            <a:off x="2615915" y="3282531"/>
            <a:ext cx="28398" cy="28398"/>
          </a:xfrm>
          <a:prstGeom prst="ellipse">
            <a:avLst/>
          </a:prstGeom>
          <a:solidFill>
            <a:srgbClr val="B57442">
              <a:alpha val="30000"/>
            </a:srgbClr>
          </a:solidFill>
          <a:ln w="0">
            <a:noFill/>
            <a:prstDash val="solid"/>
          </a:ln>
        </p:spPr>
      </p:sp>
      <p:sp>
        <p:nvSpPr>
          <p:cNvPr id="322" name="02_predicted_pose_3621">
            <a:extLst>
              <a:ext uri="{FF2B5EF4-FFF2-40B4-BE49-F238E27FC236}">
                <a16:creationId xmlns:a16="http://schemas.microsoft.com/office/drawing/2014/main" id="{B821AEC7-703C-4210-9F85-DEA6FAE16849}"/>
              </a:ext>
            </a:extLst>
          </p:cNvPr>
          <p:cNvSpPr>
            <a:spLocks noGrp="1"/>
          </p:cNvSpPr>
          <p:nvPr/>
        </p:nvSpPr>
        <p:spPr>
          <a:xfrm>
            <a:off x="2365441" y="3316059"/>
            <a:ext cx="28398" cy="28398"/>
          </a:xfrm>
          <a:prstGeom prst="ellipse">
            <a:avLst/>
          </a:prstGeom>
          <a:solidFill>
            <a:srgbClr val="B57442">
              <a:alpha val="30000"/>
            </a:srgbClr>
          </a:solidFill>
          <a:ln w="0">
            <a:noFill/>
            <a:prstDash val="solid"/>
          </a:ln>
        </p:spPr>
      </p:sp>
      <p:sp>
        <p:nvSpPr>
          <p:cNvPr id="323" name="02_predicted_pose_3622">
            <a:extLst>
              <a:ext uri="{FF2B5EF4-FFF2-40B4-BE49-F238E27FC236}">
                <a16:creationId xmlns:a16="http://schemas.microsoft.com/office/drawing/2014/main" id="{64EF4B4B-841A-4339-A69E-704545DB10A6}"/>
              </a:ext>
            </a:extLst>
          </p:cNvPr>
          <p:cNvSpPr>
            <a:spLocks noGrp="1"/>
          </p:cNvSpPr>
          <p:nvPr/>
        </p:nvSpPr>
        <p:spPr>
          <a:xfrm>
            <a:off x="2458464" y="3271110"/>
            <a:ext cx="28398" cy="28398"/>
          </a:xfrm>
          <a:prstGeom prst="ellipse">
            <a:avLst/>
          </a:prstGeom>
          <a:solidFill>
            <a:srgbClr val="B57442">
              <a:alpha val="30000"/>
            </a:srgbClr>
          </a:solidFill>
          <a:ln w="0">
            <a:noFill/>
            <a:prstDash val="solid"/>
          </a:ln>
        </p:spPr>
      </p:sp>
      <p:sp>
        <p:nvSpPr>
          <p:cNvPr id="324" name="02_predicted_pose_3623">
            <a:extLst>
              <a:ext uri="{FF2B5EF4-FFF2-40B4-BE49-F238E27FC236}">
                <a16:creationId xmlns:a16="http://schemas.microsoft.com/office/drawing/2014/main" id="{435E88F1-57CE-475C-AA5B-7D41401EEEA1}"/>
              </a:ext>
            </a:extLst>
          </p:cNvPr>
          <p:cNvSpPr>
            <a:spLocks noGrp="1"/>
          </p:cNvSpPr>
          <p:nvPr/>
        </p:nvSpPr>
        <p:spPr>
          <a:xfrm>
            <a:off x="2551488" y="3469555"/>
            <a:ext cx="28398" cy="28398"/>
          </a:xfrm>
          <a:prstGeom prst="ellipse">
            <a:avLst/>
          </a:prstGeom>
          <a:solidFill>
            <a:srgbClr val="B57442">
              <a:alpha val="30000"/>
            </a:srgbClr>
          </a:solidFill>
          <a:ln w="0">
            <a:noFill/>
            <a:prstDash val="solid"/>
          </a:ln>
        </p:spPr>
      </p:sp>
      <p:sp>
        <p:nvSpPr>
          <p:cNvPr id="325" name="02_predicted_pose_3624">
            <a:extLst>
              <a:ext uri="{FF2B5EF4-FFF2-40B4-BE49-F238E27FC236}">
                <a16:creationId xmlns:a16="http://schemas.microsoft.com/office/drawing/2014/main" id="{7F464FF9-E3BB-44FE-8212-CAD35A2C3B8B}"/>
              </a:ext>
            </a:extLst>
          </p:cNvPr>
          <p:cNvSpPr>
            <a:spLocks noGrp="1"/>
          </p:cNvSpPr>
          <p:nvPr/>
        </p:nvSpPr>
        <p:spPr>
          <a:xfrm>
            <a:off x="2301014" y="3264955"/>
            <a:ext cx="28398" cy="28398"/>
          </a:xfrm>
          <a:prstGeom prst="ellipse">
            <a:avLst/>
          </a:prstGeom>
          <a:solidFill>
            <a:srgbClr val="B57442">
              <a:alpha val="30000"/>
            </a:srgbClr>
          </a:solidFill>
          <a:ln w="0">
            <a:noFill/>
            <a:prstDash val="solid"/>
          </a:ln>
        </p:spPr>
      </p:sp>
      <p:sp>
        <p:nvSpPr>
          <p:cNvPr id="326" name="02_predicted_pose_3625">
            <a:extLst>
              <a:ext uri="{FF2B5EF4-FFF2-40B4-BE49-F238E27FC236}">
                <a16:creationId xmlns:a16="http://schemas.microsoft.com/office/drawing/2014/main" id="{A0E05BFA-1DB9-4CEA-9202-14B50F15C224}"/>
              </a:ext>
            </a:extLst>
          </p:cNvPr>
          <p:cNvSpPr>
            <a:spLocks noGrp="1"/>
          </p:cNvSpPr>
          <p:nvPr/>
        </p:nvSpPr>
        <p:spPr>
          <a:xfrm>
            <a:off x="2508077" y="3382376"/>
            <a:ext cx="28398" cy="28398"/>
          </a:xfrm>
          <a:prstGeom prst="ellipse">
            <a:avLst/>
          </a:prstGeom>
          <a:solidFill>
            <a:srgbClr val="B57442">
              <a:alpha val="30000"/>
            </a:srgbClr>
          </a:solidFill>
          <a:ln w="0">
            <a:noFill/>
            <a:prstDash val="solid"/>
          </a:ln>
        </p:spPr>
      </p:sp>
      <p:sp>
        <p:nvSpPr>
          <p:cNvPr id="327" name="02_predicted_pose_3626">
            <a:extLst>
              <a:ext uri="{FF2B5EF4-FFF2-40B4-BE49-F238E27FC236}">
                <a16:creationId xmlns:a16="http://schemas.microsoft.com/office/drawing/2014/main" id="{BB353A3F-507D-4FE4-ADDD-8274C6428FDA}"/>
              </a:ext>
            </a:extLst>
          </p:cNvPr>
          <p:cNvSpPr>
            <a:spLocks noGrp="1"/>
          </p:cNvSpPr>
          <p:nvPr/>
        </p:nvSpPr>
        <p:spPr>
          <a:xfrm>
            <a:off x="2601100" y="3316182"/>
            <a:ext cx="28398" cy="28398"/>
          </a:xfrm>
          <a:prstGeom prst="ellipse">
            <a:avLst/>
          </a:prstGeom>
          <a:solidFill>
            <a:srgbClr val="B57442">
              <a:alpha val="30000"/>
            </a:srgbClr>
          </a:solidFill>
          <a:ln w="0">
            <a:noFill/>
            <a:prstDash val="solid"/>
          </a:ln>
        </p:spPr>
      </p:sp>
      <p:sp>
        <p:nvSpPr>
          <p:cNvPr id="328" name="02_predicted_pose_3627">
            <a:extLst>
              <a:ext uri="{FF2B5EF4-FFF2-40B4-BE49-F238E27FC236}">
                <a16:creationId xmlns:a16="http://schemas.microsoft.com/office/drawing/2014/main" id="{C5D7F28E-ED18-494B-8DA7-81B85AEA596A}"/>
              </a:ext>
            </a:extLst>
          </p:cNvPr>
          <p:cNvSpPr>
            <a:spLocks noGrp="1"/>
          </p:cNvSpPr>
          <p:nvPr/>
        </p:nvSpPr>
        <p:spPr>
          <a:xfrm>
            <a:off x="2350626" y="3456827"/>
            <a:ext cx="28398" cy="28398"/>
          </a:xfrm>
          <a:prstGeom prst="ellipse">
            <a:avLst/>
          </a:prstGeom>
          <a:solidFill>
            <a:srgbClr val="B57442">
              <a:alpha val="30000"/>
            </a:srgbClr>
          </a:solidFill>
          <a:ln w="0">
            <a:noFill/>
            <a:prstDash val="solid"/>
          </a:ln>
        </p:spPr>
      </p:sp>
      <p:sp>
        <p:nvSpPr>
          <p:cNvPr id="329" name="02_predicted_pose_3628">
            <a:extLst>
              <a:ext uri="{FF2B5EF4-FFF2-40B4-BE49-F238E27FC236}">
                <a16:creationId xmlns:a16="http://schemas.microsoft.com/office/drawing/2014/main" id="{8BBCF1C6-DE48-4BEF-A03F-CAB51D24B944}"/>
              </a:ext>
            </a:extLst>
          </p:cNvPr>
          <p:cNvSpPr>
            <a:spLocks noGrp="1"/>
          </p:cNvSpPr>
          <p:nvPr/>
        </p:nvSpPr>
        <p:spPr>
          <a:xfrm>
            <a:off x="2443650" y="3305729"/>
            <a:ext cx="28398" cy="28398"/>
          </a:xfrm>
          <a:prstGeom prst="ellipse">
            <a:avLst/>
          </a:prstGeom>
          <a:solidFill>
            <a:srgbClr val="B57442">
              <a:alpha val="30000"/>
            </a:srgbClr>
          </a:solidFill>
          <a:ln w="0">
            <a:noFill/>
            <a:prstDash val="solid"/>
          </a:ln>
        </p:spPr>
      </p:sp>
      <p:sp>
        <p:nvSpPr>
          <p:cNvPr id="330" name="02_predicted_pose_3629">
            <a:extLst>
              <a:ext uri="{FF2B5EF4-FFF2-40B4-BE49-F238E27FC236}">
                <a16:creationId xmlns:a16="http://schemas.microsoft.com/office/drawing/2014/main" id="{D66ACCA1-2BC6-49DD-A231-96EC7BC2F663}"/>
              </a:ext>
            </a:extLst>
          </p:cNvPr>
          <p:cNvSpPr>
            <a:spLocks noGrp="1"/>
          </p:cNvSpPr>
          <p:nvPr/>
        </p:nvSpPr>
        <p:spPr>
          <a:xfrm>
            <a:off x="2536673" y="3405213"/>
            <a:ext cx="28398" cy="28398"/>
          </a:xfrm>
          <a:prstGeom prst="ellipse">
            <a:avLst/>
          </a:prstGeom>
          <a:solidFill>
            <a:srgbClr val="B57442">
              <a:alpha val="30000"/>
            </a:srgbClr>
          </a:solidFill>
          <a:ln w="0">
            <a:noFill/>
            <a:prstDash val="solid"/>
          </a:ln>
        </p:spPr>
      </p:sp>
      <p:sp>
        <p:nvSpPr>
          <p:cNvPr id="331" name="02_predicted_pose_3630">
            <a:extLst>
              <a:ext uri="{FF2B5EF4-FFF2-40B4-BE49-F238E27FC236}">
                <a16:creationId xmlns:a16="http://schemas.microsoft.com/office/drawing/2014/main" id="{DDF4F7FB-E91F-410E-AB0D-8C6E36567CA5}"/>
              </a:ext>
            </a:extLst>
          </p:cNvPr>
          <p:cNvSpPr>
            <a:spLocks noGrp="1"/>
          </p:cNvSpPr>
          <p:nvPr/>
        </p:nvSpPr>
        <p:spPr>
          <a:xfrm>
            <a:off x="2629696" y="3446911"/>
            <a:ext cx="28398" cy="28398"/>
          </a:xfrm>
          <a:prstGeom prst="ellipse">
            <a:avLst/>
          </a:prstGeom>
          <a:solidFill>
            <a:srgbClr val="B57442">
              <a:alpha val="30000"/>
            </a:srgbClr>
          </a:solidFill>
          <a:ln w="0">
            <a:noFill/>
            <a:prstDash val="solid"/>
          </a:ln>
        </p:spPr>
      </p:sp>
      <p:sp>
        <p:nvSpPr>
          <p:cNvPr id="332" name="02_predicted_pose_3631">
            <a:extLst>
              <a:ext uri="{FF2B5EF4-FFF2-40B4-BE49-F238E27FC236}">
                <a16:creationId xmlns:a16="http://schemas.microsoft.com/office/drawing/2014/main" id="{0BD10851-C69A-418E-919E-CDBC0179F274}"/>
              </a:ext>
            </a:extLst>
          </p:cNvPr>
          <p:cNvSpPr>
            <a:spLocks noGrp="1"/>
          </p:cNvSpPr>
          <p:nvPr/>
        </p:nvSpPr>
        <p:spPr>
          <a:xfrm>
            <a:off x="2379222" y="3326119"/>
            <a:ext cx="28398" cy="28398"/>
          </a:xfrm>
          <a:prstGeom prst="ellipse">
            <a:avLst/>
          </a:prstGeom>
          <a:solidFill>
            <a:srgbClr val="B57442">
              <a:alpha val="30000"/>
            </a:srgbClr>
          </a:solidFill>
          <a:ln w="0">
            <a:noFill/>
            <a:prstDash val="solid"/>
          </a:ln>
        </p:spPr>
      </p:sp>
      <p:sp>
        <p:nvSpPr>
          <p:cNvPr id="333" name="02_predicted_pose_3632">
            <a:extLst>
              <a:ext uri="{FF2B5EF4-FFF2-40B4-BE49-F238E27FC236}">
                <a16:creationId xmlns:a16="http://schemas.microsoft.com/office/drawing/2014/main" id="{EC010F38-A815-4426-B80E-17BC945D2EC9}"/>
              </a:ext>
            </a:extLst>
          </p:cNvPr>
          <p:cNvSpPr>
            <a:spLocks noGrp="1"/>
          </p:cNvSpPr>
          <p:nvPr/>
        </p:nvSpPr>
        <p:spPr>
          <a:xfrm>
            <a:off x="2472246" y="3454877"/>
            <a:ext cx="28398" cy="28398"/>
          </a:xfrm>
          <a:prstGeom prst="ellipse">
            <a:avLst/>
          </a:prstGeom>
          <a:solidFill>
            <a:srgbClr val="B57442">
              <a:alpha val="30000"/>
            </a:srgbClr>
          </a:solidFill>
          <a:ln w="0">
            <a:noFill/>
            <a:prstDash val="solid"/>
          </a:ln>
        </p:spPr>
      </p:sp>
      <p:sp>
        <p:nvSpPr>
          <p:cNvPr id="334" name="02_predicted_pose_3633">
            <a:extLst>
              <a:ext uri="{FF2B5EF4-FFF2-40B4-BE49-F238E27FC236}">
                <a16:creationId xmlns:a16="http://schemas.microsoft.com/office/drawing/2014/main" id="{3CA20B46-E244-48C5-913E-DC42A96FFB0F}"/>
              </a:ext>
            </a:extLst>
          </p:cNvPr>
          <p:cNvSpPr>
            <a:spLocks noGrp="1"/>
          </p:cNvSpPr>
          <p:nvPr/>
        </p:nvSpPr>
        <p:spPr>
          <a:xfrm>
            <a:off x="2436414" y="3444972"/>
            <a:ext cx="28398" cy="28398"/>
          </a:xfrm>
          <a:prstGeom prst="ellipse">
            <a:avLst/>
          </a:prstGeom>
          <a:solidFill>
            <a:srgbClr val="B57442">
              <a:alpha val="30000"/>
            </a:srgbClr>
          </a:solidFill>
          <a:ln w="0">
            <a:noFill/>
            <a:prstDash val="solid"/>
          </a:ln>
        </p:spPr>
      </p:sp>
      <p:sp>
        <p:nvSpPr>
          <p:cNvPr id="335" name="02_predicted_pose_3634">
            <a:extLst>
              <a:ext uri="{FF2B5EF4-FFF2-40B4-BE49-F238E27FC236}">
                <a16:creationId xmlns:a16="http://schemas.microsoft.com/office/drawing/2014/main" id="{2309ABCC-A892-429C-B07B-7E941E3CEAFA}"/>
              </a:ext>
            </a:extLst>
          </p:cNvPr>
          <p:cNvSpPr>
            <a:spLocks noGrp="1"/>
          </p:cNvSpPr>
          <p:nvPr/>
        </p:nvSpPr>
        <p:spPr>
          <a:xfrm>
            <a:off x="2450196" y="3395165"/>
            <a:ext cx="28398" cy="28398"/>
          </a:xfrm>
          <a:prstGeom prst="ellipse">
            <a:avLst/>
          </a:prstGeom>
          <a:solidFill>
            <a:srgbClr val="B57442">
              <a:alpha val="30000"/>
            </a:srgbClr>
          </a:solidFill>
          <a:ln w="0">
            <a:noFill/>
            <a:prstDash val="solid"/>
          </a:ln>
        </p:spPr>
      </p:sp>
      <p:sp>
        <p:nvSpPr>
          <p:cNvPr id="336" name="02_predicted_pose_3635">
            <a:extLst>
              <a:ext uri="{FF2B5EF4-FFF2-40B4-BE49-F238E27FC236}">
                <a16:creationId xmlns:a16="http://schemas.microsoft.com/office/drawing/2014/main" id="{A671A785-C6DF-4D28-AD9D-0C08B66D47C6}"/>
              </a:ext>
            </a:extLst>
          </p:cNvPr>
          <p:cNvSpPr>
            <a:spLocks noGrp="1"/>
          </p:cNvSpPr>
          <p:nvPr/>
        </p:nvSpPr>
        <p:spPr>
          <a:xfrm>
            <a:off x="2428146" y="3264657"/>
            <a:ext cx="28398" cy="28398"/>
          </a:xfrm>
          <a:prstGeom prst="ellipse">
            <a:avLst/>
          </a:prstGeom>
          <a:solidFill>
            <a:srgbClr val="B57442">
              <a:alpha val="30000"/>
            </a:srgbClr>
          </a:solidFill>
          <a:ln w="0">
            <a:noFill/>
            <a:prstDash val="solid"/>
          </a:ln>
        </p:spPr>
      </p:sp>
      <p:sp>
        <p:nvSpPr>
          <p:cNvPr id="337" name="02_predicted_pose_3636">
            <a:extLst>
              <a:ext uri="{FF2B5EF4-FFF2-40B4-BE49-F238E27FC236}">
                <a16:creationId xmlns:a16="http://schemas.microsoft.com/office/drawing/2014/main" id="{C5EA10A1-B13E-42E2-A76D-132919ABA441}"/>
              </a:ext>
            </a:extLst>
          </p:cNvPr>
          <p:cNvSpPr>
            <a:spLocks noGrp="1"/>
          </p:cNvSpPr>
          <p:nvPr/>
        </p:nvSpPr>
        <p:spPr>
          <a:xfrm>
            <a:off x="2455708" y="3225269"/>
            <a:ext cx="28398" cy="28398"/>
          </a:xfrm>
          <a:prstGeom prst="ellipse">
            <a:avLst/>
          </a:prstGeom>
          <a:solidFill>
            <a:srgbClr val="B57442">
              <a:alpha val="30000"/>
            </a:srgbClr>
          </a:solidFill>
          <a:ln w="0">
            <a:noFill/>
            <a:prstDash val="solid"/>
          </a:ln>
        </p:spPr>
      </p:sp>
      <p:sp>
        <p:nvSpPr>
          <p:cNvPr id="338" name="02_predicted_pose_3637">
            <a:extLst>
              <a:ext uri="{FF2B5EF4-FFF2-40B4-BE49-F238E27FC236}">
                <a16:creationId xmlns:a16="http://schemas.microsoft.com/office/drawing/2014/main" id="{3A3C498A-8906-4CF6-84EF-BFC00CF91408}"/>
              </a:ext>
            </a:extLst>
          </p:cNvPr>
          <p:cNvSpPr>
            <a:spLocks noGrp="1"/>
          </p:cNvSpPr>
          <p:nvPr/>
        </p:nvSpPr>
        <p:spPr>
          <a:xfrm>
            <a:off x="2483271" y="3354163"/>
            <a:ext cx="28398" cy="28398"/>
          </a:xfrm>
          <a:prstGeom prst="ellipse">
            <a:avLst/>
          </a:prstGeom>
          <a:solidFill>
            <a:srgbClr val="B57442">
              <a:alpha val="30000"/>
            </a:srgbClr>
          </a:solidFill>
          <a:ln w="0">
            <a:noFill/>
            <a:prstDash val="solid"/>
          </a:ln>
        </p:spPr>
      </p:sp>
      <p:sp>
        <p:nvSpPr>
          <p:cNvPr id="339" name="02_predicted_pose_3638">
            <a:extLst>
              <a:ext uri="{FF2B5EF4-FFF2-40B4-BE49-F238E27FC236}">
                <a16:creationId xmlns:a16="http://schemas.microsoft.com/office/drawing/2014/main" id="{AE706CFA-A631-41C2-A6B9-E5C557AF11CB}"/>
              </a:ext>
            </a:extLst>
          </p:cNvPr>
          <p:cNvSpPr>
            <a:spLocks noGrp="1"/>
          </p:cNvSpPr>
          <p:nvPr/>
        </p:nvSpPr>
        <p:spPr>
          <a:xfrm>
            <a:off x="2465700" y="3382422"/>
            <a:ext cx="28398" cy="28398"/>
          </a:xfrm>
          <a:prstGeom prst="ellipse">
            <a:avLst/>
          </a:prstGeom>
          <a:solidFill>
            <a:srgbClr val="B57442">
              <a:alpha val="30000"/>
            </a:srgbClr>
          </a:solidFill>
          <a:ln w="0">
            <a:noFill/>
            <a:prstDash val="solid"/>
          </a:ln>
        </p:spPr>
      </p:sp>
      <p:sp>
        <p:nvSpPr>
          <p:cNvPr id="340" name="02_predicted_pose_3639">
            <a:extLst>
              <a:ext uri="{FF2B5EF4-FFF2-40B4-BE49-F238E27FC236}">
                <a16:creationId xmlns:a16="http://schemas.microsoft.com/office/drawing/2014/main" id="{76DDC2B0-B27F-4D82-9FA5-866A8D4A985F}"/>
              </a:ext>
            </a:extLst>
          </p:cNvPr>
          <p:cNvSpPr>
            <a:spLocks noGrp="1"/>
          </p:cNvSpPr>
          <p:nvPr/>
        </p:nvSpPr>
        <p:spPr>
          <a:xfrm>
            <a:off x="2308249" y="3478465"/>
            <a:ext cx="28398" cy="28398"/>
          </a:xfrm>
          <a:prstGeom prst="ellipse">
            <a:avLst/>
          </a:prstGeom>
          <a:solidFill>
            <a:srgbClr val="B57442">
              <a:alpha val="30000"/>
            </a:srgbClr>
          </a:solidFill>
          <a:ln w="0">
            <a:noFill/>
            <a:prstDash val="solid"/>
          </a:ln>
        </p:spPr>
      </p:sp>
      <p:sp>
        <p:nvSpPr>
          <p:cNvPr id="341" name="02_predicted_pose_3640">
            <a:extLst>
              <a:ext uri="{FF2B5EF4-FFF2-40B4-BE49-F238E27FC236}">
                <a16:creationId xmlns:a16="http://schemas.microsoft.com/office/drawing/2014/main" id="{3325E8F0-65A5-49F8-81C9-4117CC4F5F46}"/>
              </a:ext>
            </a:extLst>
          </p:cNvPr>
          <p:cNvSpPr>
            <a:spLocks noGrp="1"/>
          </p:cNvSpPr>
          <p:nvPr/>
        </p:nvSpPr>
        <p:spPr>
          <a:xfrm>
            <a:off x="2494296" y="3450672"/>
            <a:ext cx="28398" cy="28398"/>
          </a:xfrm>
          <a:prstGeom prst="ellipse">
            <a:avLst/>
          </a:prstGeom>
          <a:solidFill>
            <a:srgbClr val="B57442">
              <a:alpha val="30000"/>
            </a:srgbClr>
          </a:solidFill>
          <a:ln w="0">
            <a:noFill/>
            <a:prstDash val="solid"/>
          </a:ln>
        </p:spPr>
      </p:sp>
      <p:sp>
        <p:nvSpPr>
          <p:cNvPr id="342" name="02_predicted_pose_3641">
            <a:extLst>
              <a:ext uri="{FF2B5EF4-FFF2-40B4-BE49-F238E27FC236}">
                <a16:creationId xmlns:a16="http://schemas.microsoft.com/office/drawing/2014/main" id="{B9B4FA6B-8B0E-4612-8115-56146F134A49}"/>
              </a:ext>
            </a:extLst>
          </p:cNvPr>
          <p:cNvSpPr>
            <a:spLocks noGrp="1"/>
          </p:cNvSpPr>
          <p:nvPr/>
        </p:nvSpPr>
        <p:spPr>
          <a:xfrm>
            <a:off x="2336845" y="3434261"/>
            <a:ext cx="28398" cy="28398"/>
          </a:xfrm>
          <a:prstGeom prst="ellipse">
            <a:avLst/>
          </a:prstGeom>
          <a:solidFill>
            <a:srgbClr val="B57442">
              <a:alpha val="30000"/>
            </a:srgbClr>
          </a:solidFill>
          <a:ln w="0">
            <a:noFill/>
            <a:prstDash val="solid"/>
          </a:ln>
        </p:spPr>
      </p:sp>
      <p:sp>
        <p:nvSpPr>
          <p:cNvPr id="343" name="02_predicted_pose_3642">
            <a:extLst>
              <a:ext uri="{FF2B5EF4-FFF2-40B4-BE49-F238E27FC236}">
                <a16:creationId xmlns:a16="http://schemas.microsoft.com/office/drawing/2014/main" id="{B284D210-4F36-43F1-B668-520BEEAD8F3F}"/>
              </a:ext>
            </a:extLst>
          </p:cNvPr>
          <p:cNvSpPr>
            <a:spLocks noGrp="1"/>
          </p:cNvSpPr>
          <p:nvPr/>
        </p:nvSpPr>
        <p:spPr>
          <a:xfrm>
            <a:off x="2474657" y="3546400"/>
            <a:ext cx="28398" cy="28398"/>
          </a:xfrm>
          <a:prstGeom prst="ellipse">
            <a:avLst/>
          </a:prstGeom>
          <a:solidFill>
            <a:srgbClr val="B57442">
              <a:alpha val="30000"/>
            </a:srgbClr>
          </a:solidFill>
          <a:ln w="0">
            <a:noFill/>
            <a:prstDash val="solid"/>
          </a:ln>
        </p:spPr>
      </p:sp>
      <p:sp>
        <p:nvSpPr>
          <p:cNvPr id="344" name="02_predicted_pose_3643">
            <a:extLst>
              <a:ext uri="{FF2B5EF4-FFF2-40B4-BE49-F238E27FC236}">
                <a16:creationId xmlns:a16="http://schemas.microsoft.com/office/drawing/2014/main" id="{031AC620-6D4C-42E1-B794-781EF849440E}"/>
              </a:ext>
            </a:extLst>
          </p:cNvPr>
          <p:cNvSpPr>
            <a:spLocks noGrp="1"/>
          </p:cNvSpPr>
          <p:nvPr/>
        </p:nvSpPr>
        <p:spPr>
          <a:xfrm>
            <a:off x="2488439" y="3252032"/>
            <a:ext cx="28398" cy="28398"/>
          </a:xfrm>
          <a:prstGeom prst="ellipse">
            <a:avLst/>
          </a:prstGeom>
          <a:solidFill>
            <a:srgbClr val="B57442">
              <a:alpha val="30000"/>
            </a:srgbClr>
          </a:solidFill>
          <a:ln w="0">
            <a:noFill/>
            <a:prstDash val="solid"/>
          </a:ln>
        </p:spPr>
      </p:sp>
      <p:sp>
        <p:nvSpPr>
          <p:cNvPr id="345" name="02_predicted_pose_3644">
            <a:extLst>
              <a:ext uri="{FF2B5EF4-FFF2-40B4-BE49-F238E27FC236}">
                <a16:creationId xmlns:a16="http://schemas.microsoft.com/office/drawing/2014/main" id="{4E49CD5C-3ABA-4366-BDC2-ABF00D864DD1}"/>
              </a:ext>
            </a:extLst>
          </p:cNvPr>
          <p:cNvSpPr>
            <a:spLocks noGrp="1"/>
          </p:cNvSpPr>
          <p:nvPr/>
        </p:nvSpPr>
        <p:spPr>
          <a:xfrm>
            <a:off x="2529782" y="3537550"/>
            <a:ext cx="28398" cy="28398"/>
          </a:xfrm>
          <a:prstGeom prst="ellipse">
            <a:avLst/>
          </a:prstGeom>
          <a:solidFill>
            <a:srgbClr val="B57442">
              <a:alpha val="30000"/>
            </a:srgbClr>
          </a:solidFill>
          <a:ln w="0">
            <a:noFill/>
            <a:prstDash val="solid"/>
          </a:ln>
        </p:spPr>
      </p:sp>
      <p:sp>
        <p:nvSpPr>
          <p:cNvPr id="346" name="02_predicted_pose_3645">
            <a:extLst>
              <a:ext uri="{FF2B5EF4-FFF2-40B4-BE49-F238E27FC236}">
                <a16:creationId xmlns:a16="http://schemas.microsoft.com/office/drawing/2014/main" id="{1C2B83D2-3E22-4A96-9B1E-5AACBADFD98E}"/>
              </a:ext>
            </a:extLst>
          </p:cNvPr>
          <p:cNvSpPr>
            <a:spLocks noGrp="1"/>
          </p:cNvSpPr>
          <p:nvPr/>
        </p:nvSpPr>
        <p:spPr>
          <a:xfrm>
            <a:off x="2543564" y="3151597"/>
            <a:ext cx="28398" cy="28398"/>
          </a:xfrm>
          <a:prstGeom prst="ellipse">
            <a:avLst/>
          </a:prstGeom>
          <a:solidFill>
            <a:srgbClr val="B57442">
              <a:alpha val="30000"/>
            </a:srgbClr>
          </a:solidFill>
          <a:ln w="0">
            <a:noFill/>
            <a:prstDash val="solid"/>
          </a:ln>
        </p:spPr>
      </p:sp>
      <p:sp>
        <p:nvSpPr>
          <p:cNvPr id="347" name="02_predicted_pose_3646">
            <a:extLst>
              <a:ext uri="{FF2B5EF4-FFF2-40B4-BE49-F238E27FC236}">
                <a16:creationId xmlns:a16="http://schemas.microsoft.com/office/drawing/2014/main" id="{CB01587C-1682-487C-96DC-83DB49209D57}"/>
              </a:ext>
            </a:extLst>
          </p:cNvPr>
          <p:cNvSpPr>
            <a:spLocks noGrp="1"/>
          </p:cNvSpPr>
          <p:nvPr/>
        </p:nvSpPr>
        <p:spPr>
          <a:xfrm>
            <a:off x="2584907" y="3216290"/>
            <a:ext cx="28398" cy="28398"/>
          </a:xfrm>
          <a:prstGeom prst="ellipse">
            <a:avLst/>
          </a:prstGeom>
          <a:solidFill>
            <a:srgbClr val="B57442">
              <a:alpha val="30000"/>
            </a:srgbClr>
          </a:solidFill>
          <a:ln w="0">
            <a:noFill/>
            <a:prstDash val="solid"/>
          </a:ln>
        </p:spPr>
      </p:sp>
      <p:sp>
        <p:nvSpPr>
          <p:cNvPr id="348" name="02_predicted_pose_3647">
            <a:extLst>
              <a:ext uri="{FF2B5EF4-FFF2-40B4-BE49-F238E27FC236}">
                <a16:creationId xmlns:a16="http://schemas.microsoft.com/office/drawing/2014/main" id="{73E88EFB-7697-4C7F-AE24-18C0AABFC8FC}"/>
              </a:ext>
            </a:extLst>
          </p:cNvPr>
          <p:cNvSpPr>
            <a:spLocks noGrp="1"/>
          </p:cNvSpPr>
          <p:nvPr/>
        </p:nvSpPr>
        <p:spPr>
          <a:xfrm>
            <a:off x="2598689" y="3513354"/>
            <a:ext cx="28398" cy="28398"/>
          </a:xfrm>
          <a:prstGeom prst="ellipse">
            <a:avLst/>
          </a:prstGeom>
          <a:solidFill>
            <a:srgbClr val="B57442">
              <a:alpha val="30000"/>
            </a:srgbClr>
          </a:solidFill>
          <a:ln w="0">
            <a:noFill/>
            <a:prstDash val="solid"/>
          </a:ln>
        </p:spPr>
      </p:sp>
      <p:sp>
        <p:nvSpPr>
          <p:cNvPr id="349" name="02_predicted_pose_3648">
            <a:extLst>
              <a:ext uri="{FF2B5EF4-FFF2-40B4-BE49-F238E27FC236}">
                <a16:creationId xmlns:a16="http://schemas.microsoft.com/office/drawing/2014/main" id="{0BA4AEEF-4193-4CE4-B26F-A1ACF1D45628}"/>
              </a:ext>
            </a:extLst>
          </p:cNvPr>
          <p:cNvSpPr>
            <a:spLocks noGrp="1"/>
          </p:cNvSpPr>
          <p:nvPr/>
        </p:nvSpPr>
        <p:spPr>
          <a:xfrm>
            <a:off x="2330644" y="3572639"/>
            <a:ext cx="28398" cy="28398"/>
          </a:xfrm>
          <a:prstGeom prst="ellipse">
            <a:avLst/>
          </a:prstGeom>
          <a:solidFill>
            <a:srgbClr val="B57442">
              <a:alpha val="30000"/>
            </a:srgbClr>
          </a:solidFill>
          <a:ln w="0">
            <a:noFill/>
            <a:prstDash val="solid"/>
          </a:ln>
        </p:spPr>
      </p:sp>
      <p:sp>
        <p:nvSpPr>
          <p:cNvPr id="350" name="02_predicted_pose_3649">
            <a:extLst>
              <a:ext uri="{FF2B5EF4-FFF2-40B4-BE49-F238E27FC236}">
                <a16:creationId xmlns:a16="http://schemas.microsoft.com/office/drawing/2014/main" id="{455C158A-2CA0-4F61-9BD2-9FA570F73851}"/>
              </a:ext>
            </a:extLst>
          </p:cNvPr>
          <p:cNvSpPr>
            <a:spLocks noGrp="1"/>
          </p:cNvSpPr>
          <p:nvPr/>
        </p:nvSpPr>
        <p:spPr>
          <a:xfrm>
            <a:off x="2423667" y="3479161"/>
            <a:ext cx="28398" cy="28398"/>
          </a:xfrm>
          <a:prstGeom prst="ellipse">
            <a:avLst/>
          </a:prstGeom>
          <a:solidFill>
            <a:srgbClr val="B57442">
              <a:alpha val="30000"/>
            </a:srgbClr>
          </a:solidFill>
          <a:ln w="0">
            <a:noFill/>
            <a:prstDash val="solid"/>
          </a:ln>
        </p:spPr>
      </p:sp>
      <p:sp>
        <p:nvSpPr>
          <p:cNvPr id="351" name="02_predicted_pose_3650">
            <a:extLst>
              <a:ext uri="{FF2B5EF4-FFF2-40B4-BE49-F238E27FC236}">
                <a16:creationId xmlns:a16="http://schemas.microsoft.com/office/drawing/2014/main" id="{C8C3A60D-A8D7-4893-BC9A-C1D719B718BE}"/>
              </a:ext>
            </a:extLst>
          </p:cNvPr>
          <p:cNvSpPr>
            <a:spLocks noGrp="1"/>
          </p:cNvSpPr>
          <p:nvPr/>
        </p:nvSpPr>
        <p:spPr>
          <a:xfrm>
            <a:off x="2359240" y="3034243"/>
            <a:ext cx="28398" cy="28398"/>
          </a:xfrm>
          <a:prstGeom prst="ellipse">
            <a:avLst/>
          </a:prstGeom>
          <a:solidFill>
            <a:srgbClr val="B57442">
              <a:alpha val="30000"/>
            </a:srgbClr>
          </a:solidFill>
          <a:ln w="0">
            <a:noFill/>
            <a:prstDash val="solid"/>
          </a:ln>
        </p:spPr>
      </p:sp>
      <p:sp>
        <p:nvSpPr>
          <p:cNvPr id="352" name="02_predicted_pose_3651">
            <a:extLst>
              <a:ext uri="{FF2B5EF4-FFF2-40B4-BE49-F238E27FC236}">
                <a16:creationId xmlns:a16="http://schemas.microsoft.com/office/drawing/2014/main" id="{9AB161D6-B8D0-4B5B-8A57-678875443995}"/>
              </a:ext>
            </a:extLst>
          </p:cNvPr>
          <p:cNvSpPr>
            <a:spLocks noGrp="1"/>
          </p:cNvSpPr>
          <p:nvPr/>
        </p:nvSpPr>
        <p:spPr>
          <a:xfrm>
            <a:off x="2452263" y="3276460"/>
            <a:ext cx="28398" cy="28398"/>
          </a:xfrm>
          <a:prstGeom prst="ellipse">
            <a:avLst/>
          </a:prstGeom>
          <a:solidFill>
            <a:srgbClr val="B57442">
              <a:alpha val="30000"/>
            </a:srgbClr>
          </a:solidFill>
          <a:ln w="0">
            <a:noFill/>
            <a:prstDash val="solid"/>
          </a:ln>
        </p:spPr>
      </p:sp>
      <p:sp>
        <p:nvSpPr>
          <p:cNvPr id="353" name="02_predicted_pose_3652">
            <a:extLst>
              <a:ext uri="{FF2B5EF4-FFF2-40B4-BE49-F238E27FC236}">
                <a16:creationId xmlns:a16="http://schemas.microsoft.com/office/drawing/2014/main" id="{A8F7E61C-FE08-4466-AEBC-8032D1EE053D}"/>
              </a:ext>
            </a:extLst>
          </p:cNvPr>
          <p:cNvSpPr>
            <a:spLocks noGrp="1"/>
          </p:cNvSpPr>
          <p:nvPr/>
        </p:nvSpPr>
        <p:spPr>
          <a:xfrm>
            <a:off x="2501531" y="3127418"/>
            <a:ext cx="28398" cy="28398"/>
          </a:xfrm>
          <a:prstGeom prst="ellipse">
            <a:avLst/>
          </a:prstGeom>
          <a:solidFill>
            <a:srgbClr val="B57442">
              <a:alpha val="30000"/>
            </a:srgbClr>
          </a:solidFill>
          <a:ln w="0">
            <a:noFill/>
            <a:prstDash val="solid"/>
          </a:ln>
        </p:spPr>
      </p:sp>
      <p:sp>
        <p:nvSpPr>
          <p:cNvPr id="354" name="02_predicted_pose_3653">
            <a:extLst>
              <a:ext uri="{FF2B5EF4-FFF2-40B4-BE49-F238E27FC236}">
                <a16:creationId xmlns:a16="http://schemas.microsoft.com/office/drawing/2014/main" id="{2A261FBF-C52B-410C-9473-E0BB6991DC4B}"/>
              </a:ext>
            </a:extLst>
          </p:cNvPr>
          <p:cNvSpPr>
            <a:spLocks noGrp="1"/>
          </p:cNvSpPr>
          <p:nvPr/>
        </p:nvSpPr>
        <p:spPr>
          <a:xfrm>
            <a:off x="2338912" y="3173302"/>
            <a:ext cx="28398" cy="28398"/>
          </a:xfrm>
          <a:prstGeom prst="ellipse">
            <a:avLst/>
          </a:prstGeom>
          <a:solidFill>
            <a:srgbClr val="B57442">
              <a:alpha val="30000"/>
            </a:srgbClr>
          </a:solidFill>
          <a:ln w="0">
            <a:noFill/>
            <a:prstDash val="solid"/>
          </a:ln>
        </p:spPr>
      </p:sp>
      <p:sp>
        <p:nvSpPr>
          <p:cNvPr id="355" name="02_predicted_pose_3654">
            <a:extLst>
              <a:ext uri="{FF2B5EF4-FFF2-40B4-BE49-F238E27FC236}">
                <a16:creationId xmlns:a16="http://schemas.microsoft.com/office/drawing/2014/main" id="{5E6FC5F2-F16F-4797-9536-A31222E4CB8C}"/>
              </a:ext>
            </a:extLst>
          </p:cNvPr>
          <p:cNvSpPr>
            <a:spLocks noGrp="1"/>
          </p:cNvSpPr>
          <p:nvPr/>
        </p:nvSpPr>
        <p:spPr>
          <a:xfrm>
            <a:off x="2366475" y="3187089"/>
            <a:ext cx="28398" cy="28398"/>
          </a:xfrm>
          <a:prstGeom prst="ellipse">
            <a:avLst/>
          </a:prstGeom>
          <a:solidFill>
            <a:srgbClr val="B57442">
              <a:alpha val="30000"/>
            </a:srgbClr>
          </a:solidFill>
          <a:ln w="0">
            <a:noFill/>
            <a:prstDash val="solid"/>
          </a:ln>
        </p:spPr>
      </p:sp>
      <p:sp>
        <p:nvSpPr>
          <p:cNvPr id="356" name="02_predicted_pose_3655">
            <a:extLst>
              <a:ext uri="{FF2B5EF4-FFF2-40B4-BE49-F238E27FC236}">
                <a16:creationId xmlns:a16="http://schemas.microsoft.com/office/drawing/2014/main" id="{BD19642B-5DB7-4656-A5E7-CD66DA5944B6}"/>
              </a:ext>
            </a:extLst>
          </p:cNvPr>
          <p:cNvSpPr>
            <a:spLocks noGrp="1"/>
          </p:cNvSpPr>
          <p:nvPr/>
        </p:nvSpPr>
        <p:spPr>
          <a:xfrm>
            <a:off x="2592487" y="3090482"/>
            <a:ext cx="28398" cy="28398"/>
          </a:xfrm>
          <a:prstGeom prst="ellipse">
            <a:avLst/>
          </a:prstGeom>
          <a:solidFill>
            <a:srgbClr val="B57442">
              <a:alpha val="30000"/>
            </a:srgbClr>
          </a:solidFill>
          <a:ln w="0">
            <a:noFill/>
            <a:prstDash val="solid"/>
          </a:ln>
        </p:spPr>
      </p:sp>
      <p:sp>
        <p:nvSpPr>
          <p:cNvPr id="357" name="02_predicted_pose_3656">
            <a:extLst>
              <a:ext uri="{FF2B5EF4-FFF2-40B4-BE49-F238E27FC236}">
                <a16:creationId xmlns:a16="http://schemas.microsoft.com/office/drawing/2014/main" id="{0C986063-F197-4A59-AAAF-540BACCE9182}"/>
              </a:ext>
            </a:extLst>
          </p:cNvPr>
          <p:cNvSpPr>
            <a:spLocks noGrp="1"/>
          </p:cNvSpPr>
          <p:nvPr/>
        </p:nvSpPr>
        <p:spPr>
          <a:xfrm>
            <a:off x="2466733" y="3408580"/>
            <a:ext cx="28398" cy="28398"/>
          </a:xfrm>
          <a:prstGeom prst="ellipse">
            <a:avLst/>
          </a:prstGeom>
          <a:solidFill>
            <a:srgbClr val="B57442">
              <a:alpha val="30000"/>
            </a:srgbClr>
          </a:solidFill>
          <a:ln w="0">
            <a:noFill/>
            <a:prstDash val="solid"/>
          </a:ln>
        </p:spPr>
      </p:sp>
      <p:sp>
        <p:nvSpPr>
          <p:cNvPr id="358" name="02_predicted_pose_3657">
            <a:extLst>
              <a:ext uri="{FF2B5EF4-FFF2-40B4-BE49-F238E27FC236}">
                <a16:creationId xmlns:a16="http://schemas.microsoft.com/office/drawing/2014/main" id="{2BEE0C4D-BEEC-4113-ABEA-9DC75643C4A6}"/>
              </a:ext>
            </a:extLst>
          </p:cNvPr>
          <p:cNvSpPr>
            <a:spLocks noGrp="1"/>
          </p:cNvSpPr>
          <p:nvPr/>
        </p:nvSpPr>
        <p:spPr>
          <a:xfrm>
            <a:off x="2345114" y="3293743"/>
            <a:ext cx="28398" cy="28398"/>
          </a:xfrm>
          <a:prstGeom prst="ellipse">
            <a:avLst/>
          </a:prstGeom>
          <a:solidFill>
            <a:srgbClr val="B57442">
              <a:alpha val="30000"/>
            </a:srgbClr>
          </a:solidFill>
          <a:ln w="0">
            <a:noFill/>
            <a:prstDash val="solid"/>
          </a:ln>
        </p:spPr>
      </p:sp>
      <p:sp>
        <p:nvSpPr>
          <p:cNvPr id="359" name="02_predicted_pose_3658">
            <a:extLst>
              <a:ext uri="{FF2B5EF4-FFF2-40B4-BE49-F238E27FC236}">
                <a16:creationId xmlns:a16="http://schemas.microsoft.com/office/drawing/2014/main" id="{FCAE3319-527B-488B-B689-0352D1978E05}"/>
              </a:ext>
            </a:extLst>
          </p:cNvPr>
          <p:cNvSpPr>
            <a:spLocks noGrp="1"/>
          </p:cNvSpPr>
          <p:nvPr/>
        </p:nvSpPr>
        <p:spPr>
          <a:xfrm>
            <a:off x="2386458" y="3205612"/>
            <a:ext cx="28398" cy="28398"/>
          </a:xfrm>
          <a:prstGeom prst="ellipse">
            <a:avLst/>
          </a:prstGeom>
          <a:solidFill>
            <a:srgbClr val="B57442">
              <a:alpha val="30000"/>
            </a:srgbClr>
          </a:solidFill>
          <a:ln w="0">
            <a:noFill/>
            <a:prstDash val="solid"/>
          </a:ln>
        </p:spPr>
      </p:sp>
      <p:sp>
        <p:nvSpPr>
          <p:cNvPr id="360" name="02_predicted_pose_3659">
            <a:extLst>
              <a:ext uri="{FF2B5EF4-FFF2-40B4-BE49-F238E27FC236}">
                <a16:creationId xmlns:a16="http://schemas.microsoft.com/office/drawing/2014/main" id="{29708643-97CF-499C-A221-BB308C054C89}"/>
              </a:ext>
            </a:extLst>
          </p:cNvPr>
          <p:cNvSpPr>
            <a:spLocks noGrp="1"/>
          </p:cNvSpPr>
          <p:nvPr/>
        </p:nvSpPr>
        <p:spPr>
          <a:xfrm>
            <a:off x="2427801" y="3602076"/>
            <a:ext cx="28398" cy="28398"/>
          </a:xfrm>
          <a:prstGeom prst="ellipse">
            <a:avLst/>
          </a:prstGeom>
          <a:solidFill>
            <a:srgbClr val="B57442">
              <a:alpha val="30000"/>
            </a:srgbClr>
          </a:solidFill>
          <a:ln w="0">
            <a:noFill/>
            <a:prstDash val="solid"/>
          </a:ln>
        </p:spPr>
      </p:sp>
      <p:sp>
        <p:nvSpPr>
          <p:cNvPr id="361" name="02_predicted_pose_3660">
            <a:extLst>
              <a:ext uri="{FF2B5EF4-FFF2-40B4-BE49-F238E27FC236}">
                <a16:creationId xmlns:a16="http://schemas.microsoft.com/office/drawing/2014/main" id="{592B4E16-CD6F-4CB7-BB7E-2BFC8BCF3F42}"/>
              </a:ext>
            </a:extLst>
          </p:cNvPr>
          <p:cNvSpPr>
            <a:spLocks noGrp="1"/>
          </p:cNvSpPr>
          <p:nvPr/>
        </p:nvSpPr>
        <p:spPr>
          <a:xfrm>
            <a:off x="2602134" y="3174093"/>
            <a:ext cx="28398" cy="28398"/>
          </a:xfrm>
          <a:prstGeom prst="ellipse">
            <a:avLst/>
          </a:prstGeom>
          <a:solidFill>
            <a:srgbClr val="B57442">
              <a:alpha val="30000"/>
            </a:srgbClr>
          </a:solidFill>
          <a:ln w="0">
            <a:noFill/>
            <a:prstDash val="solid"/>
          </a:ln>
        </p:spPr>
      </p:sp>
      <p:sp>
        <p:nvSpPr>
          <p:cNvPr id="362" name="02_predicted_pose_3661">
            <a:extLst>
              <a:ext uri="{FF2B5EF4-FFF2-40B4-BE49-F238E27FC236}">
                <a16:creationId xmlns:a16="http://schemas.microsoft.com/office/drawing/2014/main" id="{A0CDA088-8036-4533-A681-EB6798BF9BD9}"/>
              </a:ext>
            </a:extLst>
          </p:cNvPr>
          <p:cNvSpPr>
            <a:spLocks noGrp="1"/>
          </p:cNvSpPr>
          <p:nvPr/>
        </p:nvSpPr>
        <p:spPr>
          <a:xfrm>
            <a:off x="2299980" y="3380210"/>
            <a:ext cx="28398" cy="28398"/>
          </a:xfrm>
          <a:prstGeom prst="ellipse">
            <a:avLst/>
          </a:prstGeom>
          <a:solidFill>
            <a:srgbClr val="B57442">
              <a:alpha val="30000"/>
            </a:srgbClr>
          </a:solidFill>
          <a:ln w="0">
            <a:noFill/>
            <a:prstDash val="solid"/>
          </a:ln>
        </p:spPr>
      </p:sp>
      <p:sp>
        <p:nvSpPr>
          <p:cNvPr id="363" name="02_predicted_pose_3662">
            <a:extLst>
              <a:ext uri="{FF2B5EF4-FFF2-40B4-BE49-F238E27FC236}">
                <a16:creationId xmlns:a16="http://schemas.microsoft.com/office/drawing/2014/main" id="{2F28AD4D-66B4-48B0-ACF7-99B6B41C0A61}"/>
              </a:ext>
            </a:extLst>
          </p:cNvPr>
          <p:cNvSpPr>
            <a:spLocks noGrp="1"/>
          </p:cNvSpPr>
          <p:nvPr/>
        </p:nvSpPr>
        <p:spPr>
          <a:xfrm>
            <a:off x="2509800" y="3390740"/>
            <a:ext cx="28398" cy="28398"/>
          </a:xfrm>
          <a:prstGeom prst="ellipse">
            <a:avLst/>
          </a:prstGeom>
          <a:solidFill>
            <a:srgbClr val="B57442">
              <a:alpha val="30000"/>
            </a:srgbClr>
          </a:solidFill>
          <a:ln w="0">
            <a:noFill/>
            <a:prstDash val="solid"/>
          </a:ln>
        </p:spPr>
      </p:sp>
      <p:sp>
        <p:nvSpPr>
          <p:cNvPr id="364" name="02_predicted_pose_3663">
            <a:extLst>
              <a:ext uri="{FF2B5EF4-FFF2-40B4-BE49-F238E27FC236}">
                <a16:creationId xmlns:a16="http://schemas.microsoft.com/office/drawing/2014/main" id="{D272518E-5EDE-49FF-85E6-391879B8E15E}"/>
              </a:ext>
            </a:extLst>
          </p:cNvPr>
          <p:cNvSpPr>
            <a:spLocks noGrp="1"/>
          </p:cNvSpPr>
          <p:nvPr/>
        </p:nvSpPr>
        <p:spPr>
          <a:xfrm>
            <a:off x="2602823" y="3315601"/>
            <a:ext cx="28398" cy="28398"/>
          </a:xfrm>
          <a:prstGeom prst="ellipse">
            <a:avLst/>
          </a:prstGeom>
          <a:solidFill>
            <a:srgbClr val="B57442">
              <a:alpha val="30000"/>
            </a:srgbClr>
          </a:solidFill>
          <a:ln w="0">
            <a:noFill/>
            <a:prstDash val="solid"/>
          </a:ln>
        </p:spPr>
      </p:sp>
      <p:sp>
        <p:nvSpPr>
          <p:cNvPr id="365" name="02_predicted_pose_3664">
            <a:extLst>
              <a:ext uri="{FF2B5EF4-FFF2-40B4-BE49-F238E27FC236}">
                <a16:creationId xmlns:a16="http://schemas.microsoft.com/office/drawing/2014/main" id="{D6452400-0FE2-4C12-B6D4-E7A8D2422561}"/>
              </a:ext>
            </a:extLst>
          </p:cNvPr>
          <p:cNvSpPr>
            <a:spLocks noGrp="1"/>
          </p:cNvSpPr>
          <p:nvPr/>
        </p:nvSpPr>
        <p:spPr>
          <a:xfrm>
            <a:off x="2433658" y="2734778"/>
            <a:ext cx="28398" cy="28398"/>
          </a:xfrm>
          <a:prstGeom prst="ellipse">
            <a:avLst/>
          </a:prstGeom>
          <a:solidFill>
            <a:srgbClr val="B57442">
              <a:alpha val="30000"/>
            </a:srgbClr>
          </a:solidFill>
          <a:ln w="0">
            <a:noFill/>
            <a:prstDash val="solid"/>
          </a:ln>
        </p:spPr>
      </p:sp>
      <p:sp>
        <p:nvSpPr>
          <p:cNvPr id="366" name="02_predicted_pose_3665">
            <a:extLst>
              <a:ext uri="{FF2B5EF4-FFF2-40B4-BE49-F238E27FC236}">
                <a16:creationId xmlns:a16="http://schemas.microsoft.com/office/drawing/2014/main" id="{73D6931D-261C-4519-A828-7DB07EE59F87}"/>
              </a:ext>
            </a:extLst>
          </p:cNvPr>
          <p:cNvSpPr>
            <a:spLocks noGrp="1"/>
          </p:cNvSpPr>
          <p:nvPr/>
        </p:nvSpPr>
        <p:spPr>
          <a:xfrm>
            <a:off x="2447439" y="3187787"/>
            <a:ext cx="28398" cy="28398"/>
          </a:xfrm>
          <a:prstGeom prst="ellipse">
            <a:avLst/>
          </a:prstGeom>
          <a:solidFill>
            <a:srgbClr val="B57442">
              <a:alpha val="30000"/>
            </a:srgbClr>
          </a:solidFill>
          <a:ln w="0">
            <a:noFill/>
            <a:prstDash val="solid"/>
          </a:ln>
        </p:spPr>
      </p:sp>
      <p:sp>
        <p:nvSpPr>
          <p:cNvPr id="367" name="02_predicted_pose_3666">
            <a:extLst>
              <a:ext uri="{FF2B5EF4-FFF2-40B4-BE49-F238E27FC236}">
                <a16:creationId xmlns:a16="http://schemas.microsoft.com/office/drawing/2014/main" id="{408D7878-0C98-4328-BDED-9AE5AB0FA5CE}"/>
              </a:ext>
            </a:extLst>
          </p:cNvPr>
          <p:cNvSpPr>
            <a:spLocks noGrp="1"/>
          </p:cNvSpPr>
          <p:nvPr/>
        </p:nvSpPr>
        <p:spPr>
          <a:xfrm>
            <a:off x="2369231" y="3293558"/>
            <a:ext cx="28398" cy="28398"/>
          </a:xfrm>
          <a:prstGeom prst="ellipse">
            <a:avLst/>
          </a:prstGeom>
          <a:solidFill>
            <a:srgbClr val="B57442">
              <a:alpha val="30000"/>
            </a:srgbClr>
          </a:solidFill>
          <a:ln w="0">
            <a:noFill/>
            <a:prstDash val="solid"/>
          </a:ln>
        </p:spPr>
      </p:sp>
      <p:sp>
        <p:nvSpPr>
          <p:cNvPr id="368" name="02_predicted_pose_3667">
            <a:extLst>
              <a:ext uri="{FF2B5EF4-FFF2-40B4-BE49-F238E27FC236}">
                <a16:creationId xmlns:a16="http://schemas.microsoft.com/office/drawing/2014/main" id="{9B89FF0E-290A-4788-BE2A-FA777E858CA3}"/>
              </a:ext>
            </a:extLst>
          </p:cNvPr>
          <p:cNvSpPr>
            <a:spLocks noGrp="1"/>
          </p:cNvSpPr>
          <p:nvPr/>
        </p:nvSpPr>
        <p:spPr>
          <a:xfrm>
            <a:off x="2383012" y="3319903"/>
            <a:ext cx="28398" cy="28398"/>
          </a:xfrm>
          <a:prstGeom prst="ellipse">
            <a:avLst/>
          </a:prstGeom>
          <a:solidFill>
            <a:srgbClr val="B57442">
              <a:alpha val="30000"/>
            </a:srgbClr>
          </a:solidFill>
          <a:ln w="0">
            <a:noFill/>
            <a:prstDash val="solid"/>
          </a:ln>
        </p:spPr>
      </p:sp>
      <p:sp>
        <p:nvSpPr>
          <p:cNvPr id="369" name="02_predicted_pose_3668">
            <a:extLst>
              <a:ext uri="{FF2B5EF4-FFF2-40B4-BE49-F238E27FC236}">
                <a16:creationId xmlns:a16="http://schemas.microsoft.com/office/drawing/2014/main" id="{F477EADA-20DA-4DA7-BAAD-6C4D087812B2}"/>
              </a:ext>
            </a:extLst>
          </p:cNvPr>
          <p:cNvSpPr>
            <a:spLocks noGrp="1"/>
          </p:cNvSpPr>
          <p:nvPr/>
        </p:nvSpPr>
        <p:spPr>
          <a:xfrm>
            <a:off x="2396793" y="3281756"/>
            <a:ext cx="28398" cy="28398"/>
          </a:xfrm>
          <a:prstGeom prst="ellipse">
            <a:avLst/>
          </a:prstGeom>
          <a:solidFill>
            <a:srgbClr val="B57442">
              <a:alpha val="30000"/>
            </a:srgbClr>
          </a:solidFill>
          <a:ln w="0">
            <a:noFill/>
            <a:prstDash val="solid"/>
          </a:ln>
        </p:spPr>
      </p:sp>
      <p:sp>
        <p:nvSpPr>
          <p:cNvPr id="370" name="02_predicted_pose_3669">
            <a:extLst>
              <a:ext uri="{FF2B5EF4-FFF2-40B4-BE49-F238E27FC236}">
                <a16:creationId xmlns:a16="http://schemas.microsoft.com/office/drawing/2014/main" id="{354D25FF-C7B2-400D-9413-F8FFEAB9694B}"/>
              </a:ext>
            </a:extLst>
          </p:cNvPr>
          <p:cNvSpPr>
            <a:spLocks noGrp="1"/>
          </p:cNvSpPr>
          <p:nvPr/>
        </p:nvSpPr>
        <p:spPr>
          <a:xfrm>
            <a:off x="2410575" y="3285600"/>
            <a:ext cx="28398" cy="28398"/>
          </a:xfrm>
          <a:prstGeom prst="ellipse">
            <a:avLst/>
          </a:prstGeom>
          <a:solidFill>
            <a:srgbClr val="B57442">
              <a:alpha val="30000"/>
            </a:srgbClr>
          </a:solidFill>
          <a:ln w="0">
            <a:noFill/>
            <a:prstDash val="solid"/>
          </a:ln>
        </p:spPr>
      </p:sp>
      <p:sp>
        <p:nvSpPr>
          <p:cNvPr id="371" name="02_predicted_pose_3670">
            <a:extLst>
              <a:ext uri="{FF2B5EF4-FFF2-40B4-BE49-F238E27FC236}">
                <a16:creationId xmlns:a16="http://schemas.microsoft.com/office/drawing/2014/main" id="{ECDDC3F4-DA37-4082-B5AA-A570F9600122}"/>
              </a:ext>
            </a:extLst>
          </p:cNvPr>
          <p:cNvSpPr>
            <a:spLocks noGrp="1"/>
          </p:cNvSpPr>
          <p:nvPr/>
        </p:nvSpPr>
        <p:spPr>
          <a:xfrm>
            <a:off x="2424356" y="3251143"/>
            <a:ext cx="28398" cy="28398"/>
          </a:xfrm>
          <a:prstGeom prst="ellipse">
            <a:avLst/>
          </a:prstGeom>
          <a:solidFill>
            <a:srgbClr val="B57442">
              <a:alpha val="30000"/>
            </a:srgbClr>
          </a:solidFill>
          <a:ln w="0">
            <a:noFill/>
            <a:prstDash val="solid"/>
          </a:ln>
        </p:spPr>
      </p:sp>
      <p:sp>
        <p:nvSpPr>
          <p:cNvPr id="372" name="02_predicted_pose_3671">
            <a:extLst>
              <a:ext uri="{FF2B5EF4-FFF2-40B4-BE49-F238E27FC236}">
                <a16:creationId xmlns:a16="http://schemas.microsoft.com/office/drawing/2014/main" id="{18792617-4983-4400-B13B-83EBBC720B56}"/>
              </a:ext>
            </a:extLst>
          </p:cNvPr>
          <p:cNvSpPr>
            <a:spLocks noGrp="1"/>
          </p:cNvSpPr>
          <p:nvPr/>
        </p:nvSpPr>
        <p:spPr>
          <a:xfrm>
            <a:off x="2438137" y="3279360"/>
            <a:ext cx="28398" cy="28398"/>
          </a:xfrm>
          <a:prstGeom prst="ellipse">
            <a:avLst/>
          </a:prstGeom>
          <a:solidFill>
            <a:srgbClr val="B57442">
              <a:alpha val="30000"/>
            </a:srgbClr>
          </a:solidFill>
          <a:ln w="0">
            <a:noFill/>
            <a:prstDash val="solid"/>
          </a:ln>
        </p:spPr>
      </p:sp>
      <p:sp>
        <p:nvSpPr>
          <p:cNvPr id="373" name="02_predicted_pose_3672">
            <a:extLst>
              <a:ext uri="{FF2B5EF4-FFF2-40B4-BE49-F238E27FC236}">
                <a16:creationId xmlns:a16="http://schemas.microsoft.com/office/drawing/2014/main" id="{C04EE54B-3ED0-4613-9DC3-19EB2FB6E57C}"/>
              </a:ext>
            </a:extLst>
          </p:cNvPr>
          <p:cNvSpPr>
            <a:spLocks noGrp="1"/>
          </p:cNvSpPr>
          <p:nvPr/>
        </p:nvSpPr>
        <p:spPr>
          <a:xfrm>
            <a:off x="2451918" y="3291340"/>
            <a:ext cx="28398" cy="28398"/>
          </a:xfrm>
          <a:prstGeom prst="ellipse">
            <a:avLst/>
          </a:prstGeom>
          <a:solidFill>
            <a:srgbClr val="B57442">
              <a:alpha val="30000"/>
            </a:srgbClr>
          </a:solidFill>
          <a:ln w="0">
            <a:noFill/>
            <a:prstDash val="solid"/>
          </a:ln>
        </p:spPr>
      </p:sp>
      <p:sp>
        <p:nvSpPr>
          <p:cNvPr id="374" name="02_predicted_pose_3673">
            <a:extLst>
              <a:ext uri="{FF2B5EF4-FFF2-40B4-BE49-F238E27FC236}">
                <a16:creationId xmlns:a16="http://schemas.microsoft.com/office/drawing/2014/main" id="{42A5D6E4-78E9-4D44-9EA4-C7B85610C9A3}"/>
              </a:ext>
            </a:extLst>
          </p:cNvPr>
          <p:cNvSpPr>
            <a:spLocks noGrp="1"/>
          </p:cNvSpPr>
          <p:nvPr/>
        </p:nvSpPr>
        <p:spPr>
          <a:xfrm>
            <a:off x="2465700" y="3297313"/>
            <a:ext cx="28398" cy="28398"/>
          </a:xfrm>
          <a:prstGeom prst="ellipse">
            <a:avLst/>
          </a:prstGeom>
          <a:solidFill>
            <a:srgbClr val="B57442">
              <a:alpha val="30000"/>
            </a:srgbClr>
          </a:solidFill>
          <a:ln w="0">
            <a:noFill/>
            <a:prstDash val="solid"/>
          </a:ln>
        </p:spPr>
      </p:sp>
      <p:sp>
        <p:nvSpPr>
          <p:cNvPr id="375" name="02_predicted_pose_3674">
            <a:extLst>
              <a:ext uri="{FF2B5EF4-FFF2-40B4-BE49-F238E27FC236}">
                <a16:creationId xmlns:a16="http://schemas.microsoft.com/office/drawing/2014/main" id="{87A9E23F-2649-471A-A33B-4A4E4CF26B4A}"/>
              </a:ext>
            </a:extLst>
          </p:cNvPr>
          <p:cNvSpPr>
            <a:spLocks noGrp="1"/>
          </p:cNvSpPr>
          <p:nvPr/>
        </p:nvSpPr>
        <p:spPr>
          <a:xfrm>
            <a:off x="2479481" y="3332512"/>
            <a:ext cx="28398" cy="28398"/>
          </a:xfrm>
          <a:prstGeom prst="ellipse">
            <a:avLst/>
          </a:prstGeom>
          <a:solidFill>
            <a:srgbClr val="B57442">
              <a:alpha val="30000"/>
            </a:srgbClr>
          </a:solidFill>
          <a:ln w="0">
            <a:noFill/>
            <a:prstDash val="solid"/>
          </a:ln>
        </p:spPr>
      </p:sp>
      <p:sp>
        <p:nvSpPr>
          <p:cNvPr id="376" name="02_predicted_pose_3675">
            <a:extLst>
              <a:ext uri="{FF2B5EF4-FFF2-40B4-BE49-F238E27FC236}">
                <a16:creationId xmlns:a16="http://schemas.microsoft.com/office/drawing/2014/main" id="{4E3AA36E-319B-42AE-A562-58F57AE03E9C}"/>
              </a:ext>
            </a:extLst>
          </p:cNvPr>
          <p:cNvSpPr>
            <a:spLocks noGrp="1"/>
          </p:cNvSpPr>
          <p:nvPr/>
        </p:nvSpPr>
        <p:spPr>
          <a:xfrm>
            <a:off x="2493262" y="3379252"/>
            <a:ext cx="28398" cy="28398"/>
          </a:xfrm>
          <a:prstGeom prst="ellipse">
            <a:avLst/>
          </a:prstGeom>
          <a:solidFill>
            <a:srgbClr val="B57442">
              <a:alpha val="30000"/>
            </a:srgbClr>
          </a:solidFill>
          <a:ln w="0">
            <a:noFill/>
            <a:prstDash val="solid"/>
          </a:ln>
        </p:spPr>
      </p:sp>
      <p:sp>
        <p:nvSpPr>
          <p:cNvPr id="377" name="02_predicted_pose_3676">
            <a:extLst>
              <a:ext uri="{FF2B5EF4-FFF2-40B4-BE49-F238E27FC236}">
                <a16:creationId xmlns:a16="http://schemas.microsoft.com/office/drawing/2014/main" id="{02CBBE1B-B7BD-4E4E-96B9-143509C42F1D}"/>
              </a:ext>
            </a:extLst>
          </p:cNvPr>
          <p:cNvSpPr>
            <a:spLocks noGrp="1"/>
          </p:cNvSpPr>
          <p:nvPr/>
        </p:nvSpPr>
        <p:spPr>
          <a:xfrm>
            <a:off x="2382668" y="3356433"/>
            <a:ext cx="28398" cy="28398"/>
          </a:xfrm>
          <a:prstGeom prst="ellipse">
            <a:avLst/>
          </a:prstGeom>
          <a:solidFill>
            <a:srgbClr val="B57442">
              <a:alpha val="30000"/>
            </a:srgbClr>
          </a:solidFill>
          <a:ln w="0">
            <a:noFill/>
            <a:prstDash val="solid"/>
          </a:ln>
        </p:spPr>
      </p:sp>
      <p:sp>
        <p:nvSpPr>
          <p:cNvPr id="378" name="02_predicted_pose_3677">
            <a:extLst>
              <a:ext uri="{FF2B5EF4-FFF2-40B4-BE49-F238E27FC236}">
                <a16:creationId xmlns:a16="http://schemas.microsoft.com/office/drawing/2014/main" id="{28C75E9E-0B38-4E18-9C8D-412CD1528214}"/>
              </a:ext>
            </a:extLst>
          </p:cNvPr>
          <p:cNvSpPr>
            <a:spLocks noGrp="1"/>
          </p:cNvSpPr>
          <p:nvPr/>
        </p:nvSpPr>
        <p:spPr>
          <a:xfrm>
            <a:off x="2573882" y="3581583"/>
            <a:ext cx="28398" cy="28398"/>
          </a:xfrm>
          <a:prstGeom prst="ellipse">
            <a:avLst/>
          </a:prstGeom>
          <a:solidFill>
            <a:srgbClr val="B57442">
              <a:alpha val="30000"/>
            </a:srgbClr>
          </a:solidFill>
          <a:ln w="0">
            <a:noFill/>
            <a:prstDash val="solid"/>
          </a:ln>
        </p:spPr>
      </p:sp>
      <p:sp>
        <p:nvSpPr>
          <p:cNvPr id="379" name="02_predicted_pose_3678">
            <a:extLst>
              <a:ext uri="{FF2B5EF4-FFF2-40B4-BE49-F238E27FC236}">
                <a16:creationId xmlns:a16="http://schemas.microsoft.com/office/drawing/2014/main" id="{13DBB1A3-3FAA-43BA-BE3D-86C0ADDE5694}"/>
              </a:ext>
            </a:extLst>
          </p:cNvPr>
          <p:cNvSpPr>
            <a:spLocks noGrp="1"/>
          </p:cNvSpPr>
          <p:nvPr/>
        </p:nvSpPr>
        <p:spPr>
          <a:xfrm>
            <a:off x="2445028" y="3575608"/>
            <a:ext cx="28398" cy="28398"/>
          </a:xfrm>
          <a:prstGeom prst="ellipse">
            <a:avLst/>
          </a:prstGeom>
          <a:solidFill>
            <a:srgbClr val="B57442">
              <a:alpha val="30000"/>
            </a:srgbClr>
          </a:solidFill>
          <a:ln w="0">
            <a:noFill/>
            <a:prstDash val="solid"/>
          </a:ln>
        </p:spPr>
      </p:sp>
      <p:sp>
        <p:nvSpPr>
          <p:cNvPr id="380" name="02_predicted_pose_3679">
            <a:extLst>
              <a:ext uri="{FF2B5EF4-FFF2-40B4-BE49-F238E27FC236}">
                <a16:creationId xmlns:a16="http://schemas.microsoft.com/office/drawing/2014/main" id="{CA2AD686-A7CB-4335-A452-11FCA4AF4229}"/>
              </a:ext>
            </a:extLst>
          </p:cNvPr>
          <p:cNvSpPr>
            <a:spLocks noGrp="1"/>
          </p:cNvSpPr>
          <p:nvPr/>
        </p:nvSpPr>
        <p:spPr>
          <a:xfrm>
            <a:off x="2337190" y="3285897"/>
            <a:ext cx="28398" cy="28398"/>
          </a:xfrm>
          <a:prstGeom prst="ellipse">
            <a:avLst/>
          </a:prstGeom>
          <a:solidFill>
            <a:srgbClr val="B57442">
              <a:alpha val="30000"/>
            </a:srgbClr>
          </a:solidFill>
          <a:ln w="0">
            <a:noFill/>
            <a:prstDash val="solid"/>
          </a:ln>
        </p:spPr>
      </p:sp>
      <p:sp>
        <p:nvSpPr>
          <p:cNvPr id="381" name="02_predicted_pose_3680">
            <a:extLst>
              <a:ext uri="{FF2B5EF4-FFF2-40B4-BE49-F238E27FC236}">
                <a16:creationId xmlns:a16="http://schemas.microsoft.com/office/drawing/2014/main" id="{8CC6707F-AF0B-4B28-B49B-78ACE4C330E4}"/>
              </a:ext>
            </a:extLst>
          </p:cNvPr>
          <p:cNvSpPr>
            <a:spLocks noGrp="1"/>
          </p:cNvSpPr>
          <p:nvPr/>
        </p:nvSpPr>
        <p:spPr>
          <a:xfrm>
            <a:off x="2458809" y="3547237"/>
            <a:ext cx="28398" cy="28398"/>
          </a:xfrm>
          <a:prstGeom prst="ellipse">
            <a:avLst/>
          </a:prstGeom>
          <a:solidFill>
            <a:srgbClr val="B57442">
              <a:alpha val="30000"/>
            </a:srgbClr>
          </a:solidFill>
          <a:ln w="0">
            <a:noFill/>
            <a:prstDash val="solid"/>
          </a:ln>
        </p:spPr>
      </p:sp>
      <p:sp>
        <p:nvSpPr>
          <p:cNvPr id="382" name="02_predicted_pose_3681">
            <a:extLst>
              <a:ext uri="{FF2B5EF4-FFF2-40B4-BE49-F238E27FC236}">
                <a16:creationId xmlns:a16="http://schemas.microsoft.com/office/drawing/2014/main" id="{99005A6A-6DAA-448A-B01F-85C318A2F3D0}"/>
              </a:ext>
            </a:extLst>
          </p:cNvPr>
          <p:cNvSpPr>
            <a:spLocks noGrp="1"/>
          </p:cNvSpPr>
          <p:nvPr/>
        </p:nvSpPr>
        <p:spPr>
          <a:xfrm>
            <a:off x="2565958" y="3165950"/>
            <a:ext cx="28398" cy="28398"/>
          </a:xfrm>
          <a:prstGeom prst="ellipse">
            <a:avLst/>
          </a:prstGeom>
          <a:solidFill>
            <a:srgbClr val="B57442">
              <a:alpha val="30000"/>
            </a:srgbClr>
          </a:solidFill>
          <a:ln w="0">
            <a:noFill/>
            <a:prstDash val="solid"/>
          </a:ln>
        </p:spPr>
      </p:sp>
      <p:sp>
        <p:nvSpPr>
          <p:cNvPr id="383" name="02_predicted_pose_3682">
            <a:extLst>
              <a:ext uri="{FF2B5EF4-FFF2-40B4-BE49-F238E27FC236}">
                <a16:creationId xmlns:a16="http://schemas.microsoft.com/office/drawing/2014/main" id="{44413FEF-9224-45CA-8D38-FEA94D0BF366}"/>
              </a:ext>
            </a:extLst>
          </p:cNvPr>
          <p:cNvSpPr>
            <a:spLocks noGrp="1"/>
          </p:cNvSpPr>
          <p:nvPr/>
        </p:nvSpPr>
        <p:spPr>
          <a:xfrm>
            <a:off x="2621083" y="3451442"/>
            <a:ext cx="28398" cy="28398"/>
          </a:xfrm>
          <a:prstGeom prst="ellipse">
            <a:avLst/>
          </a:prstGeom>
          <a:solidFill>
            <a:srgbClr val="B57442">
              <a:alpha val="30000"/>
            </a:srgbClr>
          </a:solidFill>
          <a:ln w="0">
            <a:noFill/>
            <a:prstDash val="solid"/>
          </a:ln>
        </p:spPr>
      </p:sp>
      <p:sp>
        <p:nvSpPr>
          <p:cNvPr id="384" name="02_predicted_pose_3683">
            <a:extLst>
              <a:ext uri="{FF2B5EF4-FFF2-40B4-BE49-F238E27FC236}">
                <a16:creationId xmlns:a16="http://schemas.microsoft.com/office/drawing/2014/main" id="{1ABF2C07-2EA8-4799-A3F2-1B657B5E6DE3}"/>
              </a:ext>
            </a:extLst>
          </p:cNvPr>
          <p:cNvSpPr>
            <a:spLocks noGrp="1"/>
          </p:cNvSpPr>
          <p:nvPr/>
        </p:nvSpPr>
        <p:spPr>
          <a:xfrm>
            <a:off x="2414365" y="3296396"/>
            <a:ext cx="28398" cy="28398"/>
          </a:xfrm>
          <a:prstGeom prst="ellipse">
            <a:avLst/>
          </a:prstGeom>
          <a:solidFill>
            <a:srgbClr val="B57442">
              <a:alpha val="30000"/>
            </a:srgbClr>
          </a:solidFill>
          <a:ln w="0">
            <a:noFill/>
            <a:prstDash val="solid"/>
          </a:ln>
        </p:spPr>
      </p:sp>
      <p:sp>
        <p:nvSpPr>
          <p:cNvPr id="385" name="02_predicted_pose_3684">
            <a:extLst>
              <a:ext uri="{FF2B5EF4-FFF2-40B4-BE49-F238E27FC236}">
                <a16:creationId xmlns:a16="http://schemas.microsoft.com/office/drawing/2014/main" id="{82154AAB-7CC3-47A6-AE00-4AB8045D5B89}"/>
              </a:ext>
            </a:extLst>
          </p:cNvPr>
          <p:cNvSpPr>
            <a:spLocks noGrp="1"/>
          </p:cNvSpPr>
          <p:nvPr/>
        </p:nvSpPr>
        <p:spPr>
          <a:xfrm>
            <a:off x="2441927" y="3274511"/>
            <a:ext cx="28398" cy="28398"/>
          </a:xfrm>
          <a:prstGeom prst="ellipse">
            <a:avLst/>
          </a:prstGeom>
          <a:solidFill>
            <a:srgbClr val="B57442">
              <a:alpha val="30000"/>
            </a:srgbClr>
          </a:solidFill>
          <a:ln w="0">
            <a:noFill/>
            <a:prstDash val="solid"/>
          </a:ln>
        </p:spPr>
      </p:sp>
      <p:sp>
        <p:nvSpPr>
          <p:cNvPr id="386" name="02_predicted_pose_3685">
            <a:extLst>
              <a:ext uri="{FF2B5EF4-FFF2-40B4-BE49-F238E27FC236}">
                <a16:creationId xmlns:a16="http://schemas.microsoft.com/office/drawing/2014/main" id="{CCAED616-2BFE-4E16-8819-02874A808558}"/>
              </a:ext>
            </a:extLst>
          </p:cNvPr>
          <p:cNvSpPr>
            <a:spLocks noGrp="1"/>
          </p:cNvSpPr>
          <p:nvPr/>
        </p:nvSpPr>
        <p:spPr>
          <a:xfrm>
            <a:off x="2483271" y="3273228"/>
            <a:ext cx="28398" cy="28398"/>
          </a:xfrm>
          <a:prstGeom prst="ellipse">
            <a:avLst/>
          </a:prstGeom>
          <a:solidFill>
            <a:srgbClr val="B57442">
              <a:alpha val="30000"/>
            </a:srgbClr>
          </a:solidFill>
          <a:ln w="0">
            <a:noFill/>
            <a:prstDash val="solid"/>
          </a:ln>
        </p:spPr>
      </p:sp>
      <p:sp>
        <p:nvSpPr>
          <p:cNvPr id="387" name="02_predicted_pose_3686">
            <a:extLst>
              <a:ext uri="{FF2B5EF4-FFF2-40B4-BE49-F238E27FC236}">
                <a16:creationId xmlns:a16="http://schemas.microsoft.com/office/drawing/2014/main" id="{F508D6D4-BDF5-4C70-9047-94DCAB3ACD89}"/>
              </a:ext>
            </a:extLst>
          </p:cNvPr>
          <p:cNvSpPr>
            <a:spLocks noGrp="1"/>
          </p:cNvSpPr>
          <p:nvPr/>
        </p:nvSpPr>
        <p:spPr>
          <a:xfrm>
            <a:off x="2510833" y="3280730"/>
            <a:ext cx="28398" cy="28398"/>
          </a:xfrm>
          <a:prstGeom prst="ellipse">
            <a:avLst/>
          </a:prstGeom>
          <a:solidFill>
            <a:srgbClr val="B57442">
              <a:alpha val="30000"/>
            </a:srgbClr>
          </a:solidFill>
          <a:ln w="0">
            <a:noFill/>
            <a:prstDash val="solid"/>
          </a:ln>
        </p:spPr>
      </p:sp>
      <p:sp>
        <p:nvSpPr>
          <p:cNvPr id="388" name="02_predicted_pose_3687">
            <a:extLst>
              <a:ext uri="{FF2B5EF4-FFF2-40B4-BE49-F238E27FC236}">
                <a16:creationId xmlns:a16="http://schemas.microsoft.com/office/drawing/2014/main" id="{D009ECBF-1CFE-46B6-9A9C-2C8D133A79F0}"/>
              </a:ext>
            </a:extLst>
          </p:cNvPr>
          <p:cNvSpPr>
            <a:spLocks noGrp="1"/>
          </p:cNvSpPr>
          <p:nvPr/>
        </p:nvSpPr>
        <p:spPr>
          <a:xfrm>
            <a:off x="2524614" y="3317356"/>
            <a:ext cx="28398" cy="28398"/>
          </a:xfrm>
          <a:prstGeom prst="ellipse">
            <a:avLst/>
          </a:prstGeom>
          <a:solidFill>
            <a:srgbClr val="B57442">
              <a:alpha val="30000"/>
            </a:srgbClr>
          </a:solidFill>
          <a:ln w="0">
            <a:noFill/>
            <a:prstDash val="solid"/>
          </a:ln>
        </p:spPr>
      </p:sp>
      <p:sp>
        <p:nvSpPr>
          <p:cNvPr id="389" name="02_predicted_pose_3688">
            <a:extLst>
              <a:ext uri="{FF2B5EF4-FFF2-40B4-BE49-F238E27FC236}">
                <a16:creationId xmlns:a16="http://schemas.microsoft.com/office/drawing/2014/main" id="{449EF97F-E431-4C95-8ED4-A96F3E5CB0B3}"/>
              </a:ext>
            </a:extLst>
          </p:cNvPr>
          <p:cNvSpPr>
            <a:spLocks noGrp="1"/>
          </p:cNvSpPr>
          <p:nvPr/>
        </p:nvSpPr>
        <p:spPr>
          <a:xfrm>
            <a:off x="2427801" y="3297129"/>
            <a:ext cx="28398" cy="28398"/>
          </a:xfrm>
          <a:prstGeom prst="ellipse">
            <a:avLst/>
          </a:prstGeom>
          <a:solidFill>
            <a:srgbClr val="B57442">
              <a:alpha val="30000"/>
            </a:srgbClr>
          </a:solidFill>
          <a:ln w="0">
            <a:noFill/>
            <a:prstDash val="solid"/>
          </a:ln>
        </p:spPr>
      </p:sp>
      <p:sp>
        <p:nvSpPr>
          <p:cNvPr id="390" name="02_predicted_pose_3689">
            <a:extLst>
              <a:ext uri="{FF2B5EF4-FFF2-40B4-BE49-F238E27FC236}">
                <a16:creationId xmlns:a16="http://schemas.microsoft.com/office/drawing/2014/main" id="{F0A81F4B-49A2-42FE-BA80-FBD84DCFBC70}"/>
              </a:ext>
            </a:extLst>
          </p:cNvPr>
          <p:cNvSpPr>
            <a:spLocks noGrp="1"/>
          </p:cNvSpPr>
          <p:nvPr/>
        </p:nvSpPr>
        <p:spPr>
          <a:xfrm>
            <a:off x="2530471" y="3509672"/>
            <a:ext cx="28398" cy="28398"/>
          </a:xfrm>
          <a:prstGeom prst="ellipse">
            <a:avLst/>
          </a:prstGeom>
          <a:solidFill>
            <a:srgbClr val="B57442">
              <a:alpha val="30000"/>
            </a:srgbClr>
          </a:solidFill>
          <a:ln w="0">
            <a:noFill/>
            <a:prstDash val="solid"/>
          </a:ln>
        </p:spPr>
      </p:sp>
      <p:sp>
        <p:nvSpPr>
          <p:cNvPr id="391" name="02_predicted_pose_3690">
            <a:extLst>
              <a:ext uri="{FF2B5EF4-FFF2-40B4-BE49-F238E27FC236}">
                <a16:creationId xmlns:a16="http://schemas.microsoft.com/office/drawing/2014/main" id="{F33922FE-BCA7-477F-903F-1537D3CA3369}"/>
              </a:ext>
            </a:extLst>
          </p:cNvPr>
          <p:cNvSpPr>
            <a:spLocks noGrp="1"/>
          </p:cNvSpPr>
          <p:nvPr/>
        </p:nvSpPr>
        <p:spPr>
          <a:xfrm>
            <a:off x="2558034" y="3517069"/>
            <a:ext cx="28398" cy="28398"/>
          </a:xfrm>
          <a:prstGeom prst="ellipse">
            <a:avLst/>
          </a:prstGeom>
          <a:solidFill>
            <a:srgbClr val="B57442">
              <a:alpha val="30000"/>
            </a:srgbClr>
          </a:solidFill>
          <a:ln w="0">
            <a:noFill/>
            <a:prstDash val="solid"/>
          </a:ln>
        </p:spPr>
      </p:sp>
      <p:sp>
        <p:nvSpPr>
          <p:cNvPr id="392" name="02_predicted_pose_3691">
            <a:extLst>
              <a:ext uri="{FF2B5EF4-FFF2-40B4-BE49-F238E27FC236}">
                <a16:creationId xmlns:a16="http://schemas.microsoft.com/office/drawing/2014/main" id="{8AC7053C-851A-4E73-BF3C-51C9D15A8FDB}"/>
              </a:ext>
            </a:extLst>
          </p:cNvPr>
          <p:cNvSpPr>
            <a:spLocks noGrp="1"/>
          </p:cNvSpPr>
          <p:nvPr/>
        </p:nvSpPr>
        <p:spPr>
          <a:xfrm>
            <a:off x="2585596" y="3494148"/>
            <a:ext cx="28398" cy="28398"/>
          </a:xfrm>
          <a:prstGeom prst="ellipse">
            <a:avLst/>
          </a:prstGeom>
          <a:solidFill>
            <a:srgbClr val="B57442">
              <a:alpha val="30000"/>
            </a:srgbClr>
          </a:solidFill>
          <a:ln w="0">
            <a:noFill/>
            <a:prstDash val="solid"/>
          </a:ln>
        </p:spPr>
      </p:sp>
      <p:sp>
        <p:nvSpPr>
          <p:cNvPr id="393" name="02_predicted_pose_3692">
            <a:extLst>
              <a:ext uri="{FF2B5EF4-FFF2-40B4-BE49-F238E27FC236}">
                <a16:creationId xmlns:a16="http://schemas.microsoft.com/office/drawing/2014/main" id="{AAFFDF20-5154-460F-B866-D5DCF2470D52}"/>
              </a:ext>
            </a:extLst>
          </p:cNvPr>
          <p:cNvSpPr>
            <a:spLocks noGrp="1"/>
          </p:cNvSpPr>
          <p:nvPr/>
        </p:nvSpPr>
        <p:spPr>
          <a:xfrm>
            <a:off x="2613159" y="3521759"/>
            <a:ext cx="28398" cy="28398"/>
          </a:xfrm>
          <a:prstGeom prst="ellipse">
            <a:avLst/>
          </a:prstGeom>
          <a:solidFill>
            <a:srgbClr val="B57442">
              <a:alpha val="30000"/>
            </a:srgbClr>
          </a:solidFill>
          <a:ln w="0">
            <a:noFill/>
            <a:prstDash val="solid"/>
          </a:ln>
        </p:spPr>
      </p:sp>
      <p:sp>
        <p:nvSpPr>
          <p:cNvPr id="394" name="02_predicted_pose_3693">
            <a:extLst>
              <a:ext uri="{FF2B5EF4-FFF2-40B4-BE49-F238E27FC236}">
                <a16:creationId xmlns:a16="http://schemas.microsoft.com/office/drawing/2014/main" id="{8D9C66AA-802E-450A-A789-427C4345D1FA}"/>
              </a:ext>
            </a:extLst>
          </p:cNvPr>
          <p:cNvSpPr>
            <a:spLocks noGrp="1"/>
          </p:cNvSpPr>
          <p:nvPr/>
        </p:nvSpPr>
        <p:spPr>
          <a:xfrm>
            <a:off x="2373710" y="3514304"/>
            <a:ext cx="28398" cy="28398"/>
          </a:xfrm>
          <a:prstGeom prst="ellipse">
            <a:avLst/>
          </a:prstGeom>
          <a:solidFill>
            <a:srgbClr val="B57442">
              <a:alpha val="30000"/>
            </a:srgbClr>
          </a:solidFill>
          <a:ln w="0">
            <a:noFill/>
            <a:prstDash val="solid"/>
          </a:ln>
        </p:spPr>
      </p:sp>
      <p:sp>
        <p:nvSpPr>
          <p:cNvPr id="395" name="02_predicted_pose_3694">
            <a:extLst>
              <a:ext uri="{FF2B5EF4-FFF2-40B4-BE49-F238E27FC236}">
                <a16:creationId xmlns:a16="http://schemas.microsoft.com/office/drawing/2014/main" id="{10718D2A-B824-4F3D-BAB5-04059F07D887}"/>
              </a:ext>
            </a:extLst>
          </p:cNvPr>
          <p:cNvSpPr>
            <a:spLocks noGrp="1"/>
          </p:cNvSpPr>
          <p:nvPr/>
        </p:nvSpPr>
        <p:spPr>
          <a:xfrm>
            <a:off x="2382323" y="3471346"/>
            <a:ext cx="28398" cy="28398"/>
          </a:xfrm>
          <a:prstGeom prst="ellipse">
            <a:avLst/>
          </a:prstGeom>
          <a:solidFill>
            <a:srgbClr val="B57442">
              <a:alpha val="30000"/>
            </a:srgbClr>
          </a:solidFill>
          <a:ln w="0">
            <a:noFill/>
            <a:prstDash val="solid"/>
          </a:ln>
        </p:spPr>
      </p:sp>
      <p:sp>
        <p:nvSpPr>
          <p:cNvPr id="396" name="02_predicted_pose_3695">
            <a:extLst>
              <a:ext uri="{FF2B5EF4-FFF2-40B4-BE49-F238E27FC236}">
                <a16:creationId xmlns:a16="http://schemas.microsoft.com/office/drawing/2014/main" id="{0E7FB090-1A0B-415D-8D78-51B3FB1BFCFC}"/>
              </a:ext>
            </a:extLst>
          </p:cNvPr>
          <p:cNvSpPr>
            <a:spLocks noGrp="1"/>
          </p:cNvSpPr>
          <p:nvPr/>
        </p:nvSpPr>
        <p:spPr>
          <a:xfrm>
            <a:off x="2396104" y="3524624"/>
            <a:ext cx="28398" cy="28398"/>
          </a:xfrm>
          <a:prstGeom prst="ellipse">
            <a:avLst/>
          </a:prstGeom>
          <a:solidFill>
            <a:srgbClr val="B57442">
              <a:alpha val="30000"/>
            </a:srgbClr>
          </a:solidFill>
          <a:ln w="0">
            <a:noFill/>
            <a:prstDash val="solid"/>
          </a:ln>
        </p:spPr>
      </p:sp>
      <p:sp>
        <p:nvSpPr>
          <p:cNvPr id="397" name="02_predicted_pose_3696">
            <a:extLst>
              <a:ext uri="{FF2B5EF4-FFF2-40B4-BE49-F238E27FC236}">
                <a16:creationId xmlns:a16="http://schemas.microsoft.com/office/drawing/2014/main" id="{B17391EC-D57E-4071-9773-53321533035A}"/>
              </a:ext>
            </a:extLst>
          </p:cNvPr>
          <p:cNvSpPr>
            <a:spLocks noGrp="1"/>
          </p:cNvSpPr>
          <p:nvPr/>
        </p:nvSpPr>
        <p:spPr>
          <a:xfrm>
            <a:off x="2423667" y="3480904"/>
            <a:ext cx="28398" cy="28398"/>
          </a:xfrm>
          <a:prstGeom prst="ellipse">
            <a:avLst/>
          </a:prstGeom>
          <a:solidFill>
            <a:srgbClr val="B57442">
              <a:alpha val="30000"/>
            </a:srgbClr>
          </a:solidFill>
          <a:ln w="0">
            <a:noFill/>
            <a:prstDash val="solid"/>
          </a:ln>
        </p:spPr>
      </p:sp>
      <p:sp>
        <p:nvSpPr>
          <p:cNvPr id="398" name="02_predicted_pose_3697">
            <a:extLst>
              <a:ext uri="{FF2B5EF4-FFF2-40B4-BE49-F238E27FC236}">
                <a16:creationId xmlns:a16="http://schemas.microsoft.com/office/drawing/2014/main" id="{928E39A9-F0B4-40EC-8487-096AA4940FC3}"/>
              </a:ext>
            </a:extLst>
          </p:cNvPr>
          <p:cNvSpPr>
            <a:spLocks noGrp="1"/>
          </p:cNvSpPr>
          <p:nvPr/>
        </p:nvSpPr>
        <p:spPr>
          <a:xfrm>
            <a:off x="2451229" y="3373064"/>
            <a:ext cx="28398" cy="28398"/>
          </a:xfrm>
          <a:prstGeom prst="ellipse">
            <a:avLst/>
          </a:prstGeom>
          <a:solidFill>
            <a:srgbClr val="B57442">
              <a:alpha val="30000"/>
            </a:srgbClr>
          </a:solidFill>
          <a:ln w="0">
            <a:noFill/>
            <a:prstDash val="solid"/>
          </a:ln>
        </p:spPr>
      </p:sp>
      <p:sp>
        <p:nvSpPr>
          <p:cNvPr id="399" name="02_predicted_pose_3698">
            <a:extLst>
              <a:ext uri="{FF2B5EF4-FFF2-40B4-BE49-F238E27FC236}">
                <a16:creationId xmlns:a16="http://schemas.microsoft.com/office/drawing/2014/main" id="{D34B6DA5-50FB-4413-9D22-126D1BA6ACFD}"/>
              </a:ext>
            </a:extLst>
          </p:cNvPr>
          <p:cNvSpPr>
            <a:spLocks noGrp="1"/>
          </p:cNvSpPr>
          <p:nvPr/>
        </p:nvSpPr>
        <p:spPr>
          <a:xfrm>
            <a:off x="2478792" y="3476836"/>
            <a:ext cx="28398" cy="28398"/>
          </a:xfrm>
          <a:prstGeom prst="ellipse">
            <a:avLst/>
          </a:prstGeom>
          <a:solidFill>
            <a:srgbClr val="B57442">
              <a:alpha val="30000"/>
            </a:srgbClr>
          </a:solidFill>
          <a:ln w="0">
            <a:noFill/>
            <a:prstDash val="solid"/>
          </a:ln>
        </p:spPr>
      </p:sp>
      <p:sp>
        <p:nvSpPr>
          <p:cNvPr id="400" name="02_predicted_pose_3699">
            <a:extLst>
              <a:ext uri="{FF2B5EF4-FFF2-40B4-BE49-F238E27FC236}">
                <a16:creationId xmlns:a16="http://schemas.microsoft.com/office/drawing/2014/main" id="{354F0E28-E0A9-4E4A-AE8C-7458CA056C66}"/>
              </a:ext>
            </a:extLst>
          </p:cNvPr>
          <p:cNvSpPr>
            <a:spLocks noGrp="1"/>
          </p:cNvSpPr>
          <p:nvPr/>
        </p:nvSpPr>
        <p:spPr>
          <a:xfrm>
            <a:off x="2503598" y="2753359"/>
            <a:ext cx="28398" cy="28398"/>
          </a:xfrm>
          <a:prstGeom prst="ellipse">
            <a:avLst/>
          </a:prstGeom>
          <a:solidFill>
            <a:srgbClr val="B57442">
              <a:alpha val="30000"/>
            </a:srgbClr>
          </a:solidFill>
          <a:ln w="0">
            <a:noFill/>
            <a:prstDash val="solid"/>
          </a:ln>
        </p:spPr>
      </p:sp>
      <p:sp>
        <p:nvSpPr>
          <p:cNvPr id="401" name="02_predicted_pose_3700">
            <a:extLst>
              <a:ext uri="{FF2B5EF4-FFF2-40B4-BE49-F238E27FC236}">
                <a16:creationId xmlns:a16="http://schemas.microsoft.com/office/drawing/2014/main" id="{AE279A28-3BD3-43EC-8AF9-2B3BD5D3E683}"/>
              </a:ext>
            </a:extLst>
          </p:cNvPr>
          <p:cNvSpPr>
            <a:spLocks noGrp="1"/>
          </p:cNvSpPr>
          <p:nvPr/>
        </p:nvSpPr>
        <p:spPr>
          <a:xfrm>
            <a:off x="2517379" y="2976500"/>
            <a:ext cx="28398" cy="28398"/>
          </a:xfrm>
          <a:prstGeom prst="ellipse">
            <a:avLst/>
          </a:prstGeom>
          <a:solidFill>
            <a:srgbClr val="B57442">
              <a:alpha val="30000"/>
            </a:srgbClr>
          </a:solidFill>
          <a:ln w="0">
            <a:noFill/>
            <a:prstDash val="solid"/>
          </a:ln>
        </p:spPr>
      </p:sp>
      <p:sp>
        <p:nvSpPr>
          <p:cNvPr id="402" name="02_predicted_pose_3701">
            <a:extLst>
              <a:ext uri="{FF2B5EF4-FFF2-40B4-BE49-F238E27FC236}">
                <a16:creationId xmlns:a16="http://schemas.microsoft.com/office/drawing/2014/main" id="{1C9D72A3-98C4-4845-870F-BC58B18D182D}"/>
              </a:ext>
            </a:extLst>
          </p:cNvPr>
          <p:cNvSpPr>
            <a:spLocks noGrp="1"/>
          </p:cNvSpPr>
          <p:nvPr/>
        </p:nvSpPr>
        <p:spPr>
          <a:xfrm>
            <a:off x="2448473" y="3252724"/>
            <a:ext cx="28398" cy="28398"/>
          </a:xfrm>
          <a:prstGeom prst="ellipse">
            <a:avLst/>
          </a:prstGeom>
          <a:solidFill>
            <a:srgbClr val="B57442">
              <a:alpha val="30000"/>
            </a:srgbClr>
          </a:solidFill>
          <a:ln w="0">
            <a:noFill/>
            <a:prstDash val="solid"/>
          </a:ln>
        </p:spPr>
      </p:sp>
      <p:sp>
        <p:nvSpPr>
          <p:cNvPr id="403" name="02_predicted_pose_3702">
            <a:extLst>
              <a:ext uri="{FF2B5EF4-FFF2-40B4-BE49-F238E27FC236}">
                <a16:creationId xmlns:a16="http://schemas.microsoft.com/office/drawing/2014/main" id="{88A460C0-9158-43EB-8CAD-7AEE54A72718}"/>
              </a:ext>
            </a:extLst>
          </p:cNvPr>
          <p:cNvSpPr>
            <a:spLocks noGrp="1"/>
          </p:cNvSpPr>
          <p:nvPr/>
        </p:nvSpPr>
        <p:spPr>
          <a:xfrm>
            <a:off x="2395760" y="3546276"/>
            <a:ext cx="28398" cy="28398"/>
          </a:xfrm>
          <a:prstGeom prst="ellipse">
            <a:avLst/>
          </a:prstGeom>
          <a:solidFill>
            <a:srgbClr val="B57442">
              <a:alpha val="30000"/>
            </a:srgbClr>
          </a:solidFill>
          <a:ln w="0">
            <a:noFill/>
            <a:prstDash val="solid"/>
          </a:ln>
        </p:spPr>
      </p:sp>
      <p:sp>
        <p:nvSpPr>
          <p:cNvPr id="404" name="02_predicted_pose_3703">
            <a:extLst>
              <a:ext uri="{FF2B5EF4-FFF2-40B4-BE49-F238E27FC236}">
                <a16:creationId xmlns:a16="http://schemas.microsoft.com/office/drawing/2014/main" id="{AD034AAE-6D9C-4E42-A4F2-16B7A1BBC46E}"/>
              </a:ext>
            </a:extLst>
          </p:cNvPr>
          <p:cNvSpPr>
            <a:spLocks noGrp="1"/>
          </p:cNvSpPr>
          <p:nvPr/>
        </p:nvSpPr>
        <p:spPr>
          <a:xfrm>
            <a:off x="2312383" y="3472312"/>
            <a:ext cx="28398" cy="28398"/>
          </a:xfrm>
          <a:prstGeom prst="ellipse">
            <a:avLst/>
          </a:prstGeom>
          <a:solidFill>
            <a:srgbClr val="B57442">
              <a:alpha val="30000"/>
            </a:srgbClr>
          </a:solidFill>
          <a:ln w="0">
            <a:noFill/>
            <a:prstDash val="solid"/>
          </a:ln>
        </p:spPr>
      </p:sp>
      <p:sp>
        <p:nvSpPr>
          <p:cNvPr id="405" name="02_predicted_pose_3704">
            <a:extLst>
              <a:ext uri="{FF2B5EF4-FFF2-40B4-BE49-F238E27FC236}">
                <a16:creationId xmlns:a16="http://schemas.microsoft.com/office/drawing/2014/main" id="{0CEA0620-48B8-4AC3-8D0E-A20C12DD58FD}"/>
              </a:ext>
            </a:extLst>
          </p:cNvPr>
          <p:cNvSpPr>
            <a:spLocks noGrp="1"/>
          </p:cNvSpPr>
          <p:nvPr/>
        </p:nvSpPr>
        <p:spPr>
          <a:xfrm>
            <a:off x="2556311" y="2737404"/>
            <a:ext cx="28398" cy="28398"/>
          </a:xfrm>
          <a:prstGeom prst="ellipse">
            <a:avLst/>
          </a:prstGeom>
          <a:solidFill>
            <a:srgbClr val="B57442">
              <a:alpha val="30000"/>
            </a:srgbClr>
          </a:solidFill>
          <a:ln w="0">
            <a:noFill/>
            <a:prstDash val="solid"/>
          </a:ln>
        </p:spPr>
      </p:sp>
      <p:sp>
        <p:nvSpPr>
          <p:cNvPr id="406" name="02_predicted_pose_3705">
            <a:extLst>
              <a:ext uri="{FF2B5EF4-FFF2-40B4-BE49-F238E27FC236}">
                <a16:creationId xmlns:a16="http://schemas.microsoft.com/office/drawing/2014/main" id="{78A5A4CC-EA16-47CC-8AB9-627B102A93CA}"/>
              </a:ext>
            </a:extLst>
          </p:cNvPr>
          <p:cNvSpPr>
            <a:spLocks noGrp="1"/>
          </p:cNvSpPr>
          <p:nvPr/>
        </p:nvSpPr>
        <p:spPr>
          <a:xfrm>
            <a:off x="2513245" y="2676156"/>
            <a:ext cx="28398" cy="28398"/>
          </a:xfrm>
          <a:prstGeom prst="ellipse">
            <a:avLst/>
          </a:prstGeom>
          <a:solidFill>
            <a:srgbClr val="B57442">
              <a:alpha val="30000"/>
            </a:srgbClr>
          </a:solidFill>
          <a:ln w="0">
            <a:noFill/>
            <a:prstDash val="solid"/>
          </a:ln>
        </p:spPr>
      </p:sp>
      <p:sp>
        <p:nvSpPr>
          <p:cNvPr id="407" name="02_predicted_pose_3706">
            <a:extLst>
              <a:ext uri="{FF2B5EF4-FFF2-40B4-BE49-F238E27FC236}">
                <a16:creationId xmlns:a16="http://schemas.microsoft.com/office/drawing/2014/main" id="{BA0000B0-8316-4045-A2A4-96BC321D9691}"/>
              </a:ext>
            </a:extLst>
          </p:cNvPr>
          <p:cNvSpPr>
            <a:spLocks noGrp="1"/>
          </p:cNvSpPr>
          <p:nvPr/>
        </p:nvSpPr>
        <p:spPr>
          <a:xfrm>
            <a:off x="2527026" y="2736767"/>
            <a:ext cx="28398" cy="28398"/>
          </a:xfrm>
          <a:prstGeom prst="ellipse">
            <a:avLst/>
          </a:prstGeom>
          <a:solidFill>
            <a:srgbClr val="B57442">
              <a:alpha val="30000"/>
            </a:srgbClr>
          </a:solidFill>
          <a:ln w="0">
            <a:noFill/>
            <a:prstDash val="solid"/>
          </a:ln>
        </p:spPr>
      </p:sp>
      <p:sp>
        <p:nvSpPr>
          <p:cNvPr id="408" name="02_predicted_pose_3707">
            <a:extLst>
              <a:ext uri="{FF2B5EF4-FFF2-40B4-BE49-F238E27FC236}">
                <a16:creationId xmlns:a16="http://schemas.microsoft.com/office/drawing/2014/main" id="{FCCA1FE0-F7C9-450F-88A2-E218470A80E9}"/>
              </a:ext>
            </a:extLst>
          </p:cNvPr>
          <p:cNvSpPr>
            <a:spLocks noGrp="1"/>
          </p:cNvSpPr>
          <p:nvPr/>
        </p:nvSpPr>
        <p:spPr>
          <a:xfrm>
            <a:off x="2333055" y="2960061"/>
            <a:ext cx="28398" cy="28398"/>
          </a:xfrm>
          <a:prstGeom prst="ellipse">
            <a:avLst/>
          </a:prstGeom>
          <a:solidFill>
            <a:srgbClr val="B57442">
              <a:alpha val="30000"/>
            </a:srgbClr>
          </a:solidFill>
          <a:ln w="0">
            <a:noFill/>
            <a:prstDash val="solid"/>
          </a:ln>
        </p:spPr>
      </p:sp>
      <p:sp>
        <p:nvSpPr>
          <p:cNvPr id="409" name="02_predicted_pose_3708">
            <a:extLst>
              <a:ext uri="{FF2B5EF4-FFF2-40B4-BE49-F238E27FC236}">
                <a16:creationId xmlns:a16="http://schemas.microsoft.com/office/drawing/2014/main" id="{644CF8D3-EB6A-463E-A6E3-DC511AB50DD9}"/>
              </a:ext>
            </a:extLst>
          </p:cNvPr>
          <p:cNvSpPr>
            <a:spLocks noGrp="1"/>
          </p:cNvSpPr>
          <p:nvPr/>
        </p:nvSpPr>
        <p:spPr>
          <a:xfrm>
            <a:off x="2513589" y="2981419"/>
            <a:ext cx="28398" cy="28398"/>
          </a:xfrm>
          <a:prstGeom prst="ellipse">
            <a:avLst/>
          </a:prstGeom>
          <a:solidFill>
            <a:srgbClr val="B57442">
              <a:alpha val="30000"/>
            </a:srgbClr>
          </a:solidFill>
          <a:ln w="0">
            <a:noFill/>
            <a:prstDash val="solid"/>
          </a:ln>
        </p:spPr>
      </p:sp>
      <p:sp>
        <p:nvSpPr>
          <p:cNvPr id="410" name="02_predicted_pose_3709">
            <a:extLst>
              <a:ext uri="{FF2B5EF4-FFF2-40B4-BE49-F238E27FC236}">
                <a16:creationId xmlns:a16="http://schemas.microsoft.com/office/drawing/2014/main" id="{6025F415-407E-410D-A8AE-009C6719AF60}"/>
              </a:ext>
            </a:extLst>
          </p:cNvPr>
          <p:cNvSpPr>
            <a:spLocks noGrp="1"/>
          </p:cNvSpPr>
          <p:nvPr/>
        </p:nvSpPr>
        <p:spPr>
          <a:xfrm>
            <a:off x="2527371" y="3036516"/>
            <a:ext cx="28398" cy="28398"/>
          </a:xfrm>
          <a:prstGeom prst="ellipse">
            <a:avLst/>
          </a:prstGeom>
          <a:solidFill>
            <a:srgbClr val="B57442">
              <a:alpha val="30000"/>
            </a:srgbClr>
          </a:solidFill>
          <a:ln w="0">
            <a:noFill/>
            <a:prstDash val="solid"/>
          </a:ln>
        </p:spPr>
      </p:sp>
      <p:sp>
        <p:nvSpPr>
          <p:cNvPr id="411" name="02_predicted_pose_3710">
            <a:extLst>
              <a:ext uri="{FF2B5EF4-FFF2-40B4-BE49-F238E27FC236}">
                <a16:creationId xmlns:a16="http://schemas.microsoft.com/office/drawing/2014/main" id="{BA2555ED-127E-4930-9215-274776CD4F27}"/>
              </a:ext>
            </a:extLst>
          </p:cNvPr>
          <p:cNvSpPr>
            <a:spLocks noGrp="1"/>
          </p:cNvSpPr>
          <p:nvPr/>
        </p:nvSpPr>
        <p:spPr>
          <a:xfrm>
            <a:off x="2541152" y="2972374"/>
            <a:ext cx="28398" cy="28398"/>
          </a:xfrm>
          <a:prstGeom prst="ellipse">
            <a:avLst/>
          </a:prstGeom>
          <a:solidFill>
            <a:srgbClr val="B57442">
              <a:alpha val="30000"/>
            </a:srgbClr>
          </a:solidFill>
          <a:ln w="0">
            <a:noFill/>
            <a:prstDash val="solid"/>
          </a:ln>
        </p:spPr>
      </p:sp>
      <p:sp>
        <p:nvSpPr>
          <p:cNvPr id="412" name="02_predicted_pose_3711">
            <a:extLst>
              <a:ext uri="{FF2B5EF4-FFF2-40B4-BE49-F238E27FC236}">
                <a16:creationId xmlns:a16="http://schemas.microsoft.com/office/drawing/2014/main" id="{F5E9FFE6-07EC-4BAE-ACDA-CF90DAC3DC02}"/>
              </a:ext>
            </a:extLst>
          </p:cNvPr>
          <p:cNvSpPr>
            <a:spLocks noGrp="1"/>
          </p:cNvSpPr>
          <p:nvPr/>
        </p:nvSpPr>
        <p:spPr>
          <a:xfrm>
            <a:off x="2554933" y="3237246"/>
            <a:ext cx="28398" cy="28398"/>
          </a:xfrm>
          <a:prstGeom prst="ellipse">
            <a:avLst/>
          </a:prstGeom>
          <a:solidFill>
            <a:srgbClr val="B57442">
              <a:alpha val="30000"/>
            </a:srgbClr>
          </a:solidFill>
          <a:ln w="0">
            <a:noFill/>
            <a:prstDash val="solid"/>
          </a:ln>
        </p:spPr>
      </p:sp>
      <p:sp>
        <p:nvSpPr>
          <p:cNvPr id="413" name="02_predicted_pose_3712">
            <a:extLst>
              <a:ext uri="{FF2B5EF4-FFF2-40B4-BE49-F238E27FC236}">
                <a16:creationId xmlns:a16="http://schemas.microsoft.com/office/drawing/2014/main" id="{1EB5AC20-A2DC-4C6C-B918-199A28B1AD0F}"/>
              </a:ext>
            </a:extLst>
          </p:cNvPr>
          <p:cNvSpPr>
            <a:spLocks noGrp="1"/>
          </p:cNvSpPr>
          <p:nvPr/>
        </p:nvSpPr>
        <p:spPr>
          <a:xfrm>
            <a:off x="2568714" y="3031203"/>
            <a:ext cx="28398" cy="28398"/>
          </a:xfrm>
          <a:prstGeom prst="ellipse">
            <a:avLst/>
          </a:prstGeom>
          <a:solidFill>
            <a:srgbClr val="B57442">
              <a:alpha val="30000"/>
            </a:srgbClr>
          </a:solidFill>
          <a:ln w="0">
            <a:noFill/>
            <a:prstDash val="solid"/>
          </a:ln>
        </p:spPr>
      </p:sp>
      <p:sp>
        <p:nvSpPr>
          <p:cNvPr id="414" name="02_predicted_pose_3713">
            <a:extLst>
              <a:ext uri="{FF2B5EF4-FFF2-40B4-BE49-F238E27FC236}">
                <a16:creationId xmlns:a16="http://schemas.microsoft.com/office/drawing/2014/main" id="{F0C5FF8B-6B60-495D-8C0C-6E67C93B5438}"/>
              </a:ext>
            </a:extLst>
          </p:cNvPr>
          <p:cNvSpPr>
            <a:spLocks noGrp="1"/>
          </p:cNvSpPr>
          <p:nvPr/>
        </p:nvSpPr>
        <p:spPr>
          <a:xfrm>
            <a:off x="2395415" y="2878842"/>
            <a:ext cx="28398" cy="28398"/>
          </a:xfrm>
          <a:prstGeom prst="ellipse">
            <a:avLst/>
          </a:prstGeom>
          <a:solidFill>
            <a:srgbClr val="B57442">
              <a:alpha val="30000"/>
            </a:srgbClr>
          </a:solidFill>
          <a:ln w="0">
            <a:noFill/>
            <a:prstDash val="solid"/>
          </a:ln>
        </p:spPr>
      </p:sp>
      <p:sp>
        <p:nvSpPr>
          <p:cNvPr id="415" name="02_predicted_pose_3714">
            <a:extLst>
              <a:ext uri="{FF2B5EF4-FFF2-40B4-BE49-F238E27FC236}">
                <a16:creationId xmlns:a16="http://schemas.microsoft.com/office/drawing/2014/main" id="{9CD7D817-66D9-4FE9-A2CA-4E2F4AD45E24}"/>
              </a:ext>
            </a:extLst>
          </p:cNvPr>
          <p:cNvSpPr>
            <a:spLocks noGrp="1"/>
          </p:cNvSpPr>
          <p:nvPr/>
        </p:nvSpPr>
        <p:spPr>
          <a:xfrm>
            <a:off x="2478792" y="3282107"/>
            <a:ext cx="28398" cy="28398"/>
          </a:xfrm>
          <a:prstGeom prst="ellipse">
            <a:avLst/>
          </a:prstGeom>
          <a:solidFill>
            <a:srgbClr val="B57442">
              <a:alpha val="30000"/>
            </a:srgbClr>
          </a:solidFill>
          <a:ln w="0">
            <a:noFill/>
            <a:prstDash val="solid"/>
          </a:ln>
        </p:spPr>
      </p:sp>
      <p:sp>
        <p:nvSpPr>
          <p:cNvPr id="416" name="02_predicted_pose_3715">
            <a:extLst>
              <a:ext uri="{FF2B5EF4-FFF2-40B4-BE49-F238E27FC236}">
                <a16:creationId xmlns:a16="http://schemas.microsoft.com/office/drawing/2014/main" id="{1F51F296-93FA-40A1-921F-D9E7430F2E50}"/>
              </a:ext>
            </a:extLst>
          </p:cNvPr>
          <p:cNvSpPr>
            <a:spLocks noGrp="1"/>
          </p:cNvSpPr>
          <p:nvPr/>
        </p:nvSpPr>
        <p:spPr>
          <a:xfrm>
            <a:off x="2506354" y="3292325"/>
            <a:ext cx="28398" cy="28398"/>
          </a:xfrm>
          <a:prstGeom prst="ellipse">
            <a:avLst/>
          </a:prstGeom>
          <a:solidFill>
            <a:srgbClr val="B57442">
              <a:alpha val="30000"/>
            </a:srgbClr>
          </a:solidFill>
          <a:ln w="0">
            <a:noFill/>
            <a:prstDash val="solid"/>
          </a:ln>
        </p:spPr>
      </p:sp>
      <p:sp>
        <p:nvSpPr>
          <p:cNvPr id="417" name="02_predicted_pose_3716">
            <a:extLst>
              <a:ext uri="{FF2B5EF4-FFF2-40B4-BE49-F238E27FC236}">
                <a16:creationId xmlns:a16="http://schemas.microsoft.com/office/drawing/2014/main" id="{3534B4CB-01BA-423B-BEF7-BABA7942AB7F}"/>
              </a:ext>
            </a:extLst>
          </p:cNvPr>
          <p:cNvSpPr>
            <a:spLocks noGrp="1"/>
          </p:cNvSpPr>
          <p:nvPr/>
        </p:nvSpPr>
        <p:spPr>
          <a:xfrm>
            <a:off x="2533917" y="3274612"/>
            <a:ext cx="28398" cy="28398"/>
          </a:xfrm>
          <a:prstGeom prst="ellipse">
            <a:avLst/>
          </a:prstGeom>
          <a:solidFill>
            <a:srgbClr val="B57442">
              <a:alpha val="30000"/>
            </a:srgbClr>
          </a:solidFill>
          <a:ln w="0">
            <a:noFill/>
            <a:prstDash val="solid"/>
          </a:ln>
        </p:spPr>
      </p:sp>
      <p:sp>
        <p:nvSpPr>
          <p:cNvPr id="418" name="02_predicted_pose_3717">
            <a:extLst>
              <a:ext uri="{FF2B5EF4-FFF2-40B4-BE49-F238E27FC236}">
                <a16:creationId xmlns:a16="http://schemas.microsoft.com/office/drawing/2014/main" id="{32EF6EE2-98AE-4E97-9F53-395D4A0EB6B3}"/>
              </a:ext>
            </a:extLst>
          </p:cNvPr>
          <p:cNvSpPr>
            <a:spLocks noGrp="1"/>
          </p:cNvSpPr>
          <p:nvPr/>
        </p:nvSpPr>
        <p:spPr>
          <a:xfrm>
            <a:off x="2561479" y="3308556"/>
            <a:ext cx="28398" cy="28398"/>
          </a:xfrm>
          <a:prstGeom prst="ellipse">
            <a:avLst/>
          </a:prstGeom>
          <a:solidFill>
            <a:srgbClr val="B57442">
              <a:alpha val="30000"/>
            </a:srgbClr>
          </a:solidFill>
          <a:ln w="0">
            <a:noFill/>
            <a:prstDash val="solid"/>
          </a:ln>
        </p:spPr>
      </p:sp>
      <p:sp>
        <p:nvSpPr>
          <p:cNvPr id="419" name="02_predicted_pose_3718">
            <a:extLst>
              <a:ext uri="{FF2B5EF4-FFF2-40B4-BE49-F238E27FC236}">
                <a16:creationId xmlns:a16="http://schemas.microsoft.com/office/drawing/2014/main" id="{40905853-4EDB-4706-AEC8-6AF8A486A07B}"/>
              </a:ext>
            </a:extLst>
          </p:cNvPr>
          <p:cNvSpPr>
            <a:spLocks noGrp="1"/>
          </p:cNvSpPr>
          <p:nvPr/>
        </p:nvSpPr>
        <p:spPr>
          <a:xfrm>
            <a:off x="2641410" y="3243071"/>
            <a:ext cx="28398" cy="28398"/>
          </a:xfrm>
          <a:prstGeom prst="ellipse">
            <a:avLst/>
          </a:prstGeom>
          <a:solidFill>
            <a:srgbClr val="B57442">
              <a:alpha val="30000"/>
            </a:srgbClr>
          </a:solidFill>
          <a:ln w="0">
            <a:noFill/>
            <a:prstDash val="solid"/>
          </a:ln>
        </p:spPr>
      </p:sp>
      <p:sp>
        <p:nvSpPr>
          <p:cNvPr id="420" name="02_predicted_pose_3719">
            <a:extLst>
              <a:ext uri="{FF2B5EF4-FFF2-40B4-BE49-F238E27FC236}">
                <a16:creationId xmlns:a16="http://schemas.microsoft.com/office/drawing/2014/main" id="{E26A20CD-BD2D-4221-845F-8367FF5C8D31}"/>
              </a:ext>
            </a:extLst>
          </p:cNvPr>
          <p:cNvSpPr>
            <a:spLocks noGrp="1"/>
          </p:cNvSpPr>
          <p:nvPr/>
        </p:nvSpPr>
        <p:spPr>
          <a:xfrm>
            <a:off x="2325476" y="2832083"/>
            <a:ext cx="28398" cy="28398"/>
          </a:xfrm>
          <a:prstGeom prst="ellipse">
            <a:avLst/>
          </a:prstGeom>
          <a:solidFill>
            <a:srgbClr val="B57442">
              <a:alpha val="30000"/>
            </a:srgbClr>
          </a:solidFill>
          <a:ln w="0">
            <a:noFill/>
            <a:prstDash val="solid"/>
          </a:ln>
        </p:spPr>
      </p:sp>
      <p:sp>
        <p:nvSpPr>
          <p:cNvPr id="421" name="02_predicted_pose_3720">
            <a:extLst>
              <a:ext uri="{FF2B5EF4-FFF2-40B4-BE49-F238E27FC236}">
                <a16:creationId xmlns:a16="http://schemas.microsoft.com/office/drawing/2014/main" id="{D3375A37-9FEE-427D-B242-4E080CAB35C6}"/>
              </a:ext>
            </a:extLst>
          </p:cNvPr>
          <p:cNvSpPr>
            <a:spLocks noGrp="1"/>
          </p:cNvSpPr>
          <p:nvPr/>
        </p:nvSpPr>
        <p:spPr>
          <a:xfrm>
            <a:off x="2353038" y="3227387"/>
            <a:ext cx="28398" cy="28398"/>
          </a:xfrm>
          <a:prstGeom prst="ellipse">
            <a:avLst/>
          </a:prstGeom>
          <a:solidFill>
            <a:srgbClr val="B57442">
              <a:alpha val="30000"/>
            </a:srgbClr>
          </a:solidFill>
          <a:ln w="0">
            <a:noFill/>
            <a:prstDash val="solid"/>
          </a:ln>
        </p:spPr>
      </p:sp>
      <p:sp>
        <p:nvSpPr>
          <p:cNvPr id="422" name="02_predicted_pose_3721">
            <a:extLst>
              <a:ext uri="{FF2B5EF4-FFF2-40B4-BE49-F238E27FC236}">
                <a16:creationId xmlns:a16="http://schemas.microsoft.com/office/drawing/2014/main" id="{79B8AA73-DC11-4513-95CE-F117F8C07954}"/>
              </a:ext>
            </a:extLst>
          </p:cNvPr>
          <p:cNvSpPr>
            <a:spLocks noGrp="1"/>
          </p:cNvSpPr>
          <p:nvPr/>
        </p:nvSpPr>
        <p:spPr>
          <a:xfrm>
            <a:off x="2380600" y="3201423"/>
            <a:ext cx="28398" cy="28398"/>
          </a:xfrm>
          <a:prstGeom prst="ellipse">
            <a:avLst/>
          </a:prstGeom>
          <a:solidFill>
            <a:srgbClr val="B57442">
              <a:alpha val="30000"/>
            </a:srgbClr>
          </a:solidFill>
          <a:ln w="0">
            <a:noFill/>
            <a:prstDash val="solid"/>
          </a:ln>
        </p:spPr>
      </p:sp>
      <p:sp>
        <p:nvSpPr>
          <p:cNvPr id="423" name="02_predicted_pose_3722">
            <a:extLst>
              <a:ext uri="{FF2B5EF4-FFF2-40B4-BE49-F238E27FC236}">
                <a16:creationId xmlns:a16="http://schemas.microsoft.com/office/drawing/2014/main" id="{F0762D22-4EC9-490B-AA37-B09493B33EA9}"/>
              </a:ext>
            </a:extLst>
          </p:cNvPr>
          <p:cNvSpPr>
            <a:spLocks noGrp="1"/>
          </p:cNvSpPr>
          <p:nvPr/>
        </p:nvSpPr>
        <p:spPr>
          <a:xfrm>
            <a:off x="2408163" y="3195196"/>
            <a:ext cx="28398" cy="28398"/>
          </a:xfrm>
          <a:prstGeom prst="ellipse">
            <a:avLst/>
          </a:prstGeom>
          <a:solidFill>
            <a:srgbClr val="B57442">
              <a:alpha val="30000"/>
            </a:srgbClr>
          </a:solidFill>
          <a:ln w="0">
            <a:noFill/>
            <a:prstDash val="solid"/>
          </a:ln>
        </p:spPr>
      </p:sp>
      <p:sp>
        <p:nvSpPr>
          <p:cNvPr id="424" name="02_predicted_pose_3723">
            <a:extLst>
              <a:ext uri="{FF2B5EF4-FFF2-40B4-BE49-F238E27FC236}">
                <a16:creationId xmlns:a16="http://schemas.microsoft.com/office/drawing/2014/main" id="{BDCB1AF9-6034-4BBC-AF00-61385077B6EA}"/>
              </a:ext>
            </a:extLst>
          </p:cNvPr>
          <p:cNvSpPr>
            <a:spLocks noGrp="1"/>
          </p:cNvSpPr>
          <p:nvPr/>
        </p:nvSpPr>
        <p:spPr>
          <a:xfrm>
            <a:off x="2311350" y="3275012"/>
            <a:ext cx="28398" cy="28398"/>
          </a:xfrm>
          <a:prstGeom prst="ellipse">
            <a:avLst/>
          </a:prstGeom>
          <a:solidFill>
            <a:srgbClr val="B57442">
              <a:alpha val="30000"/>
            </a:srgbClr>
          </a:solidFill>
          <a:ln w="0">
            <a:noFill/>
            <a:prstDash val="solid"/>
          </a:ln>
        </p:spPr>
      </p:sp>
      <p:sp>
        <p:nvSpPr>
          <p:cNvPr id="425" name="02_predicted_pose_3724">
            <a:extLst>
              <a:ext uri="{FF2B5EF4-FFF2-40B4-BE49-F238E27FC236}">
                <a16:creationId xmlns:a16="http://schemas.microsoft.com/office/drawing/2014/main" id="{530022BA-7742-43E7-81AF-F386130CFA5E}"/>
              </a:ext>
            </a:extLst>
          </p:cNvPr>
          <p:cNvSpPr>
            <a:spLocks noGrp="1"/>
          </p:cNvSpPr>
          <p:nvPr/>
        </p:nvSpPr>
        <p:spPr>
          <a:xfrm>
            <a:off x="2360962" y="3529026"/>
            <a:ext cx="28398" cy="28398"/>
          </a:xfrm>
          <a:prstGeom prst="ellipse">
            <a:avLst/>
          </a:prstGeom>
          <a:solidFill>
            <a:srgbClr val="B57442">
              <a:alpha val="30000"/>
            </a:srgbClr>
          </a:solidFill>
          <a:ln w="0">
            <a:noFill/>
            <a:prstDash val="solid"/>
          </a:ln>
        </p:spPr>
      </p:sp>
      <p:sp>
        <p:nvSpPr>
          <p:cNvPr id="426" name="02_predicted_pose_3725">
            <a:extLst>
              <a:ext uri="{FF2B5EF4-FFF2-40B4-BE49-F238E27FC236}">
                <a16:creationId xmlns:a16="http://schemas.microsoft.com/office/drawing/2014/main" id="{EAA22C97-1D1C-4620-B43C-26E7C16385DE}"/>
              </a:ext>
            </a:extLst>
          </p:cNvPr>
          <p:cNvSpPr>
            <a:spLocks noGrp="1"/>
          </p:cNvSpPr>
          <p:nvPr/>
        </p:nvSpPr>
        <p:spPr>
          <a:xfrm>
            <a:off x="2502909" y="3425614"/>
            <a:ext cx="28398" cy="28398"/>
          </a:xfrm>
          <a:prstGeom prst="ellipse">
            <a:avLst/>
          </a:prstGeom>
          <a:solidFill>
            <a:srgbClr val="B57442">
              <a:alpha val="30000"/>
            </a:srgbClr>
          </a:solidFill>
          <a:ln w="0">
            <a:noFill/>
            <a:prstDash val="solid"/>
          </a:ln>
        </p:spPr>
      </p:sp>
      <p:sp>
        <p:nvSpPr>
          <p:cNvPr id="427" name="02_predicted_pose_3726">
            <a:extLst>
              <a:ext uri="{FF2B5EF4-FFF2-40B4-BE49-F238E27FC236}">
                <a16:creationId xmlns:a16="http://schemas.microsoft.com/office/drawing/2014/main" id="{4570DFDF-D2EF-47E6-9519-E0010C983FE4}"/>
              </a:ext>
            </a:extLst>
          </p:cNvPr>
          <p:cNvSpPr>
            <a:spLocks noGrp="1"/>
          </p:cNvSpPr>
          <p:nvPr/>
        </p:nvSpPr>
        <p:spPr>
          <a:xfrm>
            <a:off x="2530471" y="3334512"/>
            <a:ext cx="28398" cy="28398"/>
          </a:xfrm>
          <a:prstGeom prst="ellipse">
            <a:avLst/>
          </a:prstGeom>
          <a:solidFill>
            <a:srgbClr val="B57442">
              <a:alpha val="30000"/>
            </a:srgbClr>
          </a:solidFill>
          <a:ln w="0">
            <a:noFill/>
            <a:prstDash val="solid"/>
          </a:ln>
        </p:spPr>
      </p:sp>
      <p:sp>
        <p:nvSpPr>
          <p:cNvPr id="428" name="02_predicted_pose_3727">
            <a:extLst>
              <a:ext uri="{FF2B5EF4-FFF2-40B4-BE49-F238E27FC236}">
                <a16:creationId xmlns:a16="http://schemas.microsoft.com/office/drawing/2014/main" id="{866D5ED5-4628-47E2-A0E5-666F8FC33A19}"/>
              </a:ext>
            </a:extLst>
          </p:cNvPr>
          <p:cNvSpPr>
            <a:spLocks noGrp="1"/>
          </p:cNvSpPr>
          <p:nvPr/>
        </p:nvSpPr>
        <p:spPr>
          <a:xfrm>
            <a:off x="2571815" y="3227291"/>
            <a:ext cx="28398" cy="28398"/>
          </a:xfrm>
          <a:prstGeom prst="ellipse">
            <a:avLst/>
          </a:prstGeom>
          <a:solidFill>
            <a:srgbClr val="B57442">
              <a:alpha val="30000"/>
            </a:srgbClr>
          </a:solidFill>
          <a:ln w="0">
            <a:noFill/>
            <a:prstDash val="solid"/>
          </a:ln>
        </p:spPr>
      </p:sp>
      <p:sp>
        <p:nvSpPr>
          <p:cNvPr id="429" name="02_predicted_pose_3728">
            <a:extLst>
              <a:ext uri="{FF2B5EF4-FFF2-40B4-BE49-F238E27FC236}">
                <a16:creationId xmlns:a16="http://schemas.microsoft.com/office/drawing/2014/main" id="{9E2B68A4-6C93-42E3-8F10-EB1A8F98E970}"/>
              </a:ext>
            </a:extLst>
          </p:cNvPr>
          <p:cNvSpPr>
            <a:spLocks noGrp="1"/>
          </p:cNvSpPr>
          <p:nvPr/>
        </p:nvSpPr>
        <p:spPr>
          <a:xfrm>
            <a:off x="2599378" y="3240886"/>
            <a:ext cx="28398" cy="28398"/>
          </a:xfrm>
          <a:prstGeom prst="ellipse">
            <a:avLst/>
          </a:prstGeom>
          <a:solidFill>
            <a:srgbClr val="B57442">
              <a:alpha val="30000"/>
            </a:srgbClr>
          </a:solidFill>
          <a:ln w="0">
            <a:noFill/>
            <a:prstDash val="solid"/>
          </a:ln>
        </p:spPr>
      </p:sp>
      <p:sp>
        <p:nvSpPr>
          <p:cNvPr id="430" name="02_predicted_pose_3729">
            <a:extLst>
              <a:ext uri="{FF2B5EF4-FFF2-40B4-BE49-F238E27FC236}">
                <a16:creationId xmlns:a16="http://schemas.microsoft.com/office/drawing/2014/main" id="{6F360129-8C40-4C38-96DC-A57CBC64097A}"/>
              </a:ext>
            </a:extLst>
          </p:cNvPr>
          <p:cNvSpPr>
            <a:spLocks noGrp="1"/>
          </p:cNvSpPr>
          <p:nvPr/>
        </p:nvSpPr>
        <p:spPr>
          <a:xfrm>
            <a:off x="2626940" y="3250912"/>
            <a:ext cx="28398" cy="28398"/>
          </a:xfrm>
          <a:prstGeom prst="ellipse">
            <a:avLst/>
          </a:prstGeom>
          <a:solidFill>
            <a:srgbClr val="B57442">
              <a:alpha val="30000"/>
            </a:srgbClr>
          </a:solidFill>
          <a:ln w="0">
            <a:noFill/>
            <a:prstDash val="solid"/>
          </a:ln>
        </p:spPr>
      </p:sp>
      <p:sp>
        <p:nvSpPr>
          <p:cNvPr id="431" name="02_predicted_pose_3730">
            <a:extLst>
              <a:ext uri="{FF2B5EF4-FFF2-40B4-BE49-F238E27FC236}">
                <a16:creationId xmlns:a16="http://schemas.microsoft.com/office/drawing/2014/main" id="{7AAA85D5-FEC1-45AF-9384-29DD1AD0BD5B}"/>
              </a:ext>
            </a:extLst>
          </p:cNvPr>
          <p:cNvSpPr>
            <a:spLocks noGrp="1"/>
          </p:cNvSpPr>
          <p:nvPr/>
        </p:nvSpPr>
        <p:spPr>
          <a:xfrm>
            <a:off x="2609369" y="3474893"/>
            <a:ext cx="28398" cy="28398"/>
          </a:xfrm>
          <a:prstGeom prst="ellipse">
            <a:avLst/>
          </a:prstGeom>
          <a:solidFill>
            <a:srgbClr val="B57442">
              <a:alpha val="30000"/>
            </a:srgbClr>
          </a:solidFill>
          <a:ln w="0">
            <a:noFill/>
            <a:prstDash val="solid"/>
          </a:ln>
        </p:spPr>
      </p:sp>
      <p:sp>
        <p:nvSpPr>
          <p:cNvPr id="432" name="02_predicted_pose_3731">
            <a:extLst>
              <a:ext uri="{FF2B5EF4-FFF2-40B4-BE49-F238E27FC236}">
                <a16:creationId xmlns:a16="http://schemas.microsoft.com/office/drawing/2014/main" id="{AE1E6860-6E5B-49A1-BF31-D26203B95BD8}"/>
              </a:ext>
            </a:extLst>
          </p:cNvPr>
          <p:cNvSpPr>
            <a:spLocks noGrp="1"/>
          </p:cNvSpPr>
          <p:nvPr/>
        </p:nvSpPr>
        <p:spPr>
          <a:xfrm>
            <a:off x="2358895" y="3246736"/>
            <a:ext cx="28398" cy="28398"/>
          </a:xfrm>
          <a:prstGeom prst="ellipse">
            <a:avLst/>
          </a:prstGeom>
          <a:solidFill>
            <a:srgbClr val="B57442">
              <a:alpha val="30000"/>
            </a:srgbClr>
          </a:solidFill>
          <a:ln w="0">
            <a:noFill/>
            <a:prstDash val="solid"/>
          </a:ln>
        </p:spPr>
      </p:sp>
      <p:sp>
        <p:nvSpPr>
          <p:cNvPr id="433" name="02_predicted_pose_3732">
            <a:extLst>
              <a:ext uri="{FF2B5EF4-FFF2-40B4-BE49-F238E27FC236}">
                <a16:creationId xmlns:a16="http://schemas.microsoft.com/office/drawing/2014/main" id="{A643B8CB-D24F-4739-99D6-F6AD41D4940C}"/>
              </a:ext>
            </a:extLst>
          </p:cNvPr>
          <p:cNvSpPr>
            <a:spLocks noGrp="1"/>
          </p:cNvSpPr>
          <p:nvPr/>
        </p:nvSpPr>
        <p:spPr>
          <a:xfrm>
            <a:off x="2637965" y="3488182"/>
            <a:ext cx="28398" cy="28398"/>
          </a:xfrm>
          <a:prstGeom prst="ellipse">
            <a:avLst/>
          </a:prstGeom>
          <a:solidFill>
            <a:srgbClr val="B57442">
              <a:alpha val="30000"/>
            </a:srgbClr>
          </a:solidFill>
          <a:ln w="0">
            <a:noFill/>
            <a:prstDash val="solid"/>
          </a:ln>
        </p:spPr>
      </p:sp>
      <p:sp>
        <p:nvSpPr>
          <p:cNvPr id="434" name="02_predicted_pose_3733">
            <a:extLst>
              <a:ext uri="{FF2B5EF4-FFF2-40B4-BE49-F238E27FC236}">
                <a16:creationId xmlns:a16="http://schemas.microsoft.com/office/drawing/2014/main" id="{47380669-BD61-40B0-A967-204EE7A3119F}"/>
              </a:ext>
            </a:extLst>
          </p:cNvPr>
          <p:cNvSpPr>
            <a:spLocks noGrp="1"/>
          </p:cNvSpPr>
          <p:nvPr/>
        </p:nvSpPr>
        <p:spPr>
          <a:xfrm>
            <a:off x="2480514" y="3273397"/>
            <a:ext cx="28398" cy="28398"/>
          </a:xfrm>
          <a:prstGeom prst="ellipse">
            <a:avLst/>
          </a:prstGeom>
          <a:solidFill>
            <a:srgbClr val="B57442">
              <a:alpha val="30000"/>
            </a:srgbClr>
          </a:solidFill>
          <a:ln w="0">
            <a:noFill/>
            <a:prstDash val="solid"/>
          </a:ln>
        </p:spPr>
      </p:sp>
      <p:sp>
        <p:nvSpPr>
          <p:cNvPr id="435" name="02_predicted_pose_3734">
            <a:extLst>
              <a:ext uri="{FF2B5EF4-FFF2-40B4-BE49-F238E27FC236}">
                <a16:creationId xmlns:a16="http://schemas.microsoft.com/office/drawing/2014/main" id="{878DADB9-740A-47D1-A4A9-A9D322CCDC95}"/>
              </a:ext>
            </a:extLst>
          </p:cNvPr>
          <p:cNvSpPr>
            <a:spLocks noGrp="1"/>
          </p:cNvSpPr>
          <p:nvPr/>
        </p:nvSpPr>
        <p:spPr>
          <a:xfrm>
            <a:off x="2573538" y="3236577"/>
            <a:ext cx="28398" cy="28398"/>
          </a:xfrm>
          <a:prstGeom prst="ellipse">
            <a:avLst/>
          </a:prstGeom>
          <a:solidFill>
            <a:srgbClr val="B57442">
              <a:alpha val="30000"/>
            </a:srgbClr>
          </a:solidFill>
          <a:ln w="0">
            <a:noFill/>
            <a:prstDash val="solid"/>
          </a:ln>
        </p:spPr>
      </p:sp>
      <p:sp>
        <p:nvSpPr>
          <p:cNvPr id="436" name="02_predicted_pose_3735">
            <a:extLst>
              <a:ext uri="{FF2B5EF4-FFF2-40B4-BE49-F238E27FC236}">
                <a16:creationId xmlns:a16="http://schemas.microsoft.com/office/drawing/2014/main" id="{21F02DDE-E834-4EA5-BF5F-33B66B14E0AB}"/>
              </a:ext>
            </a:extLst>
          </p:cNvPr>
          <p:cNvSpPr>
            <a:spLocks noGrp="1"/>
          </p:cNvSpPr>
          <p:nvPr/>
        </p:nvSpPr>
        <p:spPr>
          <a:xfrm>
            <a:off x="2318585" y="3431613"/>
            <a:ext cx="28398" cy="28398"/>
          </a:xfrm>
          <a:prstGeom prst="ellipse">
            <a:avLst/>
          </a:prstGeom>
          <a:solidFill>
            <a:srgbClr val="B57442">
              <a:alpha val="30000"/>
            </a:srgbClr>
          </a:solidFill>
          <a:ln w="0">
            <a:noFill/>
            <a:prstDash val="solid"/>
          </a:ln>
        </p:spPr>
      </p:sp>
      <p:sp>
        <p:nvSpPr>
          <p:cNvPr id="437" name="02_predicted_pose_3736">
            <a:extLst>
              <a:ext uri="{FF2B5EF4-FFF2-40B4-BE49-F238E27FC236}">
                <a16:creationId xmlns:a16="http://schemas.microsoft.com/office/drawing/2014/main" id="{453CB6CD-3A5B-4248-BC0A-4F9163A783A1}"/>
              </a:ext>
            </a:extLst>
          </p:cNvPr>
          <p:cNvSpPr>
            <a:spLocks noGrp="1"/>
          </p:cNvSpPr>
          <p:nvPr/>
        </p:nvSpPr>
        <p:spPr>
          <a:xfrm>
            <a:off x="2332366" y="3282607"/>
            <a:ext cx="28398" cy="28398"/>
          </a:xfrm>
          <a:prstGeom prst="ellipse">
            <a:avLst/>
          </a:prstGeom>
          <a:solidFill>
            <a:srgbClr val="B57442">
              <a:alpha val="30000"/>
            </a:srgbClr>
          </a:solidFill>
          <a:ln w="0">
            <a:noFill/>
            <a:prstDash val="solid"/>
          </a:ln>
        </p:spPr>
      </p:sp>
      <p:sp>
        <p:nvSpPr>
          <p:cNvPr id="438" name="02_predicted_pose_3737">
            <a:extLst>
              <a:ext uri="{FF2B5EF4-FFF2-40B4-BE49-F238E27FC236}">
                <a16:creationId xmlns:a16="http://schemas.microsoft.com/office/drawing/2014/main" id="{9C182703-225D-42B5-A3A8-39495286F1A5}"/>
              </a:ext>
            </a:extLst>
          </p:cNvPr>
          <p:cNvSpPr>
            <a:spLocks noGrp="1"/>
          </p:cNvSpPr>
          <p:nvPr/>
        </p:nvSpPr>
        <p:spPr>
          <a:xfrm>
            <a:off x="2346147" y="3397078"/>
            <a:ext cx="28398" cy="28398"/>
          </a:xfrm>
          <a:prstGeom prst="ellipse">
            <a:avLst/>
          </a:prstGeom>
          <a:solidFill>
            <a:srgbClr val="B57442">
              <a:alpha val="30000"/>
            </a:srgbClr>
          </a:solidFill>
          <a:ln w="0">
            <a:noFill/>
            <a:prstDash val="solid"/>
          </a:ln>
        </p:spPr>
      </p:sp>
      <p:sp>
        <p:nvSpPr>
          <p:cNvPr id="439" name="02_predicted_pose_3738">
            <a:extLst>
              <a:ext uri="{FF2B5EF4-FFF2-40B4-BE49-F238E27FC236}">
                <a16:creationId xmlns:a16="http://schemas.microsoft.com/office/drawing/2014/main" id="{2863E4CD-D035-4057-B296-E5D3703ACE87}"/>
              </a:ext>
            </a:extLst>
          </p:cNvPr>
          <p:cNvSpPr>
            <a:spLocks noGrp="1"/>
          </p:cNvSpPr>
          <p:nvPr/>
        </p:nvSpPr>
        <p:spPr>
          <a:xfrm>
            <a:off x="2359929" y="3284600"/>
            <a:ext cx="28398" cy="28398"/>
          </a:xfrm>
          <a:prstGeom prst="ellipse">
            <a:avLst/>
          </a:prstGeom>
          <a:solidFill>
            <a:srgbClr val="B57442">
              <a:alpha val="30000"/>
            </a:srgbClr>
          </a:solidFill>
          <a:ln w="0">
            <a:noFill/>
            <a:prstDash val="solid"/>
          </a:ln>
        </p:spPr>
      </p:sp>
      <p:sp>
        <p:nvSpPr>
          <p:cNvPr id="440" name="02_predicted_pose_3739">
            <a:extLst>
              <a:ext uri="{FF2B5EF4-FFF2-40B4-BE49-F238E27FC236}">
                <a16:creationId xmlns:a16="http://schemas.microsoft.com/office/drawing/2014/main" id="{8FB715AA-D757-4A80-B562-22493813E5E8}"/>
              </a:ext>
            </a:extLst>
          </p:cNvPr>
          <p:cNvSpPr>
            <a:spLocks noGrp="1"/>
          </p:cNvSpPr>
          <p:nvPr/>
        </p:nvSpPr>
        <p:spPr>
          <a:xfrm>
            <a:off x="2315484" y="3237334"/>
            <a:ext cx="28398" cy="28398"/>
          </a:xfrm>
          <a:prstGeom prst="ellipse">
            <a:avLst/>
          </a:prstGeom>
          <a:solidFill>
            <a:srgbClr val="B57442">
              <a:alpha val="30000"/>
            </a:srgbClr>
          </a:solidFill>
          <a:ln w="0">
            <a:noFill/>
            <a:prstDash val="solid"/>
          </a:ln>
        </p:spPr>
      </p:sp>
      <p:sp>
        <p:nvSpPr>
          <p:cNvPr id="441" name="02_predicted_pose_3740">
            <a:extLst>
              <a:ext uri="{FF2B5EF4-FFF2-40B4-BE49-F238E27FC236}">
                <a16:creationId xmlns:a16="http://schemas.microsoft.com/office/drawing/2014/main" id="{C246415C-E291-428C-B9A3-A0E3D8229422}"/>
              </a:ext>
            </a:extLst>
          </p:cNvPr>
          <p:cNvSpPr>
            <a:spLocks noGrp="1"/>
          </p:cNvSpPr>
          <p:nvPr/>
        </p:nvSpPr>
        <p:spPr>
          <a:xfrm>
            <a:off x="2343047" y="3443083"/>
            <a:ext cx="28398" cy="28398"/>
          </a:xfrm>
          <a:prstGeom prst="ellipse">
            <a:avLst/>
          </a:prstGeom>
          <a:solidFill>
            <a:srgbClr val="B57442">
              <a:alpha val="30000"/>
            </a:srgbClr>
          </a:solidFill>
          <a:ln w="0">
            <a:noFill/>
            <a:prstDash val="solid"/>
          </a:ln>
        </p:spPr>
      </p:sp>
      <p:sp>
        <p:nvSpPr>
          <p:cNvPr id="442" name="02_predicted_pose_3741">
            <a:extLst>
              <a:ext uri="{FF2B5EF4-FFF2-40B4-BE49-F238E27FC236}">
                <a16:creationId xmlns:a16="http://schemas.microsoft.com/office/drawing/2014/main" id="{98BCD96B-7C9A-42F0-A154-6B51EA7374CA}"/>
              </a:ext>
            </a:extLst>
          </p:cNvPr>
          <p:cNvSpPr>
            <a:spLocks noGrp="1"/>
          </p:cNvSpPr>
          <p:nvPr/>
        </p:nvSpPr>
        <p:spPr>
          <a:xfrm>
            <a:off x="2427457" y="3273847"/>
            <a:ext cx="28398" cy="28398"/>
          </a:xfrm>
          <a:prstGeom prst="ellipse">
            <a:avLst/>
          </a:prstGeom>
          <a:solidFill>
            <a:srgbClr val="B57442">
              <a:alpha val="30000"/>
            </a:srgbClr>
          </a:solidFill>
          <a:ln w="0">
            <a:noFill/>
            <a:prstDash val="solid"/>
          </a:ln>
        </p:spPr>
      </p:sp>
      <p:sp>
        <p:nvSpPr>
          <p:cNvPr id="443" name="02_predicted_pose_3742">
            <a:extLst>
              <a:ext uri="{FF2B5EF4-FFF2-40B4-BE49-F238E27FC236}">
                <a16:creationId xmlns:a16="http://schemas.microsoft.com/office/drawing/2014/main" id="{A27E1B72-240B-4AB2-AE8C-4A0B442D565C}"/>
              </a:ext>
            </a:extLst>
          </p:cNvPr>
          <p:cNvSpPr>
            <a:spLocks noGrp="1"/>
          </p:cNvSpPr>
          <p:nvPr/>
        </p:nvSpPr>
        <p:spPr>
          <a:xfrm>
            <a:off x="2375433" y="3198016"/>
            <a:ext cx="28398" cy="28398"/>
          </a:xfrm>
          <a:prstGeom prst="ellipse">
            <a:avLst/>
          </a:prstGeom>
          <a:solidFill>
            <a:srgbClr val="B57442">
              <a:alpha val="30000"/>
            </a:srgbClr>
          </a:solidFill>
          <a:ln w="0">
            <a:noFill/>
            <a:prstDash val="solid"/>
          </a:ln>
        </p:spPr>
      </p:sp>
      <p:sp>
        <p:nvSpPr>
          <p:cNvPr id="444" name="02_predicted_pose_3743">
            <a:extLst>
              <a:ext uri="{FF2B5EF4-FFF2-40B4-BE49-F238E27FC236}">
                <a16:creationId xmlns:a16="http://schemas.microsoft.com/office/drawing/2014/main" id="{BB3F80E1-A188-4302-80C7-4A87BB6DFB6D}"/>
              </a:ext>
            </a:extLst>
          </p:cNvPr>
          <p:cNvSpPr>
            <a:spLocks noGrp="1"/>
          </p:cNvSpPr>
          <p:nvPr/>
        </p:nvSpPr>
        <p:spPr>
          <a:xfrm>
            <a:off x="2389214" y="3674255"/>
            <a:ext cx="28398" cy="28398"/>
          </a:xfrm>
          <a:prstGeom prst="ellipse">
            <a:avLst/>
          </a:prstGeom>
          <a:solidFill>
            <a:srgbClr val="B57442">
              <a:alpha val="30000"/>
            </a:srgbClr>
          </a:solidFill>
          <a:ln w="0">
            <a:noFill/>
            <a:prstDash val="solid"/>
          </a:ln>
        </p:spPr>
      </p:sp>
      <p:sp>
        <p:nvSpPr>
          <p:cNvPr id="445" name="02_predicted_pose_3744">
            <a:extLst>
              <a:ext uri="{FF2B5EF4-FFF2-40B4-BE49-F238E27FC236}">
                <a16:creationId xmlns:a16="http://schemas.microsoft.com/office/drawing/2014/main" id="{A30E5E36-DCD4-49E3-9F1A-64DBCB1025F9}"/>
              </a:ext>
            </a:extLst>
          </p:cNvPr>
          <p:cNvSpPr>
            <a:spLocks noGrp="1"/>
          </p:cNvSpPr>
          <p:nvPr/>
        </p:nvSpPr>
        <p:spPr>
          <a:xfrm>
            <a:off x="2402995" y="3168502"/>
            <a:ext cx="28398" cy="28398"/>
          </a:xfrm>
          <a:prstGeom prst="ellipse">
            <a:avLst/>
          </a:prstGeom>
          <a:solidFill>
            <a:srgbClr val="B57442">
              <a:alpha val="30000"/>
            </a:srgbClr>
          </a:solidFill>
          <a:ln w="0">
            <a:noFill/>
            <a:prstDash val="solid"/>
          </a:ln>
        </p:spPr>
      </p:sp>
      <p:sp>
        <p:nvSpPr>
          <p:cNvPr id="446" name="02_predicted_pose_3745">
            <a:extLst>
              <a:ext uri="{FF2B5EF4-FFF2-40B4-BE49-F238E27FC236}">
                <a16:creationId xmlns:a16="http://schemas.microsoft.com/office/drawing/2014/main" id="{F1A37C81-ECE8-445B-83D7-EEA3249EDFDE}"/>
              </a:ext>
            </a:extLst>
          </p:cNvPr>
          <p:cNvSpPr>
            <a:spLocks noGrp="1"/>
          </p:cNvSpPr>
          <p:nvPr/>
        </p:nvSpPr>
        <p:spPr>
          <a:xfrm>
            <a:off x="2354416" y="3175419"/>
            <a:ext cx="28398" cy="28398"/>
          </a:xfrm>
          <a:prstGeom prst="ellipse">
            <a:avLst/>
          </a:prstGeom>
          <a:solidFill>
            <a:srgbClr val="B57442">
              <a:alpha val="30000"/>
            </a:srgbClr>
          </a:solidFill>
          <a:ln w="0">
            <a:noFill/>
            <a:prstDash val="solid"/>
          </a:ln>
        </p:spPr>
      </p:sp>
      <p:sp>
        <p:nvSpPr>
          <p:cNvPr id="447" name="02_predicted_pose_3746">
            <a:extLst>
              <a:ext uri="{FF2B5EF4-FFF2-40B4-BE49-F238E27FC236}">
                <a16:creationId xmlns:a16="http://schemas.microsoft.com/office/drawing/2014/main" id="{7E3BE275-8696-44E6-931E-1CD81AB1871E}"/>
              </a:ext>
            </a:extLst>
          </p:cNvPr>
          <p:cNvSpPr>
            <a:spLocks noGrp="1"/>
          </p:cNvSpPr>
          <p:nvPr/>
        </p:nvSpPr>
        <p:spPr>
          <a:xfrm>
            <a:off x="2368197" y="3199540"/>
            <a:ext cx="28398" cy="28398"/>
          </a:xfrm>
          <a:prstGeom prst="ellipse">
            <a:avLst/>
          </a:prstGeom>
          <a:solidFill>
            <a:srgbClr val="B57442">
              <a:alpha val="30000"/>
            </a:srgbClr>
          </a:solidFill>
          <a:ln w="0">
            <a:noFill/>
            <a:prstDash val="solid"/>
          </a:ln>
        </p:spPr>
      </p:sp>
      <p:sp>
        <p:nvSpPr>
          <p:cNvPr id="448" name="02_predicted_pose_3747">
            <a:extLst>
              <a:ext uri="{FF2B5EF4-FFF2-40B4-BE49-F238E27FC236}">
                <a16:creationId xmlns:a16="http://schemas.microsoft.com/office/drawing/2014/main" id="{F234CA31-B60F-480E-BBDB-A72730E04E2C}"/>
              </a:ext>
            </a:extLst>
          </p:cNvPr>
          <p:cNvSpPr>
            <a:spLocks noGrp="1"/>
          </p:cNvSpPr>
          <p:nvPr/>
        </p:nvSpPr>
        <p:spPr>
          <a:xfrm>
            <a:off x="2381979" y="3155715"/>
            <a:ext cx="28398" cy="28398"/>
          </a:xfrm>
          <a:prstGeom prst="ellipse">
            <a:avLst/>
          </a:prstGeom>
          <a:solidFill>
            <a:srgbClr val="B57442">
              <a:alpha val="30000"/>
            </a:srgbClr>
          </a:solidFill>
          <a:ln w="0">
            <a:noFill/>
            <a:prstDash val="solid"/>
          </a:ln>
        </p:spPr>
      </p:sp>
      <p:sp>
        <p:nvSpPr>
          <p:cNvPr id="449" name="02_predicted_pose_3748">
            <a:extLst>
              <a:ext uri="{FF2B5EF4-FFF2-40B4-BE49-F238E27FC236}">
                <a16:creationId xmlns:a16="http://schemas.microsoft.com/office/drawing/2014/main" id="{885F662E-FCB0-4F43-BBA8-E62BA3D97D10}"/>
              </a:ext>
            </a:extLst>
          </p:cNvPr>
          <p:cNvSpPr>
            <a:spLocks noGrp="1"/>
          </p:cNvSpPr>
          <p:nvPr/>
        </p:nvSpPr>
        <p:spPr>
          <a:xfrm>
            <a:off x="2401272" y="2776664"/>
            <a:ext cx="28398" cy="28398"/>
          </a:xfrm>
          <a:prstGeom prst="ellipse">
            <a:avLst/>
          </a:prstGeom>
          <a:solidFill>
            <a:srgbClr val="B57442">
              <a:alpha val="30000"/>
            </a:srgbClr>
          </a:solidFill>
          <a:ln w="0">
            <a:noFill/>
            <a:prstDash val="solid"/>
          </a:ln>
        </p:spPr>
      </p:sp>
      <p:sp>
        <p:nvSpPr>
          <p:cNvPr id="450" name="02_predicted_pose_3749">
            <a:extLst>
              <a:ext uri="{FF2B5EF4-FFF2-40B4-BE49-F238E27FC236}">
                <a16:creationId xmlns:a16="http://schemas.microsoft.com/office/drawing/2014/main" id="{9C9F264A-A93C-4293-B438-C17341650692}"/>
              </a:ext>
            </a:extLst>
          </p:cNvPr>
          <p:cNvSpPr>
            <a:spLocks noGrp="1"/>
          </p:cNvSpPr>
          <p:nvPr/>
        </p:nvSpPr>
        <p:spPr>
          <a:xfrm>
            <a:off x="2442616" y="3038499"/>
            <a:ext cx="28398" cy="28398"/>
          </a:xfrm>
          <a:prstGeom prst="ellipse">
            <a:avLst/>
          </a:prstGeom>
          <a:solidFill>
            <a:srgbClr val="B57442">
              <a:alpha val="30000"/>
            </a:srgbClr>
          </a:solidFill>
          <a:ln w="0">
            <a:noFill/>
            <a:prstDash val="solid"/>
          </a:ln>
        </p:spPr>
      </p:sp>
      <p:sp>
        <p:nvSpPr>
          <p:cNvPr id="451" name="02_predicted_pose_3750">
            <a:extLst>
              <a:ext uri="{FF2B5EF4-FFF2-40B4-BE49-F238E27FC236}">
                <a16:creationId xmlns:a16="http://schemas.microsoft.com/office/drawing/2014/main" id="{747F4384-BFE1-46AF-808A-E4CF52A79F6B}"/>
              </a:ext>
            </a:extLst>
          </p:cNvPr>
          <p:cNvSpPr>
            <a:spLocks noGrp="1"/>
          </p:cNvSpPr>
          <p:nvPr/>
        </p:nvSpPr>
        <p:spPr>
          <a:xfrm>
            <a:off x="2414709" y="2783089"/>
            <a:ext cx="28398" cy="28398"/>
          </a:xfrm>
          <a:prstGeom prst="ellipse">
            <a:avLst/>
          </a:prstGeom>
          <a:solidFill>
            <a:srgbClr val="B57442">
              <a:alpha val="30000"/>
            </a:srgbClr>
          </a:solidFill>
          <a:ln w="0">
            <a:noFill/>
            <a:prstDash val="solid"/>
          </a:ln>
        </p:spPr>
      </p:sp>
      <p:sp>
        <p:nvSpPr>
          <p:cNvPr id="452" name="02_predicted_pose_3751">
            <a:extLst>
              <a:ext uri="{FF2B5EF4-FFF2-40B4-BE49-F238E27FC236}">
                <a16:creationId xmlns:a16="http://schemas.microsoft.com/office/drawing/2014/main" id="{8A2484BA-F0A8-477C-8065-3CBA6927220B}"/>
              </a:ext>
            </a:extLst>
          </p:cNvPr>
          <p:cNvSpPr>
            <a:spLocks noGrp="1"/>
          </p:cNvSpPr>
          <p:nvPr/>
        </p:nvSpPr>
        <p:spPr>
          <a:xfrm>
            <a:off x="2507732" y="2868804"/>
            <a:ext cx="28398" cy="28398"/>
          </a:xfrm>
          <a:prstGeom prst="ellipse">
            <a:avLst/>
          </a:prstGeom>
          <a:solidFill>
            <a:srgbClr val="B57442">
              <a:alpha val="30000"/>
            </a:srgbClr>
          </a:solidFill>
          <a:ln w="0">
            <a:noFill/>
            <a:prstDash val="solid"/>
          </a:ln>
        </p:spPr>
      </p:sp>
      <p:sp>
        <p:nvSpPr>
          <p:cNvPr id="453" name="02_predicted_pose_3752">
            <a:extLst>
              <a:ext uri="{FF2B5EF4-FFF2-40B4-BE49-F238E27FC236}">
                <a16:creationId xmlns:a16="http://schemas.microsoft.com/office/drawing/2014/main" id="{D4C9ED4A-213A-4D54-9917-ACCA09DD6C95}"/>
              </a:ext>
            </a:extLst>
          </p:cNvPr>
          <p:cNvSpPr>
            <a:spLocks noGrp="1"/>
          </p:cNvSpPr>
          <p:nvPr/>
        </p:nvSpPr>
        <p:spPr>
          <a:xfrm>
            <a:off x="2629352" y="3003050"/>
            <a:ext cx="28398" cy="28398"/>
          </a:xfrm>
          <a:prstGeom prst="ellipse">
            <a:avLst/>
          </a:prstGeom>
          <a:solidFill>
            <a:srgbClr val="B57442">
              <a:alpha val="30000"/>
            </a:srgbClr>
          </a:solidFill>
          <a:ln w="0">
            <a:noFill/>
            <a:prstDash val="solid"/>
          </a:ln>
        </p:spPr>
      </p:sp>
      <p:sp>
        <p:nvSpPr>
          <p:cNvPr id="454" name="02_predicted_pose_3753">
            <a:extLst>
              <a:ext uri="{FF2B5EF4-FFF2-40B4-BE49-F238E27FC236}">
                <a16:creationId xmlns:a16="http://schemas.microsoft.com/office/drawing/2014/main" id="{8F38DC9E-5B8C-4D0D-9AC5-1576A04F9618}"/>
              </a:ext>
            </a:extLst>
          </p:cNvPr>
          <p:cNvSpPr>
            <a:spLocks noGrp="1"/>
          </p:cNvSpPr>
          <p:nvPr/>
        </p:nvSpPr>
        <p:spPr>
          <a:xfrm>
            <a:off x="2378878" y="2795192"/>
            <a:ext cx="28398" cy="28398"/>
          </a:xfrm>
          <a:prstGeom prst="ellipse">
            <a:avLst/>
          </a:prstGeom>
          <a:solidFill>
            <a:srgbClr val="B57442">
              <a:alpha val="30000"/>
            </a:srgbClr>
          </a:solidFill>
          <a:ln w="0">
            <a:noFill/>
            <a:prstDash val="solid"/>
          </a:ln>
        </p:spPr>
      </p:sp>
      <p:sp>
        <p:nvSpPr>
          <p:cNvPr id="455" name="02_predicted_pose_3754">
            <a:extLst>
              <a:ext uri="{FF2B5EF4-FFF2-40B4-BE49-F238E27FC236}">
                <a16:creationId xmlns:a16="http://schemas.microsoft.com/office/drawing/2014/main" id="{0678EED2-1042-4014-A380-AD3B584871BF}"/>
              </a:ext>
            </a:extLst>
          </p:cNvPr>
          <p:cNvSpPr>
            <a:spLocks noGrp="1"/>
          </p:cNvSpPr>
          <p:nvPr/>
        </p:nvSpPr>
        <p:spPr>
          <a:xfrm>
            <a:off x="2525993" y="3357022"/>
            <a:ext cx="28398" cy="28398"/>
          </a:xfrm>
          <a:prstGeom prst="ellipse">
            <a:avLst/>
          </a:prstGeom>
          <a:solidFill>
            <a:srgbClr val="B57442">
              <a:alpha val="30000"/>
            </a:srgbClr>
          </a:solidFill>
          <a:ln w="0">
            <a:noFill/>
            <a:prstDash val="solid"/>
          </a:ln>
        </p:spPr>
      </p:sp>
      <p:sp>
        <p:nvSpPr>
          <p:cNvPr id="456" name="02_predicted_pose_3755">
            <a:extLst>
              <a:ext uri="{FF2B5EF4-FFF2-40B4-BE49-F238E27FC236}">
                <a16:creationId xmlns:a16="http://schemas.microsoft.com/office/drawing/2014/main" id="{8B35130D-1DB2-4A41-957A-D229A902DB70}"/>
              </a:ext>
            </a:extLst>
          </p:cNvPr>
          <p:cNvSpPr>
            <a:spLocks noGrp="1"/>
          </p:cNvSpPr>
          <p:nvPr/>
        </p:nvSpPr>
        <p:spPr>
          <a:xfrm>
            <a:off x="2539774" y="3417589"/>
            <a:ext cx="28398" cy="28398"/>
          </a:xfrm>
          <a:prstGeom prst="ellipse">
            <a:avLst/>
          </a:prstGeom>
          <a:solidFill>
            <a:srgbClr val="B57442">
              <a:alpha val="30000"/>
            </a:srgbClr>
          </a:solidFill>
          <a:ln w="0">
            <a:noFill/>
            <a:prstDash val="solid"/>
          </a:ln>
        </p:spPr>
      </p:sp>
      <p:sp>
        <p:nvSpPr>
          <p:cNvPr id="457" name="02_predicted_pose_3756">
            <a:extLst>
              <a:ext uri="{FF2B5EF4-FFF2-40B4-BE49-F238E27FC236}">
                <a16:creationId xmlns:a16="http://schemas.microsoft.com/office/drawing/2014/main" id="{9529EE35-BED2-4A6E-8CEF-910770776D2F}"/>
              </a:ext>
            </a:extLst>
          </p:cNvPr>
          <p:cNvSpPr>
            <a:spLocks noGrp="1"/>
          </p:cNvSpPr>
          <p:nvPr/>
        </p:nvSpPr>
        <p:spPr>
          <a:xfrm>
            <a:off x="2500153" y="3115548"/>
            <a:ext cx="28398" cy="28398"/>
          </a:xfrm>
          <a:prstGeom prst="ellipse">
            <a:avLst/>
          </a:prstGeom>
          <a:solidFill>
            <a:srgbClr val="B57442">
              <a:alpha val="30000"/>
            </a:srgbClr>
          </a:solidFill>
          <a:ln w="0">
            <a:noFill/>
            <a:prstDash val="solid"/>
          </a:ln>
        </p:spPr>
      </p:sp>
      <p:sp>
        <p:nvSpPr>
          <p:cNvPr id="458" name="02_predicted_pose_3757">
            <a:extLst>
              <a:ext uri="{FF2B5EF4-FFF2-40B4-BE49-F238E27FC236}">
                <a16:creationId xmlns:a16="http://schemas.microsoft.com/office/drawing/2014/main" id="{44294D60-AA0B-4C1B-9607-AA4AE5EE7476}"/>
              </a:ext>
            </a:extLst>
          </p:cNvPr>
          <p:cNvSpPr>
            <a:spLocks noGrp="1"/>
          </p:cNvSpPr>
          <p:nvPr/>
        </p:nvSpPr>
        <p:spPr>
          <a:xfrm>
            <a:off x="2513934" y="3101143"/>
            <a:ext cx="28398" cy="28398"/>
          </a:xfrm>
          <a:prstGeom prst="ellipse">
            <a:avLst/>
          </a:prstGeom>
          <a:solidFill>
            <a:srgbClr val="B57442">
              <a:alpha val="30000"/>
            </a:srgbClr>
          </a:solidFill>
          <a:ln w="0">
            <a:noFill/>
            <a:prstDash val="solid"/>
          </a:ln>
        </p:spPr>
      </p:sp>
      <p:sp>
        <p:nvSpPr>
          <p:cNvPr id="459" name="02_predicted_pose_3758">
            <a:extLst>
              <a:ext uri="{FF2B5EF4-FFF2-40B4-BE49-F238E27FC236}">
                <a16:creationId xmlns:a16="http://schemas.microsoft.com/office/drawing/2014/main" id="{215CC7BF-8D56-48C7-91EB-9BBC0BFEAB68}"/>
              </a:ext>
            </a:extLst>
          </p:cNvPr>
          <p:cNvSpPr>
            <a:spLocks noGrp="1"/>
          </p:cNvSpPr>
          <p:nvPr/>
        </p:nvSpPr>
        <p:spPr>
          <a:xfrm>
            <a:off x="2527715" y="3235869"/>
            <a:ext cx="28398" cy="28398"/>
          </a:xfrm>
          <a:prstGeom prst="ellipse">
            <a:avLst/>
          </a:prstGeom>
          <a:solidFill>
            <a:srgbClr val="B57442">
              <a:alpha val="30000"/>
            </a:srgbClr>
          </a:solidFill>
          <a:ln w="0">
            <a:noFill/>
            <a:prstDash val="solid"/>
          </a:ln>
        </p:spPr>
      </p:sp>
      <p:sp>
        <p:nvSpPr>
          <p:cNvPr id="460" name="02_predicted_pose_3759">
            <a:extLst>
              <a:ext uri="{FF2B5EF4-FFF2-40B4-BE49-F238E27FC236}">
                <a16:creationId xmlns:a16="http://schemas.microsoft.com/office/drawing/2014/main" id="{FB42E70B-2360-4E2C-B165-75C104DBA895}"/>
              </a:ext>
            </a:extLst>
          </p:cNvPr>
          <p:cNvSpPr>
            <a:spLocks noGrp="1"/>
          </p:cNvSpPr>
          <p:nvPr/>
        </p:nvSpPr>
        <p:spPr>
          <a:xfrm>
            <a:off x="2555278" y="2769782"/>
            <a:ext cx="28398" cy="28398"/>
          </a:xfrm>
          <a:prstGeom prst="ellipse">
            <a:avLst/>
          </a:prstGeom>
          <a:solidFill>
            <a:srgbClr val="B57442">
              <a:alpha val="30000"/>
            </a:srgbClr>
          </a:solidFill>
          <a:ln w="0">
            <a:noFill/>
            <a:prstDash val="solid"/>
          </a:ln>
        </p:spPr>
      </p:sp>
      <p:sp>
        <p:nvSpPr>
          <p:cNvPr id="461" name="02_predicted_pose_3760">
            <a:extLst>
              <a:ext uri="{FF2B5EF4-FFF2-40B4-BE49-F238E27FC236}">
                <a16:creationId xmlns:a16="http://schemas.microsoft.com/office/drawing/2014/main" id="{B494D73B-3FAB-4C81-B10C-CCF92521B219}"/>
              </a:ext>
            </a:extLst>
          </p:cNvPr>
          <p:cNvSpPr>
            <a:spLocks noGrp="1"/>
          </p:cNvSpPr>
          <p:nvPr/>
        </p:nvSpPr>
        <p:spPr>
          <a:xfrm>
            <a:off x="2569059" y="2795420"/>
            <a:ext cx="28398" cy="28398"/>
          </a:xfrm>
          <a:prstGeom prst="ellipse">
            <a:avLst/>
          </a:prstGeom>
          <a:solidFill>
            <a:srgbClr val="B57442">
              <a:alpha val="30000"/>
            </a:srgbClr>
          </a:solidFill>
          <a:ln w="0">
            <a:noFill/>
            <a:prstDash val="solid"/>
          </a:ln>
        </p:spPr>
      </p:sp>
      <p:sp>
        <p:nvSpPr>
          <p:cNvPr id="462" name="02_predicted_pose_3761">
            <a:extLst>
              <a:ext uri="{FF2B5EF4-FFF2-40B4-BE49-F238E27FC236}">
                <a16:creationId xmlns:a16="http://schemas.microsoft.com/office/drawing/2014/main" id="{0203AFD7-1854-49C2-9AB9-BF649D5EBDC1}"/>
              </a:ext>
            </a:extLst>
          </p:cNvPr>
          <p:cNvSpPr>
            <a:spLocks noGrp="1"/>
          </p:cNvSpPr>
          <p:nvPr/>
        </p:nvSpPr>
        <p:spPr>
          <a:xfrm>
            <a:off x="2382668" y="3063672"/>
            <a:ext cx="28398" cy="28398"/>
          </a:xfrm>
          <a:prstGeom prst="ellipse">
            <a:avLst/>
          </a:prstGeom>
          <a:solidFill>
            <a:srgbClr val="B57442">
              <a:alpha val="30000"/>
            </a:srgbClr>
          </a:solidFill>
          <a:ln w="0">
            <a:noFill/>
            <a:prstDash val="solid"/>
          </a:ln>
        </p:spPr>
      </p:sp>
      <p:sp>
        <p:nvSpPr>
          <p:cNvPr id="463" name="02_predicted_pose_3762">
            <a:extLst>
              <a:ext uri="{FF2B5EF4-FFF2-40B4-BE49-F238E27FC236}">
                <a16:creationId xmlns:a16="http://schemas.microsoft.com/office/drawing/2014/main" id="{5367977E-0B15-45DD-A394-ACBE5929C6B3}"/>
              </a:ext>
            </a:extLst>
          </p:cNvPr>
          <p:cNvSpPr>
            <a:spLocks noGrp="1"/>
          </p:cNvSpPr>
          <p:nvPr/>
        </p:nvSpPr>
        <p:spPr>
          <a:xfrm>
            <a:off x="2485338" y="3309041"/>
            <a:ext cx="28398" cy="28398"/>
          </a:xfrm>
          <a:prstGeom prst="ellipse">
            <a:avLst/>
          </a:prstGeom>
          <a:solidFill>
            <a:srgbClr val="B57442">
              <a:alpha val="30000"/>
            </a:srgbClr>
          </a:solidFill>
          <a:ln w="0">
            <a:noFill/>
            <a:prstDash val="solid"/>
          </a:ln>
        </p:spPr>
      </p:sp>
      <p:sp>
        <p:nvSpPr>
          <p:cNvPr id="464" name="02_predicted_pose_3763">
            <a:extLst>
              <a:ext uri="{FF2B5EF4-FFF2-40B4-BE49-F238E27FC236}">
                <a16:creationId xmlns:a16="http://schemas.microsoft.com/office/drawing/2014/main" id="{95CD2E01-699D-4D08-B76D-A87E901A4D94}"/>
              </a:ext>
            </a:extLst>
          </p:cNvPr>
          <p:cNvSpPr>
            <a:spLocks noGrp="1"/>
          </p:cNvSpPr>
          <p:nvPr/>
        </p:nvSpPr>
        <p:spPr>
          <a:xfrm>
            <a:off x="2526682" y="3118694"/>
            <a:ext cx="28398" cy="28398"/>
          </a:xfrm>
          <a:prstGeom prst="ellipse">
            <a:avLst/>
          </a:prstGeom>
          <a:solidFill>
            <a:srgbClr val="B57442">
              <a:alpha val="30000"/>
            </a:srgbClr>
          </a:solidFill>
          <a:ln w="0">
            <a:noFill/>
            <a:prstDash val="solid"/>
          </a:ln>
        </p:spPr>
      </p:sp>
      <p:sp>
        <p:nvSpPr>
          <p:cNvPr id="465" name="02_predicted_pose_3764">
            <a:extLst>
              <a:ext uri="{FF2B5EF4-FFF2-40B4-BE49-F238E27FC236}">
                <a16:creationId xmlns:a16="http://schemas.microsoft.com/office/drawing/2014/main" id="{F09C9BDB-C63C-4C09-A169-515ADDB82626}"/>
              </a:ext>
            </a:extLst>
          </p:cNvPr>
          <p:cNvSpPr>
            <a:spLocks noGrp="1"/>
          </p:cNvSpPr>
          <p:nvPr/>
        </p:nvSpPr>
        <p:spPr>
          <a:xfrm>
            <a:off x="2540463" y="3237053"/>
            <a:ext cx="28398" cy="28398"/>
          </a:xfrm>
          <a:prstGeom prst="ellipse">
            <a:avLst/>
          </a:prstGeom>
          <a:solidFill>
            <a:srgbClr val="B57442">
              <a:alpha val="30000"/>
            </a:srgbClr>
          </a:solidFill>
          <a:ln w="0">
            <a:noFill/>
            <a:prstDash val="solid"/>
          </a:ln>
        </p:spPr>
      </p:sp>
      <p:sp>
        <p:nvSpPr>
          <p:cNvPr id="466" name="02_predicted_pose_3765">
            <a:extLst>
              <a:ext uri="{FF2B5EF4-FFF2-40B4-BE49-F238E27FC236}">
                <a16:creationId xmlns:a16="http://schemas.microsoft.com/office/drawing/2014/main" id="{2CB0885B-D442-4CF2-B1B3-C957B0228DEB}"/>
              </a:ext>
            </a:extLst>
          </p:cNvPr>
          <p:cNvSpPr>
            <a:spLocks noGrp="1"/>
          </p:cNvSpPr>
          <p:nvPr/>
        </p:nvSpPr>
        <p:spPr>
          <a:xfrm>
            <a:off x="2568025" y="2718922"/>
            <a:ext cx="28398" cy="28398"/>
          </a:xfrm>
          <a:prstGeom prst="ellipse">
            <a:avLst/>
          </a:prstGeom>
          <a:solidFill>
            <a:srgbClr val="B57442">
              <a:alpha val="30000"/>
            </a:srgbClr>
          </a:solidFill>
          <a:ln w="0">
            <a:noFill/>
            <a:prstDash val="solid"/>
          </a:ln>
        </p:spPr>
      </p:sp>
      <p:sp>
        <p:nvSpPr>
          <p:cNvPr id="467" name="02_predicted_pose_3766">
            <a:extLst>
              <a:ext uri="{FF2B5EF4-FFF2-40B4-BE49-F238E27FC236}">
                <a16:creationId xmlns:a16="http://schemas.microsoft.com/office/drawing/2014/main" id="{27CAC5BA-098F-4984-B6AF-AE0EF0ACAF6B}"/>
              </a:ext>
            </a:extLst>
          </p:cNvPr>
          <p:cNvSpPr>
            <a:spLocks noGrp="1"/>
          </p:cNvSpPr>
          <p:nvPr/>
        </p:nvSpPr>
        <p:spPr>
          <a:xfrm>
            <a:off x="2458809" y="3469761"/>
            <a:ext cx="28398" cy="28398"/>
          </a:xfrm>
          <a:prstGeom prst="ellipse">
            <a:avLst/>
          </a:prstGeom>
          <a:solidFill>
            <a:srgbClr val="B57442">
              <a:alpha val="30000"/>
            </a:srgbClr>
          </a:solidFill>
          <a:ln w="0">
            <a:noFill/>
            <a:prstDash val="solid"/>
          </a:ln>
        </p:spPr>
      </p:sp>
      <p:sp>
        <p:nvSpPr>
          <p:cNvPr id="468" name="02_predicted_pose_3767">
            <a:extLst>
              <a:ext uri="{FF2B5EF4-FFF2-40B4-BE49-F238E27FC236}">
                <a16:creationId xmlns:a16="http://schemas.microsoft.com/office/drawing/2014/main" id="{9E10F727-C164-4147-A1D3-B85C31817EE8}"/>
              </a:ext>
            </a:extLst>
          </p:cNvPr>
          <p:cNvSpPr>
            <a:spLocks noGrp="1"/>
          </p:cNvSpPr>
          <p:nvPr/>
        </p:nvSpPr>
        <p:spPr>
          <a:xfrm>
            <a:off x="2486371" y="3460850"/>
            <a:ext cx="28398" cy="28398"/>
          </a:xfrm>
          <a:prstGeom prst="ellipse">
            <a:avLst/>
          </a:prstGeom>
          <a:solidFill>
            <a:srgbClr val="B57442">
              <a:alpha val="30000"/>
            </a:srgbClr>
          </a:solidFill>
          <a:ln w="0">
            <a:noFill/>
            <a:prstDash val="solid"/>
          </a:ln>
        </p:spPr>
      </p:sp>
      <p:sp>
        <p:nvSpPr>
          <p:cNvPr id="469" name="02_predicted_pose_3768">
            <a:extLst>
              <a:ext uri="{FF2B5EF4-FFF2-40B4-BE49-F238E27FC236}">
                <a16:creationId xmlns:a16="http://schemas.microsoft.com/office/drawing/2014/main" id="{25D70421-D75F-4FEA-9403-340984782EC0}"/>
              </a:ext>
            </a:extLst>
          </p:cNvPr>
          <p:cNvSpPr>
            <a:spLocks noGrp="1"/>
          </p:cNvSpPr>
          <p:nvPr/>
        </p:nvSpPr>
        <p:spPr>
          <a:xfrm>
            <a:off x="2513934" y="3453626"/>
            <a:ext cx="28398" cy="28398"/>
          </a:xfrm>
          <a:prstGeom prst="ellipse">
            <a:avLst/>
          </a:prstGeom>
          <a:solidFill>
            <a:srgbClr val="B57442">
              <a:alpha val="30000"/>
            </a:srgbClr>
          </a:solidFill>
          <a:ln w="0">
            <a:noFill/>
            <a:prstDash val="solid"/>
          </a:ln>
        </p:spPr>
      </p:sp>
      <p:sp>
        <p:nvSpPr>
          <p:cNvPr id="470" name="02_predicted_pose_3769">
            <a:extLst>
              <a:ext uri="{FF2B5EF4-FFF2-40B4-BE49-F238E27FC236}">
                <a16:creationId xmlns:a16="http://schemas.microsoft.com/office/drawing/2014/main" id="{F04DA33F-9F40-4E9A-8153-2CE4C07C9D7C}"/>
              </a:ext>
            </a:extLst>
          </p:cNvPr>
          <p:cNvSpPr>
            <a:spLocks noGrp="1"/>
          </p:cNvSpPr>
          <p:nvPr/>
        </p:nvSpPr>
        <p:spPr>
          <a:xfrm>
            <a:off x="2541496" y="3514136"/>
            <a:ext cx="28398" cy="28398"/>
          </a:xfrm>
          <a:prstGeom prst="ellipse">
            <a:avLst/>
          </a:prstGeom>
          <a:solidFill>
            <a:srgbClr val="B57442">
              <a:alpha val="30000"/>
            </a:srgbClr>
          </a:solidFill>
          <a:ln w="0">
            <a:noFill/>
            <a:prstDash val="solid"/>
          </a:ln>
        </p:spPr>
      </p:sp>
      <p:sp>
        <p:nvSpPr>
          <p:cNvPr id="471" name="02_predicted_pose_3770">
            <a:extLst>
              <a:ext uri="{FF2B5EF4-FFF2-40B4-BE49-F238E27FC236}">
                <a16:creationId xmlns:a16="http://schemas.microsoft.com/office/drawing/2014/main" id="{EDC8B978-8F31-4E9B-8C5B-107A1A6E8CEE}"/>
              </a:ext>
            </a:extLst>
          </p:cNvPr>
          <p:cNvSpPr>
            <a:spLocks noGrp="1"/>
          </p:cNvSpPr>
          <p:nvPr/>
        </p:nvSpPr>
        <p:spPr>
          <a:xfrm>
            <a:off x="2569059" y="3548274"/>
            <a:ext cx="28398" cy="28398"/>
          </a:xfrm>
          <a:prstGeom prst="ellipse">
            <a:avLst/>
          </a:prstGeom>
          <a:solidFill>
            <a:srgbClr val="B57442">
              <a:alpha val="30000"/>
            </a:srgbClr>
          </a:solidFill>
          <a:ln w="0">
            <a:noFill/>
            <a:prstDash val="solid"/>
          </a:ln>
        </p:spPr>
      </p:sp>
      <p:sp>
        <p:nvSpPr>
          <p:cNvPr id="472" name="02_predicted_pose_3771">
            <a:extLst>
              <a:ext uri="{FF2B5EF4-FFF2-40B4-BE49-F238E27FC236}">
                <a16:creationId xmlns:a16="http://schemas.microsoft.com/office/drawing/2014/main" id="{157244B0-E16D-4BF0-96E6-238472E38C0A}"/>
              </a:ext>
            </a:extLst>
          </p:cNvPr>
          <p:cNvSpPr>
            <a:spLocks noGrp="1"/>
          </p:cNvSpPr>
          <p:nvPr/>
        </p:nvSpPr>
        <p:spPr>
          <a:xfrm>
            <a:off x="2472246" y="3515449"/>
            <a:ext cx="28398" cy="28398"/>
          </a:xfrm>
          <a:prstGeom prst="ellipse">
            <a:avLst/>
          </a:prstGeom>
          <a:solidFill>
            <a:srgbClr val="B57442">
              <a:alpha val="30000"/>
            </a:srgbClr>
          </a:solidFill>
          <a:ln w="0">
            <a:noFill/>
            <a:prstDash val="solid"/>
          </a:ln>
        </p:spPr>
      </p:sp>
      <p:sp>
        <p:nvSpPr>
          <p:cNvPr id="473" name="02_predicted_pose_3772">
            <a:extLst>
              <a:ext uri="{FF2B5EF4-FFF2-40B4-BE49-F238E27FC236}">
                <a16:creationId xmlns:a16="http://schemas.microsoft.com/office/drawing/2014/main" id="{EE2AE197-A59E-4805-A2BD-4710A1CF6D88}"/>
              </a:ext>
            </a:extLst>
          </p:cNvPr>
          <p:cNvSpPr>
            <a:spLocks noGrp="1"/>
          </p:cNvSpPr>
          <p:nvPr/>
        </p:nvSpPr>
        <p:spPr>
          <a:xfrm>
            <a:off x="2589386" y="3153257"/>
            <a:ext cx="28398" cy="28398"/>
          </a:xfrm>
          <a:prstGeom prst="ellipse">
            <a:avLst/>
          </a:prstGeom>
          <a:solidFill>
            <a:srgbClr val="B57442">
              <a:alpha val="30000"/>
            </a:srgbClr>
          </a:solidFill>
          <a:ln w="0">
            <a:noFill/>
            <a:prstDash val="solid"/>
          </a:ln>
        </p:spPr>
      </p:sp>
      <p:sp>
        <p:nvSpPr>
          <p:cNvPr id="474" name="02_predicted_pose_3773">
            <a:extLst>
              <a:ext uri="{FF2B5EF4-FFF2-40B4-BE49-F238E27FC236}">
                <a16:creationId xmlns:a16="http://schemas.microsoft.com/office/drawing/2014/main" id="{8ADEF04E-E4ED-43CF-8876-CD3D28808808}"/>
              </a:ext>
            </a:extLst>
          </p:cNvPr>
          <p:cNvSpPr>
            <a:spLocks noGrp="1"/>
          </p:cNvSpPr>
          <p:nvPr/>
        </p:nvSpPr>
        <p:spPr>
          <a:xfrm>
            <a:off x="2603167" y="3131926"/>
            <a:ext cx="28398" cy="28398"/>
          </a:xfrm>
          <a:prstGeom prst="ellipse">
            <a:avLst/>
          </a:prstGeom>
          <a:solidFill>
            <a:srgbClr val="B57442">
              <a:alpha val="30000"/>
            </a:srgbClr>
          </a:solidFill>
          <a:ln w="0">
            <a:noFill/>
            <a:prstDash val="solid"/>
          </a:ln>
        </p:spPr>
      </p:sp>
      <p:sp>
        <p:nvSpPr>
          <p:cNvPr id="475" name="02_predicted_pose_3774">
            <a:extLst>
              <a:ext uri="{FF2B5EF4-FFF2-40B4-BE49-F238E27FC236}">
                <a16:creationId xmlns:a16="http://schemas.microsoft.com/office/drawing/2014/main" id="{35CD5C3B-6BCF-44BB-8B7B-3B4F0220EA55}"/>
              </a:ext>
            </a:extLst>
          </p:cNvPr>
          <p:cNvSpPr>
            <a:spLocks noGrp="1"/>
          </p:cNvSpPr>
          <p:nvPr/>
        </p:nvSpPr>
        <p:spPr>
          <a:xfrm>
            <a:off x="2386113" y="2944178"/>
            <a:ext cx="28398" cy="28398"/>
          </a:xfrm>
          <a:prstGeom prst="ellipse">
            <a:avLst/>
          </a:prstGeom>
          <a:solidFill>
            <a:srgbClr val="B57442">
              <a:alpha val="30000"/>
            </a:srgbClr>
          </a:solidFill>
          <a:ln w="0">
            <a:noFill/>
            <a:prstDash val="solid"/>
          </a:ln>
        </p:spPr>
      </p:sp>
      <p:sp>
        <p:nvSpPr>
          <p:cNvPr id="476" name="02_predicted_pose_3775">
            <a:extLst>
              <a:ext uri="{FF2B5EF4-FFF2-40B4-BE49-F238E27FC236}">
                <a16:creationId xmlns:a16="http://schemas.microsoft.com/office/drawing/2014/main" id="{2C38A600-1CDD-40ED-BD41-6261EC9C36D3}"/>
              </a:ext>
            </a:extLst>
          </p:cNvPr>
          <p:cNvSpPr>
            <a:spLocks noGrp="1"/>
          </p:cNvSpPr>
          <p:nvPr/>
        </p:nvSpPr>
        <p:spPr>
          <a:xfrm>
            <a:off x="2398516" y="3446430"/>
            <a:ext cx="28398" cy="28398"/>
          </a:xfrm>
          <a:prstGeom prst="ellipse">
            <a:avLst/>
          </a:prstGeom>
          <a:solidFill>
            <a:srgbClr val="B57442">
              <a:alpha val="30000"/>
            </a:srgbClr>
          </a:solidFill>
          <a:ln w="0">
            <a:noFill/>
            <a:prstDash val="solid"/>
          </a:ln>
        </p:spPr>
      </p:sp>
      <p:sp>
        <p:nvSpPr>
          <p:cNvPr id="477" name="02_predicted_pose_3776">
            <a:extLst>
              <a:ext uri="{FF2B5EF4-FFF2-40B4-BE49-F238E27FC236}">
                <a16:creationId xmlns:a16="http://schemas.microsoft.com/office/drawing/2014/main" id="{22EAC4FF-F03F-469B-BDB3-713AA3422DED}"/>
              </a:ext>
            </a:extLst>
          </p:cNvPr>
          <p:cNvSpPr>
            <a:spLocks noGrp="1"/>
          </p:cNvSpPr>
          <p:nvPr/>
        </p:nvSpPr>
        <p:spPr>
          <a:xfrm>
            <a:off x="2440204" y="3503396"/>
            <a:ext cx="28398" cy="28398"/>
          </a:xfrm>
          <a:prstGeom prst="ellipse">
            <a:avLst/>
          </a:prstGeom>
          <a:solidFill>
            <a:srgbClr val="B57442">
              <a:alpha val="30000"/>
            </a:srgbClr>
          </a:solidFill>
          <a:ln w="0">
            <a:noFill/>
            <a:prstDash val="solid"/>
          </a:ln>
        </p:spPr>
      </p:sp>
      <p:sp>
        <p:nvSpPr>
          <p:cNvPr id="478" name="02_predicted_pose_3777">
            <a:extLst>
              <a:ext uri="{FF2B5EF4-FFF2-40B4-BE49-F238E27FC236}">
                <a16:creationId xmlns:a16="http://schemas.microsoft.com/office/drawing/2014/main" id="{83359087-73A1-40BE-8584-C65F5011C693}"/>
              </a:ext>
            </a:extLst>
          </p:cNvPr>
          <p:cNvSpPr>
            <a:spLocks noGrp="1"/>
          </p:cNvSpPr>
          <p:nvPr/>
        </p:nvSpPr>
        <p:spPr>
          <a:xfrm>
            <a:off x="2403684" y="3435093"/>
            <a:ext cx="28398" cy="28398"/>
          </a:xfrm>
          <a:prstGeom prst="ellipse">
            <a:avLst/>
          </a:prstGeom>
          <a:solidFill>
            <a:srgbClr val="B57442">
              <a:alpha val="30000"/>
            </a:srgbClr>
          </a:solidFill>
          <a:ln w="0">
            <a:noFill/>
            <a:prstDash val="solid"/>
          </a:ln>
        </p:spPr>
      </p:sp>
      <p:sp>
        <p:nvSpPr>
          <p:cNvPr id="479" name="02_predicted_pose_3778">
            <a:extLst>
              <a:ext uri="{FF2B5EF4-FFF2-40B4-BE49-F238E27FC236}">
                <a16:creationId xmlns:a16="http://schemas.microsoft.com/office/drawing/2014/main" id="{465B6951-E063-47CA-B70F-D6A62D9009B6}"/>
              </a:ext>
            </a:extLst>
          </p:cNvPr>
          <p:cNvSpPr>
            <a:spLocks noGrp="1"/>
          </p:cNvSpPr>
          <p:nvPr/>
        </p:nvSpPr>
        <p:spPr>
          <a:xfrm>
            <a:off x="2351660" y="3262213"/>
            <a:ext cx="28398" cy="28398"/>
          </a:xfrm>
          <a:prstGeom prst="ellipse">
            <a:avLst/>
          </a:prstGeom>
          <a:solidFill>
            <a:srgbClr val="B57442">
              <a:alpha val="30000"/>
            </a:srgbClr>
          </a:solidFill>
          <a:ln w="0">
            <a:noFill/>
            <a:prstDash val="solid"/>
          </a:ln>
        </p:spPr>
      </p:sp>
      <p:sp>
        <p:nvSpPr>
          <p:cNvPr id="480" name="02_predicted_pose_3779">
            <a:extLst>
              <a:ext uri="{FF2B5EF4-FFF2-40B4-BE49-F238E27FC236}">
                <a16:creationId xmlns:a16="http://schemas.microsoft.com/office/drawing/2014/main" id="{C334B6C4-69CF-4C1D-B267-D297870905E9}"/>
              </a:ext>
            </a:extLst>
          </p:cNvPr>
          <p:cNvSpPr>
            <a:spLocks noGrp="1"/>
          </p:cNvSpPr>
          <p:nvPr/>
        </p:nvSpPr>
        <p:spPr>
          <a:xfrm>
            <a:off x="2483960" y="3540879"/>
            <a:ext cx="28398" cy="28398"/>
          </a:xfrm>
          <a:prstGeom prst="ellipse">
            <a:avLst/>
          </a:prstGeom>
          <a:solidFill>
            <a:srgbClr val="B57442">
              <a:alpha val="30000"/>
            </a:srgbClr>
          </a:solidFill>
          <a:ln w="0">
            <a:noFill/>
            <a:prstDash val="solid"/>
          </a:ln>
        </p:spPr>
      </p:sp>
      <p:sp>
        <p:nvSpPr>
          <p:cNvPr id="481" name="02_predicted_pose_3780">
            <a:extLst>
              <a:ext uri="{FF2B5EF4-FFF2-40B4-BE49-F238E27FC236}">
                <a16:creationId xmlns:a16="http://schemas.microsoft.com/office/drawing/2014/main" id="{B745E4A6-42A8-4FBD-A678-AF79A3ED8EC7}"/>
              </a:ext>
            </a:extLst>
          </p:cNvPr>
          <p:cNvSpPr>
            <a:spLocks noGrp="1"/>
          </p:cNvSpPr>
          <p:nvPr/>
        </p:nvSpPr>
        <p:spPr>
          <a:xfrm>
            <a:off x="2497741" y="3597121"/>
            <a:ext cx="28398" cy="28398"/>
          </a:xfrm>
          <a:prstGeom prst="ellipse">
            <a:avLst/>
          </a:prstGeom>
          <a:solidFill>
            <a:srgbClr val="B57442">
              <a:alpha val="30000"/>
            </a:srgbClr>
          </a:solidFill>
          <a:ln w="0">
            <a:noFill/>
            <a:prstDash val="solid"/>
          </a:ln>
        </p:spPr>
      </p:sp>
      <p:sp>
        <p:nvSpPr>
          <p:cNvPr id="482" name="02_predicted_pose_3781">
            <a:extLst>
              <a:ext uri="{FF2B5EF4-FFF2-40B4-BE49-F238E27FC236}">
                <a16:creationId xmlns:a16="http://schemas.microsoft.com/office/drawing/2014/main" id="{7183F96C-FF8B-44FB-A762-AC8722E87FAE}"/>
              </a:ext>
            </a:extLst>
          </p:cNvPr>
          <p:cNvSpPr>
            <a:spLocks noGrp="1"/>
          </p:cNvSpPr>
          <p:nvPr/>
        </p:nvSpPr>
        <p:spPr>
          <a:xfrm>
            <a:off x="2511522" y="3561413"/>
            <a:ext cx="28398" cy="28398"/>
          </a:xfrm>
          <a:prstGeom prst="ellipse">
            <a:avLst/>
          </a:prstGeom>
          <a:solidFill>
            <a:srgbClr val="B57442">
              <a:alpha val="30000"/>
            </a:srgbClr>
          </a:solidFill>
          <a:ln w="0">
            <a:noFill/>
            <a:prstDash val="solid"/>
          </a:ln>
        </p:spPr>
      </p:sp>
      <p:sp>
        <p:nvSpPr>
          <p:cNvPr id="483" name="02_predicted_pose_3782">
            <a:extLst>
              <a:ext uri="{FF2B5EF4-FFF2-40B4-BE49-F238E27FC236}">
                <a16:creationId xmlns:a16="http://schemas.microsoft.com/office/drawing/2014/main" id="{426FF29F-F873-43AE-87C3-3FF93A39F899}"/>
              </a:ext>
            </a:extLst>
          </p:cNvPr>
          <p:cNvSpPr>
            <a:spLocks noGrp="1"/>
          </p:cNvSpPr>
          <p:nvPr/>
        </p:nvSpPr>
        <p:spPr>
          <a:xfrm>
            <a:off x="2525303" y="3311310"/>
            <a:ext cx="28398" cy="28398"/>
          </a:xfrm>
          <a:prstGeom prst="ellipse">
            <a:avLst/>
          </a:prstGeom>
          <a:solidFill>
            <a:srgbClr val="B57442">
              <a:alpha val="30000"/>
            </a:srgbClr>
          </a:solidFill>
          <a:ln w="0">
            <a:noFill/>
            <a:prstDash val="solid"/>
          </a:ln>
        </p:spPr>
      </p:sp>
      <p:sp>
        <p:nvSpPr>
          <p:cNvPr id="484" name="02_predicted_pose_3783">
            <a:extLst>
              <a:ext uri="{FF2B5EF4-FFF2-40B4-BE49-F238E27FC236}">
                <a16:creationId xmlns:a16="http://schemas.microsoft.com/office/drawing/2014/main" id="{6B4F2DCD-7E4C-46D7-ABAD-FBBF8DA03D46}"/>
              </a:ext>
            </a:extLst>
          </p:cNvPr>
          <p:cNvSpPr>
            <a:spLocks noGrp="1"/>
          </p:cNvSpPr>
          <p:nvPr/>
        </p:nvSpPr>
        <p:spPr>
          <a:xfrm>
            <a:off x="2320308" y="3533352"/>
            <a:ext cx="28398" cy="28398"/>
          </a:xfrm>
          <a:prstGeom prst="ellipse">
            <a:avLst/>
          </a:prstGeom>
          <a:solidFill>
            <a:srgbClr val="B57442">
              <a:alpha val="30000"/>
            </a:srgbClr>
          </a:solidFill>
          <a:ln w="0">
            <a:noFill/>
            <a:prstDash val="solid"/>
          </a:ln>
        </p:spPr>
      </p:sp>
      <p:sp>
        <p:nvSpPr>
          <p:cNvPr id="485" name="02_predicted_pose_3784">
            <a:extLst>
              <a:ext uri="{FF2B5EF4-FFF2-40B4-BE49-F238E27FC236}">
                <a16:creationId xmlns:a16="http://schemas.microsoft.com/office/drawing/2014/main" id="{C4CB9779-64FF-4C92-A7F3-EF0F05F3789E}"/>
              </a:ext>
            </a:extLst>
          </p:cNvPr>
          <p:cNvSpPr>
            <a:spLocks noGrp="1"/>
          </p:cNvSpPr>
          <p:nvPr/>
        </p:nvSpPr>
        <p:spPr>
          <a:xfrm>
            <a:off x="2347870" y="3457621"/>
            <a:ext cx="28398" cy="28398"/>
          </a:xfrm>
          <a:prstGeom prst="ellipse">
            <a:avLst/>
          </a:prstGeom>
          <a:solidFill>
            <a:srgbClr val="B57442">
              <a:alpha val="30000"/>
            </a:srgbClr>
          </a:solidFill>
          <a:ln w="0">
            <a:noFill/>
            <a:prstDash val="solid"/>
          </a:ln>
        </p:spPr>
      </p:sp>
      <p:sp>
        <p:nvSpPr>
          <p:cNvPr id="486" name="02_predicted_pose_3785">
            <a:extLst>
              <a:ext uri="{FF2B5EF4-FFF2-40B4-BE49-F238E27FC236}">
                <a16:creationId xmlns:a16="http://schemas.microsoft.com/office/drawing/2014/main" id="{6EB07608-645A-4DCC-91A8-3313C704EE00}"/>
              </a:ext>
            </a:extLst>
          </p:cNvPr>
          <p:cNvSpPr>
            <a:spLocks noGrp="1"/>
          </p:cNvSpPr>
          <p:nvPr/>
        </p:nvSpPr>
        <p:spPr>
          <a:xfrm>
            <a:off x="2559412" y="3223328"/>
            <a:ext cx="28398" cy="28398"/>
          </a:xfrm>
          <a:prstGeom prst="ellipse">
            <a:avLst/>
          </a:prstGeom>
          <a:solidFill>
            <a:srgbClr val="B57442">
              <a:alpha val="30000"/>
            </a:srgbClr>
          </a:solidFill>
          <a:ln w="0">
            <a:noFill/>
            <a:prstDash val="solid"/>
          </a:ln>
        </p:spPr>
      </p:sp>
      <p:sp>
        <p:nvSpPr>
          <p:cNvPr id="487" name="02_predicted_pose_3786">
            <a:extLst>
              <a:ext uri="{FF2B5EF4-FFF2-40B4-BE49-F238E27FC236}">
                <a16:creationId xmlns:a16="http://schemas.microsoft.com/office/drawing/2014/main" id="{864FEAF3-CB9A-4C22-98D7-88C5D6219A1A}"/>
              </a:ext>
            </a:extLst>
          </p:cNvPr>
          <p:cNvSpPr>
            <a:spLocks noGrp="1"/>
          </p:cNvSpPr>
          <p:nvPr/>
        </p:nvSpPr>
        <p:spPr>
          <a:xfrm>
            <a:off x="2594210" y="3207112"/>
            <a:ext cx="28398" cy="28398"/>
          </a:xfrm>
          <a:prstGeom prst="ellipse">
            <a:avLst/>
          </a:prstGeom>
          <a:solidFill>
            <a:srgbClr val="B57442">
              <a:alpha val="30000"/>
            </a:srgbClr>
          </a:solidFill>
          <a:ln w="0">
            <a:noFill/>
            <a:prstDash val="solid"/>
          </a:ln>
        </p:spPr>
      </p:sp>
      <p:sp>
        <p:nvSpPr>
          <p:cNvPr id="488" name="02_predicted_pose_3787">
            <a:extLst>
              <a:ext uri="{FF2B5EF4-FFF2-40B4-BE49-F238E27FC236}">
                <a16:creationId xmlns:a16="http://schemas.microsoft.com/office/drawing/2014/main" id="{126E07E8-76A3-4092-B38C-A5C3993259E5}"/>
              </a:ext>
            </a:extLst>
          </p:cNvPr>
          <p:cNvSpPr>
            <a:spLocks noGrp="1"/>
          </p:cNvSpPr>
          <p:nvPr/>
        </p:nvSpPr>
        <p:spPr>
          <a:xfrm>
            <a:off x="712800" y="2493000"/>
            <a:ext cx="191" cy="1545120"/>
          </a:xfrm>
          <a:custGeom>
            <a:avLst/>
            <a:gdLst/>
            <a:ahLst/>
            <a:cxnLst/>
            <a:rect l="0" t="0" r="0" b="0"/>
            <a:pathLst>
              <a:path w="191" h="1545120">
                <a:moveTo>
                  <a:pt x="0" y="1545120"/>
                </a:moveTo>
                <a:lnTo>
                  <a:pt x="0" y="0"/>
                </a:lnTo>
              </a:path>
            </a:pathLst>
          </a:custGeom>
          <a:noFill/>
          <a:ln w="8890">
            <a:solidFill>
              <a:srgbClr val="000000"/>
            </a:solidFill>
            <a:prstDash val="solid"/>
          </a:ln>
        </p:spPr>
      </p:sp>
      <p:sp>
        <p:nvSpPr>
          <p:cNvPr id="489" name="02_predicted_pose_3788">
            <a:extLst>
              <a:ext uri="{FF2B5EF4-FFF2-40B4-BE49-F238E27FC236}">
                <a16:creationId xmlns:a16="http://schemas.microsoft.com/office/drawing/2014/main" id="{DA39F195-458E-40F3-8A89-F362F44AFEB7}"/>
              </a:ext>
            </a:extLst>
          </p:cNvPr>
          <p:cNvSpPr>
            <a:spLocks noGrp="1"/>
          </p:cNvSpPr>
          <p:nvPr/>
        </p:nvSpPr>
        <p:spPr>
          <a:xfrm>
            <a:off x="712800" y="4038120"/>
            <a:ext cx="2402069" cy="191"/>
          </a:xfrm>
          <a:custGeom>
            <a:avLst/>
            <a:gdLst/>
            <a:ahLst/>
            <a:cxnLst/>
            <a:rect l="0" t="0" r="0" b="0"/>
            <a:pathLst>
              <a:path w="2402069" h="191">
                <a:moveTo>
                  <a:pt x="0" y="0"/>
                </a:moveTo>
                <a:lnTo>
                  <a:pt x="2402069" y="0"/>
                </a:lnTo>
              </a:path>
            </a:pathLst>
          </a:custGeom>
          <a:noFill/>
          <a:ln w="8890">
            <a:solidFill>
              <a:srgbClr val="000000"/>
            </a:solidFill>
            <a:prstDash val="solid"/>
          </a:ln>
        </p:spPr>
      </p:sp>
      <p:sp>
        <p:nvSpPr>
          <p:cNvPr id="490" name="02_predicted_pose_3789">
            <a:extLst>
              <a:ext uri="{FF2B5EF4-FFF2-40B4-BE49-F238E27FC236}">
                <a16:creationId xmlns:a16="http://schemas.microsoft.com/office/drawing/2014/main" id="{0D85CAD9-9A99-46C9-B732-A560FD1A7CCB}"/>
              </a:ext>
            </a:extLst>
          </p:cNvPr>
          <p:cNvSpPr>
            <a:spLocks noGrp="1"/>
          </p:cNvSpPr>
          <p:nvPr/>
        </p:nvSpPr>
        <p:spPr>
          <a:xfrm>
            <a:off x="1198933" y="3389518"/>
            <a:ext cx="285961" cy="246586"/>
          </a:xfrm>
          <a:custGeom>
            <a:avLst/>
            <a:gdLst/>
            <a:ahLst/>
            <a:cxnLst/>
            <a:rect l="0" t="0" r="0" b="0"/>
            <a:pathLst>
              <a:path w="285961" h="246586">
                <a:moveTo>
                  <a:pt x="0" y="246586"/>
                </a:moveTo>
                <a:lnTo>
                  <a:pt x="285961" y="246586"/>
                </a:lnTo>
                <a:lnTo>
                  <a:pt x="285961" y="0"/>
                </a:lnTo>
                <a:lnTo>
                  <a:pt x="0" y="0"/>
                </a:lnTo>
                <a:lnTo>
                  <a:pt x="0" y="246586"/>
                </a:lnTo>
                <a:lnTo>
                  <a:pt x="0" y="246586"/>
                </a:lnTo>
                <a:close/>
              </a:path>
            </a:pathLst>
          </a:custGeom>
          <a:solidFill>
            <a:srgbClr val="FFFFFF"/>
          </a:solidFill>
          <a:ln w="12700">
            <a:solidFill>
              <a:srgbClr val="2D887E"/>
            </a:solidFill>
            <a:prstDash val="solid"/>
          </a:ln>
        </p:spPr>
      </p:sp>
      <p:sp>
        <p:nvSpPr>
          <p:cNvPr id="491" name="02_predicted_pose_3790">
            <a:extLst>
              <a:ext uri="{FF2B5EF4-FFF2-40B4-BE49-F238E27FC236}">
                <a16:creationId xmlns:a16="http://schemas.microsoft.com/office/drawing/2014/main" id="{F1701DAB-58C0-4B77-95BE-02E96032A3B2}"/>
              </a:ext>
            </a:extLst>
          </p:cNvPr>
          <p:cNvSpPr>
            <a:spLocks noGrp="1"/>
          </p:cNvSpPr>
          <p:nvPr/>
        </p:nvSpPr>
        <p:spPr>
          <a:xfrm>
            <a:off x="1341913" y="3636104"/>
            <a:ext cx="191" cy="122280"/>
          </a:xfrm>
          <a:custGeom>
            <a:avLst/>
            <a:gdLst/>
            <a:ahLst/>
            <a:cxnLst/>
            <a:rect l="0" t="0" r="0" b="0"/>
            <a:pathLst>
              <a:path w="191" h="122280">
                <a:moveTo>
                  <a:pt x="0" y="0"/>
                </a:moveTo>
                <a:lnTo>
                  <a:pt x="0" y="122280"/>
                </a:lnTo>
              </a:path>
            </a:pathLst>
          </a:custGeom>
          <a:noFill/>
          <a:ln w="8890">
            <a:solidFill>
              <a:srgbClr val="2D887E"/>
            </a:solidFill>
            <a:prstDash val="solid"/>
          </a:ln>
        </p:spPr>
      </p:sp>
      <p:sp>
        <p:nvSpPr>
          <p:cNvPr id="492" name="02_predicted_pose_3791">
            <a:extLst>
              <a:ext uri="{FF2B5EF4-FFF2-40B4-BE49-F238E27FC236}">
                <a16:creationId xmlns:a16="http://schemas.microsoft.com/office/drawing/2014/main" id="{C04E6920-5293-4639-97FE-CF75E6C524EA}"/>
              </a:ext>
            </a:extLst>
          </p:cNvPr>
          <p:cNvSpPr>
            <a:spLocks noGrp="1"/>
          </p:cNvSpPr>
          <p:nvPr/>
        </p:nvSpPr>
        <p:spPr>
          <a:xfrm>
            <a:off x="1341913" y="2854696"/>
            <a:ext cx="191" cy="534822"/>
          </a:xfrm>
          <a:custGeom>
            <a:avLst/>
            <a:gdLst/>
            <a:ahLst/>
            <a:cxnLst/>
            <a:rect l="0" t="0" r="0" b="0"/>
            <a:pathLst>
              <a:path w="191" h="534822">
                <a:moveTo>
                  <a:pt x="0" y="534822"/>
                </a:moveTo>
                <a:lnTo>
                  <a:pt x="0" y="0"/>
                </a:lnTo>
              </a:path>
            </a:pathLst>
          </a:custGeom>
          <a:noFill/>
          <a:ln w="8890">
            <a:solidFill>
              <a:srgbClr val="2D887E"/>
            </a:solidFill>
            <a:prstDash val="solid"/>
          </a:ln>
        </p:spPr>
      </p:sp>
      <p:sp>
        <p:nvSpPr>
          <p:cNvPr id="493" name="02_predicted_pose_3792">
            <a:extLst>
              <a:ext uri="{FF2B5EF4-FFF2-40B4-BE49-F238E27FC236}">
                <a16:creationId xmlns:a16="http://schemas.microsoft.com/office/drawing/2014/main" id="{1B80317B-7B6E-4D5B-ADAB-A406CC9B0517}"/>
              </a:ext>
            </a:extLst>
          </p:cNvPr>
          <p:cNvSpPr>
            <a:spLocks noGrp="1"/>
          </p:cNvSpPr>
          <p:nvPr/>
        </p:nvSpPr>
        <p:spPr>
          <a:xfrm>
            <a:off x="1270423" y="3758384"/>
            <a:ext cx="142980" cy="191"/>
          </a:xfrm>
          <a:custGeom>
            <a:avLst/>
            <a:gdLst/>
            <a:ahLst/>
            <a:cxnLst/>
            <a:rect l="0" t="0" r="0" b="0"/>
            <a:pathLst>
              <a:path w="142980" h="191">
                <a:moveTo>
                  <a:pt x="0" y="0"/>
                </a:moveTo>
                <a:lnTo>
                  <a:pt x="142980" y="0"/>
                </a:lnTo>
              </a:path>
            </a:pathLst>
          </a:custGeom>
          <a:noFill/>
          <a:ln w="8890">
            <a:solidFill>
              <a:srgbClr val="2D887E"/>
            </a:solidFill>
            <a:prstDash val="solid"/>
          </a:ln>
        </p:spPr>
      </p:sp>
      <p:sp>
        <p:nvSpPr>
          <p:cNvPr id="494" name="02_predicted_pose_3793">
            <a:extLst>
              <a:ext uri="{FF2B5EF4-FFF2-40B4-BE49-F238E27FC236}">
                <a16:creationId xmlns:a16="http://schemas.microsoft.com/office/drawing/2014/main" id="{1708BFF2-E89B-4182-96B2-6AFF882D2305}"/>
              </a:ext>
            </a:extLst>
          </p:cNvPr>
          <p:cNvSpPr>
            <a:spLocks noGrp="1"/>
          </p:cNvSpPr>
          <p:nvPr/>
        </p:nvSpPr>
        <p:spPr>
          <a:xfrm>
            <a:off x="1270423" y="2854696"/>
            <a:ext cx="142980" cy="191"/>
          </a:xfrm>
          <a:custGeom>
            <a:avLst/>
            <a:gdLst/>
            <a:ahLst/>
            <a:cxnLst/>
            <a:rect l="0" t="0" r="0" b="0"/>
            <a:pathLst>
              <a:path w="142980" h="191">
                <a:moveTo>
                  <a:pt x="0" y="0"/>
                </a:moveTo>
                <a:lnTo>
                  <a:pt x="142980" y="0"/>
                </a:lnTo>
              </a:path>
            </a:pathLst>
          </a:custGeom>
          <a:noFill/>
          <a:ln w="8890">
            <a:solidFill>
              <a:srgbClr val="2D887E"/>
            </a:solidFill>
            <a:prstDash val="solid"/>
          </a:ln>
        </p:spPr>
      </p:sp>
      <p:sp>
        <p:nvSpPr>
          <p:cNvPr id="495" name="02_predicted_pose_3794">
            <a:extLst>
              <a:ext uri="{FF2B5EF4-FFF2-40B4-BE49-F238E27FC236}">
                <a16:creationId xmlns:a16="http://schemas.microsoft.com/office/drawing/2014/main" id="{EC72A5DD-2104-4554-AD82-5B320801B3E6}"/>
              </a:ext>
            </a:extLst>
          </p:cNvPr>
          <p:cNvSpPr>
            <a:spLocks noGrp="1"/>
          </p:cNvSpPr>
          <p:nvPr/>
        </p:nvSpPr>
        <p:spPr>
          <a:xfrm>
            <a:off x="2342775" y="3251014"/>
            <a:ext cx="285961" cy="202126"/>
          </a:xfrm>
          <a:custGeom>
            <a:avLst/>
            <a:gdLst/>
            <a:ahLst/>
            <a:cxnLst/>
            <a:rect l="0" t="0" r="0" b="0"/>
            <a:pathLst>
              <a:path w="285961" h="202126">
                <a:moveTo>
                  <a:pt x="0" y="202126"/>
                </a:moveTo>
                <a:lnTo>
                  <a:pt x="285961" y="202126"/>
                </a:lnTo>
                <a:lnTo>
                  <a:pt x="285961" y="0"/>
                </a:lnTo>
                <a:lnTo>
                  <a:pt x="0" y="0"/>
                </a:lnTo>
                <a:lnTo>
                  <a:pt x="0" y="202126"/>
                </a:lnTo>
                <a:lnTo>
                  <a:pt x="0" y="202126"/>
                </a:lnTo>
                <a:close/>
              </a:path>
            </a:pathLst>
          </a:custGeom>
          <a:solidFill>
            <a:srgbClr val="FFFFFF"/>
          </a:solidFill>
          <a:ln w="12700">
            <a:solidFill>
              <a:srgbClr val="B57442"/>
            </a:solidFill>
            <a:prstDash val="solid"/>
          </a:ln>
        </p:spPr>
      </p:sp>
      <p:sp>
        <p:nvSpPr>
          <p:cNvPr id="496" name="02_predicted_pose_3795">
            <a:extLst>
              <a:ext uri="{FF2B5EF4-FFF2-40B4-BE49-F238E27FC236}">
                <a16:creationId xmlns:a16="http://schemas.microsoft.com/office/drawing/2014/main" id="{D2F77E74-97C1-42E3-A1EC-6CEB045DDD76}"/>
              </a:ext>
            </a:extLst>
          </p:cNvPr>
          <p:cNvSpPr>
            <a:spLocks noGrp="1"/>
          </p:cNvSpPr>
          <p:nvPr/>
        </p:nvSpPr>
        <p:spPr>
          <a:xfrm>
            <a:off x="2485756" y="3453139"/>
            <a:ext cx="191" cy="102538"/>
          </a:xfrm>
          <a:custGeom>
            <a:avLst/>
            <a:gdLst/>
            <a:ahLst/>
            <a:cxnLst/>
            <a:rect l="0" t="0" r="0" b="0"/>
            <a:pathLst>
              <a:path w="191" h="102538">
                <a:moveTo>
                  <a:pt x="0" y="0"/>
                </a:moveTo>
                <a:lnTo>
                  <a:pt x="0" y="102538"/>
                </a:lnTo>
              </a:path>
            </a:pathLst>
          </a:custGeom>
          <a:noFill/>
          <a:ln w="8890">
            <a:solidFill>
              <a:srgbClr val="B57442"/>
            </a:solidFill>
            <a:prstDash val="solid"/>
          </a:ln>
        </p:spPr>
      </p:sp>
      <p:sp>
        <p:nvSpPr>
          <p:cNvPr id="497" name="02_predicted_pose_3796">
            <a:extLst>
              <a:ext uri="{FF2B5EF4-FFF2-40B4-BE49-F238E27FC236}">
                <a16:creationId xmlns:a16="http://schemas.microsoft.com/office/drawing/2014/main" id="{67346636-2209-4ADE-889E-3A549BE634F5}"/>
              </a:ext>
            </a:extLst>
          </p:cNvPr>
          <p:cNvSpPr>
            <a:spLocks noGrp="1"/>
          </p:cNvSpPr>
          <p:nvPr/>
        </p:nvSpPr>
        <p:spPr>
          <a:xfrm>
            <a:off x="2485756" y="2864116"/>
            <a:ext cx="191" cy="386898"/>
          </a:xfrm>
          <a:custGeom>
            <a:avLst/>
            <a:gdLst/>
            <a:ahLst/>
            <a:cxnLst/>
            <a:rect l="0" t="0" r="0" b="0"/>
            <a:pathLst>
              <a:path w="191" h="386898">
                <a:moveTo>
                  <a:pt x="0" y="386898"/>
                </a:moveTo>
                <a:lnTo>
                  <a:pt x="0" y="0"/>
                </a:lnTo>
              </a:path>
            </a:pathLst>
          </a:custGeom>
          <a:noFill/>
          <a:ln w="8890">
            <a:solidFill>
              <a:srgbClr val="B57442"/>
            </a:solidFill>
            <a:prstDash val="solid"/>
          </a:ln>
        </p:spPr>
      </p:sp>
      <p:sp>
        <p:nvSpPr>
          <p:cNvPr id="498" name="02_predicted_pose_3797">
            <a:extLst>
              <a:ext uri="{FF2B5EF4-FFF2-40B4-BE49-F238E27FC236}">
                <a16:creationId xmlns:a16="http://schemas.microsoft.com/office/drawing/2014/main" id="{18ACAB92-5A23-4784-BDC7-EA39782C7560}"/>
              </a:ext>
            </a:extLst>
          </p:cNvPr>
          <p:cNvSpPr>
            <a:spLocks noGrp="1"/>
          </p:cNvSpPr>
          <p:nvPr/>
        </p:nvSpPr>
        <p:spPr>
          <a:xfrm>
            <a:off x="2414266" y="3555678"/>
            <a:ext cx="142980" cy="191"/>
          </a:xfrm>
          <a:custGeom>
            <a:avLst/>
            <a:gdLst/>
            <a:ahLst/>
            <a:cxnLst/>
            <a:rect l="0" t="0" r="0" b="0"/>
            <a:pathLst>
              <a:path w="142980" h="191">
                <a:moveTo>
                  <a:pt x="0" y="0"/>
                </a:moveTo>
                <a:lnTo>
                  <a:pt x="142980" y="0"/>
                </a:lnTo>
              </a:path>
            </a:pathLst>
          </a:custGeom>
          <a:noFill/>
          <a:ln w="8890">
            <a:solidFill>
              <a:srgbClr val="B57442"/>
            </a:solidFill>
            <a:prstDash val="solid"/>
          </a:ln>
        </p:spPr>
      </p:sp>
      <p:sp>
        <p:nvSpPr>
          <p:cNvPr id="499" name="02_predicted_pose_3798">
            <a:extLst>
              <a:ext uri="{FF2B5EF4-FFF2-40B4-BE49-F238E27FC236}">
                <a16:creationId xmlns:a16="http://schemas.microsoft.com/office/drawing/2014/main" id="{342C9205-F368-4A83-A33E-9994DD053463}"/>
              </a:ext>
            </a:extLst>
          </p:cNvPr>
          <p:cNvSpPr>
            <a:spLocks noGrp="1"/>
          </p:cNvSpPr>
          <p:nvPr/>
        </p:nvSpPr>
        <p:spPr>
          <a:xfrm>
            <a:off x="2414266" y="2864116"/>
            <a:ext cx="142980" cy="191"/>
          </a:xfrm>
          <a:custGeom>
            <a:avLst/>
            <a:gdLst/>
            <a:ahLst/>
            <a:cxnLst/>
            <a:rect l="0" t="0" r="0" b="0"/>
            <a:pathLst>
              <a:path w="142980" h="191">
                <a:moveTo>
                  <a:pt x="0" y="0"/>
                </a:moveTo>
                <a:lnTo>
                  <a:pt x="142980" y="0"/>
                </a:lnTo>
              </a:path>
            </a:pathLst>
          </a:custGeom>
          <a:noFill/>
          <a:ln w="8890">
            <a:solidFill>
              <a:srgbClr val="B57442"/>
            </a:solidFill>
            <a:prstDash val="solid"/>
          </a:ln>
        </p:spPr>
      </p:sp>
      <p:sp>
        <p:nvSpPr>
          <p:cNvPr id="500" name="text_3799">
            <a:extLst>
              <a:ext uri="{FF2B5EF4-FFF2-40B4-BE49-F238E27FC236}">
                <a16:creationId xmlns:a16="http://schemas.microsoft.com/office/drawing/2014/main" id="{B41F73AA-DE3B-4565-9A6F-6869463DB700}"/>
              </a:ext>
            </a:extLst>
          </p:cNvPr>
          <p:cNvSpPr>
            <a:spLocks noGrp="1"/>
          </p:cNvSpPr>
          <p:nvPr/>
        </p:nvSpPr>
        <p:spPr>
          <a:xfrm>
            <a:off x="280428" y="2329062"/>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a</a:t>
            </a:r>
          </a:p>
        </p:txBody>
      </p:sp>
      <p:sp>
        <p:nvSpPr>
          <p:cNvPr id="501" name="text_3800">
            <a:extLst>
              <a:ext uri="{FF2B5EF4-FFF2-40B4-BE49-F238E27FC236}">
                <a16:creationId xmlns:a16="http://schemas.microsoft.com/office/drawing/2014/main" id="{51666816-0564-48A6-A119-306BB51437CA}"/>
              </a:ext>
            </a:extLst>
          </p:cNvPr>
          <p:cNvSpPr>
            <a:spLocks noGrp="1"/>
          </p:cNvSpPr>
          <p:nvPr/>
        </p:nvSpPr>
        <p:spPr>
          <a:xfrm>
            <a:off x="712800" y="2280719"/>
            <a:ext cx="76826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b="0">
                <a:solidFill>
                  <a:srgbClr val="273744"/>
                </a:solidFill>
                <a:latin typeface="Arial"/>
                <a:ea typeface="Arial"/>
                <a:cs typeface="Arial"/>
              </a:rPr>
              <a:t>GT, Top-1 pose</a:t>
            </a:r>
          </a:p>
        </p:txBody>
      </p:sp>
      <p:sp>
        <p:nvSpPr>
          <p:cNvPr id="502" name="02_predicted_pose_3801">
            <a:extLst>
              <a:ext uri="{FF2B5EF4-FFF2-40B4-BE49-F238E27FC236}">
                <a16:creationId xmlns:a16="http://schemas.microsoft.com/office/drawing/2014/main" id="{ED5DC26B-2630-41F9-9157-5082D1E22A49}"/>
              </a:ext>
            </a:extLst>
          </p:cNvPr>
          <p:cNvSpPr>
            <a:spLocks noGrp="1"/>
          </p:cNvSpPr>
          <p:nvPr/>
        </p:nvSpPr>
        <p:spPr>
          <a:xfrm>
            <a:off x="1198933" y="3574119"/>
            <a:ext cx="285961" cy="191"/>
          </a:xfrm>
          <a:custGeom>
            <a:avLst/>
            <a:gdLst/>
            <a:ahLst/>
            <a:cxnLst/>
            <a:rect l="0" t="0" r="0" b="0"/>
            <a:pathLst>
              <a:path w="285961" h="191">
                <a:moveTo>
                  <a:pt x="0" y="0"/>
                </a:moveTo>
                <a:lnTo>
                  <a:pt x="285961" y="0"/>
                </a:lnTo>
              </a:path>
            </a:pathLst>
          </a:custGeom>
          <a:noFill/>
          <a:ln w="19050">
            <a:solidFill>
              <a:srgbClr val="2D887E"/>
            </a:solidFill>
            <a:prstDash val="solid"/>
          </a:ln>
        </p:spPr>
      </p:sp>
      <p:sp>
        <p:nvSpPr>
          <p:cNvPr id="503" name="02_predicted_pose_3802">
            <a:extLst>
              <a:ext uri="{FF2B5EF4-FFF2-40B4-BE49-F238E27FC236}">
                <a16:creationId xmlns:a16="http://schemas.microsoft.com/office/drawing/2014/main" id="{5B14A422-AEA0-4E4E-A554-BB753E89EE15}"/>
              </a:ext>
            </a:extLst>
          </p:cNvPr>
          <p:cNvSpPr>
            <a:spLocks noGrp="1"/>
          </p:cNvSpPr>
          <p:nvPr/>
        </p:nvSpPr>
        <p:spPr>
          <a:xfrm>
            <a:off x="2342775" y="3330258"/>
            <a:ext cx="285961" cy="191"/>
          </a:xfrm>
          <a:custGeom>
            <a:avLst/>
            <a:gdLst/>
            <a:ahLst/>
            <a:cxnLst/>
            <a:rect l="0" t="0" r="0" b="0"/>
            <a:pathLst>
              <a:path w="285961" h="191">
                <a:moveTo>
                  <a:pt x="0" y="0"/>
                </a:moveTo>
                <a:lnTo>
                  <a:pt x="285961" y="0"/>
                </a:lnTo>
              </a:path>
            </a:pathLst>
          </a:custGeom>
          <a:noFill/>
          <a:ln w="19050">
            <a:solidFill>
              <a:srgbClr val="B57442"/>
            </a:solidFill>
            <a:prstDash val="solid"/>
          </a:ln>
        </p:spPr>
      </p:sp>
      <p:sp>
        <p:nvSpPr>
          <p:cNvPr id="504" name="02_predicted_pose_3803">
            <a:extLst>
              <a:ext uri="{FF2B5EF4-FFF2-40B4-BE49-F238E27FC236}">
                <a16:creationId xmlns:a16="http://schemas.microsoft.com/office/drawing/2014/main" id="{6A9DE701-3E91-412D-826D-DE8222F228A8}"/>
              </a:ext>
            </a:extLst>
          </p:cNvPr>
          <p:cNvSpPr>
            <a:spLocks noGrp="1"/>
          </p:cNvSpPr>
          <p:nvPr/>
        </p:nvSpPr>
        <p:spPr>
          <a:xfrm>
            <a:off x="3883531" y="2493000"/>
            <a:ext cx="2402069" cy="1545120"/>
          </a:xfrm>
          <a:custGeom>
            <a:avLst/>
            <a:gdLst/>
            <a:ahLst/>
            <a:cxnLst/>
            <a:rect l="0" t="0" r="0" b="0"/>
            <a:pathLst>
              <a:path w="2402069" h="1545120">
                <a:moveTo>
                  <a:pt x="0" y="1545120"/>
                </a:moveTo>
                <a:lnTo>
                  <a:pt x="2402069" y="1545120"/>
                </a:lnTo>
                <a:lnTo>
                  <a:pt x="2402069" y="0"/>
                </a:lnTo>
                <a:lnTo>
                  <a:pt x="0" y="0"/>
                </a:lnTo>
                <a:lnTo>
                  <a:pt x="0" y="1545120"/>
                </a:lnTo>
                <a:close/>
              </a:path>
            </a:pathLst>
          </a:custGeom>
          <a:solidFill>
            <a:srgbClr val="FFFFFF"/>
          </a:solidFill>
          <a:ln w="0">
            <a:noFill/>
            <a:prstDash val="solid"/>
          </a:ln>
        </p:spPr>
      </p:sp>
      <p:sp>
        <p:nvSpPr>
          <p:cNvPr id="505" name="02_predicted_pose_3804">
            <a:extLst>
              <a:ext uri="{FF2B5EF4-FFF2-40B4-BE49-F238E27FC236}">
                <a16:creationId xmlns:a16="http://schemas.microsoft.com/office/drawing/2014/main" id="{0A4632C2-8135-45CA-8EC5-05D04623B1A2}"/>
              </a:ext>
            </a:extLst>
          </p:cNvPr>
          <p:cNvSpPr>
            <a:spLocks noGrp="1"/>
          </p:cNvSpPr>
          <p:nvPr/>
        </p:nvSpPr>
        <p:spPr>
          <a:xfrm>
            <a:off x="3883531" y="3301264"/>
            <a:ext cx="2402069" cy="191"/>
          </a:xfrm>
          <a:custGeom>
            <a:avLst/>
            <a:gdLst/>
            <a:ahLst/>
            <a:cxnLst/>
            <a:rect l="0" t="0" r="0" b="0"/>
            <a:pathLst>
              <a:path w="2402069" h="191">
                <a:moveTo>
                  <a:pt x="0" y="0"/>
                </a:moveTo>
                <a:lnTo>
                  <a:pt x="2402069" y="0"/>
                </a:lnTo>
              </a:path>
            </a:pathLst>
          </a:custGeom>
          <a:noFill/>
          <a:ln w="7620">
            <a:solidFill>
              <a:srgbClr val="BCC5CB"/>
            </a:solidFill>
            <a:prstDash val="dash"/>
          </a:ln>
        </p:spPr>
      </p:sp>
      <p:sp>
        <p:nvSpPr>
          <p:cNvPr id="506" name="02_predicted_pose_3805">
            <a:extLst>
              <a:ext uri="{FF2B5EF4-FFF2-40B4-BE49-F238E27FC236}">
                <a16:creationId xmlns:a16="http://schemas.microsoft.com/office/drawing/2014/main" id="{4EA72535-8DEF-4187-B3AA-478D11B7E10A}"/>
              </a:ext>
            </a:extLst>
          </p:cNvPr>
          <p:cNvSpPr>
            <a:spLocks noGrp="1"/>
          </p:cNvSpPr>
          <p:nvPr/>
        </p:nvSpPr>
        <p:spPr>
          <a:xfrm>
            <a:off x="3883531" y="3171511"/>
            <a:ext cx="2402069" cy="191"/>
          </a:xfrm>
          <a:custGeom>
            <a:avLst/>
            <a:gdLst/>
            <a:ahLst/>
            <a:cxnLst/>
            <a:rect l="0" t="0" r="0" b="0"/>
            <a:pathLst>
              <a:path w="2402069" h="191">
                <a:moveTo>
                  <a:pt x="0" y="0"/>
                </a:moveTo>
                <a:lnTo>
                  <a:pt x="2402069" y="0"/>
                </a:lnTo>
              </a:path>
            </a:pathLst>
          </a:custGeom>
          <a:noFill/>
          <a:ln w="7620">
            <a:solidFill>
              <a:srgbClr val="BCC5CB"/>
            </a:solidFill>
            <a:prstDash val="dash"/>
          </a:ln>
        </p:spPr>
      </p:sp>
      <p:sp>
        <p:nvSpPr>
          <p:cNvPr id="507" name="02_predicted_pose_3806">
            <a:extLst>
              <a:ext uri="{FF2B5EF4-FFF2-40B4-BE49-F238E27FC236}">
                <a16:creationId xmlns:a16="http://schemas.microsoft.com/office/drawing/2014/main" id="{ACAD0AA5-B1BE-497F-B2A9-4BCC743EAAA5}"/>
              </a:ext>
            </a:extLst>
          </p:cNvPr>
          <p:cNvSpPr>
            <a:spLocks noGrp="1"/>
          </p:cNvSpPr>
          <p:nvPr/>
        </p:nvSpPr>
        <p:spPr>
          <a:xfrm>
            <a:off x="4512644" y="4038120"/>
            <a:ext cx="191" cy="38100"/>
          </a:xfrm>
          <a:custGeom>
            <a:avLst/>
            <a:gdLst/>
            <a:ahLst/>
            <a:cxnLst/>
            <a:rect l="0" t="0" r="0" b="0"/>
            <a:pathLst>
              <a:path w="191" h="38100">
                <a:moveTo>
                  <a:pt x="0" y="0"/>
                </a:moveTo>
                <a:lnTo>
                  <a:pt x="0" y="38100"/>
                </a:lnTo>
              </a:path>
            </a:pathLst>
          </a:custGeom>
          <a:solidFill>
            <a:srgbClr val="273744"/>
          </a:solidFill>
          <a:ln w="10160">
            <a:solidFill>
              <a:srgbClr val="273744"/>
            </a:solidFill>
            <a:prstDash val="solid"/>
          </a:ln>
        </p:spPr>
      </p:sp>
      <p:sp>
        <p:nvSpPr>
          <p:cNvPr id="508" name="text_3807">
            <a:extLst>
              <a:ext uri="{FF2B5EF4-FFF2-40B4-BE49-F238E27FC236}">
                <a16:creationId xmlns:a16="http://schemas.microsoft.com/office/drawing/2014/main" id="{EF9489BA-2FF2-4B2C-A6E2-9863ECF99466}"/>
              </a:ext>
            </a:extLst>
          </p:cNvPr>
          <p:cNvSpPr>
            <a:spLocks noGrp="1"/>
          </p:cNvSpPr>
          <p:nvPr/>
        </p:nvSpPr>
        <p:spPr>
          <a:xfrm>
            <a:off x="4149488" y="4107722"/>
            <a:ext cx="739013"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PocketXMol-tuned</a:t>
            </a:r>
          </a:p>
        </p:txBody>
      </p:sp>
      <p:sp>
        <p:nvSpPr>
          <p:cNvPr id="509" name="02_predicted_pose_3808">
            <a:extLst>
              <a:ext uri="{FF2B5EF4-FFF2-40B4-BE49-F238E27FC236}">
                <a16:creationId xmlns:a16="http://schemas.microsoft.com/office/drawing/2014/main" id="{0BE28D48-F063-4A09-98AB-084BB37E3295}"/>
              </a:ext>
            </a:extLst>
          </p:cNvPr>
          <p:cNvSpPr>
            <a:spLocks noGrp="1"/>
          </p:cNvSpPr>
          <p:nvPr/>
        </p:nvSpPr>
        <p:spPr>
          <a:xfrm>
            <a:off x="5656487" y="4038120"/>
            <a:ext cx="191" cy="38100"/>
          </a:xfrm>
          <a:custGeom>
            <a:avLst/>
            <a:gdLst/>
            <a:ahLst/>
            <a:cxnLst/>
            <a:rect l="0" t="0" r="0" b="0"/>
            <a:pathLst>
              <a:path w="191" h="38100">
                <a:moveTo>
                  <a:pt x="0" y="0"/>
                </a:moveTo>
                <a:lnTo>
                  <a:pt x="0" y="38100"/>
                </a:lnTo>
              </a:path>
            </a:pathLst>
          </a:custGeom>
          <a:solidFill>
            <a:srgbClr val="273744"/>
          </a:solidFill>
          <a:ln w="10160">
            <a:solidFill>
              <a:srgbClr val="273744"/>
            </a:solidFill>
            <a:prstDash val="solid"/>
          </a:ln>
        </p:spPr>
      </p:sp>
      <p:sp>
        <p:nvSpPr>
          <p:cNvPr id="510" name="text_3809">
            <a:extLst>
              <a:ext uri="{FF2B5EF4-FFF2-40B4-BE49-F238E27FC236}">
                <a16:creationId xmlns:a16="http://schemas.microsoft.com/office/drawing/2014/main" id="{979CC08A-F413-4A91-802E-84423C9FFF08}"/>
              </a:ext>
            </a:extLst>
          </p:cNvPr>
          <p:cNvSpPr>
            <a:spLocks noGrp="1"/>
          </p:cNvSpPr>
          <p:nvPr/>
        </p:nvSpPr>
        <p:spPr>
          <a:xfrm>
            <a:off x="5357605" y="4107986"/>
            <a:ext cx="610464"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Emap2lig-Build</a:t>
            </a:r>
          </a:p>
        </p:txBody>
      </p:sp>
      <p:sp>
        <p:nvSpPr>
          <p:cNvPr id="511" name="02_predicted_pose_3810">
            <a:extLst>
              <a:ext uri="{FF2B5EF4-FFF2-40B4-BE49-F238E27FC236}">
                <a16:creationId xmlns:a16="http://schemas.microsoft.com/office/drawing/2014/main" id="{2EDD1499-28E1-4763-BCB4-B65920B64F60}"/>
              </a:ext>
            </a:extLst>
          </p:cNvPr>
          <p:cNvSpPr>
            <a:spLocks noGrp="1"/>
          </p:cNvSpPr>
          <p:nvPr/>
        </p:nvSpPr>
        <p:spPr>
          <a:xfrm>
            <a:off x="3845431" y="4038120"/>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512" name="text_3811">
            <a:extLst>
              <a:ext uri="{FF2B5EF4-FFF2-40B4-BE49-F238E27FC236}">
                <a16:creationId xmlns:a16="http://schemas.microsoft.com/office/drawing/2014/main" id="{B5FD0740-E23A-45D9-9FA4-01411333887C}"/>
              </a:ext>
            </a:extLst>
          </p:cNvPr>
          <p:cNvSpPr>
            <a:spLocks noGrp="1"/>
          </p:cNvSpPr>
          <p:nvPr/>
        </p:nvSpPr>
        <p:spPr>
          <a:xfrm>
            <a:off x="3683760" y="3999705"/>
            <a:ext cx="136271"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0.2</a:t>
            </a:r>
          </a:p>
        </p:txBody>
      </p:sp>
      <p:sp>
        <p:nvSpPr>
          <p:cNvPr id="513" name="02_predicted_pose_3812">
            <a:extLst>
              <a:ext uri="{FF2B5EF4-FFF2-40B4-BE49-F238E27FC236}">
                <a16:creationId xmlns:a16="http://schemas.microsoft.com/office/drawing/2014/main" id="{7A9E022B-871F-464E-8657-DA3F0575A625}"/>
              </a:ext>
            </a:extLst>
          </p:cNvPr>
          <p:cNvSpPr>
            <a:spLocks noGrp="1"/>
          </p:cNvSpPr>
          <p:nvPr/>
        </p:nvSpPr>
        <p:spPr>
          <a:xfrm>
            <a:off x="3845431" y="3744896"/>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514" name="text_3813">
            <a:extLst>
              <a:ext uri="{FF2B5EF4-FFF2-40B4-BE49-F238E27FC236}">
                <a16:creationId xmlns:a16="http://schemas.microsoft.com/office/drawing/2014/main" id="{AE1D1AA1-EB7C-4F6A-B933-EC5496C9D45D}"/>
              </a:ext>
            </a:extLst>
          </p:cNvPr>
          <p:cNvSpPr>
            <a:spLocks noGrp="1"/>
          </p:cNvSpPr>
          <p:nvPr/>
        </p:nvSpPr>
        <p:spPr>
          <a:xfrm>
            <a:off x="3683760" y="3706481"/>
            <a:ext cx="136271"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0.5</a:t>
            </a:r>
          </a:p>
        </p:txBody>
      </p:sp>
      <p:sp>
        <p:nvSpPr>
          <p:cNvPr id="515" name="02_predicted_pose_3814">
            <a:extLst>
              <a:ext uri="{FF2B5EF4-FFF2-40B4-BE49-F238E27FC236}">
                <a16:creationId xmlns:a16="http://schemas.microsoft.com/office/drawing/2014/main" id="{0F29E0F9-3D79-46AC-BEAF-56F47837A4BC}"/>
              </a:ext>
            </a:extLst>
          </p:cNvPr>
          <p:cNvSpPr>
            <a:spLocks noGrp="1"/>
          </p:cNvSpPr>
          <p:nvPr/>
        </p:nvSpPr>
        <p:spPr>
          <a:xfrm>
            <a:off x="3845431" y="3523080"/>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516" name="text_3815">
            <a:extLst>
              <a:ext uri="{FF2B5EF4-FFF2-40B4-BE49-F238E27FC236}">
                <a16:creationId xmlns:a16="http://schemas.microsoft.com/office/drawing/2014/main" id="{97A66137-C859-49B5-8264-44DEE854E813}"/>
              </a:ext>
            </a:extLst>
          </p:cNvPr>
          <p:cNvSpPr>
            <a:spLocks noGrp="1"/>
          </p:cNvSpPr>
          <p:nvPr/>
        </p:nvSpPr>
        <p:spPr>
          <a:xfrm>
            <a:off x="3757903" y="3484665"/>
            <a:ext cx="62128"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1</a:t>
            </a:r>
          </a:p>
        </p:txBody>
      </p:sp>
      <p:sp>
        <p:nvSpPr>
          <p:cNvPr id="517" name="02_predicted_pose_3816">
            <a:extLst>
              <a:ext uri="{FF2B5EF4-FFF2-40B4-BE49-F238E27FC236}">
                <a16:creationId xmlns:a16="http://schemas.microsoft.com/office/drawing/2014/main" id="{F4F2AEB2-7987-43E4-B691-756F6754049A}"/>
              </a:ext>
            </a:extLst>
          </p:cNvPr>
          <p:cNvSpPr>
            <a:spLocks noGrp="1"/>
          </p:cNvSpPr>
          <p:nvPr/>
        </p:nvSpPr>
        <p:spPr>
          <a:xfrm>
            <a:off x="3845431" y="3301264"/>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518" name="text_3817">
            <a:extLst>
              <a:ext uri="{FF2B5EF4-FFF2-40B4-BE49-F238E27FC236}">
                <a16:creationId xmlns:a16="http://schemas.microsoft.com/office/drawing/2014/main" id="{BF472C8E-D818-42D9-BEDF-75343710EEA7}"/>
              </a:ext>
            </a:extLst>
          </p:cNvPr>
          <p:cNvSpPr>
            <a:spLocks noGrp="1"/>
          </p:cNvSpPr>
          <p:nvPr/>
        </p:nvSpPr>
        <p:spPr>
          <a:xfrm>
            <a:off x="3757903" y="3262850"/>
            <a:ext cx="62128"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2</a:t>
            </a:r>
          </a:p>
        </p:txBody>
      </p:sp>
      <p:sp>
        <p:nvSpPr>
          <p:cNvPr id="519" name="02_predicted_pose_3818">
            <a:extLst>
              <a:ext uri="{FF2B5EF4-FFF2-40B4-BE49-F238E27FC236}">
                <a16:creationId xmlns:a16="http://schemas.microsoft.com/office/drawing/2014/main" id="{D2F049D3-5475-453B-BD2C-76CEFBAFC158}"/>
              </a:ext>
            </a:extLst>
          </p:cNvPr>
          <p:cNvSpPr>
            <a:spLocks noGrp="1"/>
          </p:cNvSpPr>
          <p:nvPr/>
        </p:nvSpPr>
        <p:spPr>
          <a:xfrm>
            <a:off x="3845431" y="3171511"/>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520" name="text_3819">
            <a:extLst>
              <a:ext uri="{FF2B5EF4-FFF2-40B4-BE49-F238E27FC236}">
                <a16:creationId xmlns:a16="http://schemas.microsoft.com/office/drawing/2014/main" id="{FF5EB8FA-345B-48A0-AA82-03055FECC470}"/>
              </a:ext>
            </a:extLst>
          </p:cNvPr>
          <p:cNvSpPr>
            <a:spLocks noGrp="1"/>
          </p:cNvSpPr>
          <p:nvPr/>
        </p:nvSpPr>
        <p:spPr>
          <a:xfrm>
            <a:off x="3757903" y="3133096"/>
            <a:ext cx="62128"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3</a:t>
            </a:r>
          </a:p>
        </p:txBody>
      </p:sp>
      <p:sp>
        <p:nvSpPr>
          <p:cNvPr id="521" name="02_predicted_pose_3820">
            <a:extLst>
              <a:ext uri="{FF2B5EF4-FFF2-40B4-BE49-F238E27FC236}">
                <a16:creationId xmlns:a16="http://schemas.microsoft.com/office/drawing/2014/main" id="{ECCFA0BD-1C4D-4F5C-A3E2-253ADF313218}"/>
              </a:ext>
            </a:extLst>
          </p:cNvPr>
          <p:cNvSpPr>
            <a:spLocks noGrp="1"/>
          </p:cNvSpPr>
          <p:nvPr/>
        </p:nvSpPr>
        <p:spPr>
          <a:xfrm>
            <a:off x="3845431" y="3008040"/>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522" name="text_3821">
            <a:extLst>
              <a:ext uri="{FF2B5EF4-FFF2-40B4-BE49-F238E27FC236}">
                <a16:creationId xmlns:a16="http://schemas.microsoft.com/office/drawing/2014/main" id="{69398BB6-8431-4B46-A22F-4CBA726AD1E1}"/>
              </a:ext>
            </a:extLst>
          </p:cNvPr>
          <p:cNvSpPr>
            <a:spLocks noGrp="1"/>
          </p:cNvSpPr>
          <p:nvPr/>
        </p:nvSpPr>
        <p:spPr>
          <a:xfrm>
            <a:off x="3757903" y="2969625"/>
            <a:ext cx="62128"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5</a:t>
            </a:r>
          </a:p>
        </p:txBody>
      </p:sp>
      <p:sp>
        <p:nvSpPr>
          <p:cNvPr id="523" name="02_predicted_pose_3822">
            <a:extLst>
              <a:ext uri="{FF2B5EF4-FFF2-40B4-BE49-F238E27FC236}">
                <a16:creationId xmlns:a16="http://schemas.microsoft.com/office/drawing/2014/main" id="{9F036CBD-86CC-424C-8CB5-801EF85EA4B0}"/>
              </a:ext>
            </a:extLst>
          </p:cNvPr>
          <p:cNvSpPr>
            <a:spLocks noGrp="1"/>
          </p:cNvSpPr>
          <p:nvPr/>
        </p:nvSpPr>
        <p:spPr>
          <a:xfrm>
            <a:off x="3845431" y="2786224"/>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524" name="text_3823">
            <a:extLst>
              <a:ext uri="{FF2B5EF4-FFF2-40B4-BE49-F238E27FC236}">
                <a16:creationId xmlns:a16="http://schemas.microsoft.com/office/drawing/2014/main" id="{0DA5918A-F735-4CFE-96CF-F1E9164A9317}"/>
              </a:ext>
            </a:extLst>
          </p:cNvPr>
          <p:cNvSpPr>
            <a:spLocks noGrp="1"/>
          </p:cNvSpPr>
          <p:nvPr/>
        </p:nvSpPr>
        <p:spPr>
          <a:xfrm>
            <a:off x="3708474" y="2747810"/>
            <a:ext cx="111557"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10</a:t>
            </a:r>
          </a:p>
        </p:txBody>
      </p:sp>
      <p:sp>
        <p:nvSpPr>
          <p:cNvPr id="525" name="02_predicted_pose_3824">
            <a:extLst>
              <a:ext uri="{FF2B5EF4-FFF2-40B4-BE49-F238E27FC236}">
                <a16:creationId xmlns:a16="http://schemas.microsoft.com/office/drawing/2014/main" id="{0393E096-B4DA-4D9B-BEEA-CEE5E82CB687}"/>
              </a:ext>
            </a:extLst>
          </p:cNvPr>
          <p:cNvSpPr>
            <a:spLocks noGrp="1"/>
          </p:cNvSpPr>
          <p:nvPr/>
        </p:nvSpPr>
        <p:spPr>
          <a:xfrm>
            <a:off x="3845431" y="2564409"/>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526" name="text_3825">
            <a:extLst>
              <a:ext uri="{FF2B5EF4-FFF2-40B4-BE49-F238E27FC236}">
                <a16:creationId xmlns:a16="http://schemas.microsoft.com/office/drawing/2014/main" id="{EF4F45B2-9981-468B-B27F-32149C50F67E}"/>
              </a:ext>
            </a:extLst>
          </p:cNvPr>
          <p:cNvSpPr>
            <a:spLocks noGrp="1"/>
          </p:cNvSpPr>
          <p:nvPr/>
        </p:nvSpPr>
        <p:spPr>
          <a:xfrm>
            <a:off x="3708474" y="2525994"/>
            <a:ext cx="111557"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20</a:t>
            </a:r>
          </a:p>
        </p:txBody>
      </p:sp>
      <p:sp>
        <p:nvSpPr>
          <p:cNvPr id="527" name="text_3826">
            <a:extLst>
              <a:ext uri="{FF2B5EF4-FFF2-40B4-BE49-F238E27FC236}">
                <a16:creationId xmlns:a16="http://schemas.microsoft.com/office/drawing/2014/main" id="{1E252911-9C46-429F-A1AC-EFC399431B81}"/>
              </a:ext>
            </a:extLst>
          </p:cNvPr>
          <p:cNvSpPr>
            <a:spLocks noGrp="1"/>
          </p:cNvSpPr>
          <p:nvPr/>
        </p:nvSpPr>
        <p:spPr>
          <a:xfrm rot="-5400000">
            <a:off x="3363418" y="3202060"/>
            <a:ext cx="475488"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stStyle>
          <a:p>
            <a:pPr algn="l">
              <a:defRPr sz="800" b="0">
                <a:solidFill>
                  <a:srgbClr val="273744"/>
                </a:solidFill>
                <a:latin typeface="Arial"/>
                <a:ea typeface="Arial"/>
                <a:cs typeface="Arial"/>
              </a:defRPr>
            </a:pPr>
            <a:r>
              <a:rPr sz="800" b="0">
                <a:solidFill>
                  <a:srgbClr val="273744"/>
                </a:solidFill>
                <a:latin typeface="Arial"/>
                <a:ea typeface="Arial"/>
                <a:cs typeface="Arial"/>
              </a:rPr>
              <a:t>RMSD (Å)</a:t>
            </a:r>
          </a:p>
        </p:txBody>
      </p:sp>
      <p:sp>
        <p:nvSpPr>
          <p:cNvPr id="528" name="02_predicted_pose_3827">
            <a:extLst>
              <a:ext uri="{FF2B5EF4-FFF2-40B4-BE49-F238E27FC236}">
                <a16:creationId xmlns:a16="http://schemas.microsoft.com/office/drawing/2014/main" id="{5DD24816-6424-4268-A3B5-FD0DC35F6933}"/>
              </a:ext>
            </a:extLst>
          </p:cNvPr>
          <p:cNvSpPr>
            <a:spLocks noGrp="1"/>
          </p:cNvSpPr>
          <p:nvPr/>
        </p:nvSpPr>
        <p:spPr>
          <a:xfrm>
            <a:off x="4438841" y="3654731"/>
            <a:ext cx="28398" cy="28398"/>
          </a:xfrm>
          <a:prstGeom prst="ellipse">
            <a:avLst/>
          </a:prstGeom>
          <a:solidFill>
            <a:srgbClr val="2D887E">
              <a:alpha val="30000"/>
            </a:srgbClr>
          </a:solidFill>
          <a:ln w="0">
            <a:noFill/>
            <a:prstDash val="solid"/>
          </a:ln>
        </p:spPr>
      </p:sp>
      <p:sp>
        <p:nvSpPr>
          <p:cNvPr id="529" name="02_predicted_pose_3828">
            <a:extLst>
              <a:ext uri="{FF2B5EF4-FFF2-40B4-BE49-F238E27FC236}">
                <a16:creationId xmlns:a16="http://schemas.microsoft.com/office/drawing/2014/main" id="{A90CAD55-199B-425F-A90A-EFED080429C9}"/>
              </a:ext>
            </a:extLst>
          </p:cNvPr>
          <p:cNvSpPr>
            <a:spLocks noGrp="1"/>
          </p:cNvSpPr>
          <p:nvPr/>
        </p:nvSpPr>
        <p:spPr>
          <a:xfrm>
            <a:off x="4452623" y="3642612"/>
            <a:ext cx="28398" cy="28398"/>
          </a:xfrm>
          <a:prstGeom prst="ellipse">
            <a:avLst/>
          </a:prstGeom>
          <a:solidFill>
            <a:srgbClr val="2D887E">
              <a:alpha val="30000"/>
            </a:srgbClr>
          </a:solidFill>
          <a:ln w="0">
            <a:noFill/>
            <a:prstDash val="solid"/>
          </a:ln>
        </p:spPr>
      </p:sp>
      <p:sp>
        <p:nvSpPr>
          <p:cNvPr id="530" name="02_predicted_pose_3829">
            <a:extLst>
              <a:ext uri="{FF2B5EF4-FFF2-40B4-BE49-F238E27FC236}">
                <a16:creationId xmlns:a16="http://schemas.microsoft.com/office/drawing/2014/main" id="{B5C1710D-0D85-47A6-935B-B816536C2D0F}"/>
              </a:ext>
            </a:extLst>
          </p:cNvPr>
          <p:cNvSpPr>
            <a:spLocks noGrp="1"/>
          </p:cNvSpPr>
          <p:nvPr/>
        </p:nvSpPr>
        <p:spPr>
          <a:xfrm>
            <a:off x="4466404" y="3632265"/>
            <a:ext cx="28398" cy="28398"/>
          </a:xfrm>
          <a:prstGeom prst="ellipse">
            <a:avLst/>
          </a:prstGeom>
          <a:solidFill>
            <a:srgbClr val="2D887E">
              <a:alpha val="30000"/>
            </a:srgbClr>
          </a:solidFill>
          <a:ln w="0">
            <a:noFill/>
            <a:prstDash val="solid"/>
          </a:ln>
        </p:spPr>
      </p:sp>
      <p:sp>
        <p:nvSpPr>
          <p:cNvPr id="531" name="02_predicted_pose_3830">
            <a:extLst>
              <a:ext uri="{FF2B5EF4-FFF2-40B4-BE49-F238E27FC236}">
                <a16:creationId xmlns:a16="http://schemas.microsoft.com/office/drawing/2014/main" id="{67DB9E67-237C-4A8B-A2F5-9FC301015E86}"/>
              </a:ext>
            </a:extLst>
          </p:cNvPr>
          <p:cNvSpPr>
            <a:spLocks noGrp="1"/>
          </p:cNvSpPr>
          <p:nvPr/>
        </p:nvSpPr>
        <p:spPr>
          <a:xfrm>
            <a:off x="4480185" y="3626057"/>
            <a:ext cx="28398" cy="28398"/>
          </a:xfrm>
          <a:prstGeom prst="ellipse">
            <a:avLst/>
          </a:prstGeom>
          <a:solidFill>
            <a:srgbClr val="2D887E">
              <a:alpha val="30000"/>
            </a:srgbClr>
          </a:solidFill>
          <a:ln w="0">
            <a:noFill/>
            <a:prstDash val="solid"/>
          </a:ln>
        </p:spPr>
      </p:sp>
      <p:sp>
        <p:nvSpPr>
          <p:cNvPr id="532" name="02_predicted_pose_3831">
            <a:extLst>
              <a:ext uri="{FF2B5EF4-FFF2-40B4-BE49-F238E27FC236}">
                <a16:creationId xmlns:a16="http://schemas.microsoft.com/office/drawing/2014/main" id="{1F769365-4448-492C-814C-E75FD81EE913}"/>
              </a:ext>
            </a:extLst>
          </p:cNvPr>
          <p:cNvSpPr>
            <a:spLocks noGrp="1"/>
          </p:cNvSpPr>
          <p:nvPr/>
        </p:nvSpPr>
        <p:spPr>
          <a:xfrm>
            <a:off x="4493966" y="3676740"/>
            <a:ext cx="28398" cy="28398"/>
          </a:xfrm>
          <a:prstGeom prst="ellipse">
            <a:avLst/>
          </a:prstGeom>
          <a:solidFill>
            <a:srgbClr val="2D887E">
              <a:alpha val="30000"/>
            </a:srgbClr>
          </a:solidFill>
          <a:ln w="0">
            <a:noFill/>
            <a:prstDash val="solid"/>
          </a:ln>
        </p:spPr>
      </p:sp>
      <p:sp>
        <p:nvSpPr>
          <p:cNvPr id="533" name="02_predicted_pose_3832">
            <a:extLst>
              <a:ext uri="{FF2B5EF4-FFF2-40B4-BE49-F238E27FC236}">
                <a16:creationId xmlns:a16="http://schemas.microsoft.com/office/drawing/2014/main" id="{2F81FEE2-20F6-4A70-A9E9-191DBCAD22D4}"/>
              </a:ext>
            </a:extLst>
          </p:cNvPr>
          <p:cNvSpPr>
            <a:spLocks noGrp="1"/>
          </p:cNvSpPr>
          <p:nvPr/>
        </p:nvSpPr>
        <p:spPr>
          <a:xfrm>
            <a:off x="4507748" y="3656779"/>
            <a:ext cx="28398" cy="28398"/>
          </a:xfrm>
          <a:prstGeom prst="ellipse">
            <a:avLst/>
          </a:prstGeom>
          <a:solidFill>
            <a:srgbClr val="2D887E">
              <a:alpha val="30000"/>
            </a:srgbClr>
          </a:solidFill>
          <a:ln w="0">
            <a:noFill/>
            <a:prstDash val="solid"/>
          </a:ln>
        </p:spPr>
      </p:sp>
      <p:sp>
        <p:nvSpPr>
          <p:cNvPr id="534" name="02_predicted_pose_3833">
            <a:extLst>
              <a:ext uri="{FF2B5EF4-FFF2-40B4-BE49-F238E27FC236}">
                <a16:creationId xmlns:a16="http://schemas.microsoft.com/office/drawing/2014/main" id="{2C87B8E7-CC0E-49A9-B819-D14B457D52D0}"/>
              </a:ext>
            </a:extLst>
          </p:cNvPr>
          <p:cNvSpPr>
            <a:spLocks noGrp="1"/>
          </p:cNvSpPr>
          <p:nvPr/>
        </p:nvSpPr>
        <p:spPr>
          <a:xfrm>
            <a:off x="4521529" y="3647379"/>
            <a:ext cx="28398" cy="28398"/>
          </a:xfrm>
          <a:prstGeom prst="ellipse">
            <a:avLst/>
          </a:prstGeom>
          <a:solidFill>
            <a:srgbClr val="2D887E">
              <a:alpha val="30000"/>
            </a:srgbClr>
          </a:solidFill>
          <a:ln w="0">
            <a:noFill/>
            <a:prstDash val="solid"/>
          </a:ln>
        </p:spPr>
      </p:sp>
      <p:sp>
        <p:nvSpPr>
          <p:cNvPr id="535" name="02_predicted_pose_3834">
            <a:extLst>
              <a:ext uri="{FF2B5EF4-FFF2-40B4-BE49-F238E27FC236}">
                <a16:creationId xmlns:a16="http://schemas.microsoft.com/office/drawing/2014/main" id="{3EA392A5-8CDB-40A4-ADDC-B63B74BA06E0}"/>
              </a:ext>
            </a:extLst>
          </p:cNvPr>
          <p:cNvSpPr>
            <a:spLocks noGrp="1"/>
          </p:cNvSpPr>
          <p:nvPr/>
        </p:nvSpPr>
        <p:spPr>
          <a:xfrm>
            <a:off x="4535310" y="3650298"/>
            <a:ext cx="28398" cy="28398"/>
          </a:xfrm>
          <a:prstGeom prst="ellipse">
            <a:avLst/>
          </a:prstGeom>
          <a:solidFill>
            <a:srgbClr val="2D887E">
              <a:alpha val="30000"/>
            </a:srgbClr>
          </a:solidFill>
          <a:ln w="0">
            <a:noFill/>
            <a:prstDash val="solid"/>
          </a:ln>
        </p:spPr>
      </p:sp>
      <p:sp>
        <p:nvSpPr>
          <p:cNvPr id="536" name="02_predicted_pose_3835">
            <a:extLst>
              <a:ext uri="{FF2B5EF4-FFF2-40B4-BE49-F238E27FC236}">
                <a16:creationId xmlns:a16="http://schemas.microsoft.com/office/drawing/2014/main" id="{893DDD00-803A-4708-8778-6105469F42C3}"/>
              </a:ext>
            </a:extLst>
          </p:cNvPr>
          <p:cNvSpPr>
            <a:spLocks noGrp="1"/>
          </p:cNvSpPr>
          <p:nvPr/>
        </p:nvSpPr>
        <p:spPr>
          <a:xfrm>
            <a:off x="4549091" y="3643914"/>
            <a:ext cx="28398" cy="28398"/>
          </a:xfrm>
          <a:prstGeom prst="ellipse">
            <a:avLst/>
          </a:prstGeom>
          <a:solidFill>
            <a:srgbClr val="2D887E">
              <a:alpha val="30000"/>
            </a:srgbClr>
          </a:solidFill>
          <a:ln w="0">
            <a:noFill/>
            <a:prstDash val="solid"/>
          </a:ln>
        </p:spPr>
      </p:sp>
      <p:sp>
        <p:nvSpPr>
          <p:cNvPr id="537" name="02_predicted_pose_3836">
            <a:extLst>
              <a:ext uri="{FF2B5EF4-FFF2-40B4-BE49-F238E27FC236}">
                <a16:creationId xmlns:a16="http://schemas.microsoft.com/office/drawing/2014/main" id="{8744F634-E31E-458E-B10A-CD1CE166A606}"/>
              </a:ext>
            </a:extLst>
          </p:cNvPr>
          <p:cNvSpPr>
            <a:spLocks noGrp="1"/>
          </p:cNvSpPr>
          <p:nvPr/>
        </p:nvSpPr>
        <p:spPr>
          <a:xfrm>
            <a:off x="4562873" y="3691399"/>
            <a:ext cx="28398" cy="28398"/>
          </a:xfrm>
          <a:prstGeom prst="ellipse">
            <a:avLst/>
          </a:prstGeom>
          <a:solidFill>
            <a:srgbClr val="2D887E">
              <a:alpha val="30000"/>
            </a:srgbClr>
          </a:solidFill>
          <a:ln w="0">
            <a:noFill/>
            <a:prstDash val="solid"/>
          </a:ln>
        </p:spPr>
      </p:sp>
      <p:sp>
        <p:nvSpPr>
          <p:cNvPr id="538" name="02_predicted_pose_3837">
            <a:extLst>
              <a:ext uri="{FF2B5EF4-FFF2-40B4-BE49-F238E27FC236}">
                <a16:creationId xmlns:a16="http://schemas.microsoft.com/office/drawing/2014/main" id="{E940A9B5-62F2-49BE-BE4A-FCA213A1D187}"/>
              </a:ext>
            </a:extLst>
          </p:cNvPr>
          <p:cNvSpPr>
            <a:spLocks noGrp="1"/>
          </p:cNvSpPr>
          <p:nvPr/>
        </p:nvSpPr>
        <p:spPr>
          <a:xfrm>
            <a:off x="4452278" y="3738161"/>
            <a:ext cx="28398" cy="28398"/>
          </a:xfrm>
          <a:prstGeom prst="ellipse">
            <a:avLst/>
          </a:prstGeom>
          <a:solidFill>
            <a:srgbClr val="2D887E">
              <a:alpha val="30000"/>
            </a:srgbClr>
          </a:solidFill>
          <a:ln w="0">
            <a:noFill/>
            <a:prstDash val="solid"/>
          </a:ln>
        </p:spPr>
      </p:sp>
      <p:sp>
        <p:nvSpPr>
          <p:cNvPr id="539" name="02_predicted_pose_3838">
            <a:extLst>
              <a:ext uri="{FF2B5EF4-FFF2-40B4-BE49-F238E27FC236}">
                <a16:creationId xmlns:a16="http://schemas.microsoft.com/office/drawing/2014/main" id="{16A88634-2793-4497-89FF-9F914089BD9E}"/>
              </a:ext>
            </a:extLst>
          </p:cNvPr>
          <p:cNvSpPr>
            <a:spLocks noGrp="1"/>
          </p:cNvSpPr>
          <p:nvPr/>
        </p:nvSpPr>
        <p:spPr>
          <a:xfrm>
            <a:off x="4545302" y="3657342"/>
            <a:ext cx="28398" cy="28398"/>
          </a:xfrm>
          <a:prstGeom prst="ellipse">
            <a:avLst/>
          </a:prstGeom>
          <a:solidFill>
            <a:srgbClr val="2D887E">
              <a:alpha val="30000"/>
            </a:srgbClr>
          </a:solidFill>
          <a:ln w="0">
            <a:noFill/>
            <a:prstDash val="solid"/>
          </a:ln>
        </p:spPr>
      </p:sp>
      <p:sp>
        <p:nvSpPr>
          <p:cNvPr id="540" name="02_predicted_pose_3839">
            <a:extLst>
              <a:ext uri="{FF2B5EF4-FFF2-40B4-BE49-F238E27FC236}">
                <a16:creationId xmlns:a16="http://schemas.microsoft.com/office/drawing/2014/main" id="{43B074D7-8DA9-4FB9-A950-40A1AC207DE5}"/>
              </a:ext>
            </a:extLst>
          </p:cNvPr>
          <p:cNvSpPr>
            <a:spLocks noGrp="1"/>
          </p:cNvSpPr>
          <p:nvPr/>
        </p:nvSpPr>
        <p:spPr>
          <a:xfrm>
            <a:off x="4638325" y="3686133"/>
            <a:ext cx="28398" cy="28398"/>
          </a:xfrm>
          <a:prstGeom prst="ellipse">
            <a:avLst/>
          </a:prstGeom>
          <a:solidFill>
            <a:srgbClr val="2D887E">
              <a:alpha val="30000"/>
            </a:srgbClr>
          </a:solidFill>
          <a:ln w="0">
            <a:noFill/>
            <a:prstDash val="solid"/>
          </a:ln>
        </p:spPr>
      </p:sp>
      <p:sp>
        <p:nvSpPr>
          <p:cNvPr id="541" name="02_predicted_pose_3840">
            <a:extLst>
              <a:ext uri="{FF2B5EF4-FFF2-40B4-BE49-F238E27FC236}">
                <a16:creationId xmlns:a16="http://schemas.microsoft.com/office/drawing/2014/main" id="{639FB43E-891A-4CB4-B6B1-C37913E0D310}"/>
              </a:ext>
            </a:extLst>
          </p:cNvPr>
          <p:cNvSpPr>
            <a:spLocks noGrp="1"/>
          </p:cNvSpPr>
          <p:nvPr/>
        </p:nvSpPr>
        <p:spPr>
          <a:xfrm>
            <a:off x="4387851" y="3653498"/>
            <a:ext cx="28398" cy="28398"/>
          </a:xfrm>
          <a:prstGeom prst="ellipse">
            <a:avLst/>
          </a:prstGeom>
          <a:solidFill>
            <a:srgbClr val="2D887E">
              <a:alpha val="30000"/>
            </a:srgbClr>
          </a:solidFill>
          <a:ln w="0">
            <a:noFill/>
            <a:prstDash val="solid"/>
          </a:ln>
        </p:spPr>
      </p:sp>
      <p:sp>
        <p:nvSpPr>
          <p:cNvPr id="542" name="02_predicted_pose_3841">
            <a:extLst>
              <a:ext uri="{FF2B5EF4-FFF2-40B4-BE49-F238E27FC236}">
                <a16:creationId xmlns:a16="http://schemas.microsoft.com/office/drawing/2014/main" id="{31B9B200-127D-4F76-BA1A-083522A31BE9}"/>
              </a:ext>
            </a:extLst>
          </p:cNvPr>
          <p:cNvSpPr>
            <a:spLocks noGrp="1"/>
          </p:cNvSpPr>
          <p:nvPr/>
        </p:nvSpPr>
        <p:spPr>
          <a:xfrm>
            <a:off x="4480874" y="3672219"/>
            <a:ext cx="28398" cy="28398"/>
          </a:xfrm>
          <a:prstGeom prst="ellipse">
            <a:avLst/>
          </a:prstGeom>
          <a:solidFill>
            <a:srgbClr val="2D887E">
              <a:alpha val="30000"/>
            </a:srgbClr>
          </a:solidFill>
          <a:ln w="0">
            <a:noFill/>
            <a:prstDash val="solid"/>
          </a:ln>
        </p:spPr>
      </p:sp>
      <p:sp>
        <p:nvSpPr>
          <p:cNvPr id="543" name="02_predicted_pose_3842">
            <a:extLst>
              <a:ext uri="{FF2B5EF4-FFF2-40B4-BE49-F238E27FC236}">
                <a16:creationId xmlns:a16="http://schemas.microsoft.com/office/drawing/2014/main" id="{EC2E26B0-7645-4360-925F-F398447C7AB2}"/>
              </a:ext>
            </a:extLst>
          </p:cNvPr>
          <p:cNvSpPr>
            <a:spLocks noGrp="1"/>
          </p:cNvSpPr>
          <p:nvPr/>
        </p:nvSpPr>
        <p:spPr>
          <a:xfrm>
            <a:off x="4573898" y="3664940"/>
            <a:ext cx="28398" cy="28398"/>
          </a:xfrm>
          <a:prstGeom prst="ellipse">
            <a:avLst/>
          </a:prstGeom>
          <a:solidFill>
            <a:srgbClr val="2D887E">
              <a:alpha val="30000"/>
            </a:srgbClr>
          </a:solidFill>
          <a:ln w="0">
            <a:noFill/>
            <a:prstDash val="solid"/>
          </a:ln>
        </p:spPr>
      </p:sp>
      <p:sp>
        <p:nvSpPr>
          <p:cNvPr id="544" name="02_predicted_pose_3843">
            <a:extLst>
              <a:ext uri="{FF2B5EF4-FFF2-40B4-BE49-F238E27FC236}">
                <a16:creationId xmlns:a16="http://schemas.microsoft.com/office/drawing/2014/main" id="{2F595CF5-7A1A-4AA3-9917-C0CCC36812F0}"/>
              </a:ext>
            </a:extLst>
          </p:cNvPr>
          <p:cNvSpPr>
            <a:spLocks noGrp="1"/>
          </p:cNvSpPr>
          <p:nvPr/>
        </p:nvSpPr>
        <p:spPr>
          <a:xfrm>
            <a:off x="4666921" y="3635179"/>
            <a:ext cx="28398" cy="28398"/>
          </a:xfrm>
          <a:prstGeom prst="ellipse">
            <a:avLst/>
          </a:prstGeom>
          <a:solidFill>
            <a:srgbClr val="2D887E">
              <a:alpha val="30000"/>
            </a:srgbClr>
          </a:solidFill>
          <a:ln w="0">
            <a:noFill/>
            <a:prstDash val="solid"/>
          </a:ln>
        </p:spPr>
      </p:sp>
      <p:sp>
        <p:nvSpPr>
          <p:cNvPr id="545" name="02_predicted_pose_3844">
            <a:extLst>
              <a:ext uri="{FF2B5EF4-FFF2-40B4-BE49-F238E27FC236}">
                <a16:creationId xmlns:a16="http://schemas.microsoft.com/office/drawing/2014/main" id="{D9F8F818-CFD7-4DA0-9D86-86D8827C0B2B}"/>
              </a:ext>
            </a:extLst>
          </p:cNvPr>
          <p:cNvSpPr>
            <a:spLocks noGrp="1"/>
          </p:cNvSpPr>
          <p:nvPr/>
        </p:nvSpPr>
        <p:spPr>
          <a:xfrm>
            <a:off x="4416447" y="3708440"/>
            <a:ext cx="28398" cy="28398"/>
          </a:xfrm>
          <a:prstGeom prst="ellipse">
            <a:avLst/>
          </a:prstGeom>
          <a:solidFill>
            <a:srgbClr val="2D887E">
              <a:alpha val="30000"/>
            </a:srgbClr>
          </a:solidFill>
          <a:ln w="0">
            <a:noFill/>
            <a:prstDash val="solid"/>
          </a:ln>
        </p:spPr>
      </p:sp>
      <p:sp>
        <p:nvSpPr>
          <p:cNvPr id="546" name="02_predicted_pose_3845">
            <a:extLst>
              <a:ext uri="{FF2B5EF4-FFF2-40B4-BE49-F238E27FC236}">
                <a16:creationId xmlns:a16="http://schemas.microsoft.com/office/drawing/2014/main" id="{3C5550CF-D980-4035-97B3-4A8FA5B3CDCA}"/>
              </a:ext>
            </a:extLst>
          </p:cNvPr>
          <p:cNvSpPr>
            <a:spLocks noGrp="1"/>
          </p:cNvSpPr>
          <p:nvPr/>
        </p:nvSpPr>
        <p:spPr>
          <a:xfrm>
            <a:off x="4509470" y="3657676"/>
            <a:ext cx="28398" cy="28398"/>
          </a:xfrm>
          <a:prstGeom prst="ellipse">
            <a:avLst/>
          </a:prstGeom>
          <a:solidFill>
            <a:srgbClr val="2D887E">
              <a:alpha val="30000"/>
            </a:srgbClr>
          </a:solidFill>
          <a:ln w="0">
            <a:noFill/>
            <a:prstDash val="solid"/>
          </a:ln>
        </p:spPr>
      </p:sp>
      <p:sp>
        <p:nvSpPr>
          <p:cNvPr id="547" name="02_predicted_pose_3846">
            <a:extLst>
              <a:ext uri="{FF2B5EF4-FFF2-40B4-BE49-F238E27FC236}">
                <a16:creationId xmlns:a16="http://schemas.microsoft.com/office/drawing/2014/main" id="{3ED2BD69-56B0-4105-944B-E7E116760127}"/>
              </a:ext>
            </a:extLst>
          </p:cNvPr>
          <p:cNvSpPr>
            <a:spLocks noGrp="1"/>
          </p:cNvSpPr>
          <p:nvPr/>
        </p:nvSpPr>
        <p:spPr>
          <a:xfrm>
            <a:off x="4602494" y="3652480"/>
            <a:ext cx="28398" cy="28398"/>
          </a:xfrm>
          <a:prstGeom prst="ellipse">
            <a:avLst/>
          </a:prstGeom>
          <a:solidFill>
            <a:srgbClr val="2D887E">
              <a:alpha val="30000"/>
            </a:srgbClr>
          </a:solidFill>
          <a:ln w="0">
            <a:noFill/>
            <a:prstDash val="solid"/>
          </a:ln>
        </p:spPr>
      </p:sp>
      <p:sp>
        <p:nvSpPr>
          <p:cNvPr id="548" name="02_predicted_pose_3847">
            <a:extLst>
              <a:ext uri="{FF2B5EF4-FFF2-40B4-BE49-F238E27FC236}">
                <a16:creationId xmlns:a16="http://schemas.microsoft.com/office/drawing/2014/main" id="{A8A45E96-6341-46B4-8F59-CDDEB361D9A4}"/>
              </a:ext>
            </a:extLst>
          </p:cNvPr>
          <p:cNvSpPr>
            <a:spLocks noGrp="1"/>
          </p:cNvSpPr>
          <p:nvPr/>
        </p:nvSpPr>
        <p:spPr>
          <a:xfrm>
            <a:off x="4466059" y="3700787"/>
            <a:ext cx="28398" cy="28398"/>
          </a:xfrm>
          <a:prstGeom prst="ellipse">
            <a:avLst/>
          </a:prstGeom>
          <a:solidFill>
            <a:srgbClr val="2D887E">
              <a:alpha val="30000"/>
            </a:srgbClr>
          </a:solidFill>
          <a:ln w="0">
            <a:noFill/>
            <a:prstDash val="solid"/>
          </a:ln>
        </p:spPr>
      </p:sp>
      <p:sp>
        <p:nvSpPr>
          <p:cNvPr id="549" name="02_predicted_pose_3848">
            <a:extLst>
              <a:ext uri="{FF2B5EF4-FFF2-40B4-BE49-F238E27FC236}">
                <a16:creationId xmlns:a16="http://schemas.microsoft.com/office/drawing/2014/main" id="{BA228868-43CE-4DE6-A686-539718F6FEFC}"/>
              </a:ext>
            </a:extLst>
          </p:cNvPr>
          <p:cNvSpPr>
            <a:spLocks noGrp="1"/>
          </p:cNvSpPr>
          <p:nvPr/>
        </p:nvSpPr>
        <p:spPr>
          <a:xfrm>
            <a:off x="4559083" y="3672390"/>
            <a:ext cx="28398" cy="28398"/>
          </a:xfrm>
          <a:prstGeom prst="ellipse">
            <a:avLst/>
          </a:prstGeom>
          <a:solidFill>
            <a:srgbClr val="2D887E">
              <a:alpha val="30000"/>
            </a:srgbClr>
          </a:solidFill>
          <a:ln w="0">
            <a:noFill/>
            <a:prstDash val="solid"/>
          </a:ln>
        </p:spPr>
      </p:sp>
      <p:sp>
        <p:nvSpPr>
          <p:cNvPr id="550" name="02_predicted_pose_3849">
            <a:extLst>
              <a:ext uri="{FF2B5EF4-FFF2-40B4-BE49-F238E27FC236}">
                <a16:creationId xmlns:a16="http://schemas.microsoft.com/office/drawing/2014/main" id="{7982EBA5-B6E2-4B2C-9645-0E5D3C9D7DC4}"/>
              </a:ext>
            </a:extLst>
          </p:cNvPr>
          <p:cNvSpPr>
            <a:spLocks noGrp="1"/>
          </p:cNvSpPr>
          <p:nvPr/>
        </p:nvSpPr>
        <p:spPr>
          <a:xfrm>
            <a:off x="4652106" y="3665513"/>
            <a:ext cx="28398" cy="28398"/>
          </a:xfrm>
          <a:prstGeom prst="ellipse">
            <a:avLst/>
          </a:prstGeom>
          <a:solidFill>
            <a:srgbClr val="2D887E">
              <a:alpha val="30000"/>
            </a:srgbClr>
          </a:solidFill>
          <a:ln w="0">
            <a:noFill/>
            <a:prstDash val="solid"/>
          </a:ln>
        </p:spPr>
      </p:sp>
      <p:sp>
        <p:nvSpPr>
          <p:cNvPr id="551" name="02_predicted_pose_3850">
            <a:extLst>
              <a:ext uri="{FF2B5EF4-FFF2-40B4-BE49-F238E27FC236}">
                <a16:creationId xmlns:a16="http://schemas.microsoft.com/office/drawing/2014/main" id="{77184095-1B5A-4F78-91EA-288A92910BA7}"/>
              </a:ext>
            </a:extLst>
          </p:cNvPr>
          <p:cNvSpPr>
            <a:spLocks noGrp="1"/>
          </p:cNvSpPr>
          <p:nvPr/>
        </p:nvSpPr>
        <p:spPr>
          <a:xfrm>
            <a:off x="4401632" y="3645213"/>
            <a:ext cx="28398" cy="28398"/>
          </a:xfrm>
          <a:prstGeom prst="ellipse">
            <a:avLst/>
          </a:prstGeom>
          <a:solidFill>
            <a:srgbClr val="2D887E">
              <a:alpha val="30000"/>
            </a:srgbClr>
          </a:solidFill>
          <a:ln w="0">
            <a:noFill/>
            <a:prstDash val="solid"/>
          </a:ln>
        </p:spPr>
      </p:sp>
      <p:sp>
        <p:nvSpPr>
          <p:cNvPr id="552" name="02_predicted_pose_3851">
            <a:extLst>
              <a:ext uri="{FF2B5EF4-FFF2-40B4-BE49-F238E27FC236}">
                <a16:creationId xmlns:a16="http://schemas.microsoft.com/office/drawing/2014/main" id="{05572342-9226-4899-92F4-7CCC39E9EE31}"/>
              </a:ext>
            </a:extLst>
          </p:cNvPr>
          <p:cNvSpPr>
            <a:spLocks noGrp="1"/>
          </p:cNvSpPr>
          <p:nvPr/>
        </p:nvSpPr>
        <p:spPr>
          <a:xfrm>
            <a:off x="4494655" y="3630968"/>
            <a:ext cx="28398" cy="28398"/>
          </a:xfrm>
          <a:prstGeom prst="ellipse">
            <a:avLst/>
          </a:prstGeom>
          <a:solidFill>
            <a:srgbClr val="2D887E">
              <a:alpha val="30000"/>
            </a:srgbClr>
          </a:solidFill>
          <a:ln w="0">
            <a:noFill/>
            <a:prstDash val="solid"/>
          </a:ln>
        </p:spPr>
      </p:sp>
      <p:sp>
        <p:nvSpPr>
          <p:cNvPr id="553" name="02_predicted_pose_3852">
            <a:extLst>
              <a:ext uri="{FF2B5EF4-FFF2-40B4-BE49-F238E27FC236}">
                <a16:creationId xmlns:a16="http://schemas.microsoft.com/office/drawing/2014/main" id="{41051C27-DB95-4BDC-921B-676F77590FF6}"/>
              </a:ext>
            </a:extLst>
          </p:cNvPr>
          <p:cNvSpPr>
            <a:spLocks noGrp="1"/>
          </p:cNvSpPr>
          <p:nvPr/>
        </p:nvSpPr>
        <p:spPr>
          <a:xfrm>
            <a:off x="4587679" y="3668118"/>
            <a:ext cx="28398" cy="28398"/>
          </a:xfrm>
          <a:prstGeom prst="ellipse">
            <a:avLst/>
          </a:prstGeom>
          <a:solidFill>
            <a:srgbClr val="2D887E">
              <a:alpha val="30000"/>
            </a:srgbClr>
          </a:solidFill>
          <a:ln w="0">
            <a:noFill/>
            <a:prstDash val="solid"/>
          </a:ln>
        </p:spPr>
      </p:sp>
      <p:sp>
        <p:nvSpPr>
          <p:cNvPr id="554" name="02_predicted_pose_3853">
            <a:extLst>
              <a:ext uri="{FF2B5EF4-FFF2-40B4-BE49-F238E27FC236}">
                <a16:creationId xmlns:a16="http://schemas.microsoft.com/office/drawing/2014/main" id="{0E1097E0-8652-4903-A0B2-F2F0D2169B95}"/>
              </a:ext>
            </a:extLst>
          </p:cNvPr>
          <p:cNvSpPr>
            <a:spLocks noGrp="1"/>
          </p:cNvSpPr>
          <p:nvPr/>
        </p:nvSpPr>
        <p:spPr>
          <a:xfrm>
            <a:off x="4337205" y="3638743"/>
            <a:ext cx="28398" cy="28398"/>
          </a:xfrm>
          <a:prstGeom prst="ellipse">
            <a:avLst/>
          </a:prstGeom>
          <a:solidFill>
            <a:srgbClr val="2D887E">
              <a:alpha val="30000"/>
            </a:srgbClr>
          </a:solidFill>
          <a:ln w="0">
            <a:noFill/>
            <a:prstDash val="solid"/>
          </a:ln>
        </p:spPr>
      </p:sp>
      <p:sp>
        <p:nvSpPr>
          <p:cNvPr id="555" name="02_predicted_pose_3854">
            <a:extLst>
              <a:ext uri="{FF2B5EF4-FFF2-40B4-BE49-F238E27FC236}">
                <a16:creationId xmlns:a16="http://schemas.microsoft.com/office/drawing/2014/main" id="{EEB39102-D970-42E5-A9C3-B559AF6AD95D}"/>
              </a:ext>
            </a:extLst>
          </p:cNvPr>
          <p:cNvSpPr>
            <a:spLocks noGrp="1"/>
          </p:cNvSpPr>
          <p:nvPr/>
        </p:nvSpPr>
        <p:spPr>
          <a:xfrm>
            <a:off x="4430228" y="3645356"/>
            <a:ext cx="28398" cy="28398"/>
          </a:xfrm>
          <a:prstGeom prst="ellipse">
            <a:avLst/>
          </a:prstGeom>
          <a:solidFill>
            <a:srgbClr val="2D887E">
              <a:alpha val="30000"/>
            </a:srgbClr>
          </a:solidFill>
          <a:ln w="0">
            <a:noFill/>
            <a:prstDash val="solid"/>
          </a:ln>
        </p:spPr>
      </p:sp>
      <p:sp>
        <p:nvSpPr>
          <p:cNvPr id="556" name="02_predicted_pose_3855">
            <a:extLst>
              <a:ext uri="{FF2B5EF4-FFF2-40B4-BE49-F238E27FC236}">
                <a16:creationId xmlns:a16="http://schemas.microsoft.com/office/drawing/2014/main" id="{2CB44049-A1A4-4200-9443-9620966A1BEF}"/>
              </a:ext>
            </a:extLst>
          </p:cNvPr>
          <p:cNvSpPr>
            <a:spLocks noGrp="1"/>
          </p:cNvSpPr>
          <p:nvPr/>
        </p:nvSpPr>
        <p:spPr>
          <a:xfrm>
            <a:off x="4523252" y="3605869"/>
            <a:ext cx="28398" cy="28398"/>
          </a:xfrm>
          <a:prstGeom prst="ellipse">
            <a:avLst/>
          </a:prstGeom>
          <a:solidFill>
            <a:srgbClr val="2D887E">
              <a:alpha val="30000"/>
            </a:srgbClr>
          </a:solidFill>
          <a:ln w="0">
            <a:noFill/>
            <a:prstDash val="solid"/>
          </a:ln>
        </p:spPr>
      </p:sp>
      <p:sp>
        <p:nvSpPr>
          <p:cNvPr id="557" name="02_predicted_pose_3856">
            <a:extLst>
              <a:ext uri="{FF2B5EF4-FFF2-40B4-BE49-F238E27FC236}">
                <a16:creationId xmlns:a16="http://schemas.microsoft.com/office/drawing/2014/main" id="{3273F6C4-3BD7-4D93-BE6D-A0C2CBBC17A1}"/>
              </a:ext>
            </a:extLst>
          </p:cNvPr>
          <p:cNvSpPr>
            <a:spLocks noGrp="1"/>
          </p:cNvSpPr>
          <p:nvPr/>
        </p:nvSpPr>
        <p:spPr>
          <a:xfrm>
            <a:off x="4616275" y="3656295"/>
            <a:ext cx="28398" cy="28398"/>
          </a:xfrm>
          <a:prstGeom prst="ellipse">
            <a:avLst/>
          </a:prstGeom>
          <a:solidFill>
            <a:srgbClr val="2D887E">
              <a:alpha val="30000"/>
            </a:srgbClr>
          </a:solidFill>
          <a:ln w="0">
            <a:noFill/>
            <a:prstDash val="solid"/>
          </a:ln>
        </p:spPr>
      </p:sp>
      <p:sp>
        <p:nvSpPr>
          <p:cNvPr id="558" name="02_predicted_pose_3857">
            <a:extLst>
              <a:ext uri="{FF2B5EF4-FFF2-40B4-BE49-F238E27FC236}">
                <a16:creationId xmlns:a16="http://schemas.microsoft.com/office/drawing/2014/main" id="{5DF29735-327A-434C-9580-077C84D08D47}"/>
              </a:ext>
            </a:extLst>
          </p:cNvPr>
          <p:cNvSpPr>
            <a:spLocks noGrp="1"/>
          </p:cNvSpPr>
          <p:nvPr/>
        </p:nvSpPr>
        <p:spPr>
          <a:xfrm>
            <a:off x="4479841" y="3664697"/>
            <a:ext cx="28398" cy="28398"/>
          </a:xfrm>
          <a:prstGeom prst="ellipse">
            <a:avLst/>
          </a:prstGeom>
          <a:solidFill>
            <a:srgbClr val="2D887E">
              <a:alpha val="30000"/>
            </a:srgbClr>
          </a:solidFill>
          <a:ln w="0">
            <a:noFill/>
            <a:prstDash val="solid"/>
          </a:ln>
        </p:spPr>
      </p:sp>
      <p:sp>
        <p:nvSpPr>
          <p:cNvPr id="559" name="02_predicted_pose_3858">
            <a:extLst>
              <a:ext uri="{FF2B5EF4-FFF2-40B4-BE49-F238E27FC236}">
                <a16:creationId xmlns:a16="http://schemas.microsoft.com/office/drawing/2014/main" id="{4B751834-F560-4F8A-BE0D-C2FCA66DA847}"/>
              </a:ext>
            </a:extLst>
          </p:cNvPr>
          <p:cNvSpPr>
            <a:spLocks noGrp="1"/>
          </p:cNvSpPr>
          <p:nvPr/>
        </p:nvSpPr>
        <p:spPr>
          <a:xfrm>
            <a:off x="4572864" y="3603229"/>
            <a:ext cx="28398" cy="28398"/>
          </a:xfrm>
          <a:prstGeom prst="ellipse">
            <a:avLst/>
          </a:prstGeom>
          <a:solidFill>
            <a:srgbClr val="2D887E">
              <a:alpha val="30000"/>
            </a:srgbClr>
          </a:solidFill>
          <a:ln w="0">
            <a:noFill/>
            <a:prstDash val="solid"/>
          </a:ln>
        </p:spPr>
      </p:sp>
      <p:sp>
        <p:nvSpPr>
          <p:cNvPr id="560" name="02_predicted_pose_3859">
            <a:extLst>
              <a:ext uri="{FF2B5EF4-FFF2-40B4-BE49-F238E27FC236}">
                <a16:creationId xmlns:a16="http://schemas.microsoft.com/office/drawing/2014/main" id="{71D87524-D8A8-428D-A8A8-4FE05801FB1D}"/>
              </a:ext>
            </a:extLst>
          </p:cNvPr>
          <p:cNvSpPr>
            <a:spLocks noGrp="1"/>
          </p:cNvSpPr>
          <p:nvPr/>
        </p:nvSpPr>
        <p:spPr>
          <a:xfrm>
            <a:off x="4665887" y="3679723"/>
            <a:ext cx="28398" cy="28398"/>
          </a:xfrm>
          <a:prstGeom prst="ellipse">
            <a:avLst/>
          </a:prstGeom>
          <a:solidFill>
            <a:srgbClr val="2D887E">
              <a:alpha val="30000"/>
            </a:srgbClr>
          </a:solidFill>
          <a:ln w="0">
            <a:noFill/>
            <a:prstDash val="solid"/>
          </a:ln>
        </p:spPr>
      </p:sp>
      <p:sp>
        <p:nvSpPr>
          <p:cNvPr id="561" name="02_predicted_pose_3860">
            <a:extLst>
              <a:ext uri="{FF2B5EF4-FFF2-40B4-BE49-F238E27FC236}">
                <a16:creationId xmlns:a16="http://schemas.microsoft.com/office/drawing/2014/main" id="{A8D88888-8B28-4286-874F-DD362B68F6D5}"/>
              </a:ext>
            </a:extLst>
          </p:cNvPr>
          <p:cNvSpPr>
            <a:spLocks noGrp="1"/>
          </p:cNvSpPr>
          <p:nvPr/>
        </p:nvSpPr>
        <p:spPr>
          <a:xfrm>
            <a:off x="4415413" y="3724828"/>
            <a:ext cx="28398" cy="28398"/>
          </a:xfrm>
          <a:prstGeom prst="ellipse">
            <a:avLst/>
          </a:prstGeom>
          <a:solidFill>
            <a:srgbClr val="2D887E">
              <a:alpha val="30000"/>
            </a:srgbClr>
          </a:solidFill>
          <a:ln w="0">
            <a:noFill/>
            <a:prstDash val="solid"/>
          </a:ln>
        </p:spPr>
      </p:sp>
      <p:sp>
        <p:nvSpPr>
          <p:cNvPr id="562" name="02_predicted_pose_3861">
            <a:extLst>
              <a:ext uri="{FF2B5EF4-FFF2-40B4-BE49-F238E27FC236}">
                <a16:creationId xmlns:a16="http://schemas.microsoft.com/office/drawing/2014/main" id="{3A598CE3-D990-416F-B067-26BA9294E3CD}"/>
              </a:ext>
            </a:extLst>
          </p:cNvPr>
          <p:cNvSpPr>
            <a:spLocks noGrp="1"/>
          </p:cNvSpPr>
          <p:nvPr/>
        </p:nvSpPr>
        <p:spPr>
          <a:xfrm>
            <a:off x="4508437" y="3659512"/>
            <a:ext cx="28398" cy="28398"/>
          </a:xfrm>
          <a:prstGeom prst="ellipse">
            <a:avLst/>
          </a:prstGeom>
          <a:solidFill>
            <a:srgbClr val="2D887E">
              <a:alpha val="30000"/>
            </a:srgbClr>
          </a:solidFill>
          <a:ln w="0">
            <a:noFill/>
            <a:prstDash val="solid"/>
          </a:ln>
        </p:spPr>
      </p:sp>
      <p:sp>
        <p:nvSpPr>
          <p:cNvPr id="563" name="02_predicted_pose_3862">
            <a:extLst>
              <a:ext uri="{FF2B5EF4-FFF2-40B4-BE49-F238E27FC236}">
                <a16:creationId xmlns:a16="http://schemas.microsoft.com/office/drawing/2014/main" id="{E9105DB5-31A6-4EEE-81CF-922053336B5D}"/>
              </a:ext>
            </a:extLst>
          </p:cNvPr>
          <p:cNvSpPr>
            <a:spLocks noGrp="1"/>
          </p:cNvSpPr>
          <p:nvPr/>
        </p:nvSpPr>
        <p:spPr>
          <a:xfrm>
            <a:off x="4601460" y="3650999"/>
            <a:ext cx="28398" cy="28398"/>
          </a:xfrm>
          <a:prstGeom prst="ellipse">
            <a:avLst/>
          </a:prstGeom>
          <a:solidFill>
            <a:srgbClr val="2D887E">
              <a:alpha val="30000"/>
            </a:srgbClr>
          </a:solidFill>
          <a:ln w="0">
            <a:noFill/>
            <a:prstDash val="solid"/>
          </a:ln>
        </p:spPr>
      </p:sp>
      <p:sp>
        <p:nvSpPr>
          <p:cNvPr id="564" name="02_predicted_pose_3863">
            <a:extLst>
              <a:ext uri="{FF2B5EF4-FFF2-40B4-BE49-F238E27FC236}">
                <a16:creationId xmlns:a16="http://schemas.microsoft.com/office/drawing/2014/main" id="{2F9193A3-1BF2-45AB-B68E-7C06CF67D7EF}"/>
              </a:ext>
            </a:extLst>
          </p:cNvPr>
          <p:cNvSpPr>
            <a:spLocks noGrp="1"/>
          </p:cNvSpPr>
          <p:nvPr/>
        </p:nvSpPr>
        <p:spPr>
          <a:xfrm>
            <a:off x="4350986" y="3744792"/>
            <a:ext cx="28398" cy="28398"/>
          </a:xfrm>
          <a:prstGeom prst="ellipse">
            <a:avLst/>
          </a:prstGeom>
          <a:solidFill>
            <a:srgbClr val="2D887E">
              <a:alpha val="30000"/>
            </a:srgbClr>
          </a:solidFill>
          <a:ln w="0">
            <a:noFill/>
            <a:prstDash val="solid"/>
          </a:ln>
        </p:spPr>
      </p:sp>
      <p:sp>
        <p:nvSpPr>
          <p:cNvPr id="565" name="02_predicted_pose_3864">
            <a:extLst>
              <a:ext uri="{FF2B5EF4-FFF2-40B4-BE49-F238E27FC236}">
                <a16:creationId xmlns:a16="http://schemas.microsoft.com/office/drawing/2014/main" id="{49795571-9B53-4BE6-8A86-E398AB71AF6F}"/>
              </a:ext>
            </a:extLst>
          </p:cNvPr>
          <p:cNvSpPr>
            <a:spLocks noGrp="1"/>
          </p:cNvSpPr>
          <p:nvPr/>
        </p:nvSpPr>
        <p:spPr>
          <a:xfrm>
            <a:off x="4444009" y="3664778"/>
            <a:ext cx="28398" cy="28398"/>
          </a:xfrm>
          <a:prstGeom prst="ellipse">
            <a:avLst/>
          </a:prstGeom>
          <a:solidFill>
            <a:srgbClr val="2D887E">
              <a:alpha val="30000"/>
            </a:srgbClr>
          </a:solidFill>
          <a:ln w="0">
            <a:noFill/>
            <a:prstDash val="solid"/>
          </a:ln>
        </p:spPr>
      </p:sp>
      <p:sp>
        <p:nvSpPr>
          <p:cNvPr id="566" name="02_predicted_pose_3865">
            <a:extLst>
              <a:ext uri="{FF2B5EF4-FFF2-40B4-BE49-F238E27FC236}">
                <a16:creationId xmlns:a16="http://schemas.microsoft.com/office/drawing/2014/main" id="{83E6FE0F-1701-47E8-B146-13CC565CD329}"/>
              </a:ext>
            </a:extLst>
          </p:cNvPr>
          <p:cNvSpPr>
            <a:spLocks noGrp="1"/>
          </p:cNvSpPr>
          <p:nvPr/>
        </p:nvSpPr>
        <p:spPr>
          <a:xfrm>
            <a:off x="4537033" y="3653417"/>
            <a:ext cx="28398" cy="28398"/>
          </a:xfrm>
          <a:prstGeom prst="ellipse">
            <a:avLst/>
          </a:prstGeom>
          <a:solidFill>
            <a:srgbClr val="2D887E">
              <a:alpha val="30000"/>
            </a:srgbClr>
          </a:solidFill>
          <a:ln w="0">
            <a:noFill/>
            <a:prstDash val="solid"/>
          </a:ln>
        </p:spPr>
      </p:sp>
      <p:sp>
        <p:nvSpPr>
          <p:cNvPr id="567" name="02_predicted_pose_3866">
            <a:extLst>
              <a:ext uri="{FF2B5EF4-FFF2-40B4-BE49-F238E27FC236}">
                <a16:creationId xmlns:a16="http://schemas.microsoft.com/office/drawing/2014/main" id="{176410A9-65DB-4994-97E7-4A0241A2095D}"/>
              </a:ext>
            </a:extLst>
          </p:cNvPr>
          <p:cNvSpPr>
            <a:spLocks noGrp="1"/>
          </p:cNvSpPr>
          <p:nvPr/>
        </p:nvSpPr>
        <p:spPr>
          <a:xfrm>
            <a:off x="4630056" y="3688126"/>
            <a:ext cx="28398" cy="28398"/>
          </a:xfrm>
          <a:prstGeom prst="ellipse">
            <a:avLst/>
          </a:prstGeom>
          <a:solidFill>
            <a:srgbClr val="2D887E">
              <a:alpha val="30000"/>
            </a:srgbClr>
          </a:solidFill>
          <a:ln w="0">
            <a:noFill/>
            <a:prstDash val="solid"/>
          </a:ln>
        </p:spPr>
      </p:sp>
      <p:sp>
        <p:nvSpPr>
          <p:cNvPr id="568" name="02_predicted_pose_3867">
            <a:extLst>
              <a:ext uri="{FF2B5EF4-FFF2-40B4-BE49-F238E27FC236}">
                <a16:creationId xmlns:a16="http://schemas.microsoft.com/office/drawing/2014/main" id="{58F15DC0-693F-4471-BA63-B4092C118E44}"/>
              </a:ext>
            </a:extLst>
          </p:cNvPr>
          <p:cNvSpPr>
            <a:spLocks noGrp="1"/>
          </p:cNvSpPr>
          <p:nvPr/>
        </p:nvSpPr>
        <p:spPr>
          <a:xfrm>
            <a:off x="4493622" y="3658115"/>
            <a:ext cx="28398" cy="28398"/>
          </a:xfrm>
          <a:prstGeom prst="ellipse">
            <a:avLst/>
          </a:prstGeom>
          <a:solidFill>
            <a:srgbClr val="2D887E">
              <a:alpha val="30000"/>
            </a:srgbClr>
          </a:solidFill>
          <a:ln w="0">
            <a:noFill/>
            <a:prstDash val="solid"/>
          </a:ln>
        </p:spPr>
      </p:sp>
      <p:sp>
        <p:nvSpPr>
          <p:cNvPr id="569" name="02_predicted_pose_3868">
            <a:extLst>
              <a:ext uri="{FF2B5EF4-FFF2-40B4-BE49-F238E27FC236}">
                <a16:creationId xmlns:a16="http://schemas.microsoft.com/office/drawing/2014/main" id="{E0CAD197-1B51-437F-82C2-9F3050480604}"/>
              </a:ext>
            </a:extLst>
          </p:cNvPr>
          <p:cNvSpPr>
            <a:spLocks noGrp="1"/>
          </p:cNvSpPr>
          <p:nvPr/>
        </p:nvSpPr>
        <p:spPr>
          <a:xfrm>
            <a:off x="4586645" y="3646646"/>
            <a:ext cx="28398" cy="28398"/>
          </a:xfrm>
          <a:prstGeom prst="ellipse">
            <a:avLst/>
          </a:prstGeom>
          <a:solidFill>
            <a:srgbClr val="2D887E">
              <a:alpha val="30000"/>
            </a:srgbClr>
          </a:solidFill>
          <a:ln w="0">
            <a:noFill/>
            <a:prstDash val="solid"/>
          </a:ln>
        </p:spPr>
      </p:sp>
      <p:sp>
        <p:nvSpPr>
          <p:cNvPr id="570" name="02_predicted_pose_3869">
            <a:extLst>
              <a:ext uri="{FF2B5EF4-FFF2-40B4-BE49-F238E27FC236}">
                <a16:creationId xmlns:a16="http://schemas.microsoft.com/office/drawing/2014/main" id="{60330A4C-F792-44A5-874B-60A09538571E}"/>
              </a:ext>
            </a:extLst>
          </p:cNvPr>
          <p:cNvSpPr>
            <a:spLocks noGrp="1"/>
          </p:cNvSpPr>
          <p:nvPr/>
        </p:nvSpPr>
        <p:spPr>
          <a:xfrm>
            <a:off x="4336171" y="3631091"/>
            <a:ext cx="28398" cy="28398"/>
          </a:xfrm>
          <a:prstGeom prst="ellipse">
            <a:avLst/>
          </a:prstGeom>
          <a:solidFill>
            <a:srgbClr val="2D887E">
              <a:alpha val="30000"/>
            </a:srgbClr>
          </a:solidFill>
          <a:ln w="0">
            <a:noFill/>
            <a:prstDash val="solid"/>
          </a:ln>
        </p:spPr>
      </p:sp>
      <p:sp>
        <p:nvSpPr>
          <p:cNvPr id="571" name="02_predicted_pose_3870">
            <a:extLst>
              <a:ext uri="{FF2B5EF4-FFF2-40B4-BE49-F238E27FC236}">
                <a16:creationId xmlns:a16="http://schemas.microsoft.com/office/drawing/2014/main" id="{2BD78398-3374-41B9-BE49-697081D53E24}"/>
              </a:ext>
            </a:extLst>
          </p:cNvPr>
          <p:cNvSpPr>
            <a:spLocks noGrp="1"/>
          </p:cNvSpPr>
          <p:nvPr/>
        </p:nvSpPr>
        <p:spPr>
          <a:xfrm>
            <a:off x="4429195" y="3625088"/>
            <a:ext cx="28398" cy="28398"/>
          </a:xfrm>
          <a:prstGeom prst="ellipse">
            <a:avLst/>
          </a:prstGeom>
          <a:solidFill>
            <a:srgbClr val="2D887E">
              <a:alpha val="30000"/>
            </a:srgbClr>
          </a:solidFill>
          <a:ln w="0">
            <a:noFill/>
            <a:prstDash val="solid"/>
          </a:ln>
        </p:spPr>
      </p:sp>
      <p:sp>
        <p:nvSpPr>
          <p:cNvPr id="572" name="02_predicted_pose_3871">
            <a:extLst>
              <a:ext uri="{FF2B5EF4-FFF2-40B4-BE49-F238E27FC236}">
                <a16:creationId xmlns:a16="http://schemas.microsoft.com/office/drawing/2014/main" id="{399CD023-6241-4D4F-B16F-44CA9C79E430}"/>
              </a:ext>
            </a:extLst>
          </p:cNvPr>
          <p:cNvSpPr>
            <a:spLocks noGrp="1"/>
          </p:cNvSpPr>
          <p:nvPr/>
        </p:nvSpPr>
        <p:spPr>
          <a:xfrm>
            <a:off x="4522218" y="3662924"/>
            <a:ext cx="28398" cy="28398"/>
          </a:xfrm>
          <a:prstGeom prst="ellipse">
            <a:avLst/>
          </a:prstGeom>
          <a:solidFill>
            <a:srgbClr val="2D887E">
              <a:alpha val="30000"/>
            </a:srgbClr>
          </a:solidFill>
          <a:ln w="0">
            <a:noFill/>
            <a:prstDash val="solid"/>
          </a:ln>
        </p:spPr>
      </p:sp>
      <p:sp>
        <p:nvSpPr>
          <p:cNvPr id="573" name="02_predicted_pose_3872">
            <a:extLst>
              <a:ext uri="{FF2B5EF4-FFF2-40B4-BE49-F238E27FC236}">
                <a16:creationId xmlns:a16="http://schemas.microsoft.com/office/drawing/2014/main" id="{B3E5A590-EEAA-40D9-84AE-8FAD611EBDAC}"/>
              </a:ext>
            </a:extLst>
          </p:cNvPr>
          <p:cNvSpPr>
            <a:spLocks noGrp="1"/>
          </p:cNvSpPr>
          <p:nvPr/>
        </p:nvSpPr>
        <p:spPr>
          <a:xfrm>
            <a:off x="4615241" y="3656121"/>
            <a:ext cx="28398" cy="28398"/>
          </a:xfrm>
          <a:prstGeom prst="ellipse">
            <a:avLst/>
          </a:prstGeom>
          <a:solidFill>
            <a:srgbClr val="2D887E">
              <a:alpha val="30000"/>
            </a:srgbClr>
          </a:solidFill>
          <a:ln w="0">
            <a:noFill/>
            <a:prstDash val="solid"/>
          </a:ln>
        </p:spPr>
      </p:sp>
      <p:sp>
        <p:nvSpPr>
          <p:cNvPr id="574" name="02_predicted_pose_3873">
            <a:extLst>
              <a:ext uri="{FF2B5EF4-FFF2-40B4-BE49-F238E27FC236}">
                <a16:creationId xmlns:a16="http://schemas.microsoft.com/office/drawing/2014/main" id="{C4782E4D-2E34-427F-A770-7403A1AC1775}"/>
              </a:ext>
            </a:extLst>
          </p:cNvPr>
          <p:cNvSpPr>
            <a:spLocks noGrp="1"/>
          </p:cNvSpPr>
          <p:nvPr/>
        </p:nvSpPr>
        <p:spPr>
          <a:xfrm>
            <a:off x="4364767" y="3618452"/>
            <a:ext cx="28398" cy="28398"/>
          </a:xfrm>
          <a:prstGeom prst="ellipse">
            <a:avLst/>
          </a:prstGeom>
          <a:solidFill>
            <a:srgbClr val="2D887E">
              <a:alpha val="30000"/>
            </a:srgbClr>
          </a:solidFill>
          <a:ln w="0">
            <a:noFill/>
            <a:prstDash val="solid"/>
          </a:ln>
        </p:spPr>
      </p:sp>
      <p:sp>
        <p:nvSpPr>
          <p:cNvPr id="575" name="02_predicted_pose_3874">
            <a:extLst>
              <a:ext uri="{FF2B5EF4-FFF2-40B4-BE49-F238E27FC236}">
                <a16:creationId xmlns:a16="http://schemas.microsoft.com/office/drawing/2014/main" id="{D66B004E-3167-41BE-AAF8-436A35A6E956}"/>
              </a:ext>
            </a:extLst>
          </p:cNvPr>
          <p:cNvSpPr>
            <a:spLocks noGrp="1"/>
          </p:cNvSpPr>
          <p:nvPr/>
        </p:nvSpPr>
        <p:spPr>
          <a:xfrm>
            <a:off x="4457791" y="3639127"/>
            <a:ext cx="28398" cy="28398"/>
          </a:xfrm>
          <a:prstGeom prst="ellipse">
            <a:avLst/>
          </a:prstGeom>
          <a:solidFill>
            <a:srgbClr val="2D887E">
              <a:alpha val="30000"/>
            </a:srgbClr>
          </a:solidFill>
          <a:ln w="0">
            <a:noFill/>
            <a:prstDash val="solid"/>
          </a:ln>
        </p:spPr>
      </p:sp>
      <p:sp>
        <p:nvSpPr>
          <p:cNvPr id="576" name="02_predicted_pose_3875">
            <a:extLst>
              <a:ext uri="{FF2B5EF4-FFF2-40B4-BE49-F238E27FC236}">
                <a16:creationId xmlns:a16="http://schemas.microsoft.com/office/drawing/2014/main" id="{4C574799-4A65-4C8B-87EA-005AAEE31B7B}"/>
              </a:ext>
            </a:extLst>
          </p:cNvPr>
          <p:cNvSpPr>
            <a:spLocks noGrp="1"/>
          </p:cNvSpPr>
          <p:nvPr/>
        </p:nvSpPr>
        <p:spPr>
          <a:xfrm>
            <a:off x="4550814" y="3693069"/>
            <a:ext cx="28398" cy="28398"/>
          </a:xfrm>
          <a:prstGeom prst="ellipse">
            <a:avLst/>
          </a:prstGeom>
          <a:solidFill>
            <a:srgbClr val="2D887E">
              <a:alpha val="30000"/>
            </a:srgbClr>
          </a:solidFill>
          <a:ln w="0">
            <a:noFill/>
            <a:prstDash val="solid"/>
          </a:ln>
        </p:spPr>
      </p:sp>
      <p:sp>
        <p:nvSpPr>
          <p:cNvPr id="577" name="02_predicted_pose_3876">
            <a:extLst>
              <a:ext uri="{FF2B5EF4-FFF2-40B4-BE49-F238E27FC236}">
                <a16:creationId xmlns:a16="http://schemas.microsoft.com/office/drawing/2014/main" id="{A84B8E3A-12A1-4128-A872-CB0DDD3196A3}"/>
              </a:ext>
            </a:extLst>
          </p:cNvPr>
          <p:cNvSpPr>
            <a:spLocks noGrp="1"/>
          </p:cNvSpPr>
          <p:nvPr/>
        </p:nvSpPr>
        <p:spPr>
          <a:xfrm>
            <a:off x="4643837" y="3655704"/>
            <a:ext cx="28398" cy="28398"/>
          </a:xfrm>
          <a:prstGeom prst="ellipse">
            <a:avLst/>
          </a:prstGeom>
          <a:solidFill>
            <a:srgbClr val="2D887E">
              <a:alpha val="30000"/>
            </a:srgbClr>
          </a:solidFill>
          <a:ln w="0">
            <a:noFill/>
            <a:prstDash val="solid"/>
          </a:ln>
        </p:spPr>
      </p:sp>
      <p:sp>
        <p:nvSpPr>
          <p:cNvPr id="578" name="02_predicted_pose_3877">
            <a:extLst>
              <a:ext uri="{FF2B5EF4-FFF2-40B4-BE49-F238E27FC236}">
                <a16:creationId xmlns:a16="http://schemas.microsoft.com/office/drawing/2014/main" id="{36765CB9-7BB8-422A-BFDE-ADE95D4F7BEF}"/>
              </a:ext>
            </a:extLst>
          </p:cNvPr>
          <p:cNvSpPr>
            <a:spLocks noGrp="1"/>
          </p:cNvSpPr>
          <p:nvPr/>
        </p:nvSpPr>
        <p:spPr>
          <a:xfrm>
            <a:off x="4507403" y="3623040"/>
            <a:ext cx="28398" cy="28398"/>
          </a:xfrm>
          <a:prstGeom prst="ellipse">
            <a:avLst/>
          </a:prstGeom>
          <a:solidFill>
            <a:srgbClr val="2D887E">
              <a:alpha val="30000"/>
            </a:srgbClr>
          </a:solidFill>
          <a:ln w="0">
            <a:noFill/>
            <a:prstDash val="solid"/>
          </a:ln>
        </p:spPr>
      </p:sp>
      <p:sp>
        <p:nvSpPr>
          <p:cNvPr id="579" name="02_predicted_pose_3878">
            <a:extLst>
              <a:ext uri="{FF2B5EF4-FFF2-40B4-BE49-F238E27FC236}">
                <a16:creationId xmlns:a16="http://schemas.microsoft.com/office/drawing/2014/main" id="{C44D7786-5E19-410F-A86A-2D3259597595}"/>
              </a:ext>
            </a:extLst>
          </p:cNvPr>
          <p:cNvSpPr>
            <a:spLocks noGrp="1"/>
          </p:cNvSpPr>
          <p:nvPr/>
        </p:nvSpPr>
        <p:spPr>
          <a:xfrm>
            <a:off x="4600426" y="3732336"/>
            <a:ext cx="28398" cy="28398"/>
          </a:xfrm>
          <a:prstGeom prst="ellipse">
            <a:avLst/>
          </a:prstGeom>
          <a:solidFill>
            <a:srgbClr val="2D887E">
              <a:alpha val="30000"/>
            </a:srgbClr>
          </a:solidFill>
          <a:ln w="0">
            <a:noFill/>
            <a:prstDash val="solid"/>
          </a:ln>
        </p:spPr>
      </p:sp>
      <p:sp>
        <p:nvSpPr>
          <p:cNvPr id="580" name="02_predicted_pose_3879">
            <a:extLst>
              <a:ext uri="{FF2B5EF4-FFF2-40B4-BE49-F238E27FC236}">
                <a16:creationId xmlns:a16="http://schemas.microsoft.com/office/drawing/2014/main" id="{FC3D3C2C-49FE-4EB8-A296-6B40DF247026}"/>
              </a:ext>
            </a:extLst>
          </p:cNvPr>
          <p:cNvSpPr>
            <a:spLocks noGrp="1"/>
          </p:cNvSpPr>
          <p:nvPr/>
        </p:nvSpPr>
        <p:spPr>
          <a:xfrm>
            <a:off x="4349953" y="3699102"/>
            <a:ext cx="28398" cy="28398"/>
          </a:xfrm>
          <a:prstGeom prst="ellipse">
            <a:avLst/>
          </a:prstGeom>
          <a:solidFill>
            <a:srgbClr val="2D887E">
              <a:alpha val="30000"/>
            </a:srgbClr>
          </a:solidFill>
          <a:ln w="0">
            <a:noFill/>
            <a:prstDash val="solid"/>
          </a:ln>
        </p:spPr>
      </p:sp>
      <p:sp>
        <p:nvSpPr>
          <p:cNvPr id="581" name="02_predicted_pose_3880">
            <a:extLst>
              <a:ext uri="{FF2B5EF4-FFF2-40B4-BE49-F238E27FC236}">
                <a16:creationId xmlns:a16="http://schemas.microsoft.com/office/drawing/2014/main" id="{7226499A-007F-48B2-8FFB-FCE539F68D15}"/>
              </a:ext>
            </a:extLst>
          </p:cNvPr>
          <p:cNvSpPr>
            <a:spLocks noGrp="1"/>
          </p:cNvSpPr>
          <p:nvPr/>
        </p:nvSpPr>
        <p:spPr>
          <a:xfrm>
            <a:off x="4442976" y="3711836"/>
            <a:ext cx="28398" cy="28398"/>
          </a:xfrm>
          <a:prstGeom prst="ellipse">
            <a:avLst/>
          </a:prstGeom>
          <a:solidFill>
            <a:srgbClr val="2D887E">
              <a:alpha val="30000"/>
            </a:srgbClr>
          </a:solidFill>
          <a:ln w="0">
            <a:noFill/>
            <a:prstDash val="solid"/>
          </a:ln>
        </p:spPr>
      </p:sp>
      <p:sp>
        <p:nvSpPr>
          <p:cNvPr id="582" name="02_predicted_pose_3881">
            <a:extLst>
              <a:ext uri="{FF2B5EF4-FFF2-40B4-BE49-F238E27FC236}">
                <a16:creationId xmlns:a16="http://schemas.microsoft.com/office/drawing/2014/main" id="{06DE9C8C-6212-4332-982E-A2B97DF23C69}"/>
              </a:ext>
            </a:extLst>
          </p:cNvPr>
          <p:cNvSpPr>
            <a:spLocks noGrp="1"/>
          </p:cNvSpPr>
          <p:nvPr/>
        </p:nvSpPr>
        <p:spPr>
          <a:xfrm>
            <a:off x="4535999" y="3698065"/>
            <a:ext cx="28398" cy="28398"/>
          </a:xfrm>
          <a:prstGeom prst="ellipse">
            <a:avLst/>
          </a:prstGeom>
          <a:solidFill>
            <a:srgbClr val="2D887E">
              <a:alpha val="30000"/>
            </a:srgbClr>
          </a:solidFill>
          <a:ln w="0">
            <a:noFill/>
            <a:prstDash val="solid"/>
          </a:ln>
        </p:spPr>
      </p:sp>
      <p:sp>
        <p:nvSpPr>
          <p:cNvPr id="583" name="02_predicted_pose_3882">
            <a:extLst>
              <a:ext uri="{FF2B5EF4-FFF2-40B4-BE49-F238E27FC236}">
                <a16:creationId xmlns:a16="http://schemas.microsoft.com/office/drawing/2014/main" id="{9B049F50-5630-48F1-AEF2-9D465AB5B9FD}"/>
              </a:ext>
            </a:extLst>
          </p:cNvPr>
          <p:cNvSpPr>
            <a:spLocks noGrp="1"/>
          </p:cNvSpPr>
          <p:nvPr/>
        </p:nvSpPr>
        <p:spPr>
          <a:xfrm>
            <a:off x="4629022" y="3700728"/>
            <a:ext cx="28398" cy="28398"/>
          </a:xfrm>
          <a:prstGeom prst="ellipse">
            <a:avLst/>
          </a:prstGeom>
          <a:solidFill>
            <a:srgbClr val="2D887E">
              <a:alpha val="30000"/>
            </a:srgbClr>
          </a:solidFill>
          <a:ln w="0">
            <a:noFill/>
            <a:prstDash val="solid"/>
          </a:ln>
        </p:spPr>
      </p:sp>
      <p:sp>
        <p:nvSpPr>
          <p:cNvPr id="584" name="02_predicted_pose_3883">
            <a:extLst>
              <a:ext uri="{FF2B5EF4-FFF2-40B4-BE49-F238E27FC236}">
                <a16:creationId xmlns:a16="http://schemas.microsoft.com/office/drawing/2014/main" id="{BFF7BDEF-E902-49DD-AD16-47ADD7989244}"/>
              </a:ext>
            </a:extLst>
          </p:cNvPr>
          <p:cNvSpPr>
            <a:spLocks noGrp="1"/>
          </p:cNvSpPr>
          <p:nvPr/>
        </p:nvSpPr>
        <p:spPr>
          <a:xfrm>
            <a:off x="4378549" y="3658664"/>
            <a:ext cx="28398" cy="28398"/>
          </a:xfrm>
          <a:prstGeom prst="ellipse">
            <a:avLst/>
          </a:prstGeom>
          <a:solidFill>
            <a:srgbClr val="2D887E">
              <a:alpha val="30000"/>
            </a:srgbClr>
          </a:solidFill>
          <a:ln w="0">
            <a:noFill/>
            <a:prstDash val="solid"/>
          </a:ln>
        </p:spPr>
      </p:sp>
      <p:sp>
        <p:nvSpPr>
          <p:cNvPr id="585" name="02_predicted_pose_3884">
            <a:extLst>
              <a:ext uri="{FF2B5EF4-FFF2-40B4-BE49-F238E27FC236}">
                <a16:creationId xmlns:a16="http://schemas.microsoft.com/office/drawing/2014/main" id="{721A0C88-310B-4BA7-84BA-2093D95FD555}"/>
              </a:ext>
            </a:extLst>
          </p:cNvPr>
          <p:cNvSpPr>
            <a:spLocks noGrp="1"/>
          </p:cNvSpPr>
          <p:nvPr/>
        </p:nvSpPr>
        <p:spPr>
          <a:xfrm>
            <a:off x="4471572" y="3687786"/>
            <a:ext cx="28398" cy="28398"/>
          </a:xfrm>
          <a:prstGeom prst="ellipse">
            <a:avLst/>
          </a:prstGeom>
          <a:solidFill>
            <a:srgbClr val="2D887E">
              <a:alpha val="30000"/>
            </a:srgbClr>
          </a:solidFill>
          <a:ln w="0">
            <a:noFill/>
            <a:prstDash val="solid"/>
          </a:ln>
        </p:spPr>
      </p:sp>
      <p:sp>
        <p:nvSpPr>
          <p:cNvPr id="586" name="02_predicted_pose_3885">
            <a:extLst>
              <a:ext uri="{FF2B5EF4-FFF2-40B4-BE49-F238E27FC236}">
                <a16:creationId xmlns:a16="http://schemas.microsoft.com/office/drawing/2014/main" id="{D6ABFCF2-AD16-463E-848B-1C9ADBAA4F91}"/>
              </a:ext>
            </a:extLst>
          </p:cNvPr>
          <p:cNvSpPr>
            <a:spLocks noGrp="1"/>
          </p:cNvSpPr>
          <p:nvPr/>
        </p:nvSpPr>
        <p:spPr>
          <a:xfrm>
            <a:off x="4564595" y="3673343"/>
            <a:ext cx="28398" cy="28398"/>
          </a:xfrm>
          <a:prstGeom prst="ellipse">
            <a:avLst/>
          </a:prstGeom>
          <a:solidFill>
            <a:srgbClr val="2D887E">
              <a:alpha val="30000"/>
            </a:srgbClr>
          </a:solidFill>
          <a:ln w="0">
            <a:noFill/>
            <a:prstDash val="solid"/>
          </a:ln>
        </p:spPr>
      </p:sp>
      <p:sp>
        <p:nvSpPr>
          <p:cNvPr id="587" name="02_predicted_pose_3886">
            <a:extLst>
              <a:ext uri="{FF2B5EF4-FFF2-40B4-BE49-F238E27FC236}">
                <a16:creationId xmlns:a16="http://schemas.microsoft.com/office/drawing/2014/main" id="{6D8E5A98-EDE9-45E5-89CA-D1F75A0623A4}"/>
              </a:ext>
            </a:extLst>
          </p:cNvPr>
          <p:cNvSpPr>
            <a:spLocks noGrp="1"/>
          </p:cNvSpPr>
          <p:nvPr/>
        </p:nvSpPr>
        <p:spPr>
          <a:xfrm>
            <a:off x="4657619" y="3692166"/>
            <a:ext cx="28398" cy="28398"/>
          </a:xfrm>
          <a:prstGeom prst="ellipse">
            <a:avLst/>
          </a:prstGeom>
          <a:solidFill>
            <a:srgbClr val="2D887E">
              <a:alpha val="30000"/>
            </a:srgbClr>
          </a:solidFill>
          <a:ln w="0">
            <a:noFill/>
            <a:prstDash val="solid"/>
          </a:ln>
        </p:spPr>
      </p:sp>
      <p:sp>
        <p:nvSpPr>
          <p:cNvPr id="588" name="02_predicted_pose_3887">
            <a:extLst>
              <a:ext uri="{FF2B5EF4-FFF2-40B4-BE49-F238E27FC236}">
                <a16:creationId xmlns:a16="http://schemas.microsoft.com/office/drawing/2014/main" id="{668C008C-B272-4FF1-A632-99BA468F7348}"/>
              </a:ext>
            </a:extLst>
          </p:cNvPr>
          <p:cNvSpPr>
            <a:spLocks noGrp="1"/>
          </p:cNvSpPr>
          <p:nvPr/>
        </p:nvSpPr>
        <p:spPr>
          <a:xfrm>
            <a:off x="4614208" y="3677446"/>
            <a:ext cx="28398" cy="28398"/>
          </a:xfrm>
          <a:prstGeom prst="ellipse">
            <a:avLst/>
          </a:prstGeom>
          <a:solidFill>
            <a:srgbClr val="2D887E">
              <a:alpha val="30000"/>
            </a:srgbClr>
          </a:solidFill>
          <a:ln w="0">
            <a:noFill/>
            <a:prstDash val="solid"/>
          </a:ln>
        </p:spPr>
      </p:sp>
      <p:sp>
        <p:nvSpPr>
          <p:cNvPr id="589" name="02_predicted_pose_3888">
            <a:extLst>
              <a:ext uri="{FF2B5EF4-FFF2-40B4-BE49-F238E27FC236}">
                <a16:creationId xmlns:a16="http://schemas.microsoft.com/office/drawing/2014/main" id="{9C6D4EA7-65D4-4E1A-853A-841D28360670}"/>
              </a:ext>
            </a:extLst>
          </p:cNvPr>
          <p:cNvSpPr>
            <a:spLocks noGrp="1"/>
          </p:cNvSpPr>
          <p:nvPr/>
        </p:nvSpPr>
        <p:spPr>
          <a:xfrm>
            <a:off x="4363734" y="3650959"/>
            <a:ext cx="28398" cy="28398"/>
          </a:xfrm>
          <a:prstGeom prst="ellipse">
            <a:avLst/>
          </a:prstGeom>
          <a:solidFill>
            <a:srgbClr val="2D887E">
              <a:alpha val="30000"/>
            </a:srgbClr>
          </a:solidFill>
          <a:ln w="0">
            <a:noFill/>
            <a:prstDash val="solid"/>
          </a:ln>
        </p:spPr>
      </p:sp>
      <p:sp>
        <p:nvSpPr>
          <p:cNvPr id="590" name="02_predicted_pose_3889">
            <a:extLst>
              <a:ext uri="{FF2B5EF4-FFF2-40B4-BE49-F238E27FC236}">
                <a16:creationId xmlns:a16="http://schemas.microsoft.com/office/drawing/2014/main" id="{0FAEB00B-B48E-403C-AB87-0E39AD4554A3}"/>
              </a:ext>
            </a:extLst>
          </p:cNvPr>
          <p:cNvSpPr>
            <a:spLocks noGrp="1"/>
          </p:cNvSpPr>
          <p:nvPr/>
        </p:nvSpPr>
        <p:spPr>
          <a:xfrm>
            <a:off x="4456757" y="3656546"/>
            <a:ext cx="28398" cy="28398"/>
          </a:xfrm>
          <a:prstGeom prst="ellipse">
            <a:avLst/>
          </a:prstGeom>
          <a:solidFill>
            <a:srgbClr val="2D887E">
              <a:alpha val="30000"/>
            </a:srgbClr>
          </a:solidFill>
          <a:ln w="0">
            <a:noFill/>
            <a:prstDash val="solid"/>
          </a:ln>
        </p:spPr>
      </p:sp>
      <p:sp>
        <p:nvSpPr>
          <p:cNvPr id="591" name="02_predicted_pose_3890">
            <a:extLst>
              <a:ext uri="{FF2B5EF4-FFF2-40B4-BE49-F238E27FC236}">
                <a16:creationId xmlns:a16="http://schemas.microsoft.com/office/drawing/2014/main" id="{D7666314-56D9-49A3-8B62-2B533F30A30F}"/>
              </a:ext>
            </a:extLst>
          </p:cNvPr>
          <p:cNvSpPr>
            <a:spLocks noGrp="1"/>
          </p:cNvSpPr>
          <p:nvPr/>
        </p:nvSpPr>
        <p:spPr>
          <a:xfrm>
            <a:off x="4549780" y="3662586"/>
            <a:ext cx="28398" cy="28398"/>
          </a:xfrm>
          <a:prstGeom prst="ellipse">
            <a:avLst/>
          </a:prstGeom>
          <a:solidFill>
            <a:srgbClr val="2D887E">
              <a:alpha val="30000"/>
            </a:srgbClr>
          </a:solidFill>
          <a:ln w="0">
            <a:noFill/>
            <a:prstDash val="solid"/>
          </a:ln>
        </p:spPr>
      </p:sp>
      <p:sp>
        <p:nvSpPr>
          <p:cNvPr id="592" name="02_predicted_pose_3891">
            <a:extLst>
              <a:ext uri="{FF2B5EF4-FFF2-40B4-BE49-F238E27FC236}">
                <a16:creationId xmlns:a16="http://schemas.microsoft.com/office/drawing/2014/main" id="{A75B6C72-D2BD-45DD-9866-D48BC36C3D1A}"/>
              </a:ext>
            </a:extLst>
          </p:cNvPr>
          <p:cNvSpPr>
            <a:spLocks noGrp="1"/>
          </p:cNvSpPr>
          <p:nvPr/>
        </p:nvSpPr>
        <p:spPr>
          <a:xfrm>
            <a:off x="4642804" y="3665401"/>
            <a:ext cx="28398" cy="28398"/>
          </a:xfrm>
          <a:prstGeom prst="ellipse">
            <a:avLst/>
          </a:prstGeom>
          <a:solidFill>
            <a:srgbClr val="2D887E">
              <a:alpha val="30000"/>
            </a:srgbClr>
          </a:solidFill>
          <a:ln w="0">
            <a:noFill/>
            <a:prstDash val="solid"/>
          </a:ln>
        </p:spPr>
      </p:sp>
      <p:sp>
        <p:nvSpPr>
          <p:cNvPr id="593" name="02_predicted_pose_3892">
            <a:extLst>
              <a:ext uri="{FF2B5EF4-FFF2-40B4-BE49-F238E27FC236}">
                <a16:creationId xmlns:a16="http://schemas.microsoft.com/office/drawing/2014/main" id="{A21A73E2-34DA-4C20-9F88-4EB611B8B2AA}"/>
              </a:ext>
            </a:extLst>
          </p:cNvPr>
          <p:cNvSpPr>
            <a:spLocks noGrp="1"/>
          </p:cNvSpPr>
          <p:nvPr/>
        </p:nvSpPr>
        <p:spPr>
          <a:xfrm>
            <a:off x="4392330" y="3668232"/>
            <a:ext cx="28398" cy="28398"/>
          </a:xfrm>
          <a:prstGeom prst="ellipse">
            <a:avLst/>
          </a:prstGeom>
          <a:solidFill>
            <a:srgbClr val="2D887E">
              <a:alpha val="30000"/>
            </a:srgbClr>
          </a:solidFill>
          <a:ln w="0">
            <a:noFill/>
            <a:prstDash val="solid"/>
          </a:ln>
        </p:spPr>
      </p:sp>
      <p:sp>
        <p:nvSpPr>
          <p:cNvPr id="594" name="02_predicted_pose_3893">
            <a:extLst>
              <a:ext uri="{FF2B5EF4-FFF2-40B4-BE49-F238E27FC236}">
                <a16:creationId xmlns:a16="http://schemas.microsoft.com/office/drawing/2014/main" id="{1E829229-EC13-4D4E-B3EE-2507DB9DDF7D}"/>
              </a:ext>
            </a:extLst>
          </p:cNvPr>
          <p:cNvSpPr>
            <a:spLocks noGrp="1"/>
          </p:cNvSpPr>
          <p:nvPr/>
        </p:nvSpPr>
        <p:spPr>
          <a:xfrm>
            <a:off x="4485353" y="3650594"/>
            <a:ext cx="28398" cy="28398"/>
          </a:xfrm>
          <a:prstGeom prst="ellipse">
            <a:avLst/>
          </a:prstGeom>
          <a:solidFill>
            <a:srgbClr val="2D887E">
              <a:alpha val="30000"/>
            </a:srgbClr>
          </a:solidFill>
          <a:ln w="0">
            <a:noFill/>
            <a:prstDash val="solid"/>
          </a:ln>
        </p:spPr>
      </p:sp>
      <p:sp>
        <p:nvSpPr>
          <p:cNvPr id="595" name="02_predicted_pose_3894">
            <a:extLst>
              <a:ext uri="{FF2B5EF4-FFF2-40B4-BE49-F238E27FC236}">
                <a16:creationId xmlns:a16="http://schemas.microsoft.com/office/drawing/2014/main" id="{6631E1C4-550D-4980-8A92-29306F025889}"/>
              </a:ext>
            </a:extLst>
          </p:cNvPr>
          <p:cNvSpPr>
            <a:spLocks noGrp="1"/>
          </p:cNvSpPr>
          <p:nvPr/>
        </p:nvSpPr>
        <p:spPr>
          <a:xfrm>
            <a:off x="4578376" y="3679709"/>
            <a:ext cx="28398" cy="28398"/>
          </a:xfrm>
          <a:prstGeom prst="ellipse">
            <a:avLst/>
          </a:prstGeom>
          <a:solidFill>
            <a:srgbClr val="2D887E">
              <a:alpha val="30000"/>
            </a:srgbClr>
          </a:solidFill>
          <a:ln w="0">
            <a:noFill/>
            <a:prstDash val="solid"/>
          </a:ln>
        </p:spPr>
      </p:sp>
      <p:sp>
        <p:nvSpPr>
          <p:cNvPr id="596" name="02_predicted_pose_3895">
            <a:extLst>
              <a:ext uri="{FF2B5EF4-FFF2-40B4-BE49-F238E27FC236}">
                <a16:creationId xmlns:a16="http://schemas.microsoft.com/office/drawing/2014/main" id="{B5253768-B2BF-4EAC-BF5F-42B39075AD81}"/>
              </a:ext>
            </a:extLst>
          </p:cNvPr>
          <p:cNvSpPr>
            <a:spLocks noGrp="1"/>
          </p:cNvSpPr>
          <p:nvPr/>
        </p:nvSpPr>
        <p:spPr>
          <a:xfrm>
            <a:off x="4327903" y="3675498"/>
            <a:ext cx="28398" cy="28398"/>
          </a:xfrm>
          <a:prstGeom prst="ellipse">
            <a:avLst/>
          </a:prstGeom>
          <a:solidFill>
            <a:srgbClr val="2D887E">
              <a:alpha val="30000"/>
            </a:srgbClr>
          </a:solidFill>
          <a:ln w="0">
            <a:noFill/>
            <a:prstDash val="solid"/>
          </a:ln>
        </p:spPr>
      </p:sp>
      <p:sp>
        <p:nvSpPr>
          <p:cNvPr id="597" name="02_predicted_pose_3896">
            <a:extLst>
              <a:ext uri="{FF2B5EF4-FFF2-40B4-BE49-F238E27FC236}">
                <a16:creationId xmlns:a16="http://schemas.microsoft.com/office/drawing/2014/main" id="{D7E88316-FA67-4332-9763-ED67001612BE}"/>
              </a:ext>
            </a:extLst>
          </p:cNvPr>
          <p:cNvSpPr>
            <a:spLocks noGrp="1"/>
          </p:cNvSpPr>
          <p:nvPr/>
        </p:nvSpPr>
        <p:spPr>
          <a:xfrm>
            <a:off x="4534966" y="3617724"/>
            <a:ext cx="28398" cy="28398"/>
          </a:xfrm>
          <a:prstGeom prst="ellipse">
            <a:avLst/>
          </a:prstGeom>
          <a:solidFill>
            <a:srgbClr val="2D887E">
              <a:alpha val="30000"/>
            </a:srgbClr>
          </a:solidFill>
          <a:ln w="0">
            <a:noFill/>
            <a:prstDash val="solid"/>
          </a:ln>
        </p:spPr>
      </p:sp>
      <p:sp>
        <p:nvSpPr>
          <p:cNvPr id="598" name="02_predicted_pose_3897">
            <a:extLst>
              <a:ext uri="{FF2B5EF4-FFF2-40B4-BE49-F238E27FC236}">
                <a16:creationId xmlns:a16="http://schemas.microsoft.com/office/drawing/2014/main" id="{2895CA2A-10E2-4216-8FA4-889D0F38CD28}"/>
              </a:ext>
            </a:extLst>
          </p:cNvPr>
          <p:cNvSpPr>
            <a:spLocks noGrp="1"/>
          </p:cNvSpPr>
          <p:nvPr/>
        </p:nvSpPr>
        <p:spPr>
          <a:xfrm>
            <a:off x="4627989" y="3660989"/>
            <a:ext cx="28398" cy="28398"/>
          </a:xfrm>
          <a:prstGeom prst="ellipse">
            <a:avLst/>
          </a:prstGeom>
          <a:solidFill>
            <a:srgbClr val="2D887E">
              <a:alpha val="30000"/>
            </a:srgbClr>
          </a:solidFill>
          <a:ln w="0">
            <a:noFill/>
            <a:prstDash val="solid"/>
          </a:ln>
        </p:spPr>
      </p:sp>
      <p:sp>
        <p:nvSpPr>
          <p:cNvPr id="599" name="02_predicted_pose_3898">
            <a:extLst>
              <a:ext uri="{FF2B5EF4-FFF2-40B4-BE49-F238E27FC236}">
                <a16:creationId xmlns:a16="http://schemas.microsoft.com/office/drawing/2014/main" id="{ADD19878-21EE-42F2-8EE2-458903C61CF1}"/>
              </a:ext>
            </a:extLst>
          </p:cNvPr>
          <p:cNvSpPr>
            <a:spLocks noGrp="1"/>
          </p:cNvSpPr>
          <p:nvPr/>
        </p:nvSpPr>
        <p:spPr>
          <a:xfrm>
            <a:off x="4377515" y="3662675"/>
            <a:ext cx="28398" cy="28398"/>
          </a:xfrm>
          <a:prstGeom prst="ellipse">
            <a:avLst/>
          </a:prstGeom>
          <a:solidFill>
            <a:srgbClr val="2D887E">
              <a:alpha val="30000"/>
            </a:srgbClr>
          </a:solidFill>
          <a:ln w="0">
            <a:noFill/>
            <a:prstDash val="solid"/>
          </a:ln>
        </p:spPr>
      </p:sp>
      <p:sp>
        <p:nvSpPr>
          <p:cNvPr id="600" name="02_predicted_pose_3899">
            <a:extLst>
              <a:ext uri="{FF2B5EF4-FFF2-40B4-BE49-F238E27FC236}">
                <a16:creationId xmlns:a16="http://schemas.microsoft.com/office/drawing/2014/main" id="{39B7D6DB-6899-4B14-8C5B-8F702CFA5692}"/>
              </a:ext>
            </a:extLst>
          </p:cNvPr>
          <p:cNvSpPr>
            <a:spLocks noGrp="1"/>
          </p:cNvSpPr>
          <p:nvPr/>
        </p:nvSpPr>
        <p:spPr>
          <a:xfrm>
            <a:off x="4470538" y="3710076"/>
            <a:ext cx="28398" cy="28398"/>
          </a:xfrm>
          <a:prstGeom prst="ellipse">
            <a:avLst/>
          </a:prstGeom>
          <a:solidFill>
            <a:srgbClr val="2D887E">
              <a:alpha val="30000"/>
            </a:srgbClr>
          </a:solidFill>
          <a:ln w="0">
            <a:noFill/>
            <a:prstDash val="solid"/>
          </a:ln>
        </p:spPr>
      </p:sp>
      <p:sp>
        <p:nvSpPr>
          <p:cNvPr id="601" name="02_predicted_pose_3900">
            <a:extLst>
              <a:ext uri="{FF2B5EF4-FFF2-40B4-BE49-F238E27FC236}">
                <a16:creationId xmlns:a16="http://schemas.microsoft.com/office/drawing/2014/main" id="{C37BBFF0-43E6-4D98-BC36-3C133BDD5C72}"/>
              </a:ext>
            </a:extLst>
          </p:cNvPr>
          <p:cNvSpPr>
            <a:spLocks noGrp="1"/>
          </p:cNvSpPr>
          <p:nvPr/>
        </p:nvSpPr>
        <p:spPr>
          <a:xfrm>
            <a:off x="4563562" y="3643843"/>
            <a:ext cx="28398" cy="28398"/>
          </a:xfrm>
          <a:prstGeom prst="ellipse">
            <a:avLst/>
          </a:prstGeom>
          <a:solidFill>
            <a:srgbClr val="2D887E">
              <a:alpha val="30000"/>
            </a:srgbClr>
          </a:solidFill>
          <a:ln w="0">
            <a:noFill/>
            <a:prstDash val="solid"/>
          </a:ln>
        </p:spPr>
      </p:sp>
      <p:sp>
        <p:nvSpPr>
          <p:cNvPr id="602" name="02_predicted_pose_3901">
            <a:extLst>
              <a:ext uri="{FF2B5EF4-FFF2-40B4-BE49-F238E27FC236}">
                <a16:creationId xmlns:a16="http://schemas.microsoft.com/office/drawing/2014/main" id="{A6226611-D923-487A-94F3-0AEF719A98F3}"/>
              </a:ext>
            </a:extLst>
          </p:cNvPr>
          <p:cNvSpPr>
            <a:spLocks noGrp="1"/>
          </p:cNvSpPr>
          <p:nvPr/>
        </p:nvSpPr>
        <p:spPr>
          <a:xfrm>
            <a:off x="4656585" y="3616412"/>
            <a:ext cx="28398" cy="28398"/>
          </a:xfrm>
          <a:prstGeom prst="ellipse">
            <a:avLst/>
          </a:prstGeom>
          <a:solidFill>
            <a:srgbClr val="2D887E">
              <a:alpha val="30000"/>
            </a:srgbClr>
          </a:solidFill>
          <a:ln w="0">
            <a:noFill/>
            <a:prstDash val="solid"/>
          </a:ln>
        </p:spPr>
      </p:sp>
      <p:sp>
        <p:nvSpPr>
          <p:cNvPr id="603" name="02_predicted_pose_3902">
            <a:extLst>
              <a:ext uri="{FF2B5EF4-FFF2-40B4-BE49-F238E27FC236}">
                <a16:creationId xmlns:a16="http://schemas.microsoft.com/office/drawing/2014/main" id="{436FAFCB-37AE-459C-9890-5800B55C7650}"/>
              </a:ext>
            </a:extLst>
          </p:cNvPr>
          <p:cNvSpPr>
            <a:spLocks noGrp="1"/>
          </p:cNvSpPr>
          <p:nvPr/>
        </p:nvSpPr>
        <p:spPr>
          <a:xfrm>
            <a:off x="4406111" y="3677193"/>
            <a:ext cx="28398" cy="28398"/>
          </a:xfrm>
          <a:prstGeom prst="ellipse">
            <a:avLst/>
          </a:prstGeom>
          <a:solidFill>
            <a:srgbClr val="2D887E">
              <a:alpha val="30000"/>
            </a:srgbClr>
          </a:solidFill>
          <a:ln w="0">
            <a:noFill/>
            <a:prstDash val="solid"/>
          </a:ln>
        </p:spPr>
      </p:sp>
      <p:sp>
        <p:nvSpPr>
          <p:cNvPr id="604" name="02_predicted_pose_3903">
            <a:extLst>
              <a:ext uri="{FF2B5EF4-FFF2-40B4-BE49-F238E27FC236}">
                <a16:creationId xmlns:a16="http://schemas.microsoft.com/office/drawing/2014/main" id="{23A358C8-72AD-4D0E-9213-C9C9F8ABF37A}"/>
              </a:ext>
            </a:extLst>
          </p:cNvPr>
          <p:cNvSpPr>
            <a:spLocks noGrp="1"/>
          </p:cNvSpPr>
          <p:nvPr/>
        </p:nvSpPr>
        <p:spPr>
          <a:xfrm>
            <a:off x="4499134" y="3640982"/>
            <a:ext cx="28398" cy="28398"/>
          </a:xfrm>
          <a:prstGeom prst="ellipse">
            <a:avLst/>
          </a:prstGeom>
          <a:solidFill>
            <a:srgbClr val="2D887E">
              <a:alpha val="30000"/>
            </a:srgbClr>
          </a:solidFill>
          <a:ln w="0">
            <a:noFill/>
            <a:prstDash val="solid"/>
          </a:ln>
        </p:spPr>
      </p:sp>
      <p:sp>
        <p:nvSpPr>
          <p:cNvPr id="605" name="02_predicted_pose_3904">
            <a:extLst>
              <a:ext uri="{FF2B5EF4-FFF2-40B4-BE49-F238E27FC236}">
                <a16:creationId xmlns:a16="http://schemas.microsoft.com/office/drawing/2014/main" id="{9CD34AA8-1A57-42CD-8DF4-2521519B2CD5}"/>
              </a:ext>
            </a:extLst>
          </p:cNvPr>
          <p:cNvSpPr>
            <a:spLocks noGrp="1"/>
          </p:cNvSpPr>
          <p:nvPr/>
        </p:nvSpPr>
        <p:spPr>
          <a:xfrm>
            <a:off x="4463303" y="3642936"/>
            <a:ext cx="28398" cy="28398"/>
          </a:xfrm>
          <a:prstGeom prst="ellipse">
            <a:avLst/>
          </a:prstGeom>
          <a:solidFill>
            <a:srgbClr val="2D887E">
              <a:alpha val="30000"/>
            </a:srgbClr>
          </a:solidFill>
          <a:ln w="0">
            <a:noFill/>
            <a:prstDash val="solid"/>
          </a:ln>
        </p:spPr>
      </p:sp>
      <p:sp>
        <p:nvSpPr>
          <p:cNvPr id="606" name="02_predicted_pose_3905">
            <a:extLst>
              <a:ext uri="{FF2B5EF4-FFF2-40B4-BE49-F238E27FC236}">
                <a16:creationId xmlns:a16="http://schemas.microsoft.com/office/drawing/2014/main" id="{13DCDC6F-DA62-401C-BFAE-DFA029538E5E}"/>
              </a:ext>
            </a:extLst>
          </p:cNvPr>
          <p:cNvSpPr>
            <a:spLocks noGrp="1"/>
          </p:cNvSpPr>
          <p:nvPr/>
        </p:nvSpPr>
        <p:spPr>
          <a:xfrm>
            <a:off x="4477084" y="3660198"/>
            <a:ext cx="28398" cy="28398"/>
          </a:xfrm>
          <a:prstGeom prst="ellipse">
            <a:avLst/>
          </a:prstGeom>
          <a:solidFill>
            <a:srgbClr val="2D887E">
              <a:alpha val="30000"/>
            </a:srgbClr>
          </a:solidFill>
          <a:ln w="0">
            <a:noFill/>
            <a:prstDash val="solid"/>
          </a:ln>
        </p:spPr>
      </p:sp>
      <p:sp>
        <p:nvSpPr>
          <p:cNvPr id="607" name="02_predicted_pose_3906">
            <a:extLst>
              <a:ext uri="{FF2B5EF4-FFF2-40B4-BE49-F238E27FC236}">
                <a16:creationId xmlns:a16="http://schemas.microsoft.com/office/drawing/2014/main" id="{2E521EE3-3D53-4281-9C88-EBA7C1AF1BF7}"/>
              </a:ext>
            </a:extLst>
          </p:cNvPr>
          <p:cNvSpPr>
            <a:spLocks noGrp="1"/>
          </p:cNvSpPr>
          <p:nvPr/>
        </p:nvSpPr>
        <p:spPr>
          <a:xfrm>
            <a:off x="4455034" y="3636635"/>
            <a:ext cx="28398" cy="28398"/>
          </a:xfrm>
          <a:prstGeom prst="ellipse">
            <a:avLst/>
          </a:prstGeom>
          <a:solidFill>
            <a:srgbClr val="2D887E">
              <a:alpha val="30000"/>
            </a:srgbClr>
          </a:solidFill>
          <a:ln w="0">
            <a:noFill/>
            <a:prstDash val="solid"/>
          </a:ln>
        </p:spPr>
      </p:sp>
      <p:sp>
        <p:nvSpPr>
          <p:cNvPr id="608" name="02_predicted_pose_3907">
            <a:extLst>
              <a:ext uri="{FF2B5EF4-FFF2-40B4-BE49-F238E27FC236}">
                <a16:creationId xmlns:a16="http://schemas.microsoft.com/office/drawing/2014/main" id="{09F2D437-083D-47B8-8D86-9395C3C1D3E2}"/>
              </a:ext>
            </a:extLst>
          </p:cNvPr>
          <p:cNvSpPr>
            <a:spLocks noGrp="1"/>
          </p:cNvSpPr>
          <p:nvPr/>
        </p:nvSpPr>
        <p:spPr>
          <a:xfrm>
            <a:off x="4482597" y="3779428"/>
            <a:ext cx="28398" cy="28398"/>
          </a:xfrm>
          <a:prstGeom prst="ellipse">
            <a:avLst/>
          </a:prstGeom>
          <a:solidFill>
            <a:srgbClr val="2D887E">
              <a:alpha val="30000"/>
            </a:srgbClr>
          </a:solidFill>
          <a:ln w="0">
            <a:noFill/>
            <a:prstDash val="solid"/>
          </a:ln>
        </p:spPr>
      </p:sp>
      <p:sp>
        <p:nvSpPr>
          <p:cNvPr id="609" name="02_predicted_pose_3908">
            <a:extLst>
              <a:ext uri="{FF2B5EF4-FFF2-40B4-BE49-F238E27FC236}">
                <a16:creationId xmlns:a16="http://schemas.microsoft.com/office/drawing/2014/main" id="{3D12416B-0B40-46D2-AAEA-34231ADF3AD5}"/>
              </a:ext>
            </a:extLst>
          </p:cNvPr>
          <p:cNvSpPr>
            <a:spLocks noGrp="1"/>
          </p:cNvSpPr>
          <p:nvPr/>
        </p:nvSpPr>
        <p:spPr>
          <a:xfrm>
            <a:off x="4510159" y="3727452"/>
            <a:ext cx="28398" cy="28398"/>
          </a:xfrm>
          <a:prstGeom prst="ellipse">
            <a:avLst/>
          </a:prstGeom>
          <a:solidFill>
            <a:srgbClr val="2D887E">
              <a:alpha val="30000"/>
            </a:srgbClr>
          </a:solidFill>
          <a:ln w="0">
            <a:noFill/>
            <a:prstDash val="solid"/>
          </a:ln>
        </p:spPr>
      </p:sp>
      <p:sp>
        <p:nvSpPr>
          <p:cNvPr id="610" name="02_predicted_pose_3909">
            <a:extLst>
              <a:ext uri="{FF2B5EF4-FFF2-40B4-BE49-F238E27FC236}">
                <a16:creationId xmlns:a16="http://schemas.microsoft.com/office/drawing/2014/main" id="{7936E921-1291-46AA-A527-82C055BFFFE9}"/>
              </a:ext>
            </a:extLst>
          </p:cNvPr>
          <p:cNvSpPr>
            <a:spLocks noGrp="1"/>
          </p:cNvSpPr>
          <p:nvPr/>
        </p:nvSpPr>
        <p:spPr>
          <a:xfrm>
            <a:off x="4492588" y="3627925"/>
            <a:ext cx="28398" cy="28398"/>
          </a:xfrm>
          <a:prstGeom prst="ellipse">
            <a:avLst/>
          </a:prstGeom>
          <a:solidFill>
            <a:srgbClr val="2D887E">
              <a:alpha val="30000"/>
            </a:srgbClr>
          </a:solidFill>
          <a:ln w="0">
            <a:noFill/>
            <a:prstDash val="solid"/>
          </a:ln>
        </p:spPr>
      </p:sp>
      <p:sp>
        <p:nvSpPr>
          <p:cNvPr id="611" name="02_predicted_pose_3910">
            <a:extLst>
              <a:ext uri="{FF2B5EF4-FFF2-40B4-BE49-F238E27FC236}">
                <a16:creationId xmlns:a16="http://schemas.microsoft.com/office/drawing/2014/main" id="{D0273B5F-4C0D-477D-AFA5-93D2D7DE2181}"/>
              </a:ext>
            </a:extLst>
          </p:cNvPr>
          <p:cNvSpPr>
            <a:spLocks noGrp="1"/>
          </p:cNvSpPr>
          <p:nvPr/>
        </p:nvSpPr>
        <p:spPr>
          <a:xfrm>
            <a:off x="4335138" y="3725289"/>
            <a:ext cx="28398" cy="28398"/>
          </a:xfrm>
          <a:prstGeom prst="ellipse">
            <a:avLst/>
          </a:prstGeom>
          <a:solidFill>
            <a:srgbClr val="2D887E">
              <a:alpha val="30000"/>
            </a:srgbClr>
          </a:solidFill>
          <a:ln w="0">
            <a:noFill/>
            <a:prstDash val="solid"/>
          </a:ln>
        </p:spPr>
      </p:sp>
      <p:sp>
        <p:nvSpPr>
          <p:cNvPr id="612" name="02_predicted_pose_3911">
            <a:extLst>
              <a:ext uri="{FF2B5EF4-FFF2-40B4-BE49-F238E27FC236}">
                <a16:creationId xmlns:a16="http://schemas.microsoft.com/office/drawing/2014/main" id="{E22D1596-B916-4AC6-84CE-AD783A90556C}"/>
              </a:ext>
            </a:extLst>
          </p:cNvPr>
          <p:cNvSpPr>
            <a:spLocks noGrp="1"/>
          </p:cNvSpPr>
          <p:nvPr/>
        </p:nvSpPr>
        <p:spPr>
          <a:xfrm>
            <a:off x="4521184" y="3750324"/>
            <a:ext cx="28398" cy="28398"/>
          </a:xfrm>
          <a:prstGeom prst="ellipse">
            <a:avLst/>
          </a:prstGeom>
          <a:solidFill>
            <a:srgbClr val="2D887E">
              <a:alpha val="30000"/>
            </a:srgbClr>
          </a:solidFill>
          <a:ln w="0">
            <a:noFill/>
            <a:prstDash val="solid"/>
          </a:ln>
        </p:spPr>
      </p:sp>
      <p:sp>
        <p:nvSpPr>
          <p:cNvPr id="613" name="02_predicted_pose_3912">
            <a:extLst>
              <a:ext uri="{FF2B5EF4-FFF2-40B4-BE49-F238E27FC236}">
                <a16:creationId xmlns:a16="http://schemas.microsoft.com/office/drawing/2014/main" id="{CC376BEA-AFCC-4B20-B96F-4F2387AC1F43}"/>
              </a:ext>
            </a:extLst>
          </p:cNvPr>
          <p:cNvSpPr>
            <a:spLocks noGrp="1"/>
          </p:cNvSpPr>
          <p:nvPr/>
        </p:nvSpPr>
        <p:spPr>
          <a:xfrm>
            <a:off x="4363734" y="3761849"/>
            <a:ext cx="28398" cy="28398"/>
          </a:xfrm>
          <a:prstGeom prst="ellipse">
            <a:avLst/>
          </a:prstGeom>
          <a:solidFill>
            <a:srgbClr val="2D887E">
              <a:alpha val="30000"/>
            </a:srgbClr>
          </a:solidFill>
          <a:ln w="0">
            <a:noFill/>
            <a:prstDash val="solid"/>
          </a:ln>
        </p:spPr>
      </p:sp>
      <p:sp>
        <p:nvSpPr>
          <p:cNvPr id="614" name="02_predicted_pose_3913">
            <a:extLst>
              <a:ext uri="{FF2B5EF4-FFF2-40B4-BE49-F238E27FC236}">
                <a16:creationId xmlns:a16="http://schemas.microsoft.com/office/drawing/2014/main" id="{5C0FD59E-E9CF-47A0-A9DC-F6590449F574}"/>
              </a:ext>
            </a:extLst>
          </p:cNvPr>
          <p:cNvSpPr>
            <a:spLocks noGrp="1"/>
          </p:cNvSpPr>
          <p:nvPr/>
        </p:nvSpPr>
        <p:spPr>
          <a:xfrm>
            <a:off x="4501546" y="3875244"/>
            <a:ext cx="28398" cy="28398"/>
          </a:xfrm>
          <a:prstGeom prst="ellipse">
            <a:avLst/>
          </a:prstGeom>
          <a:solidFill>
            <a:srgbClr val="2D887E">
              <a:alpha val="30000"/>
            </a:srgbClr>
          </a:solidFill>
          <a:ln w="0">
            <a:noFill/>
            <a:prstDash val="solid"/>
          </a:ln>
        </p:spPr>
      </p:sp>
      <p:sp>
        <p:nvSpPr>
          <p:cNvPr id="615" name="02_predicted_pose_3914">
            <a:extLst>
              <a:ext uri="{FF2B5EF4-FFF2-40B4-BE49-F238E27FC236}">
                <a16:creationId xmlns:a16="http://schemas.microsoft.com/office/drawing/2014/main" id="{EFCCF612-FFC8-4361-A9F7-4880FDC3AEB1}"/>
              </a:ext>
            </a:extLst>
          </p:cNvPr>
          <p:cNvSpPr>
            <a:spLocks noGrp="1"/>
          </p:cNvSpPr>
          <p:nvPr/>
        </p:nvSpPr>
        <p:spPr>
          <a:xfrm>
            <a:off x="4515327" y="3790575"/>
            <a:ext cx="28398" cy="28398"/>
          </a:xfrm>
          <a:prstGeom prst="ellipse">
            <a:avLst/>
          </a:prstGeom>
          <a:solidFill>
            <a:srgbClr val="2D887E">
              <a:alpha val="30000"/>
            </a:srgbClr>
          </a:solidFill>
          <a:ln w="0">
            <a:noFill/>
            <a:prstDash val="solid"/>
          </a:ln>
        </p:spPr>
      </p:sp>
      <p:sp>
        <p:nvSpPr>
          <p:cNvPr id="616" name="02_predicted_pose_3915">
            <a:extLst>
              <a:ext uri="{FF2B5EF4-FFF2-40B4-BE49-F238E27FC236}">
                <a16:creationId xmlns:a16="http://schemas.microsoft.com/office/drawing/2014/main" id="{4BCC528D-32BA-4EF1-9D3F-4172044ECE87}"/>
              </a:ext>
            </a:extLst>
          </p:cNvPr>
          <p:cNvSpPr>
            <a:spLocks noGrp="1"/>
          </p:cNvSpPr>
          <p:nvPr/>
        </p:nvSpPr>
        <p:spPr>
          <a:xfrm>
            <a:off x="4556671" y="3642234"/>
            <a:ext cx="28398" cy="28398"/>
          </a:xfrm>
          <a:prstGeom prst="ellipse">
            <a:avLst/>
          </a:prstGeom>
          <a:solidFill>
            <a:srgbClr val="2D887E">
              <a:alpha val="30000"/>
            </a:srgbClr>
          </a:solidFill>
          <a:ln w="0">
            <a:noFill/>
            <a:prstDash val="solid"/>
          </a:ln>
        </p:spPr>
      </p:sp>
      <p:sp>
        <p:nvSpPr>
          <p:cNvPr id="617" name="02_predicted_pose_3916">
            <a:extLst>
              <a:ext uri="{FF2B5EF4-FFF2-40B4-BE49-F238E27FC236}">
                <a16:creationId xmlns:a16="http://schemas.microsoft.com/office/drawing/2014/main" id="{BA43FFAC-F799-43F7-8BAC-7FA3D46A33E7}"/>
              </a:ext>
            </a:extLst>
          </p:cNvPr>
          <p:cNvSpPr>
            <a:spLocks noGrp="1"/>
          </p:cNvSpPr>
          <p:nvPr/>
        </p:nvSpPr>
        <p:spPr>
          <a:xfrm>
            <a:off x="4570452" y="3785598"/>
            <a:ext cx="28398" cy="28398"/>
          </a:xfrm>
          <a:prstGeom prst="ellipse">
            <a:avLst/>
          </a:prstGeom>
          <a:solidFill>
            <a:srgbClr val="2D887E">
              <a:alpha val="30000"/>
            </a:srgbClr>
          </a:solidFill>
          <a:ln w="0">
            <a:noFill/>
            <a:prstDash val="solid"/>
          </a:ln>
        </p:spPr>
      </p:sp>
      <p:sp>
        <p:nvSpPr>
          <p:cNvPr id="618" name="02_predicted_pose_3917">
            <a:extLst>
              <a:ext uri="{FF2B5EF4-FFF2-40B4-BE49-F238E27FC236}">
                <a16:creationId xmlns:a16="http://schemas.microsoft.com/office/drawing/2014/main" id="{4AF72732-74E6-49C4-A429-392AAEC174E3}"/>
              </a:ext>
            </a:extLst>
          </p:cNvPr>
          <p:cNvSpPr>
            <a:spLocks noGrp="1"/>
          </p:cNvSpPr>
          <p:nvPr/>
        </p:nvSpPr>
        <p:spPr>
          <a:xfrm>
            <a:off x="4611796" y="3853896"/>
            <a:ext cx="28398" cy="28398"/>
          </a:xfrm>
          <a:prstGeom prst="ellipse">
            <a:avLst/>
          </a:prstGeom>
          <a:solidFill>
            <a:srgbClr val="2D887E">
              <a:alpha val="30000"/>
            </a:srgbClr>
          </a:solidFill>
          <a:ln w="0">
            <a:noFill/>
            <a:prstDash val="solid"/>
          </a:ln>
        </p:spPr>
      </p:sp>
      <p:sp>
        <p:nvSpPr>
          <p:cNvPr id="619" name="02_predicted_pose_3918">
            <a:extLst>
              <a:ext uri="{FF2B5EF4-FFF2-40B4-BE49-F238E27FC236}">
                <a16:creationId xmlns:a16="http://schemas.microsoft.com/office/drawing/2014/main" id="{BE13F06A-AB2C-4049-ABF9-589D2D53D81D}"/>
              </a:ext>
            </a:extLst>
          </p:cNvPr>
          <p:cNvSpPr>
            <a:spLocks noGrp="1"/>
          </p:cNvSpPr>
          <p:nvPr/>
        </p:nvSpPr>
        <p:spPr>
          <a:xfrm>
            <a:off x="4625577" y="3882109"/>
            <a:ext cx="28398" cy="28398"/>
          </a:xfrm>
          <a:prstGeom prst="ellipse">
            <a:avLst/>
          </a:prstGeom>
          <a:solidFill>
            <a:srgbClr val="2D887E">
              <a:alpha val="30000"/>
            </a:srgbClr>
          </a:solidFill>
          <a:ln w="0">
            <a:noFill/>
            <a:prstDash val="solid"/>
          </a:ln>
        </p:spPr>
      </p:sp>
      <p:sp>
        <p:nvSpPr>
          <p:cNvPr id="620" name="02_predicted_pose_3919">
            <a:extLst>
              <a:ext uri="{FF2B5EF4-FFF2-40B4-BE49-F238E27FC236}">
                <a16:creationId xmlns:a16="http://schemas.microsoft.com/office/drawing/2014/main" id="{BA7A6A72-9B81-418C-BD3B-D1756C0D436D}"/>
              </a:ext>
            </a:extLst>
          </p:cNvPr>
          <p:cNvSpPr>
            <a:spLocks noGrp="1"/>
          </p:cNvSpPr>
          <p:nvPr/>
        </p:nvSpPr>
        <p:spPr>
          <a:xfrm>
            <a:off x="4357532" y="3902013"/>
            <a:ext cx="28398" cy="28398"/>
          </a:xfrm>
          <a:prstGeom prst="ellipse">
            <a:avLst/>
          </a:prstGeom>
          <a:solidFill>
            <a:srgbClr val="2D887E">
              <a:alpha val="30000"/>
            </a:srgbClr>
          </a:solidFill>
          <a:ln w="0">
            <a:noFill/>
            <a:prstDash val="solid"/>
          </a:ln>
        </p:spPr>
      </p:sp>
      <p:sp>
        <p:nvSpPr>
          <p:cNvPr id="621" name="02_predicted_pose_3920">
            <a:extLst>
              <a:ext uri="{FF2B5EF4-FFF2-40B4-BE49-F238E27FC236}">
                <a16:creationId xmlns:a16="http://schemas.microsoft.com/office/drawing/2014/main" id="{85161F24-F758-425D-815D-1C0DF2D6F9F7}"/>
              </a:ext>
            </a:extLst>
          </p:cNvPr>
          <p:cNvSpPr>
            <a:spLocks noGrp="1"/>
          </p:cNvSpPr>
          <p:nvPr/>
        </p:nvSpPr>
        <p:spPr>
          <a:xfrm>
            <a:off x="4450556" y="3748380"/>
            <a:ext cx="28398" cy="28398"/>
          </a:xfrm>
          <a:prstGeom prst="ellipse">
            <a:avLst/>
          </a:prstGeom>
          <a:solidFill>
            <a:srgbClr val="2D887E">
              <a:alpha val="30000"/>
            </a:srgbClr>
          </a:solidFill>
          <a:ln w="0">
            <a:noFill/>
            <a:prstDash val="solid"/>
          </a:ln>
        </p:spPr>
      </p:sp>
      <p:sp>
        <p:nvSpPr>
          <p:cNvPr id="622" name="02_predicted_pose_3921">
            <a:extLst>
              <a:ext uri="{FF2B5EF4-FFF2-40B4-BE49-F238E27FC236}">
                <a16:creationId xmlns:a16="http://schemas.microsoft.com/office/drawing/2014/main" id="{69B239A4-557C-4132-A22E-A6A16D2C4335}"/>
              </a:ext>
            </a:extLst>
          </p:cNvPr>
          <p:cNvSpPr>
            <a:spLocks noGrp="1"/>
          </p:cNvSpPr>
          <p:nvPr/>
        </p:nvSpPr>
        <p:spPr>
          <a:xfrm>
            <a:off x="4386128" y="3604200"/>
            <a:ext cx="28398" cy="28398"/>
          </a:xfrm>
          <a:prstGeom prst="ellipse">
            <a:avLst/>
          </a:prstGeom>
          <a:solidFill>
            <a:srgbClr val="2D887E">
              <a:alpha val="30000"/>
            </a:srgbClr>
          </a:solidFill>
          <a:ln w="0">
            <a:noFill/>
            <a:prstDash val="solid"/>
          </a:ln>
        </p:spPr>
      </p:sp>
      <p:sp>
        <p:nvSpPr>
          <p:cNvPr id="623" name="02_predicted_pose_3922">
            <a:extLst>
              <a:ext uri="{FF2B5EF4-FFF2-40B4-BE49-F238E27FC236}">
                <a16:creationId xmlns:a16="http://schemas.microsoft.com/office/drawing/2014/main" id="{1FD5787E-5EE6-40AB-8626-CB834B528AA3}"/>
              </a:ext>
            </a:extLst>
          </p:cNvPr>
          <p:cNvSpPr>
            <a:spLocks noGrp="1"/>
          </p:cNvSpPr>
          <p:nvPr/>
        </p:nvSpPr>
        <p:spPr>
          <a:xfrm>
            <a:off x="4479152" y="3593553"/>
            <a:ext cx="28398" cy="28398"/>
          </a:xfrm>
          <a:prstGeom prst="ellipse">
            <a:avLst/>
          </a:prstGeom>
          <a:solidFill>
            <a:srgbClr val="2D887E">
              <a:alpha val="30000"/>
            </a:srgbClr>
          </a:solidFill>
          <a:ln w="0">
            <a:noFill/>
            <a:prstDash val="solid"/>
          </a:ln>
        </p:spPr>
      </p:sp>
      <p:sp>
        <p:nvSpPr>
          <p:cNvPr id="624" name="02_predicted_pose_3923">
            <a:extLst>
              <a:ext uri="{FF2B5EF4-FFF2-40B4-BE49-F238E27FC236}">
                <a16:creationId xmlns:a16="http://schemas.microsoft.com/office/drawing/2014/main" id="{CC7E37D9-0BFC-48BC-8295-49FF3584CCFF}"/>
              </a:ext>
            </a:extLst>
          </p:cNvPr>
          <p:cNvSpPr>
            <a:spLocks noGrp="1"/>
          </p:cNvSpPr>
          <p:nvPr/>
        </p:nvSpPr>
        <p:spPr>
          <a:xfrm>
            <a:off x="4528419" y="3712813"/>
            <a:ext cx="28398" cy="28398"/>
          </a:xfrm>
          <a:prstGeom prst="ellipse">
            <a:avLst/>
          </a:prstGeom>
          <a:solidFill>
            <a:srgbClr val="2D887E">
              <a:alpha val="30000"/>
            </a:srgbClr>
          </a:solidFill>
          <a:ln w="0">
            <a:noFill/>
            <a:prstDash val="solid"/>
          </a:ln>
        </p:spPr>
      </p:sp>
      <p:sp>
        <p:nvSpPr>
          <p:cNvPr id="625" name="02_predicted_pose_3924">
            <a:extLst>
              <a:ext uri="{FF2B5EF4-FFF2-40B4-BE49-F238E27FC236}">
                <a16:creationId xmlns:a16="http://schemas.microsoft.com/office/drawing/2014/main" id="{0D39EB18-5D81-4E8A-93A6-344830B7CE2B}"/>
              </a:ext>
            </a:extLst>
          </p:cNvPr>
          <p:cNvSpPr>
            <a:spLocks noGrp="1"/>
          </p:cNvSpPr>
          <p:nvPr/>
        </p:nvSpPr>
        <p:spPr>
          <a:xfrm>
            <a:off x="4365801" y="3737457"/>
            <a:ext cx="28398" cy="28398"/>
          </a:xfrm>
          <a:prstGeom prst="ellipse">
            <a:avLst/>
          </a:prstGeom>
          <a:solidFill>
            <a:srgbClr val="2D887E">
              <a:alpha val="30000"/>
            </a:srgbClr>
          </a:solidFill>
          <a:ln w="0">
            <a:noFill/>
            <a:prstDash val="solid"/>
          </a:ln>
        </p:spPr>
      </p:sp>
      <p:sp>
        <p:nvSpPr>
          <p:cNvPr id="626" name="02_predicted_pose_3925">
            <a:extLst>
              <a:ext uri="{FF2B5EF4-FFF2-40B4-BE49-F238E27FC236}">
                <a16:creationId xmlns:a16="http://schemas.microsoft.com/office/drawing/2014/main" id="{EF875566-97AB-47BC-9BC0-2B474695E414}"/>
              </a:ext>
            </a:extLst>
          </p:cNvPr>
          <p:cNvSpPr>
            <a:spLocks noGrp="1"/>
          </p:cNvSpPr>
          <p:nvPr/>
        </p:nvSpPr>
        <p:spPr>
          <a:xfrm>
            <a:off x="4393363" y="3826961"/>
            <a:ext cx="28398" cy="28398"/>
          </a:xfrm>
          <a:prstGeom prst="ellipse">
            <a:avLst/>
          </a:prstGeom>
          <a:solidFill>
            <a:srgbClr val="2D887E">
              <a:alpha val="30000"/>
            </a:srgbClr>
          </a:solidFill>
          <a:ln w="0">
            <a:noFill/>
            <a:prstDash val="solid"/>
          </a:ln>
        </p:spPr>
      </p:sp>
      <p:sp>
        <p:nvSpPr>
          <p:cNvPr id="627" name="02_predicted_pose_3926">
            <a:extLst>
              <a:ext uri="{FF2B5EF4-FFF2-40B4-BE49-F238E27FC236}">
                <a16:creationId xmlns:a16="http://schemas.microsoft.com/office/drawing/2014/main" id="{3E105477-FE86-4964-962D-B7AE4C0A5511}"/>
              </a:ext>
            </a:extLst>
          </p:cNvPr>
          <p:cNvSpPr>
            <a:spLocks noGrp="1"/>
          </p:cNvSpPr>
          <p:nvPr/>
        </p:nvSpPr>
        <p:spPr>
          <a:xfrm>
            <a:off x="4619376" y="3595124"/>
            <a:ext cx="28398" cy="28398"/>
          </a:xfrm>
          <a:prstGeom prst="ellipse">
            <a:avLst/>
          </a:prstGeom>
          <a:solidFill>
            <a:srgbClr val="2D887E">
              <a:alpha val="30000"/>
            </a:srgbClr>
          </a:solidFill>
          <a:ln w="0">
            <a:noFill/>
            <a:prstDash val="solid"/>
          </a:ln>
        </p:spPr>
      </p:sp>
      <p:sp>
        <p:nvSpPr>
          <p:cNvPr id="628" name="02_predicted_pose_3927">
            <a:extLst>
              <a:ext uri="{FF2B5EF4-FFF2-40B4-BE49-F238E27FC236}">
                <a16:creationId xmlns:a16="http://schemas.microsoft.com/office/drawing/2014/main" id="{6CC83377-6F10-4843-B004-6F34952F01DE}"/>
              </a:ext>
            </a:extLst>
          </p:cNvPr>
          <p:cNvSpPr>
            <a:spLocks noGrp="1"/>
          </p:cNvSpPr>
          <p:nvPr/>
        </p:nvSpPr>
        <p:spPr>
          <a:xfrm>
            <a:off x="4493622" y="3570736"/>
            <a:ext cx="28398" cy="28398"/>
          </a:xfrm>
          <a:prstGeom prst="ellipse">
            <a:avLst/>
          </a:prstGeom>
          <a:solidFill>
            <a:srgbClr val="2D887E">
              <a:alpha val="30000"/>
            </a:srgbClr>
          </a:solidFill>
          <a:ln w="0">
            <a:noFill/>
            <a:prstDash val="solid"/>
          </a:ln>
        </p:spPr>
      </p:sp>
      <p:sp>
        <p:nvSpPr>
          <p:cNvPr id="629" name="02_predicted_pose_3928">
            <a:extLst>
              <a:ext uri="{FF2B5EF4-FFF2-40B4-BE49-F238E27FC236}">
                <a16:creationId xmlns:a16="http://schemas.microsoft.com/office/drawing/2014/main" id="{F5C8DB3C-7BB7-4F15-A49F-6572649530C4}"/>
              </a:ext>
            </a:extLst>
          </p:cNvPr>
          <p:cNvSpPr>
            <a:spLocks noGrp="1"/>
          </p:cNvSpPr>
          <p:nvPr/>
        </p:nvSpPr>
        <p:spPr>
          <a:xfrm>
            <a:off x="4372002" y="3672699"/>
            <a:ext cx="28398" cy="28398"/>
          </a:xfrm>
          <a:prstGeom prst="ellipse">
            <a:avLst/>
          </a:prstGeom>
          <a:solidFill>
            <a:srgbClr val="2D887E">
              <a:alpha val="30000"/>
            </a:srgbClr>
          </a:solidFill>
          <a:ln w="0">
            <a:noFill/>
            <a:prstDash val="solid"/>
          </a:ln>
        </p:spPr>
      </p:sp>
      <p:sp>
        <p:nvSpPr>
          <p:cNvPr id="630" name="02_predicted_pose_3929">
            <a:extLst>
              <a:ext uri="{FF2B5EF4-FFF2-40B4-BE49-F238E27FC236}">
                <a16:creationId xmlns:a16="http://schemas.microsoft.com/office/drawing/2014/main" id="{ABBD28F8-E99A-4349-9B6C-883C10B5EBE1}"/>
              </a:ext>
            </a:extLst>
          </p:cNvPr>
          <p:cNvSpPr>
            <a:spLocks noGrp="1"/>
          </p:cNvSpPr>
          <p:nvPr/>
        </p:nvSpPr>
        <p:spPr>
          <a:xfrm>
            <a:off x="4413346" y="3578349"/>
            <a:ext cx="28398" cy="28398"/>
          </a:xfrm>
          <a:prstGeom prst="ellipse">
            <a:avLst/>
          </a:prstGeom>
          <a:solidFill>
            <a:srgbClr val="2D887E">
              <a:alpha val="30000"/>
            </a:srgbClr>
          </a:solidFill>
          <a:ln w="0">
            <a:noFill/>
            <a:prstDash val="solid"/>
          </a:ln>
        </p:spPr>
      </p:sp>
      <p:sp>
        <p:nvSpPr>
          <p:cNvPr id="631" name="02_predicted_pose_3930">
            <a:extLst>
              <a:ext uri="{FF2B5EF4-FFF2-40B4-BE49-F238E27FC236}">
                <a16:creationId xmlns:a16="http://schemas.microsoft.com/office/drawing/2014/main" id="{F3BCF095-B10D-4042-9A8F-DEB23FE7A926}"/>
              </a:ext>
            </a:extLst>
          </p:cNvPr>
          <p:cNvSpPr>
            <a:spLocks noGrp="1"/>
          </p:cNvSpPr>
          <p:nvPr/>
        </p:nvSpPr>
        <p:spPr>
          <a:xfrm>
            <a:off x="4454690" y="3578892"/>
            <a:ext cx="28398" cy="28398"/>
          </a:xfrm>
          <a:prstGeom prst="ellipse">
            <a:avLst/>
          </a:prstGeom>
          <a:solidFill>
            <a:srgbClr val="2D887E">
              <a:alpha val="30000"/>
            </a:srgbClr>
          </a:solidFill>
          <a:ln w="0">
            <a:noFill/>
            <a:prstDash val="solid"/>
          </a:ln>
        </p:spPr>
      </p:sp>
      <p:sp>
        <p:nvSpPr>
          <p:cNvPr id="632" name="02_predicted_pose_3931">
            <a:extLst>
              <a:ext uri="{FF2B5EF4-FFF2-40B4-BE49-F238E27FC236}">
                <a16:creationId xmlns:a16="http://schemas.microsoft.com/office/drawing/2014/main" id="{F2F4057C-580E-4571-949A-D7ABB27822FF}"/>
              </a:ext>
            </a:extLst>
          </p:cNvPr>
          <p:cNvSpPr>
            <a:spLocks noGrp="1"/>
          </p:cNvSpPr>
          <p:nvPr/>
        </p:nvSpPr>
        <p:spPr>
          <a:xfrm>
            <a:off x="4629022" y="3419996"/>
            <a:ext cx="28398" cy="28398"/>
          </a:xfrm>
          <a:prstGeom prst="ellipse">
            <a:avLst/>
          </a:prstGeom>
          <a:solidFill>
            <a:srgbClr val="2D887E">
              <a:alpha val="30000"/>
            </a:srgbClr>
          </a:solidFill>
          <a:ln w="0">
            <a:noFill/>
            <a:prstDash val="solid"/>
          </a:ln>
        </p:spPr>
      </p:sp>
      <p:sp>
        <p:nvSpPr>
          <p:cNvPr id="633" name="02_predicted_pose_3932">
            <a:extLst>
              <a:ext uri="{FF2B5EF4-FFF2-40B4-BE49-F238E27FC236}">
                <a16:creationId xmlns:a16="http://schemas.microsoft.com/office/drawing/2014/main" id="{33F81367-058A-44EE-82D5-2AC81CBFDF83}"/>
              </a:ext>
            </a:extLst>
          </p:cNvPr>
          <p:cNvSpPr>
            <a:spLocks noGrp="1"/>
          </p:cNvSpPr>
          <p:nvPr/>
        </p:nvSpPr>
        <p:spPr>
          <a:xfrm>
            <a:off x="4326869" y="3465595"/>
            <a:ext cx="28398" cy="28398"/>
          </a:xfrm>
          <a:prstGeom prst="ellipse">
            <a:avLst/>
          </a:prstGeom>
          <a:solidFill>
            <a:srgbClr val="2D887E">
              <a:alpha val="30000"/>
            </a:srgbClr>
          </a:solidFill>
          <a:ln w="0">
            <a:noFill/>
            <a:prstDash val="solid"/>
          </a:ln>
        </p:spPr>
      </p:sp>
      <p:sp>
        <p:nvSpPr>
          <p:cNvPr id="634" name="02_predicted_pose_3933">
            <a:extLst>
              <a:ext uri="{FF2B5EF4-FFF2-40B4-BE49-F238E27FC236}">
                <a16:creationId xmlns:a16="http://schemas.microsoft.com/office/drawing/2014/main" id="{046E5FD4-CD1C-4C58-A03A-D9207057BEF3}"/>
              </a:ext>
            </a:extLst>
          </p:cNvPr>
          <p:cNvSpPr>
            <a:spLocks noGrp="1"/>
          </p:cNvSpPr>
          <p:nvPr/>
        </p:nvSpPr>
        <p:spPr>
          <a:xfrm>
            <a:off x="4536688" y="3304267"/>
            <a:ext cx="28398" cy="28398"/>
          </a:xfrm>
          <a:prstGeom prst="ellipse">
            <a:avLst/>
          </a:prstGeom>
          <a:solidFill>
            <a:srgbClr val="2D887E">
              <a:alpha val="30000"/>
            </a:srgbClr>
          </a:solidFill>
          <a:ln w="0">
            <a:noFill/>
            <a:prstDash val="solid"/>
          </a:ln>
        </p:spPr>
      </p:sp>
      <p:sp>
        <p:nvSpPr>
          <p:cNvPr id="635" name="02_predicted_pose_3934">
            <a:extLst>
              <a:ext uri="{FF2B5EF4-FFF2-40B4-BE49-F238E27FC236}">
                <a16:creationId xmlns:a16="http://schemas.microsoft.com/office/drawing/2014/main" id="{3FCCD2F7-946A-4427-9A4F-17960C60DA78}"/>
              </a:ext>
            </a:extLst>
          </p:cNvPr>
          <p:cNvSpPr>
            <a:spLocks noGrp="1"/>
          </p:cNvSpPr>
          <p:nvPr/>
        </p:nvSpPr>
        <p:spPr>
          <a:xfrm>
            <a:off x="4629712" y="3085104"/>
            <a:ext cx="28398" cy="28398"/>
          </a:xfrm>
          <a:prstGeom prst="ellipse">
            <a:avLst/>
          </a:prstGeom>
          <a:solidFill>
            <a:srgbClr val="2D887E">
              <a:alpha val="30000"/>
            </a:srgbClr>
          </a:solidFill>
          <a:ln w="0">
            <a:noFill/>
            <a:prstDash val="solid"/>
          </a:ln>
        </p:spPr>
      </p:sp>
      <p:sp>
        <p:nvSpPr>
          <p:cNvPr id="636" name="02_predicted_pose_3935">
            <a:extLst>
              <a:ext uri="{FF2B5EF4-FFF2-40B4-BE49-F238E27FC236}">
                <a16:creationId xmlns:a16="http://schemas.microsoft.com/office/drawing/2014/main" id="{8422DC9A-B7BB-4D9E-8AC5-4B7AE6BC8D0D}"/>
              </a:ext>
            </a:extLst>
          </p:cNvPr>
          <p:cNvSpPr>
            <a:spLocks noGrp="1"/>
          </p:cNvSpPr>
          <p:nvPr/>
        </p:nvSpPr>
        <p:spPr>
          <a:xfrm>
            <a:off x="4460547" y="3002447"/>
            <a:ext cx="28398" cy="28398"/>
          </a:xfrm>
          <a:prstGeom prst="ellipse">
            <a:avLst/>
          </a:prstGeom>
          <a:solidFill>
            <a:srgbClr val="2D887E">
              <a:alpha val="30000"/>
            </a:srgbClr>
          </a:solidFill>
          <a:ln w="0">
            <a:noFill/>
            <a:prstDash val="solid"/>
          </a:ln>
        </p:spPr>
      </p:sp>
      <p:sp>
        <p:nvSpPr>
          <p:cNvPr id="637" name="02_predicted_pose_3936">
            <a:extLst>
              <a:ext uri="{FF2B5EF4-FFF2-40B4-BE49-F238E27FC236}">
                <a16:creationId xmlns:a16="http://schemas.microsoft.com/office/drawing/2014/main" id="{93B5B0BE-E130-4873-B629-DC44539588DD}"/>
              </a:ext>
            </a:extLst>
          </p:cNvPr>
          <p:cNvSpPr>
            <a:spLocks noGrp="1"/>
          </p:cNvSpPr>
          <p:nvPr/>
        </p:nvSpPr>
        <p:spPr>
          <a:xfrm>
            <a:off x="4474328" y="3513366"/>
            <a:ext cx="28398" cy="28398"/>
          </a:xfrm>
          <a:prstGeom prst="ellipse">
            <a:avLst/>
          </a:prstGeom>
          <a:solidFill>
            <a:srgbClr val="2D887E">
              <a:alpha val="30000"/>
            </a:srgbClr>
          </a:solidFill>
          <a:ln w="0">
            <a:noFill/>
            <a:prstDash val="solid"/>
          </a:ln>
        </p:spPr>
      </p:sp>
      <p:sp>
        <p:nvSpPr>
          <p:cNvPr id="638" name="02_predicted_pose_3937">
            <a:extLst>
              <a:ext uri="{FF2B5EF4-FFF2-40B4-BE49-F238E27FC236}">
                <a16:creationId xmlns:a16="http://schemas.microsoft.com/office/drawing/2014/main" id="{BF949F93-29D6-4743-B6D4-239E5B2AE2DF}"/>
              </a:ext>
            </a:extLst>
          </p:cNvPr>
          <p:cNvSpPr>
            <a:spLocks noGrp="1"/>
          </p:cNvSpPr>
          <p:nvPr/>
        </p:nvSpPr>
        <p:spPr>
          <a:xfrm>
            <a:off x="4396120" y="3326891"/>
            <a:ext cx="28398" cy="28398"/>
          </a:xfrm>
          <a:prstGeom prst="ellipse">
            <a:avLst/>
          </a:prstGeom>
          <a:solidFill>
            <a:srgbClr val="2D887E">
              <a:alpha val="30000"/>
            </a:srgbClr>
          </a:solidFill>
          <a:ln w="0">
            <a:noFill/>
            <a:prstDash val="solid"/>
          </a:ln>
        </p:spPr>
      </p:sp>
      <p:sp>
        <p:nvSpPr>
          <p:cNvPr id="639" name="02_predicted_pose_3938">
            <a:extLst>
              <a:ext uri="{FF2B5EF4-FFF2-40B4-BE49-F238E27FC236}">
                <a16:creationId xmlns:a16="http://schemas.microsoft.com/office/drawing/2014/main" id="{2E16DDFB-9CBF-4A93-9F51-A9F655557A48}"/>
              </a:ext>
            </a:extLst>
          </p:cNvPr>
          <p:cNvSpPr>
            <a:spLocks noGrp="1"/>
          </p:cNvSpPr>
          <p:nvPr/>
        </p:nvSpPr>
        <p:spPr>
          <a:xfrm>
            <a:off x="4409901" y="3474464"/>
            <a:ext cx="28398" cy="28398"/>
          </a:xfrm>
          <a:prstGeom prst="ellipse">
            <a:avLst/>
          </a:prstGeom>
          <a:solidFill>
            <a:srgbClr val="2D887E">
              <a:alpha val="30000"/>
            </a:srgbClr>
          </a:solidFill>
          <a:ln w="0">
            <a:noFill/>
            <a:prstDash val="solid"/>
          </a:ln>
        </p:spPr>
      </p:sp>
      <p:sp>
        <p:nvSpPr>
          <p:cNvPr id="640" name="02_predicted_pose_3939">
            <a:extLst>
              <a:ext uri="{FF2B5EF4-FFF2-40B4-BE49-F238E27FC236}">
                <a16:creationId xmlns:a16="http://schemas.microsoft.com/office/drawing/2014/main" id="{6F348C1A-C9D7-442F-AFF5-80C657DE0C60}"/>
              </a:ext>
            </a:extLst>
          </p:cNvPr>
          <p:cNvSpPr>
            <a:spLocks noGrp="1"/>
          </p:cNvSpPr>
          <p:nvPr/>
        </p:nvSpPr>
        <p:spPr>
          <a:xfrm>
            <a:off x="4423682" y="3330991"/>
            <a:ext cx="28398" cy="28398"/>
          </a:xfrm>
          <a:prstGeom prst="ellipse">
            <a:avLst/>
          </a:prstGeom>
          <a:solidFill>
            <a:srgbClr val="2D887E">
              <a:alpha val="30000"/>
            </a:srgbClr>
          </a:solidFill>
          <a:ln w="0">
            <a:noFill/>
            <a:prstDash val="solid"/>
          </a:ln>
        </p:spPr>
      </p:sp>
      <p:sp>
        <p:nvSpPr>
          <p:cNvPr id="641" name="02_predicted_pose_3940">
            <a:extLst>
              <a:ext uri="{FF2B5EF4-FFF2-40B4-BE49-F238E27FC236}">
                <a16:creationId xmlns:a16="http://schemas.microsoft.com/office/drawing/2014/main" id="{AA908985-A75A-4B6C-9B2F-C0779C3F2D1C}"/>
              </a:ext>
            </a:extLst>
          </p:cNvPr>
          <p:cNvSpPr>
            <a:spLocks noGrp="1"/>
          </p:cNvSpPr>
          <p:nvPr/>
        </p:nvSpPr>
        <p:spPr>
          <a:xfrm>
            <a:off x="4437463" y="3477158"/>
            <a:ext cx="28398" cy="28398"/>
          </a:xfrm>
          <a:prstGeom prst="ellipse">
            <a:avLst/>
          </a:prstGeom>
          <a:solidFill>
            <a:srgbClr val="2D887E">
              <a:alpha val="30000"/>
            </a:srgbClr>
          </a:solidFill>
          <a:ln w="0">
            <a:noFill/>
            <a:prstDash val="solid"/>
          </a:ln>
        </p:spPr>
      </p:sp>
      <p:sp>
        <p:nvSpPr>
          <p:cNvPr id="642" name="02_predicted_pose_3941">
            <a:extLst>
              <a:ext uri="{FF2B5EF4-FFF2-40B4-BE49-F238E27FC236}">
                <a16:creationId xmlns:a16="http://schemas.microsoft.com/office/drawing/2014/main" id="{FDBC512F-F81C-4570-B691-8968ECF836B4}"/>
              </a:ext>
            </a:extLst>
          </p:cNvPr>
          <p:cNvSpPr>
            <a:spLocks noGrp="1"/>
          </p:cNvSpPr>
          <p:nvPr/>
        </p:nvSpPr>
        <p:spPr>
          <a:xfrm>
            <a:off x="4451245" y="3322012"/>
            <a:ext cx="28398" cy="28398"/>
          </a:xfrm>
          <a:prstGeom prst="ellipse">
            <a:avLst/>
          </a:prstGeom>
          <a:solidFill>
            <a:srgbClr val="2D887E">
              <a:alpha val="30000"/>
            </a:srgbClr>
          </a:solidFill>
          <a:ln w="0">
            <a:noFill/>
            <a:prstDash val="solid"/>
          </a:ln>
        </p:spPr>
      </p:sp>
      <p:sp>
        <p:nvSpPr>
          <p:cNvPr id="643" name="02_predicted_pose_3942">
            <a:extLst>
              <a:ext uri="{FF2B5EF4-FFF2-40B4-BE49-F238E27FC236}">
                <a16:creationId xmlns:a16="http://schemas.microsoft.com/office/drawing/2014/main" id="{774000A1-192F-4B33-9F65-A2EDDE15A587}"/>
              </a:ext>
            </a:extLst>
          </p:cNvPr>
          <p:cNvSpPr>
            <a:spLocks noGrp="1"/>
          </p:cNvSpPr>
          <p:nvPr/>
        </p:nvSpPr>
        <p:spPr>
          <a:xfrm>
            <a:off x="4465026" y="3315514"/>
            <a:ext cx="28398" cy="28398"/>
          </a:xfrm>
          <a:prstGeom prst="ellipse">
            <a:avLst/>
          </a:prstGeom>
          <a:solidFill>
            <a:srgbClr val="2D887E">
              <a:alpha val="30000"/>
            </a:srgbClr>
          </a:solidFill>
          <a:ln w="0">
            <a:noFill/>
            <a:prstDash val="solid"/>
          </a:ln>
        </p:spPr>
      </p:sp>
      <p:sp>
        <p:nvSpPr>
          <p:cNvPr id="644" name="02_predicted_pose_3943">
            <a:extLst>
              <a:ext uri="{FF2B5EF4-FFF2-40B4-BE49-F238E27FC236}">
                <a16:creationId xmlns:a16="http://schemas.microsoft.com/office/drawing/2014/main" id="{F845E3B6-AC17-4592-9494-DB80A93AD265}"/>
              </a:ext>
            </a:extLst>
          </p:cNvPr>
          <p:cNvSpPr>
            <a:spLocks noGrp="1"/>
          </p:cNvSpPr>
          <p:nvPr/>
        </p:nvSpPr>
        <p:spPr>
          <a:xfrm>
            <a:off x="4478807" y="3332294"/>
            <a:ext cx="28398" cy="28398"/>
          </a:xfrm>
          <a:prstGeom prst="ellipse">
            <a:avLst/>
          </a:prstGeom>
          <a:solidFill>
            <a:srgbClr val="2D887E">
              <a:alpha val="30000"/>
            </a:srgbClr>
          </a:solidFill>
          <a:ln w="0">
            <a:noFill/>
            <a:prstDash val="solid"/>
          </a:ln>
        </p:spPr>
      </p:sp>
      <p:sp>
        <p:nvSpPr>
          <p:cNvPr id="645" name="02_predicted_pose_3944">
            <a:extLst>
              <a:ext uri="{FF2B5EF4-FFF2-40B4-BE49-F238E27FC236}">
                <a16:creationId xmlns:a16="http://schemas.microsoft.com/office/drawing/2014/main" id="{458618DE-02F9-4335-BAC1-7C9B79A5D8D3}"/>
              </a:ext>
            </a:extLst>
          </p:cNvPr>
          <p:cNvSpPr>
            <a:spLocks noGrp="1"/>
          </p:cNvSpPr>
          <p:nvPr/>
        </p:nvSpPr>
        <p:spPr>
          <a:xfrm>
            <a:off x="4492588" y="3430138"/>
            <a:ext cx="28398" cy="28398"/>
          </a:xfrm>
          <a:prstGeom prst="ellipse">
            <a:avLst/>
          </a:prstGeom>
          <a:solidFill>
            <a:srgbClr val="2D887E">
              <a:alpha val="30000"/>
            </a:srgbClr>
          </a:solidFill>
          <a:ln w="0">
            <a:noFill/>
            <a:prstDash val="solid"/>
          </a:ln>
        </p:spPr>
      </p:sp>
      <p:sp>
        <p:nvSpPr>
          <p:cNvPr id="646" name="02_predicted_pose_3945">
            <a:extLst>
              <a:ext uri="{FF2B5EF4-FFF2-40B4-BE49-F238E27FC236}">
                <a16:creationId xmlns:a16="http://schemas.microsoft.com/office/drawing/2014/main" id="{4D6AE1AE-5191-48A4-A9C5-718D77366379}"/>
              </a:ext>
            </a:extLst>
          </p:cNvPr>
          <p:cNvSpPr>
            <a:spLocks noGrp="1"/>
          </p:cNvSpPr>
          <p:nvPr/>
        </p:nvSpPr>
        <p:spPr>
          <a:xfrm>
            <a:off x="4506370" y="3315507"/>
            <a:ext cx="28398" cy="28398"/>
          </a:xfrm>
          <a:prstGeom prst="ellipse">
            <a:avLst/>
          </a:prstGeom>
          <a:solidFill>
            <a:srgbClr val="2D887E">
              <a:alpha val="30000"/>
            </a:srgbClr>
          </a:solidFill>
          <a:ln w="0">
            <a:noFill/>
            <a:prstDash val="solid"/>
          </a:ln>
        </p:spPr>
      </p:sp>
      <p:sp>
        <p:nvSpPr>
          <p:cNvPr id="647" name="02_predicted_pose_3946">
            <a:extLst>
              <a:ext uri="{FF2B5EF4-FFF2-40B4-BE49-F238E27FC236}">
                <a16:creationId xmlns:a16="http://schemas.microsoft.com/office/drawing/2014/main" id="{4A2603EA-C7D7-4F7E-8B63-1E1583EFBA94}"/>
              </a:ext>
            </a:extLst>
          </p:cNvPr>
          <p:cNvSpPr>
            <a:spLocks noGrp="1"/>
          </p:cNvSpPr>
          <p:nvPr/>
        </p:nvSpPr>
        <p:spPr>
          <a:xfrm>
            <a:off x="4520151" y="3577816"/>
            <a:ext cx="28398" cy="28398"/>
          </a:xfrm>
          <a:prstGeom prst="ellipse">
            <a:avLst/>
          </a:prstGeom>
          <a:solidFill>
            <a:srgbClr val="2D887E">
              <a:alpha val="30000"/>
            </a:srgbClr>
          </a:solidFill>
          <a:ln w="0">
            <a:noFill/>
            <a:prstDash val="solid"/>
          </a:ln>
        </p:spPr>
      </p:sp>
      <p:sp>
        <p:nvSpPr>
          <p:cNvPr id="648" name="02_predicted_pose_3947">
            <a:extLst>
              <a:ext uri="{FF2B5EF4-FFF2-40B4-BE49-F238E27FC236}">
                <a16:creationId xmlns:a16="http://schemas.microsoft.com/office/drawing/2014/main" id="{467A40DF-362C-4084-88F2-1E6CF9004D6B}"/>
              </a:ext>
            </a:extLst>
          </p:cNvPr>
          <p:cNvSpPr>
            <a:spLocks noGrp="1"/>
          </p:cNvSpPr>
          <p:nvPr/>
        </p:nvSpPr>
        <p:spPr>
          <a:xfrm>
            <a:off x="4409556" y="3398902"/>
            <a:ext cx="28398" cy="28398"/>
          </a:xfrm>
          <a:prstGeom prst="ellipse">
            <a:avLst/>
          </a:prstGeom>
          <a:solidFill>
            <a:srgbClr val="2D887E">
              <a:alpha val="30000"/>
            </a:srgbClr>
          </a:solidFill>
          <a:ln w="0">
            <a:noFill/>
            <a:prstDash val="solid"/>
          </a:ln>
        </p:spPr>
      </p:sp>
      <p:sp>
        <p:nvSpPr>
          <p:cNvPr id="649" name="02_predicted_pose_3948">
            <a:extLst>
              <a:ext uri="{FF2B5EF4-FFF2-40B4-BE49-F238E27FC236}">
                <a16:creationId xmlns:a16="http://schemas.microsoft.com/office/drawing/2014/main" id="{F436966D-9B16-47BA-B9AD-BCF0CE99B925}"/>
              </a:ext>
            </a:extLst>
          </p:cNvPr>
          <p:cNvSpPr>
            <a:spLocks noGrp="1"/>
          </p:cNvSpPr>
          <p:nvPr/>
        </p:nvSpPr>
        <p:spPr>
          <a:xfrm>
            <a:off x="4600771" y="3803078"/>
            <a:ext cx="28398" cy="28398"/>
          </a:xfrm>
          <a:prstGeom prst="ellipse">
            <a:avLst/>
          </a:prstGeom>
          <a:solidFill>
            <a:srgbClr val="2D887E">
              <a:alpha val="30000"/>
            </a:srgbClr>
          </a:solidFill>
          <a:ln w="0">
            <a:noFill/>
            <a:prstDash val="solid"/>
          </a:ln>
        </p:spPr>
      </p:sp>
      <p:sp>
        <p:nvSpPr>
          <p:cNvPr id="650" name="02_predicted_pose_3949">
            <a:extLst>
              <a:ext uri="{FF2B5EF4-FFF2-40B4-BE49-F238E27FC236}">
                <a16:creationId xmlns:a16="http://schemas.microsoft.com/office/drawing/2014/main" id="{BBC2EF0B-1884-45A3-9E56-F06DA09F18D8}"/>
              </a:ext>
            </a:extLst>
          </p:cNvPr>
          <p:cNvSpPr>
            <a:spLocks noGrp="1"/>
          </p:cNvSpPr>
          <p:nvPr/>
        </p:nvSpPr>
        <p:spPr>
          <a:xfrm>
            <a:off x="4471916" y="3806589"/>
            <a:ext cx="28398" cy="28398"/>
          </a:xfrm>
          <a:prstGeom prst="ellipse">
            <a:avLst/>
          </a:prstGeom>
          <a:solidFill>
            <a:srgbClr val="2D887E">
              <a:alpha val="30000"/>
            </a:srgbClr>
          </a:solidFill>
          <a:ln w="0">
            <a:noFill/>
            <a:prstDash val="solid"/>
          </a:ln>
        </p:spPr>
      </p:sp>
      <p:sp>
        <p:nvSpPr>
          <p:cNvPr id="651" name="02_predicted_pose_3950">
            <a:extLst>
              <a:ext uri="{FF2B5EF4-FFF2-40B4-BE49-F238E27FC236}">
                <a16:creationId xmlns:a16="http://schemas.microsoft.com/office/drawing/2014/main" id="{95ED0B91-AC6F-47EC-998C-0055B44F7465}"/>
              </a:ext>
            </a:extLst>
          </p:cNvPr>
          <p:cNvSpPr>
            <a:spLocks noGrp="1"/>
          </p:cNvSpPr>
          <p:nvPr/>
        </p:nvSpPr>
        <p:spPr>
          <a:xfrm>
            <a:off x="4364078" y="3761624"/>
            <a:ext cx="28398" cy="28398"/>
          </a:xfrm>
          <a:prstGeom prst="ellipse">
            <a:avLst/>
          </a:prstGeom>
          <a:solidFill>
            <a:srgbClr val="2D887E">
              <a:alpha val="30000"/>
            </a:srgbClr>
          </a:solidFill>
          <a:ln w="0">
            <a:noFill/>
            <a:prstDash val="solid"/>
          </a:ln>
        </p:spPr>
      </p:sp>
      <p:sp>
        <p:nvSpPr>
          <p:cNvPr id="652" name="02_predicted_pose_3951">
            <a:extLst>
              <a:ext uri="{FF2B5EF4-FFF2-40B4-BE49-F238E27FC236}">
                <a16:creationId xmlns:a16="http://schemas.microsoft.com/office/drawing/2014/main" id="{22241C74-7E6C-490D-9BE4-38650B9FCB7C}"/>
              </a:ext>
            </a:extLst>
          </p:cNvPr>
          <p:cNvSpPr>
            <a:spLocks noGrp="1"/>
          </p:cNvSpPr>
          <p:nvPr/>
        </p:nvSpPr>
        <p:spPr>
          <a:xfrm>
            <a:off x="4485698" y="3806409"/>
            <a:ext cx="28398" cy="28398"/>
          </a:xfrm>
          <a:prstGeom prst="ellipse">
            <a:avLst/>
          </a:prstGeom>
          <a:solidFill>
            <a:srgbClr val="2D887E">
              <a:alpha val="30000"/>
            </a:srgbClr>
          </a:solidFill>
          <a:ln w="0">
            <a:noFill/>
            <a:prstDash val="solid"/>
          </a:ln>
        </p:spPr>
      </p:sp>
      <p:sp>
        <p:nvSpPr>
          <p:cNvPr id="653" name="02_predicted_pose_3952">
            <a:extLst>
              <a:ext uri="{FF2B5EF4-FFF2-40B4-BE49-F238E27FC236}">
                <a16:creationId xmlns:a16="http://schemas.microsoft.com/office/drawing/2014/main" id="{DD62FBCF-744C-4A06-A2E6-BF2442F44CD9}"/>
              </a:ext>
            </a:extLst>
          </p:cNvPr>
          <p:cNvSpPr>
            <a:spLocks noGrp="1"/>
          </p:cNvSpPr>
          <p:nvPr/>
        </p:nvSpPr>
        <p:spPr>
          <a:xfrm>
            <a:off x="4592847" y="3567870"/>
            <a:ext cx="28398" cy="28398"/>
          </a:xfrm>
          <a:prstGeom prst="ellipse">
            <a:avLst/>
          </a:prstGeom>
          <a:solidFill>
            <a:srgbClr val="2D887E">
              <a:alpha val="30000"/>
            </a:srgbClr>
          </a:solidFill>
          <a:ln w="0">
            <a:noFill/>
            <a:prstDash val="solid"/>
          </a:ln>
        </p:spPr>
      </p:sp>
      <p:sp>
        <p:nvSpPr>
          <p:cNvPr id="654" name="02_predicted_pose_3953">
            <a:extLst>
              <a:ext uri="{FF2B5EF4-FFF2-40B4-BE49-F238E27FC236}">
                <a16:creationId xmlns:a16="http://schemas.microsoft.com/office/drawing/2014/main" id="{095F75DD-80CA-4DEF-A09D-130EE268D0B1}"/>
              </a:ext>
            </a:extLst>
          </p:cNvPr>
          <p:cNvSpPr>
            <a:spLocks noGrp="1"/>
          </p:cNvSpPr>
          <p:nvPr/>
        </p:nvSpPr>
        <p:spPr>
          <a:xfrm>
            <a:off x="4647972" y="3611772"/>
            <a:ext cx="28398" cy="28398"/>
          </a:xfrm>
          <a:prstGeom prst="ellipse">
            <a:avLst/>
          </a:prstGeom>
          <a:solidFill>
            <a:srgbClr val="2D887E">
              <a:alpha val="30000"/>
            </a:srgbClr>
          </a:solidFill>
          <a:ln w="0">
            <a:noFill/>
            <a:prstDash val="solid"/>
          </a:ln>
        </p:spPr>
      </p:sp>
      <p:sp>
        <p:nvSpPr>
          <p:cNvPr id="655" name="02_predicted_pose_3954">
            <a:extLst>
              <a:ext uri="{FF2B5EF4-FFF2-40B4-BE49-F238E27FC236}">
                <a16:creationId xmlns:a16="http://schemas.microsoft.com/office/drawing/2014/main" id="{F58BDFF8-E580-466C-ADB5-C24B230DFF32}"/>
              </a:ext>
            </a:extLst>
          </p:cNvPr>
          <p:cNvSpPr>
            <a:spLocks noGrp="1"/>
          </p:cNvSpPr>
          <p:nvPr/>
        </p:nvSpPr>
        <p:spPr>
          <a:xfrm>
            <a:off x="4441253" y="3365399"/>
            <a:ext cx="28398" cy="28398"/>
          </a:xfrm>
          <a:prstGeom prst="ellipse">
            <a:avLst/>
          </a:prstGeom>
          <a:solidFill>
            <a:srgbClr val="2D887E">
              <a:alpha val="30000"/>
            </a:srgbClr>
          </a:solidFill>
          <a:ln w="0">
            <a:noFill/>
            <a:prstDash val="solid"/>
          </a:ln>
        </p:spPr>
      </p:sp>
      <p:sp>
        <p:nvSpPr>
          <p:cNvPr id="656" name="02_predicted_pose_3955">
            <a:extLst>
              <a:ext uri="{FF2B5EF4-FFF2-40B4-BE49-F238E27FC236}">
                <a16:creationId xmlns:a16="http://schemas.microsoft.com/office/drawing/2014/main" id="{54D57E77-B974-4EE9-A2EF-ED9140948752}"/>
              </a:ext>
            </a:extLst>
          </p:cNvPr>
          <p:cNvSpPr>
            <a:spLocks noGrp="1"/>
          </p:cNvSpPr>
          <p:nvPr/>
        </p:nvSpPr>
        <p:spPr>
          <a:xfrm>
            <a:off x="4468816" y="3352948"/>
            <a:ext cx="28398" cy="28398"/>
          </a:xfrm>
          <a:prstGeom prst="ellipse">
            <a:avLst/>
          </a:prstGeom>
          <a:solidFill>
            <a:srgbClr val="2D887E">
              <a:alpha val="30000"/>
            </a:srgbClr>
          </a:solidFill>
          <a:ln w="0">
            <a:noFill/>
            <a:prstDash val="solid"/>
          </a:ln>
        </p:spPr>
      </p:sp>
      <p:sp>
        <p:nvSpPr>
          <p:cNvPr id="657" name="02_predicted_pose_3956">
            <a:extLst>
              <a:ext uri="{FF2B5EF4-FFF2-40B4-BE49-F238E27FC236}">
                <a16:creationId xmlns:a16="http://schemas.microsoft.com/office/drawing/2014/main" id="{68549E9F-4ACF-4FBB-B94F-27D147C39D1C}"/>
              </a:ext>
            </a:extLst>
          </p:cNvPr>
          <p:cNvSpPr>
            <a:spLocks noGrp="1"/>
          </p:cNvSpPr>
          <p:nvPr/>
        </p:nvSpPr>
        <p:spPr>
          <a:xfrm>
            <a:off x="4510159" y="3363558"/>
            <a:ext cx="28398" cy="28398"/>
          </a:xfrm>
          <a:prstGeom prst="ellipse">
            <a:avLst/>
          </a:prstGeom>
          <a:solidFill>
            <a:srgbClr val="2D887E">
              <a:alpha val="30000"/>
            </a:srgbClr>
          </a:solidFill>
          <a:ln w="0">
            <a:noFill/>
            <a:prstDash val="solid"/>
          </a:ln>
        </p:spPr>
      </p:sp>
      <p:sp>
        <p:nvSpPr>
          <p:cNvPr id="658" name="02_predicted_pose_3957">
            <a:extLst>
              <a:ext uri="{FF2B5EF4-FFF2-40B4-BE49-F238E27FC236}">
                <a16:creationId xmlns:a16="http://schemas.microsoft.com/office/drawing/2014/main" id="{E6BCFDDB-6C63-44DA-BC51-A2A7F5C28243}"/>
              </a:ext>
            </a:extLst>
          </p:cNvPr>
          <p:cNvSpPr>
            <a:spLocks noGrp="1"/>
          </p:cNvSpPr>
          <p:nvPr/>
        </p:nvSpPr>
        <p:spPr>
          <a:xfrm>
            <a:off x="4537722" y="3358108"/>
            <a:ext cx="28398" cy="28398"/>
          </a:xfrm>
          <a:prstGeom prst="ellipse">
            <a:avLst/>
          </a:prstGeom>
          <a:solidFill>
            <a:srgbClr val="2D887E">
              <a:alpha val="30000"/>
            </a:srgbClr>
          </a:solidFill>
          <a:ln w="0">
            <a:noFill/>
            <a:prstDash val="solid"/>
          </a:ln>
        </p:spPr>
      </p:sp>
      <p:sp>
        <p:nvSpPr>
          <p:cNvPr id="659" name="02_predicted_pose_3958">
            <a:extLst>
              <a:ext uri="{FF2B5EF4-FFF2-40B4-BE49-F238E27FC236}">
                <a16:creationId xmlns:a16="http://schemas.microsoft.com/office/drawing/2014/main" id="{9A76AD2B-1326-43B0-85B7-1ADC74F498A6}"/>
              </a:ext>
            </a:extLst>
          </p:cNvPr>
          <p:cNvSpPr>
            <a:spLocks noGrp="1"/>
          </p:cNvSpPr>
          <p:nvPr/>
        </p:nvSpPr>
        <p:spPr>
          <a:xfrm>
            <a:off x="4551503" y="3365234"/>
            <a:ext cx="28398" cy="28398"/>
          </a:xfrm>
          <a:prstGeom prst="ellipse">
            <a:avLst/>
          </a:prstGeom>
          <a:solidFill>
            <a:srgbClr val="2D887E">
              <a:alpha val="30000"/>
            </a:srgbClr>
          </a:solidFill>
          <a:ln w="0">
            <a:noFill/>
            <a:prstDash val="solid"/>
          </a:ln>
        </p:spPr>
      </p:sp>
      <p:sp>
        <p:nvSpPr>
          <p:cNvPr id="660" name="02_predicted_pose_3959">
            <a:extLst>
              <a:ext uri="{FF2B5EF4-FFF2-40B4-BE49-F238E27FC236}">
                <a16:creationId xmlns:a16="http://schemas.microsoft.com/office/drawing/2014/main" id="{782C8E3E-D4C7-4C72-8C31-66CAE4DDFF65}"/>
              </a:ext>
            </a:extLst>
          </p:cNvPr>
          <p:cNvSpPr>
            <a:spLocks noGrp="1"/>
          </p:cNvSpPr>
          <p:nvPr/>
        </p:nvSpPr>
        <p:spPr>
          <a:xfrm>
            <a:off x="4454690" y="3369993"/>
            <a:ext cx="28398" cy="28398"/>
          </a:xfrm>
          <a:prstGeom prst="ellipse">
            <a:avLst/>
          </a:prstGeom>
          <a:solidFill>
            <a:srgbClr val="2D887E">
              <a:alpha val="30000"/>
            </a:srgbClr>
          </a:solidFill>
          <a:ln w="0">
            <a:noFill/>
            <a:prstDash val="solid"/>
          </a:ln>
        </p:spPr>
      </p:sp>
      <p:sp>
        <p:nvSpPr>
          <p:cNvPr id="661" name="02_predicted_pose_3960">
            <a:extLst>
              <a:ext uri="{FF2B5EF4-FFF2-40B4-BE49-F238E27FC236}">
                <a16:creationId xmlns:a16="http://schemas.microsoft.com/office/drawing/2014/main" id="{D5D9A526-F63A-433D-9322-C2FE56A57571}"/>
              </a:ext>
            </a:extLst>
          </p:cNvPr>
          <p:cNvSpPr>
            <a:spLocks noGrp="1"/>
          </p:cNvSpPr>
          <p:nvPr/>
        </p:nvSpPr>
        <p:spPr>
          <a:xfrm>
            <a:off x="4557360" y="3714403"/>
            <a:ext cx="28398" cy="28398"/>
          </a:xfrm>
          <a:prstGeom prst="ellipse">
            <a:avLst/>
          </a:prstGeom>
          <a:solidFill>
            <a:srgbClr val="2D887E">
              <a:alpha val="30000"/>
            </a:srgbClr>
          </a:solidFill>
          <a:ln w="0">
            <a:noFill/>
            <a:prstDash val="solid"/>
          </a:ln>
        </p:spPr>
      </p:sp>
      <p:sp>
        <p:nvSpPr>
          <p:cNvPr id="662" name="02_predicted_pose_3961">
            <a:extLst>
              <a:ext uri="{FF2B5EF4-FFF2-40B4-BE49-F238E27FC236}">
                <a16:creationId xmlns:a16="http://schemas.microsoft.com/office/drawing/2014/main" id="{CBEE92EC-2AD7-470D-96F4-3CB78C7D6E5F}"/>
              </a:ext>
            </a:extLst>
          </p:cNvPr>
          <p:cNvSpPr>
            <a:spLocks noGrp="1"/>
          </p:cNvSpPr>
          <p:nvPr/>
        </p:nvSpPr>
        <p:spPr>
          <a:xfrm>
            <a:off x="4584923" y="3701649"/>
            <a:ext cx="28398" cy="28398"/>
          </a:xfrm>
          <a:prstGeom prst="ellipse">
            <a:avLst/>
          </a:prstGeom>
          <a:solidFill>
            <a:srgbClr val="2D887E">
              <a:alpha val="30000"/>
            </a:srgbClr>
          </a:solidFill>
          <a:ln w="0">
            <a:noFill/>
            <a:prstDash val="solid"/>
          </a:ln>
        </p:spPr>
      </p:sp>
      <p:sp>
        <p:nvSpPr>
          <p:cNvPr id="663" name="02_predicted_pose_3962">
            <a:extLst>
              <a:ext uri="{FF2B5EF4-FFF2-40B4-BE49-F238E27FC236}">
                <a16:creationId xmlns:a16="http://schemas.microsoft.com/office/drawing/2014/main" id="{028FD568-503F-4A0A-BF43-4A83457FE038}"/>
              </a:ext>
            </a:extLst>
          </p:cNvPr>
          <p:cNvSpPr>
            <a:spLocks noGrp="1"/>
          </p:cNvSpPr>
          <p:nvPr/>
        </p:nvSpPr>
        <p:spPr>
          <a:xfrm>
            <a:off x="4612485" y="3655857"/>
            <a:ext cx="28398" cy="28398"/>
          </a:xfrm>
          <a:prstGeom prst="ellipse">
            <a:avLst/>
          </a:prstGeom>
          <a:solidFill>
            <a:srgbClr val="2D887E">
              <a:alpha val="30000"/>
            </a:srgbClr>
          </a:solidFill>
          <a:ln w="0">
            <a:noFill/>
            <a:prstDash val="solid"/>
          </a:ln>
        </p:spPr>
      </p:sp>
      <p:sp>
        <p:nvSpPr>
          <p:cNvPr id="664" name="02_predicted_pose_3963">
            <a:extLst>
              <a:ext uri="{FF2B5EF4-FFF2-40B4-BE49-F238E27FC236}">
                <a16:creationId xmlns:a16="http://schemas.microsoft.com/office/drawing/2014/main" id="{C7D7D3F6-5EEA-4E2E-9B4C-D548F3B43A78}"/>
              </a:ext>
            </a:extLst>
          </p:cNvPr>
          <p:cNvSpPr>
            <a:spLocks noGrp="1"/>
          </p:cNvSpPr>
          <p:nvPr/>
        </p:nvSpPr>
        <p:spPr>
          <a:xfrm>
            <a:off x="4640047" y="3671444"/>
            <a:ext cx="28398" cy="28398"/>
          </a:xfrm>
          <a:prstGeom prst="ellipse">
            <a:avLst/>
          </a:prstGeom>
          <a:solidFill>
            <a:srgbClr val="2D887E">
              <a:alpha val="30000"/>
            </a:srgbClr>
          </a:solidFill>
          <a:ln w="0">
            <a:noFill/>
            <a:prstDash val="solid"/>
          </a:ln>
        </p:spPr>
      </p:sp>
      <p:sp>
        <p:nvSpPr>
          <p:cNvPr id="665" name="02_predicted_pose_3964">
            <a:extLst>
              <a:ext uri="{FF2B5EF4-FFF2-40B4-BE49-F238E27FC236}">
                <a16:creationId xmlns:a16="http://schemas.microsoft.com/office/drawing/2014/main" id="{FD5D30AC-AD60-4149-B962-6E9891800A55}"/>
              </a:ext>
            </a:extLst>
          </p:cNvPr>
          <p:cNvSpPr>
            <a:spLocks noGrp="1"/>
          </p:cNvSpPr>
          <p:nvPr/>
        </p:nvSpPr>
        <p:spPr>
          <a:xfrm>
            <a:off x="4400599" y="3653212"/>
            <a:ext cx="28398" cy="28398"/>
          </a:xfrm>
          <a:prstGeom prst="ellipse">
            <a:avLst/>
          </a:prstGeom>
          <a:solidFill>
            <a:srgbClr val="2D887E">
              <a:alpha val="30000"/>
            </a:srgbClr>
          </a:solidFill>
          <a:ln w="0">
            <a:noFill/>
            <a:prstDash val="solid"/>
          </a:ln>
        </p:spPr>
      </p:sp>
      <p:sp>
        <p:nvSpPr>
          <p:cNvPr id="666" name="02_predicted_pose_3965">
            <a:extLst>
              <a:ext uri="{FF2B5EF4-FFF2-40B4-BE49-F238E27FC236}">
                <a16:creationId xmlns:a16="http://schemas.microsoft.com/office/drawing/2014/main" id="{A2D27E2D-81C5-41DF-A123-292F3BE95132}"/>
              </a:ext>
            </a:extLst>
          </p:cNvPr>
          <p:cNvSpPr>
            <a:spLocks noGrp="1"/>
          </p:cNvSpPr>
          <p:nvPr/>
        </p:nvSpPr>
        <p:spPr>
          <a:xfrm>
            <a:off x="4409212" y="3808643"/>
            <a:ext cx="28398" cy="28398"/>
          </a:xfrm>
          <a:prstGeom prst="ellipse">
            <a:avLst/>
          </a:prstGeom>
          <a:solidFill>
            <a:srgbClr val="2D887E">
              <a:alpha val="30000"/>
            </a:srgbClr>
          </a:solidFill>
          <a:ln w="0">
            <a:noFill/>
            <a:prstDash val="solid"/>
          </a:ln>
        </p:spPr>
      </p:sp>
      <p:sp>
        <p:nvSpPr>
          <p:cNvPr id="667" name="02_predicted_pose_3966">
            <a:extLst>
              <a:ext uri="{FF2B5EF4-FFF2-40B4-BE49-F238E27FC236}">
                <a16:creationId xmlns:a16="http://schemas.microsoft.com/office/drawing/2014/main" id="{FD1B170D-E5E7-413D-AEAD-9393F3C8C8C9}"/>
              </a:ext>
            </a:extLst>
          </p:cNvPr>
          <p:cNvSpPr>
            <a:spLocks noGrp="1"/>
          </p:cNvSpPr>
          <p:nvPr/>
        </p:nvSpPr>
        <p:spPr>
          <a:xfrm>
            <a:off x="4422993" y="3743426"/>
            <a:ext cx="28398" cy="28398"/>
          </a:xfrm>
          <a:prstGeom prst="ellipse">
            <a:avLst/>
          </a:prstGeom>
          <a:solidFill>
            <a:srgbClr val="2D887E">
              <a:alpha val="30000"/>
            </a:srgbClr>
          </a:solidFill>
          <a:ln w="0">
            <a:noFill/>
            <a:prstDash val="solid"/>
          </a:ln>
        </p:spPr>
      </p:sp>
      <p:sp>
        <p:nvSpPr>
          <p:cNvPr id="668" name="02_predicted_pose_3967">
            <a:extLst>
              <a:ext uri="{FF2B5EF4-FFF2-40B4-BE49-F238E27FC236}">
                <a16:creationId xmlns:a16="http://schemas.microsoft.com/office/drawing/2014/main" id="{8C7AA9CD-8E5E-47AD-897B-4BD9892BF3AC}"/>
              </a:ext>
            </a:extLst>
          </p:cNvPr>
          <p:cNvSpPr>
            <a:spLocks noGrp="1"/>
          </p:cNvSpPr>
          <p:nvPr/>
        </p:nvSpPr>
        <p:spPr>
          <a:xfrm>
            <a:off x="4450556" y="3754556"/>
            <a:ext cx="28398" cy="28398"/>
          </a:xfrm>
          <a:prstGeom prst="ellipse">
            <a:avLst/>
          </a:prstGeom>
          <a:solidFill>
            <a:srgbClr val="2D887E">
              <a:alpha val="30000"/>
            </a:srgbClr>
          </a:solidFill>
          <a:ln w="0">
            <a:noFill/>
            <a:prstDash val="solid"/>
          </a:ln>
        </p:spPr>
      </p:sp>
      <p:sp>
        <p:nvSpPr>
          <p:cNvPr id="669" name="02_predicted_pose_3968">
            <a:extLst>
              <a:ext uri="{FF2B5EF4-FFF2-40B4-BE49-F238E27FC236}">
                <a16:creationId xmlns:a16="http://schemas.microsoft.com/office/drawing/2014/main" id="{FAAC16F7-8239-4A97-B960-9BA545C5D86A}"/>
              </a:ext>
            </a:extLst>
          </p:cNvPr>
          <p:cNvSpPr>
            <a:spLocks noGrp="1"/>
          </p:cNvSpPr>
          <p:nvPr/>
        </p:nvSpPr>
        <p:spPr>
          <a:xfrm>
            <a:off x="4478118" y="3716801"/>
            <a:ext cx="28398" cy="28398"/>
          </a:xfrm>
          <a:prstGeom prst="ellipse">
            <a:avLst/>
          </a:prstGeom>
          <a:solidFill>
            <a:srgbClr val="2D887E">
              <a:alpha val="30000"/>
            </a:srgbClr>
          </a:solidFill>
          <a:ln w="0">
            <a:noFill/>
            <a:prstDash val="solid"/>
          </a:ln>
        </p:spPr>
      </p:sp>
      <p:sp>
        <p:nvSpPr>
          <p:cNvPr id="670" name="02_predicted_pose_3969">
            <a:extLst>
              <a:ext uri="{FF2B5EF4-FFF2-40B4-BE49-F238E27FC236}">
                <a16:creationId xmlns:a16="http://schemas.microsoft.com/office/drawing/2014/main" id="{A21AB204-6DA2-4487-A240-DD9957B5ACDD}"/>
              </a:ext>
            </a:extLst>
          </p:cNvPr>
          <p:cNvSpPr>
            <a:spLocks noGrp="1"/>
          </p:cNvSpPr>
          <p:nvPr/>
        </p:nvSpPr>
        <p:spPr>
          <a:xfrm>
            <a:off x="4505680" y="3785036"/>
            <a:ext cx="28398" cy="28398"/>
          </a:xfrm>
          <a:prstGeom prst="ellipse">
            <a:avLst/>
          </a:prstGeom>
          <a:solidFill>
            <a:srgbClr val="2D887E">
              <a:alpha val="30000"/>
            </a:srgbClr>
          </a:solidFill>
          <a:ln w="0">
            <a:noFill/>
            <a:prstDash val="solid"/>
          </a:ln>
        </p:spPr>
      </p:sp>
      <p:sp>
        <p:nvSpPr>
          <p:cNvPr id="671" name="02_predicted_pose_3970">
            <a:extLst>
              <a:ext uri="{FF2B5EF4-FFF2-40B4-BE49-F238E27FC236}">
                <a16:creationId xmlns:a16="http://schemas.microsoft.com/office/drawing/2014/main" id="{63254328-F1A8-4BC9-8471-C60DFF30A3A3}"/>
              </a:ext>
            </a:extLst>
          </p:cNvPr>
          <p:cNvSpPr>
            <a:spLocks noGrp="1"/>
          </p:cNvSpPr>
          <p:nvPr/>
        </p:nvSpPr>
        <p:spPr>
          <a:xfrm>
            <a:off x="4530487" y="2956499"/>
            <a:ext cx="28398" cy="28398"/>
          </a:xfrm>
          <a:prstGeom prst="ellipse">
            <a:avLst/>
          </a:prstGeom>
          <a:solidFill>
            <a:srgbClr val="2D887E">
              <a:alpha val="30000"/>
            </a:srgbClr>
          </a:solidFill>
          <a:ln w="0">
            <a:noFill/>
            <a:prstDash val="solid"/>
          </a:ln>
        </p:spPr>
      </p:sp>
      <p:sp>
        <p:nvSpPr>
          <p:cNvPr id="672" name="02_predicted_pose_3971">
            <a:extLst>
              <a:ext uri="{FF2B5EF4-FFF2-40B4-BE49-F238E27FC236}">
                <a16:creationId xmlns:a16="http://schemas.microsoft.com/office/drawing/2014/main" id="{D56971CA-84DA-4030-BAD0-7A4BC91C274A}"/>
              </a:ext>
            </a:extLst>
          </p:cNvPr>
          <p:cNvSpPr>
            <a:spLocks noGrp="1"/>
          </p:cNvSpPr>
          <p:nvPr/>
        </p:nvSpPr>
        <p:spPr>
          <a:xfrm>
            <a:off x="4544268" y="2982445"/>
            <a:ext cx="28398" cy="28398"/>
          </a:xfrm>
          <a:prstGeom prst="ellipse">
            <a:avLst/>
          </a:prstGeom>
          <a:solidFill>
            <a:srgbClr val="2D887E">
              <a:alpha val="30000"/>
            </a:srgbClr>
          </a:solidFill>
          <a:ln w="0">
            <a:noFill/>
            <a:prstDash val="solid"/>
          </a:ln>
        </p:spPr>
      </p:sp>
      <p:sp>
        <p:nvSpPr>
          <p:cNvPr id="673" name="02_predicted_pose_3972">
            <a:extLst>
              <a:ext uri="{FF2B5EF4-FFF2-40B4-BE49-F238E27FC236}">
                <a16:creationId xmlns:a16="http://schemas.microsoft.com/office/drawing/2014/main" id="{38D5D9CE-D7F7-4092-A1CD-5D726E38E7F6}"/>
              </a:ext>
            </a:extLst>
          </p:cNvPr>
          <p:cNvSpPr>
            <a:spLocks noGrp="1"/>
          </p:cNvSpPr>
          <p:nvPr/>
        </p:nvSpPr>
        <p:spPr>
          <a:xfrm>
            <a:off x="4475362" y="3654724"/>
            <a:ext cx="28398" cy="28398"/>
          </a:xfrm>
          <a:prstGeom prst="ellipse">
            <a:avLst/>
          </a:prstGeom>
          <a:solidFill>
            <a:srgbClr val="2D887E">
              <a:alpha val="30000"/>
            </a:srgbClr>
          </a:solidFill>
          <a:ln w="0">
            <a:noFill/>
            <a:prstDash val="solid"/>
          </a:ln>
        </p:spPr>
      </p:sp>
      <p:sp>
        <p:nvSpPr>
          <p:cNvPr id="674" name="02_predicted_pose_3973">
            <a:extLst>
              <a:ext uri="{FF2B5EF4-FFF2-40B4-BE49-F238E27FC236}">
                <a16:creationId xmlns:a16="http://schemas.microsoft.com/office/drawing/2014/main" id="{0425C02E-76C1-4939-9427-D3D84A2347A3}"/>
              </a:ext>
            </a:extLst>
          </p:cNvPr>
          <p:cNvSpPr>
            <a:spLocks noGrp="1"/>
          </p:cNvSpPr>
          <p:nvPr/>
        </p:nvSpPr>
        <p:spPr>
          <a:xfrm>
            <a:off x="4422649" y="3690984"/>
            <a:ext cx="28398" cy="28398"/>
          </a:xfrm>
          <a:prstGeom prst="ellipse">
            <a:avLst/>
          </a:prstGeom>
          <a:solidFill>
            <a:srgbClr val="2D887E">
              <a:alpha val="30000"/>
            </a:srgbClr>
          </a:solidFill>
          <a:ln w="0">
            <a:noFill/>
            <a:prstDash val="solid"/>
          </a:ln>
        </p:spPr>
      </p:sp>
      <p:sp>
        <p:nvSpPr>
          <p:cNvPr id="675" name="02_predicted_pose_3974">
            <a:extLst>
              <a:ext uri="{FF2B5EF4-FFF2-40B4-BE49-F238E27FC236}">
                <a16:creationId xmlns:a16="http://schemas.microsoft.com/office/drawing/2014/main" id="{DAADFB8D-44D0-456B-90AB-54E0F3D87E31}"/>
              </a:ext>
            </a:extLst>
          </p:cNvPr>
          <p:cNvSpPr>
            <a:spLocks noGrp="1"/>
          </p:cNvSpPr>
          <p:nvPr/>
        </p:nvSpPr>
        <p:spPr>
          <a:xfrm>
            <a:off x="4339272" y="3550797"/>
            <a:ext cx="28398" cy="28398"/>
          </a:xfrm>
          <a:prstGeom prst="ellipse">
            <a:avLst/>
          </a:prstGeom>
          <a:solidFill>
            <a:srgbClr val="2D887E">
              <a:alpha val="30000"/>
            </a:srgbClr>
          </a:solidFill>
          <a:ln w="0">
            <a:noFill/>
            <a:prstDash val="solid"/>
          </a:ln>
        </p:spPr>
      </p:sp>
      <p:sp>
        <p:nvSpPr>
          <p:cNvPr id="676" name="02_predicted_pose_3975">
            <a:extLst>
              <a:ext uri="{FF2B5EF4-FFF2-40B4-BE49-F238E27FC236}">
                <a16:creationId xmlns:a16="http://schemas.microsoft.com/office/drawing/2014/main" id="{69B63FE6-68D3-4627-B76C-80330F5F8F61}"/>
              </a:ext>
            </a:extLst>
          </p:cNvPr>
          <p:cNvSpPr>
            <a:spLocks noGrp="1"/>
          </p:cNvSpPr>
          <p:nvPr/>
        </p:nvSpPr>
        <p:spPr>
          <a:xfrm>
            <a:off x="4583200" y="3516881"/>
            <a:ext cx="28398" cy="28398"/>
          </a:xfrm>
          <a:prstGeom prst="ellipse">
            <a:avLst/>
          </a:prstGeom>
          <a:solidFill>
            <a:srgbClr val="2D887E">
              <a:alpha val="30000"/>
            </a:srgbClr>
          </a:solidFill>
          <a:ln w="0">
            <a:noFill/>
            <a:prstDash val="solid"/>
          </a:ln>
        </p:spPr>
      </p:sp>
      <p:sp>
        <p:nvSpPr>
          <p:cNvPr id="677" name="02_predicted_pose_3976">
            <a:extLst>
              <a:ext uri="{FF2B5EF4-FFF2-40B4-BE49-F238E27FC236}">
                <a16:creationId xmlns:a16="http://schemas.microsoft.com/office/drawing/2014/main" id="{2D15420B-08E6-461F-B6D2-A0B28A7E127A}"/>
              </a:ext>
            </a:extLst>
          </p:cNvPr>
          <p:cNvSpPr>
            <a:spLocks noGrp="1"/>
          </p:cNvSpPr>
          <p:nvPr/>
        </p:nvSpPr>
        <p:spPr>
          <a:xfrm>
            <a:off x="4540134" y="2765301"/>
            <a:ext cx="28398" cy="28398"/>
          </a:xfrm>
          <a:prstGeom prst="ellipse">
            <a:avLst/>
          </a:prstGeom>
          <a:solidFill>
            <a:srgbClr val="2D887E">
              <a:alpha val="30000"/>
            </a:srgbClr>
          </a:solidFill>
          <a:ln w="0">
            <a:noFill/>
            <a:prstDash val="solid"/>
          </a:ln>
        </p:spPr>
      </p:sp>
      <p:sp>
        <p:nvSpPr>
          <p:cNvPr id="678" name="02_predicted_pose_3977">
            <a:extLst>
              <a:ext uri="{FF2B5EF4-FFF2-40B4-BE49-F238E27FC236}">
                <a16:creationId xmlns:a16="http://schemas.microsoft.com/office/drawing/2014/main" id="{396FE6EA-FD81-4C3B-84D0-244486946857}"/>
              </a:ext>
            </a:extLst>
          </p:cNvPr>
          <p:cNvSpPr>
            <a:spLocks noGrp="1"/>
          </p:cNvSpPr>
          <p:nvPr/>
        </p:nvSpPr>
        <p:spPr>
          <a:xfrm>
            <a:off x="4553915" y="2731483"/>
            <a:ext cx="28398" cy="28398"/>
          </a:xfrm>
          <a:prstGeom prst="ellipse">
            <a:avLst/>
          </a:prstGeom>
          <a:solidFill>
            <a:srgbClr val="2D887E">
              <a:alpha val="30000"/>
            </a:srgbClr>
          </a:solidFill>
          <a:ln w="0">
            <a:noFill/>
            <a:prstDash val="solid"/>
          </a:ln>
        </p:spPr>
      </p:sp>
      <p:sp>
        <p:nvSpPr>
          <p:cNvPr id="679" name="02_predicted_pose_3978">
            <a:extLst>
              <a:ext uri="{FF2B5EF4-FFF2-40B4-BE49-F238E27FC236}">
                <a16:creationId xmlns:a16="http://schemas.microsoft.com/office/drawing/2014/main" id="{A40DFA65-1AEE-402D-AAC3-2C332E0B9301}"/>
              </a:ext>
            </a:extLst>
          </p:cNvPr>
          <p:cNvSpPr>
            <a:spLocks noGrp="1"/>
          </p:cNvSpPr>
          <p:nvPr/>
        </p:nvSpPr>
        <p:spPr>
          <a:xfrm>
            <a:off x="4359944" y="3597550"/>
            <a:ext cx="28398" cy="28398"/>
          </a:xfrm>
          <a:prstGeom prst="ellipse">
            <a:avLst/>
          </a:prstGeom>
          <a:solidFill>
            <a:srgbClr val="2D887E">
              <a:alpha val="30000"/>
            </a:srgbClr>
          </a:solidFill>
          <a:ln w="0">
            <a:noFill/>
            <a:prstDash val="solid"/>
          </a:ln>
        </p:spPr>
      </p:sp>
      <p:sp>
        <p:nvSpPr>
          <p:cNvPr id="680" name="02_predicted_pose_3979">
            <a:extLst>
              <a:ext uri="{FF2B5EF4-FFF2-40B4-BE49-F238E27FC236}">
                <a16:creationId xmlns:a16="http://schemas.microsoft.com/office/drawing/2014/main" id="{F63E6DBE-600F-4EFB-B004-4EF0391440E2}"/>
              </a:ext>
            </a:extLst>
          </p:cNvPr>
          <p:cNvSpPr>
            <a:spLocks noGrp="1"/>
          </p:cNvSpPr>
          <p:nvPr/>
        </p:nvSpPr>
        <p:spPr>
          <a:xfrm>
            <a:off x="4540478" y="3549658"/>
            <a:ext cx="28398" cy="28398"/>
          </a:xfrm>
          <a:prstGeom prst="ellipse">
            <a:avLst/>
          </a:prstGeom>
          <a:solidFill>
            <a:srgbClr val="2D887E">
              <a:alpha val="30000"/>
            </a:srgbClr>
          </a:solidFill>
          <a:ln w="0">
            <a:noFill/>
            <a:prstDash val="solid"/>
          </a:ln>
        </p:spPr>
      </p:sp>
      <p:sp>
        <p:nvSpPr>
          <p:cNvPr id="681" name="02_predicted_pose_3980">
            <a:extLst>
              <a:ext uri="{FF2B5EF4-FFF2-40B4-BE49-F238E27FC236}">
                <a16:creationId xmlns:a16="http://schemas.microsoft.com/office/drawing/2014/main" id="{2DF952B5-C8D7-47B3-9E0B-43E9ED07E569}"/>
              </a:ext>
            </a:extLst>
          </p:cNvPr>
          <p:cNvSpPr>
            <a:spLocks noGrp="1"/>
          </p:cNvSpPr>
          <p:nvPr/>
        </p:nvSpPr>
        <p:spPr>
          <a:xfrm>
            <a:off x="4554259" y="3539237"/>
            <a:ext cx="28398" cy="28398"/>
          </a:xfrm>
          <a:prstGeom prst="ellipse">
            <a:avLst/>
          </a:prstGeom>
          <a:solidFill>
            <a:srgbClr val="2D887E">
              <a:alpha val="30000"/>
            </a:srgbClr>
          </a:solidFill>
          <a:ln w="0">
            <a:noFill/>
            <a:prstDash val="solid"/>
          </a:ln>
        </p:spPr>
      </p:sp>
      <p:sp>
        <p:nvSpPr>
          <p:cNvPr id="682" name="02_predicted_pose_3981">
            <a:extLst>
              <a:ext uri="{FF2B5EF4-FFF2-40B4-BE49-F238E27FC236}">
                <a16:creationId xmlns:a16="http://schemas.microsoft.com/office/drawing/2014/main" id="{52156F15-5109-40BB-986F-9998E598E845}"/>
              </a:ext>
            </a:extLst>
          </p:cNvPr>
          <p:cNvSpPr>
            <a:spLocks noGrp="1"/>
          </p:cNvSpPr>
          <p:nvPr/>
        </p:nvSpPr>
        <p:spPr>
          <a:xfrm>
            <a:off x="4568041" y="3515988"/>
            <a:ext cx="28398" cy="28398"/>
          </a:xfrm>
          <a:prstGeom prst="ellipse">
            <a:avLst/>
          </a:prstGeom>
          <a:solidFill>
            <a:srgbClr val="2D887E">
              <a:alpha val="30000"/>
            </a:srgbClr>
          </a:solidFill>
          <a:ln w="0">
            <a:noFill/>
            <a:prstDash val="solid"/>
          </a:ln>
        </p:spPr>
      </p:sp>
      <p:sp>
        <p:nvSpPr>
          <p:cNvPr id="683" name="02_predicted_pose_3982">
            <a:extLst>
              <a:ext uri="{FF2B5EF4-FFF2-40B4-BE49-F238E27FC236}">
                <a16:creationId xmlns:a16="http://schemas.microsoft.com/office/drawing/2014/main" id="{7705799E-EC82-4AFF-99E2-855D80B066D7}"/>
              </a:ext>
            </a:extLst>
          </p:cNvPr>
          <p:cNvSpPr>
            <a:spLocks noGrp="1"/>
          </p:cNvSpPr>
          <p:nvPr/>
        </p:nvSpPr>
        <p:spPr>
          <a:xfrm>
            <a:off x="4581822" y="3229107"/>
            <a:ext cx="28398" cy="28398"/>
          </a:xfrm>
          <a:prstGeom prst="ellipse">
            <a:avLst/>
          </a:prstGeom>
          <a:solidFill>
            <a:srgbClr val="2D887E">
              <a:alpha val="30000"/>
            </a:srgbClr>
          </a:solidFill>
          <a:ln w="0">
            <a:noFill/>
            <a:prstDash val="solid"/>
          </a:ln>
        </p:spPr>
      </p:sp>
      <p:sp>
        <p:nvSpPr>
          <p:cNvPr id="684" name="02_predicted_pose_3983">
            <a:extLst>
              <a:ext uri="{FF2B5EF4-FFF2-40B4-BE49-F238E27FC236}">
                <a16:creationId xmlns:a16="http://schemas.microsoft.com/office/drawing/2014/main" id="{290254FA-A7EE-4664-AECA-F612DB82E7E2}"/>
              </a:ext>
            </a:extLst>
          </p:cNvPr>
          <p:cNvSpPr>
            <a:spLocks noGrp="1"/>
          </p:cNvSpPr>
          <p:nvPr/>
        </p:nvSpPr>
        <p:spPr>
          <a:xfrm>
            <a:off x="4595603" y="3554938"/>
            <a:ext cx="28398" cy="28398"/>
          </a:xfrm>
          <a:prstGeom prst="ellipse">
            <a:avLst/>
          </a:prstGeom>
          <a:solidFill>
            <a:srgbClr val="2D887E">
              <a:alpha val="30000"/>
            </a:srgbClr>
          </a:solidFill>
          <a:ln w="0">
            <a:noFill/>
            <a:prstDash val="solid"/>
          </a:ln>
        </p:spPr>
      </p:sp>
      <p:sp>
        <p:nvSpPr>
          <p:cNvPr id="685" name="02_predicted_pose_3984">
            <a:extLst>
              <a:ext uri="{FF2B5EF4-FFF2-40B4-BE49-F238E27FC236}">
                <a16:creationId xmlns:a16="http://schemas.microsoft.com/office/drawing/2014/main" id="{AFF6EBEF-8D7E-4E8C-BDD1-DB0610F35E48}"/>
              </a:ext>
            </a:extLst>
          </p:cNvPr>
          <p:cNvSpPr>
            <a:spLocks noGrp="1"/>
          </p:cNvSpPr>
          <p:nvPr/>
        </p:nvSpPr>
        <p:spPr>
          <a:xfrm>
            <a:off x="4422304" y="3601499"/>
            <a:ext cx="28398" cy="28398"/>
          </a:xfrm>
          <a:prstGeom prst="ellipse">
            <a:avLst/>
          </a:prstGeom>
          <a:solidFill>
            <a:srgbClr val="2D887E">
              <a:alpha val="30000"/>
            </a:srgbClr>
          </a:solidFill>
          <a:ln w="0">
            <a:noFill/>
            <a:prstDash val="solid"/>
          </a:ln>
        </p:spPr>
      </p:sp>
      <p:sp>
        <p:nvSpPr>
          <p:cNvPr id="686" name="02_predicted_pose_3985">
            <a:extLst>
              <a:ext uri="{FF2B5EF4-FFF2-40B4-BE49-F238E27FC236}">
                <a16:creationId xmlns:a16="http://schemas.microsoft.com/office/drawing/2014/main" id="{70909FAD-283C-48CF-8850-F107AAAFF01F}"/>
              </a:ext>
            </a:extLst>
          </p:cNvPr>
          <p:cNvSpPr>
            <a:spLocks noGrp="1"/>
          </p:cNvSpPr>
          <p:nvPr/>
        </p:nvSpPr>
        <p:spPr>
          <a:xfrm>
            <a:off x="4505680" y="3673086"/>
            <a:ext cx="28398" cy="28398"/>
          </a:xfrm>
          <a:prstGeom prst="ellipse">
            <a:avLst/>
          </a:prstGeom>
          <a:solidFill>
            <a:srgbClr val="2D887E">
              <a:alpha val="30000"/>
            </a:srgbClr>
          </a:solidFill>
          <a:ln w="0">
            <a:noFill/>
            <a:prstDash val="solid"/>
          </a:ln>
        </p:spPr>
      </p:sp>
      <p:sp>
        <p:nvSpPr>
          <p:cNvPr id="687" name="02_predicted_pose_3986">
            <a:extLst>
              <a:ext uri="{FF2B5EF4-FFF2-40B4-BE49-F238E27FC236}">
                <a16:creationId xmlns:a16="http://schemas.microsoft.com/office/drawing/2014/main" id="{859D2860-536A-4272-9C69-534451A2F297}"/>
              </a:ext>
            </a:extLst>
          </p:cNvPr>
          <p:cNvSpPr>
            <a:spLocks noGrp="1"/>
          </p:cNvSpPr>
          <p:nvPr/>
        </p:nvSpPr>
        <p:spPr>
          <a:xfrm>
            <a:off x="4533243" y="3730554"/>
            <a:ext cx="28398" cy="28398"/>
          </a:xfrm>
          <a:prstGeom prst="ellipse">
            <a:avLst/>
          </a:prstGeom>
          <a:solidFill>
            <a:srgbClr val="2D887E">
              <a:alpha val="30000"/>
            </a:srgbClr>
          </a:solidFill>
          <a:ln w="0">
            <a:noFill/>
            <a:prstDash val="solid"/>
          </a:ln>
        </p:spPr>
      </p:sp>
      <p:sp>
        <p:nvSpPr>
          <p:cNvPr id="688" name="02_predicted_pose_3987">
            <a:extLst>
              <a:ext uri="{FF2B5EF4-FFF2-40B4-BE49-F238E27FC236}">
                <a16:creationId xmlns:a16="http://schemas.microsoft.com/office/drawing/2014/main" id="{0C5E6A9C-9753-4694-91DA-63B7C92A13F3}"/>
              </a:ext>
            </a:extLst>
          </p:cNvPr>
          <p:cNvSpPr>
            <a:spLocks noGrp="1"/>
          </p:cNvSpPr>
          <p:nvPr/>
        </p:nvSpPr>
        <p:spPr>
          <a:xfrm>
            <a:off x="4560805" y="3698476"/>
            <a:ext cx="28398" cy="28398"/>
          </a:xfrm>
          <a:prstGeom prst="ellipse">
            <a:avLst/>
          </a:prstGeom>
          <a:solidFill>
            <a:srgbClr val="2D887E">
              <a:alpha val="30000"/>
            </a:srgbClr>
          </a:solidFill>
          <a:ln w="0">
            <a:noFill/>
            <a:prstDash val="solid"/>
          </a:ln>
        </p:spPr>
      </p:sp>
      <p:sp>
        <p:nvSpPr>
          <p:cNvPr id="689" name="02_predicted_pose_3988">
            <a:extLst>
              <a:ext uri="{FF2B5EF4-FFF2-40B4-BE49-F238E27FC236}">
                <a16:creationId xmlns:a16="http://schemas.microsoft.com/office/drawing/2014/main" id="{F7168F60-13F9-4D49-94CF-D7F23A8DD1A5}"/>
              </a:ext>
            </a:extLst>
          </p:cNvPr>
          <p:cNvSpPr>
            <a:spLocks noGrp="1"/>
          </p:cNvSpPr>
          <p:nvPr/>
        </p:nvSpPr>
        <p:spPr>
          <a:xfrm>
            <a:off x="4588368" y="3767926"/>
            <a:ext cx="28398" cy="28398"/>
          </a:xfrm>
          <a:prstGeom prst="ellipse">
            <a:avLst/>
          </a:prstGeom>
          <a:solidFill>
            <a:srgbClr val="2D887E">
              <a:alpha val="30000"/>
            </a:srgbClr>
          </a:solidFill>
          <a:ln w="0">
            <a:noFill/>
            <a:prstDash val="solid"/>
          </a:ln>
        </p:spPr>
      </p:sp>
      <p:sp>
        <p:nvSpPr>
          <p:cNvPr id="690" name="02_predicted_pose_3989">
            <a:extLst>
              <a:ext uri="{FF2B5EF4-FFF2-40B4-BE49-F238E27FC236}">
                <a16:creationId xmlns:a16="http://schemas.microsoft.com/office/drawing/2014/main" id="{3487F6A3-4916-4344-93CE-EC9F729E504B}"/>
              </a:ext>
            </a:extLst>
          </p:cNvPr>
          <p:cNvSpPr>
            <a:spLocks noGrp="1"/>
          </p:cNvSpPr>
          <p:nvPr/>
        </p:nvSpPr>
        <p:spPr>
          <a:xfrm>
            <a:off x="4668299" y="3621152"/>
            <a:ext cx="28398" cy="28398"/>
          </a:xfrm>
          <a:prstGeom prst="ellipse">
            <a:avLst/>
          </a:prstGeom>
          <a:solidFill>
            <a:srgbClr val="2D887E">
              <a:alpha val="30000"/>
            </a:srgbClr>
          </a:solidFill>
          <a:ln w="0">
            <a:noFill/>
            <a:prstDash val="solid"/>
          </a:ln>
        </p:spPr>
      </p:sp>
      <p:sp>
        <p:nvSpPr>
          <p:cNvPr id="691" name="02_predicted_pose_3990">
            <a:extLst>
              <a:ext uri="{FF2B5EF4-FFF2-40B4-BE49-F238E27FC236}">
                <a16:creationId xmlns:a16="http://schemas.microsoft.com/office/drawing/2014/main" id="{8BF2FEEC-6D04-4A5D-ACC2-A07F3B00767B}"/>
              </a:ext>
            </a:extLst>
          </p:cNvPr>
          <p:cNvSpPr>
            <a:spLocks noGrp="1"/>
          </p:cNvSpPr>
          <p:nvPr/>
        </p:nvSpPr>
        <p:spPr>
          <a:xfrm>
            <a:off x="4352364" y="3601729"/>
            <a:ext cx="28398" cy="28398"/>
          </a:xfrm>
          <a:prstGeom prst="ellipse">
            <a:avLst/>
          </a:prstGeom>
          <a:solidFill>
            <a:srgbClr val="2D887E">
              <a:alpha val="30000"/>
            </a:srgbClr>
          </a:solidFill>
          <a:ln w="0">
            <a:noFill/>
            <a:prstDash val="solid"/>
          </a:ln>
        </p:spPr>
      </p:sp>
      <p:sp>
        <p:nvSpPr>
          <p:cNvPr id="692" name="02_predicted_pose_3991">
            <a:extLst>
              <a:ext uri="{FF2B5EF4-FFF2-40B4-BE49-F238E27FC236}">
                <a16:creationId xmlns:a16="http://schemas.microsoft.com/office/drawing/2014/main" id="{173FD1F0-7DF3-4D0D-8266-508E747A7785}"/>
              </a:ext>
            </a:extLst>
          </p:cNvPr>
          <p:cNvSpPr>
            <a:spLocks noGrp="1"/>
          </p:cNvSpPr>
          <p:nvPr/>
        </p:nvSpPr>
        <p:spPr>
          <a:xfrm>
            <a:off x="4379927" y="3559780"/>
            <a:ext cx="28398" cy="28398"/>
          </a:xfrm>
          <a:prstGeom prst="ellipse">
            <a:avLst/>
          </a:prstGeom>
          <a:solidFill>
            <a:srgbClr val="2D887E">
              <a:alpha val="30000"/>
            </a:srgbClr>
          </a:solidFill>
          <a:ln w="0">
            <a:noFill/>
            <a:prstDash val="solid"/>
          </a:ln>
        </p:spPr>
      </p:sp>
      <p:sp>
        <p:nvSpPr>
          <p:cNvPr id="693" name="02_predicted_pose_3992">
            <a:extLst>
              <a:ext uri="{FF2B5EF4-FFF2-40B4-BE49-F238E27FC236}">
                <a16:creationId xmlns:a16="http://schemas.microsoft.com/office/drawing/2014/main" id="{57AA00DE-0465-43D3-A0E3-93A4676B1433}"/>
              </a:ext>
            </a:extLst>
          </p:cNvPr>
          <p:cNvSpPr>
            <a:spLocks noGrp="1"/>
          </p:cNvSpPr>
          <p:nvPr/>
        </p:nvSpPr>
        <p:spPr>
          <a:xfrm>
            <a:off x="4407489" y="3666359"/>
            <a:ext cx="28398" cy="28398"/>
          </a:xfrm>
          <a:prstGeom prst="ellipse">
            <a:avLst/>
          </a:prstGeom>
          <a:solidFill>
            <a:srgbClr val="2D887E">
              <a:alpha val="30000"/>
            </a:srgbClr>
          </a:solidFill>
          <a:ln w="0">
            <a:noFill/>
            <a:prstDash val="solid"/>
          </a:ln>
        </p:spPr>
      </p:sp>
      <p:sp>
        <p:nvSpPr>
          <p:cNvPr id="694" name="02_predicted_pose_3993">
            <a:extLst>
              <a:ext uri="{FF2B5EF4-FFF2-40B4-BE49-F238E27FC236}">
                <a16:creationId xmlns:a16="http://schemas.microsoft.com/office/drawing/2014/main" id="{98DFE57C-B50C-4D3A-A2C4-1097EDD8C30B}"/>
              </a:ext>
            </a:extLst>
          </p:cNvPr>
          <p:cNvSpPr>
            <a:spLocks noGrp="1"/>
          </p:cNvSpPr>
          <p:nvPr/>
        </p:nvSpPr>
        <p:spPr>
          <a:xfrm>
            <a:off x="4435052" y="3603905"/>
            <a:ext cx="28398" cy="28398"/>
          </a:xfrm>
          <a:prstGeom prst="ellipse">
            <a:avLst/>
          </a:prstGeom>
          <a:solidFill>
            <a:srgbClr val="2D887E">
              <a:alpha val="30000"/>
            </a:srgbClr>
          </a:solidFill>
          <a:ln w="0">
            <a:noFill/>
            <a:prstDash val="solid"/>
          </a:ln>
        </p:spPr>
      </p:sp>
      <p:sp>
        <p:nvSpPr>
          <p:cNvPr id="695" name="02_predicted_pose_3994">
            <a:extLst>
              <a:ext uri="{FF2B5EF4-FFF2-40B4-BE49-F238E27FC236}">
                <a16:creationId xmlns:a16="http://schemas.microsoft.com/office/drawing/2014/main" id="{BE6A40DD-4325-4829-8A4B-176ECB51B5C6}"/>
              </a:ext>
            </a:extLst>
          </p:cNvPr>
          <p:cNvSpPr>
            <a:spLocks noGrp="1"/>
          </p:cNvSpPr>
          <p:nvPr/>
        </p:nvSpPr>
        <p:spPr>
          <a:xfrm>
            <a:off x="4338238" y="3613614"/>
            <a:ext cx="28398" cy="28398"/>
          </a:xfrm>
          <a:prstGeom prst="ellipse">
            <a:avLst/>
          </a:prstGeom>
          <a:solidFill>
            <a:srgbClr val="2D887E">
              <a:alpha val="30000"/>
            </a:srgbClr>
          </a:solidFill>
          <a:ln w="0">
            <a:noFill/>
            <a:prstDash val="solid"/>
          </a:ln>
        </p:spPr>
      </p:sp>
      <p:sp>
        <p:nvSpPr>
          <p:cNvPr id="696" name="02_predicted_pose_3995">
            <a:extLst>
              <a:ext uri="{FF2B5EF4-FFF2-40B4-BE49-F238E27FC236}">
                <a16:creationId xmlns:a16="http://schemas.microsoft.com/office/drawing/2014/main" id="{AEBE0CD6-3691-4C3B-B25C-66968169110B}"/>
              </a:ext>
            </a:extLst>
          </p:cNvPr>
          <p:cNvSpPr>
            <a:spLocks noGrp="1"/>
          </p:cNvSpPr>
          <p:nvPr/>
        </p:nvSpPr>
        <p:spPr>
          <a:xfrm>
            <a:off x="4387851" y="3707031"/>
            <a:ext cx="28398" cy="28398"/>
          </a:xfrm>
          <a:prstGeom prst="ellipse">
            <a:avLst/>
          </a:prstGeom>
          <a:solidFill>
            <a:srgbClr val="2D887E">
              <a:alpha val="30000"/>
            </a:srgbClr>
          </a:solidFill>
          <a:ln w="0">
            <a:noFill/>
            <a:prstDash val="solid"/>
          </a:ln>
        </p:spPr>
      </p:sp>
      <p:sp>
        <p:nvSpPr>
          <p:cNvPr id="697" name="02_predicted_pose_3996">
            <a:extLst>
              <a:ext uri="{FF2B5EF4-FFF2-40B4-BE49-F238E27FC236}">
                <a16:creationId xmlns:a16="http://schemas.microsoft.com/office/drawing/2014/main" id="{3790B3A6-89E9-417F-82CC-DEC267BBBA6C}"/>
              </a:ext>
            </a:extLst>
          </p:cNvPr>
          <p:cNvSpPr>
            <a:spLocks noGrp="1"/>
          </p:cNvSpPr>
          <p:nvPr/>
        </p:nvSpPr>
        <p:spPr>
          <a:xfrm>
            <a:off x="4529798" y="3829181"/>
            <a:ext cx="28398" cy="28398"/>
          </a:xfrm>
          <a:prstGeom prst="ellipse">
            <a:avLst/>
          </a:prstGeom>
          <a:solidFill>
            <a:srgbClr val="2D887E">
              <a:alpha val="30000"/>
            </a:srgbClr>
          </a:solidFill>
          <a:ln w="0">
            <a:noFill/>
            <a:prstDash val="solid"/>
          </a:ln>
        </p:spPr>
      </p:sp>
      <p:sp>
        <p:nvSpPr>
          <p:cNvPr id="698" name="02_predicted_pose_3997">
            <a:extLst>
              <a:ext uri="{FF2B5EF4-FFF2-40B4-BE49-F238E27FC236}">
                <a16:creationId xmlns:a16="http://schemas.microsoft.com/office/drawing/2014/main" id="{3B29EBCC-E820-40C3-B978-985275DC43E8}"/>
              </a:ext>
            </a:extLst>
          </p:cNvPr>
          <p:cNvSpPr>
            <a:spLocks noGrp="1"/>
          </p:cNvSpPr>
          <p:nvPr/>
        </p:nvSpPr>
        <p:spPr>
          <a:xfrm>
            <a:off x="4557360" y="3802058"/>
            <a:ext cx="28398" cy="28398"/>
          </a:xfrm>
          <a:prstGeom prst="ellipse">
            <a:avLst/>
          </a:prstGeom>
          <a:solidFill>
            <a:srgbClr val="2D887E">
              <a:alpha val="30000"/>
            </a:srgbClr>
          </a:solidFill>
          <a:ln w="0">
            <a:noFill/>
            <a:prstDash val="solid"/>
          </a:ln>
        </p:spPr>
      </p:sp>
      <p:sp>
        <p:nvSpPr>
          <p:cNvPr id="699" name="02_predicted_pose_3998">
            <a:extLst>
              <a:ext uri="{FF2B5EF4-FFF2-40B4-BE49-F238E27FC236}">
                <a16:creationId xmlns:a16="http://schemas.microsoft.com/office/drawing/2014/main" id="{2BB0C227-B076-49A3-B97D-DCDD1557587B}"/>
              </a:ext>
            </a:extLst>
          </p:cNvPr>
          <p:cNvSpPr>
            <a:spLocks noGrp="1"/>
          </p:cNvSpPr>
          <p:nvPr/>
        </p:nvSpPr>
        <p:spPr>
          <a:xfrm>
            <a:off x="4598704" y="3770957"/>
            <a:ext cx="28398" cy="28398"/>
          </a:xfrm>
          <a:prstGeom prst="ellipse">
            <a:avLst/>
          </a:prstGeom>
          <a:solidFill>
            <a:srgbClr val="2D887E">
              <a:alpha val="30000"/>
            </a:srgbClr>
          </a:solidFill>
          <a:ln w="0">
            <a:noFill/>
            <a:prstDash val="solid"/>
          </a:ln>
        </p:spPr>
      </p:sp>
      <p:sp>
        <p:nvSpPr>
          <p:cNvPr id="700" name="02_predicted_pose_3999">
            <a:extLst>
              <a:ext uri="{FF2B5EF4-FFF2-40B4-BE49-F238E27FC236}">
                <a16:creationId xmlns:a16="http://schemas.microsoft.com/office/drawing/2014/main" id="{E8FDBE43-0A68-4B8F-A284-9422A72A2E7E}"/>
              </a:ext>
            </a:extLst>
          </p:cNvPr>
          <p:cNvSpPr>
            <a:spLocks noGrp="1"/>
          </p:cNvSpPr>
          <p:nvPr/>
        </p:nvSpPr>
        <p:spPr>
          <a:xfrm>
            <a:off x="4626266" y="3761883"/>
            <a:ext cx="28398" cy="28398"/>
          </a:xfrm>
          <a:prstGeom prst="ellipse">
            <a:avLst/>
          </a:prstGeom>
          <a:solidFill>
            <a:srgbClr val="2D887E">
              <a:alpha val="30000"/>
            </a:srgbClr>
          </a:solidFill>
          <a:ln w="0">
            <a:noFill/>
            <a:prstDash val="solid"/>
          </a:ln>
        </p:spPr>
      </p:sp>
      <p:sp>
        <p:nvSpPr>
          <p:cNvPr id="701" name="02_predicted_pose_4000">
            <a:extLst>
              <a:ext uri="{FF2B5EF4-FFF2-40B4-BE49-F238E27FC236}">
                <a16:creationId xmlns:a16="http://schemas.microsoft.com/office/drawing/2014/main" id="{9A54A5B0-45F1-4C96-BC94-27F3AE95BE1E}"/>
              </a:ext>
            </a:extLst>
          </p:cNvPr>
          <p:cNvSpPr>
            <a:spLocks noGrp="1"/>
          </p:cNvSpPr>
          <p:nvPr/>
        </p:nvSpPr>
        <p:spPr>
          <a:xfrm>
            <a:off x="4653829" y="3806658"/>
            <a:ext cx="28398" cy="28398"/>
          </a:xfrm>
          <a:prstGeom prst="ellipse">
            <a:avLst/>
          </a:prstGeom>
          <a:solidFill>
            <a:srgbClr val="2D887E">
              <a:alpha val="30000"/>
            </a:srgbClr>
          </a:solidFill>
          <a:ln w="0">
            <a:noFill/>
            <a:prstDash val="solid"/>
          </a:ln>
        </p:spPr>
      </p:sp>
      <p:sp>
        <p:nvSpPr>
          <p:cNvPr id="702" name="02_predicted_pose_4001">
            <a:extLst>
              <a:ext uri="{FF2B5EF4-FFF2-40B4-BE49-F238E27FC236}">
                <a16:creationId xmlns:a16="http://schemas.microsoft.com/office/drawing/2014/main" id="{A4995733-C539-4BF7-9DB5-CDCDE1BF9C52}"/>
              </a:ext>
            </a:extLst>
          </p:cNvPr>
          <p:cNvSpPr>
            <a:spLocks noGrp="1"/>
          </p:cNvSpPr>
          <p:nvPr/>
        </p:nvSpPr>
        <p:spPr>
          <a:xfrm>
            <a:off x="4636258" y="3787417"/>
            <a:ext cx="28398" cy="28398"/>
          </a:xfrm>
          <a:prstGeom prst="ellipse">
            <a:avLst/>
          </a:prstGeom>
          <a:solidFill>
            <a:srgbClr val="2D887E">
              <a:alpha val="30000"/>
            </a:srgbClr>
          </a:solidFill>
          <a:ln w="0">
            <a:noFill/>
            <a:prstDash val="solid"/>
          </a:ln>
        </p:spPr>
      </p:sp>
      <p:sp>
        <p:nvSpPr>
          <p:cNvPr id="703" name="02_predicted_pose_4002">
            <a:extLst>
              <a:ext uri="{FF2B5EF4-FFF2-40B4-BE49-F238E27FC236}">
                <a16:creationId xmlns:a16="http://schemas.microsoft.com/office/drawing/2014/main" id="{D5692BCD-F853-45AD-AE6F-CC8C636CBD42}"/>
              </a:ext>
            </a:extLst>
          </p:cNvPr>
          <p:cNvSpPr>
            <a:spLocks noGrp="1"/>
          </p:cNvSpPr>
          <p:nvPr/>
        </p:nvSpPr>
        <p:spPr>
          <a:xfrm>
            <a:off x="4385784" y="3824125"/>
            <a:ext cx="28398" cy="28398"/>
          </a:xfrm>
          <a:prstGeom prst="ellipse">
            <a:avLst/>
          </a:prstGeom>
          <a:solidFill>
            <a:srgbClr val="2D887E">
              <a:alpha val="30000"/>
            </a:srgbClr>
          </a:solidFill>
          <a:ln w="0">
            <a:noFill/>
            <a:prstDash val="solid"/>
          </a:ln>
        </p:spPr>
      </p:sp>
      <p:sp>
        <p:nvSpPr>
          <p:cNvPr id="704" name="02_predicted_pose_4003">
            <a:extLst>
              <a:ext uri="{FF2B5EF4-FFF2-40B4-BE49-F238E27FC236}">
                <a16:creationId xmlns:a16="http://schemas.microsoft.com/office/drawing/2014/main" id="{4720423A-948E-434C-9005-4786784669A0}"/>
              </a:ext>
            </a:extLst>
          </p:cNvPr>
          <p:cNvSpPr>
            <a:spLocks noGrp="1"/>
          </p:cNvSpPr>
          <p:nvPr/>
        </p:nvSpPr>
        <p:spPr>
          <a:xfrm>
            <a:off x="4664854" y="3826544"/>
            <a:ext cx="28398" cy="28398"/>
          </a:xfrm>
          <a:prstGeom prst="ellipse">
            <a:avLst/>
          </a:prstGeom>
          <a:solidFill>
            <a:srgbClr val="2D887E">
              <a:alpha val="30000"/>
            </a:srgbClr>
          </a:solidFill>
          <a:ln w="0">
            <a:noFill/>
            <a:prstDash val="solid"/>
          </a:ln>
        </p:spPr>
      </p:sp>
      <p:sp>
        <p:nvSpPr>
          <p:cNvPr id="705" name="02_predicted_pose_4004">
            <a:extLst>
              <a:ext uri="{FF2B5EF4-FFF2-40B4-BE49-F238E27FC236}">
                <a16:creationId xmlns:a16="http://schemas.microsoft.com/office/drawing/2014/main" id="{1704EB60-736B-4BE9-94B1-7EA327B91F89}"/>
              </a:ext>
            </a:extLst>
          </p:cNvPr>
          <p:cNvSpPr>
            <a:spLocks noGrp="1"/>
          </p:cNvSpPr>
          <p:nvPr/>
        </p:nvSpPr>
        <p:spPr>
          <a:xfrm>
            <a:off x="4507403" y="3780706"/>
            <a:ext cx="28398" cy="28398"/>
          </a:xfrm>
          <a:prstGeom prst="ellipse">
            <a:avLst/>
          </a:prstGeom>
          <a:solidFill>
            <a:srgbClr val="2D887E">
              <a:alpha val="30000"/>
            </a:srgbClr>
          </a:solidFill>
          <a:ln w="0">
            <a:noFill/>
            <a:prstDash val="solid"/>
          </a:ln>
        </p:spPr>
      </p:sp>
      <p:sp>
        <p:nvSpPr>
          <p:cNvPr id="706" name="02_predicted_pose_4005">
            <a:extLst>
              <a:ext uri="{FF2B5EF4-FFF2-40B4-BE49-F238E27FC236}">
                <a16:creationId xmlns:a16="http://schemas.microsoft.com/office/drawing/2014/main" id="{82B68A35-9B0F-481F-947A-6A98664F728A}"/>
              </a:ext>
            </a:extLst>
          </p:cNvPr>
          <p:cNvSpPr>
            <a:spLocks noGrp="1"/>
          </p:cNvSpPr>
          <p:nvPr/>
        </p:nvSpPr>
        <p:spPr>
          <a:xfrm>
            <a:off x="4600426" y="3835409"/>
            <a:ext cx="28398" cy="28398"/>
          </a:xfrm>
          <a:prstGeom prst="ellipse">
            <a:avLst/>
          </a:prstGeom>
          <a:solidFill>
            <a:srgbClr val="2D887E">
              <a:alpha val="30000"/>
            </a:srgbClr>
          </a:solidFill>
          <a:ln w="0">
            <a:noFill/>
            <a:prstDash val="solid"/>
          </a:ln>
        </p:spPr>
      </p:sp>
      <p:sp>
        <p:nvSpPr>
          <p:cNvPr id="707" name="02_predicted_pose_4006">
            <a:extLst>
              <a:ext uri="{FF2B5EF4-FFF2-40B4-BE49-F238E27FC236}">
                <a16:creationId xmlns:a16="http://schemas.microsoft.com/office/drawing/2014/main" id="{B4CD9CD0-C6C5-4FE4-8F43-4FE40A605DE3}"/>
              </a:ext>
            </a:extLst>
          </p:cNvPr>
          <p:cNvSpPr>
            <a:spLocks noGrp="1"/>
          </p:cNvSpPr>
          <p:nvPr/>
        </p:nvSpPr>
        <p:spPr>
          <a:xfrm>
            <a:off x="4345474" y="3603947"/>
            <a:ext cx="28398" cy="28398"/>
          </a:xfrm>
          <a:prstGeom prst="ellipse">
            <a:avLst/>
          </a:prstGeom>
          <a:solidFill>
            <a:srgbClr val="2D887E">
              <a:alpha val="30000"/>
            </a:srgbClr>
          </a:solidFill>
          <a:ln w="0">
            <a:noFill/>
            <a:prstDash val="solid"/>
          </a:ln>
        </p:spPr>
      </p:sp>
      <p:sp>
        <p:nvSpPr>
          <p:cNvPr id="708" name="02_predicted_pose_4007">
            <a:extLst>
              <a:ext uri="{FF2B5EF4-FFF2-40B4-BE49-F238E27FC236}">
                <a16:creationId xmlns:a16="http://schemas.microsoft.com/office/drawing/2014/main" id="{0215A614-856C-4E67-8A53-CF82715C09BF}"/>
              </a:ext>
            </a:extLst>
          </p:cNvPr>
          <p:cNvSpPr>
            <a:spLocks noGrp="1"/>
          </p:cNvSpPr>
          <p:nvPr/>
        </p:nvSpPr>
        <p:spPr>
          <a:xfrm>
            <a:off x="4359255" y="3622416"/>
            <a:ext cx="28398" cy="28398"/>
          </a:xfrm>
          <a:prstGeom prst="ellipse">
            <a:avLst/>
          </a:prstGeom>
          <a:solidFill>
            <a:srgbClr val="2D887E">
              <a:alpha val="30000"/>
            </a:srgbClr>
          </a:solidFill>
          <a:ln w="0">
            <a:noFill/>
            <a:prstDash val="solid"/>
          </a:ln>
        </p:spPr>
      </p:sp>
      <p:sp>
        <p:nvSpPr>
          <p:cNvPr id="709" name="02_predicted_pose_4008">
            <a:extLst>
              <a:ext uri="{FF2B5EF4-FFF2-40B4-BE49-F238E27FC236}">
                <a16:creationId xmlns:a16="http://schemas.microsoft.com/office/drawing/2014/main" id="{C059651D-E0AE-4E7B-96A8-3F8C528CF362}"/>
              </a:ext>
            </a:extLst>
          </p:cNvPr>
          <p:cNvSpPr>
            <a:spLocks noGrp="1"/>
          </p:cNvSpPr>
          <p:nvPr/>
        </p:nvSpPr>
        <p:spPr>
          <a:xfrm>
            <a:off x="4373036" y="3496159"/>
            <a:ext cx="28398" cy="28398"/>
          </a:xfrm>
          <a:prstGeom prst="ellipse">
            <a:avLst/>
          </a:prstGeom>
          <a:solidFill>
            <a:srgbClr val="2D887E">
              <a:alpha val="30000"/>
            </a:srgbClr>
          </a:solidFill>
          <a:ln w="0">
            <a:noFill/>
            <a:prstDash val="solid"/>
          </a:ln>
        </p:spPr>
      </p:sp>
      <p:sp>
        <p:nvSpPr>
          <p:cNvPr id="710" name="02_predicted_pose_4009">
            <a:extLst>
              <a:ext uri="{FF2B5EF4-FFF2-40B4-BE49-F238E27FC236}">
                <a16:creationId xmlns:a16="http://schemas.microsoft.com/office/drawing/2014/main" id="{EB6F529C-6E42-4081-A0E0-2DBEB1877A5C}"/>
              </a:ext>
            </a:extLst>
          </p:cNvPr>
          <p:cNvSpPr>
            <a:spLocks noGrp="1"/>
          </p:cNvSpPr>
          <p:nvPr/>
        </p:nvSpPr>
        <p:spPr>
          <a:xfrm>
            <a:off x="4386817" y="3502222"/>
            <a:ext cx="28398" cy="28398"/>
          </a:xfrm>
          <a:prstGeom prst="ellipse">
            <a:avLst/>
          </a:prstGeom>
          <a:solidFill>
            <a:srgbClr val="2D887E">
              <a:alpha val="30000"/>
            </a:srgbClr>
          </a:solidFill>
          <a:ln w="0">
            <a:noFill/>
            <a:prstDash val="solid"/>
          </a:ln>
        </p:spPr>
      </p:sp>
      <p:sp>
        <p:nvSpPr>
          <p:cNvPr id="711" name="02_predicted_pose_4010">
            <a:extLst>
              <a:ext uri="{FF2B5EF4-FFF2-40B4-BE49-F238E27FC236}">
                <a16:creationId xmlns:a16="http://schemas.microsoft.com/office/drawing/2014/main" id="{C5A44192-0EBF-4F94-AA81-B2041F195768}"/>
              </a:ext>
            </a:extLst>
          </p:cNvPr>
          <p:cNvSpPr>
            <a:spLocks noGrp="1"/>
          </p:cNvSpPr>
          <p:nvPr/>
        </p:nvSpPr>
        <p:spPr>
          <a:xfrm>
            <a:off x="4342373" y="3645627"/>
            <a:ext cx="28398" cy="28398"/>
          </a:xfrm>
          <a:prstGeom prst="ellipse">
            <a:avLst/>
          </a:prstGeom>
          <a:solidFill>
            <a:srgbClr val="2D887E">
              <a:alpha val="30000"/>
            </a:srgbClr>
          </a:solidFill>
          <a:ln w="0">
            <a:noFill/>
            <a:prstDash val="solid"/>
          </a:ln>
        </p:spPr>
      </p:sp>
      <p:sp>
        <p:nvSpPr>
          <p:cNvPr id="712" name="02_predicted_pose_4011">
            <a:extLst>
              <a:ext uri="{FF2B5EF4-FFF2-40B4-BE49-F238E27FC236}">
                <a16:creationId xmlns:a16="http://schemas.microsoft.com/office/drawing/2014/main" id="{8B2A6330-6442-445C-9D17-7B47D11B7075}"/>
              </a:ext>
            </a:extLst>
          </p:cNvPr>
          <p:cNvSpPr>
            <a:spLocks noGrp="1"/>
          </p:cNvSpPr>
          <p:nvPr/>
        </p:nvSpPr>
        <p:spPr>
          <a:xfrm>
            <a:off x="4369935" y="3565624"/>
            <a:ext cx="28398" cy="28398"/>
          </a:xfrm>
          <a:prstGeom prst="ellipse">
            <a:avLst/>
          </a:prstGeom>
          <a:solidFill>
            <a:srgbClr val="2D887E">
              <a:alpha val="30000"/>
            </a:srgbClr>
          </a:solidFill>
          <a:ln w="0">
            <a:noFill/>
            <a:prstDash val="solid"/>
          </a:ln>
        </p:spPr>
      </p:sp>
      <p:sp>
        <p:nvSpPr>
          <p:cNvPr id="713" name="02_predicted_pose_4012">
            <a:extLst>
              <a:ext uri="{FF2B5EF4-FFF2-40B4-BE49-F238E27FC236}">
                <a16:creationId xmlns:a16="http://schemas.microsoft.com/office/drawing/2014/main" id="{868D879C-954B-4130-B4B5-950A34E575D3}"/>
              </a:ext>
            </a:extLst>
          </p:cNvPr>
          <p:cNvSpPr>
            <a:spLocks noGrp="1"/>
          </p:cNvSpPr>
          <p:nvPr/>
        </p:nvSpPr>
        <p:spPr>
          <a:xfrm>
            <a:off x="4454345" y="3707469"/>
            <a:ext cx="28398" cy="28398"/>
          </a:xfrm>
          <a:prstGeom prst="ellipse">
            <a:avLst/>
          </a:prstGeom>
          <a:solidFill>
            <a:srgbClr val="2D887E">
              <a:alpha val="30000"/>
            </a:srgbClr>
          </a:solidFill>
          <a:ln w="0">
            <a:noFill/>
            <a:prstDash val="solid"/>
          </a:ln>
        </p:spPr>
      </p:sp>
      <p:sp>
        <p:nvSpPr>
          <p:cNvPr id="714" name="02_predicted_pose_4013">
            <a:extLst>
              <a:ext uri="{FF2B5EF4-FFF2-40B4-BE49-F238E27FC236}">
                <a16:creationId xmlns:a16="http://schemas.microsoft.com/office/drawing/2014/main" id="{02A71767-5BC1-4DF2-A33D-11386763078F}"/>
              </a:ext>
            </a:extLst>
          </p:cNvPr>
          <p:cNvSpPr>
            <a:spLocks noGrp="1"/>
          </p:cNvSpPr>
          <p:nvPr/>
        </p:nvSpPr>
        <p:spPr>
          <a:xfrm>
            <a:off x="4402321" y="3692535"/>
            <a:ext cx="28398" cy="28398"/>
          </a:xfrm>
          <a:prstGeom prst="ellipse">
            <a:avLst/>
          </a:prstGeom>
          <a:solidFill>
            <a:srgbClr val="2D887E">
              <a:alpha val="30000"/>
            </a:srgbClr>
          </a:solidFill>
          <a:ln w="0">
            <a:noFill/>
            <a:prstDash val="solid"/>
          </a:ln>
        </p:spPr>
      </p:sp>
      <p:sp>
        <p:nvSpPr>
          <p:cNvPr id="715" name="02_predicted_pose_4014">
            <a:extLst>
              <a:ext uri="{FF2B5EF4-FFF2-40B4-BE49-F238E27FC236}">
                <a16:creationId xmlns:a16="http://schemas.microsoft.com/office/drawing/2014/main" id="{C9E28D60-D06D-4320-A6F5-2BFFFC973339}"/>
              </a:ext>
            </a:extLst>
          </p:cNvPr>
          <p:cNvSpPr>
            <a:spLocks noGrp="1"/>
          </p:cNvSpPr>
          <p:nvPr/>
        </p:nvSpPr>
        <p:spPr>
          <a:xfrm>
            <a:off x="4416102" y="3661812"/>
            <a:ext cx="28398" cy="28398"/>
          </a:xfrm>
          <a:prstGeom prst="ellipse">
            <a:avLst/>
          </a:prstGeom>
          <a:solidFill>
            <a:srgbClr val="2D887E">
              <a:alpha val="30000"/>
            </a:srgbClr>
          </a:solidFill>
          <a:ln w="0">
            <a:noFill/>
            <a:prstDash val="solid"/>
          </a:ln>
        </p:spPr>
      </p:sp>
      <p:sp>
        <p:nvSpPr>
          <p:cNvPr id="716" name="02_predicted_pose_4015">
            <a:extLst>
              <a:ext uri="{FF2B5EF4-FFF2-40B4-BE49-F238E27FC236}">
                <a16:creationId xmlns:a16="http://schemas.microsoft.com/office/drawing/2014/main" id="{C7512BA5-B6C7-4D32-82A4-F1C8BAD9138B}"/>
              </a:ext>
            </a:extLst>
          </p:cNvPr>
          <p:cNvSpPr>
            <a:spLocks noGrp="1"/>
          </p:cNvSpPr>
          <p:nvPr/>
        </p:nvSpPr>
        <p:spPr>
          <a:xfrm>
            <a:off x="4429884" y="3613948"/>
            <a:ext cx="28398" cy="28398"/>
          </a:xfrm>
          <a:prstGeom prst="ellipse">
            <a:avLst/>
          </a:prstGeom>
          <a:solidFill>
            <a:srgbClr val="2D887E">
              <a:alpha val="30000"/>
            </a:srgbClr>
          </a:solidFill>
          <a:ln w="0">
            <a:noFill/>
            <a:prstDash val="solid"/>
          </a:ln>
        </p:spPr>
      </p:sp>
      <p:sp>
        <p:nvSpPr>
          <p:cNvPr id="717" name="02_predicted_pose_4016">
            <a:extLst>
              <a:ext uri="{FF2B5EF4-FFF2-40B4-BE49-F238E27FC236}">
                <a16:creationId xmlns:a16="http://schemas.microsoft.com/office/drawing/2014/main" id="{EBED379B-DEEE-4862-9FAF-8B3BCEFF6714}"/>
              </a:ext>
            </a:extLst>
          </p:cNvPr>
          <p:cNvSpPr>
            <a:spLocks noGrp="1"/>
          </p:cNvSpPr>
          <p:nvPr/>
        </p:nvSpPr>
        <p:spPr>
          <a:xfrm>
            <a:off x="4381305" y="3237676"/>
            <a:ext cx="28398" cy="28398"/>
          </a:xfrm>
          <a:prstGeom prst="ellipse">
            <a:avLst/>
          </a:prstGeom>
          <a:solidFill>
            <a:srgbClr val="2D887E">
              <a:alpha val="30000"/>
            </a:srgbClr>
          </a:solidFill>
          <a:ln w="0">
            <a:noFill/>
            <a:prstDash val="solid"/>
          </a:ln>
        </p:spPr>
      </p:sp>
      <p:sp>
        <p:nvSpPr>
          <p:cNvPr id="718" name="02_predicted_pose_4017">
            <a:extLst>
              <a:ext uri="{FF2B5EF4-FFF2-40B4-BE49-F238E27FC236}">
                <a16:creationId xmlns:a16="http://schemas.microsoft.com/office/drawing/2014/main" id="{A8EB429C-F59E-44B7-9A17-B131E28AF2E5}"/>
              </a:ext>
            </a:extLst>
          </p:cNvPr>
          <p:cNvSpPr>
            <a:spLocks noGrp="1"/>
          </p:cNvSpPr>
          <p:nvPr/>
        </p:nvSpPr>
        <p:spPr>
          <a:xfrm>
            <a:off x="4395086" y="3288533"/>
            <a:ext cx="28398" cy="28398"/>
          </a:xfrm>
          <a:prstGeom prst="ellipse">
            <a:avLst/>
          </a:prstGeom>
          <a:solidFill>
            <a:srgbClr val="2D887E">
              <a:alpha val="30000"/>
            </a:srgbClr>
          </a:solidFill>
          <a:ln w="0">
            <a:noFill/>
            <a:prstDash val="solid"/>
          </a:ln>
        </p:spPr>
      </p:sp>
      <p:sp>
        <p:nvSpPr>
          <p:cNvPr id="719" name="02_predicted_pose_4018">
            <a:extLst>
              <a:ext uri="{FF2B5EF4-FFF2-40B4-BE49-F238E27FC236}">
                <a16:creationId xmlns:a16="http://schemas.microsoft.com/office/drawing/2014/main" id="{C33A6BB7-DE98-481C-B317-6F1A74738EF8}"/>
              </a:ext>
            </a:extLst>
          </p:cNvPr>
          <p:cNvSpPr>
            <a:spLocks noGrp="1"/>
          </p:cNvSpPr>
          <p:nvPr/>
        </p:nvSpPr>
        <p:spPr>
          <a:xfrm>
            <a:off x="4408867" y="3199735"/>
            <a:ext cx="28398" cy="28398"/>
          </a:xfrm>
          <a:prstGeom prst="ellipse">
            <a:avLst/>
          </a:prstGeom>
          <a:solidFill>
            <a:srgbClr val="2D887E">
              <a:alpha val="30000"/>
            </a:srgbClr>
          </a:solidFill>
          <a:ln w="0">
            <a:noFill/>
            <a:prstDash val="solid"/>
          </a:ln>
        </p:spPr>
      </p:sp>
      <p:sp>
        <p:nvSpPr>
          <p:cNvPr id="720" name="02_predicted_pose_4019">
            <a:extLst>
              <a:ext uri="{FF2B5EF4-FFF2-40B4-BE49-F238E27FC236}">
                <a16:creationId xmlns:a16="http://schemas.microsoft.com/office/drawing/2014/main" id="{76067620-1EB4-44A6-89A2-178E9FAFAD5D}"/>
              </a:ext>
            </a:extLst>
          </p:cNvPr>
          <p:cNvSpPr>
            <a:spLocks noGrp="1"/>
          </p:cNvSpPr>
          <p:nvPr/>
        </p:nvSpPr>
        <p:spPr>
          <a:xfrm>
            <a:off x="4428161" y="3028345"/>
            <a:ext cx="28398" cy="28398"/>
          </a:xfrm>
          <a:prstGeom prst="ellipse">
            <a:avLst/>
          </a:prstGeom>
          <a:solidFill>
            <a:srgbClr val="2D887E">
              <a:alpha val="30000"/>
            </a:srgbClr>
          </a:solidFill>
          <a:ln w="0">
            <a:noFill/>
            <a:prstDash val="solid"/>
          </a:ln>
        </p:spPr>
      </p:sp>
      <p:sp>
        <p:nvSpPr>
          <p:cNvPr id="721" name="02_predicted_pose_4020">
            <a:extLst>
              <a:ext uri="{FF2B5EF4-FFF2-40B4-BE49-F238E27FC236}">
                <a16:creationId xmlns:a16="http://schemas.microsoft.com/office/drawing/2014/main" id="{819096EB-12EF-4648-B059-E1E8DB6B8057}"/>
              </a:ext>
            </a:extLst>
          </p:cNvPr>
          <p:cNvSpPr>
            <a:spLocks noGrp="1"/>
          </p:cNvSpPr>
          <p:nvPr/>
        </p:nvSpPr>
        <p:spPr>
          <a:xfrm>
            <a:off x="4469505" y="3136017"/>
            <a:ext cx="28398" cy="28398"/>
          </a:xfrm>
          <a:prstGeom prst="ellipse">
            <a:avLst/>
          </a:prstGeom>
          <a:solidFill>
            <a:srgbClr val="2D887E">
              <a:alpha val="30000"/>
            </a:srgbClr>
          </a:solidFill>
          <a:ln w="0">
            <a:noFill/>
            <a:prstDash val="solid"/>
          </a:ln>
        </p:spPr>
      </p:sp>
      <p:sp>
        <p:nvSpPr>
          <p:cNvPr id="722" name="02_predicted_pose_4021">
            <a:extLst>
              <a:ext uri="{FF2B5EF4-FFF2-40B4-BE49-F238E27FC236}">
                <a16:creationId xmlns:a16="http://schemas.microsoft.com/office/drawing/2014/main" id="{48C2B224-AE26-4B8D-A217-60EB293AFC7B}"/>
              </a:ext>
            </a:extLst>
          </p:cNvPr>
          <p:cNvSpPr>
            <a:spLocks noGrp="1"/>
          </p:cNvSpPr>
          <p:nvPr/>
        </p:nvSpPr>
        <p:spPr>
          <a:xfrm>
            <a:off x="4441598" y="3042166"/>
            <a:ext cx="28398" cy="28398"/>
          </a:xfrm>
          <a:prstGeom prst="ellipse">
            <a:avLst/>
          </a:prstGeom>
          <a:solidFill>
            <a:srgbClr val="2D887E">
              <a:alpha val="30000"/>
            </a:srgbClr>
          </a:solidFill>
          <a:ln w="0">
            <a:noFill/>
            <a:prstDash val="solid"/>
          </a:ln>
        </p:spPr>
      </p:sp>
      <p:sp>
        <p:nvSpPr>
          <p:cNvPr id="723" name="02_predicted_pose_4022">
            <a:extLst>
              <a:ext uri="{FF2B5EF4-FFF2-40B4-BE49-F238E27FC236}">
                <a16:creationId xmlns:a16="http://schemas.microsoft.com/office/drawing/2014/main" id="{1186E5D9-6881-415F-8BCB-FCFE0645183D}"/>
              </a:ext>
            </a:extLst>
          </p:cNvPr>
          <p:cNvSpPr>
            <a:spLocks noGrp="1"/>
          </p:cNvSpPr>
          <p:nvPr/>
        </p:nvSpPr>
        <p:spPr>
          <a:xfrm>
            <a:off x="4534621" y="3020719"/>
            <a:ext cx="28398" cy="28398"/>
          </a:xfrm>
          <a:prstGeom prst="ellipse">
            <a:avLst/>
          </a:prstGeom>
          <a:solidFill>
            <a:srgbClr val="2D887E">
              <a:alpha val="30000"/>
            </a:srgbClr>
          </a:solidFill>
          <a:ln w="0">
            <a:noFill/>
            <a:prstDash val="solid"/>
          </a:ln>
        </p:spPr>
      </p:sp>
      <p:sp>
        <p:nvSpPr>
          <p:cNvPr id="724" name="02_predicted_pose_4023">
            <a:extLst>
              <a:ext uri="{FF2B5EF4-FFF2-40B4-BE49-F238E27FC236}">
                <a16:creationId xmlns:a16="http://schemas.microsoft.com/office/drawing/2014/main" id="{29992391-E38B-4B8D-A5D2-FC4BE8671C96}"/>
              </a:ext>
            </a:extLst>
          </p:cNvPr>
          <p:cNvSpPr>
            <a:spLocks noGrp="1"/>
          </p:cNvSpPr>
          <p:nvPr/>
        </p:nvSpPr>
        <p:spPr>
          <a:xfrm>
            <a:off x="4656240" y="3054632"/>
            <a:ext cx="28398" cy="28398"/>
          </a:xfrm>
          <a:prstGeom prst="ellipse">
            <a:avLst/>
          </a:prstGeom>
          <a:solidFill>
            <a:srgbClr val="2D887E">
              <a:alpha val="30000"/>
            </a:srgbClr>
          </a:solidFill>
          <a:ln w="0">
            <a:noFill/>
            <a:prstDash val="solid"/>
          </a:ln>
        </p:spPr>
      </p:sp>
      <p:sp>
        <p:nvSpPr>
          <p:cNvPr id="725" name="02_predicted_pose_4024">
            <a:extLst>
              <a:ext uri="{FF2B5EF4-FFF2-40B4-BE49-F238E27FC236}">
                <a16:creationId xmlns:a16="http://schemas.microsoft.com/office/drawing/2014/main" id="{3FEEFBCB-1F1D-4A53-8997-B79FEB21439B}"/>
              </a:ext>
            </a:extLst>
          </p:cNvPr>
          <p:cNvSpPr>
            <a:spLocks noGrp="1"/>
          </p:cNvSpPr>
          <p:nvPr/>
        </p:nvSpPr>
        <p:spPr>
          <a:xfrm>
            <a:off x="4405767" y="3016774"/>
            <a:ext cx="28398" cy="28398"/>
          </a:xfrm>
          <a:prstGeom prst="ellipse">
            <a:avLst/>
          </a:prstGeom>
          <a:solidFill>
            <a:srgbClr val="2D887E">
              <a:alpha val="30000"/>
            </a:srgbClr>
          </a:solidFill>
          <a:ln w="0">
            <a:noFill/>
            <a:prstDash val="solid"/>
          </a:ln>
        </p:spPr>
      </p:sp>
      <p:sp>
        <p:nvSpPr>
          <p:cNvPr id="726" name="02_predicted_pose_4025">
            <a:extLst>
              <a:ext uri="{FF2B5EF4-FFF2-40B4-BE49-F238E27FC236}">
                <a16:creationId xmlns:a16="http://schemas.microsoft.com/office/drawing/2014/main" id="{13F82482-1C5E-487D-BFEF-28F021DFDAE2}"/>
              </a:ext>
            </a:extLst>
          </p:cNvPr>
          <p:cNvSpPr>
            <a:spLocks noGrp="1"/>
          </p:cNvSpPr>
          <p:nvPr/>
        </p:nvSpPr>
        <p:spPr>
          <a:xfrm>
            <a:off x="4552881" y="3471287"/>
            <a:ext cx="28398" cy="28398"/>
          </a:xfrm>
          <a:prstGeom prst="ellipse">
            <a:avLst/>
          </a:prstGeom>
          <a:solidFill>
            <a:srgbClr val="2D887E">
              <a:alpha val="30000"/>
            </a:srgbClr>
          </a:solidFill>
          <a:ln w="0">
            <a:noFill/>
            <a:prstDash val="solid"/>
          </a:ln>
        </p:spPr>
      </p:sp>
      <p:sp>
        <p:nvSpPr>
          <p:cNvPr id="727" name="02_predicted_pose_4026">
            <a:extLst>
              <a:ext uri="{FF2B5EF4-FFF2-40B4-BE49-F238E27FC236}">
                <a16:creationId xmlns:a16="http://schemas.microsoft.com/office/drawing/2014/main" id="{80102DC7-0E25-4AD6-9A41-4A6220C2A178}"/>
              </a:ext>
            </a:extLst>
          </p:cNvPr>
          <p:cNvSpPr>
            <a:spLocks noGrp="1"/>
          </p:cNvSpPr>
          <p:nvPr/>
        </p:nvSpPr>
        <p:spPr>
          <a:xfrm>
            <a:off x="4566662" y="3685034"/>
            <a:ext cx="28398" cy="28398"/>
          </a:xfrm>
          <a:prstGeom prst="ellipse">
            <a:avLst/>
          </a:prstGeom>
          <a:solidFill>
            <a:srgbClr val="2D887E">
              <a:alpha val="30000"/>
            </a:srgbClr>
          </a:solidFill>
          <a:ln w="0">
            <a:noFill/>
            <a:prstDash val="solid"/>
          </a:ln>
        </p:spPr>
      </p:sp>
      <p:sp>
        <p:nvSpPr>
          <p:cNvPr id="728" name="02_predicted_pose_4027">
            <a:extLst>
              <a:ext uri="{FF2B5EF4-FFF2-40B4-BE49-F238E27FC236}">
                <a16:creationId xmlns:a16="http://schemas.microsoft.com/office/drawing/2014/main" id="{43055FBF-C6E4-4E27-8F76-A1EC7E6CF6AC}"/>
              </a:ext>
            </a:extLst>
          </p:cNvPr>
          <p:cNvSpPr>
            <a:spLocks noGrp="1"/>
          </p:cNvSpPr>
          <p:nvPr/>
        </p:nvSpPr>
        <p:spPr>
          <a:xfrm>
            <a:off x="4527041" y="3559967"/>
            <a:ext cx="28398" cy="28398"/>
          </a:xfrm>
          <a:prstGeom prst="ellipse">
            <a:avLst/>
          </a:prstGeom>
          <a:solidFill>
            <a:srgbClr val="2D887E">
              <a:alpha val="30000"/>
            </a:srgbClr>
          </a:solidFill>
          <a:ln w="0">
            <a:noFill/>
            <a:prstDash val="solid"/>
          </a:ln>
        </p:spPr>
      </p:sp>
      <p:sp>
        <p:nvSpPr>
          <p:cNvPr id="729" name="02_predicted_pose_4028">
            <a:extLst>
              <a:ext uri="{FF2B5EF4-FFF2-40B4-BE49-F238E27FC236}">
                <a16:creationId xmlns:a16="http://schemas.microsoft.com/office/drawing/2014/main" id="{C8AA2869-48E0-41F3-A0FA-594AB7619E58}"/>
              </a:ext>
            </a:extLst>
          </p:cNvPr>
          <p:cNvSpPr>
            <a:spLocks noGrp="1"/>
          </p:cNvSpPr>
          <p:nvPr/>
        </p:nvSpPr>
        <p:spPr>
          <a:xfrm>
            <a:off x="4540823" y="3552019"/>
            <a:ext cx="28398" cy="28398"/>
          </a:xfrm>
          <a:prstGeom prst="ellipse">
            <a:avLst/>
          </a:prstGeom>
          <a:solidFill>
            <a:srgbClr val="2D887E">
              <a:alpha val="30000"/>
            </a:srgbClr>
          </a:solidFill>
          <a:ln w="0">
            <a:noFill/>
            <a:prstDash val="solid"/>
          </a:ln>
        </p:spPr>
      </p:sp>
      <p:sp>
        <p:nvSpPr>
          <p:cNvPr id="730" name="02_predicted_pose_4029">
            <a:extLst>
              <a:ext uri="{FF2B5EF4-FFF2-40B4-BE49-F238E27FC236}">
                <a16:creationId xmlns:a16="http://schemas.microsoft.com/office/drawing/2014/main" id="{4231F55C-9641-48CF-96AF-84B2E1BEC793}"/>
              </a:ext>
            </a:extLst>
          </p:cNvPr>
          <p:cNvSpPr>
            <a:spLocks noGrp="1"/>
          </p:cNvSpPr>
          <p:nvPr/>
        </p:nvSpPr>
        <p:spPr>
          <a:xfrm>
            <a:off x="4554604" y="3528154"/>
            <a:ext cx="28398" cy="28398"/>
          </a:xfrm>
          <a:prstGeom prst="ellipse">
            <a:avLst/>
          </a:prstGeom>
          <a:solidFill>
            <a:srgbClr val="2D887E">
              <a:alpha val="30000"/>
            </a:srgbClr>
          </a:solidFill>
          <a:ln w="0">
            <a:noFill/>
            <a:prstDash val="solid"/>
          </a:ln>
        </p:spPr>
      </p:sp>
      <p:sp>
        <p:nvSpPr>
          <p:cNvPr id="731" name="02_predicted_pose_4030">
            <a:extLst>
              <a:ext uri="{FF2B5EF4-FFF2-40B4-BE49-F238E27FC236}">
                <a16:creationId xmlns:a16="http://schemas.microsoft.com/office/drawing/2014/main" id="{D3D89F5A-15D4-4488-83D7-EC499B35BA37}"/>
              </a:ext>
            </a:extLst>
          </p:cNvPr>
          <p:cNvSpPr>
            <a:spLocks noGrp="1"/>
          </p:cNvSpPr>
          <p:nvPr/>
        </p:nvSpPr>
        <p:spPr>
          <a:xfrm>
            <a:off x="4582166" y="3518379"/>
            <a:ext cx="28398" cy="28398"/>
          </a:xfrm>
          <a:prstGeom prst="ellipse">
            <a:avLst/>
          </a:prstGeom>
          <a:solidFill>
            <a:srgbClr val="2D887E">
              <a:alpha val="30000"/>
            </a:srgbClr>
          </a:solidFill>
          <a:ln w="0">
            <a:noFill/>
            <a:prstDash val="solid"/>
          </a:ln>
        </p:spPr>
      </p:sp>
      <p:sp>
        <p:nvSpPr>
          <p:cNvPr id="732" name="02_predicted_pose_4031">
            <a:extLst>
              <a:ext uri="{FF2B5EF4-FFF2-40B4-BE49-F238E27FC236}">
                <a16:creationId xmlns:a16="http://schemas.microsoft.com/office/drawing/2014/main" id="{ECAD27CC-C5A2-49AC-9249-2C0B003A104E}"/>
              </a:ext>
            </a:extLst>
          </p:cNvPr>
          <p:cNvSpPr>
            <a:spLocks noGrp="1"/>
          </p:cNvSpPr>
          <p:nvPr/>
        </p:nvSpPr>
        <p:spPr>
          <a:xfrm>
            <a:off x="4595948" y="3545478"/>
            <a:ext cx="28398" cy="28398"/>
          </a:xfrm>
          <a:prstGeom prst="ellipse">
            <a:avLst/>
          </a:prstGeom>
          <a:solidFill>
            <a:srgbClr val="2D887E">
              <a:alpha val="30000"/>
            </a:srgbClr>
          </a:solidFill>
          <a:ln w="0">
            <a:noFill/>
            <a:prstDash val="solid"/>
          </a:ln>
        </p:spPr>
      </p:sp>
      <p:sp>
        <p:nvSpPr>
          <p:cNvPr id="733" name="02_predicted_pose_4032">
            <a:extLst>
              <a:ext uri="{FF2B5EF4-FFF2-40B4-BE49-F238E27FC236}">
                <a16:creationId xmlns:a16="http://schemas.microsoft.com/office/drawing/2014/main" id="{E1D4821D-952D-4082-B770-741E41054E74}"/>
              </a:ext>
            </a:extLst>
          </p:cNvPr>
          <p:cNvSpPr>
            <a:spLocks noGrp="1"/>
          </p:cNvSpPr>
          <p:nvPr/>
        </p:nvSpPr>
        <p:spPr>
          <a:xfrm>
            <a:off x="4409556" y="3726239"/>
            <a:ext cx="28398" cy="28398"/>
          </a:xfrm>
          <a:prstGeom prst="ellipse">
            <a:avLst/>
          </a:prstGeom>
          <a:solidFill>
            <a:srgbClr val="2D887E">
              <a:alpha val="30000"/>
            </a:srgbClr>
          </a:solidFill>
          <a:ln w="0">
            <a:noFill/>
            <a:prstDash val="solid"/>
          </a:ln>
        </p:spPr>
      </p:sp>
      <p:sp>
        <p:nvSpPr>
          <p:cNvPr id="734" name="02_predicted_pose_4033">
            <a:extLst>
              <a:ext uri="{FF2B5EF4-FFF2-40B4-BE49-F238E27FC236}">
                <a16:creationId xmlns:a16="http://schemas.microsoft.com/office/drawing/2014/main" id="{48D42A37-7F87-4D8C-976D-B25F65B754A5}"/>
              </a:ext>
            </a:extLst>
          </p:cNvPr>
          <p:cNvSpPr>
            <a:spLocks noGrp="1"/>
          </p:cNvSpPr>
          <p:nvPr/>
        </p:nvSpPr>
        <p:spPr>
          <a:xfrm>
            <a:off x="4512227" y="3457175"/>
            <a:ext cx="28398" cy="28398"/>
          </a:xfrm>
          <a:prstGeom prst="ellipse">
            <a:avLst/>
          </a:prstGeom>
          <a:solidFill>
            <a:srgbClr val="2D887E">
              <a:alpha val="30000"/>
            </a:srgbClr>
          </a:solidFill>
          <a:ln w="0">
            <a:noFill/>
            <a:prstDash val="solid"/>
          </a:ln>
        </p:spPr>
      </p:sp>
      <p:sp>
        <p:nvSpPr>
          <p:cNvPr id="735" name="02_predicted_pose_4034">
            <a:extLst>
              <a:ext uri="{FF2B5EF4-FFF2-40B4-BE49-F238E27FC236}">
                <a16:creationId xmlns:a16="http://schemas.microsoft.com/office/drawing/2014/main" id="{D01DB5D8-71A3-49F3-8F0A-A27EC53DCFF1}"/>
              </a:ext>
            </a:extLst>
          </p:cNvPr>
          <p:cNvSpPr>
            <a:spLocks noGrp="1"/>
          </p:cNvSpPr>
          <p:nvPr/>
        </p:nvSpPr>
        <p:spPr>
          <a:xfrm>
            <a:off x="4553570" y="3491030"/>
            <a:ext cx="28398" cy="28398"/>
          </a:xfrm>
          <a:prstGeom prst="ellipse">
            <a:avLst/>
          </a:prstGeom>
          <a:solidFill>
            <a:srgbClr val="2D887E">
              <a:alpha val="30000"/>
            </a:srgbClr>
          </a:solidFill>
          <a:ln w="0">
            <a:noFill/>
            <a:prstDash val="solid"/>
          </a:ln>
        </p:spPr>
      </p:sp>
      <p:sp>
        <p:nvSpPr>
          <p:cNvPr id="736" name="02_predicted_pose_4035">
            <a:extLst>
              <a:ext uri="{FF2B5EF4-FFF2-40B4-BE49-F238E27FC236}">
                <a16:creationId xmlns:a16="http://schemas.microsoft.com/office/drawing/2014/main" id="{82A9F5EB-AF88-4756-B558-4D2E0C4FDBA8}"/>
              </a:ext>
            </a:extLst>
          </p:cNvPr>
          <p:cNvSpPr>
            <a:spLocks noGrp="1"/>
          </p:cNvSpPr>
          <p:nvPr/>
        </p:nvSpPr>
        <p:spPr>
          <a:xfrm>
            <a:off x="4567351" y="3403518"/>
            <a:ext cx="28398" cy="28398"/>
          </a:xfrm>
          <a:prstGeom prst="ellipse">
            <a:avLst/>
          </a:prstGeom>
          <a:solidFill>
            <a:srgbClr val="2D887E">
              <a:alpha val="30000"/>
            </a:srgbClr>
          </a:solidFill>
          <a:ln w="0">
            <a:noFill/>
            <a:prstDash val="solid"/>
          </a:ln>
        </p:spPr>
      </p:sp>
      <p:sp>
        <p:nvSpPr>
          <p:cNvPr id="737" name="02_predicted_pose_4036">
            <a:extLst>
              <a:ext uri="{FF2B5EF4-FFF2-40B4-BE49-F238E27FC236}">
                <a16:creationId xmlns:a16="http://schemas.microsoft.com/office/drawing/2014/main" id="{849FFA1B-5C9D-4858-8AB0-FD6483BCFB5D}"/>
              </a:ext>
            </a:extLst>
          </p:cNvPr>
          <p:cNvSpPr>
            <a:spLocks noGrp="1"/>
          </p:cNvSpPr>
          <p:nvPr/>
        </p:nvSpPr>
        <p:spPr>
          <a:xfrm>
            <a:off x="4594914" y="3412747"/>
            <a:ext cx="28398" cy="28398"/>
          </a:xfrm>
          <a:prstGeom prst="ellipse">
            <a:avLst/>
          </a:prstGeom>
          <a:solidFill>
            <a:srgbClr val="2D887E">
              <a:alpha val="30000"/>
            </a:srgbClr>
          </a:solidFill>
          <a:ln w="0">
            <a:noFill/>
            <a:prstDash val="solid"/>
          </a:ln>
        </p:spPr>
      </p:sp>
      <p:sp>
        <p:nvSpPr>
          <p:cNvPr id="738" name="02_predicted_pose_4037">
            <a:extLst>
              <a:ext uri="{FF2B5EF4-FFF2-40B4-BE49-F238E27FC236}">
                <a16:creationId xmlns:a16="http://schemas.microsoft.com/office/drawing/2014/main" id="{EF3FAE48-4DA2-4F20-BDDC-1F2655C72B86}"/>
              </a:ext>
            </a:extLst>
          </p:cNvPr>
          <p:cNvSpPr>
            <a:spLocks noGrp="1"/>
          </p:cNvSpPr>
          <p:nvPr/>
        </p:nvSpPr>
        <p:spPr>
          <a:xfrm>
            <a:off x="4485698" y="3649676"/>
            <a:ext cx="28398" cy="28398"/>
          </a:xfrm>
          <a:prstGeom prst="ellipse">
            <a:avLst/>
          </a:prstGeom>
          <a:solidFill>
            <a:srgbClr val="2D887E">
              <a:alpha val="30000"/>
            </a:srgbClr>
          </a:solidFill>
          <a:ln w="0">
            <a:noFill/>
            <a:prstDash val="solid"/>
          </a:ln>
        </p:spPr>
      </p:sp>
      <p:sp>
        <p:nvSpPr>
          <p:cNvPr id="739" name="02_predicted_pose_4038">
            <a:extLst>
              <a:ext uri="{FF2B5EF4-FFF2-40B4-BE49-F238E27FC236}">
                <a16:creationId xmlns:a16="http://schemas.microsoft.com/office/drawing/2014/main" id="{B9F3F79C-A49B-4BA8-A981-BE9C3935A539}"/>
              </a:ext>
            </a:extLst>
          </p:cNvPr>
          <p:cNvSpPr>
            <a:spLocks noGrp="1"/>
          </p:cNvSpPr>
          <p:nvPr/>
        </p:nvSpPr>
        <p:spPr>
          <a:xfrm>
            <a:off x="4513260" y="3728664"/>
            <a:ext cx="28398" cy="28398"/>
          </a:xfrm>
          <a:prstGeom prst="ellipse">
            <a:avLst/>
          </a:prstGeom>
          <a:solidFill>
            <a:srgbClr val="2D887E">
              <a:alpha val="30000"/>
            </a:srgbClr>
          </a:solidFill>
          <a:ln w="0">
            <a:noFill/>
            <a:prstDash val="solid"/>
          </a:ln>
        </p:spPr>
      </p:sp>
      <p:sp>
        <p:nvSpPr>
          <p:cNvPr id="740" name="02_predicted_pose_4039">
            <a:extLst>
              <a:ext uri="{FF2B5EF4-FFF2-40B4-BE49-F238E27FC236}">
                <a16:creationId xmlns:a16="http://schemas.microsoft.com/office/drawing/2014/main" id="{4FF58FB9-B296-45CF-886D-6A0D2F0C88C1}"/>
              </a:ext>
            </a:extLst>
          </p:cNvPr>
          <p:cNvSpPr>
            <a:spLocks noGrp="1"/>
          </p:cNvSpPr>
          <p:nvPr/>
        </p:nvSpPr>
        <p:spPr>
          <a:xfrm>
            <a:off x="4540823" y="3620361"/>
            <a:ext cx="28398" cy="28398"/>
          </a:xfrm>
          <a:prstGeom prst="ellipse">
            <a:avLst/>
          </a:prstGeom>
          <a:solidFill>
            <a:srgbClr val="2D887E">
              <a:alpha val="30000"/>
            </a:srgbClr>
          </a:solidFill>
          <a:ln w="0">
            <a:noFill/>
            <a:prstDash val="solid"/>
          </a:ln>
        </p:spPr>
      </p:sp>
      <p:sp>
        <p:nvSpPr>
          <p:cNvPr id="741" name="02_predicted_pose_4040">
            <a:extLst>
              <a:ext uri="{FF2B5EF4-FFF2-40B4-BE49-F238E27FC236}">
                <a16:creationId xmlns:a16="http://schemas.microsoft.com/office/drawing/2014/main" id="{EF0D97F0-2AC0-4B8F-A7F0-9D63D7A77A1A}"/>
              </a:ext>
            </a:extLst>
          </p:cNvPr>
          <p:cNvSpPr>
            <a:spLocks noGrp="1"/>
          </p:cNvSpPr>
          <p:nvPr/>
        </p:nvSpPr>
        <p:spPr>
          <a:xfrm>
            <a:off x="4568385" y="3656885"/>
            <a:ext cx="28398" cy="28398"/>
          </a:xfrm>
          <a:prstGeom prst="ellipse">
            <a:avLst/>
          </a:prstGeom>
          <a:solidFill>
            <a:srgbClr val="2D887E">
              <a:alpha val="30000"/>
            </a:srgbClr>
          </a:solidFill>
          <a:ln w="0">
            <a:noFill/>
            <a:prstDash val="solid"/>
          </a:ln>
        </p:spPr>
      </p:sp>
      <p:sp>
        <p:nvSpPr>
          <p:cNvPr id="742" name="02_predicted_pose_4041">
            <a:extLst>
              <a:ext uri="{FF2B5EF4-FFF2-40B4-BE49-F238E27FC236}">
                <a16:creationId xmlns:a16="http://schemas.microsoft.com/office/drawing/2014/main" id="{36C9A606-3EAD-4A7B-9FEC-66EFE5DD4357}"/>
              </a:ext>
            </a:extLst>
          </p:cNvPr>
          <p:cNvSpPr>
            <a:spLocks noGrp="1"/>
          </p:cNvSpPr>
          <p:nvPr/>
        </p:nvSpPr>
        <p:spPr>
          <a:xfrm>
            <a:off x="4595948" y="3738318"/>
            <a:ext cx="28398" cy="28398"/>
          </a:xfrm>
          <a:prstGeom prst="ellipse">
            <a:avLst/>
          </a:prstGeom>
          <a:solidFill>
            <a:srgbClr val="2D887E">
              <a:alpha val="30000"/>
            </a:srgbClr>
          </a:solidFill>
          <a:ln w="0">
            <a:noFill/>
            <a:prstDash val="solid"/>
          </a:ln>
        </p:spPr>
      </p:sp>
      <p:sp>
        <p:nvSpPr>
          <p:cNvPr id="743" name="02_predicted_pose_4042">
            <a:extLst>
              <a:ext uri="{FF2B5EF4-FFF2-40B4-BE49-F238E27FC236}">
                <a16:creationId xmlns:a16="http://schemas.microsoft.com/office/drawing/2014/main" id="{B2FE87D8-71A4-45A3-97CE-21C37497A9D4}"/>
              </a:ext>
            </a:extLst>
          </p:cNvPr>
          <p:cNvSpPr>
            <a:spLocks noGrp="1"/>
          </p:cNvSpPr>
          <p:nvPr/>
        </p:nvSpPr>
        <p:spPr>
          <a:xfrm>
            <a:off x="4499134" y="3740557"/>
            <a:ext cx="28398" cy="28398"/>
          </a:xfrm>
          <a:prstGeom prst="ellipse">
            <a:avLst/>
          </a:prstGeom>
          <a:solidFill>
            <a:srgbClr val="2D887E">
              <a:alpha val="30000"/>
            </a:srgbClr>
          </a:solidFill>
          <a:ln w="0">
            <a:noFill/>
            <a:prstDash val="solid"/>
          </a:ln>
        </p:spPr>
      </p:sp>
      <p:sp>
        <p:nvSpPr>
          <p:cNvPr id="744" name="02_predicted_pose_4043">
            <a:extLst>
              <a:ext uri="{FF2B5EF4-FFF2-40B4-BE49-F238E27FC236}">
                <a16:creationId xmlns:a16="http://schemas.microsoft.com/office/drawing/2014/main" id="{F2EAE1BE-25BA-41F1-BC37-B9DC63C3EBE9}"/>
              </a:ext>
            </a:extLst>
          </p:cNvPr>
          <p:cNvSpPr>
            <a:spLocks noGrp="1"/>
          </p:cNvSpPr>
          <p:nvPr/>
        </p:nvSpPr>
        <p:spPr>
          <a:xfrm>
            <a:off x="4616275" y="3395454"/>
            <a:ext cx="28398" cy="28398"/>
          </a:xfrm>
          <a:prstGeom prst="ellipse">
            <a:avLst/>
          </a:prstGeom>
          <a:solidFill>
            <a:srgbClr val="2D887E">
              <a:alpha val="30000"/>
            </a:srgbClr>
          </a:solidFill>
          <a:ln w="0">
            <a:noFill/>
            <a:prstDash val="solid"/>
          </a:ln>
        </p:spPr>
      </p:sp>
      <p:sp>
        <p:nvSpPr>
          <p:cNvPr id="745" name="02_predicted_pose_4044">
            <a:extLst>
              <a:ext uri="{FF2B5EF4-FFF2-40B4-BE49-F238E27FC236}">
                <a16:creationId xmlns:a16="http://schemas.microsoft.com/office/drawing/2014/main" id="{7F597714-C49F-4A5A-BCCC-7E6CE7C284BA}"/>
              </a:ext>
            </a:extLst>
          </p:cNvPr>
          <p:cNvSpPr>
            <a:spLocks noGrp="1"/>
          </p:cNvSpPr>
          <p:nvPr/>
        </p:nvSpPr>
        <p:spPr>
          <a:xfrm>
            <a:off x="4630056" y="3406293"/>
            <a:ext cx="28398" cy="28398"/>
          </a:xfrm>
          <a:prstGeom prst="ellipse">
            <a:avLst/>
          </a:prstGeom>
          <a:solidFill>
            <a:srgbClr val="2D887E">
              <a:alpha val="30000"/>
            </a:srgbClr>
          </a:solidFill>
          <a:ln w="0">
            <a:noFill/>
            <a:prstDash val="solid"/>
          </a:ln>
        </p:spPr>
      </p:sp>
      <p:sp>
        <p:nvSpPr>
          <p:cNvPr id="746" name="02_predicted_pose_4045">
            <a:extLst>
              <a:ext uri="{FF2B5EF4-FFF2-40B4-BE49-F238E27FC236}">
                <a16:creationId xmlns:a16="http://schemas.microsoft.com/office/drawing/2014/main" id="{EF964AD8-F5AF-4EBE-8138-C18790EA3AAA}"/>
              </a:ext>
            </a:extLst>
          </p:cNvPr>
          <p:cNvSpPr>
            <a:spLocks noGrp="1"/>
          </p:cNvSpPr>
          <p:nvPr/>
        </p:nvSpPr>
        <p:spPr>
          <a:xfrm>
            <a:off x="4413002" y="2998275"/>
            <a:ext cx="28398" cy="28398"/>
          </a:xfrm>
          <a:prstGeom prst="ellipse">
            <a:avLst/>
          </a:prstGeom>
          <a:solidFill>
            <a:srgbClr val="2D887E">
              <a:alpha val="30000"/>
            </a:srgbClr>
          </a:solidFill>
          <a:ln w="0">
            <a:noFill/>
            <a:prstDash val="solid"/>
          </a:ln>
        </p:spPr>
      </p:sp>
      <p:sp>
        <p:nvSpPr>
          <p:cNvPr id="747" name="02_predicted_pose_4046">
            <a:extLst>
              <a:ext uri="{FF2B5EF4-FFF2-40B4-BE49-F238E27FC236}">
                <a16:creationId xmlns:a16="http://schemas.microsoft.com/office/drawing/2014/main" id="{F1329315-6E15-4C92-98BA-0621159E0ABE}"/>
              </a:ext>
            </a:extLst>
          </p:cNvPr>
          <p:cNvSpPr>
            <a:spLocks noGrp="1"/>
          </p:cNvSpPr>
          <p:nvPr/>
        </p:nvSpPr>
        <p:spPr>
          <a:xfrm>
            <a:off x="4425405" y="3864570"/>
            <a:ext cx="28398" cy="28398"/>
          </a:xfrm>
          <a:prstGeom prst="ellipse">
            <a:avLst/>
          </a:prstGeom>
          <a:solidFill>
            <a:srgbClr val="2D887E">
              <a:alpha val="30000"/>
            </a:srgbClr>
          </a:solidFill>
          <a:ln w="0">
            <a:noFill/>
            <a:prstDash val="solid"/>
          </a:ln>
        </p:spPr>
      </p:sp>
      <p:sp>
        <p:nvSpPr>
          <p:cNvPr id="748" name="02_predicted_pose_4047">
            <a:extLst>
              <a:ext uri="{FF2B5EF4-FFF2-40B4-BE49-F238E27FC236}">
                <a16:creationId xmlns:a16="http://schemas.microsoft.com/office/drawing/2014/main" id="{9A5D2F83-99E6-46E2-B8C5-69DD7B021D43}"/>
              </a:ext>
            </a:extLst>
          </p:cNvPr>
          <p:cNvSpPr>
            <a:spLocks noGrp="1"/>
          </p:cNvSpPr>
          <p:nvPr/>
        </p:nvSpPr>
        <p:spPr>
          <a:xfrm>
            <a:off x="4467093" y="3659046"/>
            <a:ext cx="28398" cy="28398"/>
          </a:xfrm>
          <a:prstGeom prst="ellipse">
            <a:avLst/>
          </a:prstGeom>
          <a:solidFill>
            <a:srgbClr val="2D887E">
              <a:alpha val="30000"/>
            </a:srgbClr>
          </a:solidFill>
          <a:ln w="0">
            <a:noFill/>
            <a:prstDash val="solid"/>
          </a:ln>
        </p:spPr>
      </p:sp>
      <p:sp>
        <p:nvSpPr>
          <p:cNvPr id="749" name="02_predicted_pose_4048">
            <a:extLst>
              <a:ext uri="{FF2B5EF4-FFF2-40B4-BE49-F238E27FC236}">
                <a16:creationId xmlns:a16="http://schemas.microsoft.com/office/drawing/2014/main" id="{AB7C86CB-1B51-4518-8D0A-921A629010A4}"/>
              </a:ext>
            </a:extLst>
          </p:cNvPr>
          <p:cNvSpPr>
            <a:spLocks noGrp="1"/>
          </p:cNvSpPr>
          <p:nvPr/>
        </p:nvSpPr>
        <p:spPr>
          <a:xfrm>
            <a:off x="4430573" y="3709176"/>
            <a:ext cx="28398" cy="28398"/>
          </a:xfrm>
          <a:prstGeom prst="ellipse">
            <a:avLst/>
          </a:prstGeom>
          <a:solidFill>
            <a:srgbClr val="2D887E">
              <a:alpha val="30000"/>
            </a:srgbClr>
          </a:solidFill>
          <a:ln w="0">
            <a:noFill/>
            <a:prstDash val="solid"/>
          </a:ln>
        </p:spPr>
      </p:sp>
      <p:sp>
        <p:nvSpPr>
          <p:cNvPr id="750" name="02_predicted_pose_4049">
            <a:extLst>
              <a:ext uri="{FF2B5EF4-FFF2-40B4-BE49-F238E27FC236}">
                <a16:creationId xmlns:a16="http://schemas.microsoft.com/office/drawing/2014/main" id="{1BD8572B-3DC8-4D82-9BB8-585DCFD33EE1}"/>
              </a:ext>
            </a:extLst>
          </p:cNvPr>
          <p:cNvSpPr>
            <a:spLocks noGrp="1"/>
          </p:cNvSpPr>
          <p:nvPr/>
        </p:nvSpPr>
        <p:spPr>
          <a:xfrm>
            <a:off x="4378549" y="3661892"/>
            <a:ext cx="28398" cy="28398"/>
          </a:xfrm>
          <a:prstGeom prst="ellipse">
            <a:avLst/>
          </a:prstGeom>
          <a:solidFill>
            <a:srgbClr val="2D887E">
              <a:alpha val="30000"/>
            </a:srgbClr>
          </a:solidFill>
          <a:ln w="0">
            <a:noFill/>
            <a:prstDash val="solid"/>
          </a:ln>
        </p:spPr>
      </p:sp>
      <p:sp>
        <p:nvSpPr>
          <p:cNvPr id="751" name="02_predicted_pose_4050">
            <a:extLst>
              <a:ext uri="{FF2B5EF4-FFF2-40B4-BE49-F238E27FC236}">
                <a16:creationId xmlns:a16="http://schemas.microsoft.com/office/drawing/2014/main" id="{D1856710-B74E-4341-BADC-74CBEE9749AD}"/>
              </a:ext>
            </a:extLst>
          </p:cNvPr>
          <p:cNvSpPr>
            <a:spLocks noGrp="1"/>
          </p:cNvSpPr>
          <p:nvPr/>
        </p:nvSpPr>
        <p:spPr>
          <a:xfrm>
            <a:off x="4510848" y="3752647"/>
            <a:ext cx="28398" cy="28398"/>
          </a:xfrm>
          <a:prstGeom prst="ellipse">
            <a:avLst/>
          </a:prstGeom>
          <a:solidFill>
            <a:srgbClr val="2D887E">
              <a:alpha val="30000"/>
            </a:srgbClr>
          </a:solidFill>
          <a:ln w="0">
            <a:noFill/>
            <a:prstDash val="solid"/>
          </a:ln>
        </p:spPr>
      </p:sp>
      <p:sp>
        <p:nvSpPr>
          <p:cNvPr id="752" name="02_predicted_pose_4051">
            <a:extLst>
              <a:ext uri="{FF2B5EF4-FFF2-40B4-BE49-F238E27FC236}">
                <a16:creationId xmlns:a16="http://schemas.microsoft.com/office/drawing/2014/main" id="{78B1E840-F1B1-416C-912B-13598DC1441B}"/>
              </a:ext>
            </a:extLst>
          </p:cNvPr>
          <p:cNvSpPr>
            <a:spLocks noGrp="1"/>
          </p:cNvSpPr>
          <p:nvPr/>
        </p:nvSpPr>
        <p:spPr>
          <a:xfrm>
            <a:off x="4524630" y="3783027"/>
            <a:ext cx="28398" cy="28398"/>
          </a:xfrm>
          <a:prstGeom prst="ellipse">
            <a:avLst/>
          </a:prstGeom>
          <a:solidFill>
            <a:srgbClr val="2D887E">
              <a:alpha val="30000"/>
            </a:srgbClr>
          </a:solidFill>
          <a:ln w="0">
            <a:noFill/>
            <a:prstDash val="solid"/>
          </a:ln>
        </p:spPr>
      </p:sp>
      <p:sp>
        <p:nvSpPr>
          <p:cNvPr id="753" name="02_predicted_pose_4052">
            <a:extLst>
              <a:ext uri="{FF2B5EF4-FFF2-40B4-BE49-F238E27FC236}">
                <a16:creationId xmlns:a16="http://schemas.microsoft.com/office/drawing/2014/main" id="{105DE086-700B-4A2F-91DB-9A81B17D8410}"/>
              </a:ext>
            </a:extLst>
          </p:cNvPr>
          <p:cNvSpPr>
            <a:spLocks noGrp="1"/>
          </p:cNvSpPr>
          <p:nvPr/>
        </p:nvSpPr>
        <p:spPr>
          <a:xfrm>
            <a:off x="4538411" y="3853134"/>
            <a:ext cx="28398" cy="28398"/>
          </a:xfrm>
          <a:prstGeom prst="ellipse">
            <a:avLst/>
          </a:prstGeom>
          <a:solidFill>
            <a:srgbClr val="2D887E">
              <a:alpha val="30000"/>
            </a:srgbClr>
          </a:solidFill>
          <a:ln w="0">
            <a:noFill/>
            <a:prstDash val="solid"/>
          </a:ln>
        </p:spPr>
      </p:sp>
      <p:sp>
        <p:nvSpPr>
          <p:cNvPr id="754" name="02_predicted_pose_4053">
            <a:extLst>
              <a:ext uri="{FF2B5EF4-FFF2-40B4-BE49-F238E27FC236}">
                <a16:creationId xmlns:a16="http://schemas.microsoft.com/office/drawing/2014/main" id="{938B84DE-F6AC-423E-B7C9-3EBA842853E2}"/>
              </a:ext>
            </a:extLst>
          </p:cNvPr>
          <p:cNvSpPr>
            <a:spLocks noGrp="1"/>
          </p:cNvSpPr>
          <p:nvPr/>
        </p:nvSpPr>
        <p:spPr>
          <a:xfrm>
            <a:off x="4552192" y="3781236"/>
            <a:ext cx="28398" cy="28398"/>
          </a:xfrm>
          <a:prstGeom prst="ellipse">
            <a:avLst/>
          </a:prstGeom>
          <a:solidFill>
            <a:srgbClr val="2D887E">
              <a:alpha val="30000"/>
            </a:srgbClr>
          </a:solidFill>
          <a:ln w="0">
            <a:noFill/>
            <a:prstDash val="solid"/>
          </a:ln>
        </p:spPr>
      </p:sp>
      <p:sp>
        <p:nvSpPr>
          <p:cNvPr id="755" name="02_predicted_pose_4054">
            <a:extLst>
              <a:ext uri="{FF2B5EF4-FFF2-40B4-BE49-F238E27FC236}">
                <a16:creationId xmlns:a16="http://schemas.microsoft.com/office/drawing/2014/main" id="{4A3FCF69-AC44-4569-BB47-86017353E038}"/>
              </a:ext>
            </a:extLst>
          </p:cNvPr>
          <p:cNvSpPr>
            <a:spLocks noGrp="1"/>
          </p:cNvSpPr>
          <p:nvPr/>
        </p:nvSpPr>
        <p:spPr>
          <a:xfrm>
            <a:off x="4347196" y="3779245"/>
            <a:ext cx="28398" cy="28398"/>
          </a:xfrm>
          <a:prstGeom prst="ellipse">
            <a:avLst/>
          </a:prstGeom>
          <a:solidFill>
            <a:srgbClr val="2D887E">
              <a:alpha val="30000"/>
            </a:srgbClr>
          </a:solidFill>
          <a:ln w="0">
            <a:noFill/>
            <a:prstDash val="solid"/>
          </a:ln>
        </p:spPr>
      </p:sp>
      <p:sp>
        <p:nvSpPr>
          <p:cNvPr id="756" name="02_predicted_pose_4055">
            <a:extLst>
              <a:ext uri="{FF2B5EF4-FFF2-40B4-BE49-F238E27FC236}">
                <a16:creationId xmlns:a16="http://schemas.microsoft.com/office/drawing/2014/main" id="{B3249137-9830-454A-A39F-323F111268D7}"/>
              </a:ext>
            </a:extLst>
          </p:cNvPr>
          <p:cNvSpPr>
            <a:spLocks noGrp="1"/>
          </p:cNvSpPr>
          <p:nvPr/>
        </p:nvSpPr>
        <p:spPr>
          <a:xfrm>
            <a:off x="4374759" y="3828307"/>
            <a:ext cx="28398" cy="28398"/>
          </a:xfrm>
          <a:prstGeom prst="ellipse">
            <a:avLst/>
          </a:prstGeom>
          <a:solidFill>
            <a:srgbClr val="2D887E">
              <a:alpha val="30000"/>
            </a:srgbClr>
          </a:solidFill>
          <a:ln w="0">
            <a:noFill/>
            <a:prstDash val="solid"/>
          </a:ln>
        </p:spPr>
      </p:sp>
      <p:sp>
        <p:nvSpPr>
          <p:cNvPr id="757" name="02_predicted_pose_4056">
            <a:extLst>
              <a:ext uri="{FF2B5EF4-FFF2-40B4-BE49-F238E27FC236}">
                <a16:creationId xmlns:a16="http://schemas.microsoft.com/office/drawing/2014/main" id="{9B593CBA-6FFC-41C6-ABB2-AC3BD647BA5F}"/>
              </a:ext>
            </a:extLst>
          </p:cNvPr>
          <p:cNvSpPr>
            <a:spLocks noGrp="1"/>
          </p:cNvSpPr>
          <p:nvPr/>
        </p:nvSpPr>
        <p:spPr>
          <a:xfrm>
            <a:off x="4586301" y="3285839"/>
            <a:ext cx="28398" cy="28398"/>
          </a:xfrm>
          <a:prstGeom prst="ellipse">
            <a:avLst/>
          </a:prstGeom>
          <a:solidFill>
            <a:srgbClr val="2D887E">
              <a:alpha val="30000"/>
            </a:srgbClr>
          </a:solidFill>
          <a:ln w="0">
            <a:noFill/>
            <a:prstDash val="solid"/>
          </a:ln>
        </p:spPr>
      </p:sp>
      <p:sp>
        <p:nvSpPr>
          <p:cNvPr id="758" name="02_predicted_pose_4057">
            <a:extLst>
              <a:ext uri="{FF2B5EF4-FFF2-40B4-BE49-F238E27FC236}">
                <a16:creationId xmlns:a16="http://schemas.microsoft.com/office/drawing/2014/main" id="{5EC326D8-CC26-4235-B28E-0A86F06209CE}"/>
              </a:ext>
            </a:extLst>
          </p:cNvPr>
          <p:cNvSpPr>
            <a:spLocks noGrp="1"/>
          </p:cNvSpPr>
          <p:nvPr/>
        </p:nvSpPr>
        <p:spPr>
          <a:xfrm>
            <a:off x="4621098" y="3847283"/>
            <a:ext cx="28398" cy="28398"/>
          </a:xfrm>
          <a:prstGeom prst="ellipse">
            <a:avLst/>
          </a:prstGeom>
          <a:solidFill>
            <a:srgbClr val="2D887E">
              <a:alpha val="30000"/>
            </a:srgbClr>
          </a:solidFill>
          <a:ln w="0">
            <a:noFill/>
            <a:prstDash val="solid"/>
          </a:ln>
        </p:spPr>
      </p:sp>
      <p:sp>
        <p:nvSpPr>
          <p:cNvPr id="759" name="02_predicted_pose_4058">
            <a:extLst>
              <a:ext uri="{FF2B5EF4-FFF2-40B4-BE49-F238E27FC236}">
                <a16:creationId xmlns:a16="http://schemas.microsoft.com/office/drawing/2014/main" id="{68A30BA3-C454-4E24-A2A2-69CD82C5B7D6}"/>
              </a:ext>
            </a:extLst>
          </p:cNvPr>
          <p:cNvSpPr>
            <a:spLocks noGrp="1"/>
          </p:cNvSpPr>
          <p:nvPr/>
        </p:nvSpPr>
        <p:spPr>
          <a:xfrm>
            <a:off x="5582684" y="3446455"/>
            <a:ext cx="28398" cy="28398"/>
          </a:xfrm>
          <a:prstGeom prst="ellipse">
            <a:avLst/>
          </a:prstGeom>
          <a:solidFill>
            <a:srgbClr val="B57442">
              <a:alpha val="30000"/>
            </a:srgbClr>
          </a:solidFill>
          <a:ln w="0">
            <a:noFill/>
            <a:prstDash val="solid"/>
          </a:ln>
        </p:spPr>
      </p:sp>
      <p:sp>
        <p:nvSpPr>
          <p:cNvPr id="760" name="02_predicted_pose_4059">
            <a:extLst>
              <a:ext uri="{FF2B5EF4-FFF2-40B4-BE49-F238E27FC236}">
                <a16:creationId xmlns:a16="http://schemas.microsoft.com/office/drawing/2014/main" id="{CC225024-37CC-45F5-B661-E64BBCE029B9}"/>
              </a:ext>
            </a:extLst>
          </p:cNvPr>
          <p:cNvSpPr>
            <a:spLocks noGrp="1"/>
          </p:cNvSpPr>
          <p:nvPr/>
        </p:nvSpPr>
        <p:spPr>
          <a:xfrm>
            <a:off x="5596465" y="3442008"/>
            <a:ext cx="28398" cy="28398"/>
          </a:xfrm>
          <a:prstGeom prst="ellipse">
            <a:avLst/>
          </a:prstGeom>
          <a:solidFill>
            <a:srgbClr val="B57442">
              <a:alpha val="30000"/>
            </a:srgbClr>
          </a:solidFill>
          <a:ln w="0">
            <a:noFill/>
            <a:prstDash val="solid"/>
          </a:ln>
        </p:spPr>
      </p:sp>
      <p:sp>
        <p:nvSpPr>
          <p:cNvPr id="761" name="02_predicted_pose_4060">
            <a:extLst>
              <a:ext uri="{FF2B5EF4-FFF2-40B4-BE49-F238E27FC236}">
                <a16:creationId xmlns:a16="http://schemas.microsoft.com/office/drawing/2014/main" id="{966A3875-B4AA-47A1-AC50-560B0D436295}"/>
              </a:ext>
            </a:extLst>
          </p:cNvPr>
          <p:cNvSpPr>
            <a:spLocks noGrp="1"/>
          </p:cNvSpPr>
          <p:nvPr/>
        </p:nvSpPr>
        <p:spPr>
          <a:xfrm>
            <a:off x="5610246" y="3398559"/>
            <a:ext cx="28398" cy="28398"/>
          </a:xfrm>
          <a:prstGeom prst="ellipse">
            <a:avLst/>
          </a:prstGeom>
          <a:solidFill>
            <a:srgbClr val="B57442">
              <a:alpha val="30000"/>
            </a:srgbClr>
          </a:solidFill>
          <a:ln w="0">
            <a:noFill/>
            <a:prstDash val="solid"/>
          </a:ln>
        </p:spPr>
      </p:sp>
      <p:sp>
        <p:nvSpPr>
          <p:cNvPr id="762" name="02_predicted_pose_4061">
            <a:extLst>
              <a:ext uri="{FF2B5EF4-FFF2-40B4-BE49-F238E27FC236}">
                <a16:creationId xmlns:a16="http://schemas.microsoft.com/office/drawing/2014/main" id="{8F08DB15-3F76-4270-8E17-EC8774B91ED0}"/>
              </a:ext>
            </a:extLst>
          </p:cNvPr>
          <p:cNvSpPr>
            <a:spLocks noGrp="1"/>
          </p:cNvSpPr>
          <p:nvPr/>
        </p:nvSpPr>
        <p:spPr>
          <a:xfrm>
            <a:off x="5624028" y="3414400"/>
            <a:ext cx="28398" cy="28398"/>
          </a:xfrm>
          <a:prstGeom prst="ellipse">
            <a:avLst/>
          </a:prstGeom>
          <a:solidFill>
            <a:srgbClr val="B57442">
              <a:alpha val="30000"/>
            </a:srgbClr>
          </a:solidFill>
          <a:ln w="0">
            <a:noFill/>
            <a:prstDash val="solid"/>
          </a:ln>
        </p:spPr>
      </p:sp>
      <p:sp>
        <p:nvSpPr>
          <p:cNvPr id="763" name="02_predicted_pose_4062">
            <a:extLst>
              <a:ext uri="{FF2B5EF4-FFF2-40B4-BE49-F238E27FC236}">
                <a16:creationId xmlns:a16="http://schemas.microsoft.com/office/drawing/2014/main" id="{CE4F623A-3158-4E55-A849-7911355AED23}"/>
              </a:ext>
            </a:extLst>
          </p:cNvPr>
          <p:cNvSpPr>
            <a:spLocks noGrp="1"/>
          </p:cNvSpPr>
          <p:nvPr/>
        </p:nvSpPr>
        <p:spPr>
          <a:xfrm>
            <a:off x="5637809" y="3481779"/>
            <a:ext cx="28398" cy="28398"/>
          </a:xfrm>
          <a:prstGeom prst="ellipse">
            <a:avLst/>
          </a:prstGeom>
          <a:solidFill>
            <a:srgbClr val="B57442">
              <a:alpha val="30000"/>
            </a:srgbClr>
          </a:solidFill>
          <a:ln w="0">
            <a:noFill/>
            <a:prstDash val="solid"/>
          </a:ln>
        </p:spPr>
      </p:sp>
      <p:sp>
        <p:nvSpPr>
          <p:cNvPr id="764" name="02_predicted_pose_4063">
            <a:extLst>
              <a:ext uri="{FF2B5EF4-FFF2-40B4-BE49-F238E27FC236}">
                <a16:creationId xmlns:a16="http://schemas.microsoft.com/office/drawing/2014/main" id="{C652A79E-82D9-4791-8DA1-EB1BC9FF4A59}"/>
              </a:ext>
            </a:extLst>
          </p:cNvPr>
          <p:cNvSpPr>
            <a:spLocks noGrp="1"/>
          </p:cNvSpPr>
          <p:nvPr/>
        </p:nvSpPr>
        <p:spPr>
          <a:xfrm>
            <a:off x="5651590" y="3464637"/>
            <a:ext cx="28398" cy="28398"/>
          </a:xfrm>
          <a:prstGeom prst="ellipse">
            <a:avLst/>
          </a:prstGeom>
          <a:solidFill>
            <a:srgbClr val="B57442">
              <a:alpha val="30000"/>
            </a:srgbClr>
          </a:solidFill>
          <a:ln w="0">
            <a:noFill/>
            <a:prstDash val="solid"/>
          </a:ln>
        </p:spPr>
      </p:sp>
      <p:sp>
        <p:nvSpPr>
          <p:cNvPr id="765" name="02_predicted_pose_4064">
            <a:extLst>
              <a:ext uri="{FF2B5EF4-FFF2-40B4-BE49-F238E27FC236}">
                <a16:creationId xmlns:a16="http://schemas.microsoft.com/office/drawing/2014/main" id="{EBF2B01F-3494-4C25-AF55-2B3768B3A5D6}"/>
              </a:ext>
            </a:extLst>
          </p:cNvPr>
          <p:cNvSpPr>
            <a:spLocks noGrp="1"/>
          </p:cNvSpPr>
          <p:nvPr/>
        </p:nvSpPr>
        <p:spPr>
          <a:xfrm>
            <a:off x="5665371" y="3464349"/>
            <a:ext cx="28398" cy="28398"/>
          </a:xfrm>
          <a:prstGeom prst="ellipse">
            <a:avLst/>
          </a:prstGeom>
          <a:solidFill>
            <a:srgbClr val="B57442">
              <a:alpha val="30000"/>
            </a:srgbClr>
          </a:solidFill>
          <a:ln w="0">
            <a:noFill/>
            <a:prstDash val="solid"/>
          </a:ln>
        </p:spPr>
      </p:sp>
      <p:sp>
        <p:nvSpPr>
          <p:cNvPr id="766" name="02_predicted_pose_4065">
            <a:extLst>
              <a:ext uri="{FF2B5EF4-FFF2-40B4-BE49-F238E27FC236}">
                <a16:creationId xmlns:a16="http://schemas.microsoft.com/office/drawing/2014/main" id="{D3CB3279-75B5-4599-84E1-A3C25A6D11F9}"/>
              </a:ext>
            </a:extLst>
          </p:cNvPr>
          <p:cNvSpPr>
            <a:spLocks noGrp="1"/>
          </p:cNvSpPr>
          <p:nvPr/>
        </p:nvSpPr>
        <p:spPr>
          <a:xfrm>
            <a:off x="5679152" y="3510376"/>
            <a:ext cx="28398" cy="28398"/>
          </a:xfrm>
          <a:prstGeom prst="ellipse">
            <a:avLst/>
          </a:prstGeom>
          <a:solidFill>
            <a:srgbClr val="B57442">
              <a:alpha val="30000"/>
            </a:srgbClr>
          </a:solidFill>
          <a:ln w="0">
            <a:noFill/>
            <a:prstDash val="solid"/>
          </a:ln>
        </p:spPr>
      </p:sp>
      <p:sp>
        <p:nvSpPr>
          <p:cNvPr id="767" name="02_predicted_pose_4066">
            <a:extLst>
              <a:ext uri="{FF2B5EF4-FFF2-40B4-BE49-F238E27FC236}">
                <a16:creationId xmlns:a16="http://schemas.microsoft.com/office/drawing/2014/main" id="{8D9A4BA4-DD72-45B3-9540-F143366B326A}"/>
              </a:ext>
            </a:extLst>
          </p:cNvPr>
          <p:cNvSpPr>
            <a:spLocks noGrp="1"/>
          </p:cNvSpPr>
          <p:nvPr/>
        </p:nvSpPr>
        <p:spPr>
          <a:xfrm>
            <a:off x="5692934" y="3448866"/>
            <a:ext cx="28398" cy="28398"/>
          </a:xfrm>
          <a:prstGeom prst="ellipse">
            <a:avLst/>
          </a:prstGeom>
          <a:solidFill>
            <a:srgbClr val="B57442">
              <a:alpha val="30000"/>
            </a:srgbClr>
          </a:solidFill>
          <a:ln w="0">
            <a:noFill/>
            <a:prstDash val="solid"/>
          </a:ln>
        </p:spPr>
      </p:sp>
      <p:sp>
        <p:nvSpPr>
          <p:cNvPr id="768" name="02_predicted_pose_4067">
            <a:extLst>
              <a:ext uri="{FF2B5EF4-FFF2-40B4-BE49-F238E27FC236}">
                <a16:creationId xmlns:a16="http://schemas.microsoft.com/office/drawing/2014/main" id="{D04A6096-EE86-4799-83C4-135189ED40C9}"/>
              </a:ext>
            </a:extLst>
          </p:cNvPr>
          <p:cNvSpPr>
            <a:spLocks noGrp="1"/>
          </p:cNvSpPr>
          <p:nvPr/>
        </p:nvSpPr>
        <p:spPr>
          <a:xfrm>
            <a:off x="5706715" y="3378727"/>
            <a:ext cx="28398" cy="28398"/>
          </a:xfrm>
          <a:prstGeom prst="ellipse">
            <a:avLst/>
          </a:prstGeom>
          <a:solidFill>
            <a:srgbClr val="B57442">
              <a:alpha val="30000"/>
            </a:srgbClr>
          </a:solidFill>
          <a:ln w="0">
            <a:noFill/>
            <a:prstDash val="solid"/>
          </a:ln>
        </p:spPr>
      </p:sp>
      <p:sp>
        <p:nvSpPr>
          <p:cNvPr id="769" name="02_predicted_pose_4068">
            <a:extLst>
              <a:ext uri="{FF2B5EF4-FFF2-40B4-BE49-F238E27FC236}">
                <a16:creationId xmlns:a16="http://schemas.microsoft.com/office/drawing/2014/main" id="{AA5CACE5-5ACA-43A1-819B-E04E5075C278}"/>
              </a:ext>
            </a:extLst>
          </p:cNvPr>
          <p:cNvSpPr>
            <a:spLocks noGrp="1"/>
          </p:cNvSpPr>
          <p:nvPr/>
        </p:nvSpPr>
        <p:spPr>
          <a:xfrm>
            <a:off x="5596121" y="3523438"/>
            <a:ext cx="28398" cy="28398"/>
          </a:xfrm>
          <a:prstGeom prst="ellipse">
            <a:avLst/>
          </a:prstGeom>
          <a:solidFill>
            <a:srgbClr val="B57442">
              <a:alpha val="30000"/>
            </a:srgbClr>
          </a:solidFill>
          <a:ln w="0">
            <a:noFill/>
            <a:prstDash val="solid"/>
          </a:ln>
        </p:spPr>
      </p:sp>
      <p:sp>
        <p:nvSpPr>
          <p:cNvPr id="770" name="02_predicted_pose_4069">
            <a:extLst>
              <a:ext uri="{FF2B5EF4-FFF2-40B4-BE49-F238E27FC236}">
                <a16:creationId xmlns:a16="http://schemas.microsoft.com/office/drawing/2014/main" id="{D38B51FE-B2B9-4F60-8242-85CF8B8715BD}"/>
              </a:ext>
            </a:extLst>
          </p:cNvPr>
          <p:cNvSpPr>
            <a:spLocks noGrp="1"/>
          </p:cNvSpPr>
          <p:nvPr/>
        </p:nvSpPr>
        <p:spPr>
          <a:xfrm>
            <a:off x="5689144" y="3318572"/>
            <a:ext cx="28398" cy="28398"/>
          </a:xfrm>
          <a:prstGeom prst="ellipse">
            <a:avLst/>
          </a:prstGeom>
          <a:solidFill>
            <a:srgbClr val="B57442">
              <a:alpha val="30000"/>
            </a:srgbClr>
          </a:solidFill>
          <a:ln w="0">
            <a:noFill/>
            <a:prstDash val="solid"/>
          </a:ln>
        </p:spPr>
      </p:sp>
      <p:sp>
        <p:nvSpPr>
          <p:cNvPr id="771" name="02_predicted_pose_4070">
            <a:extLst>
              <a:ext uri="{FF2B5EF4-FFF2-40B4-BE49-F238E27FC236}">
                <a16:creationId xmlns:a16="http://schemas.microsoft.com/office/drawing/2014/main" id="{7E55D7B0-8476-483C-BEC3-E1779ACED384}"/>
              </a:ext>
            </a:extLst>
          </p:cNvPr>
          <p:cNvSpPr>
            <a:spLocks noGrp="1"/>
          </p:cNvSpPr>
          <p:nvPr/>
        </p:nvSpPr>
        <p:spPr>
          <a:xfrm>
            <a:off x="5782167" y="3466659"/>
            <a:ext cx="28398" cy="28398"/>
          </a:xfrm>
          <a:prstGeom prst="ellipse">
            <a:avLst/>
          </a:prstGeom>
          <a:solidFill>
            <a:srgbClr val="B57442">
              <a:alpha val="30000"/>
            </a:srgbClr>
          </a:solidFill>
          <a:ln w="0">
            <a:noFill/>
            <a:prstDash val="solid"/>
          </a:ln>
        </p:spPr>
      </p:sp>
      <p:sp>
        <p:nvSpPr>
          <p:cNvPr id="772" name="02_predicted_pose_4071">
            <a:extLst>
              <a:ext uri="{FF2B5EF4-FFF2-40B4-BE49-F238E27FC236}">
                <a16:creationId xmlns:a16="http://schemas.microsoft.com/office/drawing/2014/main" id="{2A51840B-6915-4FFE-A504-0E4DA5A62AE1}"/>
              </a:ext>
            </a:extLst>
          </p:cNvPr>
          <p:cNvSpPr>
            <a:spLocks noGrp="1"/>
          </p:cNvSpPr>
          <p:nvPr/>
        </p:nvSpPr>
        <p:spPr>
          <a:xfrm>
            <a:off x="5531693" y="3488198"/>
            <a:ext cx="28398" cy="28398"/>
          </a:xfrm>
          <a:prstGeom prst="ellipse">
            <a:avLst/>
          </a:prstGeom>
          <a:solidFill>
            <a:srgbClr val="B57442">
              <a:alpha val="30000"/>
            </a:srgbClr>
          </a:solidFill>
          <a:ln w="0">
            <a:noFill/>
            <a:prstDash val="solid"/>
          </a:ln>
        </p:spPr>
      </p:sp>
      <p:sp>
        <p:nvSpPr>
          <p:cNvPr id="773" name="02_predicted_pose_4072">
            <a:extLst>
              <a:ext uri="{FF2B5EF4-FFF2-40B4-BE49-F238E27FC236}">
                <a16:creationId xmlns:a16="http://schemas.microsoft.com/office/drawing/2014/main" id="{17429BD0-6340-4B3B-86DC-54A94443EB72}"/>
              </a:ext>
            </a:extLst>
          </p:cNvPr>
          <p:cNvSpPr>
            <a:spLocks noGrp="1"/>
          </p:cNvSpPr>
          <p:nvPr/>
        </p:nvSpPr>
        <p:spPr>
          <a:xfrm>
            <a:off x="5624717" y="3314971"/>
            <a:ext cx="28398" cy="28398"/>
          </a:xfrm>
          <a:prstGeom prst="ellipse">
            <a:avLst/>
          </a:prstGeom>
          <a:solidFill>
            <a:srgbClr val="B57442">
              <a:alpha val="30000"/>
            </a:srgbClr>
          </a:solidFill>
          <a:ln w="0">
            <a:noFill/>
            <a:prstDash val="solid"/>
          </a:ln>
        </p:spPr>
      </p:sp>
      <p:sp>
        <p:nvSpPr>
          <p:cNvPr id="774" name="02_predicted_pose_4073">
            <a:extLst>
              <a:ext uri="{FF2B5EF4-FFF2-40B4-BE49-F238E27FC236}">
                <a16:creationId xmlns:a16="http://schemas.microsoft.com/office/drawing/2014/main" id="{AC6BE8E9-24E3-48C1-B198-3BF26E9661E6}"/>
              </a:ext>
            </a:extLst>
          </p:cNvPr>
          <p:cNvSpPr>
            <a:spLocks noGrp="1"/>
          </p:cNvSpPr>
          <p:nvPr/>
        </p:nvSpPr>
        <p:spPr>
          <a:xfrm>
            <a:off x="5717740" y="3400047"/>
            <a:ext cx="28398" cy="28398"/>
          </a:xfrm>
          <a:prstGeom prst="ellipse">
            <a:avLst/>
          </a:prstGeom>
          <a:solidFill>
            <a:srgbClr val="B57442">
              <a:alpha val="30000"/>
            </a:srgbClr>
          </a:solidFill>
          <a:ln w="0">
            <a:noFill/>
            <a:prstDash val="solid"/>
          </a:ln>
        </p:spPr>
      </p:sp>
      <p:sp>
        <p:nvSpPr>
          <p:cNvPr id="775" name="02_predicted_pose_4074">
            <a:extLst>
              <a:ext uri="{FF2B5EF4-FFF2-40B4-BE49-F238E27FC236}">
                <a16:creationId xmlns:a16="http://schemas.microsoft.com/office/drawing/2014/main" id="{9E72774D-9013-4857-B829-AEF1A093A671}"/>
              </a:ext>
            </a:extLst>
          </p:cNvPr>
          <p:cNvSpPr>
            <a:spLocks noGrp="1"/>
          </p:cNvSpPr>
          <p:nvPr/>
        </p:nvSpPr>
        <p:spPr>
          <a:xfrm>
            <a:off x="5810763" y="3524512"/>
            <a:ext cx="28398" cy="28398"/>
          </a:xfrm>
          <a:prstGeom prst="ellipse">
            <a:avLst/>
          </a:prstGeom>
          <a:solidFill>
            <a:srgbClr val="B57442">
              <a:alpha val="30000"/>
            </a:srgbClr>
          </a:solidFill>
          <a:ln w="0">
            <a:noFill/>
            <a:prstDash val="solid"/>
          </a:ln>
        </p:spPr>
      </p:sp>
      <p:sp>
        <p:nvSpPr>
          <p:cNvPr id="776" name="02_predicted_pose_4075">
            <a:extLst>
              <a:ext uri="{FF2B5EF4-FFF2-40B4-BE49-F238E27FC236}">
                <a16:creationId xmlns:a16="http://schemas.microsoft.com/office/drawing/2014/main" id="{220D8EB3-EBD0-4460-8932-A80D19AC13D1}"/>
              </a:ext>
            </a:extLst>
          </p:cNvPr>
          <p:cNvSpPr>
            <a:spLocks noGrp="1"/>
          </p:cNvSpPr>
          <p:nvPr/>
        </p:nvSpPr>
        <p:spPr>
          <a:xfrm>
            <a:off x="5560289" y="3300504"/>
            <a:ext cx="28398" cy="28398"/>
          </a:xfrm>
          <a:prstGeom prst="ellipse">
            <a:avLst/>
          </a:prstGeom>
          <a:solidFill>
            <a:srgbClr val="B57442">
              <a:alpha val="30000"/>
            </a:srgbClr>
          </a:solidFill>
          <a:ln w="0">
            <a:noFill/>
            <a:prstDash val="solid"/>
          </a:ln>
        </p:spPr>
      </p:sp>
      <p:sp>
        <p:nvSpPr>
          <p:cNvPr id="777" name="02_predicted_pose_4076">
            <a:extLst>
              <a:ext uri="{FF2B5EF4-FFF2-40B4-BE49-F238E27FC236}">
                <a16:creationId xmlns:a16="http://schemas.microsoft.com/office/drawing/2014/main" id="{E83CC221-E8A2-4A68-B022-E4FCBD7EA655}"/>
              </a:ext>
            </a:extLst>
          </p:cNvPr>
          <p:cNvSpPr>
            <a:spLocks noGrp="1"/>
          </p:cNvSpPr>
          <p:nvPr/>
        </p:nvSpPr>
        <p:spPr>
          <a:xfrm>
            <a:off x="5653313" y="3400206"/>
            <a:ext cx="28398" cy="28398"/>
          </a:xfrm>
          <a:prstGeom prst="ellipse">
            <a:avLst/>
          </a:prstGeom>
          <a:solidFill>
            <a:srgbClr val="B57442">
              <a:alpha val="30000"/>
            </a:srgbClr>
          </a:solidFill>
          <a:ln w="0">
            <a:noFill/>
            <a:prstDash val="solid"/>
          </a:ln>
        </p:spPr>
      </p:sp>
      <p:sp>
        <p:nvSpPr>
          <p:cNvPr id="778" name="02_predicted_pose_4077">
            <a:extLst>
              <a:ext uri="{FF2B5EF4-FFF2-40B4-BE49-F238E27FC236}">
                <a16:creationId xmlns:a16="http://schemas.microsoft.com/office/drawing/2014/main" id="{AF56A024-2823-4B40-8017-892D5CA503C4}"/>
              </a:ext>
            </a:extLst>
          </p:cNvPr>
          <p:cNvSpPr>
            <a:spLocks noGrp="1"/>
          </p:cNvSpPr>
          <p:nvPr/>
        </p:nvSpPr>
        <p:spPr>
          <a:xfrm>
            <a:off x="5746336" y="3454255"/>
            <a:ext cx="28398" cy="28398"/>
          </a:xfrm>
          <a:prstGeom prst="ellipse">
            <a:avLst/>
          </a:prstGeom>
          <a:solidFill>
            <a:srgbClr val="B57442">
              <a:alpha val="30000"/>
            </a:srgbClr>
          </a:solidFill>
          <a:ln w="0">
            <a:noFill/>
            <a:prstDash val="solid"/>
          </a:ln>
        </p:spPr>
      </p:sp>
      <p:sp>
        <p:nvSpPr>
          <p:cNvPr id="779" name="02_predicted_pose_4078">
            <a:extLst>
              <a:ext uri="{FF2B5EF4-FFF2-40B4-BE49-F238E27FC236}">
                <a16:creationId xmlns:a16="http://schemas.microsoft.com/office/drawing/2014/main" id="{92DC9CB8-AFE4-4411-9ACD-543D488F0FE3}"/>
              </a:ext>
            </a:extLst>
          </p:cNvPr>
          <p:cNvSpPr>
            <a:spLocks noGrp="1"/>
          </p:cNvSpPr>
          <p:nvPr/>
        </p:nvSpPr>
        <p:spPr>
          <a:xfrm>
            <a:off x="5609902" y="3438411"/>
            <a:ext cx="28398" cy="28398"/>
          </a:xfrm>
          <a:prstGeom prst="ellipse">
            <a:avLst/>
          </a:prstGeom>
          <a:solidFill>
            <a:srgbClr val="B57442">
              <a:alpha val="30000"/>
            </a:srgbClr>
          </a:solidFill>
          <a:ln w="0">
            <a:noFill/>
            <a:prstDash val="solid"/>
          </a:ln>
        </p:spPr>
      </p:sp>
      <p:sp>
        <p:nvSpPr>
          <p:cNvPr id="780" name="02_predicted_pose_4079">
            <a:extLst>
              <a:ext uri="{FF2B5EF4-FFF2-40B4-BE49-F238E27FC236}">
                <a16:creationId xmlns:a16="http://schemas.microsoft.com/office/drawing/2014/main" id="{A3CEF001-D29D-4143-B273-2914F9E991D8}"/>
              </a:ext>
            </a:extLst>
          </p:cNvPr>
          <p:cNvSpPr>
            <a:spLocks noGrp="1"/>
          </p:cNvSpPr>
          <p:nvPr/>
        </p:nvSpPr>
        <p:spPr>
          <a:xfrm>
            <a:off x="5702925" y="3442760"/>
            <a:ext cx="28398" cy="28398"/>
          </a:xfrm>
          <a:prstGeom prst="ellipse">
            <a:avLst/>
          </a:prstGeom>
          <a:solidFill>
            <a:srgbClr val="B57442">
              <a:alpha val="30000"/>
            </a:srgbClr>
          </a:solidFill>
          <a:ln w="0">
            <a:noFill/>
            <a:prstDash val="solid"/>
          </a:ln>
        </p:spPr>
      </p:sp>
      <p:sp>
        <p:nvSpPr>
          <p:cNvPr id="781" name="02_predicted_pose_4080">
            <a:extLst>
              <a:ext uri="{FF2B5EF4-FFF2-40B4-BE49-F238E27FC236}">
                <a16:creationId xmlns:a16="http://schemas.microsoft.com/office/drawing/2014/main" id="{5F79A282-2EFA-4C3B-96FD-CF42CFFD25C6}"/>
              </a:ext>
            </a:extLst>
          </p:cNvPr>
          <p:cNvSpPr>
            <a:spLocks noGrp="1"/>
          </p:cNvSpPr>
          <p:nvPr/>
        </p:nvSpPr>
        <p:spPr>
          <a:xfrm>
            <a:off x="5795948" y="3386114"/>
            <a:ext cx="28398" cy="28398"/>
          </a:xfrm>
          <a:prstGeom prst="ellipse">
            <a:avLst/>
          </a:prstGeom>
          <a:solidFill>
            <a:srgbClr val="B57442">
              <a:alpha val="30000"/>
            </a:srgbClr>
          </a:solidFill>
          <a:ln w="0">
            <a:noFill/>
            <a:prstDash val="solid"/>
          </a:ln>
        </p:spPr>
      </p:sp>
      <p:sp>
        <p:nvSpPr>
          <p:cNvPr id="782" name="02_predicted_pose_4081">
            <a:extLst>
              <a:ext uri="{FF2B5EF4-FFF2-40B4-BE49-F238E27FC236}">
                <a16:creationId xmlns:a16="http://schemas.microsoft.com/office/drawing/2014/main" id="{AE0D0E45-D4A1-47F4-9F75-997C75FF6665}"/>
              </a:ext>
            </a:extLst>
          </p:cNvPr>
          <p:cNvSpPr>
            <a:spLocks noGrp="1"/>
          </p:cNvSpPr>
          <p:nvPr/>
        </p:nvSpPr>
        <p:spPr>
          <a:xfrm>
            <a:off x="5545475" y="3427065"/>
            <a:ext cx="28398" cy="28398"/>
          </a:xfrm>
          <a:prstGeom prst="ellipse">
            <a:avLst/>
          </a:prstGeom>
          <a:solidFill>
            <a:srgbClr val="B57442">
              <a:alpha val="30000"/>
            </a:srgbClr>
          </a:solidFill>
          <a:ln w="0">
            <a:noFill/>
            <a:prstDash val="solid"/>
          </a:ln>
        </p:spPr>
      </p:sp>
      <p:sp>
        <p:nvSpPr>
          <p:cNvPr id="783" name="02_predicted_pose_4082">
            <a:extLst>
              <a:ext uri="{FF2B5EF4-FFF2-40B4-BE49-F238E27FC236}">
                <a16:creationId xmlns:a16="http://schemas.microsoft.com/office/drawing/2014/main" id="{81752142-CD6D-4234-A39F-E17004A10DF2}"/>
              </a:ext>
            </a:extLst>
          </p:cNvPr>
          <p:cNvSpPr>
            <a:spLocks noGrp="1"/>
          </p:cNvSpPr>
          <p:nvPr/>
        </p:nvSpPr>
        <p:spPr>
          <a:xfrm>
            <a:off x="5638498" y="3434396"/>
            <a:ext cx="28398" cy="28398"/>
          </a:xfrm>
          <a:prstGeom prst="ellipse">
            <a:avLst/>
          </a:prstGeom>
          <a:solidFill>
            <a:srgbClr val="B57442">
              <a:alpha val="30000"/>
            </a:srgbClr>
          </a:solidFill>
          <a:ln w="0">
            <a:noFill/>
            <a:prstDash val="solid"/>
          </a:ln>
        </p:spPr>
      </p:sp>
      <p:sp>
        <p:nvSpPr>
          <p:cNvPr id="784" name="02_predicted_pose_4083">
            <a:extLst>
              <a:ext uri="{FF2B5EF4-FFF2-40B4-BE49-F238E27FC236}">
                <a16:creationId xmlns:a16="http://schemas.microsoft.com/office/drawing/2014/main" id="{F027F89C-684E-41D7-BFAE-6677C7370531}"/>
              </a:ext>
            </a:extLst>
          </p:cNvPr>
          <p:cNvSpPr>
            <a:spLocks noGrp="1"/>
          </p:cNvSpPr>
          <p:nvPr/>
        </p:nvSpPr>
        <p:spPr>
          <a:xfrm>
            <a:off x="5731521" y="3483826"/>
            <a:ext cx="28398" cy="28398"/>
          </a:xfrm>
          <a:prstGeom prst="ellipse">
            <a:avLst/>
          </a:prstGeom>
          <a:solidFill>
            <a:srgbClr val="B57442">
              <a:alpha val="30000"/>
            </a:srgbClr>
          </a:solidFill>
          <a:ln w="0">
            <a:noFill/>
            <a:prstDash val="solid"/>
          </a:ln>
        </p:spPr>
      </p:sp>
      <p:sp>
        <p:nvSpPr>
          <p:cNvPr id="785" name="02_predicted_pose_4084">
            <a:extLst>
              <a:ext uri="{FF2B5EF4-FFF2-40B4-BE49-F238E27FC236}">
                <a16:creationId xmlns:a16="http://schemas.microsoft.com/office/drawing/2014/main" id="{235ED9DB-1351-4596-A5E1-4B610D998013}"/>
              </a:ext>
            </a:extLst>
          </p:cNvPr>
          <p:cNvSpPr>
            <a:spLocks noGrp="1"/>
          </p:cNvSpPr>
          <p:nvPr/>
        </p:nvSpPr>
        <p:spPr>
          <a:xfrm>
            <a:off x="5481047" y="3360511"/>
            <a:ext cx="28398" cy="28398"/>
          </a:xfrm>
          <a:prstGeom prst="ellipse">
            <a:avLst/>
          </a:prstGeom>
          <a:solidFill>
            <a:srgbClr val="B57442">
              <a:alpha val="30000"/>
            </a:srgbClr>
          </a:solidFill>
          <a:ln w="0">
            <a:noFill/>
            <a:prstDash val="solid"/>
          </a:ln>
        </p:spPr>
      </p:sp>
      <p:sp>
        <p:nvSpPr>
          <p:cNvPr id="786" name="02_predicted_pose_4085">
            <a:extLst>
              <a:ext uri="{FF2B5EF4-FFF2-40B4-BE49-F238E27FC236}">
                <a16:creationId xmlns:a16="http://schemas.microsoft.com/office/drawing/2014/main" id="{A3CDAA6D-D438-4CBF-873E-BB2322926CC9}"/>
              </a:ext>
            </a:extLst>
          </p:cNvPr>
          <p:cNvSpPr>
            <a:spLocks noGrp="1"/>
          </p:cNvSpPr>
          <p:nvPr/>
        </p:nvSpPr>
        <p:spPr>
          <a:xfrm>
            <a:off x="5574071" y="3484735"/>
            <a:ext cx="28398" cy="28398"/>
          </a:xfrm>
          <a:prstGeom prst="ellipse">
            <a:avLst/>
          </a:prstGeom>
          <a:solidFill>
            <a:srgbClr val="B57442">
              <a:alpha val="30000"/>
            </a:srgbClr>
          </a:solidFill>
          <a:ln w="0">
            <a:noFill/>
            <a:prstDash val="solid"/>
          </a:ln>
        </p:spPr>
      </p:sp>
      <p:sp>
        <p:nvSpPr>
          <p:cNvPr id="787" name="02_predicted_pose_4086">
            <a:extLst>
              <a:ext uri="{FF2B5EF4-FFF2-40B4-BE49-F238E27FC236}">
                <a16:creationId xmlns:a16="http://schemas.microsoft.com/office/drawing/2014/main" id="{5BE26CB3-9D1C-45C3-89E2-93714D3D641E}"/>
              </a:ext>
            </a:extLst>
          </p:cNvPr>
          <p:cNvSpPr>
            <a:spLocks noGrp="1"/>
          </p:cNvSpPr>
          <p:nvPr/>
        </p:nvSpPr>
        <p:spPr>
          <a:xfrm>
            <a:off x="5667094" y="3458780"/>
            <a:ext cx="28398" cy="28398"/>
          </a:xfrm>
          <a:prstGeom prst="ellipse">
            <a:avLst/>
          </a:prstGeom>
          <a:solidFill>
            <a:srgbClr val="B57442">
              <a:alpha val="30000"/>
            </a:srgbClr>
          </a:solidFill>
          <a:ln w="0">
            <a:noFill/>
            <a:prstDash val="solid"/>
          </a:ln>
        </p:spPr>
      </p:sp>
      <p:sp>
        <p:nvSpPr>
          <p:cNvPr id="788" name="02_predicted_pose_4087">
            <a:extLst>
              <a:ext uri="{FF2B5EF4-FFF2-40B4-BE49-F238E27FC236}">
                <a16:creationId xmlns:a16="http://schemas.microsoft.com/office/drawing/2014/main" id="{13EC82AA-5711-474C-91CC-5C88413E2722}"/>
              </a:ext>
            </a:extLst>
          </p:cNvPr>
          <p:cNvSpPr>
            <a:spLocks noGrp="1"/>
          </p:cNvSpPr>
          <p:nvPr/>
        </p:nvSpPr>
        <p:spPr>
          <a:xfrm>
            <a:off x="5760117" y="3344850"/>
            <a:ext cx="28398" cy="28398"/>
          </a:xfrm>
          <a:prstGeom prst="ellipse">
            <a:avLst/>
          </a:prstGeom>
          <a:solidFill>
            <a:srgbClr val="B57442">
              <a:alpha val="30000"/>
            </a:srgbClr>
          </a:solidFill>
          <a:ln w="0">
            <a:noFill/>
            <a:prstDash val="solid"/>
          </a:ln>
        </p:spPr>
      </p:sp>
      <p:sp>
        <p:nvSpPr>
          <p:cNvPr id="789" name="02_predicted_pose_4088">
            <a:extLst>
              <a:ext uri="{FF2B5EF4-FFF2-40B4-BE49-F238E27FC236}">
                <a16:creationId xmlns:a16="http://schemas.microsoft.com/office/drawing/2014/main" id="{29E19FB1-907F-4AF2-9469-9667375AB2A4}"/>
              </a:ext>
            </a:extLst>
          </p:cNvPr>
          <p:cNvSpPr>
            <a:spLocks noGrp="1"/>
          </p:cNvSpPr>
          <p:nvPr/>
        </p:nvSpPr>
        <p:spPr>
          <a:xfrm>
            <a:off x="5623683" y="3379026"/>
            <a:ext cx="28398" cy="28398"/>
          </a:xfrm>
          <a:prstGeom prst="ellipse">
            <a:avLst/>
          </a:prstGeom>
          <a:solidFill>
            <a:srgbClr val="B57442">
              <a:alpha val="30000"/>
            </a:srgbClr>
          </a:solidFill>
          <a:ln w="0">
            <a:noFill/>
            <a:prstDash val="solid"/>
          </a:ln>
        </p:spPr>
      </p:sp>
      <p:sp>
        <p:nvSpPr>
          <p:cNvPr id="790" name="02_predicted_pose_4089">
            <a:extLst>
              <a:ext uri="{FF2B5EF4-FFF2-40B4-BE49-F238E27FC236}">
                <a16:creationId xmlns:a16="http://schemas.microsoft.com/office/drawing/2014/main" id="{FD63A8FF-8A00-4C75-AAD7-B2D0FE559736}"/>
              </a:ext>
            </a:extLst>
          </p:cNvPr>
          <p:cNvSpPr>
            <a:spLocks noGrp="1"/>
          </p:cNvSpPr>
          <p:nvPr/>
        </p:nvSpPr>
        <p:spPr>
          <a:xfrm>
            <a:off x="5716706" y="3366995"/>
            <a:ext cx="28398" cy="28398"/>
          </a:xfrm>
          <a:prstGeom prst="ellipse">
            <a:avLst/>
          </a:prstGeom>
          <a:solidFill>
            <a:srgbClr val="B57442">
              <a:alpha val="30000"/>
            </a:srgbClr>
          </a:solidFill>
          <a:ln w="0">
            <a:noFill/>
            <a:prstDash val="solid"/>
          </a:ln>
        </p:spPr>
      </p:sp>
      <p:sp>
        <p:nvSpPr>
          <p:cNvPr id="791" name="02_predicted_pose_4090">
            <a:extLst>
              <a:ext uri="{FF2B5EF4-FFF2-40B4-BE49-F238E27FC236}">
                <a16:creationId xmlns:a16="http://schemas.microsoft.com/office/drawing/2014/main" id="{2C256461-6CF5-4F20-B5FB-4831EC902146}"/>
              </a:ext>
            </a:extLst>
          </p:cNvPr>
          <p:cNvSpPr>
            <a:spLocks noGrp="1"/>
          </p:cNvSpPr>
          <p:nvPr/>
        </p:nvSpPr>
        <p:spPr>
          <a:xfrm>
            <a:off x="5809730" y="3416746"/>
            <a:ext cx="28398" cy="28398"/>
          </a:xfrm>
          <a:prstGeom prst="ellipse">
            <a:avLst/>
          </a:prstGeom>
          <a:solidFill>
            <a:srgbClr val="B57442">
              <a:alpha val="30000"/>
            </a:srgbClr>
          </a:solidFill>
          <a:ln w="0">
            <a:noFill/>
            <a:prstDash val="solid"/>
          </a:ln>
        </p:spPr>
      </p:sp>
      <p:sp>
        <p:nvSpPr>
          <p:cNvPr id="792" name="02_predicted_pose_4091">
            <a:extLst>
              <a:ext uri="{FF2B5EF4-FFF2-40B4-BE49-F238E27FC236}">
                <a16:creationId xmlns:a16="http://schemas.microsoft.com/office/drawing/2014/main" id="{B88CBFFA-4B55-4E94-8C6E-3E95FDCCA1CF}"/>
              </a:ext>
            </a:extLst>
          </p:cNvPr>
          <p:cNvSpPr>
            <a:spLocks noGrp="1"/>
          </p:cNvSpPr>
          <p:nvPr/>
        </p:nvSpPr>
        <p:spPr>
          <a:xfrm>
            <a:off x="5559256" y="3421561"/>
            <a:ext cx="28398" cy="28398"/>
          </a:xfrm>
          <a:prstGeom prst="ellipse">
            <a:avLst/>
          </a:prstGeom>
          <a:solidFill>
            <a:srgbClr val="B57442">
              <a:alpha val="30000"/>
            </a:srgbClr>
          </a:solidFill>
          <a:ln w="0">
            <a:noFill/>
            <a:prstDash val="solid"/>
          </a:ln>
        </p:spPr>
      </p:sp>
      <p:sp>
        <p:nvSpPr>
          <p:cNvPr id="793" name="02_predicted_pose_4092">
            <a:extLst>
              <a:ext uri="{FF2B5EF4-FFF2-40B4-BE49-F238E27FC236}">
                <a16:creationId xmlns:a16="http://schemas.microsoft.com/office/drawing/2014/main" id="{1B78D0C1-C776-4671-B5D8-EF539C86F9F8}"/>
              </a:ext>
            </a:extLst>
          </p:cNvPr>
          <p:cNvSpPr>
            <a:spLocks noGrp="1"/>
          </p:cNvSpPr>
          <p:nvPr/>
        </p:nvSpPr>
        <p:spPr>
          <a:xfrm>
            <a:off x="5652279" y="3460820"/>
            <a:ext cx="28398" cy="28398"/>
          </a:xfrm>
          <a:prstGeom prst="ellipse">
            <a:avLst/>
          </a:prstGeom>
          <a:solidFill>
            <a:srgbClr val="B57442">
              <a:alpha val="30000"/>
            </a:srgbClr>
          </a:solidFill>
          <a:ln w="0">
            <a:noFill/>
            <a:prstDash val="solid"/>
          </a:ln>
        </p:spPr>
      </p:sp>
      <p:sp>
        <p:nvSpPr>
          <p:cNvPr id="794" name="02_predicted_pose_4093">
            <a:extLst>
              <a:ext uri="{FF2B5EF4-FFF2-40B4-BE49-F238E27FC236}">
                <a16:creationId xmlns:a16="http://schemas.microsoft.com/office/drawing/2014/main" id="{9DBA17A3-1A88-4C51-9551-643897BF5D7B}"/>
              </a:ext>
            </a:extLst>
          </p:cNvPr>
          <p:cNvSpPr>
            <a:spLocks noGrp="1"/>
          </p:cNvSpPr>
          <p:nvPr/>
        </p:nvSpPr>
        <p:spPr>
          <a:xfrm>
            <a:off x="5745302" y="3411586"/>
            <a:ext cx="28398" cy="28398"/>
          </a:xfrm>
          <a:prstGeom prst="ellipse">
            <a:avLst/>
          </a:prstGeom>
          <a:solidFill>
            <a:srgbClr val="B57442">
              <a:alpha val="30000"/>
            </a:srgbClr>
          </a:solidFill>
          <a:ln w="0">
            <a:noFill/>
            <a:prstDash val="solid"/>
          </a:ln>
        </p:spPr>
      </p:sp>
      <p:sp>
        <p:nvSpPr>
          <p:cNvPr id="795" name="02_predicted_pose_4094">
            <a:extLst>
              <a:ext uri="{FF2B5EF4-FFF2-40B4-BE49-F238E27FC236}">
                <a16:creationId xmlns:a16="http://schemas.microsoft.com/office/drawing/2014/main" id="{C1F4FC1D-9F3C-44FF-80C5-B2E4F1E12124}"/>
              </a:ext>
            </a:extLst>
          </p:cNvPr>
          <p:cNvSpPr>
            <a:spLocks noGrp="1"/>
          </p:cNvSpPr>
          <p:nvPr/>
        </p:nvSpPr>
        <p:spPr>
          <a:xfrm>
            <a:off x="5494828" y="3342503"/>
            <a:ext cx="28398" cy="28398"/>
          </a:xfrm>
          <a:prstGeom prst="ellipse">
            <a:avLst/>
          </a:prstGeom>
          <a:solidFill>
            <a:srgbClr val="B57442">
              <a:alpha val="30000"/>
            </a:srgbClr>
          </a:solidFill>
          <a:ln w="0">
            <a:noFill/>
            <a:prstDash val="solid"/>
          </a:ln>
        </p:spPr>
      </p:sp>
      <p:sp>
        <p:nvSpPr>
          <p:cNvPr id="796" name="02_predicted_pose_4095">
            <a:extLst>
              <a:ext uri="{FF2B5EF4-FFF2-40B4-BE49-F238E27FC236}">
                <a16:creationId xmlns:a16="http://schemas.microsoft.com/office/drawing/2014/main" id="{E1A89928-6E97-4838-A121-ED7FDC5A783C}"/>
              </a:ext>
            </a:extLst>
          </p:cNvPr>
          <p:cNvSpPr>
            <a:spLocks noGrp="1"/>
          </p:cNvSpPr>
          <p:nvPr/>
        </p:nvSpPr>
        <p:spPr>
          <a:xfrm>
            <a:off x="5587852" y="3451938"/>
            <a:ext cx="28398" cy="28398"/>
          </a:xfrm>
          <a:prstGeom prst="ellipse">
            <a:avLst/>
          </a:prstGeom>
          <a:solidFill>
            <a:srgbClr val="B57442">
              <a:alpha val="30000"/>
            </a:srgbClr>
          </a:solidFill>
          <a:ln w="0">
            <a:noFill/>
            <a:prstDash val="solid"/>
          </a:ln>
        </p:spPr>
      </p:sp>
      <p:sp>
        <p:nvSpPr>
          <p:cNvPr id="797" name="02_predicted_pose_4096">
            <a:extLst>
              <a:ext uri="{FF2B5EF4-FFF2-40B4-BE49-F238E27FC236}">
                <a16:creationId xmlns:a16="http://schemas.microsoft.com/office/drawing/2014/main" id="{ACACC745-D961-41F0-9A9A-EA52B1E5DB54}"/>
              </a:ext>
            </a:extLst>
          </p:cNvPr>
          <p:cNvSpPr>
            <a:spLocks noGrp="1"/>
          </p:cNvSpPr>
          <p:nvPr/>
        </p:nvSpPr>
        <p:spPr>
          <a:xfrm>
            <a:off x="5680875" y="3448973"/>
            <a:ext cx="28398" cy="28398"/>
          </a:xfrm>
          <a:prstGeom prst="ellipse">
            <a:avLst/>
          </a:prstGeom>
          <a:solidFill>
            <a:srgbClr val="B57442">
              <a:alpha val="30000"/>
            </a:srgbClr>
          </a:solidFill>
          <a:ln w="0">
            <a:noFill/>
            <a:prstDash val="solid"/>
          </a:ln>
        </p:spPr>
      </p:sp>
      <p:sp>
        <p:nvSpPr>
          <p:cNvPr id="798" name="02_predicted_pose_4097">
            <a:extLst>
              <a:ext uri="{FF2B5EF4-FFF2-40B4-BE49-F238E27FC236}">
                <a16:creationId xmlns:a16="http://schemas.microsoft.com/office/drawing/2014/main" id="{D4F2A87A-1847-4496-96BF-56689D3E1FD1}"/>
              </a:ext>
            </a:extLst>
          </p:cNvPr>
          <p:cNvSpPr>
            <a:spLocks noGrp="1"/>
          </p:cNvSpPr>
          <p:nvPr/>
        </p:nvSpPr>
        <p:spPr>
          <a:xfrm>
            <a:off x="5773898" y="3480254"/>
            <a:ext cx="28398" cy="28398"/>
          </a:xfrm>
          <a:prstGeom prst="ellipse">
            <a:avLst/>
          </a:prstGeom>
          <a:solidFill>
            <a:srgbClr val="B57442">
              <a:alpha val="30000"/>
            </a:srgbClr>
          </a:solidFill>
          <a:ln w="0">
            <a:noFill/>
            <a:prstDash val="solid"/>
          </a:ln>
        </p:spPr>
      </p:sp>
      <p:sp>
        <p:nvSpPr>
          <p:cNvPr id="799" name="02_predicted_pose_4098">
            <a:extLst>
              <a:ext uri="{FF2B5EF4-FFF2-40B4-BE49-F238E27FC236}">
                <a16:creationId xmlns:a16="http://schemas.microsoft.com/office/drawing/2014/main" id="{A3699973-53A5-4BB1-B95A-595307080902}"/>
              </a:ext>
            </a:extLst>
          </p:cNvPr>
          <p:cNvSpPr>
            <a:spLocks noGrp="1"/>
          </p:cNvSpPr>
          <p:nvPr/>
        </p:nvSpPr>
        <p:spPr>
          <a:xfrm>
            <a:off x="5637464" y="3419989"/>
            <a:ext cx="28398" cy="28398"/>
          </a:xfrm>
          <a:prstGeom prst="ellipse">
            <a:avLst/>
          </a:prstGeom>
          <a:solidFill>
            <a:srgbClr val="B57442">
              <a:alpha val="30000"/>
            </a:srgbClr>
          </a:solidFill>
          <a:ln w="0">
            <a:noFill/>
            <a:prstDash val="solid"/>
          </a:ln>
        </p:spPr>
      </p:sp>
      <p:sp>
        <p:nvSpPr>
          <p:cNvPr id="800" name="02_predicted_pose_4099">
            <a:extLst>
              <a:ext uri="{FF2B5EF4-FFF2-40B4-BE49-F238E27FC236}">
                <a16:creationId xmlns:a16="http://schemas.microsoft.com/office/drawing/2014/main" id="{43C152E3-F89E-44E5-97AE-9603D77CA0D8}"/>
              </a:ext>
            </a:extLst>
          </p:cNvPr>
          <p:cNvSpPr>
            <a:spLocks noGrp="1"/>
          </p:cNvSpPr>
          <p:nvPr/>
        </p:nvSpPr>
        <p:spPr>
          <a:xfrm>
            <a:off x="5730488" y="3414361"/>
            <a:ext cx="28398" cy="28398"/>
          </a:xfrm>
          <a:prstGeom prst="ellipse">
            <a:avLst/>
          </a:prstGeom>
          <a:solidFill>
            <a:srgbClr val="B57442">
              <a:alpha val="30000"/>
            </a:srgbClr>
          </a:solidFill>
          <a:ln w="0">
            <a:noFill/>
            <a:prstDash val="solid"/>
          </a:ln>
        </p:spPr>
      </p:sp>
      <p:sp>
        <p:nvSpPr>
          <p:cNvPr id="801" name="02_predicted_pose_4100">
            <a:extLst>
              <a:ext uri="{FF2B5EF4-FFF2-40B4-BE49-F238E27FC236}">
                <a16:creationId xmlns:a16="http://schemas.microsoft.com/office/drawing/2014/main" id="{EF225E21-BD25-44F7-BF6B-F84687E156CD}"/>
              </a:ext>
            </a:extLst>
          </p:cNvPr>
          <p:cNvSpPr>
            <a:spLocks noGrp="1"/>
          </p:cNvSpPr>
          <p:nvPr/>
        </p:nvSpPr>
        <p:spPr>
          <a:xfrm>
            <a:off x="5480014" y="3366918"/>
            <a:ext cx="28398" cy="28398"/>
          </a:xfrm>
          <a:prstGeom prst="ellipse">
            <a:avLst/>
          </a:prstGeom>
          <a:solidFill>
            <a:srgbClr val="B57442">
              <a:alpha val="30000"/>
            </a:srgbClr>
          </a:solidFill>
          <a:ln w="0">
            <a:noFill/>
            <a:prstDash val="solid"/>
          </a:ln>
        </p:spPr>
      </p:sp>
      <p:sp>
        <p:nvSpPr>
          <p:cNvPr id="802" name="02_predicted_pose_4101">
            <a:extLst>
              <a:ext uri="{FF2B5EF4-FFF2-40B4-BE49-F238E27FC236}">
                <a16:creationId xmlns:a16="http://schemas.microsoft.com/office/drawing/2014/main" id="{311135FD-A6A1-4F65-81E7-6C175370CFCD}"/>
              </a:ext>
            </a:extLst>
          </p:cNvPr>
          <p:cNvSpPr>
            <a:spLocks noGrp="1"/>
          </p:cNvSpPr>
          <p:nvPr/>
        </p:nvSpPr>
        <p:spPr>
          <a:xfrm>
            <a:off x="5573037" y="3354718"/>
            <a:ext cx="28398" cy="28398"/>
          </a:xfrm>
          <a:prstGeom prst="ellipse">
            <a:avLst/>
          </a:prstGeom>
          <a:solidFill>
            <a:srgbClr val="B57442">
              <a:alpha val="30000"/>
            </a:srgbClr>
          </a:solidFill>
          <a:ln w="0">
            <a:noFill/>
            <a:prstDash val="solid"/>
          </a:ln>
        </p:spPr>
      </p:sp>
      <p:sp>
        <p:nvSpPr>
          <p:cNvPr id="803" name="02_predicted_pose_4102">
            <a:extLst>
              <a:ext uri="{FF2B5EF4-FFF2-40B4-BE49-F238E27FC236}">
                <a16:creationId xmlns:a16="http://schemas.microsoft.com/office/drawing/2014/main" id="{6352C864-46F6-4D8F-93EF-2E92D6957BEB}"/>
              </a:ext>
            </a:extLst>
          </p:cNvPr>
          <p:cNvSpPr>
            <a:spLocks noGrp="1"/>
          </p:cNvSpPr>
          <p:nvPr/>
        </p:nvSpPr>
        <p:spPr>
          <a:xfrm>
            <a:off x="5666060" y="3542080"/>
            <a:ext cx="28398" cy="28398"/>
          </a:xfrm>
          <a:prstGeom prst="ellipse">
            <a:avLst/>
          </a:prstGeom>
          <a:solidFill>
            <a:srgbClr val="B57442">
              <a:alpha val="30000"/>
            </a:srgbClr>
          </a:solidFill>
          <a:ln w="0">
            <a:noFill/>
            <a:prstDash val="solid"/>
          </a:ln>
        </p:spPr>
      </p:sp>
      <p:sp>
        <p:nvSpPr>
          <p:cNvPr id="804" name="02_predicted_pose_4103">
            <a:extLst>
              <a:ext uri="{FF2B5EF4-FFF2-40B4-BE49-F238E27FC236}">
                <a16:creationId xmlns:a16="http://schemas.microsoft.com/office/drawing/2014/main" id="{0C2C620C-EB7C-4515-97C9-671FF031331E}"/>
              </a:ext>
            </a:extLst>
          </p:cNvPr>
          <p:cNvSpPr>
            <a:spLocks noGrp="1"/>
          </p:cNvSpPr>
          <p:nvPr/>
        </p:nvSpPr>
        <p:spPr>
          <a:xfrm>
            <a:off x="5759084" y="3479283"/>
            <a:ext cx="28398" cy="28398"/>
          </a:xfrm>
          <a:prstGeom prst="ellipse">
            <a:avLst/>
          </a:prstGeom>
          <a:solidFill>
            <a:srgbClr val="B57442">
              <a:alpha val="30000"/>
            </a:srgbClr>
          </a:solidFill>
          <a:ln w="0">
            <a:noFill/>
            <a:prstDash val="solid"/>
          </a:ln>
        </p:spPr>
      </p:sp>
      <p:sp>
        <p:nvSpPr>
          <p:cNvPr id="805" name="02_predicted_pose_4104">
            <a:extLst>
              <a:ext uri="{FF2B5EF4-FFF2-40B4-BE49-F238E27FC236}">
                <a16:creationId xmlns:a16="http://schemas.microsoft.com/office/drawing/2014/main" id="{6334B3CB-6C38-40A5-B876-389C90D95ECF}"/>
              </a:ext>
            </a:extLst>
          </p:cNvPr>
          <p:cNvSpPr>
            <a:spLocks noGrp="1"/>
          </p:cNvSpPr>
          <p:nvPr/>
        </p:nvSpPr>
        <p:spPr>
          <a:xfrm>
            <a:off x="5508610" y="3334625"/>
            <a:ext cx="28398" cy="28398"/>
          </a:xfrm>
          <a:prstGeom prst="ellipse">
            <a:avLst/>
          </a:prstGeom>
          <a:solidFill>
            <a:srgbClr val="B57442">
              <a:alpha val="30000"/>
            </a:srgbClr>
          </a:solidFill>
          <a:ln w="0">
            <a:noFill/>
            <a:prstDash val="solid"/>
          </a:ln>
        </p:spPr>
      </p:sp>
      <p:sp>
        <p:nvSpPr>
          <p:cNvPr id="806" name="02_predicted_pose_4105">
            <a:extLst>
              <a:ext uri="{FF2B5EF4-FFF2-40B4-BE49-F238E27FC236}">
                <a16:creationId xmlns:a16="http://schemas.microsoft.com/office/drawing/2014/main" id="{E0570A16-4F91-49F6-9FB7-886597A50BF9}"/>
              </a:ext>
            </a:extLst>
          </p:cNvPr>
          <p:cNvSpPr>
            <a:spLocks noGrp="1"/>
          </p:cNvSpPr>
          <p:nvPr/>
        </p:nvSpPr>
        <p:spPr>
          <a:xfrm>
            <a:off x="5601633" y="3450872"/>
            <a:ext cx="28398" cy="28398"/>
          </a:xfrm>
          <a:prstGeom prst="ellipse">
            <a:avLst/>
          </a:prstGeom>
          <a:solidFill>
            <a:srgbClr val="B57442">
              <a:alpha val="30000"/>
            </a:srgbClr>
          </a:solidFill>
          <a:ln w="0">
            <a:noFill/>
            <a:prstDash val="solid"/>
          </a:ln>
        </p:spPr>
      </p:sp>
      <p:sp>
        <p:nvSpPr>
          <p:cNvPr id="807" name="02_predicted_pose_4106">
            <a:extLst>
              <a:ext uri="{FF2B5EF4-FFF2-40B4-BE49-F238E27FC236}">
                <a16:creationId xmlns:a16="http://schemas.microsoft.com/office/drawing/2014/main" id="{6F8B483F-7026-4667-85D8-E243C71BD747}"/>
              </a:ext>
            </a:extLst>
          </p:cNvPr>
          <p:cNvSpPr>
            <a:spLocks noGrp="1"/>
          </p:cNvSpPr>
          <p:nvPr/>
        </p:nvSpPr>
        <p:spPr>
          <a:xfrm>
            <a:off x="5694656" y="3427905"/>
            <a:ext cx="28398" cy="28398"/>
          </a:xfrm>
          <a:prstGeom prst="ellipse">
            <a:avLst/>
          </a:prstGeom>
          <a:solidFill>
            <a:srgbClr val="B57442">
              <a:alpha val="30000"/>
            </a:srgbClr>
          </a:solidFill>
          <a:ln w="0">
            <a:noFill/>
            <a:prstDash val="solid"/>
          </a:ln>
        </p:spPr>
      </p:sp>
      <p:sp>
        <p:nvSpPr>
          <p:cNvPr id="808" name="02_predicted_pose_4107">
            <a:extLst>
              <a:ext uri="{FF2B5EF4-FFF2-40B4-BE49-F238E27FC236}">
                <a16:creationId xmlns:a16="http://schemas.microsoft.com/office/drawing/2014/main" id="{69EDF4E8-DA44-4EE5-9BAD-9D595D861B75}"/>
              </a:ext>
            </a:extLst>
          </p:cNvPr>
          <p:cNvSpPr>
            <a:spLocks noGrp="1"/>
          </p:cNvSpPr>
          <p:nvPr/>
        </p:nvSpPr>
        <p:spPr>
          <a:xfrm>
            <a:off x="5787680" y="3350854"/>
            <a:ext cx="28398" cy="28398"/>
          </a:xfrm>
          <a:prstGeom prst="ellipse">
            <a:avLst/>
          </a:prstGeom>
          <a:solidFill>
            <a:srgbClr val="B57442">
              <a:alpha val="30000"/>
            </a:srgbClr>
          </a:solidFill>
          <a:ln w="0">
            <a:noFill/>
            <a:prstDash val="solid"/>
          </a:ln>
        </p:spPr>
      </p:sp>
      <p:sp>
        <p:nvSpPr>
          <p:cNvPr id="809" name="02_predicted_pose_4108">
            <a:extLst>
              <a:ext uri="{FF2B5EF4-FFF2-40B4-BE49-F238E27FC236}">
                <a16:creationId xmlns:a16="http://schemas.microsoft.com/office/drawing/2014/main" id="{226EA260-E26E-4296-B52D-EE469D9C0C7A}"/>
              </a:ext>
            </a:extLst>
          </p:cNvPr>
          <p:cNvSpPr>
            <a:spLocks noGrp="1"/>
          </p:cNvSpPr>
          <p:nvPr/>
        </p:nvSpPr>
        <p:spPr>
          <a:xfrm>
            <a:off x="5651245" y="3437366"/>
            <a:ext cx="28398" cy="28398"/>
          </a:xfrm>
          <a:prstGeom prst="ellipse">
            <a:avLst/>
          </a:prstGeom>
          <a:solidFill>
            <a:srgbClr val="B57442">
              <a:alpha val="30000"/>
            </a:srgbClr>
          </a:solidFill>
          <a:ln w="0">
            <a:noFill/>
            <a:prstDash val="solid"/>
          </a:ln>
        </p:spPr>
      </p:sp>
      <p:sp>
        <p:nvSpPr>
          <p:cNvPr id="810" name="02_predicted_pose_4109">
            <a:extLst>
              <a:ext uri="{FF2B5EF4-FFF2-40B4-BE49-F238E27FC236}">
                <a16:creationId xmlns:a16="http://schemas.microsoft.com/office/drawing/2014/main" id="{E96E4DBA-1560-4F5C-BA3A-059FEF51123B}"/>
              </a:ext>
            </a:extLst>
          </p:cNvPr>
          <p:cNvSpPr>
            <a:spLocks noGrp="1"/>
          </p:cNvSpPr>
          <p:nvPr/>
        </p:nvSpPr>
        <p:spPr>
          <a:xfrm>
            <a:off x="5744269" y="3418204"/>
            <a:ext cx="28398" cy="28398"/>
          </a:xfrm>
          <a:prstGeom prst="ellipse">
            <a:avLst/>
          </a:prstGeom>
          <a:solidFill>
            <a:srgbClr val="B57442">
              <a:alpha val="30000"/>
            </a:srgbClr>
          </a:solidFill>
          <a:ln w="0">
            <a:noFill/>
            <a:prstDash val="solid"/>
          </a:ln>
        </p:spPr>
      </p:sp>
      <p:sp>
        <p:nvSpPr>
          <p:cNvPr id="811" name="02_predicted_pose_4110">
            <a:extLst>
              <a:ext uri="{FF2B5EF4-FFF2-40B4-BE49-F238E27FC236}">
                <a16:creationId xmlns:a16="http://schemas.microsoft.com/office/drawing/2014/main" id="{247D2270-4B3B-4FF6-A9DC-A09B57AD87B1}"/>
              </a:ext>
            </a:extLst>
          </p:cNvPr>
          <p:cNvSpPr>
            <a:spLocks noGrp="1"/>
          </p:cNvSpPr>
          <p:nvPr/>
        </p:nvSpPr>
        <p:spPr>
          <a:xfrm>
            <a:off x="5493795" y="3455596"/>
            <a:ext cx="28398" cy="28398"/>
          </a:xfrm>
          <a:prstGeom prst="ellipse">
            <a:avLst/>
          </a:prstGeom>
          <a:solidFill>
            <a:srgbClr val="B57442">
              <a:alpha val="30000"/>
            </a:srgbClr>
          </a:solidFill>
          <a:ln w="0">
            <a:noFill/>
            <a:prstDash val="solid"/>
          </a:ln>
        </p:spPr>
      </p:sp>
      <p:sp>
        <p:nvSpPr>
          <p:cNvPr id="812" name="02_predicted_pose_4111">
            <a:extLst>
              <a:ext uri="{FF2B5EF4-FFF2-40B4-BE49-F238E27FC236}">
                <a16:creationId xmlns:a16="http://schemas.microsoft.com/office/drawing/2014/main" id="{B01217A3-764B-4561-967E-4CF29DE879A8}"/>
              </a:ext>
            </a:extLst>
          </p:cNvPr>
          <p:cNvSpPr>
            <a:spLocks noGrp="1"/>
          </p:cNvSpPr>
          <p:nvPr/>
        </p:nvSpPr>
        <p:spPr>
          <a:xfrm>
            <a:off x="5586818" y="3502327"/>
            <a:ext cx="28398" cy="28398"/>
          </a:xfrm>
          <a:prstGeom prst="ellipse">
            <a:avLst/>
          </a:prstGeom>
          <a:solidFill>
            <a:srgbClr val="B57442">
              <a:alpha val="30000"/>
            </a:srgbClr>
          </a:solidFill>
          <a:ln w="0">
            <a:noFill/>
            <a:prstDash val="solid"/>
          </a:ln>
        </p:spPr>
      </p:sp>
      <p:sp>
        <p:nvSpPr>
          <p:cNvPr id="813" name="02_predicted_pose_4112">
            <a:extLst>
              <a:ext uri="{FF2B5EF4-FFF2-40B4-BE49-F238E27FC236}">
                <a16:creationId xmlns:a16="http://schemas.microsoft.com/office/drawing/2014/main" id="{B884F7D9-7DBE-4626-BA4E-A437ADC2D700}"/>
              </a:ext>
            </a:extLst>
          </p:cNvPr>
          <p:cNvSpPr>
            <a:spLocks noGrp="1"/>
          </p:cNvSpPr>
          <p:nvPr/>
        </p:nvSpPr>
        <p:spPr>
          <a:xfrm>
            <a:off x="5679842" y="3460050"/>
            <a:ext cx="28398" cy="28398"/>
          </a:xfrm>
          <a:prstGeom prst="ellipse">
            <a:avLst/>
          </a:prstGeom>
          <a:solidFill>
            <a:srgbClr val="B57442">
              <a:alpha val="30000"/>
            </a:srgbClr>
          </a:solidFill>
          <a:ln w="0">
            <a:noFill/>
            <a:prstDash val="solid"/>
          </a:ln>
        </p:spPr>
      </p:sp>
      <p:sp>
        <p:nvSpPr>
          <p:cNvPr id="814" name="02_predicted_pose_4113">
            <a:extLst>
              <a:ext uri="{FF2B5EF4-FFF2-40B4-BE49-F238E27FC236}">
                <a16:creationId xmlns:a16="http://schemas.microsoft.com/office/drawing/2014/main" id="{C1F65497-ACD7-4964-88B9-918D13D79DBF}"/>
              </a:ext>
            </a:extLst>
          </p:cNvPr>
          <p:cNvSpPr>
            <a:spLocks noGrp="1"/>
          </p:cNvSpPr>
          <p:nvPr/>
        </p:nvSpPr>
        <p:spPr>
          <a:xfrm>
            <a:off x="5772865" y="3363516"/>
            <a:ext cx="28398" cy="28398"/>
          </a:xfrm>
          <a:prstGeom prst="ellipse">
            <a:avLst/>
          </a:prstGeom>
          <a:solidFill>
            <a:srgbClr val="B57442">
              <a:alpha val="30000"/>
            </a:srgbClr>
          </a:solidFill>
          <a:ln w="0">
            <a:noFill/>
            <a:prstDash val="solid"/>
          </a:ln>
        </p:spPr>
      </p:sp>
      <p:sp>
        <p:nvSpPr>
          <p:cNvPr id="815" name="02_predicted_pose_4114">
            <a:extLst>
              <a:ext uri="{FF2B5EF4-FFF2-40B4-BE49-F238E27FC236}">
                <a16:creationId xmlns:a16="http://schemas.microsoft.com/office/drawing/2014/main" id="{33DD676C-8201-440C-9F7D-4809988AABFE}"/>
              </a:ext>
            </a:extLst>
          </p:cNvPr>
          <p:cNvSpPr>
            <a:spLocks noGrp="1"/>
          </p:cNvSpPr>
          <p:nvPr/>
        </p:nvSpPr>
        <p:spPr>
          <a:xfrm>
            <a:off x="5522391" y="3499060"/>
            <a:ext cx="28398" cy="28398"/>
          </a:xfrm>
          <a:prstGeom prst="ellipse">
            <a:avLst/>
          </a:prstGeom>
          <a:solidFill>
            <a:srgbClr val="B57442">
              <a:alpha val="30000"/>
            </a:srgbClr>
          </a:solidFill>
          <a:ln w="0">
            <a:noFill/>
            <a:prstDash val="solid"/>
          </a:ln>
        </p:spPr>
      </p:sp>
      <p:sp>
        <p:nvSpPr>
          <p:cNvPr id="816" name="02_predicted_pose_4115">
            <a:extLst>
              <a:ext uri="{FF2B5EF4-FFF2-40B4-BE49-F238E27FC236}">
                <a16:creationId xmlns:a16="http://schemas.microsoft.com/office/drawing/2014/main" id="{2649A050-7778-44E1-8ECD-9C4266BE9296}"/>
              </a:ext>
            </a:extLst>
          </p:cNvPr>
          <p:cNvSpPr>
            <a:spLocks noGrp="1"/>
          </p:cNvSpPr>
          <p:nvPr/>
        </p:nvSpPr>
        <p:spPr>
          <a:xfrm>
            <a:off x="5615414" y="3433634"/>
            <a:ext cx="28398" cy="28398"/>
          </a:xfrm>
          <a:prstGeom prst="ellipse">
            <a:avLst/>
          </a:prstGeom>
          <a:solidFill>
            <a:srgbClr val="B57442">
              <a:alpha val="30000"/>
            </a:srgbClr>
          </a:solidFill>
          <a:ln w="0">
            <a:noFill/>
            <a:prstDash val="solid"/>
          </a:ln>
        </p:spPr>
      </p:sp>
      <p:sp>
        <p:nvSpPr>
          <p:cNvPr id="817" name="02_predicted_pose_4116">
            <a:extLst>
              <a:ext uri="{FF2B5EF4-FFF2-40B4-BE49-F238E27FC236}">
                <a16:creationId xmlns:a16="http://schemas.microsoft.com/office/drawing/2014/main" id="{D6E0BC4D-EF88-4F86-AC7D-18746FE7F54A}"/>
              </a:ext>
            </a:extLst>
          </p:cNvPr>
          <p:cNvSpPr>
            <a:spLocks noGrp="1"/>
          </p:cNvSpPr>
          <p:nvPr/>
        </p:nvSpPr>
        <p:spPr>
          <a:xfrm>
            <a:off x="5708438" y="3360575"/>
            <a:ext cx="28398" cy="28398"/>
          </a:xfrm>
          <a:prstGeom prst="ellipse">
            <a:avLst/>
          </a:prstGeom>
          <a:solidFill>
            <a:srgbClr val="B57442">
              <a:alpha val="30000"/>
            </a:srgbClr>
          </a:solidFill>
          <a:ln w="0">
            <a:noFill/>
            <a:prstDash val="solid"/>
          </a:ln>
        </p:spPr>
      </p:sp>
      <p:sp>
        <p:nvSpPr>
          <p:cNvPr id="818" name="02_predicted_pose_4117">
            <a:extLst>
              <a:ext uri="{FF2B5EF4-FFF2-40B4-BE49-F238E27FC236}">
                <a16:creationId xmlns:a16="http://schemas.microsoft.com/office/drawing/2014/main" id="{CDA78BD3-67F3-471C-A2DD-127E792523F4}"/>
              </a:ext>
            </a:extLst>
          </p:cNvPr>
          <p:cNvSpPr>
            <a:spLocks noGrp="1"/>
          </p:cNvSpPr>
          <p:nvPr/>
        </p:nvSpPr>
        <p:spPr>
          <a:xfrm>
            <a:off x="5801461" y="3558620"/>
            <a:ext cx="28398" cy="28398"/>
          </a:xfrm>
          <a:prstGeom prst="ellipse">
            <a:avLst/>
          </a:prstGeom>
          <a:solidFill>
            <a:srgbClr val="B57442">
              <a:alpha val="30000"/>
            </a:srgbClr>
          </a:solidFill>
          <a:ln w="0">
            <a:noFill/>
            <a:prstDash val="solid"/>
          </a:ln>
        </p:spPr>
      </p:sp>
      <p:sp>
        <p:nvSpPr>
          <p:cNvPr id="819" name="02_predicted_pose_4118">
            <a:extLst>
              <a:ext uri="{FF2B5EF4-FFF2-40B4-BE49-F238E27FC236}">
                <a16:creationId xmlns:a16="http://schemas.microsoft.com/office/drawing/2014/main" id="{77E3E4CC-04A1-4B5F-95D6-9A73D93E1A84}"/>
              </a:ext>
            </a:extLst>
          </p:cNvPr>
          <p:cNvSpPr>
            <a:spLocks noGrp="1"/>
          </p:cNvSpPr>
          <p:nvPr/>
        </p:nvSpPr>
        <p:spPr>
          <a:xfrm>
            <a:off x="5758050" y="3379302"/>
            <a:ext cx="28398" cy="28398"/>
          </a:xfrm>
          <a:prstGeom prst="ellipse">
            <a:avLst/>
          </a:prstGeom>
          <a:solidFill>
            <a:srgbClr val="B57442">
              <a:alpha val="30000"/>
            </a:srgbClr>
          </a:solidFill>
          <a:ln w="0">
            <a:noFill/>
            <a:prstDash val="solid"/>
          </a:ln>
        </p:spPr>
      </p:sp>
      <p:sp>
        <p:nvSpPr>
          <p:cNvPr id="820" name="02_predicted_pose_4119">
            <a:extLst>
              <a:ext uri="{FF2B5EF4-FFF2-40B4-BE49-F238E27FC236}">
                <a16:creationId xmlns:a16="http://schemas.microsoft.com/office/drawing/2014/main" id="{963CC3F3-7809-47A1-BE3B-9A6E5188A81F}"/>
              </a:ext>
            </a:extLst>
          </p:cNvPr>
          <p:cNvSpPr>
            <a:spLocks noGrp="1"/>
          </p:cNvSpPr>
          <p:nvPr/>
        </p:nvSpPr>
        <p:spPr>
          <a:xfrm>
            <a:off x="5507576" y="3442784"/>
            <a:ext cx="28398" cy="28398"/>
          </a:xfrm>
          <a:prstGeom prst="ellipse">
            <a:avLst/>
          </a:prstGeom>
          <a:solidFill>
            <a:srgbClr val="B57442">
              <a:alpha val="30000"/>
            </a:srgbClr>
          </a:solidFill>
          <a:ln w="0">
            <a:noFill/>
            <a:prstDash val="solid"/>
          </a:ln>
        </p:spPr>
      </p:sp>
      <p:sp>
        <p:nvSpPr>
          <p:cNvPr id="821" name="02_predicted_pose_4120">
            <a:extLst>
              <a:ext uri="{FF2B5EF4-FFF2-40B4-BE49-F238E27FC236}">
                <a16:creationId xmlns:a16="http://schemas.microsoft.com/office/drawing/2014/main" id="{6B6F2DE0-4154-4EE4-B88E-7947A8F0CBE6}"/>
              </a:ext>
            </a:extLst>
          </p:cNvPr>
          <p:cNvSpPr>
            <a:spLocks noGrp="1"/>
          </p:cNvSpPr>
          <p:nvPr/>
        </p:nvSpPr>
        <p:spPr>
          <a:xfrm>
            <a:off x="5600599" y="3462047"/>
            <a:ext cx="28398" cy="28398"/>
          </a:xfrm>
          <a:prstGeom prst="ellipse">
            <a:avLst/>
          </a:prstGeom>
          <a:solidFill>
            <a:srgbClr val="B57442">
              <a:alpha val="30000"/>
            </a:srgbClr>
          </a:solidFill>
          <a:ln w="0">
            <a:noFill/>
            <a:prstDash val="solid"/>
          </a:ln>
        </p:spPr>
      </p:sp>
      <p:sp>
        <p:nvSpPr>
          <p:cNvPr id="822" name="02_predicted_pose_4121">
            <a:extLst>
              <a:ext uri="{FF2B5EF4-FFF2-40B4-BE49-F238E27FC236}">
                <a16:creationId xmlns:a16="http://schemas.microsoft.com/office/drawing/2014/main" id="{FDA994EE-4F4C-40B6-ACA5-AAA25C48DBDA}"/>
              </a:ext>
            </a:extLst>
          </p:cNvPr>
          <p:cNvSpPr>
            <a:spLocks noGrp="1"/>
          </p:cNvSpPr>
          <p:nvPr/>
        </p:nvSpPr>
        <p:spPr>
          <a:xfrm>
            <a:off x="5693623" y="3298828"/>
            <a:ext cx="28398" cy="28398"/>
          </a:xfrm>
          <a:prstGeom prst="ellipse">
            <a:avLst/>
          </a:prstGeom>
          <a:solidFill>
            <a:srgbClr val="B57442">
              <a:alpha val="30000"/>
            </a:srgbClr>
          </a:solidFill>
          <a:ln w="0">
            <a:noFill/>
            <a:prstDash val="solid"/>
          </a:ln>
        </p:spPr>
      </p:sp>
      <p:sp>
        <p:nvSpPr>
          <p:cNvPr id="823" name="02_predicted_pose_4122">
            <a:extLst>
              <a:ext uri="{FF2B5EF4-FFF2-40B4-BE49-F238E27FC236}">
                <a16:creationId xmlns:a16="http://schemas.microsoft.com/office/drawing/2014/main" id="{E5D2897A-E50E-4569-8578-D6BA33569BAF}"/>
              </a:ext>
            </a:extLst>
          </p:cNvPr>
          <p:cNvSpPr>
            <a:spLocks noGrp="1"/>
          </p:cNvSpPr>
          <p:nvPr/>
        </p:nvSpPr>
        <p:spPr>
          <a:xfrm>
            <a:off x="5786646" y="3459915"/>
            <a:ext cx="28398" cy="28398"/>
          </a:xfrm>
          <a:prstGeom prst="ellipse">
            <a:avLst/>
          </a:prstGeom>
          <a:solidFill>
            <a:srgbClr val="B57442">
              <a:alpha val="30000"/>
            </a:srgbClr>
          </a:solidFill>
          <a:ln w="0">
            <a:noFill/>
            <a:prstDash val="solid"/>
          </a:ln>
        </p:spPr>
      </p:sp>
      <p:sp>
        <p:nvSpPr>
          <p:cNvPr id="824" name="02_predicted_pose_4123">
            <a:extLst>
              <a:ext uri="{FF2B5EF4-FFF2-40B4-BE49-F238E27FC236}">
                <a16:creationId xmlns:a16="http://schemas.microsoft.com/office/drawing/2014/main" id="{BFC2CE28-F966-4B13-9DFC-15AF6244CBA7}"/>
              </a:ext>
            </a:extLst>
          </p:cNvPr>
          <p:cNvSpPr>
            <a:spLocks noGrp="1"/>
          </p:cNvSpPr>
          <p:nvPr/>
        </p:nvSpPr>
        <p:spPr>
          <a:xfrm>
            <a:off x="5536172" y="3446510"/>
            <a:ext cx="28398" cy="28398"/>
          </a:xfrm>
          <a:prstGeom prst="ellipse">
            <a:avLst/>
          </a:prstGeom>
          <a:solidFill>
            <a:srgbClr val="B57442">
              <a:alpha val="30000"/>
            </a:srgbClr>
          </a:solidFill>
          <a:ln w="0">
            <a:noFill/>
            <a:prstDash val="solid"/>
          </a:ln>
        </p:spPr>
      </p:sp>
      <p:sp>
        <p:nvSpPr>
          <p:cNvPr id="825" name="02_predicted_pose_4124">
            <a:extLst>
              <a:ext uri="{FF2B5EF4-FFF2-40B4-BE49-F238E27FC236}">
                <a16:creationId xmlns:a16="http://schemas.microsoft.com/office/drawing/2014/main" id="{D4D16C60-BE99-47B1-AAEB-FA2D40499F5B}"/>
              </a:ext>
            </a:extLst>
          </p:cNvPr>
          <p:cNvSpPr>
            <a:spLocks noGrp="1"/>
          </p:cNvSpPr>
          <p:nvPr/>
        </p:nvSpPr>
        <p:spPr>
          <a:xfrm>
            <a:off x="5629195" y="3345449"/>
            <a:ext cx="28398" cy="28398"/>
          </a:xfrm>
          <a:prstGeom prst="ellipse">
            <a:avLst/>
          </a:prstGeom>
          <a:solidFill>
            <a:srgbClr val="B57442">
              <a:alpha val="30000"/>
            </a:srgbClr>
          </a:solidFill>
          <a:ln w="0">
            <a:noFill/>
            <a:prstDash val="solid"/>
          </a:ln>
        </p:spPr>
      </p:sp>
      <p:sp>
        <p:nvSpPr>
          <p:cNvPr id="826" name="02_predicted_pose_4125">
            <a:extLst>
              <a:ext uri="{FF2B5EF4-FFF2-40B4-BE49-F238E27FC236}">
                <a16:creationId xmlns:a16="http://schemas.microsoft.com/office/drawing/2014/main" id="{555E6985-990B-4298-9636-2CF3C6C633F3}"/>
              </a:ext>
            </a:extLst>
          </p:cNvPr>
          <p:cNvSpPr>
            <a:spLocks noGrp="1"/>
          </p:cNvSpPr>
          <p:nvPr/>
        </p:nvSpPr>
        <p:spPr>
          <a:xfrm>
            <a:off x="5722219" y="3469555"/>
            <a:ext cx="28398" cy="28398"/>
          </a:xfrm>
          <a:prstGeom prst="ellipse">
            <a:avLst/>
          </a:prstGeom>
          <a:solidFill>
            <a:srgbClr val="B57442">
              <a:alpha val="30000"/>
            </a:srgbClr>
          </a:solidFill>
          <a:ln w="0">
            <a:noFill/>
            <a:prstDash val="solid"/>
          </a:ln>
        </p:spPr>
      </p:sp>
      <p:sp>
        <p:nvSpPr>
          <p:cNvPr id="827" name="02_predicted_pose_4126">
            <a:extLst>
              <a:ext uri="{FF2B5EF4-FFF2-40B4-BE49-F238E27FC236}">
                <a16:creationId xmlns:a16="http://schemas.microsoft.com/office/drawing/2014/main" id="{90ED3BBF-1B62-4197-B095-2DD8ED76BB88}"/>
              </a:ext>
            </a:extLst>
          </p:cNvPr>
          <p:cNvSpPr>
            <a:spLocks noGrp="1"/>
          </p:cNvSpPr>
          <p:nvPr/>
        </p:nvSpPr>
        <p:spPr>
          <a:xfrm>
            <a:off x="5471745" y="3464368"/>
            <a:ext cx="28398" cy="28398"/>
          </a:xfrm>
          <a:prstGeom prst="ellipse">
            <a:avLst/>
          </a:prstGeom>
          <a:solidFill>
            <a:srgbClr val="B57442">
              <a:alpha val="30000"/>
            </a:srgbClr>
          </a:solidFill>
          <a:ln w="0">
            <a:noFill/>
            <a:prstDash val="solid"/>
          </a:ln>
        </p:spPr>
      </p:sp>
      <p:sp>
        <p:nvSpPr>
          <p:cNvPr id="828" name="02_predicted_pose_4127">
            <a:extLst>
              <a:ext uri="{FF2B5EF4-FFF2-40B4-BE49-F238E27FC236}">
                <a16:creationId xmlns:a16="http://schemas.microsoft.com/office/drawing/2014/main" id="{283C73AF-4DE2-43B4-A4E2-C053417DE97E}"/>
              </a:ext>
            </a:extLst>
          </p:cNvPr>
          <p:cNvSpPr>
            <a:spLocks noGrp="1"/>
          </p:cNvSpPr>
          <p:nvPr/>
        </p:nvSpPr>
        <p:spPr>
          <a:xfrm>
            <a:off x="5678808" y="3382376"/>
            <a:ext cx="28398" cy="28398"/>
          </a:xfrm>
          <a:prstGeom prst="ellipse">
            <a:avLst/>
          </a:prstGeom>
          <a:solidFill>
            <a:srgbClr val="B57442">
              <a:alpha val="30000"/>
            </a:srgbClr>
          </a:solidFill>
          <a:ln w="0">
            <a:noFill/>
            <a:prstDash val="solid"/>
          </a:ln>
        </p:spPr>
      </p:sp>
      <p:sp>
        <p:nvSpPr>
          <p:cNvPr id="829" name="02_predicted_pose_4128">
            <a:extLst>
              <a:ext uri="{FF2B5EF4-FFF2-40B4-BE49-F238E27FC236}">
                <a16:creationId xmlns:a16="http://schemas.microsoft.com/office/drawing/2014/main" id="{4FF31950-ABEE-4F70-B284-2B0E94125076}"/>
              </a:ext>
            </a:extLst>
          </p:cNvPr>
          <p:cNvSpPr>
            <a:spLocks noGrp="1"/>
          </p:cNvSpPr>
          <p:nvPr/>
        </p:nvSpPr>
        <p:spPr>
          <a:xfrm>
            <a:off x="5771831" y="3442419"/>
            <a:ext cx="28398" cy="28398"/>
          </a:xfrm>
          <a:prstGeom prst="ellipse">
            <a:avLst/>
          </a:prstGeom>
          <a:solidFill>
            <a:srgbClr val="B57442">
              <a:alpha val="30000"/>
            </a:srgbClr>
          </a:solidFill>
          <a:ln w="0">
            <a:noFill/>
            <a:prstDash val="solid"/>
          </a:ln>
        </p:spPr>
      </p:sp>
      <p:sp>
        <p:nvSpPr>
          <p:cNvPr id="830" name="02_predicted_pose_4129">
            <a:extLst>
              <a:ext uri="{FF2B5EF4-FFF2-40B4-BE49-F238E27FC236}">
                <a16:creationId xmlns:a16="http://schemas.microsoft.com/office/drawing/2014/main" id="{77D5030A-157F-4C91-AA6D-22D6B84D40C7}"/>
              </a:ext>
            </a:extLst>
          </p:cNvPr>
          <p:cNvSpPr>
            <a:spLocks noGrp="1"/>
          </p:cNvSpPr>
          <p:nvPr/>
        </p:nvSpPr>
        <p:spPr>
          <a:xfrm>
            <a:off x="5521357" y="3476260"/>
            <a:ext cx="28398" cy="28398"/>
          </a:xfrm>
          <a:prstGeom prst="ellipse">
            <a:avLst/>
          </a:prstGeom>
          <a:solidFill>
            <a:srgbClr val="B57442">
              <a:alpha val="30000"/>
            </a:srgbClr>
          </a:solidFill>
          <a:ln w="0">
            <a:noFill/>
            <a:prstDash val="solid"/>
          </a:ln>
        </p:spPr>
      </p:sp>
      <p:sp>
        <p:nvSpPr>
          <p:cNvPr id="831" name="02_predicted_pose_4130">
            <a:extLst>
              <a:ext uri="{FF2B5EF4-FFF2-40B4-BE49-F238E27FC236}">
                <a16:creationId xmlns:a16="http://schemas.microsoft.com/office/drawing/2014/main" id="{B3244D46-4AC4-4328-B8AB-DB2069725918}"/>
              </a:ext>
            </a:extLst>
          </p:cNvPr>
          <p:cNvSpPr>
            <a:spLocks noGrp="1"/>
          </p:cNvSpPr>
          <p:nvPr/>
        </p:nvSpPr>
        <p:spPr>
          <a:xfrm>
            <a:off x="5614381" y="3388810"/>
            <a:ext cx="28398" cy="28398"/>
          </a:xfrm>
          <a:prstGeom prst="ellipse">
            <a:avLst/>
          </a:prstGeom>
          <a:solidFill>
            <a:srgbClr val="B57442">
              <a:alpha val="30000"/>
            </a:srgbClr>
          </a:solidFill>
          <a:ln w="0">
            <a:noFill/>
            <a:prstDash val="solid"/>
          </a:ln>
        </p:spPr>
      </p:sp>
      <p:sp>
        <p:nvSpPr>
          <p:cNvPr id="832" name="02_predicted_pose_4131">
            <a:extLst>
              <a:ext uri="{FF2B5EF4-FFF2-40B4-BE49-F238E27FC236}">
                <a16:creationId xmlns:a16="http://schemas.microsoft.com/office/drawing/2014/main" id="{3F7B98D8-EC32-43C4-B077-2D4C50D56C4B}"/>
              </a:ext>
            </a:extLst>
          </p:cNvPr>
          <p:cNvSpPr>
            <a:spLocks noGrp="1"/>
          </p:cNvSpPr>
          <p:nvPr/>
        </p:nvSpPr>
        <p:spPr>
          <a:xfrm>
            <a:off x="5707404" y="3413070"/>
            <a:ext cx="28398" cy="28398"/>
          </a:xfrm>
          <a:prstGeom prst="ellipse">
            <a:avLst/>
          </a:prstGeom>
          <a:solidFill>
            <a:srgbClr val="B57442">
              <a:alpha val="30000"/>
            </a:srgbClr>
          </a:solidFill>
          <a:ln w="0">
            <a:noFill/>
            <a:prstDash val="solid"/>
          </a:ln>
        </p:spPr>
      </p:sp>
      <p:sp>
        <p:nvSpPr>
          <p:cNvPr id="833" name="02_predicted_pose_4132">
            <a:extLst>
              <a:ext uri="{FF2B5EF4-FFF2-40B4-BE49-F238E27FC236}">
                <a16:creationId xmlns:a16="http://schemas.microsoft.com/office/drawing/2014/main" id="{7B9AD3DF-91EB-48A7-9DB0-90198A0B6B76}"/>
              </a:ext>
            </a:extLst>
          </p:cNvPr>
          <p:cNvSpPr>
            <a:spLocks noGrp="1"/>
          </p:cNvSpPr>
          <p:nvPr/>
        </p:nvSpPr>
        <p:spPr>
          <a:xfrm>
            <a:off x="5800427" y="3473311"/>
            <a:ext cx="28398" cy="28398"/>
          </a:xfrm>
          <a:prstGeom prst="ellipse">
            <a:avLst/>
          </a:prstGeom>
          <a:solidFill>
            <a:srgbClr val="B57442">
              <a:alpha val="30000"/>
            </a:srgbClr>
          </a:solidFill>
          <a:ln w="0">
            <a:noFill/>
            <a:prstDash val="solid"/>
          </a:ln>
        </p:spPr>
      </p:sp>
      <p:sp>
        <p:nvSpPr>
          <p:cNvPr id="834" name="02_predicted_pose_4133">
            <a:extLst>
              <a:ext uri="{FF2B5EF4-FFF2-40B4-BE49-F238E27FC236}">
                <a16:creationId xmlns:a16="http://schemas.microsoft.com/office/drawing/2014/main" id="{A8EA9196-9A15-4762-9199-2789A3DF858B}"/>
              </a:ext>
            </a:extLst>
          </p:cNvPr>
          <p:cNvSpPr>
            <a:spLocks noGrp="1"/>
          </p:cNvSpPr>
          <p:nvPr/>
        </p:nvSpPr>
        <p:spPr>
          <a:xfrm>
            <a:off x="5549953" y="3377142"/>
            <a:ext cx="28398" cy="28398"/>
          </a:xfrm>
          <a:prstGeom prst="ellipse">
            <a:avLst/>
          </a:prstGeom>
          <a:solidFill>
            <a:srgbClr val="B57442">
              <a:alpha val="30000"/>
            </a:srgbClr>
          </a:solidFill>
          <a:ln w="0">
            <a:noFill/>
            <a:prstDash val="solid"/>
          </a:ln>
        </p:spPr>
      </p:sp>
      <p:sp>
        <p:nvSpPr>
          <p:cNvPr id="835" name="02_predicted_pose_4134">
            <a:extLst>
              <a:ext uri="{FF2B5EF4-FFF2-40B4-BE49-F238E27FC236}">
                <a16:creationId xmlns:a16="http://schemas.microsoft.com/office/drawing/2014/main" id="{161FE876-CDD2-401D-8DD3-FA690BC821D2}"/>
              </a:ext>
            </a:extLst>
          </p:cNvPr>
          <p:cNvSpPr>
            <a:spLocks noGrp="1"/>
          </p:cNvSpPr>
          <p:nvPr/>
        </p:nvSpPr>
        <p:spPr>
          <a:xfrm>
            <a:off x="5642977" y="3454877"/>
            <a:ext cx="28398" cy="28398"/>
          </a:xfrm>
          <a:prstGeom prst="ellipse">
            <a:avLst/>
          </a:prstGeom>
          <a:solidFill>
            <a:srgbClr val="B57442">
              <a:alpha val="30000"/>
            </a:srgbClr>
          </a:solidFill>
          <a:ln w="0">
            <a:noFill/>
            <a:prstDash val="solid"/>
          </a:ln>
        </p:spPr>
      </p:sp>
      <p:sp>
        <p:nvSpPr>
          <p:cNvPr id="836" name="02_predicted_pose_4135">
            <a:extLst>
              <a:ext uri="{FF2B5EF4-FFF2-40B4-BE49-F238E27FC236}">
                <a16:creationId xmlns:a16="http://schemas.microsoft.com/office/drawing/2014/main" id="{BDEF8875-E24D-4675-B374-3D309CE5C422}"/>
              </a:ext>
            </a:extLst>
          </p:cNvPr>
          <p:cNvSpPr>
            <a:spLocks noGrp="1"/>
          </p:cNvSpPr>
          <p:nvPr/>
        </p:nvSpPr>
        <p:spPr>
          <a:xfrm>
            <a:off x="5607146" y="3486008"/>
            <a:ext cx="28398" cy="28398"/>
          </a:xfrm>
          <a:prstGeom prst="ellipse">
            <a:avLst/>
          </a:prstGeom>
          <a:solidFill>
            <a:srgbClr val="B57442">
              <a:alpha val="30000"/>
            </a:srgbClr>
          </a:solidFill>
          <a:ln w="0">
            <a:noFill/>
            <a:prstDash val="solid"/>
          </a:ln>
        </p:spPr>
      </p:sp>
      <p:sp>
        <p:nvSpPr>
          <p:cNvPr id="837" name="02_predicted_pose_4136">
            <a:extLst>
              <a:ext uri="{FF2B5EF4-FFF2-40B4-BE49-F238E27FC236}">
                <a16:creationId xmlns:a16="http://schemas.microsoft.com/office/drawing/2014/main" id="{5B268397-2C54-4381-9D55-687CAD6F5F42}"/>
              </a:ext>
            </a:extLst>
          </p:cNvPr>
          <p:cNvSpPr>
            <a:spLocks noGrp="1"/>
          </p:cNvSpPr>
          <p:nvPr/>
        </p:nvSpPr>
        <p:spPr>
          <a:xfrm>
            <a:off x="5620927" y="3483197"/>
            <a:ext cx="28398" cy="28398"/>
          </a:xfrm>
          <a:prstGeom prst="ellipse">
            <a:avLst/>
          </a:prstGeom>
          <a:solidFill>
            <a:srgbClr val="B57442">
              <a:alpha val="30000"/>
            </a:srgbClr>
          </a:solidFill>
          <a:ln w="0">
            <a:noFill/>
            <a:prstDash val="solid"/>
          </a:ln>
        </p:spPr>
      </p:sp>
      <p:sp>
        <p:nvSpPr>
          <p:cNvPr id="838" name="02_predicted_pose_4137">
            <a:extLst>
              <a:ext uri="{FF2B5EF4-FFF2-40B4-BE49-F238E27FC236}">
                <a16:creationId xmlns:a16="http://schemas.microsoft.com/office/drawing/2014/main" id="{BDA3732D-6D2D-4287-9231-1E7A84306C27}"/>
              </a:ext>
            </a:extLst>
          </p:cNvPr>
          <p:cNvSpPr>
            <a:spLocks noGrp="1"/>
          </p:cNvSpPr>
          <p:nvPr/>
        </p:nvSpPr>
        <p:spPr>
          <a:xfrm>
            <a:off x="5598877" y="3275158"/>
            <a:ext cx="28398" cy="28398"/>
          </a:xfrm>
          <a:prstGeom prst="ellipse">
            <a:avLst/>
          </a:prstGeom>
          <a:solidFill>
            <a:srgbClr val="B57442">
              <a:alpha val="30000"/>
            </a:srgbClr>
          </a:solidFill>
          <a:ln w="0">
            <a:noFill/>
            <a:prstDash val="solid"/>
          </a:ln>
        </p:spPr>
      </p:sp>
      <p:sp>
        <p:nvSpPr>
          <p:cNvPr id="839" name="02_predicted_pose_4138">
            <a:extLst>
              <a:ext uri="{FF2B5EF4-FFF2-40B4-BE49-F238E27FC236}">
                <a16:creationId xmlns:a16="http://schemas.microsoft.com/office/drawing/2014/main" id="{B6706DCA-1A23-4570-B7E4-78E73E51B70B}"/>
              </a:ext>
            </a:extLst>
          </p:cNvPr>
          <p:cNvSpPr>
            <a:spLocks noGrp="1"/>
          </p:cNvSpPr>
          <p:nvPr/>
        </p:nvSpPr>
        <p:spPr>
          <a:xfrm>
            <a:off x="5626439" y="3238869"/>
            <a:ext cx="28398" cy="28398"/>
          </a:xfrm>
          <a:prstGeom prst="ellipse">
            <a:avLst/>
          </a:prstGeom>
          <a:solidFill>
            <a:srgbClr val="B57442">
              <a:alpha val="30000"/>
            </a:srgbClr>
          </a:solidFill>
          <a:ln w="0">
            <a:noFill/>
            <a:prstDash val="solid"/>
          </a:ln>
        </p:spPr>
      </p:sp>
      <p:sp>
        <p:nvSpPr>
          <p:cNvPr id="840" name="02_predicted_pose_4139">
            <a:extLst>
              <a:ext uri="{FF2B5EF4-FFF2-40B4-BE49-F238E27FC236}">
                <a16:creationId xmlns:a16="http://schemas.microsoft.com/office/drawing/2014/main" id="{6F5E4950-E009-4A9C-9E08-FD0E06A89D2D}"/>
              </a:ext>
            </a:extLst>
          </p:cNvPr>
          <p:cNvSpPr>
            <a:spLocks noGrp="1"/>
          </p:cNvSpPr>
          <p:nvPr/>
        </p:nvSpPr>
        <p:spPr>
          <a:xfrm>
            <a:off x="5654002" y="3410174"/>
            <a:ext cx="28398" cy="28398"/>
          </a:xfrm>
          <a:prstGeom prst="ellipse">
            <a:avLst/>
          </a:prstGeom>
          <a:solidFill>
            <a:srgbClr val="B57442">
              <a:alpha val="30000"/>
            </a:srgbClr>
          </a:solidFill>
          <a:ln w="0">
            <a:noFill/>
            <a:prstDash val="solid"/>
          </a:ln>
        </p:spPr>
      </p:sp>
      <p:sp>
        <p:nvSpPr>
          <p:cNvPr id="841" name="02_predicted_pose_4140">
            <a:extLst>
              <a:ext uri="{FF2B5EF4-FFF2-40B4-BE49-F238E27FC236}">
                <a16:creationId xmlns:a16="http://schemas.microsoft.com/office/drawing/2014/main" id="{CCA179D9-2579-4288-8964-477349D76A3D}"/>
              </a:ext>
            </a:extLst>
          </p:cNvPr>
          <p:cNvSpPr>
            <a:spLocks noGrp="1"/>
          </p:cNvSpPr>
          <p:nvPr/>
        </p:nvSpPr>
        <p:spPr>
          <a:xfrm>
            <a:off x="5636431" y="3466624"/>
            <a:ext cx="28398" cy="28398"/>
          </a:xfrm>
          <a:prstGeom prst="ellipse">
            <a:avLst/>
          </a:prstGeom>
          <a:solidFill>
            <a:srgbClr val="B57442">
              <a:alpha val="30000"/>
            </a:srgbClr>
          </a:solidFill>
          <a:ln w="0">
            <a:noFill/>
            <a:prstDash val="solid"/>
          </a:ln>
        </p:spPr>
      </p:sp>
      <p:sp>
        <p:nvSpPr>
          <p:cNvPr id="842" name="02_predicted_pose_4141">
            <a:extLst>
              <a:ext uri="{FF2B5EF4-FFF2-40B4-BE49-F238E27FC236}">
                <a16:creationId xmlns:a16="http://schemas.microsoft.com/office/drawing/2014/main" id="{F8BD6C5D-B512-47AD-BC8C-CBCF99C36681}"/>
              </a:ext>
            </a:extLst>
          </p:cNvPr>
          <p:cNvSpPr>
            <a:spLocks noGrp="1"/>
          </p:cNvSpPr>
          <p:nvPr/>
        </p:nvSpPr>
        <p:spPr>
          <a:xfrm>
            <a:off x="5478980" y="3478465"/>
            <a:ext cx="28398" cy="28398"/>
          </a:xfrm>
          <a:prstGeom prst="ellipse">
            <a:avLst/>
          </a:prstGeom>
          <a:solidFill>
            <a:srgbClr val="B57442">
              <a:alpha val="30000"/>
            </a:srgbClr>
          </a:solidFill>
          <a:ln w="0">
            <a:noFill/>
            <a:prstDash val="solid"/>
          </a:ln>
        </p:spPr>
      </p:sp>
      <p:sp>
        <p:nvSpPr>
          <p:cNvPr id="843" name="02_predicted_pose_4142">
            <a:extLst>
              <a:ext uri="{FF2B5EF4-FFF2-40B4-BE49-F238E27FC236}">
                <a16:creationId xmlns:a16="http://schemas.microsoft.com/office/drawing/2014/main" id="{4246B167-C27C-4B6E-90EB-930C2AF4BD6A}"/>
              </a:ext>
            </a:extLst>
          </p:cNvPr>
          <p:cNvSpPr>
            <a:spLocks noGrp="1"/>
          </p:cNvSpPr>
          <p:nvPr/>
        </p:nvSpPr>
        <p:spPr>
          <a:xfrm>
            <a:off x="5665027" y="3509917"/>
            <a:ext cx="28398" cy="28398"/>
          </a:xfrm>
          <a:prstGeom prst="ellipse">
            <a:avLst/>
          </a:prstGeom>
          <a:solidFill>
            <a:srgbClr val="B57442">
              <a:alpha val="30000"/>
            </a:srgbClr>
          </a:solidFill>
          <a:ln w="0">
            <a:noFill/>
            <a:prstDash val="solid"/>
          </a:ln>
        </p:spPr>
      </p:sp>
      <p:sp>
        <p:nvSpPr>
          <p:cNvPr id="844" name="02_predicted_pose_4143">
            <a:extLst>
              <a:ext uri="{FF2B5EF4-FFF2-40B4-BE49-F238E27FC236}">
                <a16:creationId xmlns:a16="http://schemas.microsoft.com/office/drawing/2014/main" id="{EECA4DE6-6F04-4197-AFE3-CBC560F215C3}"/>
              </a:ext>
            </a:extLst>
          </p:cNvPr>
          <p:cNvSpPr>
            <a:spLocks noGrp="1"/>
          </p:cNvSpPr>
          <p:nvPr/>
        </p:nvSpPr>
        <p:spPr>
          <a:xfrm>
            <a:off x="5507576" y="3434261"/>
            <a:ext cx="28398" cy="28398"/>
          </a:xfrm>
          <a:prstGeom prst="ellipse">
            <a:avLst/>
          </a:prstGeom>
          <a:solidFill>
            <a:srgbClr val="B57442">
              <a:alpha val="30000"/>
            </a:srgbClr>
          </a:solidFill>
          <a:ln w="0">
            <a:noFill/>
            <a:prstDash val="solid"/>
          </a:ln>
        </p:spPr>
      </p:sp>
      <p:sp>
        <p:nvSpPr>
          <p:cNvPr id="845" name="02_predicted_pose_4144">
            <a:extLst>
              <a:ext uri="{FF2B5EF4-FFF2-40B4-BE49-F238E27FC236}">
                <a16:creationId xmlns:a16="http://schemas.microsoft.com/office/drawing/2014/main" id="{50266F04-31E7-4900-8BF3-4CB5D12EB70F}"/>
              </a:ext>
            </a:extLst>
          </p:cNvPr>
          <p:cNvSpPr>
            <a:spLocks noGrp="1"/>
          </p:cNvSpPr>
          <p:nvPr/>
        </p:nvSpPr>
        <p:spPr>
          <a:xfrm>
            <a:off x="5645388" y="3546400"/>
            <a:ext cx="28398" cy="28398"/>
          </a:xfrm>
          <a:prstGeom prst="ellipse">
            <a:avLst/>
          </a:prstGeom>
          <a:solidFill>
            <a:srgbClr val="B57442">
              <a:alpha val="30000"/>
            </a:srgbClr>
          </a:solidFill>
          <a:ln w="0">
            <a:noFill/>
            <a:prstDash val="solid"/>
          </a:ln>
        </p:spPr>
      </p:sp>
      <p:sp>
        <p:nvSpPr>
          <p:cNvPr id="846" name="02_predicted_pose_4145">
            <a:extLst>
              <a:ext uri="{FF2B5EF4-FFF2-40B4-BE49-F238E27FC236}">
                <a16:creationId xmlns:a16="http://schemas.microsoft.com/office/drawing/2014/main" id="{FF05B61C-A213-4AE4-A0E3-2035A82D6D3F}"/>
              </a:ext>
            </a:extLst>
          </p:cNvPr>
          <p:cNvSpPr>
            <a:spLocks noGrp="1"/>
          </p:cNvSpPr>
          <p:nvPr/>
        </p:nvSpPr>
        <p:spPr>
          <a:xfrm>
            <a:off x="5659170" y="3433221"/>
            <a:ext cx="28398" cy="28398"/>
          </a:xfrm>
          <a:prstGeom prst="ellipse">
            <a:avLst/>
          </a:prstGeom>
          <a:solidFill>
            <a:srgbClr val="B57442">
              <a:alpha val="30000"/>
            </a:srgbClr>
          </a:solidFill>
          <a:ln w="0">
            <a:noFill/>
            <a:prstDash val="solid"/>
          </a:ln>
        </p:spPr>
      </p:sp>
      <p:sp>
        <p:nvSpPr>
          <p:cNvPr id="847" name="02_predicted_pose_4146">
            <a:extLst>
              <a:ext uri="{FF2B5EF4-FFF2-40B4-BE49-F238E27FC236}">
                <a16:creationId xmlns:a16="http://schemas.microsoft.com/office/drawing/2014/main" id="{8620FCD2-8A04-4A26-981C-1818E83C1B34}"/>
              </a:ext>
            </a:extLst>
          </p:cNvPr>
          <p:cNvSpPr>
            <a:spLocks noGrp="1"/>
          </p:cNvSpPr>
          <p:nvPr/>
        </p:nvSpPr>
        <p:spPr>
          <a:xfrm>
            <a:off x="5700513" y="3537550"/>
            <a:ext cx="28398" cy="28398"/>
          </a:xfrm>
          <a:prstGeom prst="ellipse">
            <a:avLst/>
          </a:prstGeom>
          <a:solidFill>
            <a:srgbClr val="B57442">
              <a:alpha val="30000"/>
            </a:srgbClr>
          </a:solidFill>
          <a:ln w="0">
            <a:noFill/>
            <a:prstDash val="solid"/>
          </a:ln>
        </p:spPr>
      </p:sp>
      <p:sp>
        <p:nvSpPr>
          <p:cNvPr id="848" name="02_predicted_pose_4147">
            <a:extLst>
              <a:ext uri="{FF2B5EF4-FFF2-40B4-BE49-F238E27FC236}">
                <a16:creationId xmlns:a16="http://schemas.microsoft.com/office/drawing/2014/main" id="{1D930876-C415-484B-83E8-9427A3E1F23C}"/>
              </a:ext>
            </a:extLst>
          </p:cNvPr>
          <p:cNvSpPr>
            <a:spLocks noGrp="1"/>
          </p:cNvSpPr>
          <p:nvPr/>
        </p:nvSpPr>
        <p:spPr>
          <a:xfrm>
            <a:off x="5714295" y="3244422"/>
            <a:ext cx="28398" cy="28398"/>
          </a:xfrm>
          <a:prstGeom prst="ellipse">
            <a:avLst/>
          </a:prstGeom>
          <a:solidFill>
            <a:srgbClr val="B57442">
              <a:alpha val="30000"/>
            </a:srgbClr>
          </a:solidFill>
          <a:ln w="0">
            <a:noFill/>
            <a:prstDash val="solid"/>
          </a:ln>
        </p:spPr>
      </p:sp>
      <p:sp>
        <p:nvSpPr>
          <p:cNvPr id="849" name="02_predicted_pose_4148">
            <a:extLst>
              <a:ext uri="{FF2B5EF4-FFF2-40B4-BE49-F238E27FC236}">
                <a16:creationId xmlns:a16="http://schemas.microsoft.com/office/drawing/2014/main" id="{0B5C29FE-EB25-4558-9CA8-EC8F4907D173}"/>
              </a:ext>
            </a:extLst>
          </p:cNvPr>
          <p:cNvSpPr>
            <a:spLocks noGrp="1"/>
          </p:cNvSpPr>
          <p:nvPr/>
        </p:nvSpPr>
        <p:spPr>
          <a:xfrm>
            <a:off x="5755638" y="3243112"/>
            <a:ext cx="28398" cy="28398"/>
          </a:xfrm>
          <a:prstGeom prst="ellipse">
            <a:avLst/>
          </a:prstGeom>
          <a:solidFill>
            <a:srgbClr val="B57442">
              <a:alpha val="30000"/>
            </a:srgbClr>
          </a:solidFill>
          <a:ln w="0">
            <a:noFill/>
            <a:prstDash val="solid"/>
          </a:ln>
        </p:spPr>
      </p:sp>
      <p:sp>
        <p:nvSpPr>
          <p:cNvPr id="850" name="02_predicted_pose_4149">
            <a:extLst>
              <a:ext uri="{FF2B5EF4-FFF2-40B4-BE49-F238E27FC236}">
                <a16:creationId xmlns:a16="http://schemas.microsoft.com/office/drawing/2014/main" id="{9F184985-AAD3-4239-B987-7FA40D274253}"/>
              </a:ext>
            </a:extLst>
          </p:cNvPr>
          <p:cNvSpPr>
            <a:spLocks noGrp="1"/>
          </p:cNvSpPr>
          <p:nvPr/>
        </p:nvSpPr>
        <p:spPr>
          <a:xfrm>
            <a:off x="5769420" y="3544304"/>
            <a:ext cx="28398" cy="28398"/>
          </a:xfrm>
          <a:prstGeom prst="ellipse">
            <a:avLst/>
          </a:prstGeom>
          <a:solidFill>
            <a:srgbClr val="B57442">
              <a:alpha val="30000"/>
            </a:srgbClr>
          </a:solidFill>
          <a:ln w="0">
            <a:noFill/>
            <a:prstDash val="solid"/>
          </a:ln>
        </p:spPr>
      </p:sp>
      <p:sp>
        <p:nvSpPr>
          <p:cNvPr id="851" name="02_predicted_pose_4150">
            <a:extLst>
              <a:ext uri="{FF2B5EF4-FFF2-40B4-BE49-F238E27FC236}">
                <a16:creationId xmlns:a16="http://schemas.microsoft.com/office/drawing/2014/main" id="{E6A1824D-25A9-4E8C-A554-3972E2BC15C2}"/>
              </a:ext>
            </a:extLst>
          </p:cNvPr>
          <p:cNvSpPr>
            <a:spLocks noGrp="1"/>
          </p:cNvSpPr>
          <p:nvPr/>
        </p:nvSpPr>
        <p:spPr>
          <a:xfrm>
            <a:off x="5501375" y="3591178"/>
            <a:ext cx="28398" cy="28398"/>
          </a:xfrm>
          <a:prstGeom prst="ellipse">
            <a:avLst/>
          </a:prstGeom>
          <a:solidFill>
            <a:srgbClr val="B57442">
              <a:alpha val="30000"/>
            </a:srgbClr>
          </a:solidFill>
          <a:ln w="0">
            <a:noFill/>
            <a:prstDash val="solid"/>
          </a:ln>
        </p:spPr>
      </p:sp>
      <p:sp>
        <p:nvSpPr>
          <p:cNvPr id="852" name="02_predicted_pose_4151">
            <a:extLst>
              <a:ext uri="{FF2B5EF4-FFF2-40B4-BE49-F238E27FC236}">
                <a16:creationId xmlns:a16="http://schemas.microsoft.com/office/drawing/2014/main" id="{72F69EC9-5554-4747-9D58-1568AB0C9D93}"/>
              </a:ext>
            </a:extLst>
          </p:cNvPr>
          <p:cNvSpPr>
            <a:spLocks noGrp="1"/>
          </p:cNvSpPr>
          <p:nvPr/>
        </p:nvSpPr>
        <p:spPr>
          <a:xfrm>
            <a:off x="5594398" y="3541887"/>
            <a:ext cx="28398" cy="28398"/>
          </a:xfrm>
          <a:prstGeom prst="ellipse">
            <a:avLst/>
          </a:prstGeom>
          <a:solidFill>
            <a:srgbClr val="B57442">
              <a:alpha val="30000"/>
            </a:srgbClr>
          </a:solidFill>
          <a:ln w="0">
            <a:noFill/>
            <a:prstDash val="solid"/>
          </a:ln>
        </p:spPr>
      </p:sp>
      <p:sp>
        <p:nvSpPr>
          <p:cNvPr id="853" name="02_predicted_pose_4152">
            <a:extLst>
              <a:ext uri="{FF2B5EF4-FFF2-40B4-BE49-F238E27FC236}">
                <a16:creationId xmlns:a16="http://schemas.microsoft.com/office/drawing/2014/main" id="{78FEE9BB-6371-45DB-AA2D-89BEA0DB5DAF}"/>
              </a:ext>
            </a:extLst>
          </p:cNvPr>
          <p:cNvSpPr>
            <a:spLocks noGrp="1"/>
          </p:cNvSpPr>
          <p:nvPr/>
        </p:nvSpPr>
        <p:spPr>
          <a:xfrm>
            <a:off x="5529971" y="3096133"/>
            <a:ext cx="28398" cy="28398"/>
          </a:xfrm>
          <a:prstGeom prst="ellipse">
            <a:avLst/>
          </a:prstGeom>
          <a:solidFill>
            <a:srgbClr val="B57442">
              <a:alpha val="30000"/>
            </a:srgbClr>
          </a:solidFill>
          <a:ln w="0">
            <a:noFill/>
            <a:prstDash val="solid"/>
          </a:ln>
        </p:spPr>
      </p:sp>
      <p:sp>
        <p:nvSpPr>
          <p:cNvPr id="854" name="02_predicted_pose_4153">
            <a:extLst>
              <a:ext uri="{FF2B5EF4-FFF2-40B4-BE49-F238E27FC236}">
                <a16:creationId xmlns:a16="http://schemas.microsoft.com/office/drawing/2014/main" id="{97EDD6A1-702B-478A-8939-6F8C0DC93606}"/>
              </a:ext>
            </a:extLst>
          </p:cNvPr>
          <p:cNvSpPr>
            <a:spLocks noGrp="1"/>
          </p:cNvSpPr>
          <p:nvPr/>
        </p:nvSpPr>
        <p:spPr>
          <a:xfrm>
            <a:off x="5622994" y="3282038"/>
            <a:ext cx="28398" cy="28398"/>
          </a:xfrm>
          <a:prstGeom prst="ellipse">
            <a:avLst/>
          </a:prstGeom>
          <a:solidFill>
            <a:srgbClr val="B57442">
              <a:alpha val="30000"/>
            </a:srgbClr>
          </a:solidFill>
          <a:ln w="0">
            <a:noFill/>
            <a:prstDash val="solid"/>
          </a:ln>
        </p:spPr>
      </p:sp>
      <p:sp>
        <p:nvSpPr>
          <p:cNvPr id="855" name="02_predicted_pose_4154">
            <a:extLst>
              <a:ext uri="{FF2B5EF4-FFF2-40B4-BE49-F238E27FC236}">
                <a16:creationId xmlns:a16="http://schemas.microsoft.com/office/drawing/2014/main" id="{869744F6-3F27-41E6-B6F5-92E1252A4238}"/>
              </a:ext>
            </a:extLst>
          </p:cNvPr>
          <p:cNvSpPr>
            <a:spLocks noGrp="1"/>
          </p:cNvSpPr>
          <p:nvPr/>
        </p:nvSpPr>
        <p:spPr>
          <a:xfrm>
            <a:off x="5672262" y="3201052"/>
            <a:ext cx="28398" cy="28398"/>
          </a:xfrm>
          <a:prstGeom prst="ellipse">
            <a:avLst/>
          </a:prstGeom>
          <a:solidFill>
            <a:srgbClr val="B57442">
              <a:alpha val="30000"/>
            </a:srgbClr>
          </a:solidFill>
          <a:ln w="0">
            <a:noFill/>
            <a:prstDash val="solid"/>
          </a:ln>
        </p:spPr>
      </p:sp>
      <p:sp>
        <p:nvSpPr>
          <p:cNvPr id="856" name="02_predicted_pose_4155">
            <a:extLst>
              <a:ext uri="{FF2B5EF4-FFF2-40B4-BE49-F238E27FC236}">
                <a16:creationId xmlns:a16="http://schemas.microsoft.com/office/drawing/2014/main" id="{9A9A78FA-6D6C-4E57-9F79-B3FEF275FA41}"/>
              </a:ext>
            </a:extLst>
          </p:cNvPr>
          <p:cNvSpPr>
            <a:spLocks noGrp="1"/>
          </p:cNvSpPr>
          <p:nvPr/>
        </p:nvSpPr>
        <p:spPr>
          <a:xfrm>
            <a:off x="5509643" y="3512707"/>
            <a:ext cx="28398" cy="28398"/>
          </a:xfrm>
          <a:prstGeom prst="ellipse">
            <a:avLst/>
          </a:prstGeom>
          <a:solidFill>
            <a:srgbClr val="B57442">
              <a:alpha val="30000"/>
            </a:srgbClr>
          </a:solidFill>
          <a:ln w="0">
            <a:noFill/>
            <a:prstDash val="solid"/>
          </a:ln>
        </p:spPr>
      </p:sp>
      <p:sp>
        <p:nvSpPr>
          <p:cNvPr id="857" name="02_predicted_pose_4156">
            <a:extLst>
              <a:ext uri="{FF2B5EF4-FFF2-40B4-BE49-F238E27FC236}">
                <a16:creationId xmlns:a16="http://schemas.microsoft.com/office/drawing/2014/main" id="{0D147E47-25BF-4D84-BE70-094DB09E4287}"/>
              </a:ext>
            </a:extLst>
          </p:cNvPr>
          <p:cNvSpPr>
            <a:spLocks noGrp="1"/>
          </p:cNvSpPr>
          <p:nvPr/>
        </p:nvSpPr>
        <p:spPr>
          <a:xfrm>
            <a:off x="5537206" y="3480549"/>
            <a:ext cx="28398" cy="28398"/>
          </a:xfrm>
          <a:prstGeom prst="ellipse">
            <a:avLst/>
          </a:prstGeom>
          <a:solidFill>
            <a:srgbClr val="B57442">
              <a:alpha val="30000"/>
            </a:srgbClr>
          </a:solidFill>
          <a:ln w="0">
            <a:noFill/>
            <a:prstDash val="solid"/>
          </a:ln>
        </p:spPr>
      </p:sp>
      <p:sp>
        <p:nvSpPr>
          <p:cNvPr id="858" name="02_predicted_pose_4157">
            <a:extLst>
              <a:ext uri="{FF2B5EF4-FFF2-40B4-BE49-F238E27FC236}">
                <a16:creationId xmlns:a16="http://schemas.microsoft.com/office/drawing/2014/main" id="{6E9FE269-A273-49B3-BD3E-3C27341BB51A}"/>
              </a:ext>
            </a:extLst>
          </p:cNvPr>
          <p:cNvSpPr>
            <a:spLocks noGrp="1"/>
          </p:cNvSpPr>
          <p:nvPr/>
        </p:nvSpPr>
        <p:spPr>
          <a:xfrm>
            <a:off x="5763218" y="3434237"/>
            <a:ext cx="28398" cy="28398"/>
          </a:xfrm>
          <a:prstGeom prst="ellipse">
            <a:avLst/>
          </a:prstGeom>
          <a:solidFill>
            <a:srgbClr val="B57442">
              <a:alpha val="30000"/>
            </a:srgbClr>
          </a:solidFill>
          <a:ln w="0">
            <a:noFill/>
            <a:prstDash val="solid"/>
          </a:ln>
        </p:spPr>
      </p:sp>
      <p:sp>
        <p:nvSpPr>
          <p:cNvPr id="859" name="02_predicted_pose_4158">
            <a:extLst>
              <a:ext uri="{FF2B5EF4-FFF2-40B4-BE49-F238E27FC236}">
                <a16:creationId xmlns:a16="http://schemas.microsoft.com/office/drawing/2014/main" id="{2936439D-D338-49F6-8CC1-FA2585C57DE2}"/>
              </a:ext>
            </a:extLst>
          </p:cNvPr>
          <p:cNvSpPr>
            <a:spLocks noGrp="1"/>
          </p:cNvSpPr>
          <p:nvPr/>
        </p:nvSpPr>
        <p:spPr>
          <a:xfrm>
            <a:off x="5637464" y="3470939"/>
            <a:ext cx="28398" cy="28398"/>
          </a:xfrm>
          <a:prstGeom prst="ellipse">
            <a:avLst/>
          </a:prstGeom>
          <a:solidFill>
            <a:srgbClr val="B57442">
              <a:alpha val="30000"/>
            </a:srgbClr>
          </a:solidFill>
          <a:ln w="0">
            <a:noFill/>
            <a:prstDash val="solid"/>
          </a:ln>
        </p:spPr>
      </p:sp>
      <p:sp>
        <p:nvSpPr>
          <p:cNvPr id="860" name="02_predicted_pose_4159">
            <a:extLst>
              <a:ext uri="{FF2B5EF4-FFF2-40B4-BE49-F238E27FC236}">
                <a16:creationId xmlns:a16="http://schemas.microsoft.com/office/drawing/2014/main" id="{194C3544-701D-4A55-8F3E-54918CD39F0B}"/>
              </a:ext>
            </a:extLst>
          </p:cNvPr>
          <p:cNvSpPr>
            <a:spLocks noGrp="1"/>
          </p:cNvSpPr>
          <p:nvPr/>
        </p:nvSpPr>
        <p:spPr>
          <a:xfrm>
            <a:off x="5515845" y="3377879"/>
            <a:ext cx="28398" cy="28398"/>
          </a:xfrm>
          <a:prstGeom prst="ellipse">
            <a:avLst/>
          </a:prstGeom>
          <a:solidFill>
            <a:srgbClr val="B57442">
              <a:alpha val="30000"/>
            </a:srgbClr>
          </a:solidFill>
          <a:ln w="0">
            <a:noFill/>
            <a:prstDash val="solid"/>
          </a:ln>
        </p:spPr>
      </p:sp>
      <p:sp>
        <p:nvSpPr>
          <p:cNvPr id="861" name="02_predicted_pose_4160">
            <a:extLst>
              <a:ext uri="{FF2B5EF4-FFF2-40B4-BE49-F238E27FC236}">
                <a16:creationId xmlns:a16="http://schemas.microsoft.com/office/drawing/2014/main" id="{65315155-B43D-4916-8ADC-F74AA89165D9}"/>
              </a:ext>
            </a:extLst>
          </p:cNvPr>
          <p:cNvSpPr>
            <a:spLocks noGrp="1"/>
          </p:cNvSpPr>
          <p:nvPr/>
        </p:nvSpPr>
        <p:spPr>
          <a:xfrm>
            <a:off x="5557189" y="3338534"/>
            <a:ext cx="28398" cy="28398"/>
          </a:xfrm>
          <a:prstGeom prst="ellipse">
            <a:avLst/>
          </a:prstGeom>
          <a:solidFill>
            <a:srgbClr val="B57442">
              <a:alpha val="30000"/>
            </a:srgbClr>
          </a:solidFill>
          <a:ln w="0">
            <a:noFill/>
            <a:prstDash val="solid"/>
          </a:ln>
        </p:spPr>
      </p:sp>
      <p:sp>
        <p:nvSpPr>
          <p:cNvPr id="862" name="02_predicted_pose_4161">
            <a:extLst>
              <a:ext uri="{FF2B5EF4-FFF2-40B4-BE49-F238E27FC236}">
                <a16:creationId xmlns:a16="http://schemas.microsoft.com/office/drawing/2014/main" id="{89A11F0C-FBCE-4B53-8A00-4C5F6BF47145}"/>
              </a:ext>
            </a:extLst>
          </p:cNvPr>
          <p:cNvSpPr>
            <a:spLocks noGrp="1"/>
          </p:cNvSpPr>
          <p:nvPr/>
        </p:nvSpPr>
        <p:spPr>
          <a:xfrm>
            <a:off x="5598532" y="3602076"/>
            <a:ext cx="28398" cy="28398"/>
          </a:xfrm>
          <a:prstGeom prst="ellipse">
            <a:avLst/>
          </a:prstGeom>
          <a:solidFill>
            <a:srgbClr val="B57442">
              <a:alpha val="30000"/>
            </a:srgbClr>
          </a:solidFill>
          <a:ln w="0">
            <a:noFill/>
            <a:prstDash val="solid"/>
          </a:ln>
        </p:spPr>
      </p:sp>
      <p:sp>
        <p:nvSpPr>
          <p:cNvPr id="863" name="02_predicted_pose_4162">
            <a:extLst>
              <a:ext uri="{FF2B5EF4-FFF2-40B4-BE49-F238E27FC236}">
                <a16:creationId xmlns:a16="http://schemas.microsoft.com/office/drawing/2014/main" id="{3B5B6885-3C41-4703-BAB6-04B43997F556}"/>
              </a:ext>
            </a:extLst>
          </p:cNvPr>
          <p:cNvSpPr>
            <a:spLocks noGrp="1"/>
          </p:cNvSpPr>
          <p:nvPr/>
        </p:nvSpPr>
        <p:spPr>
          <a:xfrm>
            <a:off x="5772865" y="3506324"/>
            <a:ext cx="28398" cy="28398"/>
          </a:xfrm>
          <a:prstGeom prst="ellipse">
            <a:avLst/>
          </a:prstGeom>
          <a:solidFill>
            <a:srgbClr val="B57442">
              <a:alpha val="30000"/>
            </a:srgbClr>
          </a:solidFill>
          <a:ln w="0">
            <a:noFill/>
            <a:prstDash val="solid"/>
          </a:ln>
        </p:spPr>
      </p:sp>
      <p:sp>
        <p:nvSpPr>
          <p:cNvPr id="864" name="02_predicted_pose_4163">
            <a:extLst>
              <a:ext uri="{FF2B5EF4-FFF2-40B4-BE49-F238E27FC236}">
                <a16:creationId xmlns:a16="http://schemas.microsoft.com/office/drawing/2014/main" id="{5928ACAE-1FB6-4B00-B216-6784D2A0C63C}"/>
              </a:ext>
            </a:extLst>
          </p:cNvPr>
          <p:cNvSpPr>
            <a:spLocks noGrp="1"/>
          </p:cNvSpPr>
          <p:nvPr/>
        </p:nvSpPr>
        <p:spPr>
          <a:xfrm>
            <a:off x="5470711" y="3432785"/>
            <a:ext cx="28398" cy="28398"/>
          </a:xfrm>
          <a:prstGeom prst="ellipse">
            <a:avLst/>
          </a:prstGeom>
          <a:solidFill>
            <a:srgbClr val="B57442">
              <a:alpha val="30000"/>
            </a:srgbClr>
          </a:solidFill>
          <a:ln w="0">
            <a:noFill/>
            <a:prstDash val="solid"/>
          </a:ln>
        </p:spPr>
      </p:sp>
      <p:sp>
        <p:nvSpPr>
          <p:cNvPr id="865" name="02_predicted_pose_4164">
            <a:extLst>
              <a:ext uri="{FF2B5EF4-FFF2-40B4-BE49-F238E27FC236}">
                <a16:creationId xmlns:a16="http://schemas.microsoft.com/office/drawing/2014/main" id="{6F934D16-013C-423D-90CC-65C3E6AC6FB7}"/>
              </a:ext>
            </a:extLst>
          </p:cNvPr>
          <p:cNvSpPr>
            <a:spLocks noGrp="1"/>
          </p:cNvSpPr>
          <p:nvPr/>
        </p:nvSpPr>
        <p:spPr>
          <a:xfrm>
            <a:off x="5680531" y="3525866"/>
            <a:ext cx="28398" cy="28398"/>
          </a:xfrm>
          <a:prstGeom prst="ellipse">
            <a:avLst/>
          </a:prstGeom>
          <a:solidFill>
            <a:srgbClr val="B57442">
              <a:alpha val="30000"/>
            </a:srgbClr>
          </a:solidFill>
          <a:ln w="0">
            <a:noFill/>
            <a:prstDash val="solid"/>
          </a:ln>
        </p:spPr>
      </p:sp>
      <p:sp>
        <p:nvSpPr>
          <p:cNvPr id="866" name="02_predicted_pose_4165">
            <a:extLst>
              <a:ext uri="{FF2B5EF4-FFF2-40B4-BE49-F238E27FC236}">
                <a16:creationId xmlns:a16="http://schemas.microsoft.com/office/drawing/2014/main" id="{19CFCEE6-37F8-460D-9C46-D2B630704AB6}"/>
              </a:ext>
            </a:extLst>
          </p:cNvPr>
          <p:cNvSpPr>
            <a:spLocks noGrp="1"/>
          </p:cNvSpPr>
          <p:nvPr/>
        </p:nvSpPr>
        <p:spPr>
          <a:xfrm>
            <a:off x="5773554" y="3422860"/>
            <a:ext cx="28398" cy="28398"/>
          </a:xfrm>
          <a:prstGeom prst="ellipse">
            <a:avLst/>
          </a:prstGeom>
          <a:solidFill>
            <a:srgbClr val="B57442">
              <a:alpha val="30000"/>
            </a:srgbClr>
          </a:solidFill>
          <a:ln w="0">
            <a:noFill/>
            <a:prstDash val="solid"/>
          </a:ln>
        </p:spPr>
      </p:sp>
      <p:sp>
        <p:nvSpPr>
          <p:cNvPr id="867" name="02_predicted_pose_4166">
            <a:extLst>
              <a:ext uri="{FF2B5EF4-FFF2-40B4-BE49-F238E27FC236}">
                <a16:creationId xmlns:a16="http://schemas.microsoft.com/office/drawing/2014/main" id="{4F155325-4786-43EA-97D3-4559C48DBCB9}"/>
              </a:ext>
            </a:extLst>
          </p:cNvPr>
          <p:cNvSpPr>
            <a:spLocks noGrp="1"/>
          </p:cNvSpPr>
          <p:nvPr/>
        </p:nvSpPr>
        <p:spPr>
          <a:xfrm>
            <a:off x="5604389" y="3119256"/>
            <a:ext cx="28398" cy="28398"/>
          </a:xfrm>
          <a:prstGeom prst="ellipse">
            <a:avLst/>
          </a:prstGeom>
          <a:solidFill>
            <a:srgbClr val="B57442">
              <a:alpha val="30000"/>
            </a:srgbClr>
          </a:solidFill>
          <a:ln w="0">
            <a:noFill/>
            <a:prstDash val="solid"/>
          </a:ln>
        </p:spPr>
      </p:sp>
      <p:sp>
        <p:nvSpPr>
          <p:cNvPr id="868" name="02_predicted_pose_4167">
            <a:extLst>
              <a:ext uri="{FF2B5EF4-FFF2-40B4-BE49-F238E27FC236}">
                <a16:creationId xmlns:a16="http://schemas.microsoft.com/office/drawing/2014/main" id="{78C2903E-A38B-4B62-8F60-CE64F63B5D7B}"/>
              </a:ext>
            </a:extLst>
          </p:cNvPr>
          <p:cNvSpPr>
            <a:spLocks noGrp="1"/>
          </p:cNvSpPr>
          <p:nvPr/>
        </p:nvSpPr>
        <p:spPr>
          <a:xfrm>
            <a:off x="5618171" y="3272389"/>
            <a:ext cx="28398" cy="28398"/>
          </a:xfrm>
          <a:prstGeom prst="ellipse">
            <a:avLst/>
          </a:prstGeom>
          <a:solidFill>
            <a:srgbClr val="B57442">
              <a:alpha val="30000"/>
            </a:srgbClr>
          </a:solidFill>
          <a:ln w="0">
            <a:noFill/>
            <a:prstDash val="solid"/>
          </a:ln>
        </p:spPr>
      </p:sp>
      <p:sp>
        <p:nvSpPr>
          <p:cNvPr id="869" name="02_predicted_pose_4168">
            <a:extLst>
              <a:ext uri="{FF2B5EF4-FFF2-40B4-BE49-F238E27FC236}">
                <a16:creationId xmlns:a16="http://schemas.microsoft.com/office/drawing/2014/main" id="{9577CA11-437D-44B7-90A3-63C3036B7FCD}"/>
              </a:ext>
            </a:extLst>
          </p:cNvPr>
          <p:cNvSpPr>
            <a:spLocks noGrp="1"/>
          </p:cNvSpPr>
          <p:nvPr/>
        </p:nvSpPr>
        <p:spPr>
          <a:xfrm>
            <a:off x="5539962" y="3337853"/>
            <a:ext cx="28398" cy="28398"/>
          </a:xfrm>
          <a:prstGeom prst="ellipse">
            <a:avLst/>
          </a:prstGeom>
          <a:solidFill>
            <a:srgbClr val="B57442">
              <a:alpha val="30000"/>
            </a:srgbClr>
          </a:solidFill>
          <a:ln w="0">
            <a:noFill/>
            <a:prstDash val="solid"/>
          </a:ln>
        </p:spPr>
      </p:sp>
      <p:sp>
        <p:nvSpPr>
          <p:cNvPr id="870" name="02_predicted_pose_4169">
            <a:extLst>
              <a:ext uri="{FF2B5EF4-FFF2-40B4-BE49-F238E27FC236}">
                <a16:creationId xmlns:a16="http://schemas.microsoft.com/office/drawing/2014/main" id="{66D87297-632F-4E56-BAAA-92FCBA996EBE}"/>
              </a:ext>
            </a:extLst>
          </p:cNvPr>
          <p:cNvSpPr>
            <a:spLocks noGrp="1"/>
          </p:cNvSpPr>
          <p:nvPr/>
        </p:nvSpPr>
        <p:spPr>
          <a:xfrm>
            <a:off x="5553743" y="3373850"/>
            <a:ext cx="28398" cy="28398"/>
          </a:xfrm>
          <a:prstGeom prst="ellipse">
            <a:avLst/>
          </a:prstGeom>
          <a:solidFill>
            <a:srgbClr val="B57442">
              <a:alpha val="30000"/>
            </a:srgbClr>
          </a:solidFill>
          <a:ln w="0">
            <a:noFill/>
            <a:prstDash val="solid"/>
          </a:ln>
        </p:spPr>
      </p:sp>
      <p:sp>
        <p:nvSpPr>
          <p:cNvPr id="871" name="02_predicted_pose_4170">
            <a:extLst>
              <a:ext uri="{FF2B5EF4-FFF2-40B4-BE49-F238E27FC236}">
                <a16:creationId xmlns:a16="http://schemas.microsoft.com/office/drawing/2014/main" id="{3C922677-E771-4B26-A242-41E499CFB869}"/>
              </a:ext>
            </a:extLst>
          </p:cNvPr>
          <p:cNvSpPr>
            <a:spLocks noGrp="1"/>
          </p:cNvSpPr>
          <p:nvPr/>
        </p:nvSpPr>
        <p:spPr>
          <a:xfrm>
            <a:off x="5567524" y="3358722"/>
            <a:ext cx="28398" cy="28398"/>
          </a:xfrm>
          <a:prstGeom prst="ellipse">
            <a:avLst/>
          </a:prstGeom>
          <a:solidFill>
            <a:srgbClr val="B57442">
              <a:alpha val="30000"/>
            </a:srgbClr>
          </a:solidFill>
          <a:ln w="0">
            <a:noFill/>
            <a:prstDash val="solid"/>
          </a:ln>
        </p:spPr>
      </p:sp>
      <p:sp>
        <p:nvSpPr>
          <p:cNvPr id="872" name="02_predicted_pose_4171">
            <a:extLst>
              <a:ext uri="{FF2B5EF4-FFF2-40B4-BE49-F238E27FC236}">
                <a16:creationId xmlns:a16="http://schemas.microsoft.com/office/drawing/2014/main" id="{8DD1059D-8CD0-4C83-9050-B5F883290862}"/>
              </a:ext>
            </a:extLst>
          </p:cNvPr>
          <p:cNvSpPr>
            <a:spLocks noGrp="1"/>
          </p:cNvSpPr>
          <p:nvPr/>
        </p:nvSpPr>
        <p:spPr>
          <a:xfrm>
            <a:off x="5581306" y="3354618"/>
            <a:ext cx="28398" cy="28398"/>
          </a:xfrm>
          <a:prstGeom prst="ellipse">
            <a:avLst/>
          </a:prstGeom>
          <a:solidFill>
            <a:srgbClr val="B57442">
              <a:alpha val="30000"/>
            </a:srgbClr>
          </a:solidFill>
          <a:ln w="0">
            <a:noFill/>
            <a:prstDash val="solid"/>
          </a:ln>
        </p:spPr>
      </p:sp>
      <p:sp>
        <p:nvSpPr>
          <p:cNvPr id="873" name="02_predicted_pose_4172">
            <a:extLst>
              <a:ext uri="{FF2B5EF4-FFF2-40B4-BE49-F238E27FC236}">
                <a16:creationId xmlns:a16="http://schemas.microsoft.com/office/drawing/2014/main" id="{F60BB84E-5D8E-4A25-A9A8-27355AF730D0}"/>
              </a:ext>
            </a:extLst>
          </p:cNvPr>
          <p:cNvSpPr>
            <a:spLocks noGrp="1"/>
          </p:cNvSpPr>
          <p:nvPr/>
        </p:nvSpPr>
        <p:spPr>
          <a:xfrm>
            <a:off x="5595087" y="3323148"/>
            <a:ext cx="28398" cy="28398"/>
          </a:xfrm>
          <a:prstGeom prst="ellipse">
            <a:avLst/>
          </a:prstGeom>
          <a:solidFill>
            <a:srgbClr val="B57442">
              <a:alpha val="30000"/>
            </a:srgbClr>
          </a:solidFill>
          <a:ln w="0">
            <a:noFill/>
            <a:prstDash val="solid"/>
          </a:ln>
        </p:spPr>
      </p:sp>
      <p:sp>
        <p:nvSpPr>
          <p:cNvPr id="874" name="02_predicted_pose_4173">
            <a:extLst>
              <a:ext uri="{FF2B5EF4-FFF2-40B4-BE49-F238E27FC236}">
                <a16:creationId xmlns:a16="http://schemas.microsoft.com/office/drawing/2014/main" id="{88EB442B-E4BC-44D0-AF4C-CC3EDA61B5A7}"/>
              </a:ext>
            </a:extLst>
          </p:cNvPr>
          <p:cNvSpPr>
            <a:spLocks noGrp="1"/>
          </p:cNvSpPr>
          <p:nvPr/>
        </p:nvSpPr>
        <p:spPr>
          <a:xfrm>
            <a:off x="5608868" y="3414001"/>
            <a:ext cx="28398" cy="28398"/>
          </a:xfrm>
          <a:prstGeom prst="ellipse">
            <a:avLst/>
          </a:prstGeom>
          <a:solidFill>
            <a:srgbClr val="B57442">
              <a:alpha val="30000"/>
            </a:srgbClr>
          </a:solidFill>
          <a:ln w="0">
            <a:noFill/>
            <a:prstDash val="solid"/>
          </a:ln>
        </p:spPr>
      </p:sp>
      <p:sp>
        <p:nvSpPr>
          <p:cNvPr id="875" name="02_predicted_pose_4174">
            <a:extLst>
              <a:ext uri="{FF2B5EF4-FFF2-40B4-BE49-F238E27FC236}">
                <a16:creationId xmlns:a16="http://schemas.microsoft.com/office/drawing/2014/main" id="{084E8743-8D76-4B76-806B-E01FBE5F1D98}"/>
              </a:ext>
            </a:extLst>
          </p:cNvPr>
          <p:cNvSpPr>
            <a:spLocks noGrp="1"/>
          </p:cNvSpPr>
          <p:nvPr/>
        </p:nvSpPr>
        <p:spPr>
          <a:xfrm>
            <a:off x="5622649" y="3469381"/>
            <a:ext cx="28398" cy="28398"/>
          </a:xfrm>
          <a:prstGeom prst="ellipse">
            <a:avLst/>
          </a:prstGeom>
          <a:solidFill>
            <a:srgbClr val="B57442">
              <a:alpha val="30000"/>
            </a:srgbClr>
          </a:solidFill>
          <a:ln w="0">
            <a:noFill/>
            <a:prstDash val="solid"/>
          </a:ln>
        </p:spPr>
      </p:sp>
      <p:sp>
        <p:nvSpPr>
          <p:cNvPr id="876" name="02_predicted_pose_4175">
            <a:extLst>
              <a:ext uri="{FF2B5EF4-FFF2-40B4-BE49-F238E27FC236}">
                <a16:creationId xmlns:a16="http://schemas.microsoft.com/office/drawing/2014/main" id="{ACC04C1A-5FA0-47FF-82F9-8F739E453789}"/>
              </a:ext>
            </a:extLst>
          </p:cNvPr>
          <p:cNvSpPr>
            <a:spLocks noGrp="1"/>
          </p:cNvSpPr>
          <p:nvPr/>
        </p:nvSpPr>
        <p:spPr>
          <a:xfrm>
            <a:off x="5636431" y="3393155"/>
            <a:ext cx="28398" cy="28398"/>
          </a:xfrm>
          <a:prstGeom prst="ellipse">
            <a:avLst/>
          </a:prstGeom>
          <a:solidFill>
            <a:srgbClr val="B57442">
              <a:alpha val="30000"/>
            </a:srgbClr>
          </a:solidFill>
          <a:ln w="0">
            <a:noFill/>
            <a:prstDash val="solid"/>
          </a:ln>
        </p:spPr>
      </p:sp>
      <p:sp>
        <p:nvSpPr>
          <p:cNvPr id="877" name="02_predicted_pose_4176">
            <a:extLst>
              <a:ext uri="{FF2B5EF4-FFF2-40B4-BE49-F238E27FC236}">
                <a16:creationId xmlns:a16="http://schemas.microsoft.com/office/drawing/2014/main" id="{D4B60EC5-1E8F-4FE3-9E2E-36B2439B6FFA}"/>
              </a:ext>
            </a:extLst>
          </p:cNvPr>
          <p:cNvSpPr>
            <a:spLocks noGrp="1"/>
          </p:cNvSpPr>
          <p:nvPr/>
        </p:nvSpPr>
        <p:spPr>
          <a:xfrm>
            <a:off x="5650212" y="3447859"/>
            <a:ext cx="28398" cy="28398"/>
          </a:xfrm>
          <a:prstGeom prst="ellipse">
            <a:avLst/>
          </a:prstGeom>
          <a:solidFill>
            <a:srgbClr val="B57442">
              <a:alpha val="30000"/>
            </a:srgbClr>
          </a:solidFill>
          <a:ln w="0">
            <a:noFill/>
            <a:prstDash val="solid"/>
          </a:ln>
        </p:spPr>
      </p:sp>
      <p:sp>
        <p:nvSpPr>
          <p:cNvPr id="878" name="02_predicted_pose_4177">
            <a:extLst>
              <a:ext uri="{FF2B5EF4-FFF2-40B4-BE49-F238E27FC236}">
                <a16:creationId xmlns:a16="http://schemas.microsoft.com/office/drawing/2014/main" id="{A533494E-AEAA-4A7F-9259-79F4B76F4F66}"/>
              </a:ext>
            </a:extLst>
          </p:cNvPr>
          <p:cNvSpPr>
            <a:spLocks noGrp="1"/>
          </p:cNvSpPr>
          <p:nvPr/>
        </p:nvSpPr>
        <p:spPr>
          <a:xfrm>
            <a:off x="5663993" y="3379252"/>
            <a:ext cx="28398" cy="28398"/>
          </a:xfrm>
          <a:prstGeom prst="ellipse">
            <a:avLst/>
          </a:prstGeom>
          <a:solidFill>
            <a:srgbClr val="B57442">
              <a:alpha val="30000"/>
            </a:srgbClr>
          </a:solidFill>
          <a:ln w="0">
            <a:noFill/>
            <a:prstDash val="solid"/>
          </a:ln>
        </p:spPr>
      </p:sp>
      <p:sp>
        <p:nvSpPr>
          <p:cNvPr id="879" name="02_predicted_pose_4178">
            <a:extLst>
              <a:ext uri="{FF2B5EF4-FFF2-40B4-BE49-F238E27FC236}">
                <a16:creationId xmlns:a16="http://schemas.microsoft.com/office/drawing/2014/main" id="{359F08FF-841A-4EF9-AEE2-ABD81BBCBCFD}"/>
              </a:ext>
            </a:extLst>
          </p:cNvPr>
          <p:cNvSpPr>
            <a:spLocks noGrp="1"/>
          </p:cNvSpPr>
          <p:nvPr/>
        </p:nvSpPr>
        <p:spPr>
          <a:xfrm>
            <a:off x="5553399" y="3356433"/>
            <a:ext cx="28398" cy="28398"/>
          </a:xfrm>
          <a:prstGeom prst="ellipse">
            <a:avLst/>
          </a:prstGeom>
          <a:solidFill>
            <a:srgbClr val="B57442">
              <a:alpha val="30000"/>
            </a:srgbClr>
          </a:solidFill>
          <a:ln w="0">
            <a:noFill/>
            <a:prstDash val="solid"/>
          </a:ln>
        </p:spPr>
      </p:sp>
      <p:sp>
        <p:nvSpPr>
          <p:cNvPr id="880" name="02_predicted_pose_4179">
            <a:extLst>
              <a:ext uri="{FF2B5EF4-FFF2-40B4-BE49-F238E27FC236}">
                <a16:creationId xmlns:a16="http://schemas.microsoft.com/office/drawing/2014/main" id="{01615E0A-4145-4D61-B270-C6B0B89CD19C}"/>
              </a:ext>
            </a:extLst>
          </p:cNvPr>
          <p:cNvSpPr>
            <a:spLocks noGrp="1"/>
          </p:cNvSpPr>
          <p:nvPr/>
        </p:nvSpPr>
        <p:spPr>
          <a:xfrm>
            <a:off x="5744613" y="3594591"/>
            <a:ext cx="28398" cy="28398"/>
          </a:xfrm>
          <a:prstGeom prst="ellipse">
            <a:avLst/>
          </a:prstGeom>
          <a:solidFill>
            <a:srgbClr val="B57442">
              <a:alpha val="30000"/>
            </a:srgbClr>
          </a:solidFill>
          <a:ln w="0">
            <a:noFill/>
            <a:prstDash val="solid"/>
          </a:ln>
        </p:spPr>
      </p:sp>
      <p:sp>
        <p:nvSpPr>
          <p:cNvPr id="881" name="02_predicted_pose_4180">
            <a:extLst>
              <a:ext uri="{FF2B5EF4-FFF2-40B4-BE49-F238E27FC236}">
                <a16:creationId xmlns:a16="http://schemas.microsoft.com/office/drawing/2014/main" id="{189A12BF-65F5-4E84-9523-64B29DF0B3E1}"/>
              </a:ext>
            </a:extLst>
          </p:cNvPr>
          <p:cNvSpPr>
            <a:spLocks noGrp="1"/>
          </p:cNvSpPr>
          <p:nvPr/>
        </p:nvSpPr>
        <p:spPr>
          <a:xfrm>
            <a:off x="5615759" y="3591466"/>
            <a:ext cx="28398" cy="28398"/>
          </a:xfrm>
          <a:prstGeom prst="ellipse">
            <a:avLst/>
          </a:prstGeom>
          <a:solidFill>
            <a:srgbClr val="B57442">
              <a:alpha val="30000"/>
            </a:srgbClr>
          </a:solidFill>
          <a:ln w="0">
            <a:noFill/>
            <a:prstDash val="solid"/>
          </a:ln>
        </p:spPr>
      </p:sp>
      <p:sp>
        <p:nvSpPr>
          <p:cNvPr id="882" name="02_predicted_pose_4181">
            <a:extLst>
              <a:ext uri="{FF2B5EF4-FFF2-40B4-BE49-F238E27FC236}">
                <a16:creationId xmlns:a16="http://schemas.microsoft.com/office/drawing/2014/main" id="{7F5CEAA0-F957-4FA9-A616-586698956446}"/>
              </a:ext>
            </a:extLst>
          </p:cNvPr>
          <p:cNvSpPr>
            <a:spLocks noGrp="1"/>
          </p:cNvSpPr>
          <p:nvPr/>
        </p:nvSpPr>
        <p:spPr>
          <a:xfrm>
            <a:off x="5507921" y="3349628"/>
            <a:ext cx="28398" cy="28398"/>
          </a:xfrm>
          <a:prstGeom prst="ellipse">
            <a:avLst/>
          </a:prstGeom>
          <a:solidFill>
            <a:srgbClr val="B57442">
              <a:alpha val="30000"/>
            </a:srgbClr>
          </a:solidFill>
          <a:ln w="0">
            <a:noFill/>
            <a:prstDash val="solid"/>
          </a:ln>
        </p:spPr>
      </p:sp>
      <p:sp>
        <p:nvSpPr>
          <p:cNvPr id="883" name="02_predicted_pose_4182">
            <a:extLst>
              <a:ext uri="{FF2B5EF4-FFF2-40B4-BE49-F238E27FC236}">
                <a16:creationId xmlns:a16="http://schemas.microsoft.com/office/drawing/2014/main" id="{75289785-CB48-4CCD-B5D9-67C801CE022A}"/>
              </a:ext>
            </a:extLst>
          </p:cNvPr>
          <p:cNvSpPr>
            <a:spLocks noGrp="1"/>
          </p:cNvSpPr>
          <p:nvPr/>
        </p:nvSpPr>
        <p:spPr>
          <a:xfrm>
            <a:off x="5629540" y="3565990"/>
            <a:ext cx="28398" cy="28398"/>
          </a:xfrm>
          <a:prstGeom prst="ellipse">
            <a:avLst/>
          </a:prstGeom>
          <a:solidFill>
            <a:srgbClr val="B57442">
              <a:alpha val="30000"/>
            </a:srgbClr>
          </a:solidFill>
          <a:ln w="0">
            <a:noFill/>
            <a:prstDash val="solid"/>
          </a:ln>
        </p:spPr>
      </p:sp>
      <p:sp>
        <p:nvSpPr>
          <p:cNvPr id="884" name="02_predicted_pose_4183">
            <a:extLst>
              <a:ext uri="{FF2B5EF4-FFF2-40B4-BE49-F238E27FC236}">
                <a16:creationId xmlns:a16="http://schemas.microsoft.com/office/drawing/2014/main" id="{04ACC170-EDDA-461E-80B1-889C0318CBCB}"/>
              </a:ext>
            </a:extLst>
          </p:cNvPr>
          <p:cNvSpPr>
            <a:spLocks noGrp="1"/>
          </p:cNvSpPr>
          <p:nvPr/>
        </p:nvSpPr>
        <p:spPr>
          <a:xfrm>
            <a:off x="5736689" y="3243491"/>
            <a:ext cx="28398" cy="28398"/>
          </a:xfrm>
          <a:prstGeom prst="ellipse">
            <a:avLst/>
          </a:prstGeom>
          <a:solidFill>
            <a:srgbClr val="B57442">
              <a:alpha val="30000"/>
            </a:srgbClr>
          </a:solidFill>
          <a:ln w="0">
            <a:noFill/>
            <a:prstDash val="solid"/>
          </a:ln>
        </p:spPr>
      </p:sp>
      <p:sp>
        <p:nvSpPr>
          <p:cNvPr id="885" name="02_predicted_pose_4184">
            <a:extLst>
              <a:ext uri="{FF2B5EF4-FFF2-40B4-BE49-F238E27FC236}">
                <a16:creationId xmlns:a16="http://schemas.microsoft.com/office/drawing/2014/main" id="{AC6866D0-5FB9-4204-912B-DD0A559138D5}"/>
              </a:ext>
            </a:extLst>
          </p:cNvPr>
          <p:cNvSpPr>
            <a:spLocks noGrp="1"/>
          </p:cNvSpPr>
          <p:nvPr/>
        </p:nvSpPr>
        <p:spPr>
          <a:xfrm>
            <a:off x="5791814" y="3462681"/>
            <a:ext cx="28398" cy="28398"/>
          </a:xfrm>
          <a:prstGeom prst="ellipse">
            <a:avLst/>
          </a:prstGeom>
          <a:solidFill>
            <a:srgbClr val="B57442">
              <a:alpha val="30000"/>
            </a:srgbClr>
          </a:solidFill>
          <a:ln w="0">
            <a:noFill/>
            <a:prstDash val="solid"/>
          </a:ln>
        </p:spPr>
      </p:sp>
      <p:sp>
        <p:nvSpPr>
          <p:cNvPr id="886" name="02_predicted_pose_4185">
            <a:extLst>
              <a:ext uri="{FF2B5EF4-FFF2-40B4-BE49-F238E27FC236}">
                <a16:creationId xmlns:a16="http://schemas.microsoft.com/office/drawing/2014/main" id="{295F8103-37EB-4537-A94E-AFB408F58688}"/>
              </a:ext>
            </a:extLst>
          </p:cNvPr>
          <p:cNvSpPr>
            <a:spLocks noGrp="1"/>
          </p:cNvSpPr>
          <p:nvPr/>
        </p:nvSpPr>
        <p:spPr>
          <a:xfrm>
            <a:off x="5585096" y="3327418"/>
            <a:ext cx="28398" cy="28398"/>
          </a:xfrm>
          <a:prstGeom prst="ellipse">
            <a:avLst/>
          </a:prstGeom>
          <a:solidFill>
            <a:srgbClr val="B57442">
              <a:alpha val="30000"/>
            </a:srgbClr>
          </a:solidFill>
          <a:ln w="0">
            <a:noFill/>
            <a:prstDash val="solid"/>
          </a:ln>
        </p:spPr>
      </p:sp>
      <p:sp>
        <p:nvSpPr>
          <p:cNvPr id="887" name="02_predicted_pose_4186">
            <a:extLst>
              <a:ext uri="{FF2B5EF4-FFF2-40B4-BE49-F238E27FC236}">
                <a16:creationId xmlns:a16="http://schemas.microsoft.com/office/drawing/2014/main" id="{2CB54A80-114C-461B-9217-0A759DB187DB}"/>
              </a:ext>
            </a:extLst>
          </p:cNvPr>
          <p:cNvSpPr>
            <a:spLocks noGrp="1"/>
          </p:cNvSpPr>
          <p:nvPr/>
        </p:nvSpPr>
        <p:spPr>
          <a:xfrm>
            <a:off x="5612658" y="3390304"/>
            <a:ext cx="28398" cy="28398"/>
          </a:xfrm>
          <a:prstGeom prst="ellipse">
            <a:avLst/>
          </a:prstGeom>
          <a:solidFill>
            <a:srgbClr val="B57442">
              <a:alpha val="30000"/>
            </a:srgbClr>
          </a:solidFill>
          <a:ln w="0">
            <a:noFill/>
            <a:prstDash val="solid"/>
          </a:ln>
        </p:spPr>
      </p:sp>
      <p:sp>
        <p:nvSpPr>
          <p:cNvPr id="888" name="02_predicted_pose_4187">
            <a:extLst>
              <a:ext uri="{FF2B5EF4-FFF2-40B4-BE49-F238E27FC236}">
                <a16:creationId xmlns:a16="http://schemas.microsoft.com/office/drawing/2014/main" id="{98DCA682-4E08-47B8-ACAF-80221691AEC7}"/>
              </a:ext>
            </a:extLst>
          </p:cNvPr>
          <p:cNvSpPr>
            <a:spLocks noGrp="1"/>
          </p:cNvSpPr>
          <p:nvPr/>
        </p:nvSpPr>
        <p:spPr>
          <a:xfrm>
            <a:off x="5654002" y="3292521"/>
            <a:ext cx="28398" cy="28398"/>
          </a:xfrm>
          <a:prstGeom prst="ellipse">
            <a:avLst/>
          </a:prstGeom>
          <a:solidFill>
            <a:srgbClr val="B57442">
              <a:alpha val="30000"/>
            </a:srgbClr>
          </a:solidFill>
          <a:ln w="0">
            <a:noFill/>
            <a:prstDash val="solid"/>
          </a:ln>
        </p:spPr>
      </p:sp>
      <p:sp>
        <p:nvSpPr>
          <p:cNvPr id="889" name="02_predicted_pose_4188">
            <a:extLst>
              <a:ext uri="{FF2B5EF4-FFF2-40B4-BE49-F238E27FC236}">
                <a16:creationId xmlns:a16="http://schemas.microsoft.com/office/drawing/2014/main" id="{7432E320-B392-4234-9A2B-8B456725D0E1}"/>
              </a:ext>
            </a:extLst>
          </p:cNvPr>
          <p:cNvSpPr>
            <a:spLocks noGrp="1"/>
          </p:cNvSpPr>
          <p:nvPr/>
        </p:nvSpPr>
        <p:spPr>
          <a:xfrm>
            <a:off x="5681564" y="3324692"/>
            <a:ext cx="28398" cy="28398"/>
          </a:xfrm>
          <a:prstGeom prst="ellipse">
            <a:avLst/>
          </a:prstGeom>
          <a:solidFill>
            <a:srgbClr val="B57442">
              <a:alpha val="30000"/>
            </a:srgbClr>
          </a:solidFill>
          <a:ln w="0">
            <a:noFill/>
            <a:prstDash val="solid"/>
          </a:ln>
        </p:spPr>
      </p:sp>
      <p:sp>
        <p:nvSpPr>
          <p:cNvPr id="890" name="02_predicted_pose_4189">
            <a:extLst>
              <a:ext uri="{FF2B5EF4-FFF2-40B4-BE49-F238E27FC236}">
                <a16:creationId xmlns:a16="http://schemas.microsoft.com/office/drawing/2014/main" id="{7C220680-D448-42DA-8BC6-B0B80DF7C08F}"/>
              </a:ext>
            </a:extLst>
          </p:cNvPr>
          <p:cNvSpPr>
            <a:spLocks noGrp="1"/>
          </p:cNvSpPr>
          <p:nvPr/>
        </p:nvSpPr>
        <p:spPr>
          <a:xfrm>
            <a:off x="5695345" y="3367632"/>
            <a:ext cx="28398" cy="28398"/>
          </a:xfrm>
          <a:prstGeom prst="ellipse">
            <a:avLst/>
          </a:prstGeom>
          <a:solidFill>
            <a:srgbClr val="B57442">
              <a:alpha val="30000"/>
            </a:srgbClr>
          </a:solidFill>
          <a:ln w="0">
            <a:noFill/>
            <a:prstDash val="solid"/>
          </a:ln>
        </p:spPr>
      </p:sp>
      <p:sp>
        <p:nvSpPr>
          <p:cNvPr id="891" name="02_predicted_pose_4190">
            <a:extLst>
              <a:ext uri="{FF2B5EF4-FFF2-40B4-BE49-F238E27FC236}">
                <a16:creationId xmlns:a16="http://schemas.microsoft.com/office/drawing/2014/main" id="{CE83E11D-394B-4180-A8D0-8F9ADCE04927}"/>
              </a:ext>
            </a:extLst>
          </p:cNvPr>
          <p:cNvSpPr>
            <a:spLocks noGrp="1"/>
          </p:cNvSpPr>
          <p:nvPr/>
        </p:nvSpPr>
        <p:spPr>
          <a:xfrm>
            <a:off x="5598532" y="3331112"/>
            <a:ext cx="28398" cy="28398"/>
          </a:xfrm>
          <a:prstGeom prst="ellipse">
            <a:avLst/>
          </a:prstGeom>
          <a:solidFill>
            <a:srgbClr val="B57442">
              <a:alpha val="30000"/>
            </a:srgbClr>
          </a:solidFill>
          <a:ln w="0">
            <a:noFill/>
            <a:prstDash val="solid"/>
          </a:ln>
        </p:spPr>
      </p:sp>
      <p:sp>
        <p:nvSpPr>
          <p:cNvPr id="892" name="02_predicted_pose_4191">
            <a:extLst>
              <a:ext uri="{FF2B5EF4-FFF2-40B4-BE49-F238E27FC236}">
                <a16:creationId xmlns:a16="http://schemas.microsoft.com/office/drawing/2014/main" id="{76C89071-BD46-4086-BE8C-BC5F4621220F}"/>
              </a:ext>
            </a:extLst>
          </p:cNvPr>
          <p:cNvSpPr>
            <a:spLocks noGrp="1"/>
          </p:cNvSpPr>
          <p:nvPr/>
        </p:nvSpPr>
        <p:spPr>
          <a:xfrm>
            <a:off x="5701202" y="3523473"/>
            <a:ext cx="28398" cy="28398"/>
          </a:xfrm>
          <a:prstGeom prst="ellipse">
            <a:avLst/>
          </a:prstGeom>
          <a:solidFill>
            <a:srgbClr val="B57442">
              <a:alpha val="30000"/>
            </a:srgbClr>
          </a:solidFill>
          <a:ln w="0">
            <a:noFill/>
            <a:prstDash val="solid"/>
          </a:ln>
        </p:spPr>
      </p:sp>
      <p:sp>
        <p:nvSpPr>
          <p:cNvPr id="893" name="02_predicted_pose_4192">
            <a:extLst>
              <a:ext uri="{FF2B5EF4-FFF2-40B4-BE49-F238E27FC236}">
                <a16:creationId xmlns:a16="http://schemas.microsoft.com/office/drawing/2014/main" id="{6D8106D5-50BB-450A-86E9-0BD1DC37C280}"/>
              </a:ext>
            </a:extLst>
          </p:cNvPr>
          <p:cNvSpPr>
            <a:spLocks noGrp="1"/>
          </p:cNvSpPr>
          <p:nvPr/>
        </p:nvSpPr>
        <p:spPr>
          <a:xfrm>
            <a:off x="5728765" y="3576055"/>
            <a:ext cx="28398" cy="28398"/>
          </a:xfrm>
          <a:prstGeom prst="ellipse">
            <a:avLst/>
          </a:prstGeom>
          <a:solidFill>
            <a:srgbClr val="B57442">
              <a:alpha val="30000"/>
            </a:srgbClr>
          </a:solidFill>
          <a:ln w="0">
            <a:noFill/>
            <a:prstDash val="solid"/>
          </a:ln>
        </p:spPr>
      </p:sp>
      <p:sp>
        <p:nvSpPr>
          <p:cNvPr id="894" name="02_predicted_pose_4193">
            <a:extLst>
              <a:ext uri="{FF2B5EF4-FFF2-40B4-BE49-F238E27FC236}">
                <a16:creationId xmlns:a16="http://schemas.microsoft.com/office/drawing/2014/main" id="{0616DC7C-29C8-4647-AD69-FBF41C3FE20B}"/>
              </a:ext>
            </a:extLst>
          </p:cNvPr>
          <p:cNvSpPr>
            <a:spLocks noGrp="1"/>
          </p:cNvSpPr>
          <p:nvPr/>
        </p:nvSpPr>
        <p:spPr>
          <a:xfrm>
            <a:off x="5756327" y="3527635"/>
            <a:ext cx="28398" cy="28398"/>
          </a:xfrm>
          <a:prstGeom prst="ellipse">
            <a:avLst/>
          </a:prstGeom>
          <a:solidFill>
            <a:srgbClr val="B57442">
              <a:alpha val="30000"/>
            </a:srgbClr>
          </a:solidFill>
          <a:ln w="0">
            <a:noFill/>
            <a:prstDash val="solid"/>
          </a:ln>
        </p:spPr>
      </p:sp>
      <p:sp>
        <p:nvSpPr>
          <p:cNvPr id="895" name="02_predicted_pose_4194">
            <a:extLst>
              <a:ext uri="{FF2B5EF4-FFF2-40B4-BE49-F238E27FC236}">
                <a16:creationId xmlns:a16="http://schemas.microsoft.com/office/drawing/2014/main" id="{8C783612-8455-4467-96E0-B10C5D459D80}"/>
              </a:ext>
            </a:extLst>
          </p:cNvPr>
          <p:cNvSpPr>
            <a:spLocks noGrp="1"/>
          </p:cNvSpPr>
          <p:nvPr/>
        </p:nvSpPr>
        <p:spPr>
          <a:xfrm>
            <a:off x="5783890" y="3521759"/>
            <a:ext cx="28398" cy="28398"/>
          </a:xfrm>
          <a:prstGeom prst="ellipse">
            <a:avLst/>
          </a:prstGeom>
          <a:solidFill>
            <a:srgbClr val="B57442">
              <a:alpha val="30000"/>
            </a:srgbClr>
          </a:solidFill>
          <a:ln w="0">
            <a:noFill/>
            <a:prstDash val="solid"/>
          </a:ln>
        </p:spPr>
      </p:sp>
      <p:sp>
        <p:nvSpPr>
          <p:cNvPr id="896" name="02_predicted_pose_4195">
            <a:extLst>
              <a:ext uri="{FF2B5EF4-FFF2-40B4-BE49-F238E27FC236}">
                <a16:creationId xmlns:a16="http://schemas.microsoft.com/office/drawing/2014/main" id="{D7EC2D14-B1E4-4AD6-86DE-28805FF5BCDD}"/>
              </a:ext>
            </a:extLst>
          </p:cNvPr>
          <p:cNvSpPr>
            <a:spLocks noGrp="1"/>
          </p:cNvSpPr>
          <p:nvPr/>
        </p:nvSpPr>
        <p:spPr>
          <a:xfrm>
            <a:off x="5544441" y="3514304"/>
            <a:ext cx="28398" cy="28398"/>
          </a:xfrm>
          <a:prstGeom prst="ellipse">
            <a:avLst/>
          </a:prstGeom>
          <a:solidFill>
            <a:srgbClr val="B57442">
              <a:alpha val="30000"/>
            </a:srgbClr>
          </a:solidFill>
          <a:ln w="0">
            <a:noFill/>
            <a:prstDash val="solid"/>
          </a:ln>
        </p:spPr>
      </p:sp>
      <p:sp>
        <p:nvSpPr>
          <p:cNvPr id="897" name="02_predicted_pose_4196">
            <a:extLst>
              <a:ext uri="{FF2B5EF4-FFF2-40B4-BE49-F238E27FC236}">
                <a16:creationId xmlns:a16="http://schemas.microsoft.com/office/drawing/2014/main" id="{7E6192C2-1A8B-4636-A4A1-479678D955B1}"/>
              </a:ext>
            </a:extLst>
          </p:cNvPr>
          <p:cNvSpPr>
            <a:spLocks noGrp="1"/>
          </p:cNvSpPr>
          <p:nvPr/>
        </p:nvSpPr>
        <p:spPr>
          <a:xfrm>
            <a:off x="5553054" y="3525411"/>
            <a:ext cx="28398" cy="28398"/>
          </a:xfrm>
          <a:prstGeom prst="ellipse">
            <a:avLst/>
          </a:prstGeom>
          <a:solidFill>
            <a:srgbClr val="B57442">
              <a:alpha val="30000"/>
            </a:srgbClr>
          </a:solidFill>
          <a:ln w="0">
            <a:noFill/>
            <a:prstDash val="solid"/>
          </a:ln>
        </p:spPr>
      </p:sp>
      <p:sp>
        <p:nvSpPr>
          <p:cNvPr id="898" name="02_predicted_pose_4197">
            <a:extLst>
              <a:ext uri="{FF2B5EF4-FFF2-40B4-BE49-F238E27FC236}">
                <a16:creationId xmlns:a16="http://schemas.microsoft.com/office/drawing/2014/main" id="{AA89C2A0-F490-4B8D-B180-0ACD2ABE098D}"/>
              </a:ext>
            </a:extLst>
          </p:cNvPr>
          <p:cNvSpPr>
            <a:spLocks noGrp="1"/>
          </p:cNvSpPr>
          <p:nvPr/>
        </p:nvSpPr>
        <p:spPr>
          <a:xfrm>
            <a:off x="5566835" y="3573811"/>
            <a:ext cx="28398" cy="28398"/>
          </a:xfrm>
          <a:prstGeom prst="ellipse">
            <a:avLst/>
          </a:prstGeom>
          <a:solidFill>
            <a:srgbClr val="B57442">
              <a:alpha val="30000"/>
            </a:srgbClr>
          </a:solidFill>
          <a:ln w="0">
            <a:noFill/>
            <a:prstDash val="solid"/>
          </a:ln>
        </p:spPr>
      </p:sp>
      <p:sp>
        <p:nvSpPr>
          <p:cNvPr id="899" name="02_predicted_pose_4198">
            <a:extLst>
              <a:ext uri="{FF2B5EF4-FFF2-40B4-BE49-F238E27FC236}">
                <a16:creationId xmlns:a16="http://schemas.microsoft.com/office/drawing/2014/main" id="{9429FB70-9775-43EB-9391-53A366EF24B4}"/>
              </a:ext>
            </a:extLst>
          </p:cNvPr>
          <p:cNvSpPr>
            <a:spLocks noGrp="1"/>
          </p:cNvSpPr>
          <p:nvPr/>
        </p:nvSpPr>
        <p:spPr>
          <a:xfrm>
            <a:off x="5594398" y="3571731"/>
            <a:ext cx="28398" cy="28398"/>
          </a:xfrm>
          <a:prstGeom prst="ellipse">
            <a:avLst/>
          </a:prstGeom>
          <a:solidFill>
            <a:srgbClr val="B57442">
              <a:alpha val="30000"/>
            </a:srgbClr>
          </a:solidFill>
          <a:ln w="0">
            <a:noFill/>
            <a:prstDash val="solid"/>
          </a:ln>
        </p:spPr>
      </p:sp>
      <p:sp>
        <p:nvSpPr>
          <p:cNvPr id="900" name="02_predicted_pose_4199">
            <a:extLst>
              <a:ext uri="{FF2B5EF4-FFF2-40B4-BE49-F238E27FC236}">
                <a16:creationId xmlns:a16="http://schemas.microsoft.com/office/drawing/2014/main" id="{97754304-AA51-4773-8FA9-1E69D39D605A}"/>
              </a:ext>
            </a:extLst>
          </p:cNvPr>
          <p:cNvSpPr>
            <a:spLocks noGrp="1"/>
          </p:cNvSpPr>
          <p:nvPr/>
        </p:nvSpPr>
        <p:spPr>
          <a:xfrm>
            <a:off x="5621960" y="3477853"/>
            <a:ext cx="28398" cy="28398"/>
          </a:xfrm>
          <a:prstGeom prst="ellipse">
            <a:avLst/>
          </a:prstGeom>
          <a:solidFill>
            <a:srgbClr val="B57442">
              <a:alpha val="30000"/>
            </a:srgbClr>
          </a:solidFill>
          <a:ln w="0">
            <a:noFill/>
            <a:prstDash val="solid"/>
          </a:ln>
        </p:spPr>
      </p:sp>
      <p:sp>
        <p:nvSpPr>
          <p:cNvPr id="901" name="02_predicted_pose_4200">
            <a:extLst>
              <a:ext uri="{FF2B5EF4-FFF2-40B4-BE49-F238E27FC236}">
                <a16:creationId xmlns:a16="http://schemas.microsoft.com/office/drawing/2014/main" id="{65C8879A-D6D9-44B0-84EA-45AC2E9FDCF1}"/>
              </a:ext>
            </a:extLst>
          </p:cNvPr>
          <p:cNvSpPr>
            <a:spLocks noGrp="1"/>
          </p:cNvSpPr>
          <p:nvPr/>
        </p:nvSpPr>
        <p:spPr>
          <a:xfrm>
            <a:off x="5649523" y="3511954"/>
            <a:ext cx="28398" cy="28398"/>
          </a:xfrm>
          <a:prstGeom prst="ellipse">
            <a:avLst/>
          </a:prstGeom>
          <a:solidFill>
            <a:srgbClr val="B57442">
              <a:alpha val="30000"/>
            </a:srgbClr>
          </a:solidFill>
          <a:ln w="0">
            <a:noFill/>
            <a:prstDash val="solid"/>
          </a:ln>
        </p:spPr>
      </p:sp>
      <p:sp>
        <p:nvSpPr>
          <p:cNvPr id="902" name="02_predicted_pose_4201">
            <a:extLst>
              <a:ext uri="{FF2B5EF4-FFF2-40B4-BE49-F238E27FC236}">
                <a16:creationId xmlns:a16="http://schemas.microsoft.com/office/drawing/2014/main" id="{E2692476-8073-4E3D-B45C-A44CBC14DC20}"/>
              </a:ext>
            </a:extLst>
          </p:cNvPr>
          <p:cNvSpPr>
            <a:spLocks noGrp="1"/>
          </p:cNvSpPr>
          <p:nvPr/>
        </p:nvSpPr>
        <p:spPr>
          <a:xfrm>
            <a:off x="5674329" y="3023341"/>
            <a:ext cx="28398" cy="28398"/>
          </a:xfrm>
          <a:prstGeom prst="ellipse">
            <a:avLst/>
          </a:prstGeom>
          <a:solidFill>
            <a:srgbClr val="B57442">
              <a:alpha val="30000"/>
            </a:srgbClr>
          </a:solidFill>
          <a:ln w="0">
            <a:noFill/>
            <a:prstDash val="solid"/>
          </a:ln>
        </p:spPr>
      </p:sp>
      <p:sp>
        <p:nvSpPr>
          <p:cNvPr id="903" name="02_predicted_pose_4202">
            <a:extLst>
              <a:ext uri="{FF2B5EF4-FFF2-40B4-BE49-F238E27FC236}">
                <a16:creationId xmlns:a16="http://schemas.microsoft.com/office/drawing/2014/main" id="{F16DE11C-38D7-438A-A13F-C227758A5075}"/>
              </a:ext>
            </a:extLst>
          </p:cNvPr>
          <p:cNvSpPr>
            <a:spLocks noGrp="1"/>
          </p:cNvSpPr>
          <p:nvPr/>
        </p:nvSpPr>
        <p:spPr>
          <a:xfrm>
            <a:off x="5688110" y="3177016"/>
            <a:ext cx="28398" cy="28398"/>
          </a:xfrm>
          <a:prstGeom prst="ellipse">
            <a:avLst/>
          </a:prstGeom>
          <a:solidFill>
            <a:srgbClr val="B57442">
              <a:alpha val="30000"/>
            </a:srgbClr>
          </a:solidFill>
          <a:ln w="0">
            <a:noFill/>
            <a:prstDash val="solid"/>
          </a:ln>
        </p:spPr>
      </p:sp>
      <p:sp>
        <p:nvSpPr>
          <p:cNvPr id="904" name="02_predicted_pose_4203">
            <a:extLst>
              <a:ext uri="{FF2B5EF4-FFF2-40B4-BE49-F238E27FC236}">
                <a16:creationId xmlns:a16="http://schemas.microsoft.com/office/drawing/2014/main" id="{A27C8E52-7C00-40EE-BEC4-AB13C91E597B}"/>
              </a:ext>
            </a:extLst>
          </p:cNvPr>
          <p:cNvSpPr>
            <a:spLocks noGrp="1"/>
          </p:cNvSpPr>
          <p:nvPr/>
        </p:nvSpPr>
        <p:spPr>
          <a:xfrm>
            <a:off x="5619204" y="3299210"/>
            <a:ext cx="28398" cy="28398"/>
          </a:xfrm>
          <a:prstGeom prst="ellipse">
            <a:avLst/>
          </a:prstGeom>
          <a:solidFill>
            <a:srgbClr val="B57442">
              <a:alpha val="30000"/>
            </a:srgbClr>
          </a:solidFill>
          <a:ln w="0">
            <a:noFill/>
            <a:prstDash val="solid"/>
          </a:ln>
        </p:spPr>
      </p:sp>
      <p:sp>
        <p:nvSpPr>
          <p:cNvPr id="905" name="02_predicted_pose_4204">
            <a:extLst>
              <a:ext uri="{FF2B5EF4-FFF2-40B4-BE49-F238E27FC236}">
                <a16:creationId xmlns:a16="http://schemas.microsoft.com/office/drawing/2014/main" id="{CDCDCD46-1114-43CC-A39D-19A2D1B53750}"/>
              </a:ext>
            </a:extLst>
          </p:cNvPr>
          <p:cNvSpPr>
            <a:spLocks noGrp="1"/>
          </p:cNvSpPr>
          <p:nvPr/>
        </p:nvSpPr>
        <p:spPr>
          <a:xfrm>
            <a:off x="5566491" y="3546276"/>
            <a:ext cx="28398" cy="28398"/>
          </a:xfrm>
          <a:prstGeom prst="ellipse">
            <a:avLst/>
          </a:prstGeom>
          <a:solidFill>
            <a:srgbClr val="B57442">
              <a:alpha val="30000"/>
            </a:srgbClr>
          </a:solidFill>
          <a:ln w="0">
            <a:noFill/>
            <a:prstDash val="solid"/>
          </a:ln>
        </p:spPr>
      </p:sp>
      <p:sp>
        <p:nvSpPr>
          <p:cNvPr id="906" name="02_predicted_pose_4205">
            <a:extLst>
              <a:ext uri="{FF2B5EF4-FFF2-40B4-BE49-F238E27FC236}">
                <a16:creationId xmlns:a16="http://schemas.microsoft.com/office/drawing/2014/main" id="{28A93582-5439-484C-AC54-5A1FA98C58D4}"/>
              </a:ext>
            </a:extLst>
          </p:cNvPr>
          <p:cNvSpPr>
            <a:spLocks noGrp="1"/>
          </p:cNvSpPr>
          <p:nvPr/>
        </p:nvSpPr>
        <p:spPr>
          <a:xfrm>
            <a:off x="5483114" y="3506762"/>
            <a:ext cx="28398" cy="28398"/>
          </a:xfrm>
          <a:prstGeom prst="ellipse">
            <a:avLst/>
          </a:prstGeom>
          <a:solidFill>
            <a:srgbClr val="B57442">
              <a:alpha val="30000"/>
            </a:srgbClr>
          </a:solidFill>
          <a:ln w="0">
            <a:noFill/>
            <a:prstDash val="solid"/>
          </a:ln>
        </p:spPr>
      </p:sp>
      <p:sp>
        <p:nvSpPr>
          <p:cNvPr id="907" name="02_predicted_pose_4206">
            <a:extLst>
              <a:ext uri="{FF2B5EF4-FFF2-40B4-BE49-F238E27FC236}">
                <a16:creationId xmlns:a16="http://schemas.microsoft.com/office/drawing/2014/main" id="{33246756-76A7-4836-B22E-C71BBC92D686}"/>
              </a:ext>
            </a:extLst>
          </p:cNvPr>
          <p:cNvSpPr>
            <a:spLocks noGrp="1"/>
          </p:cNvSpPr>
          <p:nvPr/>
        </p:nvSpPr>
        <p:spPr>
          <a:xfrm>
            <a:off x="5727042" y="3141828"/>
            <a:ext cx="28398" cy="28398"/>
          </a:xfrm>
          <a:prstGeom prst="ellipse">
            <a:avLst/>
          </a:prstGeom>
          <a:solidFill>
            <a:srgbClr val="B57442">
              <a:alpha val="30000"/>
            </a:srgbClr>
          </a:solidFill>
          <a:ln w="0">
            <a:noFill/>
            <a:prstDash val="solid"/>
          </a:ln>
        </p:spPr>
      </p:sp>
      <p:sp>
        <p:nvSpPr>
          <p:cNvPr id="908" name="02_predicted_pose_4207">
            <a:extLst>
              <a:ext uri="{FF2B5EF4-FFF2-40B4-BE49-F238E27FC236}">
                <a16:creationId xmlns:a16="http://schemas.microsoft.com/office/drawing/2014/main" id="{2E540A46-7FB6-43BB-AD67-2B4F9A5D8131}"/>
              </a:ext>
            </a:extLst>
          </p:cNvPr>
          <p:cNvSpPr>
            <a:spLocks noGrp="1"/>
          </p:cNvSpPr>
          <p:nvPr/>
        </p:nvSpPr>
        <p:spPr>
          <a:xfrm>
            <a:off x="5683976" y="2764455"/>
            <a:ext cx="28398" cy="28398"/>
          </a:xfrm>
          <a:prstGeom prst="ellipse">
            <a:avLst/>
          </a:prstGeom>
          <a:solidFill>
            <a:srgbClr val="B57442">
              <a:alpha val="30000"/>
            </a:srgbClr>
          </a:solidFill>
          <a:ln w="0">
            <a:noFill/>
            <a:prstDash val="solid"/>
          </a:ln>
        </p:spPr>
      </p:sp>
      <p:sp>
        <p:nvSpPr>
          <p:cNvPr id="909" name="02_predicted_pose_4208">
            <a:extLst>
              <a:ext uri="{FF2B5EF4-FFF2-40B4-BE49-F238E27FC236}">
                <a16:creationId xmlns:a16="http://schemas.microsoft.com/office/drawing/2014/main" id="{D227BDCE-C679-4600-8750-8877EE8F1FCA}"/>
              </a:ext>
            </a:extLst>
          </p:cNvPr>
          <p:cNvSpPr>
            <a:spLocks noGrp="1"/>
          </p:cNvSpPr>
          <p:nvPr/>
        </p:nvSpPr>
        <p:spPr>
          <a:xfrm>
            <a:off x="5697757" y="2846175"/>
            <a:ext cx="28398" cy="28398"/>
          </a:xfrm>
          <a:prstGeom prst="ellipse">
            <a:avLst/>
          </a:prstGeom>
          <a:solidFill>
            <a:srgbClr val="B57442">
              <a:alpha val="30000"/>
            </a:srgbClr>
          </a:solidFill>
          <a:ln w="0">
            <a:noFill/>
            <a:prstDash val="solid"/>
          </a:ln>
        </p:spPr>
      </p:sp>
      <p:sp>
        <p:nvSpPr>
          <p:cNvPr id="910" name="02_predicted_pose_4209">
            <a:extLst>
              <a:ext uri="{FF2B5EF4-FFF2-40B4-BE49-F238E27FC236}">
                <a16:creationId xmlns:a16="http://schemas.microsoft.com/office/drawing/2014/main" id="{D88EF945-2072-4CAE-864C-0DB7DEC91739}"/>
              </a:ext>
            </a:extLst>
          </p:cNvPr>
          <p:cNvSpPr>
            <a:spLocks noGrp="1"/>
          </p:cNvSpPr>
          <p:nvPr/>
        </p:nvSpPr>
        <p:spPr>
          <a:xfrm>
            <a:off x="5503786" y="3480672"/>
            <a:ext cx="28398" cy="28398"/>
          </a:xfrm>
          <a:prstGeom prst="ellipse">
            <a:avLst/>
          </a:prstGeom>
          <a:solidFill>
            <a:srgbClr val="B57442">
              <a:alpha val="30000"/>
            </a:srgbClr>
          </a:solidFill>
          <a:ln w="0">
            <a:noFill/>
            <a:prstDash val="solid"/>
          </a:ln>
        </p:spPr>
      </p:sp>
      <p:sp>
        <p:nvSpPr>
          <p:cNvPr id="911" name="02_predicted_pose_4210">
            <a:extLst>
              <a:ext uri="{FF2B5EF4-FFF2-40B4-BE49-F238E27FC236}">
                <a16:creationId xmlns:a16="http://schemas.microsoft.com/office/drawing/2014/main" id="{6CF41DCC-19F2-4B74-BBE1-D686BA6B65FF}"/>
              </a:ext>
            </a:extLst>
          </p:cNvPr>
          <p:cNvSpPr>
            <a:spLocks noGrp="1"/>
          </p:cNvSpPr>
          <p:nvPr/>
        </p:nvSpPr>
        <p:spPr>
          <a:xfrm>
            <a:off x="5684320" y="3597449"/>
            <a:ext cx="28398" cy="28398"/>
          </a:xfrm>
          <a:prstGeom prst="ellipse">
            <a:avLst/>
          </a:prstGeom>
          <a:solidFill>
            <a:srgbClr val="B57442">
              <a:alpha val="30000"/>
            </a:srgbClr>
          </a:solidFill>
          <a:ln w="0">
            <a:noFill/>
            <a:prstDash val="solid"/>
          </a:ln>
        </p:spPr>
      </p:sp>
      <p:sp>
        <p:nvSpPr>
          <p:cNvPr id="912" name="02_predicted_pose_4211">
            <a:extLst>
              <a:ext uri="{FF2B5EF4-FFF2-40B4-BE49-F238E27FC236}">
                <a16:creationId xmlns:a16="http://schemas.microsoft.com/office/drawing/2014/main" id="{DD3D00C4-C6B0-4A4A-83AD-C63A25F08492}"/>
              </a:ext>
            </a:extLst>
          </p:cNvPr>
          <p:cNvSpPr>
            <a:spLocks noGrp="1"/>
          </p:cNvSpPr>
          <p:nvPr/>
        </p:nvSpPr>
        <p:spPr>
          <a:xfrm>
            <a:off x="5698102" y="3566260"/>
            <a:ext cx="28398" cy="28398"/>
          </a:xfrm>
          <a:prstGeom prst="ellipse">
            <a:avLst/>
          </a:prstGeom>
          <a:solidFill>
            <a:srgbClr val="B57442">
              <a:alpha val="30000"/>
            </a:srgbClr>
          </a:solidFill>
          <a:ln w="0">
            <a:noFill/>
            <a:prstDash val="solid"/>
          </a:ln>
        </p:spPr>
      </p:sp>
      <p:sp>
        <p:nvSpPr>
          <p:cNvPr id="913" name="02_predicted_pose_4212">
            <a:extLst>
              <a:ext uri="{FF2B5EF4-FFF2-40B4-BE49-F238E27FC236}">
                <a16:creationId xmlns:a16="http://schemas.microsoft.com/office/drawing/2014/main" id="{F2109813-A63A-4EF0-8278-92F49B255359}"/>
              </a:ext>
            </a:extLst>
          </p:cNvPr>
          <p:cNvSpPr>
            <a:spLocks noGrp="1"/>
          </p:cNvSpPr>
          <p:nvPr/>
        </p:nvSpPr>
        <p:spPr>
          <a:xfrm>
            <a:off x="5711883" y="3602554"/>
            <a:ext cx="28398" cy="28398"/>
          </a:xfrm>
          <a:prstGeom prst="ellipse">
            <a:avLst/>
          </a:prstGeom>
          <a:solidFill>
            <a:srgbClr val="B57442">
              <a:alpha val="30000"/>
            </a:srgbClr>
          </a:solidFill>
          <a:ln w="0">
            <a:noFill/>
            <a:prstDash val="solid"/>
          </a:ln>
        </p:spPr>
      </p:sp>
      <p:sp>
        <p:nvSpPr>
          <p:cNvPr id="914" name="02_predicted_pose_4213">
            <a:extLst>
              <a:ext uri="{FF2B5EF4-FFF2-40B4-BE49-F238E27FC236}">
                <a16:creationId xmlns:a16="http://schemas.microsoft.com/office/drawing/2014/main" id="{3B513D4E-4547-48E0-8450-C02434F40F25}"/>
              </a:ext>
            </a:extLst>
          </p:cNvPr>
          <p:cNvSpPr>
            <a:spLocks noGrp="1"/>
          </p:cNvSpPr>
          <p:nvPr/>
        </p:nvSpPr>
        <p:spPr>
          <a:xfrm>
            <a:off x="5725664" y="3237246"/>
            <a:ext cx="28398" cy="28398"/>
          </a:xfrm>
          <a:prstGeom prst="ellipse">
            <a:avLst/>
          </a:prstGeom>
          <a:solidFill>
            <a:srgbClr val="B57442">
              <a:alpha val="30000"/>
            </a:srgbClr>
          </a:solidFill>
          <a:ln w="0">
            <a:noFill/>
            <a:prstDash val="solid"/>
          </a:ln>
        </p:spPr>
      </p:sp>
      <p:sp>
        <p:nvSpPr>
          <p:cNvPr id="915" name="02_predicted_pose_4214">
            <a:extLst>
              <a:ext uri="{FF2B5EF4-FFF2-40B4-BE49-F238E27FC236}">
                <a16:creationId xmlns:a16="http://schemas.microsoft.com/office/drawing/2014/main" id="{740D5AA3-1B5E-4A73-A237-80B805B010E9}"/>
              </a:ext>
            </a:extLst>
          </p:cNvPr>
          <p:cNvSpPr>
            <a:spLocks noGrp="1"/>
          </p:cNvSpPr>
          <p:nvPr/>
        </p:nvSpPr>
        <p:spPr>
          <a:xfrm>
            <a:off x="5739445" y="3601288"/>
            <a:ext cx="28398" cy="28398"/>
          </a:xfrm>
          <a:prstGeom prst="ellipse">
            <a:avLst/>
          </a:prstGeom>
          <a:solidFill>
            <a:srgbClr val="B57442">
              <a:alpha val="30000"/>
            </a:srgbClr>
          </a:solidFill>
          <a:ln w="0">
            <a:noFill/>
            <a:prstDash val="solid"/>
          </a:ln>
        </p:spPr>
      </p:sp>
      <p:sp>
        <p:nvSpPr>
          <p:cNvPr id="916" name="02_predicted_pose_4215">
            <a:extLst>
              <a:ext uri="{FF2B5EF4-FFF2-40B4-BE49-F238E27FC236}">
                <a16:creationId xmlns:a16="http://schemas.microsoft.com/office/drawing/2014/main" id="{AF42D1CC-2B78-4032-86F6-894F493E4767}"/>
              </a:ext>
            </a:extLst>
          </p:cNvPr>
          <p:cNvSpPr>
            <a:spLocks noGrp="1"/>
          </p:cNvSpPr>
          <p:nvPr/>
        </p:nvSpPr>
        <p:spPr>
          <a:xfrm>
            <a:off x="5566146" y="2917201"/>
            <a:ext cx="28398" cy="28398"/>
          </a:xfrm>
          <a:prstGeom prst="ellipse">
            <a:avLst/>
          </a:prstGeom>
          <a:solidFill>
            <a:srgbClr val="B57442">
              <a:alpha val="30000"/>
            </a:srgbClr>
          </a:solidFill>
          <a:ln w="0">
            <a:noFill/>
            <a:prstDash val="solid"/>
          </a:ln>
        </p:spPr>
      </p:sp>
      <p:sp>
        <p:nvSpPr>
          <p:cNvPr id="917" name="02_predicted_pose_4216">
            <a:extLst>
              <a:ext uri="{FF2B5EF4-FFF2-40B4-BE49-F238E27FC236}">
                <a16:creationId xmlns:a16="http://schemas.microsoft.com/office/drawing/2014/main" id="{41FFE1AB-ED6B-478D-ABFF-B1C5B1ABCD69}"/>
              </a:ext>
            </a:extLst>
          </p:cNvPr>
          <p:cNvSpPr>
            <a:spLocks noGrp="1"/>
          </p:cNvSpPr>
          <p:nvPr/>
        </p:nvSpPr>
        <p:spPr>
          <a:xfrm>
            <a:off x="5649523" y="3318141"/>
            <a:ext cx="28398" cy="28398"/>
          </a:xfrm>
          <a:prstGeom prst="ellipse">
            <a:avLst/>
          </a:prstGeom>
          <a:solidFill>
            <a:srgbClr val="B57442">
              <a:alpha val="30000"/>
            </a:srgbClr>
          </a:solidFill>
          <a:ln w="0">
            <a:noFill/>
            <a:prstDash val="solid"/>
          </a:ln>
        </p:spPr>
      </p:sp>
      <p:sp>
        <p:nvSpPr>
          <p:cNvPr id="918" name="02_predicted_pose_4217">
            <a:extLst>
              <a:ext uri="{FF2B5EF4-FFF2-40B4-BE49-F238E27FC236}">
                <a16:creationId xmlns:a16="http://schemas.microsoft.com/office/drawing/2014/main" id="{7E6E4ED6-4894-4AF0-AA8A-2EAC4737415B}"/>
              </a:ext>
            </a:extLst>
          </p:cNvPr>
          <p:cNvSpPr>
            <a:spLocks noGrp="1"/>
          </p:cNvSpPr>
          <p:nvPr/>
        </p:nvSpPr>
        <p:spPr>
          <a:xfrm>
            <a:off x="5677085" y="3341230"/>
            <a:ext cx="28398" cy="28398"/>
          </a:xfrm>
          <a:prstGeom prst="ellipse">
            <a:avLst/>
          </a:prstGeom>
          <a:solidFill>
            <a:srgbClr val="B57442">
              <a:alpha val="30000"/>
            </a:srgbClr>
          </a:solidFill>
          <a:ln w="0">
            <a:noFill/>
            <a:prstDash val="solid"/>
          </a:ln>
        </p:spPr>
      </p:sp>
      <p:sp>
        <p:nvSpPr>
          <p:cNvPr id="919" name="02_predicted_pose_4218">
            <a:extLst>
              <a:ext uri="{FF2B5EF4-FFF2-40B4-BE49-F238E27FC236}">
                <a16:creationId xmlns:a16="http://schemas.microsoft.com/office/drawing/2014/main" id="{0697B754-BF20-4C03-8617-2B87A4BF09F1}"/>
              </a:ext>
            </a:extLst>
          </p:cNvPr>
          <p:cNvSpPr>
            <a:spLocks noGrp="1"/>
          </p:cNvSpPr>
          <p:nvPr/>
        </p:nvSpPr>
        <p:spPr>
          <a:xfrm>
            <a:off x="5704648" y="3340872"/>
            <a:ext cx="28398" cy="28398"/>
          </a:xfrm>
          <a:prstGeom prst="ellipse">
            <a:avLst/>
          </a:prstGeom>
          <a:solidFill>
            <a:srgbClr val="B57442">
              <a:alpha val="30000"/>
            </a:srgbClr>
          </a:solidFill>
          <a:ln w="0">
            <a:noFill/>
            <a:prstDash val="solid"/>
          </a:ln>
        </p:spPr>
      </p:sp>
      <p:sp>
        <p:nvSpPr>
          <p:cNvPr id="920" name="02_predicted_pose_4219">
            <a:extLst>
              <a:ext uri="{FF2B5EF4-FFF2-40B4-BE49-F238E27FC236}">
                <a16:creationId xmlns:a16="http://schemas.microsoft.com/office/drawing/2014/main" id="{E9FB8739-9E03-4AB8-93D3-6016A3D54F20}"/>
              </a:ext>
            </a:extLst>
          </p:cNvPr>
          <p:cNvSpPr>
            <a:spLocks noGrp="1"/>
          </p:cNvSpPr>
          <p:nvPr/>
        </p:nvSpPr>
        <p:spPr>
          <a:xfrm>
            <a:off x="5732210" y="3308556"/>
            <a:ext cx="28398" cy="28398"/>
          </a:xfrm>
          <a:prstGeom prst="ellipse">
            <a:avLst/>
          </a:prstGeom>
          <a:solidFill>
            <a:srgbClr val="B57442">
              <a:alpha val="30000"/>
            </a:srgbClr>
          </a:solidFill>
          <a:ln w="0">
            <a:noFill/>
            <a:prstDash val="solid"/>
          </a:ln>
        </p:spPr>
      </p:sp>
      <p:sp>
        <p:nvSpPr>
          <p:cNvPr id="921" name="02_predicted_pose_4220">
            <a:extLst>
              <a:ext uri="{FF2B5EF4-FFF2-40B4-BE49-F238E27FC236}">
                <a16:creationId xmlns:a16="http://schemas.microsoft.com/office/drawing/2014/main" id="{FF83ADDE-FD99-41EB-A87D-E9C054E19CD1}"/>
              </a:ext>
            </a:extLst>
          </p:cNvPr>
          <p:cNvSpPr>
            <a:spLocks noGrp="1"/>
          </p:cNvSpPr>
          <p:nvPr/>
        </p:nvSpPr>
        <p:spPr>
          <a:xfrm>
            <a:off x="5812141" y="3412627"/>
            <a:ext cx="28398" cy="28398"/>
          </a:xfrm>
          <a:prstGeom prst="ellipse">
            <a:avLst/>
          </a:prstGeom>
          <a:solidFill>
            <a:srgbClr val="B57442">
              <a:alpha val="30000"/>
            </a:srgbClr>
          </a:solidFill>
          <a:ln w="0">
            <a:noFill/>
            <a:prstDash val="solid"/>
          </a:ln>
        </p:spPr>
      </p:sp>
      <p:sp>
        <p:nvSpPr>
          <p:cNvPr id="922" name="02_predicted_pose_4221">
            <a:extLst>
              <a:ext uri="{FF2B5EF4-FFF2-40B4-BE49-F238E27FC236}">
                <a16:creationId xmlns:a16="http://schemas.microsoft.com/office/drawing/2014/main" id="{09B12DB6-5E51-4407-98E9-CE985D42CEB0}"/>
              </a:ext>
            </a:extLst>
          </p:cNvPr>
          <p:cNvSpPr>
            <a:spLocks noGrp="1"/>
          </p:cNvSpPr>
          <p:nvPr/>
        </p:nvSpPr>
        <p:spPr>
          <a:xfrm>
            <a:off x="5496207" y="3435072"/>
            <a:ext cx="28398" cy="28398"/>
          </a:xfrm>
          <a:prstGeom prst="ellipse">
            <a:avLst/>
          </a:prstGeom>
          <a:solidFill>
            <a:srgbClr val="B57442">
              <a:alpha val="30000"/>
            </a:srgbClr>
          </a:solidFill>
          <a:ln w="0">
            <a:noFill/>
            <a:prstDash val="solid"/>
          </a:ln>
        </p:spPr>
      </p:sp>
      <p:sp>
        <p:nvSpPr>
          <p:cNvPr id="923" name="02_predicted_pose_4222">
            <a:extLst>
              <a:ext uri="{FF2B5EF4-FFF2-40B4-BE49-F238E27FC236}">
                <a16:creationId xmlns:a16="http://schemas.microsoft.com/office/drawing/2014/main" id="{371A2B39-E3FA-4B2E-92E2-80EDB885C972}"/>
              </a:ext>
            </a:extLst>
          </p:cNvPr>
          <p:cNvSpPr>
            <a:spLocks noGrp="1"/>
          </p:cNvSpPr>
          <p:nvPr/>
        </p:nvSpPr>
        <p:spPr>
          <a:xfrm>
            <a:off x="5523769" y="3227387"/>
            <a:ext cx="28398" cy="28398"/>
          </a:xfrm>
          <a:prstGeom prst="ellipse">
            <a:avLst/>
          </a:prstGeom>
          <a:solidFill>
            <a:srgbClr val="B57442">
              <a:alpha val="30000"/>
            </a:srgbClr>
          </a:solidFill>
          <a:ln w="0">
            <a:noFill/>
            <a:prstDash val="solid"/>
          </a:ln>
        </p:spPr>
      </p:sp>
      <p:sp>
        <p:nvSpPr>
          <p:cNvPr id="924" name="02_predicted_pose_4223">
            <a:extLst>
              <a:ext uri="{FF2B5EF4-FFF2-40B4-BE49-F238E27FC236}">
                <a16:creationId xmlns:a16="http://schemas.microsoft.com/office/drawing/2014/main" id="{4868511E-95DE-44EF-95F6-130227EF8448}"/>
              </a:ext>
            </a:extLst>
          </p:cNvPr>
          <p:cNvSpPr>
            <a:spLocks noGrp="1"/>
          </p:cNvSpPr>
          <p:nvPr/>
        </p:nvSpPr>
        <p:spPr>
          <a:xfrm>
            <a:off x="5551332" y="3368698"/>
            <a:ext cx="28398" cy="28398"/>
          </a:xfrm>
          <a:prstGeom prst="ellipse">
            <a:avLst/>
          </a:prstGeom>
          <a:solidFill>
            <a:srgbClr val="B57442">
              <a:alpha val="30000"/>
            </a:srgbClr>
          </a:solidFill>
          <a:ln w="0">
            <a:noFill/>
            <a:prstDash val="solid"/>
          </a:ln>
        </p:spPr>
      </p:sp>
      <p:sp>
        <p:nvSpPr>
          <p:cNvPr id="925" name="02_predicted_pose_4224">
            <a:extLst>
              <a:ext uri="{FF2B5EF4-FFF2-40B4-BE49-F238E27FC236}">
                <a16:creationId xmlns:a16="http://schemas.microsoft.com/office/drawing/2014/main" id="{6DA96012-E729-4C3F-8565-800689383242}"/>
              </a:ext>
            </a:extLst>
          </p:cNvPr>
          <p:cNvSpPr>
            <a:spLocks noGrp="1"/>
          </p:cNvSpPr>
          <p:nvPr/>
        </p:nvSpPr>
        <p:spPr>
          <a:xfrm>
            <a:off x="5578894" y="3407660"/>
            <a:ext cx="28398" cy="28398"/>
          </a:xfrm>
          <a:prstGeom prst="ellipse">
            <a:avLst/>
          </a:prstGeom>
          <a:solidFill>
            <a:srgbClr val="B57442">
              <a:alpha val="30000"/>
            </a:srgbClr>
          </a:solidFill>
          <a:ln w="0">
            <a:noFill/>
            <a:prstDash val="solid"/>
          </a:ln>
        </p:spPr>
      </p:sp>
      <p:sp>
        <p:nvSpPr>
          <p:cNvPr id="926" name="02_predicted_pose_4225">
            <a:extLst>
              <a:ext uri="{FF2B5EF4-FFF2-40B4-BE49-F238E27FC236}">
                <a16:creationId xmlns:a16="http://schemas.microsoft.com/office/drawing/2014/main" id="{7CE3460E-A39C-42B8-B1C8-414C46AD61B8}"/>
              </a:ext>
            </a:extLst>
          </p:cNvPr>
          <p:cNvSpPr>
            <a:spLocks noGrp="1"/>
          </p:cNvSpPr>
          <p:nvPr/>
        </p:nvSpPr>
        <p:spPr>
          <a:xfrm>
            <a:off x="5482081" y="3372289"/>
            <a:ext cx="28398" cy="28398"/>
          </a:xfrm>
          <a:prstGeom prst="ellipse">
            <a:avLst/>
          </a:prstGeom>
          <a:solidFill>
            <a:srgbClr val="B57442">
              <a:alpha val="30000"/>
            </a:srgbClr>
          </a:solidFill>
          <a:ln w="0">
            <a:noFill/>
            <a:prstDash val="solid"/>
          </a:ln>
        </p:spPr>
      </p:sp>
      <p:sp>
        <p:nvSpPr>
          <p:cNvPr id="927" name="02_predicted_pose_4226">
            <a:extLst>
              <a:ext uri="{FF2B5EF4-FFF2-40B4-BE49-F238E27FC236}">
                <a16:creationId xmlns:a16="http://schemas.microsoft.com/office/drawing/2014/main" id="{66B80F56-8445-4311-B8A8-7F5BA5AFA932}"/>
              </a:ext>
            </a:extLst>
          </p:cNvPr>
          <p:cNvSpPr>
            <a:spLocks noGrp="1"/>
          </p:cNvSpPr>
          <p:nvPr/>
        </p:nvSpPr>
        <p:spPr>
          <a:xfrm>
            <a:off x="5531693" y="3687437"/>
            <a:ext cx="28398" cy="28398"/>
          </a:xfrm>
          <a:prstGeom prst="ellipse">
            <a:avLst/>
          </a:prstGeom>
          <a:solidFill>
            <a:srgbClr val="B57442">
              <a:alpha val="30000"/>
            </a:srgbClr>
          </a:solidFill>
          <a:ln w="0">
            <a:noFill/>
            <a:prstDash val="solid"/>
          </a:ln>
        </p:spPr>
      </p:sp>
      <p:sp>
        <p:nvSpPr>
          <p:cNvPr id="928" name="02_predicted_pose_4227">
            <a:extLst>
              <a:ext uri="{FF2B5EF4-FFF2-40B4-BE49-F238E27FC236}">
                <a16:creationId xmlns:a16="http://schemas.microsoft.com/office/drawing/2014/main" id="{3C950E44-6DF3-4487-8A16-BFF880107382}"/>
              </a:ext>
            </a:extLst>
          </p:cNvPr>
          <p:cNvSpPr>
            <a:spLocks noGrp="1"/>
          </p:cNvSpPr>
          <p:nvPr/>
        </p:nvSpPr>
        <p:spPr>
          <a:xfrm>
            <a:off x="5673640" y="3425614"/>
            <a:ext cx="28398" cy="28398"/>
          </a:xfrm>
          <a:prstGeom prst="ellipse">
            <a:avLst/>
          </a:prstGeom>
          <a:solidFill>
            <a:srgbClr val="B57442">
              <a:alpha val="30000"/>
            </a:srgbClr>
          </a:solidFill>
          <a:ln w="0">
            <a:noFill/>
            <a:prstDash val="solid"/>
          </a:ln>
        </p:spPr>
      </p:sp>
      <p:sp>
        <p:nvSpPr>
          <p:cNvPr id="929" name="02_predicted_pose_4228">
            <a:extLst>
              <a:ext uri="{FF2B5EF4-FFF2-40B4-BE49-F238E27FC236}">
                <a16:creationId xmlns:a16="http://schemas.microsoft.com/office/drawing/2014/main" id="{6DC0EE85-C6D6-43EC-8004-EE7009D2CC25}"/>
              </a:ext>
            </a:extLst>
          </p:cNvPr>
          <p:cNvSpPr>
            <a:spLocks noGrp="1"/>
          </p:cNvSpPr>
          <p:nvPr/>
        </p:nvSpPr>
        <p:spPr>
          <a:xfrm>
            <a:off x="5701202" y="3406555"/>
            <a:ext cx="28398" cy="28398"/>
          </a:xfrm>
          <a:prstGeom prst="ellipse">
            <a:avLst/>
          </a:prstGeom>
          <a:solidFill>
            <a:srgbClr val="B57442">
              <a:alpha val="30000"/>
            </a:srgbClr>
          </a:solidFill>
          <a:ln w="0">
            <a:noFill/>
            <a:prstDash val="solid"/>
          </a:ln>
        </p:spPr>
      </p:sp>
      <p:sp>
        <p:nvSpPr>
          <p:cNvPr id="930" name="02_predicted_pose_4229">
            <a:extLst>
              <a:ext uri="{FF2B5EF4-FFF2-40B4-BE49-F238E27FC236}">
                <a16:creationId xmlns:a16="http://schemas.microsoft.com/office/drawing/2014/main" id="{78C97FB8-25F2-4D83-8DDD-7214920BB35F}"/>
              </a:ext>
            </a:extLst>
          </p:cNvPr>
          <p:cNvSpPr>
            <a:spLocks noGrp="1"/>
          </p:cNvSpPr>
          <p:nvPr/>
        </p:nvSpPr>
        <p:spPr>
          <a:xfrm>
            <a:off x="5742546" y="3251383"/>
            <a:ext cx="28398" cy="28398"/>
          </a:xfrm>
          <a:prstGeom prst="ellipse">
            <a:avLst/>
          </a:prstGeom>
          <a:solidFill>
            <a:srgbClr val="B57442">
              <a:alpha val="30000"/>
            </a:srgbClr>
          </a:solidFill>
          <a:ln w="0">
            <a:noFill/>
            <a:prstDash val="solid"/>
          </a:ln>
        </p:spPr>
      </p:sp>
      <p:sp>
        <p:nvSpPr>
          <p:cNvPr id="931" name="02_predicted_pose_4230">
            <a:extLst>
              <a:ext uri="{FF2B5EF4-FFF2-40B4-BE49-F238E27FC236}">
                <a16:creationId xmlns:a16="http://schemas.microsoft.com/office/drawing/2014/main" id="{996BA413-3A6C-4EC7-8EB2-7F034C60D260}"/>
              </a:ext>
            </a:extLst>
          </p:cNvPr>
          <p:cNvSpPr>
            <a:spLocks noGrp="1"/>
          </p:cNvSpPr>
          <p:nvPr/>
        </p:nvSpPr>
        <p:spPr>
          <a:xfrm>
            <a:off x="5770109" y="3271930"/>
            <a:ext cx="28398" cy="28398"/>
          </a:xfrm>
          <a:prstGeom prst="ellipse">
            <a:avLst/>
          </a:prstGeom>
          <a:solidFill>
            <a:srgbClr val="B57442">
              <a:alpha val="30000"/>
            </a:srgbClr>
          </a:solidFill>
          <a:ln w="0">
            <a:noFill/>
            <a:prstDash val="solid"/>
          </a:ln>
        </p:spPr>
      </p:sp>
      <p:sp>
        <p:nvSpPr>
          <p:cNvPr id="932" name="02_predicted_pose_4231">
            <a:extLst>
              <a:ext uri="{FF2B5EF4-FFF2-40B4-BE49-F238E27FC236}">
                <a16:creationId xmlns:a16="http://schemas.microsoft.com/office/drawing/2014/main" id="{2C4B9CE7-00DC-4505-BC38-F7CECF42CCCD}"/>
              </a:ext>
            </a:extLst>
          </p:cNvPr>
          <p:cNvSpPr>
            <a:spLocks noGrp="1"/>
          </p:cNvSpPr>
          <p:nvPr/>
        </p:nvSpPr>
        <p:spPr>
          <a:xfrm>
            <a:off x="5797671" y="3358500"/>
            <a:ext cx="28398" cy="28398"/>
          </a:xfrm>
          <a:prstGeom prst="ellipse">
            <a:avLst/>
          </a:prstGeom>
          <a:solidFill>
            <a:srgbClr val="B57442">
              <a:alpha val="30000"/>
            </a:srgbClr>
          </a:solidFill>
          <a:ln w="0">
            <a:noFill/>
            <a:prstDash val="solid"/>
          </a:ln>
        </p:spPr>
      </p:sp>
      <p:sp>
        <p:nvSpPr>
          <p:cNvPr id="933" name="02_predicted_pose_4232">
            <a:extLst>
              <a:ext uri="{FF2B5EF4-FFF2-40B4-BE49-F238E27FC236}">
                <a16:creationId xmlns:a16="http://schemas.microsoft.com/office/drawing/2014/main" id="{BAEB4A64-C2A2-4198-9738-E44AA44951DA}"/>
              </a:ext>
            </a:extLst>
          </p:cNvPr>
          <p:cNvSpPr>
            <a:spLocks noGrp="1"/>
          </p:cNvSpPr>
          <p:nvPr/>
        </p:nvSpPr>
        <p:spPr>
          <a:xfrm>
            <a:off x="5780100" y="3481885"/>
            <a:ext cx="28398" cy="28398"/>
          </a:xfrm>
          <a:prstGeom prst="ellipse">
            <a:avLst/>
          </a:prstGeom>
          <a:solidFill>
            <a:srgbClr val="B57442">
              <a:alpha val="30000"/>
            </a:srgbClr>
          </a:solidFill>
          <a:ln w="0">
            <a:noFill/>
            <a:prstDash val="solid"/>
          </a:ln>
        </p:spPr>
      </p:sp>
      <p:sp>
        <p:nvSpPr>
          <p:cNvPr id="934" name="02_predicted_pose_4233">
            <a:extLst>
              <a:ext uri="{FF2B5EF4-FFF2-40B4-BE49-F238E27FC236}">
                <a16:creationId xmlns:a16="http://schemas.microsoft.com/office/drawing/2014/main" id="{1C519C4E-9F80-4C73-8493-799B06BF6762}"/>
              </a:ext>
            </a:extLst>
          </p:cNvPr>
          <p:cNvSpPr>
            <a:spLocks noGrp="1"/>
          </p:cNvSpPr>
          <p:nvPr/>
        </p:nvSpPr>
        <p:spPr>
          <a:xfrm>
            <a:off x="5529626" y="3250503"/>
            <a:ext cx="28398" cy="28398"/>
          </a:xfrm>
          <a:prstGeom prst="ellipse">
            <a:avLst/>
          </a:prstGeom>
          <a:solidFill>
            <a:srgbClr val="B57442">
              <a:alpha val="30000"/>
            </a:srgbClr>
          </a:solidFill>
          <a:ln w="0">
            <a:noFill/>
            <a:prstDash val="solid"/>
          </a:ln>
        </p:spPr>
      </p:sp>
      <p:sp>
        <p:nvSpPr>
          <p:cNvPr id="935" name="02_predicted_pose_4234">
            <a:extLst>
              <a:ext uri="{FF2B5EF4-FFF2-40B4-BE49-F238E27FC236}">
                <a16:creationId xmlns:a16="http://schemas.microsoft.com/office/drawing/2014/main" id="{0B05EE66-46B8-43B5-BBE9-413FDB69DBB0}"/>
              </a:ext>
            </a:extLst>
          </p:cNvPr>
          <p:cNvSpPr>
            <a:spLocks noGrp="1"/>
          </p:cNvSpPr>
          <p:nvPr/>
        </p:nvSpPr>
        <p:spPr>
          <a:xfrm>
            <a:off x="5808696" y="3488182"/>
            <a:ext cx="28398" cy="28398"/>
          </a:xfrm>
          <a:prstGeom prst="ellipse">
            <a:avLst/>
          </a:prstGeom>
          <a:solidFill>
            <a:srgbClr val="B57442">
              <a:alpha val="30000"/>
            </a:srgbClr>
          </a:solidFill>
          <a:ln w="0">
            <a:noFill/>
            <a:prstDash val="solid"/>
          </a:ln>
        </p:spPr>
      </p:sp>
      <p:sp>
        <p:nvSpPr>
          <p:cNvPr id="936" name="02_predicted_pose_4235">
            <a:extLst>
              <a:ext uri="{FF2B5EF4-FFF2-40B4-BE49-F238E27FC236}">
                <a16:creationId xmlns:a16="http://schemas.microsoft.com/office/drawing/2014/main" id="{A9B250CB-AD8C-4546-9591-6B200AD94D6C}"/>
              </a:ext>
            </a:extLst>
          </p:cNvPr>
          <p:cNvSpPr>
            <a:spLocks noGrp="1"/>
          </p:cNvSpPr>
          <p:nvPr/>
        </p:nvSpPr>
        <p:spPr>
          <a:xfrm>
            <a:off x="5651245" y="3379184"/>
            <a:ext cx="28398" cy="28398"/>
          </a:xfrm>
          <a:prstGeom prst="ellipse">
            <a:avLst/>
          </a:prstGeom>
          <a:solidFill>
            <a:srgbClr val="B57442">
              <a:alpha val="30000"/>
            </a:srgbClr>
          </a:solidFill>
          <a:ln w="0">
            <a:noFill/>
            <a:prstDash val="solid"/>
          </a:ln>
        </p:spPr>
      </p:sp>
      <p:sp>
        <p:nvSpPr>
          <p:cNvPr id="937" name="02_predicted_pose_4236">
            <a:extLst>
              <a:ext uri="{FF2B5EF4-FFF2-40B4-BE49-F238E27FC236}">
                <a16:creationId xmlns:a16="http://schemas.microsoft.com/office/drawing/2014/main" id="{6B225931-C89E-462C-B9DE-DC4ADE0C1049}"/>
              </a:ext>
            </a:extLst>
          </p:cNvPr>
          <p:cNvSpPr>
            <a:spLocks noGrp="1"/>
          </p:cNvSpPr>
          <p:nvPr/>
        </p:nvSpPr>
        <p:spPr>
          <a:xfrm>
            <a:off x="5744269" y="3343219"/>
            <a:ext cx="28398" cy="28398"/>
          </a:xfrm>
          <a:prstGeom prst="ellipse">
            <a:avLst/>
          </a:prstGeom>
          <a:solidFill>
            <a:srgbClr val="B57442">
              <a:alpha val="30000"/>
            </a:srgbClr>
          </a:solidFill>
          <a:ln w="0">
            <a:noFill/>
            <a:prstDash val="solid"/>
          </a:ln>
        </p:spPr>
      </p:sp>
      <p:sp>
        <p:nvSpPr>
          <p:cNvPr id="938" name="02_predicted_pose_4237">
            <a:extLst>
              <a:ext uri="{FF2B5EF4-FFF2-40B4-BE49-F238E27FC236}">
                <a16:creationId xmlns:a16="http://schemas.microsoft.com/office/drawing/2014/main" id="{3CAC6F26-3C08-496C-BE0F-E7686D4B41A1}"/>
              </a:ext>
            </a:extLst>
          </p:cNvPr>
          <p:cNvSpPr>
            <a:spLocks noGrp="1"/>
          </p:cNvSpPr>
          <p:nvPr/>
        </p:nvSpPr>
        <p:spPr>
          <a:xfrm>
            <a:off x="5489316" y="3431613"/>
            <a:ext cx="28398" cy="28398"/>
          </a:xfrm>
          <a:prstGeom prst="ellipse">
            <a:avLst/>
          </a:prstGeom>
          <a:solidFill>
            <a:srgbClr val="B57442">
              <a:alpha val="30000"/>
            </a:srgbClr>
          </a:solidFill>
          <a:ln w="0">
            <a:noFill/>
            <a:prstDash val="solid"/>
          </a:ln>
        </p:spPr>
      </p:sp>
      <p:sp>
        <p:nvSpPr>
          <p:cNvPr id="939" name="02_predicted_pose_4238">
            <a:extLst>
              <a:ext uri="{FF2B5EF4-FFF2-40B4-BE49-F238E27FC236}">
                <a16:creationId xmlns:a16="http://schemas.microsoft.com/office/drawing/2014/main" id="{7EF00E90-47C5-4478-9E76-0D67D6B63BFC}"/>
              </a:ext>
            </a:extLst>
          </p:cNvPr>
          <p:cNvSpPr>
            <a:spLocks noGrp="1"/>
          </p:cNvSpPr>
          <p:nvPr/>
        </p:nvSpPr>
        <p:spPr>
          <a:xfrm>
            <a:off x="5503097" y="3519829"/>
            <a:ext cx="28398" cy="28398"/>
          </a:xfrm>
          <a:prstGeom prst="ellipse">
            <a:avLst/>
          </a:prstGeom>
          <a:solidFill>
            <a:srgbClr val="B57442">
              <a:alpha val="30000"/>
            </a:srgbClr>
          </a:solidFill>
          <a:ln w="0">
            <a:noFill/>
            <a:prstDash val="solid"/>
          </a:ln>
        </p:spPr>
      </p:sp>
      <p:sp>
        <p:nvSpPr>
          <p:cNvPr id="940" name="02_predicted_pose_4239">
            <a:extLst>
              <a:ext uri="{FF2B5EF4-FFF2-40B4-BE49-F238E27FC236}">
                <a16:creationId xmlns:a16="http://schemas.microsoft.com/office/drawing/2014/main" id="{1C0BA1B3-3A24-491A-AF99-082012CA74BE}"/>
              </a:ext>
            </a:extLst>
          </p:cNvPr>
          <p:cNvSpPr>
            <a:spLocks noGrp="1"/>
          </p:cNvSpPr>
          <p:nvPr/>
        </p:nvSpPr>
        <p:spPr>
          <a:xfrm>
            <a:off x="5516878" y="3417447"/>
            <a:ext cx="28398" cy="28398"/>
          </a:xfrm>
          <a:prstGeom prst="ellipse">
            <a:avLst/>
          </a:prstGeom>
          <a:solidFill>
            <a:srgbClr val="B57442">
              <a:alpha val="30000"/>
            </a:srgbClr>
          </a:solidFill>
          <a:ln w="0">
            <a:noFill/>
            <a:prstDash val="solid"/>
          </a:ln>
        </p:spPr>
      </p:sp>
      <p:sp>
        <p:nvSpPr>
          <p:cNvPr id="941" name="02_predicted_pose_4240">
            <a:extLst>
              <a:ext uri="{FF2B5EF4-FFF2-40B4-BE49-F238E27FC236}">
                <a16:creationId xmlns:a16="http://schemas.microsoft.com/office/drawing/2014/main" id="{225B94FB-47A4-4C7F-A318-FDFAC89B1258}"/>
              </a:ext>
            </a:extLst>
          </p:cNvPr>
          <p:cNvSpPr>
            <a:spLocks noGrp="1"/>
          </p:cNvSpPr>
          <p:nvPr/>
        </p:nvSpPr>
        <p:spPr>
          <a:xfrm>
            <a:off x="5530660" y="3311357"/>
            <a:ext cx="28398" cy="28398"/>
          </a:xfrm>
          <a:prstGeom prst="ellipse">
            <a:avLst/>
          </a:prstGeom>
          <a:solidFill>
            <a:srgbClr val="B57442">
              <a:alpha val="30000"/>
            </a:srgbClr>
          </a:solidFill>
          <a:ln w="0">
            <a:noFill/>
            <a:prstDash val="solid"/>
          </a:ln>
        </p:spPr>
      </p:sp>
      <p:sp>
        <p:nvSpPr>
          <p:cNvPr id="942" name="02_predicted_pose_4241">
            <a:extLst>
              <a:ext uri="{FF2B5EF4-FFF2-40B4-BE49-F238E27FC236}">
                <a16:creationId xmlns:a16="http://schemas.microsoft.com/office/drawing/2014/main" id="{BEEE4C57-6513-4A88-8511-3FBECD901227}"/>
              </a:ext>
            </a:extLst>
          </p:cNvPr>
          <p:cNvSpPr>
            <a:spLocks noGrp="1"/>
          </p:cNvSpPr>
          <p:nvPr/>
        </p:nvSpPr>
        <p:spPr>
          <a:xfrm>
            <a:off x="5486215" y="3300478"/>
            <a:ext cx="28398" cy="28398"/>
          </a:xfrm>
          <a:prstGeom prst="ellipse">
            <a:avLst/>
          </a:prstGeom>
          <a:solidFill>
            <a:srgbClr val="B57442">
              <a:alpha val="30000"/>
            </a:srgbClr>
          </a:solidFill>
          <a:ln w="0">
            <a:noFill/>
            <a:prstDash val="solid"/>
          </a:ln>
        </p:spPr>
      </p:sp>
      <p:sp>
        <p:nvSpPr>
          <p:cNvPr id="943" name="02_predicted_pose_4242">
            <a:extLst>
              <a:ext uri="{FF2B5EF4-FFF2-40B4-BE49-F238E27FC236}">
                <a16:creationId xmlns:a16="http://schemas.microsoft.com/office/drawing/2014/main" id="{3540D73E-DE13-45BF-A953-81F39C5FCE6C}"/>
              </a:ext>
            </a:extLst>
          </p:cNvPr>
          <p:cNvSpPr>
            <a:spLocks noGrp="1"/>
          </p:cNvSpPr>
          <p:nvPr/>
        </p:nvSpPr>
        <p:spPr>
          <a:xfrm>
            <a:off x="5513778" y="3443083"/>
            <a:ext cx="28398" cy="28398"/>
          </a:xfrm>
          <a:prstGeom prst="ellipse">
            <a:avLst/>
          </a:prstGeom>
          <a:solidFill>
            <a:srgbClr val="B57442">
              <a:alpha val="30000"/>
            </a:srgbClr>
          </a:solidFill>
          <a:ln w="0">
            <a:noFill/>
            <a:prstDash val="solid"/>
          </a:ln>
        </p:spPr>
      </p:sp>
      <p:sp>
        <p:nvSpPr>
          <p:cNvPr id="944" name="02_predicted_pose_4243">
            <a:extLst>
              <a:ext uri="{FF2B5EF4-FFF2-40B4-BE49-F238E27FC236}">
                <a16:creationId xmlns:a16="http://schemas.microsoft.com/office/drawing/2014/main" id="{BAF7A624-73A0-473C-86C9-89B69D651076}"/>
              </a:ext>
            </a:extLst>
          </p:cNvPr>
          <p:cNvSpPr>
            <a:spLocks noGrp="1"/>
          </p:cNvSpPr>
          <p:nvPr/>
        </p:nvSpPr>
        <p:spPr>
          <a:xfrm>
            <a:off x="5598188" y="3281078"/>
            <a:ext cx="28398" cy="28398"/>
          </a:xfrm>
          <a:prstGeom prst="ellipse">
            <a:avLst/>
          </a:prstGeom>
          <a:solidFill>
            <a:srgbClr val="B57442">
              <a:alpha val="30000"/>
            </a:srgbClr>
          </a:solidFill>
          <a:ln w="0">
            <a:noFill/>
            <a:prstDash val="solid"/>
          </a:ln>
        </p:spPr>
      </p:sp>
      <p:sp>
        <p:nvSpPr>
          <p:cNvPr id="945" name="02_predicted_pose_4244">
            <a:extLst>
              <a:ext uri="{FF2B5EF4-FFF2-40B4-BE49-F238E27FC236}">
                <a16:creationId xmlns:a16="http://schemas.microsoft.com/office/drawing/2014/main" id="{DFFC34FE-EB25-4DD7-A568-0A9BFEAF8941}"/>
              </a:ext>
            </a:extLst>
          </p:cNvPr>
          <p:cNvSpPr>
            <a:spLocks noGrp="1"/>
          </p:cNvSpPr>
          <p:nvPr/>
        </p:nvSpPr>
        <p:spPr>
          <a:xfrm>
            <a:off x="5546164" y="3391596"/>
            <a:ext cx="28398" cy="28398"/>
          </a:xfrm>
          <a:prstGeom prst="ellipse">
            <a:avLst/>
          </a:prstGeom>
          <a:solidFill>
            <a:srgbClr val="B57442">
              <a:alpha val="30000"/>
            </a:srgbClr>
          </a:solidFill>
          <a:ln w="0">
            <a:noFill/>
            <a:prstDash val="solid"/>
          </a:ln>
        </p:spPr>
      </p:sp>
      <p:sp>
        <p:nvSpPr>
          <p:cNvPr id="946" name="02_predicted_pose_4245">
            <a:extLst>
              <a:ext uri="{FF2B5EF4-FFF2-40B4-BE49-F238E27FC236}">
                <a16:creationId xmlns:a16="http://schemas.microsoft.com/office/drawing/2014/main" id="{18B69B03-F5A3-49E5-96BD-E62EC147DC74}"/>
              </a:ext>
            </a:extLst>
          </p:cNvPr>
          <p:cNvSpPr>
            <a:spLocks noGrp="1"/>
          </p:cNvSpPr>
          <p:nvPr/>
        </p:nvSpPr>
        <p:spPr>
          <a:xfrm>
            <a:off x="5559945" y="3782575"/>
            <a:ext cx="28398" cy="28398"/>
          </a:xfrm>
          <a:prstGeom prst="ellipse">
            <a:avLst/>
          </a:prstGeom>
          <a:solidFill>
            <a:srgbClr val="B57442">
              <a:alpha val="30000"/>
            </a:srgbClr>
          </a:solidFill>
          <a:ln w="0">
            <a:noFill/>
            <a:prstDash val="solid"/>
          </a:ln>
        </p:spPr>
      </p:sp>
      <p:sp>
        <p:nvSpPr>
          <p:cNvPr id="947" name="02_predicted_pose_4246">
            <a:extLst>
              <a:ext uri="{FF2B5EF4-FFF2-40B4-BE49-F238E27FC236}">
                <a16:creationId xmlns:a16="http://schemas.microsoft.com/office/drawing/2014/main" id="{B002568F-E175-48F8-AE78-27A114B323D6}"/>
              </a:ext>
            </a:extLst>
          </p:cNvPr>
          <p:cNvSpPr>
            <a:spLocks noGrp="1"/>
          </p:cNvSpPr>
          <p:nvPr/>
        </p:nvSpPr>
        <p:spPr>
          <a:xfrm>
            <a:off x="5573726" y="3487045"/>
            <a:ext cx="28398" cy="28398"/>
          </a:xfrm>
          <a:prstGeom prst="ellipse">
            <a:avLst/>
          </a:prstGeom>
          <a:solidFill>
            <a:srgbClr val="B57442">
              <a:alpha val="30000"/>
            </a:srgbClr>
          </a:solidFill>
          <a:ln w="0">
            <a:noFill/>
            <a:prstDash val="solid"/>
          </a:ln>
        </p:spPr>
      </p:sp>
      <p:sp>
        <p:nvSpPr>
          <p:cNvPr id="948" name="02_predicted_pose_4247">
            <a:extLst>
              <a:ext uri="{FF2B5EF4-FFF2-40B4-BE49-F238E27FC236}">
                <a16:creationId xmlns:a16="http://schemas.microsoft.com/office/drawing/2014/main" id="{60165D03-DFA5-4976-98BE-B7107B346998}"/>
              </a:ext>
            </a:extLst>
          </p:cNvPr>
          <p:cNvSpPr>
            <a:spLocks noGrp="1"/>
          </p:cNvSpPr>
          <p:nvPr/>
        </p:nvSpPr>
        <p:spPr>
          <a:xfrm>
            <a:off x="5525147" y="3215640"/>
            <a:ext cx="28398" cy="28398"/>
          </a:xfrm>
          <a:prstGeom prst="ellipse">
            <a:avLst/>
          </a:prstGeom>
          <a:solidFill>
            <a:srgbClr val="B57442">
              <a:alpha val="30000"/>
            </a:srgbClr>
          </a:solidFill>
          <a:ln w="0">
            <a:noFill/>
            <a:prstDash val="solid"/>
          </a:ln>
        </p:spPr>
      </p:sp>
      <p:sp>
        <p:nvSpPr>
          <p:cNvPr id="949" name="02_predicted_pose_4248">
            <a:extLst>
              <a:ext uri="{FF2B5EF4-FFF2-40B4-BE49-F238E27FC236}">
                <a16:creationId xmlns:a16="http://schemas.microsoft.com/office/drawing/2014/main" id="{503E3887-9ADC-4679-88C2-5F2A5B21C65C}"/>
              </a:ext>
            </a:extLst>
          </p:cNvPr>
          <p:cNvSpPr>
            <a:spLocks noGrp="1"/>
          </p:cNvSpPr>
          <p:nvPr/>
        </p:nvSpPr>
        <p:spPr>
          <a:xfrm>
            <a:off x="5538928" y="3243934"/>
            <a:ext cx="28398" cy="28398"/>
          </a:xfrm>
          <a:prstGeom prst="ellipse">
            <a:avLst/>
          </a:prstGeom>
          <a:solidFill>
            <a:srgbClr val="B57442">
              <a:alpha val="30000"/>
            </a:srgbClr>
          </a:solidFill>
          <a:ln w="0">
            <a:noFill/>
            <a:prstDash val="solid"/>
          </a:ln>
        </p:spPr>
      </p:sp>
      <p:sp>
        <p:nvSpPr>
          <p:cNvPr id="950" name="02_predicted_pose_4249">
            <a:extLst>
              <a:ext uri="{FF2B5EF4-FFF2-40B4-BE49-F238E27FC236}">
                <a16:creationId xmlns:a16="http://schemas.microsoft.com/office/drawing/2014/main" id="{1214F129-D43A-4281-BC0F-242577AECB6E}"/>
              </a:ext>
            </a:extLst>
          </p:cNvPr>
          <p:cNvSpPr>
            <a:spLocks noGrp="1"/>
          </p:cNvSpPr>
          <p:nvPr/>
        </p:nvSpPr>
        <p:spPr>
          <a:xfrm>
            <a:off x="5552710" y="3198265"/>
            <a:ext cx="28398" cy="28398"/>
          </a:xfrm>
          <a:prstGeom prst="ellipse">
            <a:avLst/>
          </a:prstGeom>
          <a:solidFill>
            <a:srgbClr val="B57442">
              <a:alpha val="30000"/>
            </a:srgbClr>
          </a:solidFill>
          <a:ln w="0">
            <a:noFill/>
            <a:prstDash val="solid"/>
          </a:ln>
        </p:spPr>
      </p:sp>
      <p:sp>
        <p:nvSpPr>
          <p:cNvPr id="951" name="02_predicted_pose_4250">
            <a:extLst>
              <a:ext uri="{FF2B5EF4-FFF2-40B4-BE49-F238E27FC236}">
                <a16:creationId xmlns:a16="http://schemas.microsoft.com/office/drawing/2014/main" id="{F6C86215-EDCC-415E-A220-C883FAF7B593}"/>
              </a:ext>
            </a:extLst>
          </p:cNvPr>
          <p:cNvSpPr>
            <a:spLocks noGrp="1"/>
          </p:cNvSpPr>
          <p:nvPr/>
        </p:nvSpPr>
        <p:spPr>
          <a:xfrm>
            <a:off x="5572003" y="2929125"/>
            <a:ext cx="28398" cy="28398"/>
          </a:xfrm>
          <a:prstGeom prst="ellipse">
            <a:avLst/>
          </a:prstGeom>
          <a:solidFill>
            <a:srgbClr val="B57442">
              <a:alpha val="30000"/>
            </a:srgbClr>
          </a:solidFill>
          <a:ln w="0">
            <a:noFill/>
            <a:prstDash val="solid"/>
          </a:ln>
        </p:spPr>
      </p:sp>
      <p:sp>
        <p:nvSpPr>
          <p:cNvPr id="952" name="02_predicted_pose_4251">
            <a:extLst>
              <a:ext uri="{FF2B5EF4-FFF2-40B4-BE49-F238E27FC236}">
                <a16:creationId xmlns:a16="http://schemas.microsoft.com/office/drawing/2014/main" id="{CC196618-A468-4B91-8B8D-203DDA17DE94}"/>
              </a:ext>
            </a:extLst>
          </p:cNvPr>
          <p:cNvSpPr>
            <a:spLocks noGrp="1"/>
          </p:cNvSpPr>
          <p:nvPr/>
        </p:nvSpPr>
        <p:spPr>
          <a:xfrm>
            <a:off x="5613347" y="3247156"/>
            <a:ext cx="28398" cy="28398"/>
          </a:xfrm>
          <a:prstGeom prst="ellipse">
            <a:avLst/>
          </a:prstGeom>
          <a:solidFill>
            <a:srgbClr val="B57442">
              <a:alpha val="30000"/>
            </a:srgbClr>
          </a:solidFill>
          <a:ln w="0">
            <a:noFill/>
            <a:prstDash val="solid"/>
          </a:ln>
        </p:spPr>
      </p:sp>
      <p:sp>
        <p:nvSpPr>
          <p:cNvPr id="953" name="02_predicted_pose_4252">
            <a:extLst>
              <a:ext uri="{FF2B5EF4-FFF2-40B4-BE49-F238E27FC236}">
                <a16:creationId xmlns:a16="http://schemas.microsoft.com/office/drawing/2014/main" id="{3D41A514-3E18-4B61-B7CD-6463DCF370E9}"/>
              </a:ext>
            </a:extLst>
          </p:cNvPr>
          <p:cNvSpPr>
            <a:spLocks noGrp="1"/>
          </p:cNvSpPr>
          <p:nvPr/>
        </p:nvSpPr>
        <p:spPr>
          <a:xfrm>
            <a:off x="5585440" y="3130453"/>
            <a:ext cx="28398" cy="28398"/>
          </a:xfrm>
          <a:prstGeom prst="ellipse">
            <a:avLst/>
          </a:prstGeom>
          <a:solidFill>
            <a:srgbClr val="B57442">
              <a:alpha val="30000"/>
            </a:srgbClr>
          </a:solidFill>
          <a:ln w="0">
            <a:noFill/>
            <a:prstDash val="solid"/>
          </a:ln>
        </p:spPr>
      </p:sp>
      <p:sp>
        <p:nvSpPr>
          <p:cNvPr id="954" name="02_predicted_pose_4253">
            <a:extLst>
              <a:ext uri="{FF2B5EF4-FFF2-40B4-BE49-F238E27FC236}">
                <a16:creationId xmlns:a16="http://schemas.microsoft.com/office/drawing/2014/main" id="{C329584E-7959-4099-849A-986149891A40}"/>
              </a:ext>
            </a:extLst>
          </p:cNvPr>
          <p:cNvSpPr>
            <a:spLocks noGrp="1"/>
          </p:cNvSpPr>
          <p:nvPr/>
        </p:nvSpPr>
        <p:spPr>
          <a:xfrm>
            <a:off x="5678463" y="2962865"/>
            <a:ext cx="28398" cy="28398"/>
          </a:xfrm>
          <a:prstGeom prst="ellipse">
            <a:avLst/>
          </a:prstGeom>
          <a:solidFill>
            <a:srgbClr val="B57442">
              <a:alpha val="30000"/>
            </a:srgbClr>
          </a:solidFill>
          <a:ln w="0">
            <a:noFill/>
            <a:prstDash val="solid"/>
          </a:ln>
        </p:spPr>
      </p:sp>
      <p:sp>
        <p:nvSpPr>
          <p:cNvPr id="955" name="02_predicted_pose_4254">
            <a:extLst>
              <a:ext uri="{FF2B5EF4-FFF2-40B4-BE49-F238E27FC236}">
                <a16:creationId xmlns:a16="http://schemas.microsoft.com/office/drawing/2014/main" id="{51D64FDC-C16A-49F1-B627-FA40D3D3EA78}"/>
              </a:ext>
            </a:extLst>
          </p:cNvPr>
          <p:cNvSpPr>
            <a:spLocks noGrp="1"/>
          </p:cNvSpPr>
          <p:nvPr/>
        </p:nvSpPr>
        <p:spPr>
          <a:xfrm>
            <a:off x="5800083" y="3146555"/>
            <a:ext cx="28398" cy="28398"/>
          </a:xfrm>
          <a:prstGeom prst="ellipse">
            <a:avLst/>
          </a:prstGeom>
          <a:solidFill>
            <a:srgbClr val="B57442">
              <a:alpha val="30000"/>
            </a:srgbClr>
          </a:solidFill>
          <a:ln w="0">
            <a:noFill/>
            <a:prstDash val="solid"/>
          </a:ln>
        </p:spPr>
      </p:sp>
      <p:sp>
        <p:nvSpPr>
          <p:cNvPr id="956" name="02_predicted_pose_4255">
            <a:extLst>
              <a:ext uri="{FF2B5EF4-FFF2-40B4-BE49-F238E27FC236}">
                <a16:creationId xmlns:a16="http://schemas.microsoft.com/office/drawing/2014/main" id="{7759884C-4729-48A9-B871-D9B35A17F6BA}"/>
              </a:ext>
            </a:extLst>
          </p:cNvPr>
          <p:cNvSpPr>
            <a:spLocks noGrp="1"/>
          </p:cNvSpPr>
          <p:nvPr/>
        </p:nvSpPr>
        <p:spPr>
          <a:xfrm>
            <a:off x="5549609" y="2909185"/>
            <a:ext cx="28398" cy="28398"/>
          </a:xfrm>
          <a:prstGeom prst="ellipse">
            <a:avLst/>
          </a:prstGeom>
          <a:solidFill>
            <a:srgbClr val="B57442">
              <a:alpha val="30000"/>
            </a:srgbClr>
          </a:solidFill>
          <a:ln w="0">
            <a:noFill/>
            <a:prstDash val="solid"/>
          </a:ln>
        </p:spPr>
      </p:sp>
      <p:sp>
        <p:nvSpPr>
          <p:cNvPr id="957" name="02_predicted_pose_4256">
            <a:extLst>
              <a:ext uri="{FF2B5EF4-FFF2-40B4-BE49-F238E27FC236}">
                <a16:creationId xmlns:a16="http://schemas.microsoft.com/office/drawing/2014/main" id="{895E772C-EA3A-4EFA-9C18-B562F47791C0}"/>
              </a:ext>
            </a:extLst>
          </p:cNvPr>
          <p:cNvSpPr>
            <a:spLocks noGrp="1"/>
          </p:cNvSpPr>
          <p:nvPr/>
        </p:nvSpPr>
        <p:spPr>
          <a:xfrm>
            <a:off x="5696724" y="3375981"/>
            <a:ext cx="28398" cy="28398"/>
          </a:xfrm>
          <a:prstGeom prst="ellipse">
            <a:avLst/>
          </a:prstGeom>
          <a:solidFill>
            <a:srgbClr val="B57442">
              <a:alpha val="30000"/>
            </a:srgbClr>
          </a:solidFill>
          <a:ln w="0">
            <a:noFill/>
            <a:prstDash val="solid"/>
          </a:ln>
        </p:spPr>
      </p:sp>
      <p:sp>
        <p:nvSpPr>
          <p:cNvPr id="958" name="02_predicted_pose_4257">
            <a:extLst>
              <a:ext uri="{FF2B5EF4-FFF2-40B4-BE49-F238E27FC236}">
                <a16:creationId xmlns:a16="http://schemas.microsoft.com/office/drawing/2014/main" id="{9AF20289-02DF-4B38-A7A8-6006FAF54278}"/>
              </a:ext>
            </a:extLst>
          </p:cNvPr>
          <p:cNvSpPr>
            <a:spLocks noGrp="1"/>
          </p:cNvSpPr>
          <p:nvPr/>
        </p:nvSpPr>
        <p:spPr>
          <a:xfrm>
            <a:off x="5710505" y="3441326"/>
            <a:ext cx="28398" cy="28398"/>
          </a:xfrm>
          <a:prstGeom prst="ellipse">
            <a:avLst/>
          </a:prstGeom>
          <a:solidFill>
            <a:srgbClr val="B57442">
              <a:alpha val="30000"/>
            </a:srgbClr>
          </a:solidFill>
          <a:ln w="0">
            <a:noFill/>
            <a:prstDash val="solid"/>
          </a:ln>
        </p:spPr>
      </p:sp>
      <p:sp>
        <p:nvSpPr>
          <p:cNvPr id="959" name="02_predicted_pose_4258">
            <a:extLst>
              <a:ext uri="{FF2B5EF4-FFF2-40B4-BE49-F238E27FC236}">
                <a16:creationId xmlns:a16="http://schemas.microsoft.com/office/drawing/2014/main" id="{AF5BE3A9-9F8F-4642-80A3-541F8BB69A32}"/>
              </a:ext>
            </a:extLst>
          </p:cNvPr>
          <p:cNvSpPr>
            <a:spLocks noGrp="1"/>
          </p:cNvSpPr>
          <p:nvPr/>
        </p:nvSpPr>
        <p:spPr>
          <a:xfrm>
            <a:off x="5670884" y="3115548"/>
            <a:ext cx="28398" cy="28398"/>
          </a:xfrm>
          <a:prstGeom prst="ellipse">
            <a:avLst/>
          </a:prstGeom>
          <a:solidFill>
            <a:srgbClr val="B57442">
              <a:alpha val="30000"/>
            </a:srgbClr>
          </a:solidFill>
          <a:ln w="0">
            <a:noFill/>
            <a:prstDash val="solid"/>
          </a:ln>
        </p:spPr>
      </p:sp>
      <p:sp>
        <p:nvSpPr>
          <p:cNvPr id="960" name="02_predicted_pose_4259">
            <a:extLst>
              <a:ext uri="{FF2B5EF4-FFF2-40B4-BE49-F238E27FC236}">
                <a16:creationId xmlns:a16="http://schemas.microsoft.com/office/drawing/2014/main" id="{C9BD2374-BD56-4403-AB09-44DF15162F41}"/>
              </a:ext>
            </a:extLst>
          </p:cNvPr>
          <p:cNvSpPr>
            <a:spLocks noGrp="1"/>
          </p:cNvSpPr>
          <p:nvPr/>
        </p:nvSpPr>
        <p:spPr>
          <a:xfrm>
            <a:off x="5684665" y="3273337"/>
            <a:ext cx="28398" cy="28398"/>
          </a:xfrm>
          <a:prstGeom prst="ellipse">
            <a:avLst/>
          </a:prstGeom>
          <a:solidFill>
            <a:srgbClr val="B57442">
              <a:alpha val="30000"/>
            </a:srgbClr>
          </a:solidFill>
          <a:ln w="0">
            <a:noFill/>
            <a:prstDash val="solid"/>
          </a:ln>
        </p:spPr>
      </p:sp>
      <p:sp>
        <p:nvSpPr>
          <p:cNvPr id="961" name="02_predicted_pose_4260">
            <a:extLst>
              <a:ext uri="{FF2B5EF4-FFF2-40B4-BE49-F238E27FC236}">
                <a16:creationId xmlns:a16="http://schemas.microsoft.com/office/drawing/2014/main" id="{2ECC2499-06DE-4020-9E7A-23D084117F54}"/>
              </a:ext>
            </a:extLst>
          </p:cNvPr>
          <p:cNvSpPr>
            <a:spLocks noGrp="1"/>
          </p:cNvSpPr>
          <p:nvPr/>
        </p:nvSpPr>
        <p:spPr>
          <a:xfrm>
            <a:off x="5698446" y="3265274"/>
            <a:ext cx="28398" cy="28398"/>
          </a:xfrm>
          <a:prstGeom prst="ellipse">
            <a:avLst/>
          </a:prstGeom>
          <a:solidFill>
            <a:srgbClr val="B57442">
              <a:alpha val="30000"/>
            </a:srgbClr>
          </a:solidFill>
          <a:ln w="0">
            <a:noFill/>
            <a:prstDash val="solid"/>
          </a:ln>
        </p:spPr>
      </p:sp>
      <p:sp>
        <p:nvSpPr>
          <p:cNvPr id="962" name="02_predicted_pose_4261">
            <a:extLst>
              <a:ext uri="{FF2B5EF4-FFF2-40B4-BE49-F238E27FC236}">
                <a16:creationId xmlns:a16="http://schemas.microsoft.com/office/drawing/2014/main" id="{EAD9AEA5-1A21-4F85-B811-4F4F396FB634}"/>
              </a:ext>
            </a:extLst>
          </p:cNvPr>
          <p:cNvSpPr>
            <a:spLocks noGrp="1"/>
          </p:cNvSpPr>
          <p:nvPr/>
        </p:nvSpPr>
        <p:spPr>
          <a:xfrm>
            <a:off x="5726009" y="3318853"/>
            <a:ext cx="28398" cy="28398"/>
          </a:xfrm>
          <a:prstGeom prst="ellipse">
            <a:avLst/>
          </a:prstGeom>
          <a:solidFill>
            <a:srgbClr val="B57442">
              <a:alpha val="30000"/>
            </a:srgbClr>
          </a:solidFill>
          <a:ln w="0">
            <a:noFill/>
            <a:prstDash val="solid"/>
          </a:ln>
        </p:spPr>
      </p:sp>
      <p:sp>
        <p:nvSpPr>
          <p:cNvPr id="963" name="02_predicted_pose_4262">
            <a:extLst>
              <a:ext uri="{FF2B5EF4-FFF2-40B4-BE49-F238E27FC236}">
                <a16:creationId xmlns:a16="http://schemas.microsoft.com/office/drawing/2014/main" id="{3BED2A15-5F70-41B7-959E-CBBFA56F052A}"/>
              </a:ext>
            </a:extLst>
          </p:cNvPr>
          <p:cNvSpPr>
            <a:spLocks noGrp="1"/>
          </p:cNvSpPr>
          <p:nvPr/>
        </p:nvSpPr>
        <p:spPr>
          <a:xfrm>
            <a:off x="5739790" y="3341003"/>
            <a:ext cx="28398" cy="28398"/>
          </a:xfrm>
          <a:prstGeom prst="ellipse">
            <a:avLst/>
          </a:prstGeom>
          <a:solidFill>
            <a:srgbClr val="B57442">
              <a:alpha val="30000"/>
            </a:srgbClr>
          </a:solidFill>
          <a:ln w="0">
            <a:noFill/>
            <a:prstDash val="solid"/>
          </a:ln>
        </p:spPr>
      </p:sp>
      <p:sp>
        <p:nvSpPr>
          <p:cNvPr id="964" name="02_predicted_pose_4263">
            <a:extLst>
              <a:ext uri="{FF2B5EF4-FFF2-40B4-BE49-F238E27FC236}">
                <a16:creationId xmlns:a16="http://schemas.microsoft.com/office/drawing/2014/main" id="{D88EB959-C774-4AF4-AB39-FD84A55C95BF}"/>
              </a:ext>
            </a:extLst>
          </p:cNvPr>
          <p:cNvSpPr>
            <a:spLocks noGrp="1"/>
          </p:cNvSpPr>
          <p:nvPr/>
        </p:nvSpPr>
        <p:spPr>
          <a:xfrm>
            <a:off x="5553399" y="3371785"/>
            <a:ext cx="28398" cy="28398"/>
          </a:xfrm>
          <a:prstGeom prst="ellipse">
            <a:avLst/>
          </a:prstGeom>
          <a:solidFill>
            <a:srgbClr val="B57442">
              <a:alpha val="30000"/>
            </a:srgbClr>
          </a:solidFill>
          <a:ln w="0">
            <a:noFill/>
            <a:prstDash val="solid"/>
          </a:ln>
        </p:spPr>
      </p:sp>
      <p:sp>
        <p:nvSpPr>
          <p:cNvPr id="965" name="02_predicted_pose_4264">
            <a:extLst>
              <a:ext uri="{FF2B5EF4-FFF2-40B4-BE49-F238E27FC236}">
                <a16:creationId xmlns:a16="http://schemas.microsoft.com/office/drawing/2014/main" id="{DAC1D065-5C0C-4BCF-8296-E95F805EC77D}"/>
              </a:ext>
            </a:extLst>
          </p:cNvPr>
          <p:cNvSpPr>
            <a:spLocks noGrp="1"/>
          </p:cNvSpPr>
          <p:nvPr/>
        </p:nvSpPr>
        <p:spPr>
          <a:xfrm>
            <a:off x="5656069" y="3309041"/>
            <a:ext cx="28398" cy="28398"/>
          </a:xfrm>
          <a:prstGeom prst="ellipse">
            <a:avLst/>
          </a:prstGeom>
          <a:solidFill>
            <a:srgbClr val="B57442">
              <a:alpha val="30000"/>
            </a:srgbClr>
          </a:solidFill>
          <a:ln w="0">
            <a:noFill/>
            <a:prstDash val="solid"/>
          </a:ln>
        </p:spPr>
      </p:sp>
      <p:sp>
        <p:nvSpPr>
          <p:cNvPr id="966" name="02_predicted_pose_4265">
            <a:extLst>
              <a:ext uri="{FF2B5EF4-FFF2-40B4-BE49-F238E27FC236}">
                <a16:creationId xmlns:a16="http://schemas.microsoft.com/office/drawing/2014/main" id="{883E9838-F801-4E52-93A5-139B8FA639F9}"/>
              </a:ext>
            </a:extLst>
          </p:cNvPr>
          <p:cNvSpPr>
            <a:spLocks noGrp="1"/>
          </p:cNvSpPr>
          <p:nvPr/>
        </p:nvSpPr>
        <p:spPr>
          <a:xfrm>
            <a:off x="5697413" y="3139301"/>
            <a:ext cx="28398" cy="28398"/>
          </a:xfrm>
          <a:prstGeom prst="ellipse">
            <a:avLst/>
          </a:prstGeom>
          <a:solidFill>
            <a:srgbClr val="B57442">
              <a:alpha val="30000"/>
            </a:srgbClr>
          </a:solidFill>
          <a:ln w="0">
            <a:noFill/>
            <a:prstDash val="solid"/>
          </a:ln>
        </p:spPr>
      </p:sp>
      <p:sp>
        <p:nvSpPr>
          <p:cNvPr id="967" name="02_predicted_pose_4266">
            <a:extLst>
              <a:ext uri="{FF2B5EF4-FFF2-40B4-BE49-F238E27FC236}">
                <a16:creationId xmlns:a16="http://schemas.microsoft.com/office/drawing/2014/main" id="{49DBE4DC-D063-44FD-8A13-AC520C89BD0D}"/>
              </a:ext>
            </a:extLst>
          </p:cNvPr>
          <p:cNvSpPr>
            <a:spLocks noGrp="1"/>
          </p:cNvSpPr>
          <p:nvPr/>
        </p:nvSpPr>
        <p:spPr>
          <a:xfrm>
            <a:off x="5711194" y="3274270"/>
            <a:ext cx="28398" cy="28398"/>
          </a:xfrm>
          <a:prstGeom prst="ellipse">
            <a:avLst/>
          </a:prstGeom>
          <a:solidFill>
            <a:srgbClr val="B57442">
              <a:alpha val="30000"/>
            </a:srgbClr>
          </a:solidFill>
          <a:ln w="0">
            <a:noFill/>
            <a:prstDash val="solid"/>
          </a:ln>
        </p:spPr>
      </p:sp>
      <p:sp>
        <p:nvSpPr>
          <p:cNvPr id="968" name="02_predicted_pose_4267">
            <a:extLst>
              <a:ext uri="{FF2B5EF4-FFF2-40B4-BE49-F238E27FC236}">
                <a16:creationId xmlns:a16="http://schemas.microsoft.com/office/drawing/2014/main" id="{2207DE17-1B6D-42E0-BEF6-C1D8B1508D18}"/>
              </a:ext>
            </a:extLst>
          </p:cNvPr>
          <p:cNvSpPr>
            <a:spLocks noGrp="1"/>
          </p:cNvSpPr>
          <p:nvPr/>
        </p:nvSpPr>
        <p:spPr>
          <a:xfrm>
            <a:off x="5738756" y="3121177"/>
            <a:ext cx="28398" cy="28398"/>
          </a:xfrm>
          <a:prstGeom prst="ellipse">
            <a:avLst/>
          </a:prstGeom>
          <a:solidFill>
            <a:srgbClr val="B57442">
              <a:alpha val="30000"/>
            </a:srgbClr>
          </a:solidFill>
          <a:ln w="0">
            <a:noFill/>
            <a:prstDash val="solid"/>
          </a:ln>
        </p:spPr>
      </p:sp>
      <p:sp>
        <p:nvSpPr>
          <p:cNvPr id="969" name="02_predicted_pose_4268">
            <a:extLst>
              <a:ext uri="{FF2B5EF4-FFF2-40B4-BE49-F238E27FC236}">
                <a16:creationId xmlns:a16="http://schemas.microsoft.com/office/drawing/2014/main" id="{814AE8B1-E4B3-4D1D-9BC4-3BE3134DE285}"/>
              </a:ext>
            </a:extLst>
          </p:cNvPr>
          <p:cNvSpPr>
            <a:spLocks noGrp="1"/>
          </p:cNvSpPr>
          <p:nvPr/>
        </p:nvSpPr>
        <p:spPr>
          <a:xfrm>
            <a:off x="5629540" y="3469761"/>
            <a:ext cx="28398" cy="28398"/>
          </a:xfrm>
          <a:prstGeom prst="ellipse">
            <a:avLst/>
          </a:prstGeom>
          <a:solidFill>
            <a:srgbClr val="B57442">
              <a:alpha val="30000"/>
            </a:srgbClr>
          </a:solidFill>
          <a:ln w="0">
            <a:noFill/>
            <a:prstDash val="solid"/>
          </a:ln>
        </p:spPr>
      </p:sp>
      <p:sp>
        <p:nvSpPr>
          <p:cNvPr id="970" name="02_predicted_pose_4269">
            <a:extLst>
              <a:ext uri="{FF2B5EF4-FFF2-40B4-BE49-F238E27FC236}">
                <a16:creationId xmlns:a16="http://schemas.microsoft.com/office/drawing/2014/main" id="{9EE2F7DD-A111-4DE2-8AAB-E46C34F6B471}"/>
              </a:ext>
            </a:extLst>
          </p:cNvPr>
          <p:cNvSpPr>
            <a:spLocks noGrp="1"/>
          </p:cNvSpPr>
          <p:nvPr/>
        </p:nvSpPr>
        <p:spPr>
          <a:xfrm>
            <a:off x="5657102" y="3460850"/>
            <a:ext cx="28398" cy="28398"/>
          </a:xfrm>
          <a:prstGeom prst="ellipse">
            <a:avLst/>
          </a:prstGeom>
          <a:solidFill>
            <a:srgbClr val="B57442">
              <a:alpha val="30000"/>
            </a:srgbClr>
          </a:solidFill>
          <a:ln w="0">
            <a:noFill/>
            <a:prstDash val="solid"/>
          </a:ln>
        </p:spPr>
      </p:sp>
      <p:sp>
        <p:nvSpPr>
          <p:cNvPr id="971" name="02_predicted_pose_4270">
            <a:extLst>
              <a:ext uri="{FF2B5EF4-FFF2-40B4-BE49-F238E27FC236}">
                <a16:creationId xmlns:a16="http://schemas.microsoft.com/office/drawing/2014/main" id="{AD920B10-D5ED-4F15-A951-2E2721D07224}"/>
              </a:ext>
            </a:extLst>
          </p:cNvPr>
          <p:cNvSpPr>
            <a:spLocks noGrp="1"/>
          </p:cNvSpPr>
          <p:nvPr/>
        </p:nvSpPr>
        <p:spPr>
          <a:xfrm>
            <a:off x="5684665" y="3453626"/>
            <a:ext cx="28398" cy="28398"/>
          </a:xfrm>
          <a:prstGeom prst="ellipse">
            <a:avLst/>
          </a:prstGeom>
          <a:solidFill>
            <a:srgbClr val="B57442">
              <a:alpha val="30000"/>
            </a:srgbClr>
          </a:solidFill>
          <a:ln w="0">
            <a:noFill/>
            <a:prstDash val="solid"/>
          </a:ln>
        </p:spPr>
      </p:sp>
      <p:sp>
        <p:nvSpPr>
          <p:cNvPr id="972" name="02_predicted_pose_4271">
            <a:extLst>
              <a:ext uri="{FF2B5EF4-FFF2-40B4-BE49-F238E27FC236}">
                <a16:creationId xmlns:a16="http://schemas.microsoft.com/office/drawing/2014/main" id="{FBC0CE0F-659C-4E48-B93D-351EF49C9B15}"/>
              </a:ext>
            </a:extLst>
          </p:cNvPr>
          <p:cNvSpPr>
            <a:spLocks noGrp="1"/>
          </p:cNvSpPr>
          <p:nvPr/>
        </p:nvSpPr>
        <p:spPr>
          <a:xfrm>
            <a:off x="5712227" y="3570857"/>
            <a:ext cx="28398" cy="28398"/>
          </a:xfrm>
          <a:prstGeom prst="ellipse">
            <a:avLst/>
          </a:prstGeom>
          <a:solidFill>
            <a:srgbClr val="B57442">
              <a:alpha val="30000"/>
            </a:srgbClr>
          </a:solidFill>
          <a:ln w="0">
            <a:noFill/>
            <a:prstDash val="solid"/>
          </a:ln>
        </p:spPr>
      </p:sp>
      <p:sp>
        <p:nvSpPr>
          <p:cNvPr id="973" name="02_predicted_pose_4272">
            <a:extLst>
              <a:ext uri="{FF2B5EF4-FFF2-40B4-BE49-F238E27FC236}">
                <a16:creationId xmlns:a16="http://schemas.microsoft.com/office/drawing/2014/main" id="{5ADDE6D3-5D12-40C0-A4A5-538B92DEE72E}"/>
              </a:ext>
            </a:extLst>
          </p:cNvPr>
          <p:cNvSpPr>
            <a:spLocks noGrp="1"/>
          </p:cNvSpPr>
          <p:nvPr/>
        </p:nvSpPr>
        <p:spPr>
          <a:xfrm>
            <a:off x="5739790" y="3549592"/>
            <a:ext cx="28398" cy="28398"/>
          </a:xfrm>
          <a:prstGeom prst="ellipse">
            <a:avLst/>
          </a:prstGeom>
          <a:solidFill>
            <a:srgbClr val="B57442">
              <a:alpha val="30000"/>
            </a:srgbClr>
          </a:solidFill>
          <a:ln w="0">
            <a:noFill/>
            <a:prstDash val="solid"/>
          </a:ln>
        </p:spPr>
      </p:sp>
      <p:sp>
        <p:nvSpPr>
          <p:cNvPr id="974" name="02_predicted_pose_4273">
            <a:extLst>
              <a:ext uri="{FF2B5EF4-FFF2-40B4-BE49-F238E27FC236}">
                <a16:creationId xmlns:a16="http://schemas.microsoft.com/office/drawing/2014/main" id="{57736348-88AC-4357-9B5C-AB408830BE0A}"/>
              </a:ext>
            </a:extLst>
          </p:cNvPr>
          <p:cNvSpPr>
            <a:spLocks noGrp="1"/>
          </p:cNvSpPr>
          <p:nvPr/>
        </p:nvSpPr>
        <p:spPr>
          <a:xfrm>
            <a:off x="5642977" y="3524747"/>
            <a:ext cx="28398" cy="28398"/>
          </a:xfrm>
          <a:prstGeom prst="ellipse">
            <a:avLst/>
          </a:prstGeom>
          <a:solidFill>
            <a:srgbClr val="B57442">
              <a:alpha val="30000"/>
            </a:srgbClr>
          </a:solidFill>
          <a:ln w="0">
            <a:noFill/>
            <a:prstDash val="solid"/>
          </a:ln>
        </p:spPr>
      </p:sp>
      <p:sp>
        <p:nvSpPr>
          <p:cNvPr id="975" name="02_predicted_pose_4274">
            <a:extLst>
              <a:ext uri="{FF2B5EF4-FFF2-40B4-BE49-F238E27FC236}">
                <a16:creationId xmlns:a16="http://schemas.microsoft.com/office/drawing/2014/main" id="{20BC0060-4667-44AD-8464-B2B653AE875B}"/>
              </a:ext>
            </a:extLst>
          </p:cNvPr>
          <p:cNvSpPr>
            <a:spLocks noGrp="1"/>
          </p:cNvSpPr>
          <p:nvPr/>
        </p:nvSpPr>
        <p:spPr>
          <a:xfrm>
            <a:off x="5760117" y="3153257"/>
            <a:ext cx="28398" cy="28398"/>
          </a:xfrm>
          <a:prstGeom prst="ellipse">
            <a:avLst/>
          </a:prstGeom>
          <a:solidFill>
            <a:srgbClr val="B57442">
              <a:alpha val="30000"/>
            </a:srgbClr>
          </a:solidFill>
          <a:ln w="0">
            <a:noFill/>
            <a:prstDash val="solid"/>
          </a:ln>
        </p:spPr>
      </p:sp>
      <p:sp>
        <p:nvSpPr>
          <p:cNvPr id="976" name="02_predicted_pose_4275">
            <a:extLst>
              <a:ext uri="{FF2B5EF4-FFF2-40B4-BE49-F238E27FC236}">
                <a16:creationId xmlns:a16="http://schemas.microsoft.com/office/drawing/2014/main" id="{8BDDE4C8-2858-48F1-9646-80F920312EFA}"/>
              </a:ext>
            </a:extLst>
          </p:cNvPr>
          <p:cNvSpPr>
            <a:spLocks noGrp="1"/>
          </p:cNvSpPr>
          <p:nvPr/>
        </p:nvSpPr>
        <p:spPr>
          <a:xfrm>
            <a:off x="5773898" y="3131926"/>
            <a:ext cx="28398" cy="28398"/>
          </a:xfrm>
          <a:prstGeom prst="ellipse">
            <a:avLst/>
          </a:prstGeom>
          <a:solidFill>
            <a:srgbClr val="B57442">
              <a:alpha val="30000"/>
            </a:srgbClr>
          </a:solidFill>
          <a:ln w="0">
            <a:noFill/>
            <a:prstDash val="solid"/>
          </a:ln>
        </p:spPr>
      </p:sp>
      <p:sp>
        <p:nvSpPr>
          <p:cNvPr id="977" name="02_predicted_pose_4276">
            <a:extLst>
              <a:ext uri="{FF2B5EF4-FFF2-40B4-BE49-F238E27FC236}">
                <a16:creationId xmlns:a16="http://schemas.microsoft.com/office/drawing/2014/main" id="{E1041038-1044-4C48-9930-1E411A994C42}"/>
              </a:ext>
            </a:extLst>
          </p:cNvPr>
          <p:cNvSpPr>
            <a:spLocks noGrp="1"/>
          </p:cNvSpPr>
          <p:nvPr/>
        </p:nvSpPr>
        <p:spPr>
          <a:xfrm>
            <a:off x="5556844" y="3388196"/>
            <a:ext cx="28398" cy="28398"/>
          </a:xfrm>
          <a:prstGeom prst="ellipse">
            <a:avLst/>
          </a:prstGeom>
          <a:solidFill>
            <a:srgbClr val="B57442">
              <a:alpha val="30000"/>
            </a:srgbClr>
          </a:solidFill>
          <a:ln w="0">
            <a:noFill/>
            <a:prstDash val="solid"/>
          </a:ln>
        </p:spPr>
      </p:sp>
      <p:sp>
        <p:nvSpPr>
          <p:cNvPr id="978" name="02_predicted_pose_4277">
            <a:extLst>
              <a:ext uri="{FF2B5EF4-FFF2-40B4-BE49-F238E27FC236}">
                <a16:creationId xmlns:a16="http://schemas.microsoft.com/office/drawing/2014/main" id="{E3C3E95D-D9B9-44F0-884D-F16C3D1F6F01}"/>
              </a:ext>
            </a:extLst>
          </p:cNvPr>
          <p:cNvSpPr>
            <a:spLocks noGrp="1"/>
          </p:cNvSpPr>
          <p:nvPr/>
        </p:nvSpPr>
        <p:spPr>
          <a:xfrm>
            <a:off x="5569247" y="3453515"/>
            <a:ext cx="28398" cy="28398"/>
          </a:xfrm>
          <a:prstGeom prst="ellipse">
            <a:avLst/>
          </a:prstGeom>
          <a:solidFill>
            <a:srgbClr val="B57442">
              <a:alpha val="30000"/>
            </a:srgbClr>
          </a:solidFill>
          <a:ln w="0">
            <a:noFill/>
            <a:prstDash val="solid"/>
          </a:ln>
        </p:spPr>
      </p:sp>
      <p:sp>
        <p:nvSpPr>
          <p:cNvPr id="979" name="02_predicted_pose_4278">
            <a:extLst>
              <a:ext uri="{FF2B5EF4-FFF2-40B4-BE49-F238E27FC236}">
                <a16:creationId xmlns:a16="http://schemas.microsoft.com/office/drawing/2014/main" id="{409A25A4-DF38-47F9-B3A8-15651035714A}"/>
              </a:ext>
            </a:extLst>
          </p:cNvPr>
          <p:cNvSpPr>
            <a:spLocks noGrp="1"/>
          </p:cNvSpPr>
          <p:nvPr/>
        </p:nvSpPr>
        <p:spPr>
          <a:xfrm>
            <a:off x="5610935" y="3503396"/>
            <a:ext cx="28398" cy="28398"/>
          </a:xfrm>
          <a:prstGeom prst="ellipse">
            <a:avLst/>
          </a:prstGeom>
          <a:solidFill>
            <a:srgbClr val="B57442">
              <a:alpha val="30000"/>
            </a:srgbClr>
          </a:solidFill>
          <a:ln w="0">
            <a:noFill/>
            <a:prstDash val="solid"/>
          </a:ln>
        </p:spPr>
      </p:sp>
      <p:sp>
        <p:nvSpPr>
          <p:cNvPr id="980" name="02_predicted_pose_4279">
            <a:extLst>
              <a:ext uri="{FF2B5EF4-FFF2-40B4-BE49-F238E27FC236}">
                <a16:creationId xmlns:a16="http://schemas.microsoft.com/office/drawing/2014/main" id="{B4B0A6F4-AF08-4321-B506-0E31CD8A795C}"/>
              </a:ext>
            </a:extLst>
          </p:cNvPr>
          <p:cNvSpPr>
            <a:spLocks noGrp="1"/>
          </p:cNvSpPr>
          <p:nvPr/>
        </p:nvSpPr>
        <p:spPr>
          <a:xfrm>
            <a:off x="5574415" y="3435821"/>
            <a:ext cx="28398" cy="28398"/>
          </a:xfrm>
          <a:prstGeom prst="ellipse">
            <a:avLst/>
          </a:prstGeom>
          <a:solidFill>
            <a:srgbClr val="B57442">
              <a:alpha val="30000"/>
            </a:srgbClr>
          </a:solidFill>
          <a:ln w="0">
            <a:noFill/>
            <a:prstDash val="solid"/>
          </a:ln>
        </p:spPr>
      </p:sp>
      <p:sp>
        <p:nvSpPr>
          <p:cNvPr id="981" name="02_predicted_pose_4280">
            <a:extLst>
              <a:ext uri="{FF2B5EF4-FFF2-40B4-BE49-F238E27FC236}">
                <a16:creationId xmlns:a16="http://schemas.microsoft.com/office/drawing/2014/main" id="{F7CF39B9-5846-449D-AEC1-E1469194E9AE}"/>
              </a:ext>
            </a:extLst>
          </p:cNvPr>
          <p:cNvSpPr>
            <a:spLocks noGrp="1"/>
          </p:cNvSpPr>
          <p:nvPr/>
        </p:nvSpPr>
        <p:spPr>
          <a:xfrm>
            <a:off x="5522391" y="3262213"/>
            <a:ext cx="28398" cy="28398"/>
          </a:xfrm>
          <a:prstGeom prst="ellipse">
            <a:avLst/>
          </a:prstGeom>
          <a:solidFill>
            <a:srgbClr val="B57442">
              <a:alpha val="30000"/>
            </a:srgbClr>
          </a:solidFill>
          <a:ln w="0">
            <a:noFill/>
            <a:prstDash val="solid"/>
          </a:ln>
        </p:spPr>
      </p:sp>
      <p:sp>
        <p:nvSpPr>
          <p:cNvPr id="982" name="02_predicted_pose_4281">
            <a:extLst>
              <a:ext uri="{FF2B5EF4-FFF2-40B4-BE49-F238E27FC236}">
                <a16:creationId xmlns:a16="http://schemas.microsoft.com/office/drawing/2014/main" id="{7FA8C98A-2945-45D5-B895-76C0F2C9CDDE}"/>
              </a:ext>
            </a:extLst>
          </p:cNvPr>
          <p:cNvSpPr>
            <a:spLocks noGrp="1"/>
          </p:cNvSpPr>
          <p:nvPr/>
        </p:nvSpPr>
        <p:spPr>
          <a:xfrm>
            <a:off x="5654691" y="3592346"/>
            <a:ext cx="28398" cy="28398"/>
          </a:xfrm>
          <a:prstGeom prst="ellipse">
            <a:avLst/>
          </a:prstGeom>
          <a:solidFill>
            <a:srgbClr val="B57442">
              <a:alpha val="30000"/>
            </a:srgbClr>
          </a:solidFill>
          <a:ln w="0">
            <a:noFill/>
            <a:prstDash val="solid"/>
          </a:ln>
        </p:spPr>
      </p:sp>
      <p:sp>
        <p:nvSpPr>
          <p:cNvPr id="983" name="02_predicted_pose_4282">
            <a:extLst>
              <a:ext uri="{FF2B5EF4-FFF2-40B4-BE49-F238E27FC236}">
                <a16:creationId xmlns:a16="http://schemas.microsoft.com/office/drawing/2014/main" id="{06C0D5F7-0BFA-4671-A288-BE16765474EF}"/>
              </a:ext>
            </a:extLst>
          </p:cNvPr>
          <p:cNvSpPr>
            <a:spLocks noGrp="1"/>
          </p:cNvSpPr>
          <p:nvPr/>
        </p:nvSpPr>
        <p:spPr>
          <a:xfrm>
            <a:off x="5668472" y="3640849"/>
            <a:ext cx="28398" cy="28398"/>
          </a:xfrm>
          <a:prstGeom prst="ellipse">
            <a:avLst/>
          </a:prstGeom>
          <a:solidFill>
            <a:srgbClr val="B57442">
              <a:alpha val="30000"/>
            </a:srgbClr>
          </a:solidFill>
          <a:ln w="0">
            <a:noFill/>
            <a:prstDash val="solid"/>
          </a:ln>
        </p:spPr>
      </p:sp>
      <p:sp>
        <p:nvSpPr>
          <p:cNvPr id="984" name="02_predicted_pose_4283">
            <a:extLst>
              <a:ext uri="{FF2B5EF4-FFF2-40B4-BE49-F238E27FC236}">
                <a16:creationId xmlns:a16="http://schemas.microsoft.com/office/drawing/2014/main" id="{ECA8D5CB-D504-4C88-B65C-67B675C344BA}"/>
              </a:ext>
            </a:extLst>
          </p:cNvPr>
          <p:cNvSpPr>
            <a:spLocks noGrp="1"/>
          </p:cNvSpPr>
          <p:nvPr/>
        </p:nvSpPr>
        <p:spPr>
          <a:xfrm>
            <a:off x="5682253" y="3577728"/>
            <a:ext cx="28398" cy="28398"/>
          </a:xfrm>
          <a:prstGeom prst="ellipse">
            <a:avLst/>
          </a:prstGeom>
          <a:solidFill>
            <a:srgbClr val="B57442">
              <a:alpha val="30000"/>
            </a:srgbClr>
          </a:solidFill>
          <a:ln w="0">
            <a:noFill/>
            <a:prstDash val="solid"/>
          </a:ln>
        </p:spPr>
      </p:sp>
      <p:sp>
        <p:nvSpPr>
          <p:cNvPr id="985" name="02_predicted_pose_4284">
            <a:extLst>
              <a:ext uri="{FF2B5EF4-FFF2-40B4-BE49-F238E27FC236}">
                <a16:creationId xmlns:a16="http://schemas.microsoft.com/office/drawing/2014/main" id="{C42D775F-0662-4858-859B-04CA62E1F73C}"/>
              </a:ext>
            </a:extLst>
          </p:cNvPr>
          <p:cNvSpPr>
            <a:spLocks noGrp="1"/>
          </p:cNvSpPr>
          <p:nvPr/>
        </p:nvSpPr>
        <p:spPr>
          <a:xfrm>
            <a:off x="5696034" y="3592064"/>
            <a:ext cx="28398" cy="28398"/>
          </a:xfrm>
          <a:prstGeom prst="ellipse">
            <a:avLst/>
          </a:prstGeom>
          <a:solidFill>
            <a:srgbClr val="B57442">
              <a:alpha val="30000"/>
            </a:srgbClr>
          </a:solidFill>
          <a:ln w="0">
            <a:noFill/>
            <a:prstDash val="solid"/>
          </a:ln>
        </p:spPr>
      </p:sp>
      <p:sp>
        <p:nvSpPr>
          <p:cNvPr id="986" name="02_predicted_pose_4285">
            <a:extLst>
              <a:ext uri="{FF2B5EF4-FFF2-40B4-BE49-F238E27FC236}">
                <a16:creationId xmlns:a16="http://schemas.microsoft.com/office/drawing/2014/main" id="{38129238-B742-4B20-BDC9-C0246E0F7D65}"/>
              </a:ext>
            </a:extLst>
          </p:cNvPr>
          <p:cNvSpPr>
            <a:spLocks noGrp="1"/>
          </p:cNvSpPr>
          <p:nvPr/>
        </p:nvSpPr>
        <p:spPr>
          <a:xfrm>
            <a:off x="5491039" y="3556822"/>
            <a:ext cx="28398" cy="28398"/>
          </a:xfrm>
          <a:prstGeom prst="ellipse">
            <a:avLst/>
          </a:prstGeom>
          <a:solidFill>
            <a:srgbClr val="B57442">
              <a:alpha val="30000"/>
            </a:srgbClr>
          </a:solidFill>
          <a:ln w="0">
            <a:noFill/>
            <a:prstDash val="solid"/>
          </a:ln>
        </p:spPr>
      </p:sp>
      <p:sp>
        <p:nvSpPr>
          <p:cNvPr id="987" name="02_predicted_pose_4286">
            <a:extLst>
              <a:ext uri="{FF2B5EF4-FFF2-40B4-BE49-F238E27FC236}">
                <a16:creationId xmlns:a16="http://schemas.microsoft.com/office/drawing/2014/main" id="{4B687ACC-6EBC-408C-A50B-9E945353710F}"/>
              </a:ext>
            </a:extLst>
          </p:cNvPr>
          <p:cNvSpPr>
            <a:spLocks noGrp="1"/>
          </p:cNvSpPr>
          <p:nvPr/>
        </p:nvSpPr>
        <p:spPr>
          <a:xfrm>
            <a:off x="5518601" y="3568331"/>
            <a:ext cx="28398" cy="28398"/>
          </a:xfrm>
          <a:prstGeom prst="ellipse">
            <a:avLst/>
          </a:prstGeom>
          <a:solidFill>
            <a:srgbClr val="B57442">
              <a:alpha val="30000"/>
            </a:srgbClr>
          </a:solidFill>
          <a:ln w="0">
            <a:noFill/>
            <a:prstDash val="solid"/>
          </a:ln>
        </p:spPr>
      </p:sp>
      <p:sp>
        <p:nvSpPr>
          <p:cNvPr id="988" name="02_predicted_pose_4287">
            <a:extLst>
              <a:ext uri="{FF2B5EF4-FFF2-40B4-BE49-F238E27FC236}">
                <a16:creationId xmlns:a16="http://schemas.microsoft.com/office/drawing/2014/main" id="{1E8CCAE1-EFD9-49D1-84BC-9A65492AE1E8}"/>
              </a:ext>
            </a:extLst>
          </p:cNvPr>
          <p:cNvSpPr>
            <a:spLocks noGrp="1"/>
          </p:cNvSpPr>
          <p:nvPr/>
        </p:nvSpPr>
        <p:spPr>
          <a:xfrm>
            <a:off x="5730143" y="3292828"/>
            <a:ext cx="28398" cy="28398"/>
          </a:xfrm>
          <a:prstGeom prst="ellipse">
            <a:avLst/>
          </a:prstGeom>
          <a:solidFill>
            <a:srgbClr val="B57442">
              <a:alpha val="30000"/>
            </a:srgbClr>
          </a:solidFill>
          <a:ln w="0">
            <a:noFill/>
            <a:prstDash val="solid"/>
          </a:ln>
        </p:spPr>
      </p:sp>
      <p:sp>
        <p:nvSpPr>
          <p:cNvPr id="989" name="02_predicted_pose_4288">
            <a:extLst>
              <a:ext uri="{FF2B5EF4-FFF2-40B4-BE49-F238E27FC236}">
                <a16:creationId xmlns:a16="http://schemas.microsoft.com/office/drawing/2014/main" id="{218E2F82-FD68-4080-8806-2456A03718A1}"/>
              </a:ext>
            </a:extLst>
          </p:cNvPr>
          <p:cNvSpPr>
            <a:spLocks noGrp="1"/>
          </p:cNvSpPr>
          <p:nvPr/>
        </p:nvSpPr>
        <p:spPr>
          <a:xfrm>
            <a:off x="5764941" y="3207112"/>
            <a:ext cx="28398" cy="28398"/>
          </a:xfrm>
          <a:prstGeom prst="ellipse">
            <a:avLst/>
          </a:prstGeom>
          <a:solidFill>
            <a:srgbClr val="B57442">
              <a:alpha val="30000"/>
            </a:srgbClr>
          </a:solidFill>
          <a:ln w="0">
            <a:noFill/>
            <a:prstDash val="solid"/>
          </a:ln>
        </p:spPr>
      </p:sp>
      <p:sp>
        <p:nvSpPr>
          <p:cNvPr id="990" name="02_predicted_pose_4289">
            <a:extLst>
              <a:ext uri="{FF2B5EF4-FFF2-40B4-BE49-F238E27FC236}">
                <a16:creationId xmlns:a16="http://schemas.microsoft.com/office/drawing/2014/main" id="{013D64FB-AE3E-401D-A396-5644776F1AD8}"/>
              </a:ext>
            </a:extLst>
          </p:cNvPr>
          <p:cNvSpPr>
            <a:spLocks noGrp="1"/>
          </p:cNvSpPr>
          <p:nvPr/>
        </p:nvSpPr>
        <p:spPr>
          <a:xfrm>
            <a:off x="3883531" y="2493000"/>
            <a:ext cx="191" cy="1545120"/>
          </a:xfrm>
          <a:custGeom>
            <a:avLst/>
            <a:gdLst/>
            <a:ahLst/>
            <a:cxnLst/>
            <a:rect l="0" t="0" r="0" b="0"/>
            <a:pathLst>
              <a:path w="191" h="1545120">
                <a:moveTo>
                  <a:pt x="0" y="1545120"/>
                </a:moveTo>
                <a:lnTo>
                  <a:pt x="0" y="0"/>
                </a:lnTo>
              </a:path>
            </a:pathLst>
          </a:custGeom>
          <a:noFill/>
          <a:ln w="8890">
            <a:solidFill>
              <a:srgbClr val="000000"/>
            </a:solidFill>
            <a:prstDash val="solid"/>
          </a:ln>
        </p:spPr>
      </p:sp>
      <p:sp>
        <p:nvSpPr>
          <p:cNvPr id="991" name="02_predicted_pose_4290">
            <a:extLst>
              <a:ext uri="{FF2B5EF4-FFF2-40B4-BE49-F238E27FC236}">
                <a16:creationId xmlns:a16="http://schemas.microsoft.com/office/drawing/2014/main" id="{EF7BE3A2-BAB9-4BFA-B0D5-1E9BE9B5E2A7}"/>
              </a:ext>
            </a:extLst>
          </p:cNvPr>
          <p:cNvSpPr>
            <a:spLocks noGrp="1"/>
          </p:cNvSpPr>
          <p:nvPr/>
        </p:nvSpPr>
        <p:spPr>
          <a:xfrm>
            <a:off x="3883531" y="4038120"/>
            <a:ext cx="2402069" cy="191"/>
          </a:xfrm>
          <a:custGeom>
            <a:avLst/>
            <a:gdLst/>
            <a:ahLst/>
            <a:cxnLst/>
            <a:rect l="0" t="0" r="0" b="0"/>
            <a:pathLst>
              <a:path w="2402069" h="191">
                <a:moveTo>
                  <a:pt x="0" y="0"/>
                </a:moveTo>
                <a:lnTo>
                  <a:pt x="2402069" y="0"/>
                </a:lnTo>
              </a:path>
            </a:pathLst>
          </a:custGeom>
          <a:noFill/>
          <a:ln w="8890">
            <a:solidFill>
              <a:srgbClr val="000000"/>
            </a:solidFill>
            <a:prstDash val="solid"/>
          </a:ln>
        </p:spPr>
      </p:sp>
      <p:sp>
        <p:nvSpPr>
          <p:cNvPr id="992" name="02_predicted_pose_4291">
            <a:extLst>
              <a:ext uri="{FF2B5EF4-FFF2-40B4-BE49-F238E27FC236}">
                <a16:creationId xmlns:a16="http://schemas.microsoft.com/office/drawing/2014/main" id="{5B3F8DAF-8B79-4BFD-864F-84A0BB743D5F}"/>
              </a:ext>
            </a:extLst>
          </p:cNvPr>
          <p:cNvSpPr>
            <a:spLocks noGrp="1"/>
          </p:cNvSpPr>
          <p:nvPr/>
        </p:nvSpPr>
        <p:spPr>
          <a:xfrm>
            <a:off x="4369664" y="3574073"/>
            <a:ext cx="285961" cy="147376"/>
          </a:xfrm>
          <a:custGeom>
            <a:avLst/>
            <a:gdLst/>
            <a:ahLst/>
            <a:cxnLst/>
            <a:rect l="0" t="0" r="0" b="0"/>
            <a:pathLst>
              <a:path w="285961" h="147376">
                <a:moveTo>
                  <a:pt x="0" y="147376"/>
                </a:moveTo>
                <a:lnTo>
                  <a:pt x="285961" y="147376"/>
                </a:lnTo>
                <a:lnTo>
                  <a:pt x="285961" y="0"/>
                </a:lnTo>
                <a:lnTo>
                  <a:pt x="0" y="0"/>
                </a:lnTo>
                <a:lnTo>
                  <a:pt x="0" y="147376"/>
                </a:lnTo>
                <a:lnTo>
                  <a:pt x="0" y="147376"/>
                </a:lnTo>
                <a:close/>
              </a:path>
            </a:pathLst>
          </a:custGeom>
          <a:solidFill>
            <a:srgbClr val="FFFFFF"/>
          </a:solidFill>
          <a:ln w="12700">
            <a:solidFill>
              <a:srgbClr val="2D887E"/>
            </a:solidFill>
            <a:prstDash val="solid"/>
          </a:ln>
        </p:spPr>
      </p:sp>
      <p:sp>
        <p:nvSpPr>
          <p:cNvPr id="993" name="02_predicted_pose_4292">
            <a:extLst>
              <a:ext uri="{FF2B5EF4-FFF2-40B4-BE49-F238E27FC236}">
                <a16:creationId xmlns:a16="http://schemas.microsoft.com/office/drawing/2014/main" id="{4B139D52-E266-43C8-82B6-08A3A074EA07}"/>
              </a:ext>
            </a:extLst>
          </p:cNvPr>
          <p:cNvSpPr>
            <a:spLocks noGrp="1"/>
          </p:cNvSpPr>
          <p:nvPr/>
        </p:nvSpPr>
        <p:spPr>
          <a:xfrm>
            <a:off x="4512644" y="3721449"/>
            <a:ext cx="191" cy="118083"/>
          </a:xfrm>
          <a:custGeom>
            <a:avLst/>
            <a:gdLst/>
            <a:ahLst/>
            <a:cxnLst/>
            <a:rect l="0" t="0" r="0" b="0"/>
            <a:pathLst>
              <a:path w="191" h="118083">
                <a:moveTo>
                  <a:pt x="0" y="0"/>
                </a:moveTo>
                <a:lnTo>
                  <a:pt x="0" y="118083"/>
                </a:lnTo>
              </a:path>
            </a:pathLst>
          </a:custGeom>
          <a:noFill/>
          <a:ln w="8890">
            <a:solidFill>
              <a:srgbClr val="2D887E"/>
            </a:solidFill>
            <a:prstDash val="solid"/>
          </a:ln>
        </p:spPr>
      </p:sp>
      <p:sp>
        <p:nvSpPr>
          <p:cNvPr id="994" name="02_predicted_pose_4293">
            <a:extLst>
              <a:ext uri="{FF2B5EF4-FFF2-40B4-BE49-F238E27FC236}">
                <a16:creationId xmlns:a16="http://schemas.microsoft.com/office/drawing/2014/main" id="{4D3AEE81-29E9-4BE3-BC4E-C328859E6584}"/>
              </a:ext>
            </a:extLst>
          </p:cNvPr>
          <p:cNvSpPr>
            <a:spLocks noGrp="1"/>
          </p:cNvSpPr>
          <p:nvPr/>
        </p:nvSpPr>
        <p:spPr>
          <a:xfrm>
            <a:off x="4512644" y="3123748"/>
            <a:ext cx="191" cy="450325"/>
          </a:xfrm>
          <a:custGeom>
            <a:avLst/>
            <a:gdLst/>
            <a:ahLst/>
            <a:cxnLst/>
            <a:rect l="0" t="0" r="0" b="0"/>
            <a:pathLst>
              <a:path w="191" h="450325">
                <a:moveTo>
                  <a:pt x="0" y="450325"/>
                </a:moveTo>
                <a:lnTo>
                  <a:pt x="0" y="0"/>
                </a:lnTo>
              </a:path>
            </a:pathLst>
          </a:custGeom>
          <a:noFill/>
          <a:ln w="8890">
            <a:solidFill>
              <a:srgbClr val="2D887E"/>
            </a:solidFill>
            <a:prstDash val="solid"/>
          </a:ln>
        </p:spPr>
      </p:sp>
      <p:sp>
        <p:nvSpPr>
          <p:cNvPr id="995" name="02_predicted_pose_4294">
            <a:extLst>
              <a:ext uri="{FF2B5EF4-FFF2-40B4-BE49-F238E27FC236}">
                <a16:creationId xmlns:a16="http://schemas.microsoft.com/office/drawing/2014/main" id="{356407CE-55D7-42AC-8F99-3BF8315FF203}"/>
              </a:ext>
            </a:extLst>
          </p:cNvPr>
          <p:cNvSpPr>
            <a:spLocks noGrp="1"/>
          </p:cNvSpPr>
          <p:nvPr/>
        </p:nvSpPr>
        <p:spPr>
          <a:xfrm>
            <a:off x="4441154" y="3839532"/>
            <a:ext cx="142980" cy="191"/>
          </a:xfrm>
          <a:custGeom>
            <a:avLst/>
            <a:gdLst/>
            <a:ahLst/>
            <a:cxnLst/>
            <a:rect l="0" t="0" r="0" b="0"/>
            <a:pathLst>
              <a:path w="142980" h="191">
                <a:moveTo>
                  <a:pt x="0" y="0"/>
                </a:moveTo>
                <a:lnTo>
                  <a:pt x="142980" y="0"/>
                </a:lnTo>
              </a:path>
            </a:pathLst>
          </a:custGeom>
          <a:noFill/>
          <a:ln w="8890">
            <a:solidFill>
              <a:srgbClr val="2D887E"/>
            </a:solidFill>
            <a:prstDash val="solid"/>
          </a:ln>
        </p:spPr>
      </p:sp>
      <p:sp>
        <p:nvSpPr>
          <p:cNvPr id="996" name="02_predicted_pose_4295">
            <a:extLst>
              <a:ext uri="{FF2B5EF4-FFF2-40B4-BE49-F238E27FC236}">
                <a16:creationId xmlns:a16="http://schemas.microsoft.com/office/drawing/2014/main" id="{87BF5973-0E4B-4377-AE85-6159E607EC80}"/>
              </a:ext>
            </a:extLst>
          </p:cNvPr>
          <p:cNvSpPr>
            <a:spLocks noGrp="1"/>
          </p:cNvSpPr>
          <p:nvPr/>
        </p:nvSpPr>
        <p:spPr>
          <a:xfrm>
            <a:off x="4441154" y="3123748"/>
            <a:ext cx="142980" cy="191"/>
          </a:xfrm>
          <a:custGeom>
            <a:avLst/>
            <a:gdLst/>
            <a:ahLst/>
            <a:cxnLst/>
            <a:rect l="0" t="0" r="0" b="0"/>
            <a:pathLst>
              <a:path w="142980" h="191">
                <a:moveTo>
                  <a:pt x="0" y="0"/>
                </a:moveTo>
                <a:lnTo>
                  <a:pt x="142980" y="0"/>
                </a:lnTo>
              </a:path>
            </a:pathLst>
          </a:custGeom>
          <a:noFill/>
          <a:ln w="8890">
            <a:solidFill>
              <a:srgbClr val="2D887E"/>
            </a:solidFill>
            <a:prstDash val="solid"/>
          </a:ln>
        </p:spPr>
      </p:sp>
      <p:sp>
        <p:nvSpPr>
          <p:cNvPr id="997" name="02_predicted_pose_4296">
            <a:extLst>
              <a:ext uri="{FF2B5EF4-FFF2-40B4-BE49-F238E27FC236}">
                <a16:creationId xmlns:a16="http://schemas.microsoft.com/office/drawing/2014/main" id="{225CB562-7516-4525-B1BE-FF7FA0A22C86}"/>
              </a:ext>
            </a:extLst>
          </p:cNvPr>
          <p:cNvSpPr>
            <a:spLocks noGrp="1"/>
          </p:cNvSpPr>
          <p:nvPr/>
        </p:nvSpPr>
        <p:spPr>
          <a:xfrm>
            <a:off x="5513506" y="3347063"/>
            <a:ext cx="285961" cy="147747"/>
          </a:xfrm>
          <a:custGeom>
            <a:avLst/>
            <a:gdLst/>
            <a:ahLst/>
            <a:cxnLst/>
            <a:rect l="0" t="0" r="0" b="0"/>
            <a:pathLst>
              <a:path w="285961" h="147747">
                <a:moveTo>
                  <a:pt x="0" y="147747"/>
                </a:moveTo>
                <a:lnTo>
                  <a:pt x="285961" y="147747"/>
                </a:lnTo>
                <a:lnTo>
                  <a:pt x="285961" y="0"/>
                </a:lnTo>
                <a:lnTo>
                  <a:pt x="0" y="0"/>
                </a:lnTo>
                <a:lnTo>
                  <a:pt x="0" y="147747"/>
                </a:lnTo>
                <a:lnTo>
                  <a:pt x="0" y="147747"/>
                </a:lnTo>
                <a:close/>
              </a:path>
            </a:pathLst>
          </a:custGeom>
          <a:solidFill>
            <a:srgbClr val="FFFFFF"/>
          </a:solidFill>
          <a:ln w="12700">
            <a:solidFill>
              <a:srgbClr val="B57442"/>
            </a:solidFill>
            <a:prstDash val="solid"/>
          </a:ln>
        </p:spPr>
      </p:sp>
      <p:sp>
        <p:nvSpPr>
          <p:cNvPr id="998" name="02_predicted_pose_4297">
            <a:extLst>
              <a:ext uri="{FF2B5EF4-FFF2-40B4-BE49-F238E27FC236}">
                <a16:creationId xmlns:a16="http://schemas.microsoft.com/office/drawing/2014/main" id="{18F5E0D7-1520-443F-A63B-8463CEB6269D}"/>
              </a:ext>
            </a:extLst>
          </p:cNvPr>
          <p:cNvSpPr>
            <a:spLocks noGrp="1"/>
          </p:cNvSpPr>
          <p:nvPr/>
        </p:nvSpPr>
        <p:spPr>
          <a:xfrm>
            <a:off x="5656487" y="3494809"/>
            <a:ext cx="191" cy="103773"/>
          </a:xfrm>
          <a:custGeom>
            <a:avLst/>
            <a:gdLst/>
            <a:ahLst/>
            <a:cxnLst/>
            <a:rect l="0" t="0" r="0" b="0"/>
            <a:pathLst>
              <a:path w="191" h="103773">
                <a:moveTo>
                  <a:pt x="0" y="0"/>
                </a:moveTo>
                <a:lnTo>
                  <a:pt x="0" y="103773"/>
                </a:lnTo>
              </a:path>
            </a:pathLst>
          </a:custGeom>
          <a:noFill/>
          <a:ln w="8890">
            <a:solidFill>
              <a:srgbClr val="B57442"/>
            </a:solidFill>
            <a:prstDash val="solid"/>
          </a:ln>
        </p:spPr>
      </p:sp>
      <p:sp>
        <p:nvSpPr>
          <p:cNvPr id="999" name="02_predicted_pose_4298">
            <a:extLst>
              <a:ext uri="{FF2B5EF4-FFF2-40B4-BE49-F238E27FC236}">
                <a16:creationId xmlns:a16="http://schemas.microsoft.com/office/drawing/2014/main" id="{21F3A757-81C0-4505-859D-8A4896E22D94}"/>
              </a:ext>
            </a:extLst>
          </p:cNvPr>
          <p:cNvSpPr>
            <a:spLocks noGrp="1"/>
          </p:cNvSpPr>
          <p:nvPr/>
        </p:nvSpPr>
        <p:spPr>
          <a:xfrm>
            <a:off x="5656487" y="3145387"/>
            <a:ext cx="191" cy="201675"/>
          </a:xfrm>
          <a:custGeom>
            <a:avLst/>
            <a:gdLst/>
            <a:ahLst/>
            <a:cxnLst/>
            <a:rect l="0" t="0" r="0" b="0"/>
            <a:pathLst>
              <a:path w="191" h="201675">
                <a:moveTo>
                  <a:pt x="0" y="201675"/>
                </a:moveTo>
                <a:lnTo>
                  <a:pt x="0" y="0"/>
                </a:lnTo>
              </a:path>
            </a:pathLst>
          </a:custGeom>
          <a:noFill/>
          <a:ln w="8890">
            <a:solidFill>
              <a:srgbClr val="B57442"/>
            </a:solidFill>
            <a:prstDash val="solid"/>
          </a:ln>
        </p:spPr>
      </p:sp>
      <p:sp>
        <p:nvSpPr>
          <p:cNvPr id="1000" name="02_predicted_pose_4299">
            <a:extLst>
              <a:ext uri="{FF2B5EF4-FFF2-40B4-BE49-F238E27FC236}">
                <a16:creationId xmlns:a16="http://schemas.microsoft.com/office/drawing/2014/main" id="{6DEDC636-D0DA-446A-9E83-6AFADD90D33B}"/>
              </a:ext>
            </a:extLst>
          </p:cNvPr>
          <p:cNvSpPr>
            <a:spLocks noGrp="1"/>
          </p:cNvSpPr>
          <p:nvPr/>
        </p:nvSpPr>
        <p:spPr>
          <a:xfrm>
            <a:off x="5584997" y="3598582"/>
            <a:ext cx="142980" cy="191"/>
          </a:xfrm>
          <a:custGeom>
            <a:avLst/>
            <a:gdLst/>
            <a:ahLst/>
            <a:cxnLst/>
            <a:rect l="0" t="0" r="0" b="0"/>
            <a:pathLst>
              <a:path w="142980" h="191">
                <a:moveTo>
                  <a:pt x="0" y="0"/>
                </a:moveTo>
                <a:lnTo>
                  <a:pt x="142980" y="0"/>
                </a:lnTo>
              </a:path>
            </a:pathLst>
          </a:custGeom>
          <a:noFill/>
          <a:ln w="8890">
            <a:solidFill>
              <a:srgbClr val="B57442"/>
            </a:solidFill>
            <a:prstDash val="solid"/>
          </a:ln>
        </p:spPr>
      </p:sp>
      <p:sp>
        <p:nvSpPr>
          <p:cNvPr id="1001" name="02_predicted_pose_4300">
            <a:extLst>
              <a:ext uri="{FF2B5EF4-FFF2-40B4-BE49-F238E27FC236}">
                <a16:creationId xmlns:a16="http://schemas.microsoft.com/office/drawing/2014/main" id="{FC4ED2F1-36BC-4BEF-8F73-8870FDA4D910}"/>
              </a:ext>
            </a:extLst>
          </p:cNvPr>
          <p:cNvSpPr>
            <a:spLocks noGrp="1"/>
          </p:cNvSpPr>
          <p:nvPr/>
        </p:nvSpPr>
        <p:spPr>
          <a:xfrm>
            <a:off x="5584997" y="3145387"/>
            <a:ext cx="142980" cy="191"/>
          </a:xfrm>
          <a:custGeom>
            <a:avLst/>
            <a:gdLst/>
            <a:ahLst/>
            <a:cxnLst/>
            <a:rect l="0" t="0" r="0" b="0"/>
            <a:pathLst>
              <a:path w="142980" h="191">
                <a:moveTo>
                  <a:pt x="0" y="0"/>
                </a:moveTo>
                <a:lnTo>
                  <a:pt x="142980" y="0"/>
                </a:lnTo>
              </a:path>
            </a:pathLst>
          </a:custGeom>
          <a:noFill/>
          <a:ln w="8890">
            <a:solidFill>
              <a:srgbClr val="B57442"/>
            </a:solidFill>
            <a:prstDash val="solid"/>
          </a:ln>
        </p:spPr>
      </p:sp>
      <p:sp>
        <p:nvSpPr>
          <p:cNvPr id="1002" name="text_4301">
            <a:extLst>
              <a:ext uri="{FF2B5EF4-FFF2-40B4-BE49-F238E27FC236}">
                <a16:creationId xmlns:a16="http://schemas.microsoft.com/office/drawing/2014/main" id="{58E7F807-53FF-4EAE-92F0-0BD13638B227}"/>
              </a:ext>
            </a:extLst>
          </p:cNvPr>
          <p:cNvSpPr>
            <a:spLocks noGrp="1"/>
          </p:cNvSpPr>
          <p:nvPr/>
        </p:nvSpPr>
        <p:spPr>
          <a:xfrm>
            <a:off x="3451159" y="2329062"/>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b</a:t>
            </a:r>
          </a:p>
        </p:txBody>
      </p:sp>
      <p:sp>
        <p:nvSpPr>
          <p:cNvPr id="1003" name="text_4302">
            <a:extLst>
              <a:ext uri="{FF2B5EF4-FFF2-40B4-BE49-F238E27FC236}">
                <a16:creationId xmlns:a16="http://schemas.microsoft.com/office/drawing/2014/main" id="{22ACB5BD-9C8F-4EAE-9AF9-EDAD61DD261C}"/>
              </a:ext>
            </a:extLst>
          </p:cNvPr>
          <p:cNvSpPr>
            <a:spLocks noGrp="1"/>
          </p:cNvSpPr>
          <p:nvPr/>
        </p:nvSpPr>
        <p:spPr>
          <a:xfrm>
            <a:off x="3883531" y="2280719"/>
            <a:ext cx="708574"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b="0">
                <a:solidFill>
                  <a:srgbClr val="273744"/>
                </a:solidFill>
                <a:latin typeface="Arial"/>
                <a:ea typeface="Arial"/>
                <a:cs typeface="Arial"/>
              </a:rPr>
              <a:t>GT, Best of 50</a:t>
            </a:r>
          </a:p>
        </p:txBody>
      </p:sp>
      <p:sp>
        <p:nvSpPr>
          <p:cNvPr id="1004" name="02_predicted_pose_4303">
            <a:extLst>
              <a:ext uri="{FF2B5EF4-FFF2-40B4-BE49-F238E27FC236}">
                <a16:creationId xmlns:a16="http://schemas.microsoft.com/office/drawing/2014/main" id="{85D44C3F-03A1-4EB7-A5A7-27463D2B0503}"/>
              </a:ext>
            </a:extLst>
          </p:cNvPr>
          <p:cNvSpPr>
            <a:spLocks noGrp="1"/>
          </p:cNvSpPr>
          <p:nvPr/>
        </p:nvSpPr>
        <p:spPr>
          <a:xfrm>
            <a:off x="4369664" y="3668923"/>
            <a:ext cx="285961" cy="191"/>
          </a:xfrm>
          <a:custGeom>
            <a:avLst/>
            <a:gdLst/>
            <a:ahLst/>
            <a:cxnLst/>
            <a:rect l="0" t="0" r="0" b="0"/>
            <a:pathLst>
              <a:path w="285961" h="191">
                <a:moveTo>
                  <a:pt x="0" y="0"/>
                </a:moveTo>
                <a:lnTo>
                  <a:pt x="285961" y="0"/>
                </a:lnTo>
              </a:path>
            </a:pathLst>
          </a:custGeom>
          <a:noFill/>
          <a:ln w="19050">
            <a:solidFill>
              <a:srgbClr val="2D887E"/>
            </a:solidFill>
            <a:prstDash val="solid"/>
          </a:ln>
        </p:spPr>
      </p:sp>
      <p:sp>
        <p:nvSpPr>
          <p:cNvPr id="1005" name="02_predicted_pose_4304">
            <a:extLst>
              <a:ext uri="{FF2B5EF4-FFF2-40B4-BE49-F238E27FC236}">
                <a16:creationId xmlns:a16="http://schemas.microsoft.com/office/drawing/2014/main" id="{35E7B4EA-13C5-43A8-8BBC-F782C138A89F}"/>
              </a:ext>
            </a:extLst>
          </p:cNvPr>
          <p:cNvSpPr>
            <a:spLocks noGrp="1"/>
          </p:cNvSpPr>
          <p:nvPr/>
        </p:nvSpPr>
        <p:spPr>
          <a:xfrm>
            <a:off x="5513506" y="3434188"/>
            <a:ext cx="285961" cy="191"/>
          </a:xfrm>
          <a:custGeom>
            <a:avLst/>
            <a:gdLst/>
            <a:ahLst/>
            <a:cxnLst/>
            <a:rect l="0" t="0" r="0" b="0"/>
            <a:pathLst>
              <a:path w="285961" h="191">
                <a:moveTo>
                  <a:pt x="0" y="0"/>
                </a:moveTo>
                <a:lnTo>
                  <a:pt x="285961" y="0"/>
                </a:lnTo>
              </a:path>
            </a:pathLst>
          </a:custGeom>
          <a:noFill/>
          <a:ln w="19050">
            <a:solidFill>
              <a:srgbClr val="B57442"/>
            </a:solidFill>
            <a:prstDash val="solid"/>
          </a:ln>
        </p:spPr>
      </p:sp>
      <p:sp>
        <p:nvSpPr>
          <p:cNvPr id="1006" name="02_predicted_pose_4305">
            <a:extLst>
              <a:ext uri="{FF2B5EF4-FFF2-40B4-BE49-F238E27FC236}">
                <a16:creationId xmlns:a16="http://schemas.microsoft.com/office/drawing/2014/main" id="{E4F2EDAB-F37C-4098-B11A-570D67CA796E}"/>
              </a:ext>
            </a:extLst>
          </p:cNvPr>
          <p:cNvSpPr>
            <a:spLocks noGrp="1"/>
          </p:cNvSpPr>
          <p:nvPr/>
        </p:nvSpPr>
        <p:spPr>
          <a:xfrm>
            <a:off x="712800" y="4810680"/>
            <a:ext cx="2402069" cy="1545120"/>
          </a:xfrm>
          <a:custGeom>
            <a:avLst/>
            <a:gdLst/>
            <a:ahLst/>
            <a:cxnLst/>
            <a:rect l="0" t="0" r="0" b="0"/>
            <a:pathLst>
              <a:path w="2402069" h="1545120">
                <a:moveTo>
                  <a:pt x="0" y="1545120"/>
                </a:moveTo>
                <a:lnTo>
                  <a:pt x="2402069" y="1545120"/>
                </a:lnTo>
                <a:lnTo>
                  <a:pt x="2402069" y="0"/>
                </a:lnTo>
                <a:lnTo>
                  <a:pt x="0" y="0"/>
                </a:lnTo>
                <a:lnTo>
                  <a:pt x="0" y="1545120"/>
                </a:lnTo>
                <a:close/>
              </a:path>
            </a:pathLst>
          </a:custGeom>
          <a:solidFill>
            <a:srgbClr val="FFFFFF"/>
          </a:solidFill>
          <a:ln w="0">
            <a:noFill/>
            <a:prstDash val="solid"/>
          </a:ln>
        </p:spPr>
      </p:sp>
      <p:sp>
        <p:nvSpPr>
          <p:cNvPr id="1007" name="02_predicted_pose_4306">
            <a:extLst>
              <a:ext uri="{FF2B5EF4-FFF2-40B4-BE49-F238E27FC236}">
                <a16:creationId xmlns:a16="http://schemas.microsoft.com/office/drawing/2014/main" id="{E9BBF15F-47CC-4C35-B691-AB99C256AFD1}"/>
              </a:ext>
            </a:extLst>
          </p:cNvPr>
          <p:cNvSpPr>
            <a:spLocks noGrp="1"/>
          </p:cNvSpPr>
          <p:nvPr/>
        </p:nvSpPr>
        <p:spPr>
          <a:xfrm>
            <a:off x="712800" y="5618944"/>
            <a:ext cx="2402069" cy="191"/>
          </a:xfrm>
          <a:custGeom>
            <a:avLst/>
            <a:gdLst/>
            <a:ahLst/>
            <a:cxnLst/>
            <a:rect l="0" t="0" r="0" b="0"/>
            <a:pathLst>
              <a:path w="2402069" h="191">
                <a:moveTo>
                  <a:pt x="0" y="0"/>
                </a:moveTo>
                <a:lnTo>
                  <a:pt x="2402069" y="0"/>
                </a:lnTo>
              </a:path>
            </a:pathLst>
          </a:custGeom>
          <a:noFill/>
          <a:ln w="7620">
            <a:solidFill>
              <a:srgbClr val="BCC5CB"/>
            </a:solidFill>
            <a:prstDash val="dash"/>
          </a:ln>
        </p:spPr>
      </p:sp>
      <p:sp>
        <p:nvSpPr>
          <p:cNvPr id="1008" name="02_predicted_pose_4307">
            <a:extLst>
              <a:ext uri="{FF2B5EF4-FFF2-40B4-BE49-F238E27FC236}">
                <a16:creationId xmlns:a16="http://schemas.microsoft.com/office/drawing/2014/main" id="{219477B0-2F6B-44A4-AFA3-FFC1DD4EDA96}"/>
              </a:ext>
            </a:extLst>
          </p:cNvPr>
          <p:cNvSpPr>
            <a:spLocks noGrp="1"/>
          </p:cNvSpPr>
          <p:nvPr/>
        </p:nvSpPr>
        <p:spPr>
          <a:xfrm>
            <a:off x="712800" y="5489191"/>
            <a:ext cx="2402069" cy="191"/>
          </a:xfrm>
          <a:custGeom>
            <a:avLst/>
            <a:gdLst/>
            <a:ahLst/>
            <a:cxnLst/>
            <a:rect l="0" t="0" r="0" b="0"/>
            <a:pathLst>
              <a:path w="2402069" h="191">
                <a:moveTo>
                  <a:pt x="0" y="0"/>
                </a:moveTo>
                <a:lnTo>
                  <a:pt x="2402069" y="0"/>
                </a:lnTo>
              </a:path>
            </a:pathLst>
          </a:custGeom>
          <a:noFill/>
          <a:ln w="7620">
            <a:solidFill>
              <a:srgbClr val="BCC5CB"/>
            </a:solidFill>
            <a:prstDash val="dash"/>
          </a:ln>
        </p:spPr>
      </p:sp>
      <p:sp>
        <p:nvSpPr>
          <p:cNvPr id="1009" name="02_predicted_pose_4308">
            <a:extLst>
              <a:ext uri="{FF2B5EF4-FFF2-40B4-BE49-F238E27FC236}">
                <a16:creationId xmlns:a16="http://schemas.microsoft.com/office/drawing/2014/main" id="{A61B98D4-6695-40C0-88D5-BA555E88C657}"/>
              </a:ext>
            </a:extLst>
          </p:cNvPr>
          <p:cNvSpPr>
            <a:spLocks noGrp="1"/>
          </p:cNvSpPr>
          <p:nvPr/>
        </p:nvSpPr>
        <p:spPr>
          <a:xfrm>
            <a:off x="1341913" y="6355800"/>
            <a:ext cx="191" cy="38100"/>
          </a:xfrm>
          <a:custGeom>
            <a:avLst/>
            <a:gdLst/>
            <a:ahLst/>
            <a:cxnLst/>
            <a:rect l="0" t="0" r="0" b="0"/>
            <a:pathLst>
              <a:path w="191" h="38100">
                <a:moveTo>
                  <a:pt x="0" y="0"/>
                </a:moveTo>
                <a:lnTo>
                  <a:pt x="0" y="38100"/>
                </a:lnTo>
              </a:path>
            </a:pathLst>
          </a:custGeom>
          <a:solidFill>
            <a:srgbClr val="273744"/>
          </a:solidFill>
          <a:ln w="10160">
            <a:solidFill>
              <a:srgbClr val="273744"/>
            </a:solidFill>
            <a:prstDash val="solid"/>
          </a:ln>
        </p:spPr>
      </p:sp>
      <p:sp>
        <p:nvSpPr>
          <p:cNvPr id="1010" name="text_4309">
            <a:extLst>
              <a:ext uri="{FF2B5EF4-FFF2-40B4-BE49-F238E27FC236}">
                <a16:creationId xmlns:a16="http://schemas.microsoft.com/office/drawing/2014/main" id="{5D0320C7-AA45-4D9E-9833-5F444238DA8A}"/>
              </a:ext>
            </a:extLst>
          </p:cNvPr>
          <p:cNvSpPr>
            <a:spLocks noGrp="1"/>
          </p:cNvSpPr>
          <p:nvPr/>
        </p:nvSpPr>
        <p:spPr>
          <a:xfrm>
            <a:off x="978757" y="6425402"/>
            <a:ext cx="739013"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PocketXMol-tuned</a:t>
            </a:r>
          </a:p>
        </p:txBody>
      </p:sp>
      <p:sp>
        <p:nvSpPr>
          <p:cNvPr id="1011" name="02_predicted_pose_4310">
            <a:extLst>
              <a:ext uri="{FF2B5EF4-FFF2-40B4-BE49-F238E27FC236}">
                <a16:creationId xmlns:a16="http://schemas.microsoft.com/office/drawing/2014/main" id="{DE05B401-0FA7-491A-B5DA-77D6B2F83EAB}"/>
              </a:ext>
            </a:extLst>
          </p:cNvPr>
          <p:cNvSpPr>
            <a:spLocks noGrp="1"/>
          </p:cNvSpPr>
          <p:nvPr/>
        </p:nvSpPr>
        <p:spPr>
          <a:xfrm>
            <a:off x="2485756" y="6355800"/>
            <a:ext cx="191" cy="38100"/>
          </a:xfrm>
          <a:custGeom>
            <a:avLst/>
            <a:gdLst/>
            <a:ahLst/>
            <a:cxnLst/>
            <a:rect l="0" t="0" r="0" b="0"/>
            <a:pathLst>
              <a:path w="191" h="38100">
                <a:moveTo>
                  <a:pt x="0" y="0"/>
                </a:moveTo>
                <a:lnTo>
                  <a:pt x="0" y="38100"/>
                </a:lnTo>
              </a:path>
            </a:pathLst>
          </a:custGeom>
          <a:solidFill>
            <a:srgbClr val="273744"/>
          </a:solidFill>
          <a:ln w="10160">
            <a:solidFill>
              <a:srgbClr val="273744"/>
            </a:solidFill>
            <a:prstDash val="solid"/>
          </a:ln>
        </p:spPr>
      </p:sp>
      <p:sp>
        <p:nvSpPr>
          <p:cNvPr id="1012" name="text_4311">
            <a:extLst>
              <a:ext uri="{FF2B5EF4-FFF2-40B4-BE49-F238E27FC236}">
                <a16:creationId xmlns:a16="http://schemas.microsoft.com/office/drawing/2014/main" id="{7A73F797-A2FF-42EE-A7F0-231FF0BCC643}"/>
              </a:ext>
            </a:extLst>
          </p:cNvPr>
          <p:cNvSpPr>
            <a:spLocks noGrp="1"/>
          </p:cNvSpPr>
          <p:nvPr/>
        </p:nvSpPr>
        <p:spPr>
          <a:xfrm>
            <a:off x="2186874" y="6425666"/>
            <a:ext cx="610464"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Emap2lig-Build</a:t>
            </a:r>
          </a:p>
        </p:txBody>
      </p:sp>
      <p:sp>
        <p:nvSpPr>
          <p:cNvPr id="1013" name="02_predicted_pose_4312">
            <a:extLst>
              <a:ext uri="{FF2B5EF4-FFF2-40B4-BE49-F238E27FC236}">
                <a16:creationId xmlns:a16="http://schemas.microsoft.com/office/drawing/2014/main" id="{17E555CC-DA5A-4694-93C9-85C9190C0300}"/>
              </a:ext>
            </a:extLst>
          </p:cNvPr>
          <p:cNvSpPr>
            <a:spLocks noGrp="1"/>
          </p:cNvSpPr>
          <p:nvPr/>
        </p:nvSpPr>
        <p:spPr>
          <a:xfrm>
            <a:off x="674700" y="6355800"/>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014" name="text_4313">
            <a:extLst>
              <a:ext uri="{FF2B5EF4-FFF2-40B4-BE49-F238E27FC236}">
                <a16:creationId xmlns:a16="http://schemas.microsoft.com/office/drawing/2014/main" id="{18814B31-693D-4C36-BE09-5AA1962EE665}"/>
              </a:ext>
            </a:extLst>
          </p:cNvPr>
          <p:cNvSpPr>
            <a:spLocks noGrp="1"/>
          </p:cNvSpPr>
          <p:nvPr/>
        </p:nvSpPr>
        <p:spPr>
          <a:xfrm>
            <a:off x="513029" y="6317385"/>
            <a:ext cx="136271"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0.2</a:t>
            </a:r>
          </a:p>
        </p:txBody>
      </p:sp>
      <p:sp>
        <p:nvSpPr>
          <p:cNvPr id="1015" name="02_predicted_pose_4314">
            <a:extLst>
              <a:ext uri="{FF2B5EF4-FFF2-40B4-BE49-F238E27FC236}">
                <a16:creationId xmlns:a16="http://schemas.microsoft.com/office/drawing/2014/main" id="{9CD13B2B-FE21-4391-B390-911B3219DB0E}"/>
              </a:ext>
            </a:extLst>
          </p:cNvPr>
          <p:cNvSpPr>
            <a:spLocks noGrp="1"/>
          </p:cNvSpPr>
          <p:nvPr/>
        </p:nvSpPr>
        <p:spPr>
          <a:xfrm>
            <a:off x="674700" y="6062576"/>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016" name="text_4315">
            <a:extLst>
              <a:ext uri="{FF2B5EF4-FFF2-40B4-BE49-F238E27FC236}">
                <a16:creationId xmlns:a16="http://schemas.microsoft.com/office/drawing/2014/main" id="{4CBD9523-4115-4C2A-BEA2-3D0BF439AFD5}"/>
              </a:ext>
            </a:extLst>
          </p:cNvPr>
          <p:cNvSpPr>
            <a:spLocks noGrp="1"/>
          </p:cNvSpPr>
          <p:nvPr/>
        </p:nvSpPr>
        <p:spPr>
          <a:xfrm>
            <a:off x="513029" y="6024161"/>
            <a:ext cx="136271"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0.5</a:t>
            </a:r>
          </a:p>
        </p:txBody>
      </p:sp>
      <p:sp>
        <p:nvSpPr>
          <p:cNvPr id="1017" name="02_predicted_pose_4316">
            <a:extLst>
              <a:ext uri="{FF2B5EF4-FFF2-40B4-BE49-F238E27FC236}">
                <a16:creationId xmlns:a16="http://schemas.microsoft.com/office/drawing/2014/main" id="{DE7C6C3D-EE9D-4E9B-99EA-8BB817D42D2F}"/>
              </a:ext>
            </a:extLst>
          </p:cNvPr>
          <p:cNvSpPr>
            <a:spLocks noGrp="1"/>
          </p:cNvSpPr>
          <p:nvPr/>
        </p:nvSpPr>
        <p:spPr>
          <a:xfrm>
            <a:off x="674700" y="5840760"/>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018" name="text_4317">
            <a:extLst>
              <a:ext uri="{FF2B5EF4-FFF2-40B4-BE49-F238E27FC236}">
                <a16:creationId xmlns:a16="http://schemas.microsoft.com/office/drawing/2014/main" id="{13B60655-C93D-47F5-A367-2BC333BBD574}"/>
              </a:ext>
            </a:extLst>
          </p:cNvPr>
          <p:cNvSpPr>
            <a:spLocks noGrp="1"/>
          </p:cNvSpPr>
          <p:nvPr/>
        </p:nvSpPr>
        <p:spPr>
          <a:xfrm>
            <a:off x="587172" y="5802345"/>
            <a:ext cx="62128"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1</a:t>
            </a:r>
          </a:p>
        </p:txBody>
      </p:sp>
      <p:sp>
        <p:nvSpPr>
          <p:cNvPr id="1019" name="02_predicted_pose_4318">
            <a:extLst>
              <a:ext uri="{FF2B5EF4-FFF2-40B4-BE49-F238E27FC236}">
                <a16:creationId xmlns:a16="http://schemas.microsoft.com/office/drawing/2014/main" id="{81BADABD-5076-4223-A04D-EA6EAE38E1E0}"/>
              </a:ext>
            </a:extLst>
          </p:cNvPr>
          <p:cNvSpPr>
            <a:spLocks noGrp="1"/>
          </p:cNvSpPr>
          <p:nvPr/>
        </p:nvSpPr>
        <p:spPr>
          <a:xfrm>
            <a:off x="674700" y="5618944"/>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020" name="text_4319">
            <a:extLst>
              <a:ext uri="{FF2B5EF4-FFF2-40B4-BE49-F238E27FC236}">
                <a16:creationId xmlns:a16="http://schemas.microsoft.com/office/drawing/2014/main" id="{628BC34B-92BA-4ECF-B9D2-D9ADD86FCA52}"/>
              </a:ext>
            </a:extLst>
          </p:cNvPr>
          <p:cNvSpPr>
            <a:spLocks noGrp="1"/>
          </p:cNvSpPr>
          <p:nvPr/>
        </p:nvSpPr>
        <p:spPr>
          <a:xfrm>
            <a:off x="587172" y="5580530"/>
            <a:ext cx="62128"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2</a:t>
            </a:r>
          </a:p>
        </p:txBody>
      </p:sp>
      <p:sp>
        <p:nvSpPr>
          <p:cNvPr id="1021" name="02_predicted_pose_4320">
            <a:extLst>
              <a:ext uri="{FF2B5EF4-FFF2-40B4-BE49-F238E27FC236}">
                <a16:creationId xmlns:a16="http://schemas.microsoft.com/office/drawing/2014/main" id="{AF2177A5-A932-4434-A49B-EEF1D632FB50}"/>
              </a:ext>
            </a:extLst>
          </p:cNvPr>
          <p:cNvSpPr>
            <a:spLocks noGrp="1"/>
          </p:cNvSpPr>
          <p:nvPr/>
        </p:nvSpPr>
        <p:spPr>
          <a:xfrm>
            <a:off x="674700" y="5489191"/>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022" name="text_4321">
            <a:extLst>
              <a:ext uri="{FF2B5EF4-FFF2-40B4-BE49-F238E27FC236}">
                <a16:creationId xmlns:a16="http://schemas.microsoft.com/office/drawing/2014/main" id="{871CCB8F-8AD6-40E8-8193-2C7AB6989B4E}"/>
              </a:ext>
            </a:extLst>
          </p:cNvPr>
          <p:cNvSpPr>
            <a:spLocks noGrp="1"/>
          </p:cNvSpPr>
          <p:nvPr/>
        </p:nvSpPr>
        <p:spPr>
          <a:xfrm>
            <a:off x="587172" y="5450776"/>
            <a:ext cx="62128"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3</a:t>
            </a:r>
          </a:p>
        </p:txBody>
      </p:sp>
      <p:sp>
        <p:nvSpPr>
          <p:cNvPr id="1023" name="02_predicted_pose_4322">
            <a:extLst>
              <a:ext uri="{FF2B5EF4-FFF2-40B4-BE49-F238E27FC236}">
                <a16:creationId xmlns:a16="http://schemas.microsoft.com/office/drawing/2014/main" id="{11668B6C-A94C-4587-81C0-4B0E3E2A206B}"/>
              </a:ext>
            </a:extLst>
          </p:cNvPr>
          <p:cNvSpPr>
            <a:spLocks noGrp="1"/>
          </p:cNvSpPr>
          <p:nvPr/>
        </p:nvSpPr>
        <p:spPr>
          <a:xfrm>
            <a:off x="674700" y="5325720"/>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024" name="text_4323">
            <a:extLst>
              <a:ext uri="{FF2B5EF4-FFF2-40B4-BE49-F238E27FC236}">
                <a16:creationId xmlns:a16="http://schemas.microsoft.com/office/drawing/2014/main" id="{0D863A48-B21B-46FF-93E4-B653B5A63725}"/>
              </a:ext>
            </a:extLst>
          </p:cNvPr>
          <p:cNvSpPr>
            <a:spLocks noGrp="1"/>
          </p:cNvSpPr>
          <p:nvPr/>
        </p:nvSpPr>
        <p:spPr>
          <a:xfrm>
            <a:off x="587172" y="5287305"/>
            <a:ext cx="62128"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5</a:t>
            </a:r>
          </a:p>
        </p:txBody>
      </p:sp>
      <p:sp>
        <p:nvSpPr>
          <p:cNvPr id="1025" name="02_predicted_pose_4324">
            <a:extLst>
              <a:ext uri="{FF2B5EF4-FFF2-40B4-BE49-F238E27FC236}">
                <a16:creationId xmlns:a16="http://schemas.microsoft.com/office/drawing/2014/main" id="{23AB3C29-D179-436A-ACC0-FF2CD0448C5A}"/>
              </a:ext>
            </a:extLst>
          </p:cNvPr>
          <p:cNvSpPr>
            <a:spLocks noGrp="1"/>
          </p:cNvSpPr>
          <p:nvPr/>
        </p:nvSpPr>
        <p:spPr>
          <a:xfrm>
            <a:off x="674700" y="5103904"/>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026" name="text_4325">
            <a:extLst>
              <a:ext uri="{FF2B5EF4-FFF2-40B4-BE49-F238E27FC236}">
                <a16:creationId xmlns:a16="http://schemas.microsoft.com/office/drawing/2014/main" id="{6A6BD090-0ABC-4477-BE23-1EEB9AD189ED}"/>
              </a:ext>
            </a:extLst>
          </p:cNvPr>
          <p:cNvSpPr>
            <a:spLocks noGrp="1"/>
          </p:cNvSpPr>
          <p:nvPr/>
        </p:nvSpPr>
        <p:spPr>
          <a:xfrm>
            <a:off x="537743" y="5065490"/>
            <a:ext cx="111557"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10</a:t>
            </a:r>
          </a:p>
        </p:txBody>
      </p:sp>
      <p:sp>
        <p:nvSpPr>
          <p:cNvPr id="1027" name="02_predicted_pose_4326">
            <a:extLst>
              <a:ext uri="{FF2B5EF4-FFF2-40B4-BE49-F238E27FC236}">
                <a16:creationId xmlns:a16="http://schemas.microsoft.com/office/drawing/2014/main" id="{9D04FBD0-0C64-410F-B50D-DAA5DE19A023}"/>
              </a:ext>
            </a:extLst>
          </p:cNvPr>
          <p:cNvSpPr>
            <a:spLocks noGrp="1"/>
          </p:cNvSpPr>
          <p:nvPr/>
        </p:nvSpPr>
        <p:spPr>
          <a:xfrm>
            <a:off x="674700" y="4882089"/>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028" name="text_4327">
            <a:extLst>
              <a:ext uri="{FF2B5EF4-FFF2-40B4-BE49-F238E27FC236}">
                <a16:creationId xmlns:a16="http://schemas.microsoft.com/office/drawing/2014/main" id="{7DD4371D-10D3-4659-B5AB-3CBADB944C24}"/>
              </a:ext>
            </a:extLst>
          </p:cNvPr>
          <p:cNvSpPr>
            <a:spLocks noGrp="1"/>
          </p:cNvSpPr>
          <p:nvPr/>
        </p:nvSpPr>
        <p:spPr>
          <a:xfrm>
            <a:off x="537743" y="4843674"/>
            <a:ext cx="111557"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20</a:t>
            </a:r>
          </a:p>
        </p:txBody>
      </p:sp>
      <p:sp>
        <p:nvSpPr>
          <p:cNvPr id="1029" name="text_4328">
            <a:extLst>
              <a:ext uri="{FF2B5EF4-FFF2-40B4-BE49-F238E27FC236}">
                <a16:creationId xmlns:a16="http://schemas.microsoft.com/office/drawing/2014/main" id="{FB436558-2B69-4F17-9B6E-EAD38585A6C9}"/>
              </a:ext>
            </a:extLst>
          </p:cNvPr>
          <p:cNvSpPr>
            <a:spLocks noGrp="1"/>
          </p:cNvSpPr>
          <p:nvPr/>
        </p:nvSpPr>
        <p:spPr>
          <a:xfrm rot="-5400000">
            <a:off x="192687" y="5519740"/>
            <a:ext cx="475488"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stStyle>
          <a:p>
            <a:pPr algn="l">
              <a:defRPr sz="800" b="0">
                <a:solidFill>
                  <a:srgbClr val="273744"/>
                </a:solidFill>
                <a:latin typeface="Arial"/>
                <a:ea typeface="Arial"/>
                <a:cs typeface="Arial"/>
              </a:defRPr>
            </a:pPr>
            <a:r>
              <a:rPr sz="800" b="0">
                <a:solidFill>
                  <a:srgbClr val="273744"/>
                </a:solidFill>
                <a:latin typeface="Arial"/>
                <a:ea typeface="Arial"/>
                <a:cs typeface="Arial"/>
              </a:rPr>
              <a:t>RMSD (Å)</a:t>
            </a:r>
          </a:p>
        </p:txBody>
      </p:sp>
      <p:sp>
        <p:nvSpPr>
          <p:cNvPr id="1030" name="02_predicted_pose_4329">
            <a:extLst>
              <a:ext uri="{FF2B5EF4-FFF2-40B4-BE49-F238E27FC236}">
                <a16:creationId xmlns:a16="http://schemas.microsoft.com/office/drawing/2014/main" id="{7FA75350-F2B8-45FE-97E8-A2FD5D44515E}"/>
              </a:ext>
            </a:extLst>
          </p:cNvPr>
          <p:cNvSpPr>
            <a:spLocks noGrp="1"/>
          </p:cNvSpPr>
          <p:nvPr/>
        </p:nvSpPr>
        <p:spPr>
          <a:xfrm>
            <a:off x="1268110" y="5895584"/>
            <a:ext cx="28398" cy="28398"/>
          </a:xfrm>
          <a:prstGeom prst="ellipse">
            <a:avLst/>
          </a:prstGeom>
          <a:solidFill>
            <a:srgbClr val="5879BD">
              <a:alpha val="30000"/>
            </a:srgbClr>
          </a:solidFill>
          <a:ln w="0">
            <a:noFill/>
            <a:prstDash val="solid"/>
          </a:ln>
        </p:spPr>
      </p:sp>
      <p:sp>
        <p:nvSpPr>
          <p:cNvPr id="1031" name="02_predicted_pose_4330">
            <a:extLst>
              <a:ext uri="{FF2B5EF4-FFF2-40B4-BE49-F238E27FC236}">
                <a16:creationId xmlns:a16="http://schemas.microsoft.com/office/drawing/2014/main" id="{288BB7DC-F11B-4BEC-A2BF-67D21632FFC7}"/>
              </a:ext>
            </a:extLst>
          </p:cNvPr>
          <p:cNvSpPr>
            <a:spLocks noGrp="1"/>
          </p:cNvSpPr>
          <p:nvPr/>
        </p:nvSpPr>
        <p:spPr>
          <a:xfrm>
            <a:off x="1281892" y="5689878"/>
            <a:ext cx="28398" cy="28398"/>
          </a:xfrm>
          <a:prstGeom prst="ellipse">
            <a:avLst/>
          </a:prstGeom>
          <a:solidFill>
            <a:srgbClr val="5879BD">
              <a:alpha val="30000"/>
            </a:srgbClr>
          </a:solidFill>
          <a:ln w="0">
            <a:noFill/>
            <a:prstDash val="solid"/>
          </a:ln>
        </p:spPr>
      </p:sp>
      <p:sp>
        <p:nvSpPr>
          <p:cNvPr id="1032" name="02_predicted_pose_4331">
            <a:extLst>
              <a:ext uri="{FF2B5EF4-FFF2-40B4-BE49-F238E27FC236}">
                <a16:creationId xmlns:a16="http://schemas.microsoft.com/office/drawing/2014/main" id="{AFDBCA2A-E357-435E-9443-74DE6E820DB0}"/>
              </a:ext>
            </a:extLst>
          </p:cNvPr>
          <p:cNvSpPr>
            <a:spLocks noGrp="1"/>
          </p:cNvSpPr>
          <p:nvPr/>
        </p:nvSpPr>
        <p:spPr>
          <a:xfrm>
            <a:off x="1295673" y="5828682"/>
            <a:ext cx="28398" cy="28398"/>
          </a:xfrm>
          <a:prstGeom prst="ellipse">
            <a:avLst/>
          </a:prstGeom>
          <a:solidFill>
            <a:srgbClr val="5879BD">
              <a:alpha val="30000"/>
            </a:srgbClr>
          </a:solidFill>
          <a:ln w="0">
            <a:noFill/>
            <a:prstDash val="solid"/>
          </a:ln>
        </p:spPr>
      </p:sp>
      <p:sp>
        <p:nvSpPr>
          <p:cNvPr id="1033" name="02_predicted_pose_4332">
            <a:extLst>
              <a:ext uri="{FF2B5EF4-FFF2-40B4-BE49-F238E27FC236}">
                <a16:creationId xmlns:a16="http://schemas.microsoft.com/office/drawing/2014/main" id="{43875E7F-5352-429B-AF2C-B5584D194792}"/>
              </a:ext>
            </a:extLst>
          </p:cNvPr>
          <p:cNvSpPr>
            <a:spLocks noGrp="1"/>
          </p:cNvSpPr>
          <p:nvPr/>
        </p:nvSpPr>
        <p:spPr>
          <a:xfrm>
            <a:off x="1309454" y="5860686"/>
            <a:ext cx="28398" cy="28398"/>
          </a:xfrm>
          <a:prstGeom prst="ellipse">
            <a:avLst/>
          </a:prstGeom>
          <a:solidFill>
            <a:srgbClr val="5879BD">
              <a:alpha val="30000"/>
            </a:srgbClr>
          </a:solidFill>
          <a:ln w="0">
            <a:noFill/>
            <a:prstDash val="solid"/>
          </a:ln>
        </p:spPr>
      </p:sp>
      <p:sp>
        <p:nvSpPr>
          <p:cNvPr id="1034" name="02_predicted_pose_4333">
            <a:extLst>
              <a:ext uri="{FF2B5EF4-FFF2-40B4-BE49-F238E27FC236}">
                <a16:creationId xmlns:a16="http://schemas.microsoft.com/office/drawing/2014/main" id="{9DC7BF10-3A58-4614-950E-34330509D1F0}"/>
              </a:ext>
            </a:extLst>
          </p:cNvPr>
          <p:cNvSpPr>
            <a:spLocks noGrp="1"/>
          </p:cNvSpPr>
          <p:nvPr/>
        </p:nvSpPr>
        <p:spPr>
          <a:xfrm>
            <a:off x="1323235" y="5901112"/>
            <a:ext cx="28398" cy="28398"/>
          </a:xfrm>
          <a:prstGeom prst="ellipse">
            <a:avLst/>
          </a:prstGeom>
          <a:solidFill>
            <a:srgbClr val="5879BD">
              <a:alpha val="30000"/>
            </a:srgbClr>
          </a:solidFill>
          <a:ln w="0">
            <a:noFill/>
            <a:prstDash val="solid"/>
          </a:ln>
        </p:spPr>
      </p:sp>
      <p:sp>
        <p:nvSpPr>
          <p:cNvPr id="1035" name="02_predicted_pose_4334">
            <a:extLst>
              <a:ext uri="{FF2B5EF4-FFF2-40B4-BE49-F238E27FC236}">
                <a16:creationId xmlns:a16="http://schemas.microsoft.com/office/drawing/2014/main" id="{43A940CF-CFDB-439E-BCE2-74B09362CBB9}"/>
              </a:ext>
            </a:extLst>
          </p:cNvPr>
          <p:cNvSpPr>
            <a:spLocks noGrp="1"/>
          </p:cNvSpPr>
          <p:nvPr/>
        </p:nvSpPr>
        <p:spPr>
          <a:xfrm>
            <a:off x="1337017" y="5669191"/>
            <a:ext cx="28398" cy="28398"/>
          </a:xfrm>
          <a:prstGeom prst="ellipse">
            <a:avLst/>
          </a:prstGeom>
          <a:solidFill>
            <a:srgbClr val="5879BD">
              <a:alpha val="30000"/>
            </a:srgbClr>
          </a:solidFill>
          <a:ln w="0">
            <a:noFill/>
            <a:prstDash val="solid"/>
          </a:ln>
        </p:spPr>
      </p:sp>
      <p:sp>
        <p:nvSpPr>
          <p:cNvPr id="1036" name="02_predicted_pose_4335">
            <a:extLst>
              <a:ext uri="{FF2B5EF4-FFF2-40B4-BE49-F238E27FC236}">
                <a16:creationId xmlns:a16="http://schemas.microsoft.com/office/drawing/2014/main" id="{C5D6B0F4-7A59-45C4-8436-181F005B0458}"/>
              </a:ext>
            </a:extLst>
          </p:cNvPr>
          <p:cNvSpPr>
            <a:spLocks noGrp="1"/>
          </p:cNvSpPr>
          <p:nvPr/>
        </p:nvSpPr>
        <p:spPr>
          <a:xfrm>
            <a:off x="1350798" y="5867592"/>
            <a:ext cx="28398" cy="28398"/>
          </a:xfrm>
          <a:prstGeom prst="ellipse">
            <a:avLst/>
          </a:prstGeom>
          <a:solidFill>
            <a:srgbClr val="5879BD">
              <a:alpha val="30000"/>
            </a:srgbClr>
          </a:solidFill>
          <a:ln w="0">
            <a:noFill/>
            <a:prstDash val="solid"/>
          </a:ln>
        </p:spPr>
      </p:sp>
      <p:sp>
        <p:nvSpPr>
          <p:cNvPr id="1037" name="02_predicted_pose_4336">
            <a:extLst>
              <a:ext uri="{FF2B5EF4-FFF2-40B4-BE49-F238E27FC236}">
                <a16:creationId xmlns:a16="http://schemas.microsoft.com/office/drawing/2014/main" id="{9D8B1A12-C4B4-4E11-8C11-579F15E65B9F}"/>
              </a:ext>
            </a:extLst>
          </p:cNvPr>
          <p:cNvSpPr>
            <a:spLocks noGrp="1"/>
          </p:cNvSpPr>
          <p:nvPr/>
        </p:nvSpPr>
        <p:spPr>
          <a:xfrm>
            <a:off x="1364579" y="5699679"/>
            <a:ext cx="28398" cy="28398"/>
          </a:xfrm>
          <a:prstGeom prst="ellipse">
            <a:avLst/>
          </a:prstGeom>
          <a:solidFill>
            <a:srgbClr val="5879BD">
              <a:alpha val="30000"/>
            </a:srgbClr>
          </a:solidFill>
          <a:ln w="0">
            <a:noFill/>
            <a:prstDash val="solid"/>
          </a:ln>
        </p:spPr>
      </p:sp>
      <p:sp>
        <p:nvSpPr>
          <p:cNvPr id="1038" name="02_predicted_pose_4337">
            <a:extLst>
              <a:ext uri="{FF2B5EF4-FFF2-40B4-BE49-F238E27FC236}">
                <a16:creationId xmlns:a16="http://schemas.microsoft.com/office/drawing/2014/main" id="{537E1B97-EB39-4A2D-8886-B07EBAAA2B09}"/>
              </a:ext>
            </a:extLst>
          </p:cNvPr>
          <p:cNvSpPr>
            <a:spLocks noGrp="1"/>
          </p:cNvSpPr>
          <p:nvPr/>
        </p:nvSpPr>
        <p:spPr>
          <a:xfrm>
            <a:off x="1378360" y="5758553"/>
            <a:ext cx="28398" cy="28398"/>
          </a:xfrm>
          <a:prstGeom prst="ellipse">
            <a:avLst/>
          </a:prstGeom>
          <a:solidFill>
            <a:srgbClr val="5879BD">
              <a:alpha val="30000"/>
            </a:srgbClr>
          </a:solidFill>
          <a:ln w="0">
            <a:noFill/>
            <a:prstDash val="solid"/>
          </a:ln>
        </p:spPr>
      </p:sp>
      <p:sp>
        <p:nvSpPr>
          <p:cNvPr id="1039" name="02_predicted_pose_4338">
            <a:extLst>
              <a:ext uri="{FF2B5EF4-FFF2-40B4-BE49-F238E27FC236}">
                <a16:creationId xmlns:a16="http://schemas.microsoft.com/office/drawing/2014/main" id="{DCD8E705-C277-4F7C-9720-57CE0A811AFB}"/>
              </a:ext>
            </a:extLst>
          </p:cNvPr>
          <p:cNvSpPr>
            <a:spLocks noGrp="1"/>
          </p:cNvSpPr>
          <p:nvPr/>
        </p:nvSpPr>
        <p:spPr>
          <a:xfrm>
            <a:off x="1392142" y="5821833"/>
            <a:ext cx="28398" cy="28398"/>
          </a:xfrm>
          <a:prstGeom prst="ellipse">
            <a:avLst/>
          </a:prstGeom>
          <a:solidFill>
            <a:srgbClr val="5879BD">
              <a:alpha val="30000"/>
            </a:srgbClr>
          </a:solidFill>
          <a:ln w="0">
            <a:noFill/>
            <a:prstDash val="solid"/>
          </a:ln>
        </p:spPr>
      </p:sp>
      <p:sp>
        <p:nvSpPr>
          <p:cNvPr id="1040" name="02_predicted_pose_4339">
            <a:extLst>
              <a:ext uri="{FF2B5EF4-FFF2-40B4-BE49-F238E27FC236}">
                <a16:creationId xmlns:a16="http://schemas.microsoft.com/office/drawing/2014/main" id="{722FB887-161C-41A2-936C-A3BCF3673963}"/>
              </a:ext>
            </a:extLst>
          </p:cNvPr>
          <p:cNvSpPr>
            <a:spLocks noGrp="1"/>
          </p:cNvSpPr>
          <p:nvPr/>
        </p:nvSpPr>
        <p:spPr>
          <a:xfrm>
            <a:off x="1281547" y="5833835"/>
            <a:ext cx="28398" cy="28398"/>
          </a:xfrm>
          <a:prstGeom prst="ellipse">
            <a:avLst/>
          </a:prstGeom>
          <a:solidFill>
            <a:srgbClr val="5879BD">
              <a:alpha val="30000"/>
            </a:srgbClr>
          </a:solidFill>
          <a:ln w="0">
            <a:noFill/>
            <a:prstDash val="solid"/>
          </a:ln>
        </p:spPr>
      </p:sp>
      <p:sp>
        <p:nvSpPr>
          <p:cNvPr id="1041" name="02_predicted_pose_4340">
            <a:extLst>
              <a:ext uri="{FF2B5EF4-FFF2-40B4-BE49-F238E27FC236}">
                <a16:creationId xmlns:a16="http://schemas.microsoft.com/office/drawing/2014/main" id="{49592AA6-571D-4065-AD1C-75FC8BE0EB70}"/>
              </a:ext>
            </a:extLst>
          </p:cNvPr>
          <p:cNvSpPr>
            <a:spLocks noGrp="1"/>
          </p:cNvSpPr>
          <p:nvPr/>
        </p:nvSpPr>
        <p:spPr>
          <a:xfrm>
            <a:off x="1374570" y="5925143"/>
            <a:ext cx="28398" cy="28398"/>
          </a:xfrm>
          <a:prstGeom prst="ellipse">
            <a:avLst/>
          </a:prstGeom>
          <a:solidFill>
            <a:srgbClr val="5879BD">
              <a:alpha val="30000"/>
            </a:srgbClr>
          </a:solidFill>
          <a:ln w="0">
            <a:noFill/>
            <a:prstDash val="solid"/>
          </a:ln>
        </p:spPr>
      </p:sp>
      <p:sp>
        <p:nvSpPr>
          <p:cNvPr id="1042" name="02_predicted_pose_4341">
            <a:extLst>
              <a:ext uri="{FF2B5EF4-FFF2-40B4-BE49-F238E27FC236}">
                <a16:creationId xmlns:a16="http://schemas.microsoft.com/office/drawing/2014/main" id="{20C7D279-B548-4B63-A3CB-E891E7CA2AC5}"/>
              </a:ext>
            </a:extLst>
          </p:cNvPr>
          <p:cNvSpPr>
            <a:spLocks noGrp="1"/>
          </p:cNvSpPr>
          <p:nvPr/>
        </p:nvSpPr>
        <p:spPr>
          <a:xfrm>
            <a:off x="1467594" y="5828174"/>
            <a:ext cx="28398" cy="28398"/>
          </a:xfrm>
          <a:prstGeom prst="ellipse">
            <a:avLst/>
          </a:prstGeom>
          <a:solidFill>
            <a:srgbClr val="5879BD">
              <a:alpha val="30000"/>
            </a:srgbClr>
          </a:solidFill>
          <a:ln w="0">
            <a:noFill/>
            <a:prstDash val="solid"/>
          </a:ln>
        </p:spPr>
      </p:sp>
      <p:sp>
        <p:nvSpPr>
          <p:cNvPr id="1043" name="02_predicted_pose_4342">
            <a:extLst>
              <a:ext uri="{FF2B5EF4-FFF2-40B4-BE49-F238E27FC236}">
                <a16:creationId xmlns:a16="http://schemas.microsoft.com/office/drawing/2014/main" id="{355566CA-05B0-44A2-8586-88797CB9C685}"/>
              </a:ext>
            </a:extLst>
          </p:cNvPr>
          <p:cNvSpPr>
            <a:spLocks noGrp="1"/>
          </p:cNvSpPr>
          <p:nvPr/>
        </p:nvSpPr>
        <p:spPr>
          <a:xfrm>
            <a:off x="1217120" y="5837158"/>
            <a:ext cx="28398" cy="28398"/>
          </a:xfrm>
          <a:prstGeom prst="ellipse">
            <a:avLst/>
          </a:prstGeom>
          <a:solidFill>
            <a:srgbClr val="5879BD">
              <a:alpha val="30000"/>
            </a:srgbClr>
          </a:solidFill>
          <a:ln w="0">
            <a:noFill/>
            <a:prstDash val="solid"/>
          </a:ln>
        </p:spPr>
      </p:sp>
      <p:sp>
        <p:nvSpPr>
          <p:cNvPr id="1044" name="02_predicted_pose_4343">
            <a:extLst>
              <a:ext uri="{FF2B5EF4-FFF2-40B4-BE49-F238E27FC236}">
                <a16:creationId xmlns:a16="http://schemas.microsoft.com/office/drawing/2014/main" id="{1AD66A3D-1FEF-4522-B223-4169C4C54641}"/>
              </a:ext>
            </a:extLst>
          </p:cNvPr>
          <p:cNvSpPr>
            <a:spLocks noGrp="1"/>
          </p:cNvSpPr>
          <p:nvPr/>
        </p:nvSpPr>
        <p:spPr>
          <a:xfrm>
            <a:off x="1310143" y="5141864"/>
            <a:ext cx="28398" cy="28398"/>
          </a:xfrm>
          <a:prstGeom prst="ellipse">
            <a:avLst/>
          </a:prstGeom>
          <a:solidFill>
            <a:srgbClr val="5879BD">
              <a:alpha val="30000"/>
            </a:srgbClr>
          </a:solidFill>
          <a:ln w="0">
            <a:noFill/>
            <a:prstDash val="solid"/>
          </a:ln>
        </p:spPr>
      </p:sp>
      <p:sp>
        <p:nvSpPr>
          <p:cNvPr id="1045" name="02_predicted_pose_4344">
            <a:extLst>
              <a:ext uri="{FF2B5EF4-FFF2-40B4-BE49-F238E27FC236}">
                <a16:creationId xmlns:a16="http://schemas.microsoft.com/office/drawing/2014/main" id="{026DA7DA-4144-47A2-B37A-CABC3363C700}"/>
              </a:ext>
            </a:extLst>
          </p:cNvPr>
          <p:cNvSpPr>
            <a:spLocks noGrp="1"/>
          </p:cNvSpPr>
          <p:nvPr/>
        </p:nvSpPr>
        <p:spPr>
          <a:xfrm>
            <a:off x="1403167" y="5829899"/>
            <a:ext cx="28398" cy="28398"/>
          </a:xfrm>
          <a:prstGeom prst="ellipse">
            <a:avLst/>
          </a:prstGeom>
          <a:solidFill>
            <a:srgbClr val="5879BD">
              <a:alpha val="30000"/>
            </a:srgbClr>
          </a:solidFill>
          <a:ln w="0">
            <a:noFill/>
            <a:prstDash val="solid"/>
          </a:ln>
        </p:spPr>
      </p:sp>
      <p:sp>
        <p:nvSpPr>
          <p:cNvPr id="1046" name="02_predicted_pose_4345">
            <a:extLst>
              <a:ext uri="{FF2B5EF4-FFF2-40B4-BE49-F238E27FC236}">
                <a16:creationId xmlns:a16="http://schemas.microsoft.com/office/drawing/2014/main" id="{16CC652F-2444-4E0C-BE62-B53B88ABDE8B}"/>
              </a:ext>
            </a:extLst>
          </p:cNvPr>
          <p:cNvSpPr>
            <a:spLocks noGrp="1"/>
          </p:cNvSpPr>
          <p:nvPr/>
        </p:nvSpPr>
        <p:spPr>
          <a:xfrm>
            <a:off x="1496190" y="5705533"/>
            <a:ext cx="28398" cy="28398"/>
          </a:xfrm>
          <a:prstGeom prst="ellipse">
            <a:avLst/>
          </a:prstGeom>
          <a:solidFill>
            <a:srgbClr val="5879BD">
              <a:alpha val="30000"/>
            </a:srgbClr>
          </a:solidFill>
          <a:ln w="0">
            <a:noFill/>
            <a:prstDash val="solid"/>
          </a:ln>
        </p:spPr>
      </p:sp>
      <p:sp>
        <p:nvSpPr>
          <p:cNvPr id="1047" name="02_predicted_pose_4346">
            <a:extLst>
              <a:ext uri="{FF2B5EF4-FFF2-40B4-BE49-F238E27FC236}">
                <a16:creationId xmlns:a16="http://schemas.microsoft.com/office/drawing/2014/main" id="{B76E28B4-466C-4E2E-8186-6B5EECE40A25}"/>
              </a:ext>
            </a:extLst>
          </p:cNvPr>
          <p:cNvSpPr>
            <a:spLocks noGrp="1"/>
          </p:cNvSpPr>
          <p:nvPr/>
        </p:nvSpPr>
        <p:spPr>
          <a:xfrm>
            <a:off x="1245716" y="5837095"/>
            <a:ext cx="28398" cy="28398"/>
          </a:xfrm>
          <a:prstGeom prst="ellipse">
            <a:avLst/>
          </a:prstGeom>
          <a:solidFill>
            <a:srgbClr val="5879BD">
              <a:alpha val="30000"/>
            </a:srgbClr>
          </a:solidFill>
          <a:ln w="0">
            <a:noFill/>
            <a:prstDash val="solid"/>
          </a:ln>
        </p:spPr>
      </p:sp>
      <p:sp>
        <p:nvSpPr>
          <p:cNvPr id="1048" name="02_predicted_pose_4347">
            <a:extLst>
              <a:ext uri="{FF2B5EF4-FFF2-40B4-BE49-F238E27FC236}">
                <a16:creationId xmlns:a16="http://schemas.microsoft.com/office/drawing/2014/main" id="{F6175A72-B92A-435F-9F21-B8D65EBD77CA}"/>
              </a:ext>
            </a:extLst>
          </p:cNvPr>
          <p:cNvSpPr>
            <a:spLocks noGrp="1"/>
          </p:cNvSpPr>
          <p:nvPr/>
        </p:nvSpPr>
        <p:spPr>
          <a:xfrm>
            <a:off x="1338739" y="5874851"/>
            <a:ext cx="28398" cy="28398"/>
          </a:xfrm>
          <a:prstGeom prst="ellipse">
            <a:avLst/>
          </a:prstGeom>
          <a:solidFill>
            <a:srgbClr val="5879BD">
              <a:alpha val="30000"/>
            </a:srgbClr>
          </a:solidFill>
          <a:ln w="0">
            <a:noFill/>
            <a:prstDash val="solid"/>
          </a:ln>
        </p:spPr>
      </p:sp>
      <p:sp>
        <p:nvSpPr>
          <p:cNvPr id="1049" name="02_predicted_pose_4348">
            <a:extLst>
              <a:ext uri="{FF2B5EF4-FFF2-40B4-BE49-F238E27FC236}">
                <a16:creationId xmlns:a16="http://schemas.microsoft.com/office/drawing/2014/main" id="{8A4A4331-3824-4787-B86E-326F8DEAC8E0}"/>
              </a:ext>
            </a:extLst>
          </p:cNvPr>
          <p:cNvSpPr>
            <a:spLocks noGrp="1"/>
          </p:cNvSpPr>
          <p:nvPr/>
        </p:nvSpPr>
        <p:spPr>
          <a:xfrm>
            <a:off x="1431763" y="5797745"/>
            <a:ext cx="28398" cy="28398"/>
          </a:xfrm>
          <a:prstGeom prst="ellipse">
            <a:avLst/>
          </a:prstGeom>
          <a:solidFill>
            <a:srgbClr val="5879BD">
              <a:alpha val="30000"/>
            </a:srgbClr>
          </a:solidFill>
          <a:ln w="0">
            <a:noFill/>
            <a:prstDash val="solid"/>
          </a:ln>
        </p:spPr>
      </p:sp>
      <p:sp>
        <p:nvSpPr>
          <p:cNvPr id="1050" name="02_predicted_pose_4349">
            <a:extLst>
              <a:ext uri="{FF2B5EF4-FFF2-40B4-BE49-F238E27FC236}">
                <a16:creationId xmlns:a16="http://schemas.microsoft.com/office/drawing/2014/main" id="{749B7722-C443-4BC0-A2D9-9200A85F7FCB}"/>
              </a:ext>
            </a:extLst>
          </p:cNvPr>
          <p:cNvSpPr>
            <a:spLocks noGrp="1"/>
          </p:cNvSpPr>
          <p:nvPr/>
        </p:nvSpPr>
        <p:spPr>
          <a:xfrm>
            <a:off x="1295328" y="5810050"/>
            <a:ext cx="28398" cy="28398"/>
          </a:xfrm>
          <a:prstGeom prst="ellipse">
            <a:avLst/>
          </a:prstGeom>
          <a:solidFill>
            <a:srgbClr val="5879BD">
              <a:alpha val="30000"/>
            </a:srgbClr>
          </a:solidFill>
          <a:ln w="0">
            <a:noFill/>
            <a:prstDash val="solid"/>
          </a:ln>
        </p:spPr>
      </p:sp>
      <p:sp>
        <p:nvSpPr>
          <p:cNvPr id="1051" name="02_predicted_pose_4350">
            <a:extLst>
              <a:ext uri="{FF2B5EF4-FFF2-40B4-BE49-F238E27FC236}">
                <a16:creationId xmlns:a16="http://schemas.microsoft.com/office/drawing/2014/main" id="{77336DC9-BE49-480C-B99C-E6DBDF5BDBAB}"/>
              </a:ext>
            </a:extLst>
          </p:cNvPr>
          <p:cNvSpPr>
            <a:spLocks noGrp="1"/>
          </p:cNvSpPr>
          <p:nvPr/>
        </p:nvSpPr>
        <p:spPr>
          <a:xfrm>
            <a:off x="1388352" y="5866834"/>
            <a:ext cx="28398" cy="28398"/>
          </a:xfrm>
          <a:prstGeom prst="ellipse">
            <a:avLst/>
          </a:prstGeom>
          <a:solidFill>
            <a:srgbClr val="5879BD">
              <a:alpha val="30000"/>
            </a:srgbClr>
          </a:solidFill>
          <a:ln w="0">
            <a:noFill/>
            <a:prstDash val="solid"/>
          </a:ln>
        </p:spPr>
      </p:sp>
      <p:sp>
        <p:nvSpPr>
          <p:cNvPr id="1052" name="02_predicted_pose_4351">
            <a:extLst>
              <a:ext uri="{FF2B5EF4-FFF2-40B4-BE49-F238E27FC236}">
                <a16:creationId xmlns:a16="http://schemas.microsoft.com/office/drawing/2014/main" id="{F0AD83E0-50A9-48F3-B4E9-0675F7137CD1}"/>
              </a:ext>
            </a:extLst>
          </p:cNvPr>
          <p:cNvSpPr>
            <a:spLocks noGrp="1"/>
          </p:cNvSpPr>
          <p:nvPr/>
        </p:nvSpPr>
        <p:spPr>
          <a:xfrm>
            <a:off x="1481375" y="5889421"/>
            <a:ext cx="28398" cy="28398"/>
          </a:xfrm>
          <a:prstGeom prst="ellipse">
            <a:avLst/>
          </a:prstGeom>
          <a:solidFill>
            <a:srgbClr val="5879BD">
              <a:alpha val="30000"/>
            </a:srgbClr>
          </a:solidFill>
          <a:ln w="0">
            <a:noFill/>
            <a:prstDash val="solid"/>
          </a:ln>
        </p:spPr>
      </p:sp>
      <p:sp>
        <p:nvSpPr>
          <p:cNvPr id="1053" name="02_predicted_pose_4352">
            <a:extLst>
              <a:ext uri="{FF2B5EF4-FFF2-40B4-BE49-F238E27FC236}">
                <a16:creationId xmlns:a16="http://schemas.microsoft.com/office/drawing/2014/main" id="{52DBAA6E-71AB-4AEF-AA73-D81BEA195447}"/>
              </a:ext>
            </a:extLst>
          </p:cNvPr>
          <p:cNvSpPr>
            <a:spLocks noGrp="1"/>
          </p:cNvSpPr>
          <p:nvPr/>
        </p:nvSpPr>
        <p:spPr>
          <a:xfrm>
            <a:off x="1230901" y="5690919"/>
            <a:ext cx="28398" cy="28398"/>
          </a:xfrm>
          <a:prstGeom prst="ellipse">
            <a:avLst/>
          </a:prstGeom>
          <a:solidFill>
            <a:srgbClr val="5879BD">
              <a:alpha val="30000"/>
            </a:srgbClr>
          </a:solidFill>
          <a:ln w="0">
            <a:noFill/>
            <a:prstDash val="solid"/>
          </a:ln>
        </p:spPr>
      </p:sp>
      <p:sp>
        <p:nvSpPr>
          <p:cNvPr id="1054" name="02_predicted_pose_4353">
            <a:extLst>
              <a:ext uri="{FF2B5EF4-FFF2-40B4-BE49-F238E27FC236}">
                <a16:creationId xmlns:a16="http://schemas.microsoft.com/office/drawing/2014/main" id="{D7FAAE00-BF9E-45B3-8FEB-668F63F9ECB6}"/>
              </a:ext>
            </a:extLst>
          </p:cNvPr>
          <p:cNvSpPr>
            <a:spLocks noGrp="1"/>
          </p:cNvSpPr>
          <p:nvPr/>
        </p:nvSpPr>
        <p:spPr>
          <a:xfrm>
            <a:off x="1323924" y="5832348"/>
            <a:ext cx="28398" cy="28398"/>
          </a:xfrm>
          <a:prstGeom prst="ellipse">
            <a:avLst/>
          </a:prstGeom>
          <a:solidFill>
            <a:srgbClr val="5879BD">
              <a:alpha val="30000"/>
            </a:srgbClr>
          </a:solidFill>
          <a:ln w="0">
            <a:noFill/>
            <a:prstDash val="solid"/>
          </a:ln>
        </p:spPr>
      </p:sp>
      <p:sp>
        <p:nvSpPr>
          <p:cNvPr id="1055" name="02_predicted_pose_4354">
            <a:extLst>
              <a:ext uri="{FF2B5EF4-FFF2-40B4-BE49-F238E27FC236}">
                <a16:creationId xmlns:a16="http://schemas.microsoft.com/office/drawing/2014/main" id="{207E75ED-6B38-47EB-B2ED-75280DADFEA8}"/>
              </a:ext>
            </a:extLst>
          </p:cNvPr>
          <p:cNvSpPr>
            <a:spLocks noGrp="1"/>
          </p:cNvSpPr>
          <p:nvPr/>
        </p:nvSpPr>
        <p:spPr>
          <a:xfrm>
            <a:off x="1416948" y="5814453"/>
            <a:ext cx="28398" cy="28398"/>
          </a:xfrm>
          <a:prstGeom prst="ellipse">
            <a:avLst/>
          </a:prstGeom>
          <a:solidFill>
            <a:srgbClr val="5879BD">
              <a:alpha val="30000"/>
            </a:srgbClr>
          </a:solidFill>
          <a:ln w="0">
            <a:noFill/>
            <a:prstDash val="solid"/>
          </a:ln>
        </p:spPr>
      </p:sp>
      <p:sp>
        <p:nvSpPr>
          <p:cNvPr id="1056" name="02_predicted_pose_4355">
            <a:extLst>
              <a:ext uri="{FF2B5EF4-FFF2-40B4-BE49-F238E27FC236}">
                <a16:creationId xmlns:a16="http://schemas.microsoft.com/office/drawing/2014/main" id="{FAB148A5-3790-4F89-8F6E-78FD4F256574}"/>
              </a:ext>
            </a:extLst>
          </p:cNvPr>
          <p:cNvSpPr>
            <a:spLocks noGrp="1"/>
          </p:cNvSpPr>
          <p:nvPr/>
        </p:nvSpPr>
        <p:spPr>
          <a:xfrm>
            <a:off x="1166474" y="5911756"/>
            <a:ext cx="28398" cy="28398"/>
          </a:xfrm>
          <a:prstGeom prst="ellipse">
            <a:avLst/>
          </a:prstGeom>
          <a:solidFill>
            <a:srgbClr val="5879BD">
              <a:alpha val="30000"/>
            </a:srgbClr>
          </a:solidFill>
          <a:ln w="0">
            <a:noFill/>
            <a:prstDash val="solid"/>
          </a:ln>
        </p:spPr>
      </p:sp>
      <p:sp>
        <p:nvSpPr>
          <p:cNvPr id="1057" name="02_predicted_pose_4356">
            <a:extLst>
              <a:ext uri="{FF2B5EF4-FFF2-40B4-BE49-F238E27FC236}">
                <a16:creationId xmlns:a16="http://schemas.microsoft.com/office/drawing/2014/main" id="{63FC798F-540E-4234-B110-C407D6BF25AF}"/>
              </a:ext>
            </a:extLst>
          </p:cNvPr>
          <p:cNvSpPr>
            <a:spLocks noGrp="1"/>
          </p:cNvSpPr>
          <p:nvPr/>
        </p:nvSpPr>
        <p:spPr>
          <a:xfrm>
            <a:off x="1259497" y="5709340"/>
            <a:ext cx="28398" cy="28398"/>
          </a:xfrm>
          <a:prstGeom prst="ellipse">
            <a:avLst/>
          </a:prstGeom>
          <a:solidFill>
            <a:srgbClr val="5879BD">
              <a:alpha val="30000"/>
            </a:srgbClr>
          </a:solidFill>
          <a:ln w="0">
            <a:noFill/>
            <a:prstDash val="solid"/>
          </a:ln>
        </p:spPr>
      </p:sp>
      <p:sp>
        <p:nvSpPr>
          <p:cNvPr id="1058" name="02_predicted_pose_4357">
            <a:extLst>
              <a:ext uri="{FF2B5EF4-FFF2-40B4-BE49-F238E27FC236}">
                <a16:creationId xmlns:a16="http://schemas.microsoft.com/office/drawing/2014/main" id="{5AE3457F-D3DD-49E4-85BA-DA7E6C1C8DDD}"/>
              </a:ext>
            </a:extLst>
          </p:cNvPr>
          <p:cNvSpPr>
            <a:spLocks noGrp="1"/>
          </p:cNvSpPr>
          <p:nvPr/>
        </p:nvSpPr>
        <p:spPr>
          <a:xfrm>
            <a:off x="1352520" y="5818352"/>
            <a:ext cx="28398" cy="28398"/>
          </a:xfrm>
          <a:prstGeom prst="ellipse">
            <a:avLst/>
          </a:prstGeom>
          <a:solidFill>
            <a:srgbClr val="5879BD">
              <a:alpha val="30000"/>
            </a:srgbClr>
          </a:solidFill>
          <a:ln w="0">
            <a:noFill/>
            <a:prstDash val="solid"/>
          </a:ln>
        </p:spPr>
      </p:sp>
      <p:sp>
        <p:nvSpPr>
          <p:cNvPr id="1059" name="02_predicted_pose_4358">
            <a:extLst>
              <a:ext uri="{FF2B5EF4-FFF2-40B4-BE49-F238E27FC236}">
                <a16:creationId xmlns:a16="http://schemas.microsoft.com/office/drawing/2014/main" id="{808C8BBB-3CB9-492F-8F94-8AF5801DEEA7}"/>
              </a:ext>
            </a:extLst>
          </p:cNvPr>
          <p:cNvSpPr>
            <a:spLocks noGrp="1"/>
          </p:cNvSpPr>
          <p:nvPr/>
        </p:nvSpPr>
        <p:spPr>
          <a:xfrm>
            <a:off x="1445544" y="5731210"/>
            <a:ext cx="28398" cy="28398"/>
          </a:xfrm>
          <a:prstGeom prst="ellipse">
            <a:avLst/>
          </a:prstGeom>
          <a:solidFill>
            <a:srgbClr val="5879BD">
              <a:alpha val="30000"/>
            </a:srgbClr>
          </a:solidFill>
          <a:ln w="0">
            <a:noFill/>
            <a:prstDash val="solid"/>
          </a:ln>
        </p:spPr>
      </p:sp>
      <p:sp>
        <p:nvSpPr>
          <p:cNvPr id="1060" name="02_predicted_pose_4359">
            <a:extLst>
              <a:ext uri="{FF2B5EF4-FFF2-40B4-BE49-F238E27FC236}">
                <a16:creationId xmlns:a16="http://schemas.microsoft.com/office/drawing/2014/main" id="{D73C6855-D26D-4C6F-8CA8-8CBD9D7D1F21}"/>
              </a:ext>
            </a:extLst>
          </p:cNvPr>
          <p:cNvSpPr>
            <a:spLocks noGrp="1"/>
          </p:cNvSpPr>
          <p:nvPr/>
        </p:nvSpPr>
        <p:spPr>
          <a:xfrm>
            <a:off x="1309110" y="5694411"/>
            <a:ext cx="28398" cy="28398"/>
          </a:xfrm>
          <a:prstGeom prst="ellipse">
            <a:avLst/>
          </a:prstGeom>
          <a:solidFill>
            <a:srgbClr val="5879BD">
              <a:alpha val="30000"/>
            </a:srgbClr>
          </a:solidFill>
          <a:ln w="0">
            <a:noFill/>
            <a:prstDash val="solid"/>
          </a:ln>
        </p:spPr>
      </p:sp>
      <p:sp>
        <p:nvSpPr>
          <p:cNvPr id="1061" name="02_predicted_pose_4360">
            <a:extLst>
              <a:ext uri="{FF2B5EF4-FFF2-40B4-BE49-F238E27FC236}">
                <a16:creationId xmlns:a16="http://schemas.microsoft.com/office/drawing/2014/main" id="{8CCEAB96-74D1-4BDA-9207-D306C091DDC3}"/>
              </a:ext>
            </a:extLst>
          </p:cNvPr>
          <p:cNvSpPr>
            <a:spLocks noGrp="1"/>
          </p:cNvSpPr>
          <p:nvPr/>
        </p:nvSpPr>
        <p:spPr>
          <a:xfrm>
            <a:off x="1402133" y="5166491"/>
            <a:ext cx="28398" cy="28398"/>
          </a:xfrm>
          <a:prstGeom prst="ellipse">
            <a:avLst/>
          </a:prstGeom>
          <a:solidFill>
            <a:srgbClr val="5879BD">
              <a:alpha val="30000"/>
            </a:srgbClr>
          </a:solidFill>
          <a:ln w="0">
            <a:noFill/>
            <a:prstDash val="solid"/>
          </a:ln>
        </p:spPr>
      </p:sp>
      <p:sp>
        <p:nvSpPr>
          <p:cNvPr id="1062" name="02_predicted_pose_4361">
            <a:extLst>
              <a:ext uri="{FF2B5EF4-FFF2-40B4-BE49-F238E27FC236}">
                <a16:creationId xmlns:a16="http://schemas.microsoft.com/office/drawing/2014/main" id="{C7BAA86B-D9FD-481D-8372-C44A7466D4A8}"/>
              </a:ext>
            </a:extLst>
          </p:cNvPr>
          <p:cNvSpPr>
            <a:spLocks noGrp="1"/>
          </p:cNvSpPr>
          <p:nvPr/>
        </p:nvSpPr>
        <p:spPr>
          <a:xfrm>
            <a:off x="1495156" y="5867465"/>
            <a:ext cx="28398" cy="28398"/>
          </a:xfrm>
          <a:prstGeom prst="ellipse">
            <a:avLst/>
          </a:prstGeom>
          <a:solidFill>
            <a:srgbClr val="5879BD">
              <a:alpha val="30000"/>
            </a:srgbClr>
          </a:solidFill>
          <a:ln w="0">
            <a:noFill/>
            <a:prstDash val="solid"/>
          </a:ln>
        </p:spPr>
      </p:sp>
      <p:sp>
        <p:nvSpPr>
          <p:cNvPr id="1063" name="02_predicted_pose_4362">
            <a:extLst>
              <a:ext uri="{FF2B5EF4-FFF2-40B4-BE49-F238E27FC236}">
                <a16:creationId xmlns:a16="http://schemas.microsoft.com/office/drawing/2014/main" id="{6A17D345-C5C1-492B-98A0-CD04877C7124}"/>
              </a:ext>
            </a:extLst>
          </p:cNvPr>
          <p:cNvSpPr>
            <a:spLocks noGrp="1"/>
          </p:cNvSpPr>
          <p:nvPr/>
        </p:nvSpPr>
        <p:spPr>
          <a:xfrm>
            <a:off x="1244682" y="5880773"/>
            <a:ext cx="28398" cy="28398"/>
          </a:xfrm>
          <a:prstGeom prst="ellipse">
            <a:avLst/>
          </a:prstGeom>
          <a:solidFill>
            <a:srgbClr val="5879BD">
              <a:alpha val="30000"/>
            </a:srgbClr>
          </a:solidFill>
          <a:ln w="0">
            <a:noFill/>
            <a:prstDash val="solid"/>
          </a:ln>
        </p:spPr>
      </p:sp>
      <p:sp>
        <p:nvSpPr>
          <p:cNvPr id="1064" name="02_predicted_pose_4363">
            <a:extLst>
              <a:ext uri="{FF2B5EF4-FFF2-40B4-BE49-F238E27FC236}">
                <a16:creationId xmlns:a16="http://schemas.microsoft.com/office/drawing/2014/main" id="{B534FEBC-8AD0-4B2D-BF5E-305116182939}"/>
              </a:ext>
            </a:extLst>
          </p:cNvPr>
          <p:cNvSpPr>
            <a:spLocks noGrp="1"/>
          </p:cNvSpPr>
          <p:nvPr/>
        </p:nvSpPr>
        <p:spPr>
          <a:xfrm>
            <a:off x="1337706" y="5770644"/>
            <a:ext cx="28398" cy="28398"/>
          </a:xfrm>
          <a:prstGeom prst="ellipse">
            <a:avLst/>
          </a:prstGeom>
          <a:solidFill>
            <a:srgbClr val="5879BD">
              <a:alpha val="30000"/>
            </a:srgbClr>
          </a:solidFill>
          <a:ln w="0">
            <a:noFill/>
            <a:prstDash val="solid"/>
          </a:ln>
        </p:spPr>
      </p:sp>
      <p:sp>
        <p:nvSpPr>
          <p:cNvPr id="1065" name="02_predicted_pose_4364">
            <a:extLst>
              <a:ext uri="{FF2B5EF4-FFF2-40B4-BE49-F238E27FC236}">
                <a16:creationId xmlns:a16="http://schemas.microsoft.com/office/drawing/2014/main" id="{6C614BAB-A626-46B2-A984-95BD01302E44}"/>
              </a:ext>
            </a:extLst>
          </p:cNvPr>
          <p:cNvSpPr>
            <a:spLocks noGrp="1"/>
          </p:cNvSpPr>
          <p:nvPr/>
        </p:nvSpPr>
        <p:spPr>
          <a:xfrm>
            <a:off x="1430729" y="5722136"/>
            <a:ext cx="28398" cy="28398"/>
          </a:xfrm>
          <a:prstGeom prst="ellipse">
            <a:avLst/>
          </a:prstGeom>
          <a:solidFill>
            <a:srgbClr val="5879BD">
              <a:alpha val="30000"/>
            </a:srgbClr>
          </a:solidFill>
          <a:ln w="0">
            <a:noFill/>
            <a:prstDash val="solid"/>
          </a:ln>
        </p:spPr>
      </p:sp>
      <p:sp>
        <p:nvSpPr>
          <p:cNvPr id="1066" name="02_predicted_pose_4365">
            <a:extLst>
              <a:ext uri="{FF2B5EF4-FFF2-40B4-BE49-F238E27FC236}">
                <a16:creationId xmlns:a16="http://schemas.microsoft.com/office/drawing/2014/main" id="{A2BEBE55-E83F-4C4C-A108-6A40112C1326}"/>
              </a:ext>
            </a:extLst>
          </p:cNvPr>
          <p:cNvSpPr>
            <a:spLocks noGrp="1"/>
          </p:cNvSpPr>
          <p:nvPr/>
        </p:nvSpPr>
        <p:spPr>
          <a:xfrm>
            <a:off x="1180255" y="5825366"/>
            <a:ext cx="28398" cy="28398"/>
          </a:xfrm>
          <a:prstGeom prst="ellipse">
            <a:avLst/>
          </a:prstGeom>
          <a:solidFill>
            <a:srgbClr val="5879BD">
              <a:alpha val="30000"/>
            </a:srgbClr>
          </a:solidFill>
          <a:ln w="0">
            <a:noFill/>
            <a:prstDash val="solid"/>
          </a:ln>
        </p:spPr>
      </p:sp>
      <p:sp>
        <p:nvSpPr>
          <p:cNvPr id="1067" name="02_predicted_pose_4366">
            <a:extLst>
              <a:ext uri="{FF2B5EF4-FFF2-40B4-BE49-F238E27FC236}">
                <a16:creationId xmlns:a16="http://schemas.microsoft.com/office/drawing/2014/main" id="{49066784-F7AA-42FE-9011-31DE179D4122}"/>
              </a:ext>
            </a:extLst>
          </p:cNvPr>
          <p:cNvSpPr>
            <a:spLocks noGrp="1"/>
          </p:cNvSpPr>
          <p:nvPr/>
        </p:nvSpPr>
        <p:spPr>
          <a:xfrm>
            <a:off x="1273278" y="5679160"/>
            <a:ext cx="28398" cy="28398"/>
          </a:xfrm>
          <a:prstGeom prst="ellipse">
            <a:avLst/>
          </a:prstGeom>
          <a:solidFill>
            <a:srgbClr val="5879BD">
              <a:alpha val="30000"/>
            </a:srgbClr>
          </a:solidFill>
          <a:ln w="0">
            <a:noFill/>
            <a:prstDash val="solid"/>
          </a:ln>
        </p:spPr>
      </p:sp>
      <p:sp>
        <p:nvSpPr>
          <p:cNvPr id="1068" name="02_predicted_pose_4367">
            <a:extLst>
              <a:ext uri="{FF2B5EF4-FFF2-40B4-BE49-F238E27FC236}">
                <a16:creationId xmlns:a16="http://schemas.microsoft.com/office/drawing/2014/main" id="{16D03BED-E80E-4F9E-A2CA-270347E99F1A}"/>
              </a:ext>
            </a:extLst>
          </p:cNvPr>
          <p:cNvSpPr>
            <a:spLocks noGrp="1"/>
          </p:cNvSpPr>
          <p:nvPr/>
        </p:nvSpPr>
        <p:spPr>
          <a:xfrm>
            <a:off x="1366302" y="5867962"/>
            <a:ext cx="28398" cy="28398"/>
          </a:xfrm>
          <a:prstGeom prst="ellipse">
            <a:avLst/>
          </a:prstGeom>
          <a:solidFill>
            <a:srgbClr val="5879BD">
              <a:alpha val="30000"/>
            </a:srgbClr>
          </a:solidFill>
          <a:ln w="0">
            <a:noFill/>
            <a:prstDash val="solid"/>
          </a:ln>
        </p:spPr>
      </p:sp>
      <p:sp>
        <p:nvSpPr>
          <p:cNvPr id="1069" name="02_predicted_pose_4368">
            <a:extLst>
              <a:ext uri="{FF2B5EF4-FFF2-40B4-BE49-F238E27FC236}">
                <a16:creationId xmlns:a16="http://schemas.microsoft.com/office/drawing/2014/main" id="{9903F93E-5CB5-443E-8859-5BE6BBE1558E}"/>
              </a:ext>
            </a:extLst>
          </p:cNvPr>
          <p:cNvSpPr>
            <a:spLocks noGrp="1"/>
          </p:cNvSpPr>
          <p:nvPr/>
        </p:nvSpPr>
        <p:spPr>
          <a:xfrm>
            <a:off x="1459325" y="5822931"/>
            <a:ext cx="28398" cy="28398"/>
          </a:xfrm>
          <a:prstGeom prst="ellipse">
            <a:avLst/>
          </a:prstGeom>
          <a:solidFill>
            <a:srgbClr val="5879BD">
              <a:alpha val="30000"/>
            </a:srgbClr>
          </a:solidFill>
          <a:ln w="0">
            <a:noFill/>
            <a:prstDash val="solid"/>
          </a:ln>
        </p:spPr>
      </p:sp>
      <p:sp>
        <p:nvSpPr>
          <p:cNvPr id="1070" name="02_predicted_pose_4369">
            <a:extLst>
              <a:ext uri="{FF2B5EF4-FFF2-40B4-BE49-F238E27FC236}">
                <a16:creationId xmlns:a16="http://schemas.microsoft.com/office/drawing/2014/main" id="{1B632895-A24C-4DD4-9B69-5F7D74C46854}"/>
              </a:ext>
            </a:extLst>
          </p:cNvPr>
          <p:cNvSpPr>
            <a:spLocks noGrp="1"/>
          </p:cNvSpPr>
          <p:nvPr/>
        </p:nvSpPr>
        <p:spPr>
          <a:xfrm>
            <a:off x="1322891" y="5818638"/>
            <a:ext cx="28398" cy="28398"/>
          </a:xfrm>
          <a:prstGeom prst="ellipse">
            <a:avLst/>
          </a:prstGeom>
          <a:solidFill>
            <a:srgbClr val="5879BD">
              <a:alpha val="30000"/>
            </a:srgbClr>
          </a:solidFill>
          <a:ln w="0">
            <a:noFill/>
            <a:prstDash val="solid"/>
          </a:ln>
        </p:spPr>
      </p:sp>
      <p:sp>
        <p:nvSpPr>
          <p:cNvPr id="1071" name="02_predicted_pose_4370">
            <a:extLst>
              <a:ext uri="{FF2B5EF4-FFF2-40B4-BE49-F238E27FC236}">
                <a16:creationId xmlns:a16="http://schemas.microsoft.com/office/drawing/2014/main" id="{2710C53F-7D62-46C5-8867-DA7B3D203E11}"/>
              </a:ext>
            </a:extLst>
          </p:cNvPr>
          <p:cNvSpPr>
            <a:spLocks noGrp="1"/>
          </p:cNvSpPr>
          <p:nvPr/>
        </p:nvSpPr>
        <p:spPr>
          <a:xfrm>
            <a:off x="1415914" y="5894024"/>
            <a:ext cx="28398" cy="28398"/>
          </a:xfrm>
          <a:prstGeom prst="ellipse">
            <a:avLst/>
          </a:prstGeom>
          <a:solidFill>
            <a:srgbClr val="5879BD">
              <a:alpha val="30000"/>
            </a:srgbClr>
          </a:solidFill>
          <a:ln w="0">
            <a:noFill/>
            <a:prstDash val="solid"/>
          </a:ln>
        </p:spPr>
      </p:sp>
      <p:sp>
        <p:nvSpPr>
          <p:cNvPr id="1072" name="02_predicted_pose_4371">
            <a:extLst>
              <a:ext uri="{FF2B5EF4-FFF2-40B4-BE49-F238E27FC236}">
                <a16:creationId xmlns:a16="http://schemas.microsoft.com/office/drawing/2014/main" id="{4A1E6DE4-11B9-470B-826A-0B8D334AFBD8}"/>
              </a:ext>
            </a:extLst>
          </p:cNvPr>
          <p:cNvSpPr>
            <a:spLocks noGrp="1"/>
          </p:cNvSpPr>
          <p:nvPr/>
        </p:nvSpPr>
        <p:spPr>
          <a:xfrm>
            <a:off x="1165440" y="5716520"/>
            <a:ext cx="28398" cy="28398"/>
          </a:xfrm>
          <a:prstGeom prst="ellipse">
            <a:avLst/>
          </a:prstGeom>
          <a:solidFill>
            <a:srgbClr val="5879BD">
              <a:alpha val="30000"/>
            </a:srgbClr>
          </a:solidFill>
          <a:ln w="0">
            <a:noFill/>
            <a:prstDash val="solid"/>
          </a:ln>
        </p:spPr>
      </p:sp>
      <p:sp>
        <p:nvSpPr>
          <p:cNvPr id="1073" name="02_predicted_pose_4372">
            <a:extLst>
              <a:ext uri="{FF2B5EF4-FFF2-40B4-BE49-F238E27FC236}">
                <a16:creationId xmlns:a16="http://schemas.microsoft.com/office/drawing/2014/main" id="{9324BC88-8064-44F7-8455-9ED06F88A54E}"/>
              </a:ext>
            </a:extLst>
          </p:cNvPr>
          <p:cNvSpPr>
            <a:spLocks noGrp="1"/>
          </p:cNvSpPr>
          <p:nvPr/>
        </p:nvSpPr>
        <p:spPr>
          <a:xfrm>
            <a:off x="1258464" y="5917802"/>
            <a:ext cx="28398" cy="28398"/>
          </a:xfrm>
          <a:prstGeom prst="ellipse">
            <a:avLst/>
          </a:prstGeom>
          <a:solidFill>
            <a:srgbClr val="5879BD">
              <a:alpha val="30000"/>
            </a:srgbClr>
          </a:solidFill>
          <a:ln w="0">
            <a:noFill/>
            <a:prstDash val="solid"/>
          </a:ln>
        </p:spPr>
      </p:sp>
      <p:sp>
        <p:nvSpPr>
          <p:cNvPr id="1074" name="02_predicted_pose_4373">
            <a:extLst>
              <a:ext uri="{FF2B5EF4-FFF2-40B4-BE49-F238E27FC236}">
                <a16:creationId xmlns:a16="http://schemas.microsoft.com/office/drawing/2014/main" id="{C86E433C-E636-47EE-996F-1334282ADCDB}"/>
              </a:ext>
            </a:extLst>
          </p:cNvPr>
          <p:cNvSpPr>
            <a:spLocks noGrp="1"/>
          </p:cNvSpPr>
          <p:nvPr/>
        </p:nvSpPr>
        <p:spPr>
          <a:xfrm>
            <a:off x="1351487" y="5796608"/>
            <a:ext cx="28398" cy="28398"/>
          </a:xfrm>
          <a:prstGeom prst="ellipse">
            <a:avLst/>
          </a:prstGeom>
          <a:solidFill>
            <a:srgbClr val="5879BD">
              <a:alpha val="30000"/>
            </a:srgbClr>
          </a:solidFill>
          <a:ln w="0">
            <a:noFill/>
            <a:prstDash val="solid"/>
          </a:ln>
        </p:spPr>
      </p:sp>
      <p:sp>
        <p:nvSpPr>
          <p:cNvPr id="1075" name="02_predicted_pose_4374">
            <a:extLst>
              <a:ext uri="{FF2B5EF4-FFF2-40B4-BE49-F238E27FC236}">
                <a16:creationId xmlns:a16="http://schemas.microsoft.com/office/drawing/2014/main" id="{188A23D9-21E9-4149-A61A-AA5BC596A129}"/>
              </a:ext>
            </a:extLst>
          </p:cNvPr>
          <p:cNvSpPr>
            <a:spLocks noGrp="1"/>
          </p:cNvSpPr>
          <p:nvPr/>
        </p:nvSpPr>
        <p:spPr>
          <a:xfrm>
            <a:off x="1444510" y="5662498"/>
            <a:ext cx="28398" cy="28398"/>
          </a:xfrm>
          <a:prstGeom prst="ellipse">
            <a:avLst/>
          </a:prstGeom>
          <a:solidFill>
            <a:srgbClr val="5879BD">
              <a:alpha val="30000"/>
            </a:srgbClr>
          </a:solidFill>
          <a:ln w="0">
            <a:noFill/>
            <a:prstDash val="solid"/>
          </a:ln>
        </p:spPr>
      </p:sp>
      <p:sp>
        <p:nvSpPr>
          <p:cNvPr id="1076" name="02_predicted_pose_4375">
            <a:extLst>
              <a:ext uri="{FF2B5EF4-FFF2-40B4-BE49-F238E27FC236}">
                <a16:creationId xmlns:a16="http://schemas.microsoft.com/office/drawing/2014/main" id="{00EA1530-6F5A-4763-B3AA-197A5BC842C7}"/>
              </a:ext>
            </a:extLst>
          </p:cNvPr>
          <p:cNvSpPr>
            <a:spLocks noGrp="1"/>
          </p:cNvSpPr>
          <p:nvPr/>
        </p:nvSpPr>
        <p:spPr>
          <a:xfrm>
            <a:off x="1194036" y="5799667"/>
            <a:ext cx="28398" cy="28398"/>
          </a:xfrm>
          <a:prstGeom prst="ellipse">
            <a:avLst/>
          </a:prstGeom>
          <a:solidFill>
            <a:srgbClr val="5879BD">
              <a:alpha val="30000"/>
            </a:srgbClr>
          </a:solidFill>
          <a:ln w="0">
            <a:noFill/>
            <a:prstDash val="solid"/>
          </a:ln>
        </p:spPr>
      </p:sp>
      <p:sp>
        <p:nvSpPr>
          <p:cNvPr id="1077" name="02_predicted_pose_4376">
            <a:extLst>
              <a:ext uri="{FF2B5EF4-FFF2-40B4-BE49-F238E27FC236}">
                <a16:creationId xmlns:a16="http://schemas.microsoft.com/office/drawing/2014/main" id="{4AF0BEF0-AD51-4453-BB9A-599FE02DDEEB}"/>
              </a:ext>
            </a:extLst>
          </p:cNvPr>
          <p:cNvSpPr>
            <a:spLocks noGrp="1"/>
          </p:cNvSpPr>
          <p:nvPr/>
        </p:nvSpPr>
        <p:spPr>
          <a:xfrm>
            <a:off x="1287060" y="5902302"/>
            <a:ext cx="28398" cy="28398"/>
          </a:xfrm>
          <a:prstGeom prst="ellipse">
            <a:avLst/>
          </a:prstGeom>
          <a:solidFill>
            <a:srgbClr val="5879BD">
              <a:alpha val="30000"/>
            </a:srgbClr>
          </a:solidFill>
          <a:ln w="0">
            <a:noFill/>
            <a:prstDash val="solid"/>
          </a:ln>
        </p:spPr>
      </p:sp>
      <p:sp>
        <p:nvSpPr>
          <p:cNvPr id="1078" name="02_predicted_pose_4377">
            <a:extLst>
              <a:ext uri="{FF2B5EF4-FFF2-40B4-BE49-F238E27FC236}">
                <a16:creationId xmlns:a16="http://schemas.microsoft.com/office/drawing/2014/main" id="{C83A4E88-80A3-4EB9-BC60-3733ABB44137}"/>
              </a:ext>
            </a:extLst>
          </p:cNvPr>
          <p:cNvSpPr>
            <a:spLocks noGrp="1"/>
          </p:cNvSpPr>
          <p:nvPr/>
        </p:nvSpPr>
        <p:spPr>
          <a:xfrm>
            <a:off x="1380083" y="5670411"/>
            <a:ext cx="28398" cy="28398"/>
          </a:xfrm>
          <a:prstGeom prst="ellipse">
            <a:avLst/>
          </a:prstGeom>
          <a:solidFill>
            <a:srgbClr val="5879BD">
              <a:alpha val="30000"/>
            </a:srgbClr>
          </a:solidFill>
          <a:ln w="0">
            <a:noFill/>
            <a:prstDash val="solid"/>
          </a:ln>
        </p:spPr>
      </p:sp>
      <p:sp>
        <p:nvSpPr>
          <p:cNvPr id="1079" name="02_predicted_pose_4378">
            <a:extLst>
              <a:ext uri="{FF2B5EF4-FFF2-40B4-BE49-F238E27FC236}">
                <a16:creationId xmlns:a16="http://schemas.microsoft.com/office/drawing/2014/main" id="{CAE3AD77-AE49-4374-BD03-AB7AFCF1CFCB}"/>
              </a:ext>
            </a:extLst>
          </p:cNvPr>
          <p:cNvSpPr>
            <a:spLocks noGrp="1"/>
          </p:cNvSpPr>
          <p:nvPr/>
        </p:nvSpPr>
        <p:spPr>
          <a:xfrm>
            <a:off x="1473106" y="5907459"/>
            <a:ext cx="28398" cy="28398"/>
          </a:xfrm>
          <a:prstGeom prst="ellipse">
            <a:avLst/>
          </a:prstGeom>
          <a:solidFill>
            <a:srgbClr val="5879BD">
              <a:alpha val="30000"/>
            </a:srgbClr>
          </a:solidFill>
          <a:ln w="0">
            <a:noFill/>
            <a:prstDash val="solid"/>
          </a:ln>
        </p:spPr>
      </p:sp>
      <p:sp>
        <p:nvSpPr>
          <p:cNvPr id="1080" name="02_predicted_pose_4379">
            <a:extLst>
              <a:ext uri="{FF2B5EF4-FFF2-40B4-BE49-F238E27FC236}">
                <a16:creationId xmlns:a16="http://schemas.microsoft.com/office/drawing/2014/main" id="{FEEA7F47-75CD-47A8-8999-D4D08ABED240}"/>
              </a:ext>
            </a:extLst>
          </p:cNvPr>
          <p:cNvSpPr>
            <a:spLocks noGrp="1"/>
          </p:cNvSpPr>
          <p:nvPr/>
        </p:nvSpPr>
        <p:spPr>
          <a:xfrm>
            <a:off x="1336672" y="5889265"/>
            <a:ext cx="28398" cy="28398"/>
          </a:xfrm>
          <a:prstGeom prst="ellipse">
            <a:avLst/>
          </a:prstGeom>
          <a:solidFill>
            <a:srgbClr val="5879BD">
              <a:alpha val="30000"/>
            </a:srgbClr>
          </a:solidFill>
          <a:ln w="0">
            <a:noFill/>
            <a:prstDash val="solid"/>
          </a:ln>
        </p:spPr>
      </p:sp>
      <p:sp>
        <p:nvSpPr>
          <p:cNvPr id="1081" name="02_predicted_pose_4380">
            <a:extLst>
              <a:ext uri="{FF2B5EF4-FFF2-40B4-BE49-F238E27FC236}">
                <a16:creationId xmlns:a16="http://schemas.microsoft.com/office/drawing/2014/main" id="{502B4EAF-1F4F-4169-B3AA-8F5213D5FF88}"/>
              </a:ext>
            </a:extLst>
          </p:cNvPr>
          <p:cNvSpPr>
            <a:spLocks noGrp="1"/>
          </p:cNvSpPr>
          <p:nvPr/>
        </p:nvSpPr>
        <p:spPr>
          <a:xfrm>
            <a:off x="1429695" y="5809484"/>
            <a:ext cx="28398" cy="28398"/>
          </a:xfrm>
          <a:prstGeom prst="ellipse">
            <a:avLst/>
          </a:prstGeom>
          <a:solidFill>
            <a:srgbClr val="5879BD">
              <a:alpha val="30000"/>
            </a:srgbClr>
          </a:solidFill>
          <a:ln w="0">
            <a:noFill/>
            <a:prstDash val="solid"/>
          </a:ln>
        </p:spPr>
      </p:sp>
      <p:sp>
        <p:nvSpPr>
          <p:cNvPr id="1082" name="02_predicted_pose_4381">
            <a:extLst>
              <a:ext uri="{FF2B5EF4-FFF2-40B4-BE49-F238E27FC236}">
                <a16:creationId xmlns:a16="http://schemas.microsoft.com/office/drawing/2014/main" id="{77CEF246-ABE0-4103-B447-CF30F6E5A6D4}"/>
              </a:ext>
            </a:extLst>
          </p:cNvPr>
          <p:cNvSpPr>
            <a:spLocks noGrp="1"/>
          </p:cNvSpPr>
          <p:nvPr/>
        </p:nvSpPr>
        <p:spPr>
          <a:xfrm>
            <a:off x="1179221" y="5888317"/>
            <a:ext cx="28398" cy="28398"/>
          </a:xfrm>
          <a:prstGeom prst="ellipse">
            <a:avLst/>
          </a:prstGeom>
          <a:solidFill>
            <a:srgbClr val="5879BD">
              <a:alpha val="30000"/>
            </a:srgbClr>
          </a:solidFill>
          <a:ln w="0">
            <a:noFill/>
            <a:prstDash val="solid"/>
          </a:ln>
        </p:spPr>
      </p:sp>
      <p:sp>
        <p:nvSpPr>
          <p:cNvPr id="1083" name="02_predicted_pose_4382">
            <a:extLst>
              <a:ext uri="{FF2B5EF4-FFF2-40B4-BE49-F238E27FC236}">
                <a16:creationId xmlns:a16="http://schemas.microsoft.com/office/drawing/2014/main" id="{11238E33-0B46-4713-B185-CF61B877EA27}"/>
              </a:ext>
            </a:extLst>
          </p:cNvPr>
          <p:cNvSpPr>
            <a:spLocks noGrp="1"/>
          </p:cNvSpPr>
          <p:nvPr/>
        </p:nvSpPr>
        <p:spPr>
          <a:xfrm>
            <a:off x="1272245" y="5804195"/>
            <a:ext cx="28398" cy="28398"/>
          </a:xfrm>
          <a:prstGeom prst="ellipse">
            <a:avLst/>
          </a:prstGeom>
          <a:solidFill>
            <a:srgbClr val="5879BD">
              <a:alpha val="30000"/>
            </a:srgbClr>
          </a:solidFill>
          <a:ln w="0">
            <a:noFill/>
            <a:prstDash val="solid"/>
          </a:ln>
        </p:spPr>
      </p:sp>
      <p:sp>
        <p:nvSpPr>
          <p:cNvPr id="1084" name="02_predicted_pose_4383">
            <a:extLst>
              <a:ext uri="{FF2B5EF4-FFF2-40B4-BE49-F238E27FC236}">
                <a16:creationId xmlns:a16="http://schemas.microsoft.com/office/drawing/2014/main" id="{4F973DE3-C6D1-4681-ADD0-62B239D657FF}"/>
              </a:ext>
            </a:extLst>
          </p:cNvPr>
          <p:cNvSpPr>
            <a:spLocks noGrp="1"/>
          </p:cNvSpPr>
          <p:nvPr/>
        </p:nvSpPr>
        <p:spPr>
          <a:xfrm>
            <a:off x="1365268" y="5871104"/>
            <a:ext cx="28398" cy="28398"/>
          </a:xfrm>
          <a:prstGeom prst="ellipse">
            <a:avLst/>
          </a:prstGeom>
          <a:solidFill>
            <a:srgbClr val="5879BD">
              <a:alpha val="30000"/>
            </a:srgbClr>
          </a:solidFill>
          <a:ln w="0">
            <a:noFill/>
            <a:prstDash val="solid"/>
          </a:ln>
        </p:spPr>
      </p:sp>
      <p:sp>
        <p:nvSpPr>
          <p:cNvPr id="1085" name="02_predicted_pose_4384">
            <a:extLst>
              <a:ext uri="{FF2B5EF4-FFF2-40B4-BE49-F238E27FC236}">
                <a16:creationId xmlns:a16="http://schemas.microsoft.com/office/drawing/2014/main" id="{3545E21A-5C53-46BC-96D7-B3945B0EB119}"/>
              </a:ext>
            </a:extLst>
          </p:cNvPr>
          <p:cNvSpPr>
            <a:spLocks noGrp="1"/>
          </p:cNvSpPr>
          <p:nvPr/>
        </p:nvSpPr>
        <p:spPr>
          <a:xfrm>
            <a:off x="1458291" y="5855083"/>
            <a:ext cx="28398" cy="28398"/>
          </a:xfrm>
          <a:prstGeom prst="ellipse">
            <a:avLst/>
          </a:prstGeom>
          <a:solidFill>
            <a:srgbClr val="5879BD">
              <a:alpha val="30000"/>
            </a:srgbClr>
          </a:solidFill>
          <a:ln w="0">
            <a:noFill/>
            <a:prstDash val="solid"/>
          </a:ln>
        </p:spPr>
      </p:sp>
      <p:sp>
        <p:nvSpPr>
          <p:cNvPr id="1086" name="02_predicted_pose_4385">
            <a:extLst>
              <a:ext uri="{FF2B5EF4-FFF2-40B4-BE49-F238E27FC236}">
                <a16:creationId xmlns:a16="http://schemas.microsoft.com/office/drawing/2014/main" id="{90496A8B-83AE-4316-B907-06D6FF1E2DB8}"/>
              </a:ext>
            </a:extLst>
          </p:cNvPr>
          <p:cNvSpPr>
            <a:spLocks noGrp="1"/>
          </p:cNvSpPr>
          <p:nvPr/>
        </p:nvSpPr>
        <p:spPr>
          <a:xfrm>
            <a:off x="1207818" y="5833792"/>
            <a:ext cx="28398" cy="28398"/>
          </a:xfrm>
          <a:prstGeom prst="ellipse">
            <a:avLst/>
          </a:prstGeom>
          <a:solidFill>
            <a:srgbClr val="5879BD">
              <a:alpha val="30000"/>
            </a:srgbClr>
          </a:solidFill>
          <a:ln w="0">
            <a:noFill/>
            <a:prstDash val="solid"/>
          </a:ln>
        </p:spPr>
      </p:sp>
      <p:sp>
        <p:nvSpPr>
          <p:cNvPr id="1087" name="02_predicted_pose_4386">
            <a:extLst>
              <a:ext uri="{FF2B5EF4-FFF2-40B4-BE49-F238E27FC236}">
                <a16:creationId xmlns:a16="http://schemas.microsoft.com/office/drawing/2014/main" id="{1A474FD0-93ED-4689-A063-0484A53D8467}"/>
              </a:ext>
            </a:extLst>
          </p:cNvPr>
          <p:cNvSpPr>
            <a:spLocks noGrp="1"/>
          </p:cNvSpPr>
          <p:nvPr/>
        </p:nvSpPr>
        <p:spPr>
          <a:xfrm>
            <a:off x="1300841" y="5853904"/>
            <a:ext cx="28398" cy="28398"/>
          </a:xfrm>
          <a:prstGeom prst="ellipse">
            <a:avLst/>
          </a:prstGeom>
          <a:solidFill>
            <a:srgbClr val="5879BD">
              <a:alpha val="30000"/>
            </a:srgbClr>
          </a:solidFill>
          <a:ln w="0">
            <a:noFill/>
            <a:prstDash val="solid"/>
          </a:ln>
        </p:spPr>
      </p:sp>
      <p:sp>
        <p:nvSpPr>
          <p:cNvPr id="1088" name="02_predicted_pose_4387">
            <a:extLst>
              <a:ext uri="{FF2B5EF4-FFF2-40B4-BE49-F238E27FC236}">
                <a16:creationId xmlns:a16="http://schemas.microsoft.com/office/drawing/2014/main" id="{4EA56A8A-6A0A-45EA-93A9-08A737C41385}"/>
              </a:ext>
            </a:extLst>
          </p:cNvPr>
          <p:cNvSpPr>
            <a:spLocks noGrp="1"/>
          </p:cNvSpPr>
          <p:nvPr/>
        </p:nvSpPr>
        <p:spPr>
          <a:xfrm>
            <a:off x="1393864" y="5686703"/>
            <a:ext cx="28398" cy="28398"/>
          </a:xfrm>
          <a:prstGeom prst="ellipse">
            <a:avLst/>
          </a:prstGeom>
          <a:solidFill>
            <a:srgbClr val="5879BD">
              <a:alpha val="30000"/>
            </a:srgbClr>
          </a:solidFill>
          <a:ln w="0">
            <a:noFill/>
            <a:prstDash val="solid"/>
          </a:ln>
        </p:spPr>
      </p:sp>
      <p:sp>
        <p:nvSpPr>
          <p:cNvPr id="1089" name="02_predicted_pose_4388">
            <a:extLst>
              <a:ext uri="{FF2B5EF4-FFF2-40B4-BE49-F238E27FC236}">
                <a16:creationId xmlns:a16="http://schemas.microsoft.com/office/drawing/2014/main" id="{4806FABC-EB4F-40C6-8C39-779CC0BA5503}"/>
              </a:ext>
            </a:extLst>
          </p:cNvPr>
          <p:cNvSpPr>
            <a:spLocks noGrp="1"/>
          </p:cNvSpPr>
          <p:nvPr/>
        </p:nvSpPr>
        <p:spPr>
          <a:xfrm>
            <a:off x="1486888" y="5948767"/>
            <a:ext cx="28398" cy="28398"/>
          </a:xfrm>
          <a:prstGeom prst="ellipse">
            <a:avLst/>
          </a:prstGeom>
          <a:solidFill>
            <a:srgbClr val="5879BD">
              <a:alpha val="30000"/>
            </a:srgbClr>
          </a:solidFill>
          <a:ln w="0">
            <a:noFill/>
            <a:prstDash val="solid"/>
          </a:ln>
        </p:spPr>
      </p:sp>
      <p:sp>
        <p:nvSpPr>
          <p:cNvPr id="1090" name="02_predicted_pose_4389">
            <a:extLst>
              <a:ext uri="{FF2B5EF4-FFF2-40B4-BE49-F238E27FC236}">
                <a16:creationId xmlns:a16="http://schemas.microsoft.com/office/drawing/2014/main" id="{DC50C21C-1054-47FE-ABDF-ED8B52481843}"/>
              </a:ext>
            </a:extLst>
          </p:cNvPr>
          <p:cNvSpPr>
            <a:spLocks noGrp="1"/>
          </p:cNvSpPr>
          <p:nvPr/>
        </p:nvSpPr>
        <p:spPr>
          <a:xfrm>
            <a:off x="1443477" y="5959015"/>
            <a:ext cx="28398" cy="28398"/>
          </a:xfrm>
          <a:prstGeom prst="ellipse">
            <a:avLst/>
          </a:prstGeom>
          <a:solidFill>
            <a:srgbClr val="5879BD">
              <a:alpha val="30000"/>
            </a:srgbClr>
          </a:solidFill>
          <a:ln w="0">
            <a:noFill/>
            <a:prstDash val="solid"/>
          </a:ln>
        </p:spPr>
      </p:sp>
      <p:sp>
        <p:nvSpPr>
          <p:cNvPr id="1091" name="02_predicted_pose_4390">
            <a:extLst>
              <a:ext uri="{FF2B5EF4-FFF2-40B4-BE49-F238E27FC236}">
                <a16:creationId xmlns:a16="http://schemas.microsoft.com/office/drawing/2014/main" id="{A0B6FD4C-E832-4F4A-B5B6-C86F268BD0D5}"/>
              </a:ext>
            </a:extLst>
          </p:cNvPr>
          <p:cNvSpPr>
            <a:spLocks noGrp="1"/>
          </p:cNvSpPr>
          <p:nvPr/>
        </p:nvSpPr>
        <p:spPr>
          <a:xfrm>
            <a:off x="1193003" y="5816023"/>
            <a:ext cx="28398" cy="28398"/>
          </a:xfrm>
          <a:prstGeom prst="ellipse">
            <a:avLst/>
          </a:prstGeom>
          <a:solidFill>
            <a:srgbClr val="5879BD">
              <a:alpha val="30000"/>
            </a:srgbClr>
          </a:solidFill>
          <a:ln w="0">
            <a:noFill/>
            <a:prstDash val="solid"/>
          </a:ln>
        </p:spPr>
      </p:sp>
      <p:sp>
        <p:nvSpPr>
          <p:cNvPr id="1092" name="02_predicted_pose_4391">
            <a:extLst>
              <a:ext uri="{FF2B5EF4-FFF2-40B4-BE49-F238E27FC236}">
                <a16:creationId xmlns:a16="http://schemas.microsoft.com/office/drawing/2014/main" id="{6BC63C80-55AD-448F-90A0-C5C5CE04E5FD}"/>
              </a:ext>
            </a:extLst>
          </p:cNvPr>
          <p:cNvSpPr>
            <a:spLocks noGrp="1"/>
          </p:cNvSpPr>
          <p:nvPr/>
        </p:nvSpPr>
        <p:spPr>
          <a:xfrm>
            <a:off x="1286026" y="5963404"/>
            <a:ext cx="28398" cy="28398"/>
          </a:xfrm>
          <a:prstGeom prst="ellipse">
            <a:avLst/>
          </a:prstGeom>
          <a:solidFill>
            <a:srgbClr val="5879BD">
              <a:alpha val="30000"/>
            </a:srgbClr>
          </a:solidFill>
          <a:ln w="0">
            <a:noFill/>
            <a:prstDash val="solid"/>
          </a:ln>
        </p:spPr>
      </p:sp>
      <p:sp>
        <p:nvSpPr>
          <p:cNvPr id="1093" name="02_predicted_pose_4392">
            <a:extLst>
              <a:ext uri="{FF2B5EF4-FFF2-40B4-BE49-F238E27FC236}">
                <a16:creationId xmlns:a16="http://schemas.microsoft.com/office/drawing/2014/main" id="{6378C073-847F-4063-9BEA-7F94FB5FD7A7}"/>
              </a:ext>
            </a:extLst>
          </p:cNvPr>
          <p:cNvSpPr>
            <a:spLocks noGrp="1"/>
          </p:cNvSpPr>
          <p:nvPr/>
        </p:nvSpPr>
        <p:spPr>
          <a:xfrm>
            <a:off x="1379049" y="5758658"/>
            <a:ext cx="28398" cy="28398"/>
          </a:xfrm>
          <a:prstGeom prst="ellipse">
            <a:avLst/>
          </a:prstGeom>
          <a:solidFill>
            <a:srgbClr val="5879BD">
              <a:alpha val="30000"/>
            </a:srgbClr>
          </a:solidFill>
          <a:ln w="0">
            <a:noFill/>
            <a:prstDash val="solid"/>
          </a:ln>
        </p:spPr>
      </p:sp>
      <p:sp>
        <p:nvSpPr>
          <p:cNvPr id="1094" name="02_predicted_pose_4393">
            <a:extLst>
              <a:ext uri="{FF2B5EF4-FFF2-40B4-BE49-F238E27FC236}">
                <a16:creationId xmlns:a16="http://schemas.microsoft.com/office/drawing/2014/main" id="{A57B3587-4EA0-452B-9BBE-A3DD98B249A5}"/>
              </a:ext>
            </a:extLst>
          </p:cNvPr>
          <p:cNvSpPr>
            <a:spLocks noGrp="1"/>
          </p:cNvSpPr>
          <p:nvPr/>
        </p:nvSpPr>
        <p:spPr>
          <a:xfrm>
            <a:off x="1472073" y="5898081"/>
            <a:ext cx="28398" cy="28398"/>
          </a:xfrm>
          <a:prstGeom prst="ellipse">
            <a:avLst/>
          </a:prstGeom>
          <a:solidFill>
            <a:srgbClr val="5879BD">
              <a:alpha val="30000"/>
            </a:srgbClr>
          </a:solidFill>
          <a:ln w="0">
            <a:noFill/>
            <a:prstDash val="solid"/>
          </a:ln>
        </p:spPr>
      </p:sp>
      <p:sp>
        <p:nvSpPr>
          <p:cNvPr id="1095" name="02_predicted_pose_4394">
            <a:extLst>
              <a:ext uri="{FF2B5EF4-FFF2-40B4-BE49-F238E27FC236}">
                <a16:creationId xmlns:a16="http://schemas.microsoft.com/office/drawing/2014/main" id="{E738018F-6892-4A2D-A1E7-B2CFC3BA9403}"/>
              </a:ext>
            </a:extLst>
          </p:cNvPr>
          <p:cNvSpPr>
            <a:spLocks noGrp="1"/>
          </p:cNvSpPr>
          <p:nvPr/>
        </p:nvSpPr>
        <p:spPr>
          <a:xfrm>
            <a:off x="1221599" y="5648252"/>
            <a:ext cx="28398" cy="28398"/>
          </a:xfrm>
          <a:prstGeom prst="ellipse">
            <a:avLst/>
          </a:prstGeom>
          <a:solidFill>
            <a:srgbClr val="5879BD">
              <a:alpha val="30000"/>
            </a:srgbClr>
          </a:solidFill>
          <a:ln w="0">
            <a:noFill/>
            <a:prstDash val="solid"/>
          </a:ln>
        </p:spPr>
      </p:sp>
      <p:sp>
        <p:nvSpPr>
          <p:cNvPr id="1096" name="02_predicted_pose_4395">
            <a:extLst>
              <a:ext uri="{FF2B5EF4-FFF2-40B4-BE49-F238E27FC236}">
                <a16:creationId xmlns:a16="http://schemas.microsoft.com/office/drawing/2014/main" id="{678CB509-B1B1-4939-8F40-257D2B9D46B6}"/>
              </a:ext>
            </a:extLst>
          </p:cNvPr>
          <p:cNvSpPr>
            <a:spLocks noGrp="1"/>
          </p:cNvSpPr>
          <p:nvPr/>
        </p:nvSpPr>
        <p:spPr>
          <a:xfrm>
            <a:off x="1314622" y="5850668"/>
            <a:ext cx="28398" cy="28398"/>
          </a:xfrm>
          <a:prstGeom prst="ellipse">
            <a:avLst/>
          </a:prstGeom>
          <a:solidFill>
            <a:srgbClr val="5879BD">
              <a:alpha val="30000"/>
            </a:srgbClr>
          </a:solidFill>
          <a:ln w="0">
            <a:noFill/>
            <a:prstDash val="solid"/>
          </a:ln>
        </p:spPr>
      </p:sp>
      <p:sp>
        <p:nvSpPr>
          <p:cNvPr id="1097" name="02_predicted_pose_4396">
            <a:extLst>
              <a:ext uri="{FF2B5EF4-FFF2-40B4-BE49-F238E27FC236}">
                <a16:creationId xmlns:a16="http://schemas.microsoft.com/office/drawing/2014/main" id="{F686D77B-2C0F-4F63-9074-AEA517D17AFA}"/>
              </a:ext>
            </a:extLst>
          </p:cNvPr>
          <p:cNvSpPr>
            <a:spLocks noGrp="1"/>
          </p:cNvSpPr>
          <p:nvPr/>
        </p:nvSpPr>
        <p:spPr>
          <a:xfrm>
            <a:off x="1407645" y="5903748"/>
            <a:ext cx="28398" cy="28398"/>
          </a:xfrm>
          <a:prstGeom prst="ellipse">
            <a:avLst/>
          </a:prstGeom>
          <a:solidFill>
            <a:srgbClr val="5879BD">
              <a:alpha val="30000"/>
            </a:srgbClr>
          </a:solidFill>
          <a:ln w="0">
            <a:noFill/>
            <a:prstDash val="solid"/>
          </a:ln>
        </p:spPr>
      </p:sp>
      <p:sp>
        <p:nvSpPr>
          <p:cNvPr id="1098" name="02_predicted_pose_4397">
            <a:extLst>
              <a:ext uri="{FF2B5EF4-FFF2-40B4-BE49-F238E27FC236}">
                <a16:creationId xmlns:a16="http://schemas.microsoft.com/office/drawing/2014/main" id="{7A64ACCD-9C5F-4BD3-AB76-E564695D1EA9}"/>
              </a:ext>
            </a:extLst>
          </p:cNvPr>
          <p:cNvSpPr>
            <a:spLocks noGrp="1"/>
          </p:cNvSpPr>
          <p:nvPr/>
        </p:nvSpPr>
        <p:spPr>
          <a:xfrm>
            <a:off x="1157172" y="5764514"/>
            <a:ext cx="28398" cy="28398"/>
          </a:xfrm>
          <a:prstGeom prst="ellipse">
            <a:avLst/>
          </a:prstGeom>
          <a:solidFill>
            <a:srgbClr val="5879BD">
              <a:alpha val="30000"/>
            </a:srgbClr>
          </a:solidFill>
          <a:ln w="0">
            <a:noFill/>
            <a:prstDash val="solid"/>
          </a:ln>
        </p:spPr>
      </p:sp>
      <p:sp>
        <p:nvSpPr>
          <p:cNvPr id="1099" name="02_predicted_pose_4398">
            <a:extLst>
              <a:ext uri="{FF2B5EF4-FFF2-40B4-BE49-F238E27FC236}">
                <a16:creationId xmlns:a16="http://schemas.microsoft.com/office/drawing/2014/main" id="{BA3E09D4-7664-4711-A5C2-827DF4A3FE86}"/>
              </a:ext>
            </a:extLst>
          </p:cNvPr>
          <p:cNvSpPr>
            <a:spLocks noGrp="1"/>
          </p:cNvSpPr>
          <p:nvPr/>
        </p:nvSpPr>
        <p:spPr>
          <a:xfrm>
            <a:off x="1364235" y="5698575"/>
            <a:ext cx="28398" cy="28398"/>
          </a:xfrm>
          <a:prstGeom prst="ellipse">
            <a:avLst/>
          </a:prstGeom>
          <a:solidFill>
            <a:srgbClr val="5879BD">
              <a:alpha val="30000"/>
            </a:srgbClr>
          </a:solidFill>
          <a:ln w="0">
            <a:noFill/>
            <a:prstDash val="solid"/>
          </a:ln>
        </p:spPr>
      </p:sp>
      <p:sp>
        <p:nvSpPr>
          <p:cNvPr id="1100" name="02_predicted_pose_4399">
            <a:extLst>
              <a:ext uri="{FF2B5EF4-FFF2-40B4-BE49-F238E27FC236}">
                <a16:creationId xmlns:a16="http://schemas.microsoft.com/office/drawing/2014/main" id="{15EEB57F-C73F-47A4-9280-CCE5720F5614}"/>
              </a:ext>
            </a:extLst>
          </p:cNvPr>
          <p:cNvSpPr>
            <a:spLocks noGrp="1"/>
          </p:cNvSpPr>
          <p:nvPr/>
        </p:nvSpPr>
        <p:spPr>
          <a:xfrm>
            <a:off x="1457258" y="5684077"/>
            <a:ext cx="28398" cy="28398"/>
          </a:xfrm>
          <a:prstGeom prst="ellipse">
            <a:avLst/>
          </a:prstGeom>
          <a:solidFill>
            <a:srgbClr val="5879BD">
              <a:alpha val="30000"/>
            </a:srgbClr>
          </a:solidFill>
          <a:ln w="0">
            <a:noFill/>
            <a:prstDash val="solid"/>
          </a:ln>
        </p:spPr>
      </p:sp>
      <p:sp>
        <p:nvSpPr>
          <p:cNvPr id="1101" name="02_predicted_pose_4400">
            <a:extLst>
              <a:ext uri="{FF2B5EF4-FFF2-40B4-BE49-F238E27FC236}">
                <a16:creationId xmlns:a16="http://schemas.microsoft.com/office/drawing/2014/main" id="{27E5429C-7BC4-41A1-A8D8-78DA812B6986}"/>
              </a:ext>
            </a:extLst>
          </p:cNvPr>
          <p:cNvSpPr>
            <a:spLocks noGrp="1"/>
          </p:cNvSpPr>
          <p:nvPr/>
        </p:nvSpPr>
        <p:spPr>
          <a:xfrm>
            <a:off x="1206784" y="5898344"/>
            <a:ext cx="28398" cy="28398"/>
          </a:xfrm>
          <a:prstGeom prst="ellipse">
            <a:avLst/>
          </a:prstGeom>
          <a:solidFill>
            <a:srgbClr val="5879BD">
              <a:alpha val="30000"/>
            </a:srgbClr>
          </a:solidFill>
          <a:ln w="0">
            <a:noFill/>
            <a:prstDash val="solid"/>
          </a:ln>
        </p:spPr>
      </p:sp>
      <p:sp>
        <p:nvSpPr>
          <p:cNvPr id="1102" name="02_predicted_pose_4401">
            <a:extLst>
              <a:ext uri="{FF2B5EF4-FFF2-40B4-BE49-F238E27FC236}">
                <a16:creationId xmlns:a16="http://schemas.microsoft.com/office/drawing/2014/main" id="{2F92BC6D-7525-4930-AFF9-88032F2F684C}"/>
              </a:ext>
            </a:extLst>
          </p:cNvPr>
          <p:cNvSpPr>
            <a:spLocks noGrp="1"/>
          </p:cNvSpPr>
          <p:nvPr/>
        </p:nvSpPr>
        <p:spPr>
          <a:xfrm>
            <a:off x="1299807" y="5909051"/>
            <a:ext cx="28398" cy="28398"/>
          </a:xfrm>
          <a:prstGeom prst="ellipse">
            <a:avLst/>
          </a:prstGeom>
          <a:solidFill>
            <a:srgbClr val="5879BD">
              <a:alpha val="30000"/>
            </a:srgbClr>
          </a:solidFill>
          <a:ln w="0">
            <a:noFill/>
            <a:prstDash val="solid"/>
          </a:ln>
        </p:spPr>
      </p:sp>
      <p:sp>
        <p:nvSpPr>
          <p:cNvPr id="1103" name="02_predicted_pose_4402">
            <a:extLst>
              <a:ext uri="{FF2B5EF4-FFF2-40B4-BE49-F238E27FC236}">
                <a16:creationId xmlns:a16="http://schemas.microsoft.com/office/drawing/2014/main" id="{16E84ADD-939C-4DF2-A57F-AF4644B5C210}"/>
              </a:ext>
            </a:extLst>
          </p:cNvPr>
          <p:cNvSpPr>
            <a:spLocks noGrp="1"/>
          </p:cNvSpPr>
          <p:nvPr/>
        </p:nvSpPr>
        <p:spPr>
          <a:xfrm>
            <a:off x="1392831" y="5865744"/>
            <a:ext cx="28398" cy="28398"/>
          </a:xfrm>
          <a:prstGeom prst="ellipse">
            <a:avLst/>
          </a:prstGeom>
          <a:solidFill>
            <a:srgbClr val="5879BD">
              <a:alpha val="30000"/>
            </a:srgbClr>
          </a:solidFill>
          <a:ln w="0">
            <a:noFill/>
            <a:prstDash val="solid"/>
          </a:ln>
        </p:spPr>
      </p:sp>
      <p:sp>
        <p:nvSpPr>
          <p:cNvPr id="1104" name="02_predicted_pose_4403">
            <a:extLst>
              <a:ext uri="{FF2B5EF4-FFF2-40B4-BE49-F238E27FC236}">
                <a16:creationId xmlns:a16="http://schemas.microsoft.com/office/drawing/2014/main" id="{3894E3AB-A17E-4692-9961-B993ADDF534C}"/>
              </a:ext>
            </a:extLst>
          </p:cNvPr>
          <p:cNvSpPr>
            <a:spLocks noGrp="1"/>
          </p:cNvSpPr>
          <p:nvPr/>
        </p:nvSpPr>
        <p:spPr>
          <a:xfrm>
            <a:off x="1485854" y="5822244"/>
            <a:ext cx="28398" cy="28398"/>
          </a:xfrm>
          <a:prstGeom prst="ellipse">
            <a:avLst/>
          </a:prstGeom>
          <a:solidFill>
            <a:srgbClr val="5879BD">
              <a:alpha val="30000"/>
            </a:srgbClr>
          </a:solidFill>
          <a:ln w="0">
            <a:noFill/>
            <a:prstDash val="solid"/>
          </a:ln>
        </p:spPr>
      </p:sp>
      <p:sp>
        <p:nvSpPr>
          <p:cNvPr id="1105" name="02_predicted_pose_4404">
            <a:extLst>
              <a:ext uri="{FF2B5EF4-FFF2-40B4-BE49-F238E27FC236}">
                <a16:creationId xmlns:a16="http://schemas.microsoft.com/office/drawing/2014/main" id="{0B442263-9E0D-434B-85EC-9F831B669CA7}"/>
              </a:ext>
            </a:extLst>
          </p:cNvPr>
          <p:cNvSpPr>
            <a:spLocks noGrp="1"/>
          </p:cNvSpPr>
          <p:nvPr/>
        </p:nvSpPr>
        <p:spPr>
          <a:xfrm>
            <a:off x="1235380" y="5658107"/>
            <a:ext cx="28398" cy="28398"/>
          </a:xfrm>
          <a:prstGeom prst="ellipse">
            <a:avLst/>
          </a:prstGeom>
          <a:solidFill>
            <a:srgbClr val="5879BD">
              <a:alpha val="30000"/>
            </a:srgbClr>
          </a:solidFill>
          <a:ln w="0">
            <a:noFill/>
            <a:prstDash val="solid"/>
          </a:ln>
        </p:spPr>
      </p:sp>
      <p:sp>
        <p:nvSpPr>
          <p:cNvPr id="1106" name="02_predicted_pose_4405">
            <a:extLst>
              <a:ext uri="{FF2B5EF4-FFF2-40B4-BE49-F238E27FC236}">
                <a16:creationId xmlns:a16="http://schemas.microsoft.com/office/drawing/2014/main" id="{78339FA7-FC2B-46A0-835F-30A0C97E0100}"/>
              </a:ext>
            </a:extLst>
          </p:cNvPr>
          <p:cNvSpPr>
            <a:spLocks noGrp="1"/>
          </p:cNvSpPr>
          <p:nvPr/>
        </p:nvSpPr>
        <p:spPr>
          <a:xfrm>
            <a:off x="1328403" y="5855905"/>
            <a:ext cx="28398" cy="28398"/>
          </a:xfrm>
          <a:prstGeom prst="ellipse">
            <a:avLst/>
          </a:prstGeom>
          <a:solidFill>
            <a:srgbClr val="5879BD">
              <a:alpha val="30000"/>
            </a:srgbClr>
          </a:solidFill>
          <a:ln w="0">
            <a:noFill/>
            <a:prstDash val="solid"/>
          </a:ln>
        </p:spPr>
      </p:sp>
      <p:sp>
        <p:nvSpPr>
          <p:cNvPr id="1107" name="02_predicted_pose_4406">
            <a:extLst>
              <a:ext uri="{FF2B5EF4-FFF2-40B4-BE49-F238E27FC236}">
                <a16:creationId xmlns:a16="http://schemas.microsoft.com/office/drawing/2014/main" id="{FB494F34-263D-4DBC-AE9D-01E257491C08}"/>
              </a:ext>
            </a:extLst>
          </p:cNvPr>
          <p:cNvSpPr>
            <a:spLocks noGrp="1"/>
          </p:cNvSpPr>
          <p:nvPr/>
        </p:nvSpPr>
        <p:spPr>
          <a:xfrm>
            <a:off x="1292572" y="5916219"/>
            <a:ext cx="28398" cy="28398"/>
          </a:xfrm>
          <a:prstGeom prst="ellipse">
            <a:avLst/>
          </a:prstGeom>
          <a:solidFill>
            <a:srgbClr val="5879BD">
              <a:alpha val="30000"/>
            </a:srgbClr>
          </a:solidFill>
          <a:ln w="0">
            <a:noFill/>
            <a:prstDash val="solid"/>
          </a:ln>
        </p:spPr>
      </p:sp>
      <p:sp>
        <p:nvSpPr>
          <p:cNvPr id="1108" name="02_predicted_pose_4407">
            <a:extLst>
              <a:ext uri="{FF2B5EF4-FFF2-40B4-BE49-F238E27FC236}">
                <a16:creationId xmlns:a16="http://schemas.microsoft.com/office/drawing/2014/main" id="{3D719B06-605E-408E-B6F7-08FDE22332B3}"/>
              </a:ext>
            </a:extLst>
          </p:cNvPr>
          <p:cNvSpPr>
            <a:spLocks noGrp="1"/>
          </p:cNvSpPr>
          <p:nvPr/>
        </p:nvSpPr>
        <p:spPr>
          <a:xfrm>
            <a:off x="1306353" y="5840046"/>
            <a:ext cx="28398" cy="28398"/>
          </a:xfrm>
          <a:prstGeom prst="ellipse">
            <a:avLst/>
          </a:prstGeom>
          <a:solidFill>
            <a:srgbClr val="5879BD">
              <a:alpha val="30000"/>
            </a:srgbClr>
          </a:solidFill>
          <a:ln w="0">
            <a:noFill/>
            <a:prstDash val="solid"/>
          </a:ln>
        </p:spPr>
      </p:sp>
      <p:sp>
        <p:nvSpPr>
          <p:cNvPr id="1109" name="02_predicted_pose_4408">
            <a:extLst>
              <a:ext uri="{FF2B5EF4-FFF2-40B4-BE49-F238E27FC236}">
                <a16:creationId xmlns:a16="http://schemas.microsoft.com/office/drawing/2014/main" id="{1BB8FC17-6DA9-41E7-98A0-BF48573AC328}"/>
              </a:ext>
            </a:extLst>
          </p:cNvPr>
          <p:cNvSpPr>
            <a:spLocks noGrp="1"/>
          </p:cNvSpPr>
          <p:nvPr/>
        </p:nvSpPr>
        <p:spPr>
          <a:xfrm>
            <a:off x="1284303" y="5804590"/>
            <a:ext cx="28398" cy="28398"/>
          </a:xfrm>
          <a:prstGeom prst="ellipse">
            <a:avLst/>
          </a:prstGeom>
          <a:solidFill>
            <a:srgbClr val="5879BD">
              <a:alpha val="30000"/>
            </a:srgbClr>
          </a:solidFill>
          <a:ln w="0">
            <a:noFill/>
            <a:prstDash val="solid"/>
          </a:ln>
        </p:spPr>
      </p:sp>
      <p:sp>
        <p:nvSpPr>
          <p:cNvPr id="1110" name="02_predicted_pose_4409">
            <a:extLst>
              <a:ext uri="{FF2B5EF4-FFF2-40B4-BE49-F238E27FC236}">
                <a16:creationId xmlns:a16="http://schemas.microsoft.com/office/drawing/2014/main" id="{29DF3C4C-BC84-4038-8350-BC94BF76D4A9}"/>
              </a:ext>
            </a:extLst>
          </p:cNvPr>
          <p:cNvSpPr>
            <a:spLocks noGrp="1"/>
          </p:cNvSpPr>
          <p:nvPr/>
        </p:nvSpPr>
        <p:spPr>
          <a:xfrm>
            <a:off x="1311866" y="5896441"/>
            <a:ext cx="28398" cy="28398"/>
          </a:xfrm>
          <a:prstGeom prst="ellipse">
            <a:avLst/>
          </a:prstGeom>
          <a:solidFill>
            <a:srgbClr val="5879BD">
              <a:alpha val="30000"/>
            </a:srgbClr>
          </a:solidFill>
          <a:ln w="0">
            <a:noFill/>
            <a:prstDash val="solid"/>
          </a:ln>
        </p:spPr>
      </p:sp>
      <p:sp>
        <p:nvSpPr>
          <p:cNvPr id="1111" name="02_predicted_pose_4410">
            <a:extLst>
              <a:ext uri="{FF2B5EF4-FFF2-40B4-BE49-F238E27FC236}">
                <a16:creationId xmlns:a16="http://schemas.microsoft.com/office/drawing/2014/main" id="{7C169135-2AD9-49CA-8F2C-388C04252A2B}"/>
              </a:ext>
            </a:extLst>
          </p:cNvPr>
          <p:cNvSpPr>
            <a:spLocks noGrp="1"/>
          </p:cNvSpPr>
          <p:nvPr/>
        </p:nvSpPr>
        <p:spPr>
          <a:xfrm>
            <a:off x="1339428" y="5898958"/>
            <a:ext cx="28398" cy="28398"/>
          </a:xfrm>
          <a:prstGeom prst="ellipse">
            <a:avLst/>
          </a:prstGeom>
          <a:solidFill>
            <a:srgbClr val="5879BD">
              <a:alpha val="30000"/>
            </a:srgbClr>
          </a:solidFill>
          <a:ln w="0">
            <a:noFill/>
            <a:prstDash val="solid"/>
          </a:ln>
        </p:spPr>
      </p:sp>
      <p:sp>
        <p:nvSpPr>
          <p:cNvPr id="1112" name="02_predicted_pose_4411">
            <a:extLst>
              <a:ext uri="{FF2B5EF4-FFF2-40B4-BE49-F238E27FC236}">
                <a16:creationId xmlns:a16="http://schemas.microsoft.com/office/drawing/2014/main" id="{FC44E605-908D-4801-AE7F-1D1271598A43}"/>
              </a:ext>
            </a:extLst>
          </p:cNvPr>
          <p:cNvSpPr>
            <a:spLocks noGrp="1"/>
          </p:cNvSpPr>
          <p:nvPr/>
        </p:nvSpPr>
        <p:spPr>
          <a:xfrm>
            <a:off x="1321857" y="5815359"/>
            <a:ext cx="28398" cy="28398"/>
          </a:xfrm>
          <a:prstGeom prst="ellipse">
            <a:avLst/>
          </a:prstGeom>
          <a:solidFill>
            <a:srgbClr val="5879BD">
              <a:alpha val="30000"/>
            </a:srgbClr>
          </a:solidFill>
          <a:ln w="0">
            <a:noFill/>
            <a:prstDash val="solid"/>
          </a:ln>
        </p:spPr>
      </p:sp>
      <p:sp>
        <p:nvSpPr>
          <p:cNvPr id="1113" name="02_predicted_pose_4412">
            <a:extLst>
              <a:ext uri="{FF2B5EF4-FFF2-40B4-BE49-F238E27FC236}">
                <a16:creationId xmlns:a16="http://schemas.microsoft.com/office/drawing/2014/main" id="{66E6B1EE-1340-4EAC-A454-8E6D96EC9601}"/>
              </a:ext>
            </a:extLst>
          </p:cNvPr>
          <p:cNvSpPr>
            <a:spLocks noGrp="1"/>
          </p:cNvSpPr>
          <p:nvPr/>
        </p:nvSpPr>
        <p:spPr>
          <a:xfrm>
            <a:off x="1164407" y="5897492"/>
            <a:ext cx="28398" cy="28398"/>
          </a:xfrm>
          <a:prstGeom prst="ellipse">
            <a:avLst/>
          </a:prstGeom>
          <a:solidFill>
            <a:srgbClr val="5879BD">
              <a:alpha val="30000"/>
            </a:srgbClr>
          </a:solidFill>
          <a:ln w="0">
            <a:noFill/>
            <a:prstDash val="solid"/>
          </a:ln>
        </p:spPr>
      </p:sp>
      <p:sp>
        <p:nvSpPr>
          <p:cNvPr id="1114" name="02_predicted_pose_4413">
            <a:extLst>
              <a:ext uri="{FF2B5EF4-FFF2-40B4-BE49-F238E27FC236}">
                <a16:creationId xmlns:a16="http://schemas.microsoft.com/office/drawing/2014/main" id="{26F1B7C1-70D2-4FB9-835C-8490D6E0CCEB}"/>
              </a:ext>
            </a:extLst>
          </p:cNvPr>
          <p:cNvSpPr>
            <a:spLocks noGrp="1"/>
          </p:cNvSpPr>
          <p:nvPr/>
        </p:nvSpPr>
        <p:spPr>
          <a:xfrm>
            <a:off x="1350453" y="5830597"/>
            <a:ext cx="28398" cy="28398"/>
          </a:xfrm>
          <a:prstGeom prst="ellipse">
            <a:avLst/>
          </a:prstGeom>
          <a:solidFill>
            <a:srgbClr val="5879BD">
              <a:alpha val="30000"/>
            </a:srgbClr>
          </a:solidFill>
          <a:ln w="0">
            <a:noFill/>
            <a:prstDash val="solid"/>
          </a:ln>
        </p:spPr>
      </p:sp>
      <p:sp>
        <p:nvSpPr>
          <p:cNvPr id="1115" name="02_predicted_pose_4414">
            <a:extLst>
              <a:ext uri="{FF2B5EF4-FFF2-40B4-BE49-F238E27FC236}">
                <a16:creationId xmlns:a16="http://schemas.microsoft.com/office/drawing/2014/main" id="{E071199F-71C1-4EEB-8FA1-EF70EB5575F7}"/>
              </a:ext>
            </a:extLst>
          </p:cNvPr>
          <p:cNvSpPr>
            <a:spLocks noGrp="1"/>
          </p:cNvSpPr>
          <p:nvPr/>
        </p:nvSpPr>
        <p:spPr>
          <a:xfrm>
            <a:off x="1193003" y="5841533"/>
            <a:ext cx="28398" cy="28398"/>
          </a:xfrm>
          <a:prstGeom prst="ellipse">
            <a:avLst/>
          </a:prstGeom>
          <a:solidFill>
            <a:srgbClr val="5879BD">
              <a:alpha val="30000"/>
            </a:srgbClr>
          </a:solidFill>
          <a:ln w="0">
            <a:noFill/>
            <a:prstDash val="solid"/>
          </a:ln>
        </p:spPr>
      </p:sp>
      <p:sp>
        <p:nvSpPr>
          <p:cNvPr id="1116" name="02_predicted_pose_4415">
            <a:extLst>
              <a:ext uri="{FF2B5EF4-FFF2-40B4-BE49-F238E27FC236}">
                <a16:creationId xmlns:a16="http://schemas.microsoft.com/office/drawing/2014/main" id="{B39A017A-5024-49F5-9E3F-3F8E64B68DE6}"/>
              </a:ext>
            </a:extLst>
          </p:cNvPr>
          <p:cNvSpPr>
            <a:spLocks noGrp="1"/>
          </p:cNvSpPr>
          <p:nvPr/>
        </p:nvSpPr>
        <p:spPr>
          <a:xfrm>
            <a:off x="1330815" y="5982950"/>
            <a:ext cx="28398" cy="28398"/>
          </a:xfrm>
          <a:prstGeom prst="ellipse">
            <a:avLst/>
          </a:prstGeom>
          <a:solidFill>
            <a:srgbClr val="5879BD">
              <a:alpha val="30000"/>
            </a:srgbClr>
          </a:solidFill>
          <a:ln w="0">
            <a:noFill/>
            <a:prstDash val="solid"/>
          </a:ln>
        </p:spPr>
      </p:sp>
      <p:sp>
        <p:nvSpPr>
          <p:cNvPr id="1117" name="02_predicted_pose_4416">
            <a:extLst>
              <a:ext uri="{FF2B5EF4-FFF2-40B4-BE49-F238E27FC236}">
                <a16:creationId xmlns:a16="http://schemas.microsoft.com/office/drawing/2014/main" id="{2954F8B2-715E-40BD-8408-E5FFBE729218}"/>
              </a:ext>
            </a:extLst>
          </p:cNvPr>
          <p:cNvSpPr>
            <a:spLocks noGrp="1"/>
          </p:cNvSpPr>
          <p:nvPr/>
        </p:nvSpPr>
        <p:spPr>
          <a:xfrm>
            <a:off x="1344596" y="6004823"/>
            <a:ext cx="28398" cy="28398"/>
          </a:xfrm>
          <a:prstGeom prst="ellipse">
            <a:avLst/>
          </a:prstGeom>
          <a:solidFill>
            <a:srgbClr val="5879BD">
              <a:alpha val="30000"/>
            </a:srgbClr>
          </a:solidFill>
          <a:ln w="0">
            <a:noFill/>
            <a:prstDash val="solid"/>
          </a:ln>
        </p:spPr>
      </p:sp>
      <p:sp>
        <p:nvSpPr>
          <p:cNvPr id="1118" name="02_predicted_pose_4417">
            <a:extLst>
              <a:ext uri="{FF2B5EF4-FFF2-40B4-BE49-F238E27FC236}">
                <a16:creationId xmlns:a16="http://schemas.microsoft.com/office/drawing/2014/main" id="{A0FFF1FA-7D8A-4EDB-BD0E-5A5A67D7E391}"/>
              </a:ext>
            </a:extLst>
          </p:cNvPr>
          <p:cNvSpPr>
            <a:spLocks noGrp="1"/>
          </p:cNvSpPr>
          <p:nvPr/>
        </p:nvSpPr>
        <p:spPr>
          <a:xfrm>
            <a:off x="1385940" y="5896158"/>
            <a:ext cx="28398" cy="28398"/>
          </a:xfrm>
          <a:prstGeom prst="ellipse">
            <a:avLst/>
          </a:prstGeom>
          <a:solidFill>
            <a:srgbClr val="5879BD">
              <a:alpha val="30000"/>
            </a:srgbClr>
          </a:solidFill>
          <a:ln w="0">
            <a:noFill/>
            <a:prstDash val="solid"/>
          </a:ln>
        </p:spPr>
      </p:sp>
      <p:sp>
        <p:nvSpPr>
          <p:cNvPr id="1119" name="02_predicted_pose_4418">
            <a:extLst>
              <a:ext uri="{FF2B5EF4-FFF2-40B4-BE49-F238E27FC236}">
                <a16:creationId xmlns:a16="http://schemas.microsoft.com/office/drawing/2014/main" id="{35650A0A-3D63-4617-94DB-4744808D69C8}"/>
              </a:ext>
            </a:extLst>
          </p:cNvPr>
          <p:cNvSpPr>
            <a:spLocks noGrp="1"/>
          </p:cNvSpPr>
          <p:nvPr/>
        </p:nvSpPr>
        <p:spPr>
          <a:xfrm>
            <a:off x="1399721" y="6010528"/>
            <a:ext cx="28398" cy="28398"/>
          </a:xfrm>
          <a:prstGeom prst="ellipse">
            <a:avLst/>
          </a:prstGeom>
          <a:solidFill>
            <a:srgbClr val="5879BD">
              <a:alpha val="30000"/>
            </a:srgbClr>
          </a:solidFill>
          <a:ln w="0">
            <a:noFill/>
            <a:prstDash val="solid"/>
          </a:ln>
        </p:spPr>
      </p:sp>
      <p:sp>
        <p:nvSpPr>
          <p:cNvPr id="1120" name="02_predicted_pose_4419">
            <a:extLst>
              <a:ext uri="{FF2B5EF4-FFF2-40B4-BE49-F238E27FC236}">
                <a16:creationId xmlns:a16="http://schemas.microsoft.com/office/drawing/2014/main" id="{D303F597-D5B8-45D7-A142-2080441F41CB}"/>
              </a:ext>
            </a:extLst>
          </p:cNvPr>
          <p:cNvSpPr>
            <a:spLocks noGrp="1"/>
          </p:cNvSpPr>
          <p:nvPr/>
        </p:nvSpPr>
        <p:spPr>
          <a:xfrm>
            <a:off x="1441065" y="6017000"/>
            <a:ext cx="28398" cy="28398"/>
          </a:xfrm>
          <a:prstGeom prst="ellipse">
            <a:avLst/>
          </a:prstGeom>
          <a:solidFill>
            <a:srgbClr val="5879BD">
              <a:alpha val="30000"/>
            </a:srgbClr>
          </a:solidFill>
          <a:ln w="0">
            <a:noFill/>
            <a:prstDash val="solid"/>
          </a:ln>
        </p:spPr>
      </p:sp>
      <p:sp>
        <p:nvSpPr>
          <p:cNvPr id="1121" name="02_predicted_pose_4420">
            <a:extLst>
              <a:ext uri="{FF2B5EF4-FFF2-40B4-BE49-F238E27FC236}">
                <a16:creationId xmlns:a16="http://schemas.microsoft.com/office/drawing/2014/main" id="{31A5B853-BE9F-4F5F-BF67-3AB398DCD4C0}"/>
              </a:ext>
            </a:extLst>
          </p:cNvPr>
          <p:cNvSpPr>
            <a:spLocks noGrp="1"/>
          </p:cNvSpPr>
          <p:nvPr/>
        </p:nvSpPr>
        <p:spPr>
          <a:xfrm>
            <a:off x="1454846" y="6015987"/>
            <a:ext cx="28398" cy="28398"/>
          </a:xfrm>
          <a:prstGeom prst="ellipse">
            <a:avLst/>
          </a:prstGeom>
          <a:solidFill>
            <a:srgbClr val="5879BD">
              <a:alpha val="30000"/>
            </a:srgbClr>
          </a:solidFill>
          <a:ln w="0">
            <a:noFill/>
            <a:prstDash val="solid"/>
          </a:ln>
        </p:spPr>
      </p:sp>
      <p:sp>
        <p:nvSpPr>
          <p:cNvPr id="1122" name="02_predicted_pose_4421">
            <a:extLst>
              <a:ext uri="{FF2B5EF4-FFF2-40B4-BE49-F238E27FC236}">
                <a16:creationId xmlns:a16="http://schemas.microsoft.com/office/drawing/2014/main" id="{29EE08BB-6A4A-4EE9-81E0-2B47BF70923E}"/>
              </a:ext>
            </a:extLst>
          </p:cNvPr>
          <p:cNvSpPr>
            <a:spLocks noGrp="1"/>
          </p:cNvSpPr>
          <p:nvPr/>
        </p:nvSpPr>
        <p:spPr>
          <a:xfrm>
            <a:off x="1186801" y="6046166"/>
            <a:ext cx="28398" cy="28398"/>
          </a:xfrm>
          <a:prstGeom prst="ellipse">
            <a:avLst/>
          </a:prstGeom>
          <a:solidFill>
            <a:srgbClr val="5879BD">
              <a:alpha val="30000"/>
            </a:srgbClr>
          </a:solidFill>
          <a:ln w="0">
            <a:noFill/>
            <a:prstDash val="solid"/>
          </a:ln>
        </p:spPr>
      </p:sp>
      <p:sp>
        <p:nvSpPr>
          <p:cNvPr id="1123" name="02_predicted_pose_4422">
            <a:extLst>
              <a:ext uri="{FF2B5EF4-FFF2-40B4-BE49-F238E27FC236}">
                <a16:creationId xmlns:a16="http://schemas.microsoft.com/office/drawing/2014/main" id="{093F633A-8B36-4CB8-ADBD-3316B141093C}"/>
              </a:ext>
            </a:extLst>
          </p:cNvPr>
          <p:cNvSpPr>
            <a:spLocks noGrp="1"/>
          </p:cNvSpPr>
          <p:nvPr/>
        </p:nvSpPr>
        <p:spPr>
          <a:xfrm>
            <a:off x="1279824" y="5964146"/>
            <a:ext cx="28398" cy="28398"/>
          </a:xfrm>
          <a:prstGeom prst="ellipse">
            <a:avLst/>
          </a:prstGeom>
          <a:solidFill>
            <a:srgbClr val="5879BD">
              <a:alpha val="30000"/>
            </a:srgbClr>
          </a:solidFill>
          <a:ln w="0">
            <a:noFill/>
            <a:prstDash val="solid"/>
          </a:ln>
        </p:spPr>
      </p:sp>
      <p:sp>
        <p:nvSpPr>
          <p:cNvPr id="1124" name="02_predicted_pose_4423">
            <a:extLst>
              <a:ext uri="{FF2B5EF4-FFF2-40B4-BE49-F238E27FC236}">
                <a16:creationId xmlns:a16="http://schemas.microsoft.com/office/drawing/2014/main" id="{B2918AF0-3861-4199-9C03-6D25A3A90AFA}"/>
              </a:ext>
            </a:extLst>
          </p:cNvPr>
          <p:cNvSpPr>
            <a:spLocks noGrp="1"/>
          </p:cNvSpPr>
          <p:nvPr/>
        </p:nvSpPr>
        <p:spPr>
          <a:xfrm>
            <a:off x="1215397" y="5808497"/>
            <a:ext cx="28398" cy="28398"/>
          </a:xfrm>
          <a:prstGeom prst="ellipse">
            <a:avLst/>
          </a:prstGeom>
          <a:solidFill>
            <a:srgbClr val="5879BD">
              <a:alpha val="30000"/>
            </a:srgbClr>
          </a:solidFill>
          <a:ln w="0">
            <a:noFill/>
            <a:prstDash val="solid"/>
          </a:ln>
        </p:spPr>
      </p:sp>
      <p:sp>
        <p:nvSpPr>
          <p:cNvPr id="1125" name="02_predicted_pose_4424">
            <a:extLst>
              <a:ext uri="{FF2B5EF4-FFF2-40B4-BE49-F238E27FC236}">
                <a16:creationId xmlns:a16="http://schemas.microsoft.com/office/drawing/2014/main" id="{C54253C3-C5DF-44C7-B874-4CDBF9C3A4F6}"/>
              </a:ext>
            </a:extLst>
          </p:cNvPr>
          <p:cNvSpPr>
            <a:spLocks noGrp="1"/>
          </p:cNvSpPr>
          <p:nvPr/>
        </p:nvSpPr>
        <p:spPr>
          <a:xfrm>
            <a:off x="1308421" y="5791411"/>
            <a:ext cx="28398" cy="28398"/>
          </a:xfrm>
          <a:prstGeom prst="ellipse">
            <a:avLst/>
          </a:prstGeom>
          <a:solidFill>
            <a:srgbClr val="5879BD">
              <a:alpha val="30000"/>
            </a:srgbClr>
          </a:solidFill>
          <a:ln w="0">
            <a:noFill/>
            <a:prstDash val="solid"/>
          </a:ln>
        </p:spPr>
      </p:sp>
      <p:sp>
        <p:nvSpPr>
          <p:cNvPr id="1126" name="02_predicted_pose_4425">
            <a:extLst>
              <a:ext uri="{FF2B5EF4-FFF2-40B4-BE49-F238E27FC236}">
                <a16:creationId xmlns:a16="http://schemas.microsoft.com/office/drawing/2014/main" id="{55D6B90D-C706-47C7-8B18-FA45749BDF90}"/>
              </a:ext>
            </a:extLst>
          </p:cNvPr>
          <p:cNvSpPr>
            <a:spLocks noGrp="1"/>
          </p:cNvSpPr>
          <p:nvPr/>
        </p:nvSpPr>
        <p:spPr>
          <a:xfrm>
            <a:off x="1357688" y="5759692"/>
            <a:ext cx="28398" cy="28398"/>
          </a:xfrm>
          <a:prstGeom prst="ellipse">
            <a:avLst/>
          </a:prstGeom>
          <a:solidFill>
            <a:srgbClr val="5879BD">
              <a:alpha val="30000"/>
            </a:srgbClr>
          </a:solidFill>
          <a:ln w="0">
            <a:noFill/>
            <a:prstDash val="solid"/>
          </a:ln>
        </p:spPr>
      </p:sp>
      <p:sp>
        <p:nvSpPr>
          <p:cNvPr id="1127" name="02_predicted_pose_4426">
            <a:extLst>
              <a:ext uri="{FF2B5EF4-FFF2-40B4-BE49-F238E27FC236}">
                <a16:creationId xmlns:a16="http://schemas.microsoft.com/office/drawing/2014/main" id="{645BB5DE-49C3-48A8-A875-FEEF15904C4D}"/>
              </a:ext>
            </a:extLst>
          </p:cNvPr>
          <p:cNvSpPr>
            <a:spLocks noGrp="1"/>
          </p:cNvSpPr>
          <p:nvPr/>
        </p:nvSpPr>
        <p:spPr>
          <a:xfrm>
            <a:off x="1195070" y="5903737"/>
            <a:ext cx="28398" cy="28398"/>
          </a:xfrm>
          <a:prstGeom prst="ellipse">
            <a:avLst/>
          </a:prstGeom>
          <a:solidFill>
            <a:srgbClr val="5879BD">
              <a:alpha val="30000"/>
            </a:srgbClr>
          </a:solidFill>
          <a:ln w="0">
            <a:noFill/>
            <a:prstDash val="solid"/>
          </a:ln>
        </p:spPr>
      </p:sp>
      <p:sp>
        <p:nvSpPr>
          <p:cNvPr id="1128" name="02_predicted_pose_4427">
            <a:extLst>
              <a:ext uri="{FF2B5EF4-FFF2-40B4-BE49-F238E27FC236}">
                <a16:creationId xmlns:a16="http://schemas.microsoft.com/office/drawing/2014/main" id="{E2018B94-D9D9-4F9C-82A2-24D6D3FD1882}"/>
              </a:ext>
            </a:extLst>
          </p:cNvPr>
          <p:cNvSpPr>
            <a:spLocks noGrp="1"/>
          </p:cNvSpPr>
          <p:nvPr/>
        </p:nvSpPr>
        <p:spPr>
          <a:xfrm>
            <a:off x="1448645" y="5040635"/>
            <a:ext cx="28398" cy="28398"/>
          </a:xfrm>
          <a:prstGeom prst="ellipse">
            <a:avLst/>
          </a:prstGeom>
          <a:solidFill>
            <a:srgbClr val="5879BD">
              <a:alpha val="30000"/>
            </a:srgbClr>
          </a:solidFill>
          <a:ln w="0">
            <a:noFill/>
            <a:prstDash val="solid"/>
          </a:ln>
        </p:spPr>
      </p:sp>
      <p:sp>
        <p:nvSpPr>
          <p:cNvPr id="1129" name="02_predicted_pose_4428">
            <a:extLst>
              <a:ext uri="{FF2B5EF4-FFF2-40B4-BE49-F238E27FC236}">
                <a16:creationId xmlns:a16="http://schemas.microsoft.com/office/drawing/2014/main" id="{C9889F41-88A5-4C82-983A-E0FCBCE3CBA7}"/>
              </a:ext>
            </a:extLst>
          </p:cNvPr>
          <p:cNvSpPr>
            <a:spLocks noGrp="1"/>
          </p:cNvSpPr>
          <p:nvPr/>
        </p:nvSpPr>
        <p:spPr>
          <a:xfrm>
            <a:off x="1322891" y="5868015"/>
            <a:ext cx="28398" cy="28398"/>
          </a:xfrm>
          <a:prstGeom prst="ellipse">
            <a:avLst/>
          </a:prstGeom>
          <a:solidFill>
            <a:srgbClr val="5879BD">
              <a:alpha val="30000"/>
            </a:srgbClr>
          </a:solidFill>
          <a:ln w="0">
            <a:noFill/>
            <a:prstDash val="solid"/>
          </a:ln>
        </p:spPr>
      </p:sp>
      <p:sp>
        <p:nvSpPr>
          <p:cNvPr id="1130" name="02_predicted_pose_4429">
            <a:extLst>
              <a:ext uri="{FF2B5EF4-FFF2-40B4-BE49-F238E27FC236}">
                <a16:creationId xmlns:a16="http://schemas.microsoft.com/office/drawing/2014/main" id="{ECD3103E-BF82-46B5-9C3F-8D9CF849509B}"/>
              </a:ext>
            </a:extLst>
          </p:cNvPr>
          <p:cNvSpPr>
            <a:spLocks noGrp="1"/>
          </p:cNvSpPr>
          <p:nvPr/>
        </p:nvSpPr>
        <p:spPr>
          <a:xfrm>
            <a:off x="1201271" y="5835921"/>
            <a:ext cx="28398" cy="28398"/>
          </a:xfrm>
          <a:prstGeom prst="ellipse">
            <a:avLst/>
          </a:prstGeom>
          <a:solidFill>
            <a:srgbClr val="5879BD">
              <a:alpha val="30000"/>
            </a:srgbClr>
          </a:solidFill>
          <a:ln w="0">
            <a:noFill/>
            <a:prstDash val="solid"/>
          </a:ln>
        </p:spPr>
      </p:sp>
      <p:sp>
        <p:nvSpPr>
          <p:cNvPr id="1131" name="02_predicted_pose_4430">
            <a:extLst>
              <a:ext uri="{FF2B5EF4-FFF2-40B4-BE49-F238E27FC236}">
                <a16:creationId xmlns:a16="http://schemas.microsoft.com/office/drawing/2014/main" id="{81139130-A8C2-4261-A84F-97AB496F0874}"/>
              </a:ext>
            </a:extLst>
          </p:cNvPr>
          <p:cNvSpPr>
            <a:spLocks noGrp="1"/>
          </p:cNvSpPr>
          <p:nvPr/>
        </p:nvSpPr>
        <p:spPr>
          <a:xfrm>
            <a:off x="1242615" y="5798787"/>
            <a:ext cx="28398" cy="28398"/>
          </a:xfrm>
          <a:prstGeom prst="ellipse">
            <a:avLst/>
          </a:prstGeom>
          <a:solidFill>
            <a:srgbClr val="5879BD">
              <a:alpha val="30000"/>
            </a:srgbClr>
          </a:solidFill>
          <a:ln w="0">
            <a:noFill/>
            <a:prstDash val="solid"/>
          </a:ln>
        </p:spPr>
      </p:sp>
      <p:sp>
        <p:nvSpPr>
          <p:cNvPr id="1132" name="02_predicted_pose_4431">
            <a:extLst>
              <a:ext uri="{FF2B5EF4-FFF2-40B4-BE49-F238E27FC236}">
                <a16:creationId xmlns:a16="http://schemas.microsoft.com/office/drawing/2014/main" id="{F0F7F47E-B39E-4DD2-9894-38BDC047C2F9}"/>
              </a:ext>
            </a:extLst>
          </p:cNvPr>
          <p:cNvSpPr>
            <a:spLocks noGrp="1"/>
          </p:cNvSpPr>
          <p:nvPr/>
        </p:nvSpPr>
        <p:spPr>
          <a:xfrm>
            <a:off x="1283959" y="5744628"/>
            <a:ext cx="28398" cy="28398"/>
          </a:xfrm>
          <a:prstGeom prst="ellipse">
            <a:avLst/>
          </a:prstGeom>
          <a:solidFill>
            <a:srgbClr val="5879BD">
              <a:alpha val="30000"/>
            </a:srgbClr>
          </a:solidFill>
          <a:ln w="0">
            <a:noFill/>
            <a:prstDash val="solid"/>
          </a:ln>
        </p:spPr>
      </p:sp>
      <p:sp>
        <p:nvSpPr>
          <p:cNvPr id="1133" name="02_predicted_pose_4432">
            <a:extLst>
              <a:ext uri="{FF2B5EF4-FFF2-40B4-BE49-F238E27FC236}">
                <a16:creationId xmlns:a16="http://schemas.microsoft.com/office/drawing/2014/main" id="{C9A7843A-C48E-4A14-AC31-F453C592770B}"/>
              </a:ext>
            </a:extLst>
          </p:cNvPr>
          <p:cNvSpPr>
            <a:spLocks noGrp="1"/>
          </p:cNvSpPr>
          <p:nvPr/>
        </p:nvSpPr>
        <p:spPr>
          <a:xfrm>
            <a:off x="1458291" y="5679614"/>
            <a:ext cx="28398" cy="28398"/>
          </a:xfrm>
          <a:prstGeom prst="ellipse">
            <a:avLst/>
          </a:prstGeom>
          <a:solidFill>
            <a:srgbClr val="5879BD">
              <a:alpha val="30000"/>
            </a:srgbClr>
          </a:solidFill>
          <a:ln w="0">
            <a:noFill/>
            <a:prstDash val="solid"/>
          </a:ln>
        </p:spPr>
      </p:sp>
      <p:sp>
        <p:nvSpPr>
          <p:cNvPr id="1134" name="02_predicted_pose_4433">
            <a:extLst>
              <a:ext uri="{FF2B5EF4-FFF2-40B4-BE49-F238E27FC236}">
                <a16:creationId xmlns:a16="http://schemas.microsoft.com/office/drawing/2014/main" id="{B81E0A4E-CEDC-4D44-AC1E-2A5079A7CEFC}"/>
              </a:ext>
            </a:extLst>
          </p:cNvPr>
          <p:cNvSpPr>
            <a:spLocks noGrp="1"/>
          </p:cNvSpPr>
          <p:nvPr/>
        </p:nvSpPr>
        <p:spPr>
          <a:xfrm>
            <a:off x="1156138" y="5617995"/>
            <a:ext cx="28398" cy="28398"/>
          </a:xfrm>
          <a:prstGeom prst="ellipse">
            <a:avLst/>
          </a:prstGeom>
          <a:solidFill>
            <a:srgbClr val="5879BD">
              <a:alpha val="30000"/>
            </a:srgbClr>
          </a:solidFill>
          <a:ln w="0">
            <a:noFill/>
            <a:prstDash val="solid"/>
          </a:ln>
        </p:spPr>
      </p:sp>
      <p:sp>
        <p:nvSpPr>
          <p:cNvPr id="1135" name="02_predicted_pose_4434">
            <a:extLst>
              <a:ext uri="{FF2B5EF4-FFF2-40B4-BE49-F238E27FC236}">
                <a16:creationId xmlns:a16="http://schemas.microsoft.com/office/drawing/2014/main" id="{6845E3C4-7A5E-4CA0-B3E3-67C2A7D6F9FE}"/>
              </a:ext>
            </a:extLst>
          </p:cNvPr>
          <p:cNvSpPr>
            <a:spLocks noGrp="1"/>
          </p:cNvSpPr>
          <p:nvPr/>
        </p:nvSpPr>
        <p:spPr>
          <a:xfrm>
            <a:off x="1365957" y="5547763"/>
            <a:ext cx="28398" cy="28398"/>
          </a:xfrm>
          <a:prstGeom prst="ellipse">
            <a:avLst/>
          </a:prstGeom>
          <a:solidFill>
            <a:srgbClr val="5879BD">
              <a:alpha val="30000"/>
            </a:srgbClr>
          </a:solidFill>
          <a:ln w="0">
            <a:noFill/>
            <a:prstDash val="solid"/>
          </a:ln>
        </p:spPr>
      </p:sp>
      <p:sp>
        <p:nvSpPr>
          <p:cNvPr id="1136" name="02_predicted_pose_4435">
            <a:extLst>
              <a:ext uri="{FF2B5EF4-FFF2-40B4-BE49-F238E27FC236}">
                <a16:creationId xmlns:a16="http://schemas.microsoft.com/office/drawing/2014/main" id="{030874FD-7B00-4F08-B9FD-DCA85FA08D43}"/>
              </a:ext>
            </a:extLst>
          </p:cNvPr>
          <p:cNvSpPr>
            <a:spLocks noGrp="1"/>
          </p:cNvSpPr>
          <p:nvPr/>
        </p:nvSpPr>
        <p:spPr>
          <a:xfrm>
            <a:off x="1458981" y="5334165"/>
            <a:ext cx="28398" cy="28398"/>
          </a:xfrm>
          <a:prstGeom prst="ellipse">
            <a:avLst/>
          </a:prstGeom>
          <a:solidFill>
            <a:srgbClr val="5879BD">
              <a:alpha val="30000"/>
            </a:srgbClr>
          </a:solidFill>
          <a:ln w="0">
            <a:noFill/>
            <a:prstDash val="solid"/>
          </a:ln>
        </p:spPr>
      </p:sp>
      <p:sp>
        <p:nvSpPr>
          <p:cNvPr id="1137" name="02_predicted_pose_4436">
            <a:extLst>
              <a:ext uri="{FF2B5EF4-FFF2-40B4-BE49-F238E27FC236}">
                <a16:creationId xmlns:a16="http://schemas.microsoft.com/office/drawing/2014/main" id="{622C96C7-823E-44BA-8447-9D4EA9EB16C9}"/>
              </a:ext>
            </a:extLst>
          </p:cNvPr>
          <p:cNvSpPr>
            <a:spLocks noGrp="1"/>
          </p:cNvSpPr>
          <p:nvPr/>
        </p:nvSpPr>
        <p:spPr>
          <a:xfrm>
            <a:off x="1289816" y="5273821"/>
            <a:ext cx="28398" cy="28398"/>
          </a:xfrm>
          <a:prstGeom prst="ellipse">
            <a:avLst/>
          </a:prstGeom>
          <a:solidFill>
            <a:srgbClr val="5879BD">
              <a:alpha val="30000"/>
            </a:srgbClr>
          </a:solidFill>
          <a:ln w="0">
            <a:noFill/>
            <a:prstDash val="solid"/>
          </a:ln>
        </p:spPr>
      </p:sp>
      <p:sp>
        <p:nvSpPr>
          <p:cNvPr id="1138" name="02_predicted_pose_4437">
            <a:extLst>
              <a:ext uri="{FF2B5EF4-FFF2-40B4-BE49-F238E27FC236}">
                <a16:creationId xmlns:a16="http://schemas.microsoft.com/office/drawing/2014/main" id="{BDB67721-8C63-4023-ABCE-5A336A70B9BA}"/>
              </a:ext>
            </a:extLst>
          </p:cNvPr>
          <p:cNvSpPr>
            <a:spLocks noGrp="1"/>
          </p:cNvSpPr>
          <p:nvPr/>
        </p:nvSpPr>
        <p:spPr>
          <a:xfrm>
            <a:off x="1303597" y="5555162"/>
            <a:ext cx="28398" cy="28398"/>
          </a:xfrm>
          <a:prstGeom prst="ellipse">
            <a:avLst/>
          </a:prstGeom>
          <a:solidFill>
            <a:srgbClr val="5879BD">
              <a:alpha val="30000"/>
            </a:srgbClr>
          </a:solidFill>
          <a:ln w="0">
            <a:noFill/>
            <a:prstDash val="solid"/>
          </a:ln>
        </p:spPr>
      </p:sp>
      <p:sp>
        <p:nvSpPr>
          <p:cNvPr id="1139" name="02_predicted_pose_4438">
            <a:extLst>
              <a:ext uri="{FF2B5EF4-FFF2-40B4-BE49-F238E27FC236}">
                <a16:creationId xmlns:a16="http://schemas.microsoft.com/office/drawing/2014/main" id="{620AF767-A3F4-44A3-8C95-3AFF8BB2C5F6}"/>
              </a:ext>
            </a:extLst>
          </p:cNvPr>
          <p:cNvSpPr>
            <a:spLocks noGrp="1"/>
          </p:cNvSpPr>
          <p:nvPr/>
        </p:nvSpPr>
        <p:spPr>
          <a:xfrm>
            <a:off x="1225389" y="5622514"/>
            <a:ext cx="28398" cy="28398"/>
          </a:xfrm>
          <a:prstGeom prst="ellipse">
            <a:avLst/>
          </a:prstGeom>
          <a:solidFill>
            <a:srgbClr val="5879BD">
              <a:alpha val="30000"/>
            </a:srgbClr>
          </a:solidFill>
          <a:ln w="0">
            <a:noFill/>
            <a:prstDash val="solid"/>
          </a:ln>
        </p:spPr>
      </p:sp>
      <p:sp>
        <p:nvSpPr>
          <p:cNvPr id="1140" name="02_predicted_pose_4439">
            <a:extLst>
              <a:ext uri="{FF2B5EF4-FFF2-40B4-BE49-F238E27FC236}">
                <a16:creationId xmlns:a16="http://schemas.microsoft.com/office/drawing/2014/main" id="{F027C108-CA3F-4523-AEDB-CB2034353B13}"/>
              </a:ext>
            </a:extLst>
          </p:cNvPr>
          <p:cNvSpPr>
            <a:spLocks noGrp="1"/>
          </p:cNvSpPr>
          <p:nvPr/>
        </p:nvSpPr>
        <p:spPr>
          <a:xfrm>
            <a:off x="1239170" y="5583544"/>
            <a:ext cx="28398" cy="28398"/>
          </a:xfrm>
          <a:prstGeom prst="ellipse">
            <a:avLst/>
          </a:prstGeom>
          <a:solidFill>
            <a:srgbClr val="5879BD">
              <a:alpha val="30000"/>
            </a:srgbClr>
          </a:solidFill>
          <a:ln w="0">
            <a:noFill/>
            <a:prstDash val="solid"/>
          </a:ln>
        </p:spPr>
      </p:sp>
      <p:sp>
        <p:nvSpPr>
          <p:cNvPr id="1141" name="02_predicted_pose_4440">
            <a:extLst>
              <a:ext uri="{FF2B5EF4-FFF2-40B4-BE49-F238E27FC236}">
                <a16:creationId xmlns:a16="http://schemas.microsoft.com/office/drawing/2014/main" id="{092DD004-D3AD-4908-96C3-07EF4BCBAA2B}"/>
              </a:ext>
            </a:extLst>
          </p:cNvPr>
          <p:cNvSpPr>
            <a:spLocks noGrp="1"/>
          </p:cNvSpPr>
          <p:nvPr/>
        </p:nvSpPr>
        <p:spPr>
          <a:xfrm>
            <a:off x="1252951" y="5619805"/>
            <a:ext cx="28398" cy="28398"/>
          </a:xfrm>
          <a:prstGeom prst="ellipse">
            <a:avLst/>
          </a:prstGeom>
          <a:solidFill>
            <a:srgbClr val="5879BD">
              <a:alpha val="30000"/>
            </a:srgbClr>
          </a:solidFill>
          <a:ln w="0">
            <a:noFill/>
            <a:prstDash val="solid"/>
          </a:ln>
        </p:spPr>
      </p:sp>
      <p:sp>
        <p:nvSpPr>
          <p:cNvPr id="1142" name="02_predicted_pose_4441">
            <a:extLst>
              <a:ext uri="{FF2B5EF4-FFF2-40B4-BE49-F238E27FC236}">
                <a16:creationId xmlns:a16="http://schemas.microsoft.com/office/drawing/2014/main" id="{C2DB5938-0AD1-4456-9A89-85E55885E36E}"/>
              </a:ext>
            </a:extLst>
          </p:cNvPr>
          <p:cNvSpPr>
            <a:spLocks noGrp="1"/>
          </p:cNvSpPr>
          <p:nvPr/>
        </p:nvSpPr>
        <p:spPr>
          <a:xfrm>
            <a:off x="1266732" y="5564577"/>
            <a:ext cx="28398" cy="28398"/>
          </a:xfrm>
          <a:prstGeom prst="ellipse">
            <a:avLst/>
          </a:prstGeom>
          <a:solidFill>
            <a:srgbClr val="5879BD">
              <a:alpha val="30000"/>
            </a:srgbClr>
          </a:solidFill>
          <a:ln w="0">
            <a:noFill/>
            <a:prstDash val="solid"/>
          </a:ln>
        </p:spPr>
      </p:sp>
      <p:sp>
        <p:nvSpPr>
          <p:cNvPr id="1143" name="02_predicted_pose_4442">
            <a:extLst>
              <a:ext uri="{FF2B5EF4-FFF2-40B4-BE49-F238E27FC236}">
                <a16:creationId xmlns:a16="http://schemas.microsoft.com/office/drawing/2014/main" id="{05AC0872-272C-45A9-B37D-843D24B2D96D}"/>
              </a:ext>
            </a:extLst>
          </p:cNvPr>
          <p:cNvSpPr>
            <a:spLocks noGrp="1"/>
          </p:cNvSpPr>
          <p:nvPr/>
        </p:nvSpPr>
        <p:spPr>
          <a:xfrm>
            <a:off x="1280514" y="5621900"/>
            <a:ext cx="28398" cy="28398"/>
          </a:xfrm>
          <a:prstGeom prst="ellipse">
            <a:avLst/>
          </a:prstGeom>
          <a:solidFill>
            <a:srgbClr val="5879BD">
              <a:alpha val="30000"/>
            </a:srgbClr>
          </a:solidFill>
          <a:ln w="0">
            <a:noFill/>
            <a:prstDash val="solid"/>
          </a:ln>
        </p:spPr>
      </p:sp>
      <p:sp>
        <p:nvSpPr>
          <p:cNvPr id="1144" name="02_predicted_pose_4443">
            <a:extLst>
              <a:ext uri="{FF2B5EF4-FFF2-40B4-BE49-F238E27FC236}">
                <a16:creationId xmlns:a16="http://schemas.microsoft.com/office/drawing/2014/main" id="{FE795651-C6A4-4F37-AD36-8E2FF6E6BE31}"/>
              </a:ext>
            </a:extLst>
          </p:cNvPr>
          <p:cNvSpPr>
            <a:spLocks noGrp="1"/>
          </p:cNvSpPr>
          <p:nvPr/>
        </p:nvSpPr>
        <p:spPr>
          <a:xfrm>
            <a:off x="1294295" y="5599038"/>
            <a:ext cx="28398" cy="28398"/>
          </a:xfrm>
          <a:prstGeom prst="ellipse">
            <a:avLst/>
          </a:prstGeom>
          <a:solidFill>
            <a:srgbClr val="5879BD">
              <a:alpha val="30000"/>
            </a:srgbClr>
          </a:solidFill>
          <a:ln w="0">
            <a:noFill/>
            <a:prstDash val="solid"/>
          </a:ln>
        </p:spPr>
      </p:sp>
      <p:sp>
        <p:nvSpPr>
          <p:cNvPr id="1145" name="02_predicted_pose_4444">
            <a:extLst>
              <a:ext uri="{FF2B5EF4-FFF2-40B4-BE49-F238E27FC236}">
                <a16:creationId xmlns:a16="http://schemas.microsoft.com/office/drawing/2014/main" id="{5B85E340-DD70-4931-B582-7BDB5D56F506}"/>
              </a:ext>
            </a:extLst>
          </p:cNvPr>
          <p:cNvSpPr>
            <a:spLocks noGrp="1"/>
          </p:cNvSpPr>
          <p:nvPr/>
        </p:nvSpPr>
        <p:spPr>
          <a:xfrm>
            <a:off x="1308076" y="5624110"/>
            <a:ext cx="28398" cy="28398"/>
          </a:xfrm>
          <a:prstGeom prst="ellipse">
            <a:avLst/>
          </a:prstGeom>
          <a:solidFill>
            <a:srgbClr val="5879BD">
              <a:alpha val="30000"/>
            </a:srgbClr>
          </a:solidFill>
          <a:ln w="0">
            <a:noFill/>
            <a:prstDash val="solid"/>
          </a:ln>
        </p:spPr>
      </p:sp>
      <p:sp>
        <p:nvSpPr>
          <p:cNvPr id="1146" name="02_predicted_pose_4445">
            <a:extLst>
              <a:ext uri="{FF2B5EF4-FFF2-40B4-BE49-F238E27FC236}">
                <a16:creationId xmlns:a16="http://schemas.microsoft.com/office/drawing/2014/main" id="{761DE5D5-BA28-4D1D-B3BB-9D036C1EB5A8}"/>
              </a:ext>
            </a:extLst>
          </p:cNvPr>
          <p:cNvSpPr>
            <a:spLocks noGrp="1"/>
          </p:cNvSpPr>
          <p:nvPr/>
        </p:nvSpPr>
        <p:spPr>
          <a:xfrm>
            <a:off x="1321857" y="5618964"/>
            <a:ext cx="28398" cy="28398"/>
          </a:xfrm>
          <a:prstGeom prst="ellipse">
            <a:avLst/>
          </a:prstGeom>
          <a:solidFill>
            <a:srgbClr val="5879BD">
              <a:alpha val="30000"/>
            </a:srgbClr>
          </a:solidFill>
          <a:ln w="0">
            <a:noFill/>
            <a:prstDash val="solid"/>
          </a:ln>
        </p:spPr>
      </p:sp>
      <p:sp>
        <p:nvSpPr>
          <p:cNvPr id="1147" name="02_predicted_pose_4446">
            <a:extLst>
              <a:ext uri="{FF2B5EF4-FFF2-40B4-BE49-F238E27FC236}">
                <a16:creationId xmlns:a16="http://schemas.microsoft.com/office/drawing/2014/main" id="{A5885854-E9F6-452F-ADAE-86A055EF6731}"/>
              </a:ext>
            </a:extLst>
          </p:cNvPr>
          <p:cNvSpPr>
            <a:spLocks noGrp="1"/>
          </p:cNvSpPr>
          <p:nvPr/>
        </p:nvSpPr>
        <p:spPr>
          <a:xfrm>
            <a:off x="1335638" y="5614243"/>
            <a:ext cx="28398" cy="28398"/>
          </a:xfrm>
          <a:prstGeom prst="ellipse">
            <a:avLst/>
          </a:prstGeom>
          <a:solidFill>
            <a:srgbClr val="5879BD">
              <a:alpha val="30000"/>
            </a:srgbClr>
          </a:solidFill>
          <a:ln w="0">
            <a:noFill/>
            <a:prstDash val="solid"/>
          </a:ln>
        </p:spPr>
      </p:sp>
      <p:sp>
        <p:nvSpPr>
          <p:cNvPr id="1148" name="02_predicted_pose_4447">
            <a:extLst>
              <a:ext uri="{FF2B5EF4-FFF2-40B4-BE49-F238E27FC236}">
                <a16:creationId xmlns:a16="http://schemas.microsoft.com/office/drawing/2014/main" id="{B16F4F27-C924-4BE6-A4F0-7E583176B89B}"/>
              </a:ext>
            </a:extLst>
          </p:cNvPr>
          <p:cNvSpPr>
            <a:spLocks noGrp="1"/>
          </p:cNvSpPr>
          <p:nvPr/>
        </p:nvSpPr>
        <p:spPr>
          <a:xfrm>
            <a:off x="1349420" y="5631233"/>
            <a:ext cx="28398" cy="28398"/>
          </a:xfrm>
          <a:prstGeom prst="ellipse">
            <a:avLst/>
          </a:prstGeom>
          <a:solidFill>
            <a:srgbClr val="5879BD">
              <a:alpha val="30000"/>
            </a:srgbClr>
          </a:solidFill>
          <a:ln w="0">
            <a:noFill/>
            <a:prstDash val="solid"/>
          </a:ln>
        </p:spPr>
      </p:sp>
      <p:sp>
        <p:nvSpPr>
          <p:cNvPr id="1149" name="02_predicted_pose_4448">
            <a:extLst>
              <a:ext uri="{FF2B5EF4-FFF2-40B4-BE49-F238E27FC236}">
                <a16:creationId xmlns:a16="http://schemas.microsoft.com/office/drawing/2014/main" id="{02E96080-27B8-49E8-84CE-19BF205D0539}"/>
              </a:ext>
            </a:extLst>
          </p:cNvPr>
          <p:cNvSpPr>
            <a:spLocks noGrp="1"/>
          </p:cNvSpPr>
          <p:nvPr/>
        </p:nvSpPr>
        <p:spPr>
          <a:xfrm>
            <a:off x="1238825" y="5617647"/>
            <a:ext cx="28398" cy="28398"/>
          </a:xfrm>
          <a:prstGeom prst="ellipse">
            <a:avLst/>
          </a:prstGeom>
          <a:solidFill>
            <a:srgbClr val="5879BD">
              <a:alpha val="30000"/>
            </a:srgbClr>
          </a:solidFill>
          <a:ln w="0">
            <a:noFill/>
            <a:prstDash val="solid"/>
          </a:ln>
        </p:spPr>
      </p:sp>
      <p:sp>
        <p:nvSpPr>
          <p:cNvPr id="1150" name="02_predicted_pose_4449">
            <a:extLst>
              <a:ext uri="{FF2B5EF4-FFF2-40B4-BE49-F238E27FC236}">
                <a16:creationId xmlns:a16="http://schemas.microsoft.com/office/drawing/2014/main" id="{6C827527-4EC5-44D8-B077-2586C1C2BFFF}"/>
              </a:ext>
            </a:extLst>
          </p:cNvPr>
          <p:cNvSpPr>
            <a:spLocks noGrp="1"/>
          </p:cNvSpPr>
          <p:nvPr/>
        </p:nvSpPr>
        <p:spPr>
          <a:xfrm>
            <a:off x="1430040" y="6046189"/>
            <a:ext cx="28398" cy="28398"/>
          </a:xfrm>
          <a:prstGeom prst="ellipse">
            <a:avLst/>
          </a:prstGeom>
          <a:solidFill>
            <a:srgbClr val="5879BD">
              <a:alpha val="30000"/>
            </a:srgbClr>
          </a:solidFill>
          <a:ln w="0">
            <a:noFill/>
            <a:prstDash val="solid"/>
          </a:ln>
        </p:spPr>
      </p:sp>
      <p:sp>
        <p:nvSpPr>
          <p:cNvPr id="1151" name="02_predicted_pose_4450">
            <a:extLst>
              <a:ext uri="{FF2B5EF4-FFF2-40B4-BE49-F238E27FC236}">
                <a16:creationId xmlns:a16="http://schemas.microsoft.com/office/drawing/2014/main" id="{2E4A511F-ECDC-4273-BB8C-6DB6552CFBBB}"/>
              </a:ext>
            </a:extLst>
          </p:cNvPr>
          <p:cNvSpPr>
            <a:spLocks noGrp="1"/>
          </p:cNvSpPr>
          <p:nvPr/>
        </p:nvSpPr>
        <p:spPr>
          <a:xfrm>
            <a:off x="1301185" y="6013241"/>
            <a:ext cx="28398" cy="28398"/>
          </a:xfrm>
          <a:prstGeom prst="ellipse">
            <a:avLst/>
          </a:prstGeom>
          <a:solidFill>
            <a:srgbClr val="5879BD">
              <a:alpha val="30000"/>
            </a:srgbClr>
          </a:solidFill>
          <a:ln w="0">
            <a:noFill/>
            <a:prstDash val="solid"/>
          </a:ln>
        </p:spPr>
      </p:sp>
      <p:sp>
        <p:nvSpPr>
          <p:cNvPr id="1152" name="02_predicted_pose_4451">
            <a:extLst>
              <a:ext uri="{FF2B5EF4-FFF2-40B4-BE49-F238E27FC236}">
                <a16:creationId xmlns:a16="http://schemas.microsoft.com/office/drawing/2014/main" id="{7B2F60E6-C14A-46EE-9669-254E11E674E5}"/>
              </a:ext>
            </a:extLst>
          </p:cNvPr>
          <p:cNvSpPr>
            <a:spLocks noGrp="1"/>
          </p:cNvSpPr>
          <p:nvPr/>
        </p:nvSpPr>
        <p:spPr>
          <a:xfrm>
            <a:off x="1193347" y="5990005"/>
            <a:ext cx="28398" cy="28398"/>
          </a:xfrm>
          <a:prstGeom prst="ellipse">
            <a:avLst/>
          </a:prstGeom>
          <a:solidFill>
            <a:srgbClr val="5879BD">
              <a:alpha val="30000"/>
            </a:srgbClr>
          </a:solidFill>
          <a:ln w="0">
            <a:noFill/>
            <a:prstDash val="solid"/>
          </a:ln>
        </p:spPr>
      </p:sp>
      <p:sp>
        <p:nvSpPr>
          <p:cNvPr id="1153" name="02_predicted_pose_4452">
            <a:extLst>
              <a:ext uri="{FF2B5EF4-FFF2-40B4-BE49-F238E27FC236}">
                <a16:creationId xmlns:a16="http://schemas.microsoft.com/office/drawing/2014/main" id="{39ABABC6-F27E-4AF9-8895-1360A62DE6B1}"/>
              </a:ext>
            </a:extLst>
          </p:cNvPr>
          <p:cNvSpPr>
            <a:spLocks noGrp="1"/>
          </p:cNvSpPr>
          <p:nvPr/>
        </p:nvSpPr>
        <p:spPr>
          <a:xfrm>
            <a:off x="1314967" y="6058282"/>
            <a:ext cx="28398" cy="28398"/>
          </a:xfrm>
          <a:prstGeom prst="ellipse">
            <a:avLst/>
          </a:prstGeom>
          <a:solidFill>
            <a:srgbClr val="5879BD">
              <a:alpha val="30000"/>
            </a:srgbClr>
          </a:solidFill>
          <a:ln w="0">
            <a:noFill/>
            <a:prstDash val="solid"/>
          </a:ln>
        </p:spPr>
      </p:sp>
      <p:sp>
        <p:nvSpPr>
          <p:cNvPr id="1154" name="02_predicted_pose_4453">
            <a:extLst>
              <a:ext uri="{FF2B5EF4-FFF2-40B4-BE49-F238E27FC236}">
                <a16:creationId xmlns:a16="http://schemas.microsoft.com/office/drawing/2014/main" id="{7F0485EF-CD58-4F50-9E99-CABF812D7846}"/>
              </a:ext>
            </a:extLst>
          </p:cNvPr>
          <p:cNvSpPr>
            <a:spLocks noGrp="1"/>
          </p:cNvSpPr>
          <p:nvPr/>
        </p:nvSpPr>
        <p:spPr>
          <a:xfrm>
            <a:off x="1422116" y="5801881"/>
            <a:ext cx="28398" cy="28398"/>
          </a:xfrm>
          <a:prstGeom prst="ellipse">
            <a:avLst/>
          </a:prstGeom>
          <a:solidFill>
            <a:srgbClr val="5879BD">
              <a:alpha val="30000"/>
            </a:srgbClr>
          </a:solidFill>
          <a:ln w="0">
            <a:noFill/>
            <a:prstDash val="solid"/>
          </a:ln>
        </p:spPr>
      </p:sp>
      <p:sp>
        <p:nvSpPr>
          <p:cNvPr id="1155" name="02_predicted_pose_4454">
            <a:extLst>
              <a:ext uri="{FF2B5EF4-FFF2-40B4-BE49-F238E27FC236}">
                <a16:creationId xmlns:a16="http://schemas.microsoft.com/office/drawing/2014/main" id="{232B4D21-C97F-472B-B1B7-1D584D85C200}"/>
              </a:ext>
            </a:extLst>
          </p:cNvPr>
          <p:cNvSpPr>
            <a:spLocks noGrp="1"/>
          </p:cNvSpPr>
          <p:nvPr/>
        </p:nvSpPr>
        <p:spPr>
          <a:xfrm>
            <a:off x="1477241" y="5864491"/>
            <a:ext cx="28398" cy="28398"/>
          </a:xfrm>
          <a:prstGeom prst="ellipse">
            <a:avLst/>
          </a:prstGeom>
          <a:solidFill>
            <a:srgbClr val="5879BD">
              <a:alpha val="30000"/>
            </a:srgbClr>
          </a:solidFill>
          <a:ln w="0">
            <a:noFill/>
            <a:prstDash val="solid"/>
          </a:ln>
        </p:spPr>
      </p:sp>
      <p:sp>
        <p:nvSpPr>
          <p:cNvPr id="1156" name="02_predicted_pose_4455">
            <a:extLst>
              <a:ext uri="{FF2B5EF4-FFF2-40B4-BE49-F238E27FC236}">
                <a16:creationId xmlns:a16="http://schemas.microsoft.com/office/drawing/2014/main" id="{EA8738D1-EB39-4D8D-80D2-65B20896545C}"/>
              </a:ext>
            </a:extLst>
          </p:cNvPr>
          <p:cNvSpPr>
            <a:spLocks noGrp="1"/>
          </p:cNvSpPr>
          <p:nvPr/>
        </p:nvSpPr>
        <p:spPr>
          <a:xfrm>
            <a:off x="1270522" y="5661315"/>
            <a:ext cx="28398" cy="28398"/>
          </a:xfrm>
          <a:prstGeom prst="ellipse">
            <a:avLst/>
          </a:prstGeom>
          <a:solidFill>
            <a:srgbClr val="5879BD">
              <a:alpha val="30000"/>
            </a:srgbClr>
          </a:solidFill>
          <a:ln w="0">
            <a:noFill/>
            <a:prstDash val="solid"/>
          </a:ln>
        </p:spPr>
      </p:sp>
      <p:sp>
        <p:nvSpPr>
          <p:cNvPr id="1157" name="02_predicted_pose_4456">
            <a:extLst>
              <a:ext uri="{FF2B5EF4-FFF2-40B4-BE49-F238E27FC236}">
                <a16:creationId xmlns:a16="http://schemas.microsoft.com/office/drawing/2014/main" id="{57C84FF2-AA66-40E9-A4FA-35C2112E9C94}"/>
              </a:ext>
            </a:extLst>
          </p:cNvPr>
          <p:cNvSpPr>
            <a:spLocks noGrp="1"/>
          </p:cNvSpPr>
          <p:nvPr/>
        </p:nvSpPr>
        <p:spPr>
          <a:xfrm>
            <a:off x="1298085" y="5636012"/>
            <a:ext cx="28398" cy="28398"/>
          </a:xfrm>
          <a:prstGeom prst="ellipse">
            <a:avLst/>
          </a:prstGeom>
          <a:solidFill>
            <a:srgbClr val="5879BD">
              <a:alpha val="30000"/>
            </a:srgbClr>
          </a:solidFill>
          <a:ln w="0">
            <a:noFill/>
            <a:prstDash val="solid"/>
          </a:ln>
        </p:spPr>
      </p:sp>
      <p:sp>
        <p:nvSpPr>
          <p:cNvPr id="1158" name="02_predicted_pose_4457">
            <a:extLst>
              <a:ext uri="{FF2B5EF4-FFF2-40B4-BE49-F238E27FC236}">
                <a16:creationId xmlns:a16="http://schemas.microsoft.com/office/drawing/2014/main" id="{236ACA74-DD34-49E3-9B3F-0DD486F86B97}"/>
              </a:ext>
            </a:extLst>
          </p:cNvPr>
          <p:cNvSpPr>
            <a:spLocks noGrp="1"/>
          </p:cNvSpPr>
          <p:nvPr/>
        </p:nvSpPr>
        <p:spPr>
          <a:xfrm>
            <a:off x="1339428" y="5666385"/>
            <a:ext cx="28398" cy="28398"/>
          </a:xfrm>
          <a:prstGeom prst="ellipse">
            <a:avLst/>
          </a:prstGeom>
          <a:solidFill>
            <a:srgbClr val="5879BD">
              <a:alpha val="30000"/>
            </a:srgbClr>
          </a:solidFill>
          <a:ln w="0">
            <a:noFill/>
            <a:prstDash val="solid"/>
          </a:ln>
        </p:spPr>
      </p:sp>
      <p:sp>
        <p:nvSpPr>
          <p:cNvPr id="1159" name="02_predicted_pose_4458">
            <a:extLst>
              <a:ext uri="{FF2B5EF4-FFF2-40B4-BE49-F238E27FC236}">
                <a16:creationId xmlns:a16="http://schemas.microsoft.com/office/drawing/2014/main" id="{315AEEAD-CF34-4274-84B2-9C1AD24B2563}"/>
              </a:ext>
            </a:extLst>
          </p:cNvPr>
          <p:cNvSpPr>
            <a:spLocks noGrp="1"/>
          </p:cNvSpPr>
          <p:nvPr/>
        </p:nvSpPr>
        <p:spPr>
          <a:xfrm>
            <a:off x="1366991" y="5629591"/>
            <a:ext cx="28398" cy="28398"/>
          </a:xfrm>
          <a:prstGeom prst="ellipse">
            <a:avLst/>
          </a:prstGeom>
          <a:solidFill>
            <a:srgbClr val="5879BD">
              <a:alpha val="30000"/>
            </a:srgbClr>
          </a:solidFill>
          <a:ln w="0">
            <a:noFill/>
            <a:prstDash val="solid"/>
          </a:ln>
        </p:spPr>
      </p:sp>
      <p:sp>
        <p:nvSpPr>
          <p:cNvPr id="1160" name="02_predicted_pose_4459">
            <a:extLst>
              <a:ext uri="{FF2B5EF4-FFF2-40B4-BE49-F238E27FC236}">
                <a16:creationId xmlns:a16="http://schemas.microsoft.com/office/drawing/2014/main" id="{DE39EF98-DC38-417F-A5A0-17F4FFD95574}"/>
              </a:ext>
            </a:extLst>
          </p:cNvPr>
          <p:cNvSpPr>
            <a:spLocks noGrp="1"/>
          </p:cNvSpPr>
          <p:nvPr/>
        </p:nvSpPr>
        <p:spPr>
          <a:xfrm>
            <a:off x="1380772" y="5650694"/>
            <a:ext cx="28398" cy="28398"/>
          </a:xfrm>
          <a:prstGeom prst="ellipse">
            <a:avLst/>
          </a:prstGeom>
          <a:solidFill>
            <a:srgbClr val="5879BD">
              <a:alpha val="30000"/>
            </a:srgbClr>
          </a:solidFill>
          <a:ln w="0">
            <a:noFill/>
            <a:prstDash val="solid"/>
          </a:ln>
        </p:spPr>
      </p:sp>
      <p:sp>
        <p:nvSpPr>
          <p:cNvPr id="1161" name="02_predicted_pose_4460">
            <a:extLst>
              <a:ext uri="{FF2B5EF4-FFF2-40B4-BE49-F238E27FC236}">
                <a16:creationId xmlns:a16="http://schemas.microsoft.com/office/drawing/2014/main" id="{E5D9EC89-2A2E-4E3F-8D03-F305F1A11B8F}"/>
              </a:ext>
            </a:extLst>
          </p:cNvPr>
          <p:cNvSpPr>
            <a:spLocks noGrp="1"/>
          </p:cNvSpPr>
          <p:nvPr/>
        </p:nvSpPr>
        <p:spPr>
          <a:xfrm>
            <a:off x="1283959" y="5647500"/>
            <a:ext cx="28398" cy="28398"/>
          </a:xfrm>
          <a:prstGeom prst="ellipse">
            <a:avLst/>
          </a:prstGeom>
          <a:solidFill>
            <a:srgbClr val="5879BD">
              <a:alpha val="30000"/>
            </a:srgbClr>
          </a:solidFill>
          <a:ln w="0">
            <a:noFill/>
            <a:prstDash val="solid"/>
          </a:ln>
        </p:spPr>
      </p:sp>
      <p:sp>
        <p:nvSpPr>
          <p:cNvPr id="1162" name="02_predicted_pose_4461">
            <a:extLst>
              <a:ext uri="{FF2B5EF4-FFF2-40B4-BE49-F238E27FC236}">
                <a16:creationId xmlns:a16="http://schemas.microsoft.com/office/drawing/2014/main" id="{AF2944CF-F4DA-4E16-B345-7CAA2F04662F}"/>
              </a:ext>
            </a:extLst>
          </p:cNvPr>
          <p:cNvSpPr>
            <a:spLocks noGrp="1"/>
          </p:cNvSpPr>
          <p:nvPr/>
        </p:nvSpPr>
        <p:spPr>
          <a:xfrm>
            <a:off x="1386629" y="5110491"/>
            <a:ext cx="28398" cy="28398"/>
          </a:xfrm>
          <a:prstGeom prst="ellipse">
            <a:avLst/>
          </a:prstGeom>
          <a:solidFill>
            <a:srgbClr val="5879BD">
              <a:alpha val="30000"/>
            </a:srgbClr>
          </a:solidFill>
          <a:ln w="0">
            <a:noFill/>
            <a:prstDash val="solid"/>
          </a:ln>
        </p:spPr>
      </p:sp>
      <p:sp>
        <p:nvSpPr>
          <p:cNvPr id="1163" name="02_predicted_pose_4462">
            <a:extLst>
              <a:ext uri="{FF2B5EF4-FFF2-40B4-BE49-F238E27FC236}">
                <a16:creationId xmlns:a16="http://schemas.microsoft.com/office/drawing/2014/main" id="{9CCCF688-7649-438F-848C-0474E53B5F1B}"/>
              </a:ext>
            </a:extLst>
          </p:cNvPr>
          <p:cNvSpPr>
            <a:spLocks noGrp="1"/>
          </p:cNvSpPr>
          <p:nvPr/>
        </p:nvSpPr>
        <p:spPr>
          <a:xfrm>
            <a:off x="1414192" y="5866203"/>
            <a:ext cx="28398" cy="28398"/>
          </a:xfrm>
          <a:prstGeom prst="ellipse">
            <a:avLst/>
          </a:prstGeom>
          <a:solidFill>
            <a:srgbClr val="5879BD">
              <a:alpha val="30000"/>
            </a:srgbClr>
          </a:solidFill>
          <a:ln w="0">
            <a:noFill/>
            <a:prstDash val="solid"/>
          </a:ln>
        </p:spPr>
      </p:sp>
      <p:sp>
        <p:nvSpPr>
          <p:cNvPr id="1164" name="02_predicted_pose_4463">
            <a:extLst>
              <a:ext uri="{FF2B5EF4-FFF2-40B4-BE49-F238E27FC236}">
                <a16:creationId xmlns:a16="http://schemas.microsoft.com/office/drawing/2014/main" id="{E082274C-3869-473D-B8AB-4C24EF4BF4E7}"/>
              </a:ext>
            </a:extLst>
          </p:cNvPr>
          <p:cNvSpPr>
            <a:spLocks noGrp="1"/>
          </p:cNvSpPr>
          <p:nvPr/>
        </p:nvSpPr>
        <p:spPr>
          <a:xfrm>
            <a:off x="1441754" y="5106239"/>
            <a:ext cx="28398" cy="28398"/>
          </a:xfrm>
          <a:prstGeom prst="ellipse">
            <a:avLst/>
          </a:prstGeom>
          <a:solidFill>
            <a:srgbClr val="5879BD">
              <a:alpha val="30000"/>
            </a:srgbClr>
          </a:solidFill>
          <a:ln w="0">
            <a:noFill/>
            <a:prstDash val="solid"/>
          </a:ln>
        </p:spPr>
      </p:sp>
      <p:sp>
        <p:nvSpPr>
          <p:cNvPr id="1165" name="02_predicted_pose_4464">
            <a:extLst>
              <a:ext uri="{FF2B5EF4-FFF2-40B4-BE49-F238E27FC236}">
                <a16:creationId xmlns:a16="http://schemas.microsoft.com/office/drawing/2014/main" id="{8B7BBCAC-C05A-4E42-8834-B6D73BE7832A}"/>
              </a:ext>
            </a:extLst>
          </p:cNvPr>
          <p:cNvSpPr>
            <a:spLocks noGrp="1"/>
          </p:cNvSpPr>
          <p:nvPr/>
        </p:nvSpPr>
        <p:spPr>
          <a:xfrm>
            <a:off x="1469316" y="5120595"/>
            <a:ext cx="28398" cy="28398"/>
          </a:xfrm>
          <a:prstGeom prst="ellipse">
            <a:avLst/>
          </a:prstGeom>
          <a:solidFill>
            <a:srgbClr val="5879BD">
              <a:alpha val="30000"/>
            </a:srgbClr>
          </a:solidFill>
          <a:ln w="0">
            <a:noFill/>
            <a:prstDash val="solid"/>
          </a:ln>
        </p:spPr>
      </p:sp>
      <p:sp>
        <p:nvSpPr>
          <p:cNvPr id="1166" name="02_predicted_pose_4465">
            <a:extLst>
              <a:ext uri="{FF2B5EF4-FFF2-40B4-BE49-F238E27FC236}">
                <a16:creationId xmlns:a16="http://schemas.microsoft.com/office/drawing/2014/main" id="{4325BD77-769C-47B1-B021-962E51DD06C1}"/>
              </a:ext>
            </a:extLst>
          </p:cNvPr>
          <p:cNvSpPr>
            <a:spLocks noGrp="1"/>
          </p:cNvSpPr>
          <p:nvPr/>
        </p:nvSpPr>
        <p:spPr>
          <a:xfrm>
            <a:off x="1238481" y="5866886"/>
            <a:ext cx="28398" cy="28398"/>
          </a:xfrm>
          <a:prstGeom prst="ellipse">
            <a:avLst/>
          </a:prstGeom>
          <a:solidFill>
            <a:srgbClr val="5879BD">
              <a:alpha val="30000"/>
            </a:srgbClr>
          </a:solidFill>
          <a:ln w="0">
            <a:noFill/>
            <a:prstDash val="solid"/>
          </a:ln>
        </p:spPr>
      </p:sp>
      <p:sp>
        <p:nvSpPr>
          <p:cNvPr id="1167" name="02_predicted_pose_4466">
            <a:extLst>
              <a:ext uri="{FF2B5EF4-FFF2-40B4-BE49-F238E27FC236}">
                <a16:creationId xmlns:a16="http://schemas.microsoft.com/office/drawing/2014/main" id="{77102D13-AB20-4F9D-A15F-A9E8DF15D9BA}"/>
              </a:ext>
            </a:extLst>
          </p:cNvPr>
          <p:cNvSpPr>
            <a:spLocks noGrp="1"/>
          </p:cNvSpPr>
          <p:nvPr/>
        </p:nvSpPr>
        <p:spPr>
          <a:xfrm>
            <a:off x="1252262" y="5960168"/>
            <a:ext cx="28398" cy="28398"/>
          </a:xfrm>
          <a:prstGeom prst="ellipse">
            <a:avLst/>
          </a:prstGeom>
          <a:solidFill>
            <a:srgbClr val="5879BD">
              <a:alpha val="30000"/>
            </a:srgbClr>
          </a:solidFill>
          <a:ln w="0">
            <a:noFill/>
            <a:prstDash val="solid"/>
          </a:ln>
        </p:spPr>
      </p:sp>
      <p:sp>
        <p:nvSpPr>
          <p:cNvPr id="1168" name="02_predicted_pose_4467">
            <a:extLst>
              <a:ext uri="{FF2B5EF4-FFF2-40B4-BE49-F238E27FC236}">
                <a16:creationId xmlns:a16="http://schemas.microsoft.com/office/drawing/2014/main" id="{C5B44C8D-1620-42E9-8687-0FE2EA2E8E22}"/>
              </a:ext>
            </a:extLst>
          </p:cNvPr>
          <p:cNvSpPr>
            <a:spLocks noGrp="1"/>
          </p:cNvSpPr>
          <p:nvPr/>
        </p:nvSpPr>
        <p:spPr>
          <a:xfrm>
            <a:off x="1279824" y="6000657"/>
            <a:ext cx="28398" cy="28398"/>
          </a:xfrm>
          <a:prstGeom prst="ellipse">
            <a:avLst/>
          </a:prstGeom>
          <a:solidFill>
            <a:srgbClr val="5879BD">
              <a:alpha val="30000"/>
            </a:srgbClr>
          </a:solidFill>
          <a:ln w="0">
            <a:noFill/>
            <a:prstDash val="solid"/>
          </a:ln>
        </p:spPr>
      </p:sp>
      <p:sp>
        <p:nvSpPr>
          <p:cNvPr id="1169" name="02_predicted_pose_4468">
            <a:extLst>
              <a:ext uri="{FF2B5EF4-FFF2-40B4-BE49-F238E27FC236}">
                <a16:creationId xmlns:a16="http://schemas.microsoft.com/office/drawing/2014/main" id="{3E1CE7E5-58EC-40CB-9B65-BFE744B03E2F}"/>
              </a:ext>
            </a:extLst>
          </p:cNvPr>
          <p:cNvSpPr>
            <a:spLocks noGrp="1"/>
          </p:cNvSpPr>
          <p:nvPr/>
        </p:nvSpPr>
        <p:spPr>
          <a:xfrm>
            <a:off x="1307387" y="5959784"/>
            <a:ext cx="28398" cy="28398"/>
          </a:xfrm>
          <a:prstGeom prst="ellipse">
            <a:avLst/>
          </a:prstGeom>
          <a:solidFill>
            <a:srgbClr val="5879BD">
              <a:alpha val="30000"/>
            </a:srgbClr>
          </a:solidFill>
          <a:ln w="0">
            <a:noFill/>
            <a:prstDash val="solid"/>
          </a:ln>
        </p:spPr>
      </p:sp>
      <p:sp>
        <p:nvSpPr>
          <p:cNvPr id="1170" name="02_predicted_pose_4469">
            <a:extLst>
              <a:ext uri="{FF2B5EF4-FFF2-40B4-BE49-F238E27FC236}">
                <a16:creationId xmlns:a16="http://schemas.microsoft.com/office/drawing/2014/main" id="{80BBCF81-488F-4C37-A776-0A77ED37A1B7}"/>
              </a:ext>
            </a:extLst>
          </p:cNvPr>
          <p:cNvSpPr>
            <a:spLocks noGrp="1"/>
          </p:cNvSpPr>
          <p:nvPr/>
        </p:nvSpPr>
        <p:spPr>
          <a:xfrm>
            <a:off x="1334949" y="5917346"/>
            <a:ext cx="28398" cy="28398"/>
          </a:xfrm>
          <a:prstGeom prst="ellipse">
            <a:avLst/>
          </a:prstGeom>
          <a:solidFill>
            <a:srgbClr val="5879BD">
              <a:alpha val="30000"/>
            </a:srgbClr>
          </a:solidFill>
          <a:ln w="0">
            <a:noFill/>
            <a:prstDash val="solid"/>
          </a:ln>
        </p:spPr>
      </p:sp>
      <p:sp>
        <p:nvSpPr>
          <p:cNvPr id="1171" name="02_predicted_pose_4470">
            <a:extLst>
              <a:ext uri="{FF2B5EF4-FFF2-40B4-BE49-F238E27FC236}">
                <a16:creationId xmlns:a16="http://schemas.microsoft.com/office/drawing/2014/main" id="{3F2C550E-6D44-4299-8EED-F7DCA627995A}"/>
              </a:ext>
            </a:extLst>
          </p:cNvPr>
          <p:cNvSpPr>
            <a:spLocks noGrp="1"/>
          </p:cNvSpPr>
          <p:nvPr/>
        </p:nvSpPr>
        <p:spPr>
          <a:xfrm>
            <a:off x="1359756" y="4939759"/>
            <a:ext cx="28398" cy="28398"/>
          </a:xfrm>
          <a:prstGeom prst="ellipse">
            <a:avLst/>
          </a:prstGeom>
          <a:solidFill>
            <a:srgbClr val="5879BD">
              <a:alpha val="30000"/>
            </a:srgbClr>
          </a:solidFill>
          <a:ln w="0">
            <a:noFill/>
            <a:prstDash val="solid"/>
          </a:ln>
        </p:spPr>
      </p:sp>
      <p:sp>
        <p:nvSpPr>
          <p:cNvPr id="1172" name="02_predicted_pose_4471">
            <a:extLst>
              <a:ext uri="{FF2B5EF4-FFF2-40B4-BE49-F238E27FC236}">
                <a16:creationId xmlns:a16="http://schemas.microsoft.com/office/drawing/2014/main" id="{EE3D2539-CE5E-477A-ACBB-049BE78D083E}"/>
              </a:ext>
            </a:extLst>
          </p:cNvPr>
          <p:cNvSpPr>
            <a:spLocks noGrp="1"/>
          </p:cNvSpPr>
          <p:nvPr/>
        </p:nvSpPr>
        <p:spPr>
          <a:xfrm>
            <a:off x="1373537" y="4997660"/>
            <a:ext cx="28398" cy="28398"/>
          </a:xfrm>
          <a:prstGeom prst="ellipse">
            <a:avLst/>
          </a:prstGeom>
          <a:solidFill>
            <a:srgbClr val="5879BD">
              <a:alpha val="30000"/>
            </a:srgbClr>
          </a:solidFill>
          <a:ln w="0">
            <a:noFill/>
            <a:prstDash val="solid"/>
          </a:ln>
        </p:spPr>
      </p:sp>
      <p:sp>
        <p:nvSpPr>
          <p:cNvPr id="1173" name="02_predicted_pose_4472">
            <a:extLst>
              <a:ext uri="{FF2B5EF4-FFF2-40B4-BE49-F238E27FC236}">
                <a16:creationId xmlns:a16="http://schemas.microsoft.com/office/drawing/2014/main" id="{2D2E59FE-C534-408E-B320-51695F8C55FB}"/>
              </a:ext>
            </a:extLst>
          </p:cNvPr>
          <p:cNvSpPr>
            <a:spLocks noGrp="1"/>
          </p:cNvSpPr>
          <p:nvPr/>
        </p:nvSpPr>
        <p:spPr>
          <a:xfrm>
            <a:off x="1304631" y="5925296"/>
            <a:ext cx="28398" cy="28398"/>
          </a:xfrm>
          <a:prstGeom prst="ellipse">
            <a:avLst/>
          </a:prstGeom>
          <a:solidFill>
            <a:srgbClr val="5879BD">
              <a:alpha val="30000"/>
            </a:srgbClr>
          </a:solidFill>
          <a:ln w="0">
            <a:noFill/>
            <a:prstDash val="solid"/>
          </a:ln>
        </p:spPr>
      </p:sp>
      <p:sp>
        <p:nvSpPr>
          <p:cNvPr id="1174" name="02_predicted_pose_4473">
            <a:extLst>
              <a:ext uri="{FF2B5EF4-FFF2-40B4-BE49-F238E27FC236}">
                <a16:creationId xmlns:a16="http://schemas.microsoft.com/office/drawing/2014/main" id="{8BEB871B-17CE-425B-809C-0623DDB17007}"/>
              </a:ext>
            </a:extLst>
          </p:cNvPr>
          <p:cNvSpPr>
            <a:spLocks noGrp="1"/>
          </p:cNvSpPr>
          <p:nvPr/>
        </p:nvSpPr>
        <p:spPr>
          <a:xfrm>
            <a:off x="1251917" y="5787959"/>
            <a:ext cx="28398" cy="28398"/>
          </a:xfrm>
          <a:prstGeom prst="ellipse">
            <a:avLst/>
          </a:prstGeom>
          <a:solidFill>
            <a:srgbClr val="5879BD">
              <a:alpha val="30000"/>
            </a:srgbClr>
          </a:solidFill>
          <a:ln w="0">
            <a:noFill/>
            <a:prstDash val="solid"/>
          </a:ln>
        </p:spPr>
      </p:sp>
      <p:sp>
        <p:nvSpPr>
          <p:cNvPr id="1175" name="02_predicted_pose_4474">
            <a:extLst>
              <a:ext uri="{FF2B5EF4-FFF2-40B4-BE49-F238E27FC236}">
                <a16:creationId xmlns:a16="http://schemas.microsoft.com/office/drawing/2014/main" id="{C446C085-A7E4-48F5-8F74-39CD067318FA}"/>
              </a:ext>
            </a:extLst>
          </p:cNvPr>
          <p:cNvSpPr>
            <a:spLocks noGrp="1"/>
          </p:cNvSpPr>
          <p:nvPr/>
        </p:nvSpPr>
        <p:spPr>
          <a:xfrm>
            <a:off x="1168541" y="5972734"/>
            <a:ext cx="28398" cy="28398"/>
          </a:xfrm>
          <a:prstGeom prst="ellipse">
            <a:avLst/>
          </a:prstGeom>
          <a:solidFill>
            <a:srgbClr val="5879BD">
              <a:alpha val="30000"/>
            </a:srgbClr>
          </a:solidFill>
          <a:ln w="0">
            <a:noFill/>
            <a:prstDash val="solid"/>
          </a:ln>
        </p:spPr>
      </p:sp>
      <p:sp>
        <p:nvSpPr>
          <p:cNvPr id="1176" name="02_predicted_pose_4475">
            <a:extLst>
              <a:ext uri="{FF2B5EF4-FFF2-40B4-BE49-F238E27FC236}">
                <a16:creationId xmlns:a16="http://schemas.microsoft.com/office/drawing/2014/main" id="{F0A25695-75B8-48EF-A3B2-39197F29FC5D}"/>
              </a:ext>
            </a:extLst>
          </p:cNvPr>
          <p:cNvSpPr>
            <a:spLocks noGrp="1"/>
          </p:cNvSpPr>
          <p:nvPr/>
        </p:nvSpPr>
        <p:spPr>
          <a:xfrm>
            <a:off x="1412469" y="5053191"/>
            <a:ext cx="28398" cy="28398"/>
          </a:xfrm>
          <a:prstGeom prst="ellipse">
            <a:avLst/>
          </a:prstGeom>
          <a:solidFill>
            <a:srgbClr val="5879BD">
              <a:alpha val="30000"/>
            </a:srgbClr>
          </a:solidFill>
          <a:ln w="0">
            <a:noFill/>
            <a:prstDash val="solid"/>
          </a:ln>
        </p:spPr>
      </p:sp>
      <p:sp>
        <p:nvSpPr>
          <p:cNvPr id="1177" name="02_predicted_pose_4476">
            <a:extLst>
              <a:ext uri="{FF2B5EF4-FFF2-40B4-BE49-F238E27FC236}">
                <a16:creationId xmlns:a16="http://schemas.microsoft.com/office/drawing/2014/main" id="{78D4EC98-4A12-495A-BEC6-40D9E82AE54B}"/>
              </a:ext>
            </a:extLst>
          </p:cNvPr>
          <p:cNvSpPr>
            <a:spLocks noGrp="1"/>
          </p:cNvSpPr>
          <p:nvPr/>
        </p:nvSpPr>
        <p:spPr>
          <a:xfrm>
            <a:off x="1369402" y="5040476"/>
            <a:ext cx="28398" cy="28398"/>
          </a:xfrm>
          <a:prstGeom prst="ellipse">
            <a:avLst/>
          </a:prstGeom>
          <a:solidFill>
            <a:srgbClr val="5879BD">
              <a:alpha val="30000"/>
            </a:srgbClr>
          </a:solidFill>
          <a:ln w="0">
            <a:noFill/>
            <a:prstDash val="solid"/>
          </a:ln>
        </p:spPr>
      </p:sp>
      <p:sp>
        <p:nvSpPr>
          <p:cNvPr id="1178" name="02_predicted_pose_4477">
            <a:extLst>
              <a:ext uri="{FF2B5EF4-FFF2-40B4-BE49-F238E27FC236}">
                <a16:creationId xmlns:a16="http://schemas.microsoft.com/office/drawing/2014/main" id="{DDFAC964-79B1-4EC8-8A54-C1715EEFCA40}"/>
              </a:ext>
            </a:extLst>
          </p:cNvPr>
          <p:cNvSpPr>
            <a:spLocks noGrp="1"/>
          </p:cNvSpPr>
          <p:nvPr/>
        </p:nvSpPr>
        <p:spPr>
          <a:xfrm>
            <a:off x="1383184" y="4944145"/>
            <a:ext cx="28398" cy="28398"/>
          </a:xfrm>
          <a:prstGeom prst="ellipse">
            <a:avLst/>
          </a:prstGeom>
          <a:solidFill>
            <a:srgbClr val="5879BD">
              <a:alpha val="30000"/>
            </a:srgbClr>
          </a:solidFill>
          <a:ln w="0">
            <a:noFill/>
            <a:prstDash val="solid"/>
          </a:ln>
        </p:spPr>
      </p:sp>
      <p:sp>
        <p:nvSpPr>
          <p:cNvPr id="1179" name="02_predicted_pose_4478">
            <a:extLst>
              <a:ext uri="{FF2B5EF4-FFF2-40B4-BE49-F238E27FC236}">
                <a16:creationId xmlns:a16="http://schemas.microsoft.com/office/drawing/2014/main" id="{5D0BA2D2-59BC-4864-A9D3-F4F6E52B646F}"/>
              </a:ext>
            </a:extLst>
          </p:cNvPr>
          <p:cNvSpPr>
            <a:spLocks noGrp="1"/>
          </p:cNvSpPr>
          <p:nvPr/>
        </p:nvSpPr>
        <p:spPr>
          <a:xfrm>
            <a:off x="1189213" y="5368060"/>
            <a:ext cx="28398" cy="28398"/>
          </a:xfrm>
          <a:prstGeom prst="ellipse">
            <a:avLst/>
          </a:prstGeom>
          <a:solidFill>
            <a:srgbClr val="5879BD">
              <a:alpha val="30000"/>
            </a:srgbClr>
          </a:solidFill>
          <a:ln w="0">
            <a:noFill/>
            <a:prstDash val="solid"/>
          </a:ln>
        </p:spPr>
      </p:sp>
      <p:sp>
        <p:nvSpPr>
          <p:cNvPr id="1180" name="02_predicted_pose_4479">
            <a:extLst>
              <a:ext uri="{FF2B5EF4-FFF2-40B4-BE49-F238E27FC236}">
                <a16:creationId xmlns:a16="http://schemas.microsoft.com/office/drawing/2014/main" id="{2616DFB6-AD5B-4623-A0A9-523605F51F12}"/>
              </a:ext>
            </a:extLst>
          </p:cNvPr>
          <p:cNvSpPr>
            <a:spLocks noGrp="1"/>
          </p:cNvSpPr>
          <p:nvPr/>
        </p:nvSpPr>
        <p:spPr>
          <a:xfrm>
            <a:off x="1369747" y="5368565"/>
            <a:ext cx="28398" cy="28398"/>
          </a:xfrm>
          <a:prstGeom prst="ellipse">
            <a:avLst/>
          </a:prstGeom>
          <a:solidFill>
            <a:srgbClr val="5879BD">
              <a:alpha val="30000"/>
            </a:srgbClr>
          </a:solidFill>
          <a:ln w="0">
            <a:noFill/>
            <a:prstDash val="solid"/>
          </a:ln>
        </p:spPr>
      </p:sp>
      <p:sp>
        <p:nvSpPr>
          <p:cNvPr id="1181" name="02_predicted_pose_4480">
            <a:extLst>
              <a:ext uri="{FF2B5EF4-FFF2-40B4-BE49-F238E27FC236}">
                <a16:creationId xmlns:a16="http://schemas.microsoft.com/office/drawing/2014/main" id="{8073E9D9-F234-44BE-B52D-4DE037EBBECF}"/>
              </a:ext>
            </a:extLst>
          </p:cNvPr>
          <p:cNvSpPr>
            <a:spLocks noGrp="1"/>
          </p:cNvSpPr>
          <p:nvPr/>
        </p:nvSpPr>
        <p:spPr>
          <a:xfrm>
            <a:off x="1383528" y="5277871"/>
            <a:ext cx="28398" cy="28398"/>
          </a:xfrm>
          <a:prstGeom prst="ellipse">
            <a:avLst/>
          </a:prstGeom>
          <a:solidFill>
            <a:srgbClr val="5879BD">
              <a:alpha val="30000"/>
            </a:srgbClr>
          </a:solidFill>
          <a:ln w="0">
            <a:noFill/>
            <a:prstDash val="solid"/>
          </a:ln>
        </p:spPr>
      </p:sp>
      <p:sp>
        <p:nvSpPr>
          <p:cNvPr id="1182" name="02_predicted_pose_4481">
            <a:extLst>
              <a:ext uri="{FF2B5EF4-FFF2-40B4-BE49-F238E27FC236}">
                <a16:creationId xmlns:a16="http://schemas.microsoft.com/office/drawing/2014/main" id="{DC632D3B-D71E-424E-A709-D258888318E7}"/>
              </a:ext>
            </a:extLst>
          </p:cNvPr>
          <p:cNvSpPr>
            <a:spLocks noGrp="1"/>
          </p:cNvSpPr>
          <p:nvPr/>
        </p:nvSpPr>
        <p:spPr>
          <a:xfrm>
            <a:off x="1397309" y="5786392"/>
            <a:ext cx="28398" cy="28398"/>
          </a:xfrm>
          <a:prstGeom prst="ellipse">
            <a:avLst/>
          </a:prstGeom>
          <a:solidFill>
            <a:srgbClr val="5879BD">
              <a:alpha val="30000"/>
            </a:srgbClr>
          </a:solidFill>
          <a:ln w="0">
            <a:noFill/>
            <a:prstDash val="solid"/>
          </a:ln>
        </p:spPr>
      </p:sp>
      <p:sp>
        <p:nvSpPr>
          <p:cNvPr id="1183" name="02_predicted_pose_4482">
            <a:extLst>
              <a:ext uri="{FF2B5EF4-FFF2-40B4-BE49-F238E27FC236}">
                <a16:creationId xmlns:a16="http://schemas.microsoft.com/office/drawing/2014/main" id="{94D87176-8818-49C5-AA38-41FA1965E146}"/>
              </a:ext>
            </a:extLst>
          </p:cNvPr>
          <p:cNvSpPr>
            <a:spLocks noGrp="1"/>
          </p:cNvSpPr>
          <p:nvPr/>
        </p:nvSpPr>
        <p:spPr>
          <a:xfrm>
            <a:off x="1411091" y="5380239"/>
            <a:ext cx="28398" cy="28398"/>
          </a:xfrm>
          <a:prstGeom prst="ellipse">
            <a:avLst/>
          </a:prstGeom>
          <a:solidFill>
            <a:srgbClr val="5879BD">
              <a:alpha val="30000"/>
            </a:srgbClr>
          </a:solidFill>
          <a:ln w="0">
            <a:noFill/>
            <a:prstDash val="solid"/>
          </a:ln>
        </p:spPr>
      </p:sp>
      <p:sp>
        <p:nvSpPr>
          <p:cNvPr id="1184" name="02_predicted_pose_4483">
            <a:extLst>
              <a:ext uri="{FF2B5EF4-FFF2-40B4-BE49-F238E27FC236}">
                <a16:creationId xmlns:a16="http://schemas.microsoft.com/office/drawing/2014/main" id="{523BB54C-FD44-4C00-941E-C767133338C9}"/>
              </a:ext>
            </a:extLst>
          </p:cNvPr>
          <p:cNvSpPr>
            <a:spLocks noGrp="1"/>
          </p:cNvSpPr>
          <p:nvPr/>
        </p:nvSpPr>
        <p:spPr>
          <a:xfrm>
            <a:off x="1424872" y="5305853"/>
            <a:ext cx="28398" cy="28398"/>
          </a:xfrm>
          <a:prstGeom prst="ellipse">
            <a:avLst/>
          </a:prstGeom>
          <a:solidFill>
            <a:srgbClr val="5879BD">
              <a:alpha val="30000"/>
            </a:srgbClr>
          </a:solidFill>
          <a:ln w="0">
            <a:noFill/>
            <a:prstDash val="solid"/>
          </a:ln>
        </p:spPr>
      </p:sp>
      <p:sp>
        <p:nvSpPr>
          <p:cNvPr id="1185" name="02_predicted_pose_4484">
            <a:extLst>
              <a:ext uri="{FF2B5EF4-FFF2-40B4-BE49-F238E27FC236}">
                <a16:creationId xmlns:a16="http://schemas.microsoft.com/office/drawing/2014/main" id="{2859F94E-AEC5-4EEC-8F4B-4138EECBE05E}"/>
              </a:ext>
            </a:extLst>
          </p:cNvPr>
          <p:cNvSpPr>
            <a:spLocks noGrp="1"/>
          </p:cNvSpPr>
          <p:nvPr/>
        </p:nvSpPr>
        <p:spPr>
          <a:xfrm>
            <a:off x="1251573" y="5317740"/>
            <a:ext cx="28398" cy="28398"/>
          </a:xfrm>
          <a:prstGeom prst="ellipse">
            <a:avLst/>
          </a:prstGeom>
          <a:solidFill>
            <a:srgbClr val="5879BD">
              <a:alpha val="30000"/>
            </a:srgbClr>
          </a:solidFill>
          <a:ln w="0">
            <a:noFill/>
            <a:prstDash val="solid"/>
          </a:ln>
        </p:spPr>
      </p:sp>
      <p:sp>
        <p:nvSpPr>
          <p:cNvPr id="1186" name="02_predicted_pose_4485">
            <a:extLst>
              <a:ext uri="{FF2B5EF4-FFF2-40B4-BE49-F238E27FC236}">
                <a16:creationId xmlns:a16="http://schemas.microsoft.com/office/drawing/2014/main" id="{75CCF526-BDA3-4C50-A179-262360828421}"/>
              </a:ext>
            </a:extLst>
          </p:cNvPr>
          <p:cNvSpPr>
            <a:spLocks noGrp="1"/>
          </p:cNvSpPr>
          <p:nvPr/>
        </p:nvSpPr>
        <p:spPr>
          <a:xfrm>
            <a:off x="1334949" y="5945900"/>
            <a:ext cx="28398" cy="28398"/>
          </a:xfrm>
          <a:prstGeom prst="ellipse">
            <a:avLst/>
          </a:prstGeom>
          <a:solidFill>
            <a:srgbClr val="5879BD">
              <a:alpha val="30000"/>
            </a:srgbClr>
          </a:solidFill>
          <a:ln w="0">
            <a:noFill/>
            <a:prstDash val="solid"/>
          </a:ln>
        </p:spPr>
      </p:sp>
      <p:sp>
        <p:nvSpPr>
          <p:cNvPr id="1187" name="02_predicted_pose_4486">
            <a:extLst>
              <a:ext uri="{FF2B5EF4-FFF2-40B4-BE49-F238E27FC236}">
                <a16:creationId xmlns:a16="http://schemas.microsoft.com/office/drawing/2014/main" id="{9F795619-FF1D-45BD-B27A-DEB1D3712EBD}"/>
              </a:ext>
            </a:extLst>
          </p:cNvPr>
          <p:cNvSpPr>
            <a:spLocks noGrp="1"/>
          </p:cNvSpPr>
          <p:nvPr/>
        </p:nvSpPr>
        <p:spPr>
          <a:xfrm>
            <a:off x="1362512" y="5950124"/>
            <a:ext cx="28398" cy="28398"/>
          </a:xfrm>
          <a:prstGeom prst="ellipse">
            <a:avLst/>
          </a:prstGeom>
          <a:solidFill>
            <a:srgbClr val="5879BD">
              <a:alpha val="30000"/>
            </a:srgbClr>
          </a:solidFill>
          <a:ln w="0">
            <a:noFill/>
            <a:prstDash val="solid"/>
          </a:ln>
        </p:spPr>
      </p:sp>
      <p:sp>
        <p:nvSpPr>
          <p:cNvPr id="1188" name="02_predicted_pose_4487">
            <a:extLst>
              <a:ext uri="{FF2B5EF4-FFF2-40B4-BE49-F238E27FC236}">
                <a16:creationId xmlns:a16="http://schemas.microsoft.com/office/drawing/2014/main" id="{6992380E-41C5-4109-8F56-5599267A1A2D}"/>
              </a:ext>
            </a:extLst>
          </p:cNvPr>
          <p:cNvSpPr>
            <a:spLocks noGrp="1"/>
          </p:cNvSpPr>
          <p:nvPr/>
        </p:nvSpPr>
        <p:spPr>
          <a:xfrm>
            <a:off x="1390074" y="5908832"/>
            <a:ext cx="28398" cy="28398"/>
          </a:xfrm>
          <a:prstGeom prst="ellipse">
            <a:avLst/>
          </a:prstGeom>
          <a:solidFill>
            <a:srgbClr val="5879BD">
              <a:alpha val="30000"/>
            </a:srgbClr>
          </a:solidFill>
          <a:ln w="0">
            <a:noFill/>
            <a:prstDash val="solid"/>
          </a:ln>
        </p:spPr>
      </p:sp>
      <p:sp>
        <p:nvSpPr>
          <p:cNvPr id="1189" name="02_predicted_pose_4488">
            <a:extLst>
              <a:ext uri="{FF2B5EF4-FFF2-40B4-BE49-F238E27FC236}">
                <a16:creationId xmlns:a16="http://schemas.microsoft.com/office/drawing/2014/main" id="{75EC906E-B413-4931-94ED-6D0961199D94}"/>
              </a:ext>
            </a:extLst>
          </p:cNvPr>
          <p:cNvSpPr>
            <a:spLocks noGrp="1"/>
          </p:cNvSpPr>
          <p:nvPr/>
        </p:nvSpPr>
        <p:spPr>
          <a:xfrm>
            <a:off x="1417637" y="5978011"/>
            <a:ext cx="28398" cy="28398"/>
          </a:xfrm>
          <a:prstGeom prst="ellipse">
            <a:avLst/>
          </a:prstGeom>
          <a:solidFill>
            <a:srgbClr val="5879BD">
              <a:alpha val="30000"/>
            </a:srgbClr>
          </a:solidFill>
          <a:ln w="0">
            <a:noFill/>
            <a:prstDash val="solid"/>
          </a:ln>
        </p:spPr>
      </p:sp>
      <p:sp>
        <p:nvSpPr>
          <p:cNvPr id="1190" name="02_predicted_pose_4489">
            <a:extLst>
              <a:ext uri="{FF2B5EF4-FFF2-40B4-BE49-F238E27FC236}">
                <a16:creationId xmlns:a16="http://schemas.microsoft.com/office/drawing/2014/main" id="{3FF68A61-E29B-46D0-A986-2655FCB3E1F9}"/>
              </a:ext>
            </a:extLst>
          </p:cNvPr>
          <p:cNvSpPr>
            <a:spLocks noGrp="1"/>
          </p:cNvSpPr>
          <p:nvPr/>
        </p:nvSpPr>
        <p:spPr>
          <a:xfrm>
            <a:off x="1497568" y="5924906"/>
            <a:ext cx="28398" cy="28398"/>
          </a:xfrm>
          <a:prstGeom prst="ellipse">
            <a:avLst/>
          </a:prstGeom>
          <a:solidFill>
            <a:srgbClr val="5879BD">
              <a:alpha val="30000"/>
            </a:srgbClr>
          </a:solidFill>
          <a:ln w="0">
            <a:noFill/>
            <a:prstDash val="solid"/>
          </a:ln>
        </p:spPr>
      </p:sp>
      <p:sp>
        <p:nvSpPr>
          <p:cNvPr id="1191" name="02_predicted_pose_4490">
            <a:extLst>
              <a:ext uri="{FF2B5EF4-FFF2-40B4-BE49-F238E27FC236}">
                <a16:creationId xmlns:a16="http://schemas.microsoft.com/office/drawing/2014/main" id="{EF5017E2-269A-4B23-95F9-15281622345F}"/>
              </a:ext>
            </a:extLst>
          </p:cNvPr>
          <p:cNvSpPr>
            <a:spLocks noGrp="1"/>
          </p:cNvSpPr>
          <p:nvPr/>
        </p:nvSpPr>
        <p:spPr>
          <a:xfrm>
            <a:off x="1181633" y="5886062"/>
            <a:ext cx="28398" cy="28398"/>
          </a:xfrm>
          <a:prstGeom prst="ellipse">
            <a:avLst/>
          </a:prstGeom>
          <a:solidFill>
            <a:srgbClr val="5879BD">
              <a:alpha val="30000"/>
            </a:srgbClr>
          </a:solidFill>
          <a:ln w="0">
            <a:noFill/>
            <a:prstDash val="solid"/>
          </a:ln>
        </p:spPr>
      </p:sp>
      <p:sp>
        <p:nvSpPr>
          <p:cNvPr id="1192" name="02_predicted_pose_4491">
            <a:extLst>
              <a:ext uri="{FF2B5EF4-FFF2-40B4-BE49-F238E27FC236}">
                <a16:creationId xmlns:a16="http://schemas.microsoft.com/office/drawing/2014/main" id="{250F8960-271B-4BE6-86CC-410B6CCE7DDF}"/>
              </a:ext>
            </a:extLst>
          </p:cNvPr>
          <p:cNvSpPr>
            <a:spLocks noGrp="1"/>
          </p:cNvSpPr>
          <p:nvPr/>
        </p:nvSpPr>
        <p:spPr>
          <a:xfrm>
            <a:off x="1209196" y="5856811"/>
            <a:ext cx="28398" cy="28398"/>
          </a:xfrm>
          <a:prstGeom prst="ellipse">
            <a:avLst/>
          </a:prstGeom>
          <a:solidFill>
            <a:srgbClr val="5879BD">
              <a:alpha val="30000"/>
            </a:srgbClr>
          </a:solidFill>
          <a:ln w="0">
            <a:noFill/>
            <a:prstDash val="solid"/>
          </a:ln>
        </p:spPr>
      </p:sp>
      <p:sp>
        <p:nvSpPr>
          <p:cNvPr id="1193" name="02_predicted_pose_4492">
            <a:extLst>
              <a:ext uri="{FF2B5EF4-FFF2-40B4-BE49-F238E27FC236}">
                <a16:creationId xmlns:a16="http://schemas.microsoft.com/office/drawing/2014/main" id="{1ECD5AAB-EC7F-4BE6-ADB4-0BDEE6B02850}"/>
              </a:ext>
            </a:extLst>
          </p:cNvPr>
          <p:cNvSpPr>
            <a:spLocks noGrp="1"/>
          </p:cNvSpPr>
          <p:nvPr/>
        </p:nvSpPr>
        <p:spPr>
          <a:xfrm>
            <a:off x="1236758" y="5805411"/>
            <a:ext cx="28398" cy="28398"/>
          </a:xfrm>
          <a:prstGeom prst="ellipse">
            <a:avLst/>
          </a:prstGeom>
          <a:solidFill>
            <a:srgbClr val="5879BD">
              <a:alpha val="30000"/>
            </a:srgbClr>
          </a:solidFill>
          <a:ln w="0">
            <a:noFill/>
            <a:prstDash val="solid"/>
          </a:ln>
        </p:spPr>
      </p:sp>
      <p:sp>
        <p:nvSpPr>
          <p:cNvPr id="1194" name="02_predicted_pose_4493">
            <a:extLst>
              <a:ext uri="{FF2B5EF4-FFF2-40B4-BE49-F238E27FC236}">
                <a16:creationId xmlns:a16="http://schemas.microsoft.com/office/drawing/2014/main" id="{662D7EC4-7940-4B47-9103-197947E871BD}"/>
              </a:ext>
            </a:extLst>
          </p:cNvPr>
          <p:cNvSpPr>
            <a:spLocks noGrp="1"/>
          </p:cNvSpPr>
          <p:nvPr/>
        </p:nvSpPr>
        <p:spPr>
          <a:xfrm>
            <a:off x="1264321" y="5881998"/>
            <a:ext cx="28398" cy="28398"/>
          </a:xfrm>
          <a:prstGeom prst="ellipse">
            <a:avLst/>
          </a:prstGeom>
          <a:solidFill>
            <a:srgbClr val="5879BD">
              <a:alpha val="30000"/>
            </a:srgbClr>
          </a:solidFill>
          <a:ln w="0">
            <a:noFill/>
            <a:prstDash val="solid"/>
          </a:ln>
        </p:spPr>
      </p:sp>
      <p:sp>
        <p:nvSpPr>
          <p:cNvPr id="1195" name="02_predicted_pose_4494">
            <a:extLst>
              <a:ext uri="{FF2B5EF4-FFF2-40B4-BE49-F238E27FC236}">
                <a16:creationId xmlns:a16="http://schemas.microsoft.com/office/drawing/2014/main" id="{4A5E007E-6DDE-416A-8427-5232E88B20BF}"/>
              </a:ext>
            </a:extLst>
          </p:cNvPr>
          <p:cNvSpPr>
            <a:spLocks noGrp="1"/>
          </p:cNvSpPr>
          <p:nvPr/>
        </p:nvSpPr>
        <p:spPr>
          <a:xfrm>
            <a:off x="1167507" y="5913763"/>
            <a:ext cx="28398" cy="28398"/>
          </a:xfrm>
          <a:prstGeom prst="ellipse">
            <a:avLst/>
          </a:prstGeom>
          <a:solidFill>
            <a:srgbClr val="5879BD">
              <a:alpha val="30000"/>
            </a:srgbClr>
          </a:solidFill>
          <a:ln w="0">
            <a:noFill/>
            <a:prstDash val="solid"/>
          </a:ln>
        </p:spPr>
      </p:sp>
      <p:sp>
        <p:nvSpPr>
          <p:cNvPr id="1196" name="02_predicted_pose_4495">
            <a:extLst>
              <a:ext uri="{FF2B5EF4-FFF2-40B4-BE49-F238E27FC236}">
                <a16:creationId xmlns:a16="http://schemas.microsoft.com/office/drawing/2014/main" id="{94FB3D29-D4DA-462E-8A08-7B17AB0396E9}"/>
              </a:ext>
            </a:extLst>
          </p:cNvPr>
          <p:cNvSpPr>
            <a:spLocks noGrp="1"/>
          </p:cNvSpPr>
          <p:nvPr/>
        </p:nvSpPr>
        <p:spPr>
          <a:xfrm>
            <a:off x="1217120" y="5612596"/>
            <a:ext cx="28398" cy="28398"/>
          </a:xfrm>
          <a:prstGeom prst="ellipse">
            <a:avLst/>
          </a:prstGeom>
          <a:solidFill>
            <a:srgbClr val="5879BD">
              <a:alpha val="30000"/>
            </a:srgbClr>
          </a:solidFill>
          <a:ln w="0">
            <a:noFill/>
            <a:prstDash val="solid"/>
          </a:ln>
        </p:spPr>
      </p:sp>
      <p:sp>
        <p:nvSpPr>
          <p:cNvPr id="1197" name="02_predicted_pose_4496">
            <a:extLst>
              <a:ext uri="{FF2B5EF4-FFF2-40B4-BE49-F238E27FC236}">
                <a16:creationId xmlns:a16="http://schemas.microsoft.com/office/drawing/2014/main" id="{D5D269A3-EE5C-4EA0-9528-A8BD1AB0D6C1}"/>
              </a:ext>
            </a:extLst>
          </p:cNvPr>
          <p:cNvSpPr>
            <a:spLocks noGrp="1"/>
          </p:cNvSpPr>
          <p:nvPr/>
        </p:nvSpPr>
        <p:spPr>
          <a:xfrm>
            <a:off x="1359067" y="5909160"/>
            <a:ext cx="28398" cy="28398"/>
          </a:xfrm>
          <a:prstGeom prst="ellipse">
            <a:avLst/>
          </a:prstGeom>
          <a:solidFill>
            <a:srgbClr val="5879BD">
              <a:alpha val="30000"/>
            </a:srgbClr>
          </a:solidFill>
          <a:ln w="0">
            <a:noFill/>
            <a:prstDash val="solid"/>
          </a:ln>
        </p:spPr>
      </p:sp>
      <p:sp>
        <p:nvSpPr>
          <p:cNvPr id="1198" name="02_predicted_pose_4497">
            <a:extLst>
              <a:ext uri="{FF2B5EF4-FFF2-40B4-BE49-F238E27FC236}">
                <a16:creationId xmlns:a16="http://schemas.microsoft.com/office/drawing/2014/main" id="{FE2164F1-F73D-46CA-8550-998D338EB306}"/>
              </a:ext>
            </a:extLst>
          </p:cNvPr>
          <p:cNvSpPr>
            <a:spLocks noGrp="1"/>
          </p:cNvSpPr>
          <p:nvPr/>
        </p:nvSpPr>
        <p:spPr>
          <a:xfrm>
            <a:off x="1386629" y="5945560"/>
            <a:ext cx="28398" cy="28398"/>
          </a:xfrm>
          <a:prstGeom prst="ellipse">
            <a:avLst/>
          </a:prstGeom>
          <a:solidFill>
            <a:srgbClr val="5879BD">
              <a:alpha val="30000"/>
            </a:srgbClr>
          </a:solidFill>
          <a:ln w="0">
            <a:noFill/>
            <a:prstDash val="solid"/>
          </a:ln>
        </p:spPr>
      </p:sp>
      <p:sp>
        <p:nvSpPr>
          <p:cNvPr id="1199" name="02_predicted_pose_4498">
            <a:extLst>
              <a:ext uri="{FF2B5EF4-FFF2-40B4-BE49-F238E27FC236}">
                <a16:creationId xmlns:a16="http://schemas.microsoft.com/office/drawing/2014/main" id="{A7222AE4-6EFB-4540-8517-E2BAB36119D2}"/>
              </a:ext>
            </a:extLst>
          </p:cNvPr>
          <p:cNvSpPr>
            <a:spLocks noGrp="1"/>
          </p:cNvSpPr>
          <p:nvPr/>
        </p:nvSpPr>
        <p:spPr>
          <a:xfrm>
            <a:off x="1427973" y="5934725"/>
            <a:ext cx="28398" cy="28398"/>
          </a:xfrm>
          <a:prstGeom prst="ellipse">
            <a:avLst/>
          </a:prstGeom>
          <a:solidFill>
            <a:srgbClr val="5879BD">
              <a:alpha val="30000"/>
            </a:srgbClr>
          </a:solidFill>
          <a:ln w="0">
            <a:noFill/>
            <a:prstDash val="solid"/>
          </a:ln>
        </p:spPr>
      </p:sp>
      <p:sp>
        <p:nvSpPr>
          <p:cNvPr id="1200" name="02_predicted_pose_4499">
            <a:extLst>
              <a:ext uri="{FF2B5EF4-FFF2-40B4-BE49-F238E27FC236}">
                <a16:creationId xmlns:a16="http://schemas.microsoft.com/office/drawing/2014/main" id="{4954D544-8034-47B5-9321-6772E7541C0A}"/>
              </a:ext>
            </a:extLst>
          </p:cNvPr>
          <p:cNvSpPr>
            <a:spLocks noGrp="1"/>
          </p:cNvSpPr>
          <p:nvPr/>
        </p:nvSpPr>
        <p:spPr>
          <a:xfrm>
            <a:off x="1455535" y="5925281"/>
            <a:ext cx="28398" cy="28398"/>
          </a:xfrm>
          <a:prstGeom prst="ellipse">
            <a:avLst/>
          </a:prstGeom>
          <a:solidFill>
            <a:srgbClr val="5879BD">
              <a:alpha val="30000"/>
            </a:srgbClr>
          </a:solidFill>
          <a:ln w="0">
            <a:noFill/>
            <a:prstDash val="solid"/>
          </a:ln>
        </p:spPr>
      </p:sp>
      <p:sp>
        <p:nvSpPr>
          <p:cNvPr id="1201" name="02_predicted_pose_4500">
            <a:extLst>
              <a:ext uri="{FF2B5EF4-FFF2-40B4-BE49-F238E27FC236}">
                <a16:creationId xmlns:a16="http://schemas.microsoft.com/office/drawing/2014/main" id="{98A6EA3E-944B-458D-97EC-EF15A16BE1A1}"/>
              </a:ext>
            </a:extLst>
          </p:cNvPr>
          <p:cNvSpPr>
            <a:spLocks noGrp="1"/>
          </p:cNvSpPr>
          <p:nvPr/>
        </p:nvSpPr>
        <p:spPr>
          <a:xfrm>
            <a:off x="1483098" y="5932239"/>
            <a:ext cx="28398" cy="28398"/>
          </a:xfrm>
          <a:prstGeom prst="ellipse">
            <a:avLst/>
          </a:prstGeom>
          <a:solidFill>
            <a:srgbClr val="5879BD">
              <a:alpha val="30000"/>
            </a:srgbClr>
          </a:solidFill>
          <a:ln w="0">
            <a:noFill/>
            <a:prstDash val="solid"/>
          </a:ln>
        </p:spPr>
      </p:sp>
      <p:sp>
        <p:nvSpPr>
          <p:cNvPr id="1202" name="02_predicted_pose_4501">
            <a:extLst>
              <a:ext uri="{FF2B5EF4-FFF2-40B4-BE49-F238E27FC236}">
                <a16:creationId xmlns:a16="http://schemas.microsoft.com/office/drawing/2014/main" id="{C751D5A4-BFB7-4353-B469-D073AA20CB31}"/>
              </a:ext>
            </a:extLst>
          </p:cNvPr>
          <p:cNvSpPr>
            <a:spLocks noGrp="1"/>
          </p:cNvSpPr>
          <p:nvPr/>
        </p:nvSpPr>
        <p:spPr>
          <a:xfrm>
            <a:off x="1465527" y="5971354"/>
            <a:ext cx="28398" cy="28398"/>
          </a:xfrm>
          <a:prstGeom prst="ellipse">
            <a:avLst/>
          </a:prstGeom>
          <a:solidFill>
            <a:srgbClr val="5879BD">
              <a:alpha val="30000"/>
            </a:srgbClr>
          </a:solidFill>
          <a:ln w="0">
            <a:noFill/>
            <a:prstDash val="solid"/>
          </a:ln>
        </p:spPr>
      </p:sp>
      <p:sp>
        <p:nvSpPr>
          <p:cNvPr id="1203" name="02_predicted_pose_4502">
            <a:extLst>
              <a:ext uri="{FF2B5EF4-FFF2-40B4-BE49-F238E27FC236}">
                <a16:creationId xmlns:a16="http://schemas.microsoft.com/office/drawing/2014/main" id="{B2412E22-FDAD-4C5A-8718-ADDDF93A9737}"/>
              </a:ext>
            </a:extLst>
          </p:cNvPr>
          <p:cNvSpPr>
            <a:spLocks noGrp="1"/>
          </p:cNvSpPr>
          <p:nvPr/>
        </p:nvSpPr>
        <p:spPr>
          <a:xfrm>
            <a:off x="1215053" y="5981275"/>
            <a:ext cx="28398" cy="28398"/>
          </a:xfrm>
          <a:prstGeom prst="ellipse">
            <a:avLst/>
          </a:prstGeom>
          <a:solidFill>
            <a:srgbClr val="5879BD">
              <a:alpha val="30000"/>
            </a:srgbClr>
          </a:solidFill>
          <a:ln w="0">
            <a:noFill/>
            <a:prstDash val="solid"/>
          </a:ln>
        </p:spPr>
      </p:sp>
      <p:sp>
        <p:nvSpPr>
          <p:cNvPr id="1204" name="02_predicted_pose_4503">
            <a:extLst>
              <a:ext uri="{FF2B5EF4-FFF2-40B4-BE49-F238E27FC236}">
                <a16:creationId xmlns:a16="http://schemas.microsoft.com/office/drawing/2014/main" id="{901297F2-F775-4EF8-9026-0BCD6254BB20}"/>
              </a:ext>
            </a:extLst>
          </p:cNvPr>
          <p:cNvSpPr>
            <a:spLocks noGrp="1"/>
          </p:cNvSpPr>
          <p:nvPr/>
        </p:nvSpPr>
        <p:spPr>
          <a:xfrm>
            <a:off x="1494123" y="5956712"/>
            <a:ext cx="28398" cy="28398"/>
          </a:xfrm>
          <a:prstGeom prst="ellipse">
            <a:avLst/>
          </a:prstGeom>
          <a:solidFill>
            <a:srgbClr val="5879BD">
              <a:alpha val="30000"/>
            </a:srgbClr>
          </a:solidFill>
          <a:ln w="0">
            <a:noFill/>
            <a:prstDash val="solid"/>
          </a:ln>
        </p:spPr>
      </p:sp>
      <p:sp>
        <p:nvSpPr>
          <p:cNvPr id="1205" name="02_predicted_pose_4504">
            <a:extLst>
              <a:ext uri="{FF2B5EF4-FFF2-40B4-BE49-F238E27FC236}">
                <a16:creationId xmlns:a16="http://schemas.microsoft.com/office/drawing/2014/main" id="{97158E30-EA23-4F17-8214-84BAC67BCA5A}"/>
              </a:ext>
            </a:extLst>
          </p:cNvPr>
          <p:cNvSpPr>
            <a:spLocks noGrp="1"/>
          </p:cNvSpPr>
          <p:nvPr/>
        </p:nvSpPr>
        <p:spPr>
          <a:xfrm>
            <a:off x="1336672" y="5896042"/>
            <a:ext cx="28398" cy="28398"/>
          </a:xfrm>
          <a:prstGeom prst="ellipse">
            <a:avLst/>
          </a:prstGeom>
          <a:solidFill>
            <a:srgbClr val="5879BD">
              <a:alpha val="30000"/>
            </a:srgbClr>
          </a:solidFill>
          <a:ln w="0">
            <a:noFill/>
            <a:prstDash val="solid"/>
          </a:ln>
        </p:spPr>
      </p:sp>
      <p:sp>
        <p:nvSpPr>
          <p:cNvPr id="1206" name="02_predicted_pose_4505">
            <a:extLst>
              <a:ext uri="{FF2B5EF4-FFF2-40B4-BE49-F238E27FC236}">
                <a16:creationId xmlns:a16="http://schemas.microsoft.com/office/drawing/2014/main" id="{5E6FD058-52D3-4CA9-8821-6BDE54A84ACE}"/>
              </a:ext>
            </a:extLst>
          </p:cNvPr>
          <p:cNvSpPr>
            <a:spLocks noGrp="1"/>
          </p:cNvSpPr>
          <p:nvPr/>
        </p:nvSpPr>
        <p:spPr>
          <a:xfrm>
            <a:off x="1429695" y="6025878"/>
            <a:ext cx="28398" cy="28398"/>
          </a:xfrm>
          <a:prstGeom prst="ellipse">
            <a:avLst/>
          </a:prstGeom>
          <a:solidFill>
            <a:srgbClr val="5879BD">
              <a:alpha val="30000"/>
            </a:srgbClr>
          </a:solidFill>
          <a:ln w="0">
            <a:noFill/>
            <a:prstDash val="solid"/>
          </a:ln>
        </p:spPr>
      </p:sp>
      <p:sp>
        <p:nvSpPr>
          <p:cNvPr id="1207" name="02_predicted_pose_4506">
            <a:extLst>
              <a:ext uri="{FF2B5EF4-FFF2-40B4-BE49-F238E27FC236}">
                <a16:creationId xmlns:a16="http://schemas.microsoft.com/office/drawing/2014/main" id="{8CDB2ABD-D65B-4BDC-B491-0301076AC811}"/>
              </a:ext>
            </a:extLst>
          </p:cNvPr>
          <p:cNvSpPr>
            <a:spLocks noGrp="1"/>
          </p:cNvSpPr>
          <p:nvPr/>
        </p:nvSpPr>
        <p:spPr>
          <a:xfrm>
            <a:off x="1174743" y="5632731"/>
            <a:ext cx="28398" cy="28398"/>
          </a:xfrm>
          <a:prstGeom prst="ellipse">
            <a:avLst/>
          </a:prstGeom>
          <a:solidFill>
            <a:srgbClr val="5879BD">
              <a:alpha val="30000"/>
            </a:srgbClr>
          </a:solidFill>
          <a:ln w="0">
            <a:noFill/>
            <a:prstDash val="solid"/>
          </a:ln>
        </p:spPr>
      </p:sp>
      <p:sp>
        <p:nvSpPr>
          <p:cNvPr id="1208" name="02_predicted_pose_4507">
            <a:extLst>
              <a:ext uri="{FF2B5EF4-FFF2-40B4-BE49-F238E27FC236}">
                <a16:creationId xmlns:a16="http://schemas.microsoft.com/office/drawing/2014/main" id="{08B2B731-2979-455C-B9DC-A0FF95F20677}"/>
              </a:ext>
            </a:extLst>
          </p:cNvPr>
          <p:cNvSpPr>
            <a:spLocks noGrp="1"/>
          </p:cNvSpPr>
          <p:nvPr/>
        </p:nvSpPr>
        <p:spPr>
          <a:xfrm>
            <a:off x="1188524" y="5659648"/>
            <a:ext cx="28398" cy="28398"/>
          </a:xfrm>
          <a:prstGeom prst="ellipse">
            <a:avLst/>
          </a:prstGeom>
          <a:solidFill>
            <a:srgbClr val="5879BD">
              <a:alpha val="30000"/>
            </a:srgbClr>
          </a:solidFill>
          <a:ln w="0">
            <a:noFill/>
            <a:prstDash val="solid"/>
          </a:ln>
        </p:spPr>
      </p:sp>
      <p:sp>
        <p:nvSpPr>
          <p:cNvPr id="1209" name="02_predicted_pose_4508">
            <a:extLst>
              <a:ext uri="{FF2B5EF4-FFF2-40B4-BE49-F238E27FC236}">
                <a16:creationId xmlns:a16="http://schemas.microsoft.com/office/drawing/2014/main" id="{36601D30-57E4-4B03-88D5-1C68DB9407E4}"/>
              </a:ext>
            </a:extLst>
          </p:cNvPr>
          <p:cNvSpPr>
            <a:spLocks noGrp="1"/>
          </p:cNvSpPr>
          <p:nvPr/>
        </p:nvSpPr>
        <p:spPr>
          <a:xfrm>
            <a:off x="1202305" y="5711550"/>
            <a:ext cx="28398" cy="28398"/>
          </a:xfrm>
          <a:prstGeom prst="ellipse">
            <a:avLst/>
          </a:prstGeom>
          <a:solidFill>
            <a:srgbClr val="5879BD">
              <a:alpha val="30000"/>
            </a:srgbClr>
          </a:solidFill>
          <a:ln w="0">
            <a:noFill/>
            <a:prstDash val="solid"/>
          </a:ln>
        </p:spPr>
      </p:sp>
      <p:sp>
        <p:nvSpPr>
          <p:cNvPr id="1210" name="02_predicted_pose_4509">
            <a:extLst>
              <a:ext uri="{FF2B5EF4-FFF2-40B4-BE49-F238E27FC236}">
                <a16:creationId xmlns:a16="http://schemas.microsoft.com/office/drawing/2014/main" id="{8DD5CF7B-E3CF-44E1-92D0-C9DD27C44233}"/>
              </a:ext>
            </a:extLst>
          </p:cNvPr>
          <p:cNvSpPr>
            <a:spLocks noGrp="1"/>
          </p:cNvSpPr>
          <p:nvPr/>
        </p:nvSpPr>
        <p:spPr>
          <a:xfrm>
            <a:off x="1216086" y="5732011"/>
            <a:ext cx="28398" cy="28398"/>
          </a:xfrm>
          <a:prstGeom prst="ellipse">
            <a:avLst/>
          </a:prstGeom>
          <a:solidFill>
            <a:srgbClr val="5879BD">
              <a:alpha val="30000"/>
            </a:srgbClr>
          </a:solidFill>
          <a:ln w="0">
            <a:noFill/>
            <a:prstDash val="solid"/>
          </a:ln>
        </p:spPr>
      </p:sp>
      <p:sp>
        <p:nvSpPr>
          <p:cNvPr id="1211" name="02_predicted_pose_4510">
            <a:extLst>
              <a:ext uri="{FF2B5EF4-FFF2-40B4-BE49-F238E27FC236}">
                <a16:creationId xmlns:a16="http://schemas.microsoft.com/office/drawing/2014/main" id="{AF3117D8-3B62-4F92-A268-4535E5757FDF}"/>
              </a:ext>
            </a:extLst>
          </p:cNvPr>
          <p:cNvSpPr>
            <a:spLocks noGrp="1"/>
          </p:cNvSpPr>
          <p:nvPr/>
        </p:nvSpPr>
        <p:spPr>
          <a:xfrm>
            <a:off x="1171642" y="5537696"/>
            <a:ext cx="28398" cy="28398"/>
          </a:xfrm>
          <a:prstGeom prst="ellipse">
            <a:avLst/>
          </a:prstGeom>
          <a:solidFill>
            <a:srgbClr val="5879BD">
              <a:alpha val="30000"/>
            </a:srgbClr>
          </a:solidFill>
          <a:ln w="0">
            <a:noFill/>
            <a:prstDash val="solid"/>
          </a:ln>
        </p:spPr>
      </p:sp>
      <p:sp>
        <p:nvSpPr>
          <p:cNvPr id="1212" name="02_predicted_pose_4511">
            <a:extLst>
              <a:ext uri="{FF2B5EF4-FFF2-40B4-BE49-F238E27FC236}">
                <a16:creationId xmlns:a16="http://schemas.microsoft.com/office/drawing/2014/main" id="{EEFAFCC7-EBCE-4CF0-9123-5707175B9907}"/>
              </a:ext>
            </a:extLst>
          </p:cNvPr>
          <p:cNvSpPr>
            <a:spLocks noGrp="1"/>
          </p:cNvSpPr>
          <p:nvPr/>
        </p:nvSpPr>
        <p:spPr>
          <a:xfrm>
            <a:off x="1199204" y="5480366"/>
            <a:ext cx="28398" cy="28398"/>
          </a:xfrm>
          <a:prstGeom prst="ellipse">
            <a:avLst/>
          </a:prstGeom>
          <a:solidFill>
            <a:srgbClr val="5879BD">
              <a:alpha val="30000"/>
            </a:srgbClr>
          </a:solidFill>
          <a:ln w="0">
            <a:noFill/>
            <a:prstDash val="solid"/>
          </a:ln>
        </p:spPr>
      </p:sp>
      <p:sp>
        <p:nvSpPr>
          <p:cNvPr id="1213" name="02_predicted_pose_4512">
            <a:extLst>
              <a:ext uri="{FF2B5EF4-FFF2-40B4-BE49-F238E27FC236}">
                <a16:creationId xmlns:a16="http://schemas.microsoft.com/office/drawing/2014/main" id="{AA942EBB-0A1F-4B6D-9665-FE59FAFF70C8}"/>
              </a:ext>
            </a:extLst>
          </p:cNvPr>
          <p:cNvSpPr>
            <a:spLocks noGrp="1"/>
          </p:cNvSpPr>
          <p:nvPr/>
        </p:nvSpPr>
        <p:spPr>
          <a:xfrm>
            <a:off x="1283614" y="5899440"/>
            <a:ext cx="28398" cy="28398"/>
          </a:xfrm>
          <a:prstGeom prst="ellipse">
            <a:avLst/>
          </a:prstGeom>
          <a:solidFill>
            <a:srgbClr val="5879BD">
              <a:alpha val="30000"/>
            </a:srgbClr>
          </a:solidFill>
          <a:ln w="0">
            <a:noFill/>
            <a:prstDash val="solid"/>
          </a:ln>
        </p:spPr>
      </p:sp>
      <p:sp>
        <p:nvSpPr>
          <p:cNvPr id="1214" name="02_predicted_pose_4513">
            <a:extLst>
              <a:ext uri="{FF2B5EF4-FFF2-40B4-BE49-F238E27FC236}">
                <a16:creationId xmlns:a16="http://schemas.microsoft.com/office/drawing/2014/main" id="{240606B4-B63A-45D5-9F0F-70B69D55418A}"/>
              </a:ext>
            </a:extLst>
          </p:cNvPr>
          <p:cNvSpPr>
            <a:spLocks noGrp="1"/>
          </p:cNvSpPr>
          <p:nvPr/>
        </p:nvSpPr>
        <p:spPr>
          <a:xfrm>
            <a:off x="1231590" y="5534171"/>
            <a:ext cx="28398" cy="28398"/>
          </a:xfrm>
          <a:prstGeom prst="ellipse">
            <a:avLst/>
          </a:prstGeom>
          <a:solidFill>
            <a:srgbClr val="5879BD">
              <a:alpha val="30000"/>
            </a:srgbClr>
          </a:solidFill>
          <a:ln w="0">
            <a:noFill/>
            <a:prstDash val="solid"/>
          </a:ln>
        </p:spPr>
      </p:sp>
      <p:sp>
        <p:nvSpPr>
          <p:cNvPr id="1215" name="02_predicted_pose_4514">
            <a:extLst>
              <a:ext uri="{FF2B5EF4-FFF2-40B4-BE49-F238E27FC236}">
                <a16:creationId xmlns:a16="http://schemas.microsoft.com/office/drawing/2014/main" id="{8A4572FE-078B-4D85-B22A-BEC1D024F47F}"/>
              </a:ext>
            </a:extLst>
          </p:cNvPr>
          <p:cNvSpPr>
            <a:spLocks noGrp="1"/>
          </p:cNvSpPr>
          <p:nvPr/>
        </p:nvSpPr>
        <p:spPr>
          <a:xfrm>
            <a:off x="1245371" y="5940629"/>
            <a:ext cx="28398" cy="28398"/>
          </a:xfrm>
          <a:prstGeom prst="ellipse">
            <a:avLst/>
          </a:prstGeom>
          <a:solidFill>
            <a:srgbClr val="5879BD">
              <a:alpha val="30000"/>
            </a:srgbClr>
          </a:solidFill>
          <a:ln w="0">
            <a:noFill/>
            <a:prstDash val="solid"/>
          </a:ln>
        </p:spPr>
      </p:sp>
      <p:sp>
        <p:nvSpPr>
          <p:cNvPr id="1216" name="02_predicted_pose_4515">
            <a:extLst>
              <a:ext uri="{FF2B5EF4-FFF2-40B4-BE49-F238E27FC236}">
                <a16:creationId xmlns:a16="http://schemas.microsoft.com/office/drawing/2014/main" id="{EA7B401F-2E24-440D-ACB0-D6F7CC21097D}"/>
              </a:ext>
            </a:extLst>
          </p:cNvPr>
          <p:cNvSpPr>
            <a:spLocks noGrp="1"/>
          </p:cNvSpPr>
          <p:nvPr/>
        </p:nvSpPr>
        <p:spPr>
          <a:xfrm>
            <a:off x="1259153" y="5541788"/>
            <a:ext cx="28398" cy="28398"/>
          </a:xfrm>
          <a:prstGeom prst="ellipse">
            <a:avLst/>
          </a:prstGeom>
          <a:solidFill>
            <a:srgbClr val="5879BD">
              <a:alpha val="30000"/>
            </a:srgbClr>
          </a:solidFill>
          <a:ln w="0">
            <a:noFill/>
            <a:prstDash val="solid"/>
          </a:ln>
        </p:spPr>
      </p:sp>
      <p:sp>
        <p:nvSpPr>
          <p:cNvPr id="1217" name="02_predicted_pose_4516">
            <a:extLst>
              <a:ext uri="{FF2B5EF4-FFF2-40B4-BE49-F238E27FC236}">
                <a16:creationId xmlns:a16="http://schemas.microsoft.com/office/drawing/2014/main" id="{9B201ADC-B5A5-4DC9-A852-5B10586251BC}"/>
              </a:ext>
            </a:extLst>
          </p:cNvPr>
          <p:cNvSpPr>
            <a:spLocks noGrp="1"/>
          </p:cNvSpPr>
          <p:nvPr/>
        </p:nvSpPr>
        <p:spPr>
          <a:xfrm>
            <a:off x="1210574" y="5086743"/>
            <a:ext cx="28398" cy="28398"/>
          </a:xfrm>
          <a:prstGeom prst="ellipse">
            <a:avLst/>
          </a:prstGeom>
          <a:solidFill>
            <a:srgbClr val="5879BD">
              <a:alpha val="30000"/>
            </a:srgbClr>
          </a:solidFill>
          <a:ln w="0">
            <a:noFill/>
            <a:prstDash val="solid"/>
          </a:ln>
        </p:spPr>
      </p:sp>
      <p:sp>
        <p:nvSpPr>
          <p:cNvPr id="1218" name="02_predicted_pose_4517">
            <a:extLst>
              <a:ext uri="{FF2B5EF4-FFF2-40B4-BE49-F238E27FC236}">
                <a16:creationId xmlns:a16="http://schemas.microsoft.com/office/drawing/2014/main" id="{E6A478E4-8C70-49A7-B887-46DE40524716}"/>
              </a:ext>
            </a:extLst>
          </p:cNvPr>
          <p:cNvSpPr>
            <a:spLocks noGrp="1"/>
          </p:cNvSpPr>
          <p:nvPr/>
        </p:nvSpPr>
        <p:spPr>
          <a:xfrm>
            <a:off x="1224355" y="5476191"/>
            <a:ext cx="28398" cy="28398"/>
          </a:xfrm>
          <a:prstGeom prst="ellipse">
            <a:avLst/>
          </a:prstGeom>
          <a:solidFill>
            <a:srgbClr val="5879BD">
              <a:alpha val="30000"/>
            </a:srgbClr>
          </a:solidFill>
          <a:ln w="0">
            <a:noFill/>
            <a:prstDash val="solid"/>
          </a:ln>
        </p:spPr>
      </p:sp>
      <p:sp>
        <p:nvSpPr>
          <p:cNvPr id="1219" name="02_predicted_pose_4518">
            <a:extLst>
              <a:ext uri="{FF2B5EF4-FFF2-40B4-BE49-F238E27FC236}">
                <a16:creationId xmlns:a16="http://schemas.microsoft.com/office/drawing/2014/main" id="{048196A1-A525-47E2-B48A-9FFE5BCE5BED}"/>
              </a:ext>
            </a:extLst>
          </p:cNvPr>
          <p:cNvSpPr>
            <a:spLocks noGrp="1"/>
          </p:cNvSpPr>
          <p:nvPr/>
        </p:nvSpPr>
        <p:spPr>
          <a:xfrm>
            <a:off x="1238136" y="5450725"/>
            <a:ext cx="28398" cy="28398"/>
          </a:xfrm>
          <a:prstGeom prst="ellipse">
            <a:avLst/>
          </a:prstGeom>
          <a:solidFill>
            <a:srgbClr val="5879BD">
              <a:alpha val="30000"/>
            </a:srgbClr>
          </a:solidFill>
          <a:ln w="0">
            <a:noFill/>
            <a:prstDash val="solid"/>
          </a:ln>
        </p:spPr>
      </p:sp>
      <p:sp>
        <p:nvSpPr>
          <p:cNvPr id="1220" name="02_predicted_pose_4519">
            <a:extLst>
              <a:ext uri="{FF2B5EF4-FFF2-40B4-BE49-F238E27FC236}">
                <a16:creationId xmlns:a16="http://schemas.microsoft.com/office/drawing/2014/main" id="{2B3696C3-21B5-404E-9D4B-C9C97B619F86}"/>
              </a:ext>
            </a:extLst>
          </p:cNvPr>
          <p:cNvSpPr>
            <a:spLocks noGrp="1"/>
          </p:cNvSpPr>
          <p:nvPr/>
        </p:nvSpPr>
        <p:spPr>
          <a:xfrm>
            <a:off x="1257430" y="5225908"/>
            <a:ext cx="28398" cy="28398"/>
          </a:xfrm>
          <a:prstGeom prst="ellipse">
            <a:avLst/>
          </a:prstGeom>
          <a:solidFill>
            <a:srgbClr val="5879BD">
              <a:alpha val="30000"/>
            </a:srgbClr>
          </a:solidFill>
          <a:ln w="0">
            <a:noFill/>
            <a:prstDash val="solid"/>
          </a:ln>
        </p:spPr>
      </p:sp>
      <p:sp>
        <p:nvSpPr>
          <p:cNvPr id="1221" name="02_predicted_pose_4520">
            <a:extLst>
              <a:ext uri="{FF2B5EF4-FFF2-40B4-BE49-F238E27FC236}">
                <a16:creationId xmlns:a16="http://schemas.microsoft.com/office/drawing/2014/main" id="{197F6CC8-D8DE-4CEF-961E-11D5A03E80FE}"/>
              </a:ext>
            </a:extLst>
          </p:cNvPr>
          <p:cNvSpPr>
            <a:spLocks noGrp="1"/>
          </p:cNvSpPr>
          <p:nvPr/>
        </p:nvSpPr>
        <p:spPr>
          <a:xfrm>
            <a:off x="1298774" y="5075441"/>
            <a:ext cx="28398" cy="28398"/>
          </a:xfrm>
          <a:prstGeom prst="ellipse">
            <a:avLst/>
          </a:prstGeom>
          <a:solidFill>
            <a:srgbClr val="5879BD">
              <a:alpha val="30000"/>
            </a:srgbClr>
          </a:solidFill>
          <a:ln w="0">
            <a:noFill/>
            <a:prstDash val="solid"/>
          </a:ln>
        </p:spPr>
      </p:sp>
      <p:sp>
        <p:nvSpPr>
          <p:cNvPr id="1222" name="02_predicted_pose_4521">
            <a:extLst>
              <a:ext uri="{FF2B5EF4-FFF2-40B4-BE49-F238E27FC236}">
                <a16:creationId xmlns:a16="http://schemas.microsoft.com/office/drawing/2014/main" id="{46E731C3-CE55-4B7C-8722-28D0EB5B1BF4}"/>
              </a:ext>
            </a:extLst>
          </p:cNvPr>
          <p:cNvSpPr>
            <a:spLocks noGrp="1"/>
          </p:cNvSpPr>
          <p:nvPr/>
        </p:nvSpPr>
        <p:spPr>
          <a:xfrm>
            <a:off x="1363890" y="5191485"/>
            <a:ext cx="28398" cy="28398"/>
          </a:xfrm>
          <a:prstGeom prst="ellipse">
            <a:avLst/>
          </a:prstGeom>
          <a:solidFill>
            <a:srgbClr val="5879BD">
              <a:alpha val="30000"/>
            </a:srgbClr>
          </a:solidFill>
          <a:ln w="0">
            <a:noFill/>
            <a:prstDash val="solid"/>
          </a:ln>
        </p:spPr>
      </p:sp>
      <p:sp>
        <p:nvSpPr>
          <p:cNvPr id="1223" name="02_predicted_pose_4522">
            <a:extLst>
              <a:ext uri="{FF2B5EF4-FFF2-40B4-BE49-F238E27FC236}">
                <a16:creationId xmlns:a16="http://schemas.microsoft.com/office/drawing/2014/main" id="{A0393079-14B9-4567-B700-C3D24F2B2168}"/>
              </a:ext>
            </a:extLst>
          </p:cNvPr>
          <p:cNvSpPr>
            <a:spLocks noGrp="1"/>
          </p:cNvSpPr>
          <p:nvPr/>
        </p:nvSpPr>
        <p:spPr>
          <a:xfrm>
            <a:off x="1485509" y="5088002"/>
            <a:ext cx="28398" cy="28398"/>
          </a:xfrm>
          <a:prstGeom prst="ellipse">
            <a:avLst/>
          </a:prstGeom>
          <a:solidFill>
            <a:srgbClr val="5879BD">
              <a:alpha val="30000"/>
            </a:srgbClr>
          </a:solidFill>
          <a:ln w="0">
            <a:noFill/>
            <a:prstDash val="solid"/>
          </a:ln>
        </p:spPr>
      </p:sp>
      <p:sp>
        <p:nvSpPr>
          <p:cNvPr id="1224" name="02_predicted_pose_4523">
            <a:extLst>
              <a:ext uri="{FF2B5EF4-FFF2-40B4-BE49-F238E27FC236}">
                <a16:creationId xmlns:a16="http://schemas.microsoft.com/office/drawing/2014/main" id="{4926349B-1298-446D-8657-6945BDE1001C}"/>
              </a:ext>
            </a:extLst>
          </p:cNvPr>
          <p:cNvSpPr>
            <a:spLocks noGrp="1"/>
          </p:cNvSpPr>
          <p:nvPr/>
        </p:nvSpPr>
        <p:spPr>
          <a:xfrm>
            <a:off x="1235035" y="5227599"/>
            <a:ext cx="28398" cy="28398"/>
          </a:xfrm>
          <a:prstGeom prst="ellipse">
            <a:avLst/>
          </a:prstGeom>
          <a:solidFill>
            <a:srgbClr val="5879BD">
              <a:alpha val="30000"/>
            </a:srgbClr>
          </a:solidFill>
          <a:ln w="0">
            <a:noFill/>
            <a:prstDash val="solid"/>
          </a:ln>
        </p:spPr>
      </p:sp>
      <p:sp>
        <p:nvSpPr>
          <p:cNvPr id="1225" name="02_predicted_pose_4524">
            <a:extLst>
              <a:ext uri="{FF2B5EF4-FFF2-40B4-BE49-F238E27FC236}">
                <a16:creationId xmlns:a16="http://schemas.microsoft.com/office/drawing/2014/main" id="{3AD06278-7FFE-4A74-9721-B40F6230F8E0}"/>
              </a:ext>
            </a:extLst>
          </p:cNvPr>
          <p:cNvSpPr>
            <a:spLocks noGrp="1"/>
          </p:cNvSpPr>
          <p:nvPr/>
        </p:nvSpPr>
        <p:spPr>
          <a:xfrm>
            <a:off x="1382150" y="5694909"/>
            <a:ext cx="28398" cy="28398"/>
          </a:xfrm>
          <a:prstGeom prst="ellipse">
            <a:avLst/>
          </a:prstGeom>
          <a:solidFill>
            <a:srgbClr val="5879BD">
              <a:alpha val="30000"/>
            </a:srgbClr>
          </a:solidFill>
          <a:ln w="0">
            <a:noFill/>
            <a:prstDash val="solid"/>
          </a:ln>
        </p:spPr>
      </p:sp>
      <p:sp>
        <p:nvSpPr>
          <p:cNvPr id="1226" name="02_predicted_pose_4525">
            <a:extLst>
              <a:ext uri="{FF2B5EF4-FFF2-40B4-BE49-F238E27FC236}">
                <a16:creationId xmlns:a16="http://schemas.microsoft.com/office/drawing/2014/main" id="{602F9D94-7041-4129-B867-CA911D979077}"/>
              </a:ext>
            </a:extLst>
          </p:cNvPr>
          <p:cNvSpPr>
            <a:spLocks noGrp="1"/>
          </p:cNvSpPr>
          <p:nvPr/>
        </p:nvSpPr>
        <p:spPr>
          <a:xfrm>
            <a:off x="1395931" y="5902391"/>
            <a:ext cx="28398" cy="28398"/>
          </a:xfrm>
          <a:prstGeom prst="ellipse">
            <a:avLst/>
          </a:prstGeom>
          <a:solidFill>
            <a:srgbClr val="5879BD">
              <a:alpha val="30000"/>
            </a:srgbClr>
          </a:solidFill>
          <a:ln w="0">
            <a:noFill/>
            <a:prstDash val="solid"/>
          </a:ln>
        </p:spPr>
      </p:sp>
      <p:sp>
        <p:nvSpPr>
          <p:cNvPr id="1227" name="02_predicted_pose_4526">
            <a:extLst>
              <a:ext uri="{FF2B5EF4-FFF2-40B4-BE49-F238E27FC236}">
                <a16:creationId xmlns:a16="http://schemas.microsoft.com/office/drawing/2014/main" id="{A209EFA9-AD91-439F-8D93-B3BE9AC314FF}"/>
              </a:ext>
            </a:extLst>
          </p:cNvPr>
          <p:cNvSpPr>
            <a:spLocks noGrp="1"/>
          </p:cNvSpPr>
          <p:nvPr/>
        </p:nvSpPr>
        <p:spPr>
          <a:xfrm>
            <a:off x="1356310" y="5686190"/>
            <a:ext cx="28398" cy="28398"/>
          </a:xfrm>
          <a:prstGeom prst="ellipse">
            <a:avLst/>
          </a:prstGeom>
          <a:solidFill>
            <a:srgbClr val="5879BD">
              <a:alpha val="30000"/>
            </a:srgbClr>
          </a:solidFill>
          <a:ln w="0">
            <a:noFill/>
            <a:prstDash val="solid"/>
          </a:ln>
        </p:spPr>
      </p:sp>
      <p:sp>
        <p:nvSpPr>
          <p:cNvPr id="1228" name="02_predicted_pose_4527">
            <a:extLst>
              <a:ext uri="{FF2B5EF4-FFF2-40B4-BE49-F238E27FC236}">
                <a16:creationId xmlns:a16="http://schemas.microsoft.com/office/drawing/2014/main" id="{C70F7ADA-A67D-4484-8936-AD3F1739A56A}"/>
              </a:ext>
            </a:extLst>
          </p:cNvPr>
          <p:cNvSpPr>
            <a:spLocks noGrp="1"/>
          </p:cNvSpPr>
          <p:nvPr/>
        </p:nvSpPr>
        <p:spPr>
          <a:xfrm>
            <a:off x="1370092" y="5693050"/>
            <a:ext cx="28398" cy="28398"/>
          </a:xfrm>
          <a:prstGeom prst="ellipse">
            <a:avLst/>
          </a:prstGeom>
          <a:solidFill>
            <a:srgbClr val="5879BD">
              <a:alpha val="30000"/>
            </a:srgbClr>
          </a:solidFill>
          <a:ln w="0">
            <a:noFill/>
            <a:prstDash val="solid"/>
          </a:ln>
        </p:spPr>
      </p:sp>
      <p:sp>
        <p:nvSpPr>
          <p:cNvPr id="1229" name="02_predicted_pose_4528">
            <a:extLst>
              <a:ext uri="{FF2B5EF4-FFF2-40B4-BE49-F238E27FC236}">
                <a16:creationId xmlns:a16="http://schemas.microsoft.com/office/drawing/2014/main" id="{8BEEAC61-9A61-4A66-B610-7FCD1685205A}"/>
              </a:ext>
            </a:extLst>
          </p:cNvPr>
          <p:cNvSpPr>
            <a:spLocks noGrp="1"/>
          </p:cNvSpPr>
          <p:nvPr/>
        </p:nvSpPr>
        <p:spPr>
          <a:xfrm>
            <a:off x="1383873" y="5821604"/>
            <a:ext cx="28398" cy="28398"/>
          </a:xfrm>
          <a:prstGeom prst="ellipse">
            <a:avLst/>
          </a:prstGeom>
          <a:solidFill>
            <a:srgbClr val="5879BD">
              <a:alpha val="30000"/>
            </a:srgbClr>
          </a:solidFill>
          <a:ln w="0">
            <a:noFill/>
            <a:prstDash val="solid"/>
          </a:ln>
        </p:spPr>
      </p:sp>
      <p:sp>
        <p:nvSpPr>
          <p:cNvPr id="1230" name="02_predicted_pose_4529">
            <a:extLst>
              <a:ext uri="{FF2B5EF4-FFF2-40B4-BE49-F238E27FC236}">
                <a16:creationId xmlns:a16="http://schemas.microsoft.com/office/drawing/2014/main" id="{AF298B2E-7DE0-4F95-B82C-BE447B1BEAAC}"/>
              </a:ext>
            </a:extLst>
          </p:cNvPr>
          <p:cNvSpPr>
            <a:spLocks noGrp="1"/>
          </p:cNvSpPr>
          <p:nvPr/>
        </p:nvSpPr>
        <p:spPr>
          <a:xfrm>
            <a:off x="1411435" y="5571249"/>
            <a:ext cx="28398" cy="28398"/>
          </a:xfrm>
          <a:prstGeom prst="ellipse">
            <a:avLst/>
          </a:prstGeom>
          <a:solidFill>
            <a:srgbClr val="5879BD">
              <a:alpha val="30000"/>
            </a:srgbClr>
          </a:solidFill>
          <a:ln w="0">
            <a:noFill/>
            <a:prstDash val="solid"/>
          </a:ln>
        </p:spPr>
      </p:sp>
      <p:sp>
        <p:nvSpPr>
          <p:cNvPr id="1231" name="02_predicted_pose_4530">
            <a:extLst>
              <a:ext uri="{FF2B5EF4-FFF2-40B4-BE49-F238E27FC236}">
                <a16:creationId xmlns:a16="http://schemas.microsoft.com/office/drawing/2014/main" id="{D35AE671-BABA-4F32-A371-105B4F29DD5C}"/>
              </a:ext>
            </a:extLst>
          </p:cNvPr>
          <p:cNvSpPr>
            <a:spLocks noGrp="1"/>
          </p:cNvSpPr>
          <p:nvPr/>
        </p:nvSpPr>
        <p:spPr>
          <a:xfrm>
            <a:off x="1425216" y="5570593"/>
            <a:ext cx="28398" cy="28398"/>
          </a:xfrm>
          <a:prstGeom prst="ellipse">
            <a:avLst/>
          </a:prstGeom>
          <a:solidFill>
            <a:srgbClr val="5879BD">
              <a:alpha val="30000"/>
            </a:srgbClr>
          </a:solidFill>
          <a:ln w="0">
            <a:noFill/>
            <a:prstDash val="solid"/>
          </a:ln>
        </p:spPr>
      </p:sp>
      <p:sp>
        <p:nvSpPr>
          <p:cNvPr id="1232" name="02_predicted_pose_4531">
            <a:extLst>
              <a:ext uri="{FF2B5EF4-FFF2-40B4-BE49-F238E27FC236}">
                <a16:creationId xmlns:a16="http://schemas.microsoft.com/office/drawing/2014/main" id="{3C7D86A6-BD71-4ABE-80CD-2BC0F2F79262}"/>
              </a:ext>
            </a:extLst>
          </p:cNvPr>
          <p:cNvSpPr>
            <a:spLocks noGrp="1"/>
          </p:cNvSpPr>
          <p:nvPr/>
        </p:nvSpPr>
        <p:spPr>
          <a:xfrm>
            <a:off x="1238825" y="5974960"/>
            <a:ext cx="28398" cy="28398"/>
          </a:xfrm>
          <a:prstGeom prst="ellipse">
            <a:avLst/>
          </a:prstGeom>
          <a:solidFill>
            <a:srgbClr val="5879BD">
              <a:alpha val="30000"/>
            </a:srgbClr>
          </a:solidFill>
          <a:ln w="0">
            <a:noFill/>
            <a:prstDash val="solid"/>
          </a:ln>
        </p:spPr>
      </p:sp>
      <p:sp>
        <p:nvSpPr>
          <p:cNvPr id="1233" name="02_predicted_pose_4532">
            <a:extLst>
              <a:ext uri="{FF2B5EF4-FFF2-40B4-BE49-F238E27FC236}">
                <a16:creationId xmlns:a16="http://schemas.microsoft.com/office/drawing/2014/main" id="{75DE790C-B94A-417C-AE6E-85EE5C6EDF7D}"/>
              </a:ext>
            </a:extLst>
          </p:cNvPr>
          <p:cNvSpPr>
            <a:spLocks noGrp="1"/>
          </p:cNvSpPr>
          <p:nvPr/>
        </p:nvSpPr>
        <p:spPr>
          <a:xfrm>
            <a:off x="1341496" y="5083741"/>
            <a:ext cx="28398" cy="28398"/>
          </a:xfrm>
          <a:prstGeom prst="ellipse">
            <a:avLst/>
          </a:prstGeom>
          <a:solidFill>
            <a:srgbClr val="5879BD">
              <a:alpha val="30000"/>
            </a:srgbClr>
          </a:solidFill>
          <a:ln w="0">
            <a:noFill/>
            <a:prstDash val="solid"/>
          </a:ln>
        </p:spPr>
      </p:sp>
      <p:sp>
        <p:nvSpPr>
          <p:cNvPr id="1234" name="02_predicted_pose_4533">
            <a:extLst>
              <a:ext uri="{FF2B5EF4-FFF2-40B4-BE49-F238E27FC236}">
                <a16:creationId xmlns:a16="http://schemas.microsoft.com/office/drawing/2014/main" id="{B6F74FE4-C23E-402D-920F-4CC357DE9BEF}"/>
              </a:ext>
            </a:extLst>
          </p:cNvPr>
          <p:cNvSpPr>
            <a:spLocks noGrp="1"/>
          </p:cNvSpPr>
          <p:nvPr/>
        </p:nvSpPr>
        <p:spPr>
          <a:xfrm>
            <a:off x="1382839" y="5065061"/>
            <a:ext cx="28398" cy="28398"/>
          </a:xfrm>
          <a:prstGeom prst="ellipse">
            <a:avLst/>
          </a:prstGeom>
          <a:solidFill>
            <a:srgbClr val="5879BD">
              <a:alpha val="30000"/>
            </a:srgbClr>
          </a:solidFill>
          <a:ln w="0">
            <a:noFill/>
            <a:prstDash val="solid"/>
          </a:ln>
        </p:spPr>
      </p:sp>
      <p:sp>
        <p:nvSpPr>
          <p:cNvPr id="1235" name="02_predicted_pose_4534">
            <a:extLst>
              <a:ext uri="{FF2B5EF4-FFF2-40B4-BE49-F238E27FC236}">
                <a16:creationId xmlns:a16="http://schemas.microsoft.com/office/drawing/2014/main" id="{31585602-88C3-492B-A6B5-93B4EE716845}"/>
              </a:ext>
            </a:extLst>
          </p:cNvPr>
          <p:cNvSpPr>
            <a:spLocks noGrp="1"/>
          </p:cNvSpPr>
          <p:nvPr/>
        </p:nvSpPr>
        <p:spPr>
          <a:xfrm>
            <a:off x="1396620" y="5687485"/>
            <a:ext cx="28398" cy="28398"/>
          </a:xfrm>
          <a:prstGeom prst="ellipse">
            <a:avLst/>
          </a:prstGeom>
          <a:solidFill>
            <a:srgbClr val="5879BD">
              <a:alpha val="30000"/>
            </a:srgbClr>
          </a:solidFill>
          <a:ln w="0">
            <a:noFill/>
            <a:prstDash val="solid"/>
          </a:ln>
        </p:spPr>
      </p:sp>
      <p:sp>
        <p:nvSpPr>
          <p:cNvPr id="1236" name="02_predicted_pose_4535">
            <a:extLst>
              <a:ext uri="{FF2B5EF4-FFF2-40B4-BE49-F238E27FC236}">
                <a16:creationId xmlns:a16="http://schemas.microsoft.com/office/drawing/2014/main" id="{36A0F959-2A0A-48A2-9CD4-F2089EEE81A7}"/>
              </a:ext>
            </a:extLst>
          </p:cNvPr>
          <p:cNvSpPr>
            <a:spLocks noGrp="1"/>
          </p:cNvSpPr>
          <p:nvPr/>
        </p:nvSpPr>
        <p:spPr>
          <a:xfrm>
            <a:off x="1424183" y="5734701"/>
            <a:ext cx="28398" cy="28398"/>
          </a:xfrm>
          <a:prstGeom prst="ellipse">
            <a:avLst/>
          </a:prstGeom>
          <a:solidFill>
            <a:srgbClr val="5879BD">
              <a:alpha val="30000"/>
            </a:srgbClr>
          </a:solidFill>
          <a:ln w="0">
            <a:noFill/>
            <a:prstDash val="solid"/>
          </a:ln>
        </p:spPr>
      </p:sp>
      <p:sp>
        <p:nvSpPr>
          <p:cNvPr id="1237" name="02_predicted_pose_4536">
            <a:extLst>
              <a:ext uri="{FF2B5EF4-FFF2-40B4-BE49-F238E27FC236}">
                <a16:creationId xmlns:a16="http://schemas.microsoft.com/office/drawing/2014/main" id="{0A50ACA0-6495-42EF-AFD1-A82F01F333BB}"/>
              </a:ext>
            </a:extLst>
          </p:cNvPr>
          <p:cNvSpPr>
            <a:spLocks noGrp="1"/>
          </p:cNvSpPr>
          <p:nvPr/>
        </p:nvSpPr>
        <p:spPr>
          <a:xfrm>
            <a:off x="1314967" y="5880040"/>
            <a:ext cx="28398" cy="28398"/>
          </a:xfrm>
          <a:prstGeom prst="ellipse">
            <a:avLst/>
          </a:prstGeom>
          <a:solidFill>
            <a:srgbClr val="5879BD">
              <a:alpha val="30000"/>
            </a:srgbClr>
          </a:solidFill>
          <a:ln w="0">
            <a:noFill/>
            <a:prstDash val="solid"/>
          </a:ln>
        </p:spPr>
      </p:sp>
      <p:sp>
        <p:nvSpPr>
          <p:cNvPr id="1238" name="02_predicted_pose_4537">
            <a:extLst>
              <a:ext uri="{FF2B5EF4-FFF2-40B4-BE49-F238E27FC236}">
                <a16:creationId xmlns:a16="http://schemas.microsoft.com/office/drawing/2014/main" id="{92E93420-451C-4616-A032-A2B332F54242}"/>
              </a:ext>
            </a:extLst>
          </p:cNvPr>
          <p:cNvSpPr>
            <a:spLocks noGrp="1"/>
          </p:cNvSpPr>
          <p:nvPr/>
        </p:nvSpPr>
        <p:spPr>
          <a:xfrm>
            <a:off x="1342529" y="5837760"/>
            <a:ext cx="28398" cy="28398"/>
          </a:xfrm>
          <a:prstGeom prst="ellipse">
            <a:avLst/>
          </a:prstGeom>
          <a:solidFill>
            <a:srgbClr val="5879BD">
              <a:alpha val="30000"/>
            </a:srgbClr>
          </a:solidFill>
          <a:ln w="0">
            <a:noFill/>
            <a:prstDash val="solid"/>
          </a:ln>
        </p:spPr>
      </p:sp>
      <p:sp>
        <p:nvSpPr>
          <p:cNvPr id="1239" name="02_predicted_pose_4538">
            <a:extLst>
              <a:ext uri="{FF2B5EF4-FFF2-40B4-BE49-F238E27FC236}">
                <a16:creationId xmlns:a16="http://schemas.microsoft.com/office/drawing/2014/main" id="{93D04BB2-685F-4342-8566-3C4887DE9394}"/>
              </a:ext>
            </a:extLst>
          </p:cNvPr>
          <p:cNvSpPr>
            <a:spLocks noGrp="1"/>
          </p:cNvSpPr>
          <p:nvPr/>
        </p:nvSpPr>
        <p:spPr>
          <a:xfrm>
            <a:off x="1370092" y="5831562"/>
            <a:ext cx="28398" cy="28398"/>
          </a:xfrm>
          <a:prstGeom prst="ellipse">
            <a:avLst/>
          </a:prstGeom>
          <a:solidFill>
            <a:srgbClr val="5879BD">
              <a:alpha val="30000"/>
            </a:srgbClr>
          </a:solidFill>
          <a:ln w="0">
            <a:noFill/>
            <a:prstDash val="solid"/>
          </a:ln>
        </p:spPr>
      </p:sp>
      <p:sp>
        <p:nvSpPr>
          <p:cNvPr id="1240" name="02_predicted_pose_4539">
            <a:extLst>
              <a:ext uri="{FF2B5EF4-FFF2-40B4-BE49-F238E27FC236}">
                <a16:creationId xmlns:a16="http://schemas.microsoft.com/office/drawing/2014/main" id="{DBC7F398-A251-4DBF-9B65-F30356F114D1}"/>
              </a:ext>
            </a:extLst>
          </p:cNvPr>
          <p:cNvSpPr>
            <a:spLocks noGrp="1"/>
          </p:cNvSpPr>
          <p:nvPr/>
        </p:nvSpPr>
        <p:spPr>
          <a:xfrm>
            <a:off x="1397654" y="5867917"/>
            <a:ext cx="28398" cy="28398"/>
          </a:xfrm>
          <a:prstGeom prst="ellipse">
            <a:avLst/>
          </a:prstGeom>
          <a:solidFill>
            <a:srgbClr val="5879BD">
              <a:alpha val="30000"/>
            </a:srgbClr>
          </a:solidFill>
          <a:ln w="0">
            <a:noFill/>
            <a:prstDash val="solid"/>
          </a:ln>
        </p:spPr>
      </p:sp>
      <p:sp>
        <p:nvSpPr>
          <p:cNvPr id="1241" name="02_predicted_pose_4540">
            <a:extLst>
              <a:ext uri="{FF2B5EF4-FFF2-40B4-BE49-F238E27FC236}">
                <a16:creationId xmlns:a16="http://schemas.microsoft.com/office/drawing/2014/main" id="{6DA99690-D962-4998-9704-EB1D5A94BB67}"/>
              </a:ext>
            </a:extLst>
          </p:cNvPr>
          <p:cNvSpPr>
            <a:spLocks noGrp="1"/>
          </p:cNvSpPr>
          <p:nvPr/>
        </p:nvSpPr>
        <p:spPr>
          <a:xfrm>
            <a:off x="1425216" y="5996050"/>
            <a:ext cx="28398" cy="28398"/>
          </a:xfrm>
          <a:prstGeom prst="ellipse">
            <a:avLst/>
          </a:prstGeom>
          <a:solidFill>
            <a:srgbClr val="5879BD">
              <a:alpha val="30000"/>
            </a:srgbClr>
          </a:solidFill>
          <a:ln w="0">
            <a:noFill/>
            <a:prstDash val="solid"/>
          </a:ln>
        </p:spPr>
      </p:sp>
      <p:sp>
        <p:nvSpPr>
          <p:cNvPr id="1242" name="02_predicted_pose_4541">
            <a:extLst>
              <a:ext uri="{FF2B5EF4-FFF2-40B4-BE49-F238E27FC236}">
                <a16:creationId xmlns:a16="http://schemas.microsoft.com/office/drawing/2014/main" id="{59FD5886-4D0A-4437-AC19-81B3A1B4AE9D}"/>
              </a:ext>
            </a:extLst>
          </p:cNvPr>
          <p:cNvSpPr>
            <a:spLocks noGrp="1"/>
          </p:cNvSpPr>
          <p:nvPr/>
        </p:nvSpPr>
        <p:spPr>
          <a:xfrm>
            <a:off x="1328403" y="5839494"/>
            <a:ext cx="28398" cy="28398"/>
          </a:xfrm>
          <a:prstGeom prst="ellipse">
            <a:avLst/>
          </a:prstGeom>
          <a:solidFill>
            <a:srgbClr val="5879BD">
              <a:alpha val="30000"/>
            </a:srgbClr>
          </a:solidFill>
          <a:ln w="0">
            <a:noFill/>
            <a:prstDash val="solid"/>
          </a:ln>
        </p:spPr>
      </p:sp>
      <p:sp>
        <p:nvSpPr>
          <p:cNvPr id="1243" name="02_predicted_pose_4542">
            <a:extLst>
              <a:ext uri="{FF2B5EF4-FFF2-40B4-BE49-F238E27FC236}">
                <a16:creationId xmlns:a16="http://schemas.microsoft.com/office/drawing/2014/main" id="{0DDEE623-3055-4477-9A45-E8E86837AF5A}"/>
              </a:ext>
            </a:extLst>
          </p:cNvPr>
          <p:cNvSpPr>
            <a:spLocks noGrp="1"/>
          </p:cNvSpPr>
          <p:nvPr/>
        </p:nvSpPr>
        <p:spPr>
          <a:xfrm>
            <a:off x="1445544" y="5571736"/>
            <a:ext cx="28398" cy="28398"/>
          </a:xfrm>
          <a:prstGeom prst="ellipse">
            <a:avLst/>
          </a:prstGeom>
          <a:solidFill>
            <a:srgbClr val="5879BD">
              <a:alpha val="30000"/>
            </a:srgbClr>
          </a:solidFill>
          <a:ln w="0">
            <a:noFill/>
            <a:prstDash val="solid"/>
          </a:ln>
        </p:spPr>
      </p:sp>
      <p:sp>
        <p:nvSpPr>
          <p:cNvPr id="1244" name="02_predicted_pose_4543">
            <a:extLst>
              <a:ext uri="{FF2B5EF4-FFF2-40B4-BE49-F238E27FC236}">
                <a16:creationId xmlns:a16="http://schemas.microsoft.com/office/drawing/2014/main" id="{7FA1C788-6D1A-4402-A9E3-826CFDF25FC7}"/>
              </a:ext>
            </a:extLst>
          </p:cNvPr>
          <p:cNvSpPr>
            <a:spLocks noGrp="1"/>
          </p:cNvSpPr>
          <p:nvPr/>
        </p:nvSpPr>
        <p:spPr>
          <a:xfrm>
            <a:off x="1459325" y="5643425"/>
            <a:ext cx="28398" cy="28398"/>
          </a:xfrm>
          <a:prstGeom prst="ellipse">
            <a:avLst/>
          </a:prstGeom>
          <a:solidFill>
            <a:srgbClr val="5879BD">
              <a:alpha val="30000"/>
            </a:srgbClr>
          </a:solidFill>
          <a:ln w="0">
            <a:noFill/>
            <a:prstDash val="solid"/>
          </a:ln>
        </p:spPr>
      </p:sp>
      <p:sp>
        <p:nvSpPr>
          <p:cNvPr id="1245" name="02_predicted_pose_4544">
            <a:extLst>
              <a:ext uri="{FF2B5EF4-FFF2-40B4-BE49-F238E27FC236}">
                <a16:creationId xmlns:a16="http://schemas.microsoft.com/office/drawing/2014/main" id="{1AEAEC39-FB79-4122-B09A-38A6F9DC6283}"/>
              </a:ext>
            </a:extLst>
          </p:cNvPr>
          <p:cNvSpPr>
            <a:spLocks noGrp="1"/>
          </p:cNvSpPr>
          <p:nvPr/>
        </p:nvSpPr>
        <p:spPr>
          <a:xfrm>
            <a:off x="1242271" y="5210648"/>
            <a:ext cx="28398" cy="28398"/>
          </a:xfrm>
          <a:prstGeom prst="ellipse">
            <a:avLst/>
          </a:prstGeom>
          <a:solidFill>
            <a:srgbClr val="5879BD">
              <a:alpha val="30000"/>
            </a:srgbClr>
          </a:solidFill>
          <a:ln w="0">
            <a:noFill/>
            <a:prstDash val="solid"/>
          </a:ln>
        </p:spPr>
      </p:sp>
      <p:sp>
        <p:nvSpPr>
          <p:cNvPr id="1246" name="02_predicted_pose_4545">
            <a:extLst>
              <a:ext uri="{FF2B5EF4-FFF2-40B4-BE49-F238E27FC236}">
                <a16:creationId xmlns:a16="http://schemas.microsoft.com/office/drawing/2014/main" id="{17ACBC83-874E-4C9F-A908-4DD7671C35E9}"/>
              </a:ext>
            </a:extLst>
          </p:cNvPr>
          <p:cNvSpPr>
            <a:spLocks noGrp="1"/>
          </p:cNvSpPr>
          <p:nvPr/>
        </p:nvSpPr>
        <p:spPr>
          <a:xfrm>
            <a:off x="1254674" y="5856103"/>
            <a:ext cx="28398" cy="28398"/>
          </a:xfrm>
          <a:prstGeom prst="ellipse">
            <a:avLst/>
          </a:prstGeom>
          <a:solidFill>
            <a:srgbClr val="5879BD">
              <a:alpha val="30000"/>
            </a:srgbClr>
          </a:solidFill>
          <a:ln w="0">
            <a:noFill/>
            <a:prstDash val="solid"/>
          </a:ln>
        </p:spPr>
      </p:sp>
      <p:sp>
        <p:nvSpPr>
          <p:cNvPr id="1247" name="02_predicted_pose_4546">
            <a:extLst>
              <a:ext uri="{FF2B5EF4-FFF2-40B4-BE49-F238E27FC236}">
                <a16:creationId xmlns:a16="http://schemas.microsoft.com/office/drawing/2014/main" id="{AD6CBF46-B13A-402D-9B3E-A39C9EF87136}"/>
              </a:ext>
            </a:extLst>
          </p:cNvPr>
          <p:cNvSpPr>
            <a:spLocks noGrp="1"/>
          </p:cNvSpPr>
          <p:nvPr/>
        </p:nvSpPr>
        <p:spPr>
          <a:xfrm>
            <a:off x="1296362" y="5833490"/>
            <a:ext cx="28398" cy="28398"/>
          </a:xfrm>
          <a:prstGeom prst="ellipse">
            <a:avLst/>
          </a:prstGeom>
          <a:solidFill>
            <a:srgbClr val="5879BD">
              <a:alpha val="30000"/>
            </a:srgbClr>
          </a:solidFill>
          <a:ln w="0">
            <a:noFill/>
            <a:prstDash val="solid"/>
          </a:ln>
        </p:spPr>
      </p:sp>
      <p:sp>
        <p:nvSpPr>
          <p:cNvPr id="1248" name="02_predicted_pose_4547">
            <a:extLst>
              <a:ext uri="{FF2B5EF4-FFF2-40B4-BE49-F238E27FC236}">
                <a16:creationId xmlns:a16="http://schemas.microsoft.com/office/drawing/2014/main" id="{A7B3541E-92F5-40FC-8043-0EE7459D4DEC}"/>
              </a:ext>
            </a:extLst>
          </p:cNvPr>
          <p:cNvSpPr>
            <a:spLocks noGrp="1"/>
          </p:cNvSpPr>
          <p:nvPr/>
        </p:nvSpPr>
        <p:spPr>
          <a:xfrm>
            <a:off x="1259842" y="5790778"/>
            <a:ext cx="28398" cy="28398"/>
          </a:xfrm>
          <a:prstGeom prst="ellipse">
            <a:avLst/>
          </a:prstGeom>
          <a:solidFill>
            <a:srgbClr val="5879BD">
              <a:alpha val="30000"/>
            </a:srgbClr>
          </a:solidFill>
          <a:ln w="0">
            <a:noFill/>
            <a:prstDash val="solid"/>
          </a:ln>
        </p:spPr>
      </p:sp>
      <p:sp>
        <p:nvSpPr>
          <p:cNvPr id="1249" name="02_predicted_pose_4548">
            <a:extLst>
              <a:ext uri="{FF2B5EF4-FFF2-40B4-BE49-F238E27FC236}">
                <a16:creationId xmlns:a16="http://schemas.microsoft.com/office/drawing/2014/main" id="{07EB4D69-A57F-4FF5-A883-E22F8ED96FDD}"/>
              </a:ext>
            </a:extLst>
          </p:cNvPr>
          <p:cNvSpPr>
            <a:spLocks noGrp="1"/>
          </p:cNvSpPr>
          <p:nvPr/>
        </p:nvSpPr>
        <p:spPr>
          <a:xfrm>
            <a:off x="1207818" y="5972765"/>
            <a:ext cx="28398" cy="28398"/>
          </a:xfrm>
          <a:prstGeom prst="ellipse">
            <a:avLst/>
          </a:prstGeom>
          <a:solidFill>
            <a:srgbClr val="5879BD">
              <a:alpha val="30000"/>
            </a:srgbClr>
          </a:solidFill>
          <a:ln w="0">
            <a:noFill/>
            <a:prstDash val="solid"/>
          </a:ln>
        </p:spPr>
      </p:sp>
      <p:sp>
        <p:nvSpPr>
          <p:cNvPr id="1250" name="02_predicted_pose_4549">
            <a:extLst>
              <a:ext uri="{FF2B5EF4-FFF2-40B4-BE49-F238E27FC236}">
                <a16:creationId xmlns:a16="http://schemas.microsoft.com/office/drawing/2014/main" id="{A8E2317C-5D88-406A-9E48-332585CBDC37}"/>
              </a:ext>
            </a:extLst>
          </p:cNvPr>
          <p:cNvSpPr>
            <a:spLocks noGrp="1"/>
          </p:cNvSpPr>
          <p:nvPr/>
        </p:nvSpPr>
        <p:spPr>
          <a:xfrm>
            <a:off x="1340117" y="5972683"/>
            <a:ext cx="28398" cy="28398"/>
          </a:xfrm>
          <a:prstGeom prst="ellipse">
            <a:avLst/>
          </a:prstGeom>
          <a:solidFill>
            <a:srgbClr val="5879BD">
              <a:alpha val="30000"/>
            </a:srgbClr>
          </a:solidFill>
          <a:ln w="0">
            <a:noFill/>
            <a:prstDash val="solid"/>
          </a:ln>
        </p:spPr>
      </p:sp>
      <p:sp>
        <p:nvSpPr>
          <p:cNvPr id="1251" name="02_predicted_pose_4550">
            <a:extLst>
              <a:ext uri="{FF2B5EF4-FFF2-40B4-BE49-F238E27FC236}">
                <a16:creationId xmlns:a16="http://schemas.microsoft.com/office/drawing/2014/main" id="{C823DF8C-CF44-47A7-BD58-D7F1B6C9A625}"/>
              </a:ext>
            </a:extLst>
          </p:cNvPr>
          <p:cNvSpPr>
            <a:spLocks noGrp="1"/>
          </p:cNvSpPr>
          <p:nvPr/>
        </p:nvSpPr>
        <p:spPr>
          <a:xfrm>
            <a:off x="1353899" y="5967627"/>
            <a:ext cx="28398" cy="28398"/>
          </a:xfrm>
          <a:prstGeom prst="ellipse">
            <a:avLst/>
          </a:prstGeom>
          <a:solidFill>
            <a:srgbClr val="5879BD">
              <a:alpha val="30000"/>
            </a:srgbClr>
          </a:solidFill>
          <a:ln w="0">
            <a:noFill/>
            <a:prstDash val="solid"/>
          </a:ln>
        </p:spPr>
      </p:sp>
      <p:sp>
        <p:nvSpPr>
          <p:cNvPr id="1252" name="02_predicted_pose_4551">
            <a:extLst>
              <a:ext uri="{FF2B5EF4-FFF2-40B4-BE49-F238E27FC236}">
                <a16:creationId xmlns:a16="http://schemas.microsoft.com/office/drawing/2014/main" id="{98FA742A-5ED1-4850-B7F0-0CDB9E663E5A}"/>
              </a:ext>
            </a:extLst>
          </p:cNvPr>
          <p:cNvSpPr>
            <a:spLocks noGrp="1"/>
          </p:cNvSpPr>
          <p:nvPr/>
        </p:nvSpPr>
        <p:spPr>
          <a:xfrm>
            <a:off x="1367680" y="5971923"/>
            <a:ext cx="28398" cy="28398"/>
          </a:xfrm>
          <a:prstGeom prst="ellipse">
            <a:avLst/>
          </a:prstGeom>
          <a:solidFill>
            <a:srgbClr val="5879BD">
              <a:alpha val="30000"/>
            </a:srgbClr>
          </a:solidFill>
          <a:ln w="0">
            <a:noFill/>
            <a:prstDash val="solid"/>
          </a:ln>
        </p:spPr>
      </p:sp>
      <p:sp>
        <p:nvSpPr>
          <p:cNvPr id="1253" name="02_predicted_pose_4552">
            <a:extLst>
              <a:ext uri="{FF2B5EF4-FFF2-40B4-BE49-F238E27FC236}">
                <a16:creationId xmlns:a16="http://schemas.microsoft.com/office/drawing/2014/main" id="{17B4ED6E-C7D0-4533-9C4A-47439A2DAB37}"/>
              </a:ext>
            </a:extLst>
          </p:cNvPr>
          <p:cNvSpPr>
            <a:spLocks noGrp="1"/>
          </p:cNvSpPr>
          <p:nvPr/>
        </p:nvSpPr>
        <p:spPr>
          <a:xfrm>
            <a:off x="1381461" y="6023591"/>
            <a:ext cx="28398" cy="28398"/>
          </a:xfrm>
          <a:prstGeom prst="ellipse">
            <a:avLst/>
          </a:prstGeom>
          <a:solidFill>
            <a:srgbClr val="5879BD">
              <a:alpha val="30000"/>
            </a:srgbClr>
          </a:solidFill>
          <a:ln w="0">
            <a:noFill/>
            <a:prstDash val="solid"/>
          </a:ln>
        </p:spPr>
      </p:sp>
      <p:sp>
        <p:nvSpPr>
          <p:cNvPr id="1254" name="02_predicted_pose_4553">
            <a:extLst>
              <a:ext uri="{FF2B5EF4-FFF2-40B4-BE49-F238E27FC236}">
                <a16:creationId xmlns:a16="http://schemas.microsoft.com/office/drawing/2014/main" id="{584DE448-3467-412A-906A-A40452842333}"/>
              </a:ext>
            </a:extLst>
          </p:cNvPr>
          <p:cNvSpPr>
            <a:spLocks noGrp="1"/>
          </p:cNvSpPr>
          <p:nvPr/>
        </p:nvSpPr>
        <p:spPr>
          <a:xfrm>
            <a:off x="1176465" y="5989477"/>
            <a:ext cx="28398" cy="28398"/>
          </a:xfrm>
          <a:prstGeom prst="ellipse">
            <a:avLst/>
          </a:prstGeom>
          <a:solidFill>
            <a:srgbClr val="5879BD">
              <a:alpha val="30000"/>
            </a:srgbClr>
          </a:solidFill>
          <a:ln w="0">
            <a:noFill/>
            <a:prstDash val="solid"/>
          </a:ln>
        </p:spPr>
      </p:sp>
      <p:sp>
        <p:nvSpPr>
          <p:cNvPr id="1255" name="02_predicted_pose_4554">
            <a:extLst>
              <a:ext uri="{FF2B5EF4-FFF2-40B4-BE49-F238E27FC236}">
                <a16:creationId xmlns:a16="http://schemas.microsoft.com/office/drawing/2014/main" id="{D28753F0-4845-414F-B605-E23D4F2DEF60}"/>
              </a:ext>
            </a:extLst>
          </p:cNvPr>
          <p:cNvSpPr>
            <a:spLocks noGrp="1"/>
          </p:cNvSpPr>
          <p:nvPr/>
        </p:nvSpPr>
        <p:spPr>
          <a:xfrm>
            <a:off x="1204028" y="6054643"/>
            <a:ext cx="28398" cy="28398"/>
          </a:xfrm>
          <a:prstGeom prst="ellipse">
            <a:avLst/>
          </a:prstGeom>
          <a:solidFill>
            <a:srgbClr val="5879BD">
              <a:alpha val="30000"/>
            </a:srgbClr>
          </a:solidFill>
          <a:ln w="0">
            <a:noFill/>
            <a:prstDash val="solid"/>
          </a:ln>
        </p:spPr>
      </p:sp>
      <p:sp>
        <p:nvSpPr>
          <p:cNvPr id="1256" name="02_predicted_pose_4555">
            <a:extLst>
              <a:ext uri="{FF2B5EF4-FFF2-40B4-BE49-F238E27FC236}">
                <a16:creationId xmlns:a16="http://schemas.microsoft.com/office/drawing/2014/main" id="{F63470D3-428E-4292-8087-710B01B0976D}"/>
              </a:ext>
            </a:extLst>
          </p:cNvPr>
          <p:cNvSpPr>
            <a:spLocks noGrp="1"/>
          </p:cNvSpPr>
          <p:nvPr/>
        </p:nvSpPr>
        <p:spPr>
          <a:xfrm>
            <a:off x="1415570" y="5523191"/>
            <a:ext cx="28398" cy="28398"/>
          </a:xfrm>
          <a:prstGeom prst="ellipse">
            <a:avLst/>
          </a:prstGeom>
          <a:solidFill>
            <a:srgbClr val="5879BD">
              <a:alpha val="30000"/>
            </a:srgbClr>
          </a:solidFill>
          <a:ln w="0">
            <a:noFill/>
            <a:prstDash val="solid"/>
          </a:ln>
        </p:spPr>
      </p:sp>
      <p:sp>
        <p:nvSpPr>
          <p:cNvPr id="1257" name="02_predicted_pose_4556">
            <a:extLst>
              <a:ext uri="{FF2B5EF4-FFF2-40B4-BE49-F238E27FC236}">
                <a16:creationId xmlns:a16="http://schemas.microsoft.com/office/drawing/2014/main" id="{C7FE4D06-1D31-4945-B2A8-961455DFBDD6}"/>
              </a:ext>
            </a:extLst>
          </p:cNvPr>
          <p:cNvSpPr>
            <a:spLocks noGrp="1"/>
          </p:cNvSpPr>
          <p:nvPr/>
        </p:nvSpPr>
        <p:spPr>
          <a:xfrm>
            <a:off x="1450367" y="5971618"/>
            <a:ext cx="28398" cy="28398"/>
          </a:xfrm>
          <a:prstGeom prst="ellipse">
            <a:avLst/>
          </a:prstGeom>
          <a:solidFill>
            <a:srgbClr val="5879BD">
              <a:alpha val="30000"/>
            </a:srgbClr>
          </a:solidFill>
          <a:ln w="0">
            <a:noFill/>
            <a:prstDash val="solid"/>
          </a:ln>
        </p:spPr>
      </p:sp>
      <p:sp>
        <p:nvSpPr>
          <p:cNvPr id="1258" name="02_predicted_pose_4557">
            <a:extLst>
              <a:ext uri="{FF2B5EF4-FFF2-40B4-BE49-F238E27FC236}">
                <a16:creationId xmlns:a16="http://schemas.microsoft.com/office/drawing/2014/main" id="{44288DBD-FB74-4D09-98DC-F91EC3F82207}"/>
              </a:ext>
            </a:extLst>
          </p:cNvPr>
          <p:cNvSpPr>
            <a:spLocks noGrp="1"/>
          </p:cNvSpPr>
          <p:nvPr/>
        </p:nvSpPr>
        <p:spPr>
          <a:xfrm>
            <a:off x="2411953" y="5651268"/>
            <a:ext cx="28398" cy="28398"/>
          </a:xfrm>
          <a:prstGeom prst="ellipse">
            <a:avLst/>
          </a:prstGeom>
          <a:solidFill>
            <a:srgbClr val="B57442">
              <a:alpha val="30000"/>
            </a:srgbClr>
          </a:solidFill>
          <a:ln w="0">
            <a:noFill/>
            <a:prstDash val="solid"/>
          </a:ln>
        </p:spPr>
      </p:sp>
      <p:sp>
        <p:nvSpPr>
          <p:cNvPr id="1259" name="02_predicted_pose_4558">
            <a:extLst>
              <a:ext uri="{FF2B5EF4-FFF2-40B4-BE49-F238E27FC236}">
                <a16:creationId xmlns:a16="http://schemas.microsoft.com/office/drawing/2014/main" id="{69548483-A7AD-430F-891E-D1CA007690C4}"/>
              </a:ext>
            </a:extLst>
          </p:cNvPr>
          <p:cNvSpPr>
            <a:spLocks noGrp="1"/>
          </p:cNvSpPr>
          <p:nvPr/>
        </p:nvSpPr>
        <p:spPr>
          <a:xfrm>
            <a:off x="2425734" y="5644476"/>
            <a:ext cx="28398" cy="28398"/>
          </a:xfrm>
          <a:prstGeom prst="ellipse">
            <a:avLst/>
          </a:prstGeom>
          <a:solidFill>
            <a:srgbClr val="B57442">
              <a:alpha val="30000"/>
            </a:srgbClr>
          </a:solidFill>
          <a:ln w="0">
            <a:noFill/>
            <a:prstDash val="solid"/>
          </a:ln>
        </p:spPr>
      </p:sp>
      <p:sp>
        <p:nvSpPr>
          <p:cNvPr id="1260" name="02_predicted_pose_4559">
            <a:extLst>
              <a:ext uri="{FF2B5EF4-FFF2-40B4-BE49-F238E27FC236}">
                <a16:creationId xmlns:a16="http://schemas.microsoft.com/office/drawing/2014/main" id="{00F37227-1816-49FD-8A35-748CB60D993E}"/>
              </a:ext>
            </a:extLst>
          </p:cNvPr>
          <p:cNvSpPr>
            <a:spLocks noGrp="1"/>
          </p:cNvSpPr>
          <p:nvPr/>
        </p:nvSpPr>
        <p:spPr>
          <a:xfrm>
            <a:off x="2439515" y="5716239"/>
            <a:ext cx="28398" cy="28398"/>
          </a:xfrm>
          <a:prstGeom prst="ellipse">
            <a:avLst/>
          </a:prstGeom>
          <a:solidFill>
            <a:srgbClr val="B57442">
              <a:alpha val="30000"/>
            </a:srgbClr>
          </a:solidFill>
          <a:ln w="0">
            <a:noFill/>
            <a:prstDash val="solid"/>
          </a:ln>
        </p:spPr>
      </p:sp>
      <p:sp>
        <p:nvSpPr>
          <p:cNvPr id="1261" name="02_predicted_pose_4560">
            <a:extLst>
              <a:ext uri="{FF2B5EF4-FFF2-40B4-BE49-F238E27FC236}">
                <a16:creationId xmlns:a16="http://schemas.microsoft.com/office/drawing/2014/main" id="{42DD5BD1-0F90-4134-AB4D-3B7058C7C196}"/>
              </a:ext>
            </a:extLst>
          </p:cNvPr>
          <p:cNvSpPr>
            <a:spLocks noGrp="1"/>
          </p:cNvSpPr>
          <p:nvPr/>
        </p:nvSpPr>
        <p:spPr>
          <a:xfrm>
            <a:off x="2453297" y="5684179"/>
            <a:ext cx="28398" cy="28398"/>
          </a:xfrm>
          <a:prstGeom prst="ellipse">
            <a:avLst/>
          </a:prstGeom>
          <a:solidFill>
            <a:srgbClr val="B57442">
              <a:alpha val="30000"/>
            </a:srgbClr>
          </a:solidFill>
          <a:ln w="0">
            <a:noFill/>
            <a:prstDash val="solid"/>
          </a:ln>
        </p:spPr>
      </p:sp>
      <p:sp>
        <p:nvSpPr>
          <p:cNvPr id="1262" name="02_predicted_pose_4561">
            <a:extLst>
              <a:ext uri="{FF2B5EF4-FFF2-40B4-BE49-F238E27FC236}">
                <a16:creationId xmlns:a16="http://schemas.microsoft.com/office/drawing/2014/main" id="{41CBFCDD-871A-4314-824F-C68031B069F1}"/>
              </a:ext>
            </a:extLst>
          </p:cNvPr>
          <p:cNvSpPr>
            <a:spLocks noGrp="1"/>
          </p:cNvSpPr>
          <p:nvPr/>
        </p:nvSpPr>
        <p:spPr>
          <a:xfrm>
            <a:off x="2467078" y="5666391"/>
            <a:ext cx="28398" cy="28398"/>
          </a:xfrm>
          <a:prstGeom prst="ellipse">
            <a:avLst/>
          </a:prstGeom>
          <a:solidFill>
            <a:srgbClr val="B57442">
              <a:alpha val="30000"/>
            </a:srgbClr>
          </a:solidFill>
          <a:ln w="0">
            <a:noFill/>
            <a:prstDash val="solid"/>
          </a:ln>
        </p:spPr>
      </p:sp>
      <p:sp>
        <p:nvSpPr>
          <p:cNvPr id="1263" name="02_predicted_pose_4562">
            <a:extLst>
              <a:ext uri="{FF2B5EF4-FFF2-40B4-BE49-F238E27FC236}">
                <a16:creationId xmlns:a16="http://schemas.microsoft.com/office/drawing/2014/main" id="{9BC8731F-DF47-48E7-94E2-B53148F6DF87}"/>
              </a:ext>
            </a:extLst>
          </p:cNvPr>
          <p:cNvSpPr>
            <a:spLocks noGrp="1"/>
          </p:cNvSpPr>
          <p:nvPr/>
        </p:nvSpPr>
        <p:spPr>
          <a:xfrm>
            <a:off x="2480859" y="5664892"/>
            <a:ext cx="28398" cy="28398"/>
          </a:xfrm>
          <a:prstGeom prst="ellipse">
            <a:avLst/>
          </a:prstGeom>
          <a:solidFill>
            <a:srgbClr val="B57442">
              <a:alpha val="30000"/>
            </a:srgbClr>
          </a:solidFill>
          <a:ln w="0">
            <a:noFill/>
            <a:prstDash val="solid"/>
          </a:ln>
        </p:spPr>
      </p:sp>
      <p:sp>
        <p:nvSpPr>
          <p:cNvPr id="1264" name="02_predicted_pose_4563">
            <a:extLst>
              <a:ext uri="{FF2B5EF4-FFF2-40B4-BE49-F238E27FC236}">
                <a16:creationId xmlns:a16="http://schemas.microsoft.com/office/drawing/2014/main" id="{798CCB8A-D22B-453C-8C22-9AB316DE2ABF}"/>
              </a:ext>
            </a:extLst>
          </p:cNvPr>
          <p:cNvSpPr>
            <a:spLocks noGrp="1"/>
          </p:cNvSpPr>
          <p:nvPr/>
        </p:nvSpPr>
        <p:spPr>
          <a:xfrm>
            <a:off x="2494640" y="5651264"/>
            <a:ext cx="28398" cy="28398"/>
          </a:xfrm>
          <a:prstGeom prst="ellipse">
            <a:avLst/>
          </a:prstGeom>
          <a:solidFill>
            <a:srgbClr val="B57442">
              <a:alpha val="30000"/>
            </a:srgbClr>
          </a:solidFill>
          <a:ln w="0">
            <a:noFill/>
            <a:prstDash val="solid"/>
          </a:ln>
        </p:spPr>
      </p:sp>
      <p:sp>
        <p:nvSpPr>
          <p:cNvPr id="1265" name="02_predicted_pose_4564">
            <a:extLst>
              <a:ext uri="{FF2B5EF4-FFF2-40B4-BE49-F238E27FC236}">
                <a16:creationId xmlns:a16="http://schemas.microsoft.com/office/drawing/2014/main" id="{D6CCE40C-06F2-4E9C-9E82-134A504E7987}"/>
              </a:ext>
            </a:extLst>
          </p:cNvPr>
          <p:cNvSpPr>
            <a:spLocks noGrp="1"/>
          </p:cNvSpPr>
          <p:nvPr/>
        </p:nvSpPr>
        <p:spPr>
          <a:xfrm>
            <a:off x="2508421" y="5818217"/>
            <a:ext cx="28398" cy="28398"/>
          </a:xfrm>
          <a:prstGeom prst="ellipse">
            <a:avLst/>
          </a:prstGeom>
          <a:solidFill>
            <a:srgbClr val="B57442">
              <a:alpha val="30000"/>
            </a:srgbClr>
          </a:solidFill>
          <a:ln w="0">
            <a:noFill/>
            <a:prstDash val="solid"/>
          </a:ln>
        </p:spPr>
      </p:sp>
      <p:sp>
        <p:nvSpPr>
          <p:cNvPr id="1266" name="02_predicted_pose_4565">
            <a:extLst>
              <a:ext uri="{FF2B5EF4-FFF2-40B4-BE49-F238E27FC236}">
                <a16:creationId xmlns:a16="http://schemas.microsoft.com/office/drawing/2014/main" id="{09399ED6-A1D6-4919-96F6-4D6B84FC3CC0}"/>
              </a:ext>
            </a:extLst>
          </p:cNvPr>
          <p:cNvSpPr>
            <a:spLocks noGrp="1"/>
          </p:cNvSpPr>
          <p:nvPr/>
        </p:nvSpPr>
        <p:spPr>
          <a:xfrm>
            <a:off x="2522203" y="5704621"/>
            <a:ext cx="28398" cy="28398"/>
          </a:xfrm>
          <a:prstGeom prst="ellipse">
            <a:avLst/>
          </a:prstGeom>
          <a:solidFill>
            <a:srgbClr val="B57442">
              <a:alpha val="30000"/>
            </a:srgbClr>
          </a:solidFill>
          <a:ln w="0">
            <a:noFill/>
            <a:prstDash val="solid"/>
          </a:ln>
        </p:spPr>
      </p:sp>
      <p:sp>
        <p:nvSpPr>
          <p:cNvPr id="1267" name="02_predicted_pose_4566">
            <a:extLst>
              <a:ext uri="{FF2B5EF4-FFF2-40B4-BE49-F238E27FC236}">
                <a16:creationId xmlns:a16="http://schemas.microsoft.com/office/drawing/2014/main" id="{9DE51E98-6722-4457-B743-D63D13926EC1}"/>
              </a:ext>
            </a:extLst>
          </p:cNvPr>
          <p:cNvSpPr>
            <a:spLocks noGrp="1"/>
          </p:cNvSpPr>
          <p:nvPr/>
        </p:nvSpPr>
        <p:spPr>
          <a:xfrm>
            <a:off x="2535984" y="5660274"/>
            <a:ext cx="28398" cy="28398"/>
          </a:xfrm>
          <a:prstGeom prst="ellipse">
            <a:avLst/>
          </a:prstGeom>
          <a:solidFill>
            <a:srgbClr val="B57442">
              <a:alpha val="30000"/>
            </a:srgbClr>
          </a:solidFill>
          <a:ln w="0">
            <a:noFill/>
            <a:prstDash val="solid"/>
          </a:ln>
        </p:spPr>
      </p:sp>
      <p:sp>
        <p:nvSpPr>
          <p:cNvPr id="1268" name="02_predicted_pose_4567">
            <a:extLst>
              <a:ext uri="{FF2B5EF4-FFF2-40B4-BE49-F238E27FC236}">
                <a16:creationId xmlns:a16="http://schemas.microsoft.com/office/drawing/2014/main" id="{78C178C4-B002-4308-B687-0CD9EA4BA9BC}"/>
              </a:ext>
            </a:extLst>
          </p:cNvPr>
          <p:cNvSpPr>
            <a:spLocks noGrp="1"/>
          </p:cNvSpPr>
          <p:nvPr/>
        </p:nvSpPr>
        <p:spPr>
          <a:xfrm>
            <a:off x="2425389" y="5659943"/>
            <a:ext cx="28398" cy="28398"/>
          </a:xfrm>
          <a:prstGeom prst="ellipse">
            <a:avLst/>
          </a:prstGeom>
          <a:solidFill>
            <a:srgbClr val="B57442">
              <a:alpha val="30000"/>
            </a:srgbClr>
          </a:solidFill>
          <a:ln w="0">
            <a:noFill/>
            <a:prstDash val="solid"/>
          </a:ln>
        </p:spPr>
      </p:sp>
      <p:sp>
        <p:nvSpPr>
          <p:cNvPr id="1269" name="02_predicted_pose_4568">
            <a:extLst>
              <a:ext uri="{FF2B5EF4-FFF2-40B4-BE49-F238E27FC236}">
                <a16:creationId xmlns:a16="http://schemas.microsoft.com/office/drawing/2014/main" id="{26387368-2F29-476A-AC8A-5AFF025EBFB6}"/>
              </a:ext>
            </a:extLst>
          </p:cNvPr>
          <p:cNvSpPr>
            <a:spLocks noGrp="1"/>
          </p:cNvSpPr>
          <p:nvPr/>
        </p:nvSpPr>
        <p:spPr>
          <a:xfrm>
            <a:off x="2518413" y="5636252"/>
            <a:ext cx="28398" cy="28398"/>
          </a:xfrm>
          <a:prstGeom prst="ellipse">
            <a:avLst/>
          </a:prstGeom>
          <a:solidFill>
            <a:srgbClr val="B57442">
              <a:alpha val="30000"/>
            </a:srgbClr>
          </a:solidFill>
          <a:ln w="0">
            <a:noFill/>
            <a:prstDash val="solid"/>
          </a:ln>
        </p:spPr>
      </p:sp>
      <p:sp>
        <p:nvSpPr>
          <p:cNvPr id="1270" name="02_predicted_pose_4569">
            <a:extLst>
              <a:ext uri="{FF2B5EF4-FFF2-40B4-BE49-F238E27FC236}">
                <a16:creationId xmlns:a16="http://schemas.microsoft.com/office/drawing/2014/main" id="{763D30A2-3633-4EC8-B038-4079DCA1CE24}"/>
              </a:ext>
            </a:extLst>
          </p:cNvPr>
          <p:cNvSpPr>
            <a:spLocks noGrp="1"/>
          </p:cNvSpPr>
          <p:nvPr/>
        </p:nvSpPr>
        <p:spPr>
          <a:xfrm>
            <a:off x="2611436" y="5694624"/>
            <a:ext cx="28398" cy="28398"/>
          </a:xfrm>
          <a:prstGeom prst="ellipse">
            <a:avLst/>
          </a:prstGeom>
          <a:solidFill>
            <a:srgbClr val="B57442">
              <a:alpha val="30000"/>
            </a:srgbClr>
          </a:solidFill>
          <a:ln w="0">
            <a:noFill/>
            <a:prstDash val="solid"/>
          </a:ln>
        </p:spPr>
      </p:sp>
      <p:sp>
        <p:nvSpPr>
          <p:cNvPr id="1271" name="02_predicted_pose_4570">
            <a:extLst>
              <a:ext uri="{FF2B5EF4-FFF2-40B4-BE49-F238E27FC236}">
                <a16:creationId xmlns:a16="http://schemas.microsoft.com/office/drawing/2014/main" id="{3FD1927E-3BC0-47DC-82DD-AE7E2D2FE72C}"/>
              </a:ext>
            </a:extLst>
          </p:cNvPr>
          <p:cNvSpPr>
            <a:spLocks noGrp="1"/>
          </p:cNvSpPr>
          <p:nvPr/>
        </p:nvSpPr>
        <p:spPr>
          <a:xfrm>
            <a:off x="2360962" y="5607206"/>
            <a:ext cx="28398" cy="28398"/>
          </a:xfrm>
          <a:prstGeom prst="ellipse">
            <a:avLst/>
          </a:prstGeom>
          <a:solidFill>
            <a:srgbClr val="B57442">
              <a:alpha val="30000"/>
            </a:srgbClr>
          </a:solidFill>
          <a:ln w="0">
            <a:noFill/>
            <a:prstDash val="solid"/>
          </a:ln>
        </p:spPr>
      </p:sp>
      <p:sp>
        <p:nvSpPr>
          <p:cNvPr id="1272" name="02_predicted_pose_4571">
            <a:extLst>
              <a:ext uri="{FF2B5EF4-FFF2-40B4-BE49-F238E27FC236}">
                <a16:creationId xmlns:a16="http://schemas.microsoft.com/office/drawing/2014/main" id="{87B4D4CB-FBB6-4628-879B-55AD76052593}"/>
              </a:ext>
            </a:extLst>
          </p:cNvPr>
          <p:cNvSpPr>
            <a:spLocks noGrp="1"/>
          </p:cNvSpPr>
          <p:nvPr/>
        </p:nvSpPr>
        <p:spPr>
          <a:xfrm>
            <a:off x="2453986" y="5609361"/>
            <a:ext cx="28398" cy="28398"/>
          </a:xfrm>
          <a:prstGeom prst="ellipse">
            <a:avLst/>
          </a:prstGeom>
          <a:solidFill>
            <a:srgbClr val="B57442">
              <a:alpha val="30000"/>
            </a:srgbClr>
          </a:solidFill>
          <a:ln w="0">
            <a:noFill/>
            <a:prstDash val="solid"/>
          </a:ln>
        </p:spPr>
      </p:sp>
      <p:sp>
        <p:nvSpPr>
          <p:cNvPr id="1273" name="02_predicted_pose_4572">
            <a:extLst>
              <a:ext uri="{FF2B5EF4-FFF2-40B4-BE49-F238E27FC236}">
                <a16:creationId xmlns:a16="http://schemas.microsoft.com/office/drawing/2014/main" id="{220D271B-B980-4DFA-A21F-62567E7AA9BA}"/>
              </a:ext>
            </a:extLst>
          </p:cNvPr>
          <p:cNvSpPr>
            <a:spLocks noGrp="1"/>
          </p:cNvSpPr>
          <p:nvPr/>
        </p:nvSpPr>
        <p:spPr>
          <a:xfrm>
            <a:off x="2547009" y="5678428"/>
            <a:ext cx="28398" cy="28398"/>
          </a:xfrm>
          <a:prstGeom prst="ellipse">
            <a:avLst/>
          </a:prstGeom>
          <a:solidFill>
            <a:srgbClr val="B57442">
              <a:alpha val="30000"/>
            </a:srgbClr>
          </a:solidFill>
          <a:ln w="0">
            <a:noFill/>
            <a:prstDash val="solid"/>
          </a:ln>
        </p:spPr>
      </p:sp>
      <p:sp>
        <p:nvSpPr>
          <p:cNvPr id="1274" name="02_predicted_pose_4573">
            <a:extLst>
              <a:ext uri="{FF2B5EF4-FFF2-40B4-BE49-F238E27FC236}">
                <a16:creationId xmlns:a16="http://schemas.microsoft.com/office/drawing/2014/main" id="{B83DD45F-0C8C-4AC2-ADEB-6B7E48873488}"/>
              </a:ext>
            </a:extLst>
          </p:cNvPr>
          <p:cNvSpPr>
            <a:spLocks noGrp="1"/>
          </p:cNvSpPr>
          <p:nvPr/>
        </p:nvSpPr>
        <p:spPr>
          <a:xfrm>
            <a:off x="2640032" y="5842192"/>
            <a:ext cx="28398" cy="28398"/>
          </a:xfrm>
          <a:prstGeom prst="ellipse">
            <a:avLst/>
          </a:prstGeom>
          <a:solidFill>
            <a:srgbClr val="B57442">
              <a:alpha val="30000"/>
            </a:srgbClr>
          </a:solidFill>
          <a:ln w="0">
            <a:noFill/>
            <a:prstDash val="solid"/>
          </a:ln>
        </p:spPr>
      </p:sp>
      <p:sp>
        <p:nvSpPr>
          <p:cNvPr id="1275" name="02_predicted_pose_4574">
            <a:extLst>
              <a:ext uri="{FF2B5EF4-FFF2-40B4-BE49-F238E27FC236}">
                <a16:creationId xmlns:a16="http://schemas.microsoft.com/office/drawing/2014/main" id="{8BF76FCB-F4D2-4189-A695-376EF71457A6}"/>
              </a:ext>
            </a:extLst>
          </p:cNvPr>
          <p:cNvSpPr>
            <a:spLocks noGrp="1"/>
          </p:cNvSpPr>
          <p:nvPr/>
        </p:nvSpPr>
        <p:spPr>
          <a:xfrm>
            <a:off x="2389558" y="5558458"/>
            <a:ext cx="28398" cy="28398"/>
          </a:xfrm>
          <a:prstGeom prst="ellipse">
            <a:avLst/>
          </a:prstGeom>
          <a:solidFill>
            <a:srgbClr val="B57442">
              <a:alpha val="30000"/>
            </a:srgbClr>
          </a:solidFill>
          <a:ln w="0">
            <a:noFill/>
            <a:prstDash val="solid"/>
          </a:ln>
        </p:spPr>
      </p:sp>
      <p:sp>
        <p:nvSpPr>
          <p:cNvPr id="1276" name="02_predicted_pose_4575">
            <a:extLst>
              <a:ext uri="{FF2B5EF4-FFF2-40B4-BE49-F238E27FC236}">
                <a16:creationId xmlns:a16="http://schemas.microsoft.com/office/drawing/2014/main" id="{FA475BF7-9A26-4EB5-8CF3-3BB9E7DB818B}"/>
              </a:ext>
            </a:extLst>
          </p:cNvPr>
          <p:cNvSpPr>
            <a:spLocks noGrp="1"/>
          </p:cNvSpPr>
          <p:nvPr/>
        </p:nvSpPr>
        <p:spPr>
          <a:xfrm>
            <a:off x="2482582" y="5711748"/>
            <a:ext cx="28398" cy="28398"/>
          </a:xfrm>
          <a:prstGeom prst="ellipse">
            <a:avLst/>
          </a:prstGeom>
          <a:solidFill>
            <a:srgbClr val="B57442">
              <a:alpha val="30000"/>
            </a:srgbClr>
          </a:solidFill>
          <a:ln w="0">
            <a:noFill/>
            <a:prstDash val="solid"/>
          </a:ln>
        </p:spPr>
      </p:sp>
      <p:sp>
        <p:nvSpPr>
          <p:cNvPr id="1277" name="02_predicted_pose_4576">
            <a:extLst>
              <a:ext uri="{FF2B5EF4-FFF2-40B4-BE49-F238E27FC236}">
                <a16:creationId xmlns:a16="http://schemas.microsoft.com/office/drawing/2014/main" id="{DDF5BA76-B668-4F25-9BA3-8534F5A09D55}"/>
              </a:ext>
            </a:extLst>
          </p:cNvPr>
          <p:cNvSpPr>
            <a:spLocks noGrp="1"/>
          </p:cNvSpPr>
          <p:nvPr/>
        </p:nvSpPr>
        <p:spPr>
          <a:xfrm>
            <a:off x="2575605" y="5737834"/>
            <a:ext cx="28398" cy="28398"/>
          </a:xfrm>
          <a:prstGeom prst="ellipse">
            <a:avLst/>
          </a:prstGeom>
          <a:solidFill>
            <a:srgbClr val="B57442">
              <a:alpha val="30000"/>
            </a:srgbClr>
          </a:solidFill>
          <a:ln w="0">
            <a:noFill/>
            <a:prstDash val="solid"/>
          </a:ln>
        </p:spPr>
      </p:sp>
      <p:sp>
        <p:nvSpPr>
          <p:cNvPr id="1278" name="02_predicted_pose_4577">
            <a:extLst>
              <a:ext uri="{FF2B5EF4-FFF2-40B4-BE49-F238E27FC236}">
                <a16:creationId xmlns:a16="http://schemas.microsoft.com/office/drawing/2014/main" id="{BF64EAED-9371-4795-963F-6D7DA9F9F98D}"/>
              </a:ext>
            </a:extLst>
          </p:cNvPr>
          <p:cNvSpPr>
            <a:spLocks noGrp="1"/>
          </p:cNvSpPr>
          <p:nvPr/>
        </p:nvSpPr>
        <p:spPr>
          <a:xfrm>
            <a:off x="2439171" y="5589640"/>
            <a:ext cx="28398" cy="28398"/>
          </a:xfrm>
          <a:prstGeom prst="ellipse">
            <a:avLst/>
          </a:prstGeom>
          <a:solidFill>
            <a:srgbClr val="B57442">
              <a:alpha val="30000"/>
            </a:srgbClr>
          </a:solidFill>
          <a:ln w="0">
            <a:noFill/>
            <a:prstDash val="solid"/>
          </a:ln>
        </p:spPr>
      </p:sp>
      <p:sp>
        <p:nvSpPr>
          <p:cNvPr id="1279" name="02_predicted_pose_4578">
            <a:extLst>
              <a:ext uri="{FF2B5EF4-FFF2-40B4-BE49-F238E27FC236}">
                <a16:creationId xmlns:a16="http://schemas.microsoft.com/office/drawing/2014/main" id="{B20491C3-4CF2-47D0-AE64-865AD4829C5A}"/>
              </a:ext>
            </a:extLst>
          </p:cNvPr>
          <p:cNvSpPr>
            <a:spLocks noGrp="1"/>
          </p:cNvSpPr>
          <p:nvPr/>
        </p:nvSpPr>
        <p:spPr>
          <a:xfrm>
            <a:off x="2532194" y="5760440"/>
            <a:ext cx="28398" cy="28398"/>
          </a:xfrm>
          <a:prstGeom prst="ellipse">
            <a:avLst/>
          </a:prstGeom>
          <a:solidFill>
            <a:srgbClr val="B57442">
              <a:alpha val="30000"/>
            </a:srgbClr>
          </a:solidFill>
          <a:ln w="0">
            <a:noFill/>
            <a:prstDash val="solid"/>
          </a:ln>
        </p:spPr>
      </p:sp>
      <p:sp>
        <p:nvSpPr>
          <p:cNvPr id="1280" name="02_predicted_pose_4579">
            <a:extLst>
              <a:ext uri="{FF2B5EF4-FFF2-40B4-BE49-F238E27FC236}">
                <a16:creationId xmlns:a16="http://schemas.microsoft.com/office/drawing/2014/main" id="{34AE034F-8348-49E1-8978-C6BF54E41C87}"/>
              </a:ext>
            </a:extLst>
          </p:cNvPr>
          <p:cNvSpPr>
            <a:spLocks noGrp="1"/>
          </p:cNvSpPr>
          <p:nvPr/>
        </p:nvSpPr>
        <p:spPr>
          <a:xfrm>
            <a:off x="2625217" y="5677930"/>
            <a:ext cx="28398" cy="28398"/>
          </a:xfrm>
          <a:prstGeom prst="ellipse">
            <a:avLst/>
          </a:prstGeom>
          <a:solidFill>
            <a:srgbClr val="B57442">
              <a:alpha val="30000"/>
            </a:srgbClr>
          </a:solidFill>
          <a:ln w="0">
            <a:noFill/>
            <a:prstDash val="solid"/>
          </a:ln>
        </p:spPr>
      </p:sp>
      <p:sp>
        <p:nvSpPr>
          <p:cNvPr id="1281" name="02_predicted_pose_4580">
            <a:extLst>
              <a:ext uri="{FF2B5EF4-FFF2-40B4-BE49-F238E27FC236}">
                <a16:creationId xmlns:a16="http://schemas.microsoft.com/office/drawing/2014/main" id="{56AF001C-3B61-4392-B132-F119E7B8D83E}"/>
              </a:ext>
            </a:extLst>
          </p:cNvPr>
          <p:cNvSpPr>
            <a:spLocks noGrp="1"/>
          </p:cNvSpPr>
          <p:nvPr/>
        </p:nvSpPr>
        <p:spPr>
          <a:xfrm>
            <a:off x="2374743" y="5744745"/>
            <a:ext cx="28398" cy="28398"/>
          </a:xfrm>
          <a:prstGeom prst="ellipse">
            <a:avLst/>
          </a:prstGeom>
          <a:solidFill>
            <a:srgbClr val="B57442">
              <a:alpha val="30000"/>
            </a:srgbClr>
          </a:solidFill>
          <a:ln w="0">
            <a:noFill/>
            <a:prstDash val="solid"/>
          </a:ln>
        </p:spPr>
      </p:sp>
      <p:sp>
        <p:nvSpPr>
          <p:cNvPr id="1282" name="02_predicted_pose_4581">
            <a:extLst>
              <a:ext uri="{FF2B5EF4-FFF2-40B4-BE49-F238E27FC236}">
                <a16:creationId xmlns:a16="http://schemas.microsoft.com/office/drawing/2014/main" id="{E53E09EF-DB9A-44F5-836C-339719A3094C}"/>
              </a:ext>
            </a:extLst>
          </p:cNvPr>
          <p:cNvSpPr>
            <a:spLocks noGrp="1"/>
          </p:cNvSpPr>
          <p:nvPr/>
        </p:nvSpPr>
        <p:spPr>
          <a:xfrm>
            <a:off x="2467767" y="5660257"/>
            <a:ext cx="28398" cy="28398"/>
          </a:xfrm>
          <a:prstGeom prst="ellipse">
            <a:avLst/>
          </a:prstGeom>
          <a:solidFill>
            <a:srgbClr val="B57442">
              <a:alpha val="30000"/>
            </a:srgbClr>
          </a:solidFill>
          <a:ln w="0">
            <a:noFill/>
            <a:prstDash val="solid"/>
          </a:ln>
        </p:spPr>
      </p:sp>
      <p:sp>
        <p:nvSpPr>
          <p:cNvPr id="1283" name="02_predicted_pose_4582">
            <a:extLst>
              <a:ext uri="{FF2B5EF4-FFF2-40B4-BE49-F238E27FC236}">
                <a16:creationId xmlns:a16="http://schemas.microsoft.com/office/drawing/2014/main" id="{648895F1-5734-4502-85BF-A653F48E2230}"/>
              </a:ext>
            </a:extLst>
          </p:cNvPr>
          <p:cNvSpPr>
            <a:spLocks noGrp="1"/>
          </p:cNvSpPr>
          <p:nvPr/>
        </p:nvSpPr>
        <p:spPr>
          <a:xfrm>
            <a:off x="2560790" y="5801506"/>
            <a:ext cx="28398" cy="28398"/>
          </a:xfrm>
          <a:prstGeom prst="ellipse">
            <a:avLst/>
          </a:prstGeom>
          <a:solidFill>
            <a:srgbClr val="B57442">
              <a:alpha val="30000"/>
            </a:srgbClr>
          </a:solidFill>
          <a:ln w="0">
            <a:noFill/>
            <a:prstDash val="solid"/>
          </a:ln>
        </p:spPr>
      </p:sp>
      <p:sp>
        <p:nvSpPr>
          <p:cNvPr id="1284" name="02_predicted_pose_4583">
            <a:extLst>
              <a:ext uri="{FF2B5EF4-FFF2-40B4-BE49-F238E27FC236}">
                <a16:creationId xmlns:a16="http://schemas.microsoft.com/office/drawing/2014/main" id="{9106D745-90C9-4498-9AEF-6E519E07DFDD}"/>
              </a:ext>
            </a:extLst>
          </p:cNvPr>
          <p:cNvSpPr>
            <a:spLocks noGrp="1"/>
          </p:cNvSpPr>
          <p:nvPr/>
        </p:nvSpPr>
        <p:spPr>
          <a:xfrm>
            <a:off x="2310316" y="5588109"/>
            <a:ext cx="28398" cy="28398"/>
          </a:xfrm>
          <a:prstGeom prst="ellipse">
            <a:avLst/>
          </a:prstGeom>
          <a:solidFill>
            <a:srgbClr val="B57442">
              <a:alpha val="30000"/>
            </a:srgbClr>
          </a:solidFill>
          <a:ln w="0">
            <a:noFill/>
            <a:prstDash val="solid"/>
          </a:ln>
        </p:spPr>
      </p:sp>
      <p:sp>
        <p:nvSpPr>
          <p:cNvPr id="1285" name="02_predicted_pose_4584">
            <a:extLst>
              <a:ext uri="{FF2B5EF4-FFF2-40B4-BE49-F238E27FC236}">
                <a16:creationId xmlns:a16="http://schemas.microsoft.com/office/drawing/2014/main" id="{64D0A328-B954-4982-8496-2DBA022FACCD}"/>
              </a:ext>
            </a:extLst>
          </p:cNvPr>
          <p:cNvSpPr>
            <a:spLocks noGrp="1"/>
          </p:cNvSpPr>
          <p:nvPr/>
        </p:nvSpPr>
        <p:spPr>
          <a:xfrm>
            <a:off x="2403340" y="5727591"/>
            <a:ext cx="28398" cy="28398"/>
          </a:xfrm>
          <a:prstGeom prst="ellipse">
            <a:avLst/>
          </a:prstGeom>
          <a:solidFill>
            <a:srgbClr val="B57442">
              <a:alpha val="30000"/>
            </a:srgbClr>
          </a:solidFill>
          <a:ln w="0">
            <a:noFill/>
            <a:prstDash val="solid"/>
          </a:ln>
        </p:spPr>
      </p:sp>
      <p:sp>
        <p:nvSpPr>
          <p:cNvPr id="1286" name="02_predicted_pose_4585">
            <a:extLst>
              <a:ext uri="{FF2B5EF4-FFF2-40B4-BE49-F238E27FC236}">
                <a16:creationId xmlns:a16="http://schemas.microsoft.com/office/drawing/2014/main" id="{10E5C0E8-F583-4A0C-BB1E-60AE84730370}"/>
              </a:ext>
            </a:extLst>
          </p:cNvPr>
          <p:cNvSpPr>
            <a:spLocks noGrp="1"/>
          </p:cNvSpPr>
          <p:nvPr/>
        </p:nvSpPr>
        <p:spPr>
          <a:xfrm>
            <a:off x="2496363" y="5776460"/>
            <a:ext cx="28398" cy="28398"/>
          </a:xfrm>
          <a:prstGeom prst="ellipse">
            <a:avLst/>
          </a:prstGeom>
          <a:solidFill>
            <a:srgbClr val="B57442">
              <a:alpha val="30000"/>
            </a:srgbClr>
          </a:solidFill>
          <a:ln w="0">
            <a:noFill/>
            <a:prstDash val="solid"/>
          </a:ln>
        </p:spPr>
      </p:sp>
      <p:sp>
        <p:nvSpPr>
          <p:cNvPr id="1287" name="02_predicted_pose_4586">
            <a:extLst>
              <a:ext uri="{FF2B5EF4-FFF2-40B4-BE49-F238E27FC236}">
                <a16:creationId xmlns:a16="http://schemas.microsoft.com/office/drawing/2014/main" id="{D3413A45-2F4C-4620-A1DE-F57E69076202}"/>
              </a:ext>
            </a:extLst>
          </p:cNvPr>
          <p:cNvSpPr>
            <a:spLocks noGrp="1"/>
          </p:cNvSpPr>
          <p:nvPr/>
        </p:nvSpPr>
        <p:spPr>
          <a:xfrm>
            <a:off x="2589386" y="5562599"/>
            <a:ext cx="28398" cy="28398"/>
          </a:xfrm>
          <a:prstGeom prst="ellipse">
            <a:avLst/>
          </a:prstGeom>
          <a:solidFill>
            <a:srgbClr val="B57442">
              <a:alpha val="30000"/>
            </a:srgbClr>
          </a:solidFill>
          <a:ln w="0">
            <a:noFill/>
            <a:prstDash val="solid"/>
          </a:ln>
        </p:spPr>
      </p:sp>
      <p:sp>
        <p:nvSpPr>
          <p:cNvPr id="1288" name="02_predicted_pose_4587">
            <a:extLst>
              <a:ext uri="{FF2B5EF4-FFF2-40B4-BE49-F238E27FC236}">
                <a16:creationId xmlns:a16="http://schemas.microsoft.com/office/drawing/2014/main" id="{D7EE46EA-36BF-463D-98D5-5A73FE83435E}"/>
              </a:ext>
            </a:extLst>
          </p:cNvPr>
          <p:cNvSpPr>
            <a:spLocks noGrp="1"/>
          </p:cNvSpPr>
          <p:nvPr/>
        </p:nvSpPr>
        <p:spPr>
          <a:xfrm>
            <a:off x="2452952" y="5649434"/>
            <a:ext cx="28398" cy="28398"/>
          </a:xfrm>
          <a:prstGeom prst="ellipse">
            <a:avLst/>
          </a:prstGeom>
          <a:solidFill>
            <a:srgbClr val="B57442">
              <a:alpha val="30000"/>
            </a:srgbClr>
          </a:solidFill>
          <a:ln w="0">
            <a:noFill/>
            <a:prstDash val="solid"/>
          </a:ln>
        </p:spPr>
      </p:sp>
      <p:sp>
        <p:nvSpPr>
          <p:cNvPr id="1289" name="02_predicted_pose_4588">
            <a:extLst>
              <a:ext uri="{FF2B5EF4-FFF2-40B4-BE49-F238E27FC236}">
                <a16:creationId xmlns:a16="http://schemas.microsoft.com/office/drawing/2014/main" id="{E7BD2220-762C-47C6-A5F8-DD4EE557BED2}"/>
              </a:ext>
            </a:extLst>
          </p:cNvPr>
          <p:cNvSpPr>
            <a:spLocks noGrp="1"/>
          </p:cNvSpPr>
          <p:nvPr/>
        </p:nvSpPr>
        <p:spPr>
          <a:xfrm>
            <a:off x="2545975" y="5679721"/>
            <a:ext cx="28398" cy="28398"/>
          </a:xfrm>
          <a:prstGeom prst="ellipse">
            <a:avLst/>
          </a:prstGeom>
          <a:solidFill>
            <a:srgbClr val="B57442">
              <a:alpha val="30000"/>
            </a:srgbClr>
          </a:solidFill>
          <a:ln w="0">
            <a:noFill/>
            <a:prstDash val="solid"/>
          </a:ln>
        </p:spPr>
      </p:sp>
      <p:sp>
        <p:nvSpPr>
          <p:cNvPr id="1290" name="02_predicted_pose_4589">
            <a:extLst>
              <a:ext uri="{FF2B5EF4-FFF2-40B4-BE49-F238E27FC236}">
                <a16:creationId xmlns:a16="http://schemas.microsoft.com/office/drawing/2014/main" id="{16A6BED3-8799-43B4-86A9-51E28CFB7680}"/>
              </a:ext>
            </a:extLst>
          </p:cNvPr>
          <p:cNvSpPr>
            <a:spLocks noGrp="1"/>
          </p:cNvSpPr>
          <p:nvPr/>
        </p:nvSpPr>
        <p:spPr>
          <a:xfrm>
            <a:off x="2638999" y="5658778"/>
            <a:ext cx="28398" cy="28398"/>
          </a:xfrm>
          <a:prstGeom prst="ellipse">
            <a:avLst/>
          </a:prstGeom>
          <a:solidFill>
            <a:srgbClr val="B57442">
              <a:alpha val="30000"/>
            </a:srgbClr>
          </a:solidFill>
          <a:ln w="0">
            <a:noFill/>
            <a:prstDash val="solid"/>
          </a:ln>
        </p:spPr>
      </p:sp>
      <p:sp>
        <p:nvSpPr>
          <p:cNvPr id="1291" name="02_predicted_pose_4590">
            <a:extLst>
              <a:ext uri="{FF2B5EF4-FFF2-40B4-BE49-F238E27FC236}">
                <a16:creationId xmlns:a16="http://schemas.microsoft.com/office/drawing/2014/main" id="{61DB0F30-5959-4F26-BE15-D994E51C0C07}"/>
              </a:ext>
            </a:extLst>
          </p:cNvPr>
          <p:cNvSpPr>
            <a:spLocks noGrp="1"/>
          </p:cNvSpPr>
          <p:nvPr/>
        </p:nvSpPr>
        <p:spPr>
          <a:xfrm>
            <a:off x="2388525" y="5571941"/>
            <a:ext cx="28398" cy="28398"/>
          </a:xfrm>
          <a:prstGeom prst="ellipse">
            <a:avLst/>
          </a:prstGeom>
          <a:solidFill>
            <a:srgbClr val="B57442">
              <a:alpha val="30000"/>
            </a:srgbClr>
          </a:solidFill>
          <a:ln w="0">
            <a:noFill/>
            <a:prstDash val="solid"/>
          </a:ln>
        </p:spPr>
      </p:sp>
      <p:sp>
        <p:nvSpPr>
          <p:cNvPr id="1292" name="02_predicted_pose_4591">
            <a:extLst>
              <a:ext uri="{FF2B5EF4-FFF2-40B4-BE49-F238E27FC236}">
                <a16:creationId xmlns:a16="http://schemas.microsoft.com/office/drawing/2014/main" id="{6FD7A6B3-8316-427F-8682-E2D6E57B1A58}"/>
              </a:ext>
            </a:extLst>
          </p:cNvPr>
          <p:cNvSpPr>
            <a:spLocks noGrp="1"/>
          </p:cNvSpPr>
          <p:nvPr/>
        </p:nvSpPr>
        <p:spPr>
          <a:xfrm>
            <a:off x="2481548" y="5775711"/>
            <a:ext cx="28398" cy="28398"/>
          </a:xfrm>
          <a:prstGeom prst="ellipse">
            <a:avLst/>
          </a:prstGeom>
          <a:solidFill>
            <a:srgbClr val="B57442">
              <a:alpha val="30000"/>
            </a:srgbClr>
          </a:solidFill>
          <a:ln w="0">
            <a:noFill/>
            <a:prstDash val="solid"/>
          </a:ln>
        </p:spPr>
      </p:sp>
      <p:sp>
        <p:nvSpPr>
          <p:cNvPr id="1293" name="02_predicted_pose_4592">
            <a:extLst>
              <a:ext uri="{FF2B5EF4-FFF2-40B4-BE49-F238E27FC236}">
                <a16:creationId xmlns:a16="http://schemas.microsoft.com/office/drawing/2014/main" id="{840D6AF2-9D91-4510-A68B-0FC5419FEC97}"/>
              </a:ext>
            </a:extLst>
          </p:cNvPr>
          <p:cNvSpPr>
            <a:spLocks noGrp="1"/>
          </p:cNvSpPr>
          <p:nvPr/>
        </p:nvSpPr>
        <p:spPr>
          <a:xfrm>
            <a:off x="2574571" y="5551397"/>
            <a:ext cx="28398" cy="28398"/>
          </a:xfrm>
          <a:prstGeom prst="ellipse">
            <a:avLst/>
          </a:prstGeom>
          <a:solidFill>
            <a:srgbClr val="B57442">
              <a:alpha val="30000"/>
            </a:srgbClr>
          </a:solidFill>
          <a:ln w="0">
            <a:noFill/>
            <a:prstDash val="solid"/>
          </a:ln>
        </p:spPr>
      </p:sp>
      <p:sp>
        <p:nvSpPr>
          <p:cNvPr id="1294" name="02_predicted_pose_4593">
            <a:extLst>
              <a:ext uri="{FF2B5EF4-FFF2-40B4-BE49-F238E27FC236}">
                <a16:creationId xmlns:a16="http://schemas.microsoft.com/office/drawing/2014/main" id="{D8F47577-66C7-42D6-B387-AD2B3D55EC62}"/>
              </a:ext>
            </a:extLst>
          </p:cNvPr>
          <p:cNvSpPr>
            <a:spLocks noGrp="1"/>
          </p:cNvSpPr>
          <p:nvPr/>
        </p:nvSpPr>
        <p:spPr>
          <a:xfrm>
            <a:off x="2324097" y="5656004"/>
            <a:ext cx="28398" cy="28398"/>
          </a:xfrm>
          <a:prstGeom prst="ellipse">
            <a:avLst/>
          </a:prstGeom>
          <a:solidFill>
            <a:srgbClr val="B57442">
              <a:alpha val="30000"/>
            </a:srgbClr>
          </a:solidFill>
          <a:ln w="0">
            <a:noFill/>
            <a:prstDash val="solid"/>
          </a:ln>
        </p:spPr>
      </p:sp>
      <p:sp>
        <p:nvSpPr>
          <p:cNvPr id="1295" name="02_predicted_pose_4594">
            <a:extLst>
              <a:ext uri="{FF2B5EF4-FFF2-40B4-BE49-F238E27FC236}">
                <a16:creationId xmlns:a16="http://schemas.microsoft.com/office/drawing/2014/main" id="{892393B5-66DF-4A39-A614-3B83135B6A17}"/>
              </a:ext>
            </a:extLst>
          </p:cNvPr>
          <p:cNvSpPr>
            <a:spLocks noGrp="1"/>
          </p:cNvSpPr>
          <p:nvPr/>
        </p:nvSpPr>
        <p:spPr>
          <a:xfrm>
            <a:off x="2417121" y="5747154"/>
            <a:ext cx="28398" cy="28398"/>
          </a:xfrm>
          <a:prstGeom prst="ellipse">
            <a:avLst/>
          </a:prstGeom>
          <a:solidFill>
            <a:srgbClr val="B57442">
              <a:alpha val="30000"/>
            </a:srgbClr>
          </a:solidFill>
          <a:ln w="0">
            <a:noFill/>
            <a:prstDash val="solid"/>
          </a:ln>
        </p:spPr>
      </p:sp>
      <p:sp>
        <p:nvSpPr>
          <p:cNvPr id="1296" name="02_predicted_pose_4595">
            <a:extLst>
              <a:ext uri="{FF2B5EF4-FFF2-40B4-BE49-F238E27FC236}">
                <a16:creationId xmlns:a16="http://schemas.microsoft.com/office/drawing/2014/main" id="{E9317664-ACD7-4110-B61F-657D3C0DDCBB}"/>
              </a:ext>
            </a:extLst>
          </p:cNvPr>
          <p:cNvSpPr>
            <a:spLocks noGrp="1"/>
          </p:cNvSpPr>
          <p:nvPr/>
        </p:nvSpPr>
        <p:spPr>
          <a:xfrm>
            <a:off x="2510144" y="5709006"/>
            <a:ext cx="28398" cy="28398"/>
          </a:xfrm>
          <a:prstGeom prst="ellipse">
            <a:avLst/>
          </a:prstGeom>
          <a:solidFill>
            <a:srgbClr val="B57442">
              <a:alpha val="30000"/>
            </a:srgbClr>
          </a:solidFill>
          <a:ln w="0">
            <a:noFill/>
            <a:prstDash val="solid"/>
          </a:ln>
        </p:spPr>
      </p:sp>
      <p:sp>
        <p:nvSpPr>
          <p:cNvPr id="1297" name="02_predicted_pose_4596">
            <a:extLst>
              <a:ext uri="{FF2B5EF4-FFF2-40B4-BE49-F238E27FC236}">
                <a16:creationId xmlns:a16="http://schemas.microsoft.com/office/drawing/2014/main" id="{19C83D5C-EC92-4421-BFDE-82E65C3988B7}"/>
              </a:ext>
            </a:extLst>
          </p:cNvPr>
          <p:cNvSpPr>
            <a:spLocks noGrp="1"/>
          </p:cNvSpPr>
          <p:nvPr/>
        </p:nvSpPr>
        <p:spPr>
          <a:xfrm>
            <a:off x="2603167" y="5780825"/>
            <a:ext cx="28398" cy="28398"/>
          </a:xfrm>
          <a:prstGeom prst="ellipse">
            <a:avLst/>
          </a:prstGeom>
          <a:solidFill>
            <a:srgbClr val="B57442">
              <a:alpha val="30000"/>
            </a:srgbClr>
          </a:solidFill>
          <a:ln w="0">
            <a:noFill/>
            <a:prstDash val="solid"/>
          </a:ln>
        </p:spPr>
      </p:sp>
      <p:sp>
        <p:nvSpPr>
          <p:cNvPr id="1298" name="02_predicted_pose_4597">
            <a:extLst>
              <a:ext uri="{FF2B5EF4-FFF2-40B4-BE49-F238E27FC236}">
                <a16:creationId xmlns:a16="http://schemas.microsoft.com/office/drawing/2014/main" id="{1CAB4345-998F-45F1-971C-ABABF02A503B}"/>
              </a:ext>
            </a:extLst>
          </p:cNvPr>
          <p:cNvSpPr>
            <a:spLocks noGrp="1"/>
          </p:cNvSpPr>
          <p:nvPr/>
        </p:nvSpPr>
        <p:spPr>
          <a:xfrm>
            <a:off x="2466733" y="5594667"/>
            <a:ext cx="28398" cy="28398"/>
          </a:xfrm>
          <a:prstGeom prst="ellipse">
            <a:avLst/>
          </a:prstGeom>
          <a:solidFill>
            <a:srgbClr val="B57442">
              <a:alpha val="30000"/>
            </a:srgbClr>
          </a:solidFill>
          <a:ln w="0">
            <a:noFill/>
            <a:prstDash val="solid"/>
          </a:ln>
        </p:spPr>
      </p:sp>
      <p:sp>
        <p:nvSpPr>
          <p:cNvPr id="1299" name="02_predicted_pose_4598">
            <a:extLst>
              <a:ext uri="{FF2B5EF4-FFF2-40B4-BE49-F238E27FC236}">
                <a16:creationId xmlns:a16="http://schemas.microsoft.com/office/drawing/2014/main" id="{2DEB5303-E4F6-479E-B6A8-89D70425A577}"/>
              </a:ext>
            </a:extLst>
          </p:cNvPr>
          <p:cNvSpPr>
            <a:spLocks noGrp="1"/>
          </p:cNvSpPr>
          <p:nvPr/>
        </p:nvSpPr>
        <p:spPr>
          <a:xfrm>
            <a:off x="2559757" y="5591159"/>
            <a:ext cx="28398" cy="28398"/>
          </a:xfrm>
          <a:prstGeom prst="ellipse">
            <a:avLst/>
          </a:prstGeom>
          <a:solidFill>
            <a:srgbClr val="B57442">
              <a:alpha val="30000"/>
            </a:srgbClr>
          </a:solidFill>
          <a:ln w="0">
            <a:noFill/>
            <a:prstDash val="solid"/>
          </a:ln>
        </p:spPr>
      </p:sp>
      <p:sp>
        <p:nvSpPr>
          <p:cNvPr id="1300" name="02_predicted_pose_4599">
            <a:extLst>
              <a:ext uri="{FF2B5EF4-FFF2-40B4-BE49-F238E27FC236}">
                <a16:creationId xmlns:a16="http://schemas.microsoft.com/office/drawing/2014/main" id="{54096DEC-FB6F-4EAF-BF1E-2A3868F71475}"/>
              </a:ext>
            </a:extLst>
          </p:cNvPr>
          <p:cNvSpPr>
            <a:spLocks noGrp="1"/>
          </p:cNvSpPr>
          <p:nvPr/>
        </p:nvSpPr>
        <p:spPr>
          <a:xfrm>
            <a:off x="2309283" y="5642230"/>
            <a:ext cx="28398" cy="28398"/>
          </a:xfrm>
          <a:prstGeom prst="ellipse">
            <a:avLst/>
          </a:prstGeom>
          <a:solidFill>
            <a:srgbClr val="B57442">
              <a:alpha val="30000"/>
            </a:srgbClr>
          </a:solidFill>
          <a:ln w="0">
            <a:noFill/>
            <a:prstDash val="solid"/>
          </a:ln>
        </p:spPr>
      </p:sp>
      <p:sp>
        <p:nvSpPr>
          <p:cNvPr id="1301" name="02_predicted_pose_4600">
            <a:extLst>
              <a:ext uri="{FF2B5EF4-FFF2-40B4-BE49-F238E27FC236}">
                <a16:creationId xmlns:a16="http://schemas.microsoft.com/office/drawing/2014/main" id="{46256D01-C76F-44DB-9B31-B95C48217D50}"/>
              </a:ext>
            </a:extLst>
          </p:cNvPr>
          <p:cNvSpPr>
            <a:spLocks noGrp="1"/>
          </p:cNvSpPr>
          <p:nvPr/>
        </p:nvSpPr>
        <p:spPr>
          <a:xfrm>
            <a:off x="2402306" y="5614709"/>
            <a:ext cx="28398" cy="28398"/>
          </a:xfrm>
          <a:prstGeom prst="ellipse">
            <a:avLst/>
          </a:prstGeom>
          <a:solidFill>
            <a:srgbClr val="B57442">
              <a:alpha val="30000"/>
            </a:srgbClr>
          </a:solidFill>
          <a:ln w="0">
            <a:noFill/>
            <a:prstDash val="solid"/>
          </a:ln>
        </p:spPr>
      </p:sp>
      <p:sp>
        <p:nvSpPr>
          <p:cNvPr id="1302" name="02_predicted_pose_4601">
            <a:extLst>
              <a:ext uri="{FF2B5EF4-FFF2-40B4-BE49-F238E27FC236}">
                <a16:creationId xmlns:a16="http://schemas.microsoft.com/office/drawing/2014/main" id="{D323C373-0D3D-45E5-B598-0C8229A350FF}"/>
              </a:ext>
            </a:extLst>
          </p:cNvPr>
          <p:cNvSpPr>
            <a:spLocks noGrp="1"/>
          </p:cNvSpPr>
          <p:nvPr/>
        </p:nvSpPr>
        <p:spPr>
          <a:xfrm>
            <a:off x="2495329" y="5859760"/>
            <a:ext cx="28398" cy="28398"/>
          </a:xfrm>
          <a:prstGeom prst="ellipse">
            <a:avLst/>
          </a:prstGeom>
          <a:solidFill>
            <a:srgbClr val="B57442">
              <a:alpha val="30000"/>
            </a:srgbClr>
          </a:solidFill>
          <a:ln w="0">
            <a:noFill/>
            <a:prstDash val="solid"/>
          </a:ln>
        </p:spPr>
      </p:sp>
      <p:sp>
        <p:nvSpPr>
          <p:cNvPr id="1303" name="02_predicted_pose_4602">
            <a:extLst>
              <a:ext uri="{FF2B5EF4-FFF2-40B4-BE49-F238E27FC236}">
                <a16:creationId xmlns:a16="http://schemas.microsoft.com/office/drawing/2014/main" id="{4651E653-35AE-4A3D-8EB8-6F474D9044CF}"/>
              </a:ext>
            </a:extLst>
          </p:cNvPr>
          <p:cNvSpPr>
            <a:spLocks noGrp="1"/>
          </p:cNvSpPr>
          <p:nvPr/>
        </p:nvSpPr>
        <p:spPr>
          <a:xfrm>
            <a:off x="2588353" y="5763399"/>
            <a:ext cx="28398" cy="28398"/>
          </a:xfrm>
          <a:prstGeom prst="ellipse">
            <a:avLst/>
          </a:prstGeom>
          <a:solidFill>
            <a:srgbClr val="B57442">
              <a:alpha val="30000"/>
            </a:srgbClr>
          </a:solidFill>
          <a:ln w="0">
            <a:noFill/>
            <a:prstDash val="solid"/>
          </a:ln>
        </p:spPr>
      </p:sp>
      <p:sp>
        <p:nvSpPr>
          <p:cNvPr id="1304" name="02_predicted_pose_4603">
            <a:extLst>
              <a:ext uri="{FF2B5EF4-FFF2-40B4-BE49-F238E27FC236}">
                <a16:creationId xmlns:a16="http://schemas.microsoft.com/office/drawing/2014/main" id="{BFD593F1-AA49-4F0D-A184-367FD71B22DC}"/>
              </a:ext>
            </a:extLst>
          </p:cNvPr>
          <p:cNvSpPr>
            <a:spLocks noGrp="1"/>
          </p:cNvSpPr>
          <p:nvPr/>
        </p:nvSpPr>
        <p:spPr>
          <a:xfrm>
            <a:off x="2337879" y="5542020"/>
            <a:ext cx="28398" cy="28398"/>
          </a:xfrm>
          <a:prstGeom prst="ellipse">
            <a:avLst/>
          </a:prstGeom>
          <a:solidFill>
            <a:srgbClr val="B57442">
              <a:alpha val="30000"/>
            </a:srgbClr>
          </a:solidFill>
          <a:ln w="0">
            <a:noFill/>
            <a:prstDash val="solid"/>
          </a:ln>
        </p:spPr>
      </p:sp>
      <p:sp>
        <p:nvSpPr>
          <p:cNvPr id="1305" name="02_predicted_pose_4604">
            <a:extLst>
              <a:ext uri="{FF2B5EF4-FFF2-40B4-BE49-F238E27FC236}">
                <a16:creationId xmlns:a16="http://schemas.microsoft.com/office/drawing/2014/main" id="{F19E4E72-FF32-4BC1-9CB1-07F33BC87624}"/>
              </a:ext>
            </a:extLst>
          </p:cNvPr>
          <p:cNvSpPr>
            <a:spLocks noGrp="1"/>
          </p:cNvSpPr>
          <p:nvPr/>
        </p:nvSpPr>
        <p:spPr>
          <a:xfrm>
            <a:off x="2430902" y="5739989"/>
            <a:ext cx="28398" cy="28398"/>
          </a:xfrm>
          <a:prstGeom prst="ellipse">
            <a:avLst/>
          </a:prstGeom>
          <a:solidFill>
            <a:srgbClr val="B57442">
              <a:alpha val="30000"/>
            </a:srgbClr>
          </a:solidFill>
          <a:ln w="0">
            <a:noFill/>
            <a:prstDash val="solid"/>
          </a:ln>
        </p:spPr>
      </p:sp>
      <p:sp>
        <p:nvSpPr>
          <p:cNvPr id="1306" name="02_predicted_pose_4605">
            <a:extLst>
              <a:ext uri="{FF2B5EF4-FFF2-40B4-BE49-F238E27FC236}">
                <a16:creationId xmlns:a16="http://schemas.microsoft.com/office/drawing/2014/main" id="{D49FA961-F5A9-4789-ADEB-B2A8C3B24813}"/>
              </a:ext>
            </a:extLst>
          </p:cNvPr>
          <p:cNvSpPr>
            <a:spLocks noGrp="1"/>
          </p:cNvSpPr>
          <p:nvPr/>
        </p:nvSpPr>
        <p:spPr>
          <a:xfrm>
            <a:off x="2523925" y="5620062"/>
            <a:ext cx="28398" cy="28398"/>
          </a:xfrm>
          <a:prstGeom prst="ellipse">
            <a:avLst/>
          </a:prstGeom>
          <a:solidFill>
            <a:srgbClr val="B57442">
              <a:alpha val="30000"/>
            </a:srgbClr>
          </a:solidFill>
          <a:ln w="0">
            <a:noFill/>
            <a:prstDash val="solid"/>
          </a:ln>
        </p:spPr>
      </p:sp>
      <p:sp>
        <p:nvSpPr>
          <p:cNvPr id="1307" name="02_predicted_pose_4606">
            <a:extLst>
              <a:ext uri="{FF2B5EF4-FFF2-40B4-BE49-F238E27FC236}">
                <a16:creationId xmlns:a16="http://schemas.microsoft.com/office/drawing/2014/main" id="{14D3832E-CD49-4361-8AD2-F52EB031C66A}"/>
              </a:ext>
            </a:extLst>
          </p:cNvPr>
          <p:cNvSpPr>
            <a:spLocks noGrp="1"/>
          </p:cNvSpPr>
          <p:nvPr/>
        </p:nvSpPr>
        <p:spPr>
          <a:xfrm>
            <a:off x="2616949" y="5537473"/>
            <a:ext cx="28398" cy="28398"/>
          </a:xfrm>
          <a:prstGeom prst="ellipse">
            <a:avLst/>
          </a:prstGeom>
          <a:solidFill>
            <a:srgbClr val="B57442">
              <a:alpha val="30000"/>
            </a:srgbClr>
          </a:solidFill>
          <a:ln w="0">
            <a:noFill/>
            <a:prstDash val="solid"/>
          </a:ln>
        </p:spPr>
      </p:sp>
      <p:sp>
        <p:nvSpPr>
          <p:cNvPr id="1308" name="02_predicted_pose_4607">
            <a:extLst>
              <a:ext uri="{FF2B5EF4-FFF2-40B4-BE49-F238E27FC236}">
                <a16:creationId xmlns:a16="http://schemas.microsoft.com/office/drawing/2014/main" id="{B6A83FFE-DEFE-4B63-AA5A-16CBF72795D6}"/>
              </a:ext>
            </a:extLst>
          </p:cNvPr>
          <p:cNvSpPr>
            <a:spLocks noGrp="1"/>
          </p:cNvSpPr>
          <p:nvPr/>
        </p:nvSpPr>
        <p:spPr>
          <a:xfrm>
            <a:off x="2480514" y="5734276"/>
            <a:ext cx="28398" cy="28398"/>
          </a:xfrm>
          <a:prstGeom prst="ellipse">
            <a:avLst/>
          </a:prstGeom>
          <a:solidFill>
            <a:srgbClr val="B57442">
              <a:alpha val="30000"/>
            </a:srgbClr>
          </a:solidFill>
          <a:ln w="0">
            <a:noFill/>
            <a:prstDash val="solid"/>
          </a:ln>
        </p:spPr>
      </p:sp>
      <p:sp>
        <p:nvSpPr>
          <p:cNvPr id="1309" name="02_predicted_pose_4608">
            <a:extLst>
              <a:ext uri="{FF2B5EF4-FFF2-40B4-BE49-F238E27FC236}">
                <a16:creationId xmlns:a16="http://schemas.microsoft.com/office/drawing/2014/main" id="{1E998A6B-C9A3-400E-974F-E0818248E5FB}"/>
              </a:ext>
            </a:extLst>
          </p:cNvPr>
          <p:cNvSpPr>
            <a:spLocks noGrp="1"/>
          </p:cNvSpPr>
          <p:nvPr/>
        </p:nvSpPr>
        <p:spPr>
          <a:xfrm>
            <a:off x="2573538" y="5659904"/>
            <a:ext cx="28398" cy="28398"/>
          </a:xfrm>
          <a:prstGeom prst="ellipse">
            <a:avLst/>
          </a:prstGeom>
          <a:solidFill>
            <a:srgbClr val="B57442">
              <a:alpha val="30000"/>
            </a:srgbClr>
          </a:solidFill>
          <a:ln w="0">
            <a:noFill/>
            <a:prstDash val="solid"/>
          </a:ln>
        </p:spPr>
      </p:sp>
      <p:sp>
        <p:nvSpPr>
          <p:cNvPr id="1310" name="02_predicted_pose_4609">
            <a:extLst>
              <a:ext uri="{FF2B5EF4-FFF2-40B4-BE49-F238E27FC236}">
                <a16:creationId xmlns:a16="http://schemas.microsoft.com/office/drawing/2014/main" id="{43BAA83C-ED2E-4D95-93CD-7B264C265A5F}"/>
              </a:ext>
            </a:extLst>
          </p:cNvPr>
          <p:cNvSpPr>
            <a:spLocks noGrp="1"/>
          </p:cNvSpPr>
          <p:nvPr/>
        </p:nvSpPr>
        <p:spPr>
          <a:xfrm>
            <a:off x="2323064" y="5770717"/>
            <a:ext cx="28398" cy="28398"/>
          </a:xfrm>
          <a:prstGeom prst="ellipse">
            <a:avLst/>
          </a:prstGeom>
          <a:solidFill>
            <a:srgbClr val="B57442">
              <a:alpha val="30000"/>
            </a:srgbClr>
          </a:solidFill>
          <a:ln w="0">
            <a:noFill/>
            <a:prstDash val="solid"/>
          </a:ln>
        </p:spPr>
      </p:sp>
      <p:sp>
        <p:nvSpPr>
          <p:cNvPr id="1311" name="02_predicted_pose_4610">
            <a:extLst>
              <a:ext uri="{FF2B5EF4-FFF2-40B4-BE49-F238E27FC236}">
                <a16:creationId xmlns:a16="http://schemas.microsoft.com/office/drawing/2014/main" id="{0CF400FD-D9D8-454C-B358-F1A713548832}"/>
              </a:ext>
            </a:extLst>
          </p:cNvPr>
          <p:cNvSpPr>
            <a:spLocks noGrp="1"/>
          </p:cNvSpPr>
          <p:nvPr/>
        </p:nvSpPr>
        <p:spPr>
          <a:xfrm>
            <a:off x="2416087" y="5752845"/>
            <a:ext cx="28398" cy="28398"/>
          </a:xfrm>
          <a:prstGeom prst="ellipse">
            <a:avLst/>
          </a:prstGeom>
          <a:solidFill>
            <a:srgbClr val="B57442">
              <a:alpha val="30000"/>
            </a:srgbClr>
          </a:solidFill>
          <a:ln w="0">
            <a:noFill/>
            <a:prstDash val="solid"/>
          </a:ln>
        </p:spPr>
      </p:sp>
      <p:sp>
        <p:nvSpPr>
          <p:cNvPr id="1312" name="02_predicted_pose_4611">
            <a:extLst>
              <a:ext uri="{FF2B5EF4-FFF2-40B4-BE49-F238E27FC236}">
                <a16:creationId xmlns:a16="http://schemas.microsoft.com/office/drawing/2014/main" id="{A8FCCB3E-71DB-479C-A609-2C3761989C75}"/>
              </a:ext>
            </a:extLst>
          </p:cNvPr>
          <p:cNvSpPr>
            <a:spLocks noGrp="1"/>
          </p:cNvSpPr>
          <p:nvPr/>
        </p:nvSpPr>
        <p:spPr>
          <a:xfrm>
            <a:off x="2509110" y="5638646"/>
            <a:ext cx="28398" cy="28398"/>
          </a:xfrm>
          <a:prstGeom prst="ellipse">
            <a:avLst/>
          </a:prstGeom>
          <a:solidFill>
            <a:srgbClr val="B57442">
              <a:alpha val="30000"/>
            </a:srgbClr>
          </a:solidFill>
          <a:ln w="0">
            <a:noFill/>
            <a:prstDash val="solid"/>
          </a:ln>
        </p:spPr>
      </p:sp>
      <p:sp>
        <p:nvSpPr>
          <p:cNvPr id="1313" name="02_predicted_pose_4612">
            <a:extLst>
              <a:ext uri="{FF2B5EF4-FFF2-40B4-BE49-F238E27FC236}">
                <a16:creationId xmlns:a16="http://schemas.microsoft.com/office/drawing/2014/main" id="{86F7A282-5596-47CD-92F1-E1FA5C7888C8}"/>
              </a:ext>
            </a:extLst>
          </p:cNvPr>
          <p:cNvSpPr>
            <a:spLocks noGrp="1"/>
          </p:cNvSpPr>
          <p:nvPr/>
        </p:nvSpPr>
        <p:spPr>
          <a:xfrm>
            <a:off x="2602134" y="5616926"/>
            <a:ext cx="28398" cy="28398"/>
          </a:xfrm>
          <a:prstGeom prst="ellipse">
            <a:avLst/>
          </a:prstGeom>
          <a:solidFill>
            <a:srgbClr val="B57442">
              <a:alpha val="30000"/>
            </a:srgbClr>
          </a:solidFill>
          <a:ln w="0">
            <a:noFill/>
            <a:prstDash val="solid"/>
          </a:ln>
        </p:spPr>
      </p:sp>
      <p:sp>
        <p:nvSpPr>
          <p:cNvPr id="1314" name="02_predicted_pose_4613">
            <a:extLst>
              <a:ext uri="{FF2B5EF4-FFF2-40B4-BE49-F238E27FC236}">
                <a16:creationId xmlns:a16="http://schemas.microsoft.com/office/drawing/2014/main" id="{576CBD4D-7E21-44C8-A77E-17908217135C}"/>
              </a:ext>
            </a:extLst>
          </p:cNvPr>
          <p:cNvSpPr>
            <a:spLocks noGrp="1"/>
          </p:cNvSpPr>
          <p:nvPr/>
        </p:nvSpPr>
        <p:spPr>
          <a:xfrm>
            <a:off x="2351660" y="5784690"/>
            <a:ext cx="28398" cy="28398"/>
          </a:xfrm>
          <a:prstGeom prst="ellipse">
            <a:avLst/>
          </a:prstGeom>
          <a:solidFill>
            <a:srgbClr val="B57442">
              <a:alpha val="30000"/>
            </a:srgbClr>
          </a:solidFill>
          <a:ln w="0">
            <a:noFill/>
            <a:prstDash val="solid"/>
          </a:ln>
        </p:spPr>
      </p:sp>
      <p:sp>
        <p:nvSpPr>
          <p:cNvPr id="1315" name="02_predicted_pose_4614">
            <a:extLst>
              <a:ext uri="{FF2B5EF4-FFF2-40B4-BE49-F238E27FC236}">
                <a16:creationId xmlns:a16="http://schemas.microsoft.com/office/drawing/2014/main" id="{596ACB93-17B6-40CE-A274-570AD93397FC}"/>
              </a:ext>
            </a:extLst>
          </p:cNvPr>
          <p:cNvSpPr>
            <a:spLocks noGrp="1"/>
          </p:cNvSpPr>
          <p:nvPr/>
        </p:nvSpPr>
        <p:spPr>
          <a:xfrm>
            <a:off x="2444683" y="5739400"/>
            <a:ext cx="28398" cy="28398"/>
          </a:xfrm>
          <a:prstGeom prst="ellipse">
            <a:avLst/>
          </a:prstGeom>
          <a:solidFill>
            <a:srgbClr val="B57442">
              <a:alpha val="30000"/>
            </a:srgbClr>
          </a:solidFill>
          <a:ln w="0">
            <a:noFill/>
            <a:prstDash val="solid"/>
          </a:ln>
        </p:spPr>
      </p:sp>
      <p:sp>
        <p:nvSpPr>
          <p:cNvPr id="1316" name="02_predicted_pose_4615">
            <a:extLst>
              <a:ext uri="{FF2B5EF4-FFF2-40B4-BE49-F238E27FC236}">
                <a16:creationId xmlns:a16="http://schemas.microsoft.com/office/drawing/2014/main" id="{71CC0FA8-45D6-4C80-B508-D23147D7A2C7}"/>
              </a:ext>
            </a:extLst>
          </p:cNvPr>
          <p:cNvSpPr>
            <a:spLocks noGrp="1"/>
          </p:cNvSpPr>
          <p:nvPr/>
        </p:nvSpPr>
        <p:spPr>
          <a:xfrm>
            <a:off x="2537707" y="5600162"/>
            <a:ext cx="28398" cy="28398"/>
          </a:xfrm>
          <a:prstGeom prst="ellipse">
            <a:avLst/>
          </a:prstGeom>
          <a:solidFill>
            <a:srgbClr val="B57442">
              <a:alpha val="30000"/>
            </a:srgbClr>
          </a:solidFill>
          <a:ln w="0">
            <a:noFill/>
            <a:prstDash val="solid"/>
          </a:ln>
        </p:spPr>
      </p:sp>
      <p:sp>
        <p:nvSpPr>
          <p:cNvPr id="1317" name="02_predicted_pose_4616">
            <a:extLst>
              <a:ext uri="{FF2B5EF4-FFF2-40B4-BE49-F238E27FC236}">
                <a16:creationId xmlns:a16="http://schemas.microsoft.com/office/drawing/2014/main" id="{197ED5EB-CFF8-4D62-A464-EFDC60E9A39C}"/>
              </a:ext>
            </a:extLst>
          </p:cNvPr>
          <p:cNvSpPr>
            <a:spLocks noGrp="1"/>
          </p:cNvSpPr>
          <p:nvPr/>
        </p:nvSpPr>
        <p:spPr>
          <a:xfrm>
            <a:off x="2630730" y="5851818"/>
            <a:ext cx="28398" cy="28398"/>
          </a:xfrm>
          <a:prstGeom prst="ellipse">
            <a:avLst/>
          </a:prstGeom>
          <a:solidFill>
            <a:srgbClr val="B57442">
              <a:alpha val="30000"/>
            </a:srgbClr>
          </a:solidFill>
          <a:ln w="0">
            <a:noFill/>
            <a:prstDash val="solid"/>
          </a:ln>
        </p:spPr>
      </p:sp>
      <p:sp>
        <p:nvSpPr>
          <p:cNvPr id="1318" name="02_predicted_pose_4617">
            <a:extLst>
              <a:ext uri="{FF2B5EF4-FFF2-40B4-BE49-F238E27FC236}">
                <a16:creationId xmlns:a16="http://schemas.microsoft.com/office/drawing/2014/main" id="{E26A3172-FC4D-4C60-8E1A-5DD2CBCAF48D}"/>
              </a:ext>
            </a:extLst>
          </p:cNvPr>
          <p:cNvSpPr>
            <a:spLocks noGrp="1"/>
          </p:cNvSpPr>
          <p:nvPr/>
        </p:nvSpPr>
        <p:spPr>
          <a:xfrm>
            <a:off x="2587319" y="5544237"/>
            <a:ext cx="28398" cy="28398"/>
          </a:xfrm>
          <a:prstGeom prst="ellipse">
            <a:avLst/>
          </a:prstGeom>
          <a:solidFill>
            <a:srgbClr val="B57442">
              <a:alpha val="30000"/>
            </a:srgbClr>
          </a:solidFill>
          <a:ln w="0">
            <a:noFill/>
            <a:prstDash val="solid"/>
          </a:ln>
        </p:spPr>
      </p:sp>
      <p:sp>
        <p:nvSpPr>
          <p:cNvPr id="1319" name="02_predicted_pose_4618">
            <a:extLst>
              <a:ext uri="{FF2B5EF4-FFF2-40B4-BE49-F238E27FC236}">
                <a16:creationId xmlns:a16="http://schemas.microsoft.com/office/drawing/2014/main" id="{BE22EDA4-8E1B-4E7A-AC19-7C2D2DBBC9B9}"/>
              </a:ext>
            </a:extLst>
          </p:cNvPr>
          <p:cNvSpPr>
            <a:spLocks noGrp="1"/>
          </p:cNvSpPr>
          <p:nvPr/>
        </p:nvSpPr>
        <p:spPr>
          <a:xfrm>
            <a:off x="2336845" y="5715232"/>
            <a:ext cx="28398" cy="28398"/>
          </a:xfrm>
          <a:prstGeom prst="ellipse">
            <a:avLst/>
          </a:prstGeom>
          <a:solidFill>
            <a:srgbClr val="B57442">
              <a:alpha val="30000"/>
            </a:srgbClr>
          </a:solidFill>
          <a:ln w="0">
            <a:noFill/>
            <a:prstDash val="solid"/>
          </a:ln>
        </p:spPr>
      </p:sp>
      <p:sp>
        <p:nvSpPr>
          <p:cNvPr id="1320" name="02_predicted_pose_4619">
            <a:extLst>
              <a:ext uri="{FF2B5EF4-FFF2-40B4-BE49-F238E27FC236}">
                <a16:creationId xmlns:a16="http://schemas.microsoft.com/office/drawing/2014/main" id="{86152146-4BA4-4D20-992E-7895F3744CCE}"/>
              </a:ext>
            </a:extLst>
          </p:cNvPr>
          <p:cNvSpPr>
            <a:spLocks noGrp="1"/>
          </p:cNvSpPr>
          <p:nvPr/>
        </p:nvSpPr>
        <p:spPr>
          <a:xfrm>
            <a:off x="2429868" y="5600175"/>
            <a:ext cx="28398" cy="28398"/>
          </a:xfrm>
          <a:prstGeom prst="ellipse">
            <a:avLst/>
          </a:prstGeom>
          <a:solidFill>
            <a:srgbClr val="B57442">
              <a:alpha val="30000"/>
            </a:srgbClr>
          </a:solidFill>
          <a:ln w="0">
            <a:noFill/>
            <a:prstDash val="solid"/>
          </a:ln>
        </p:spPr>
      </p:sp>
      <p:sp>
        <p:nvSpPr>
          <p:cNvPr id="1321" name="02_predicted_pose_4620">
            <a:extLst>
              <a:ext uri="{FF2B5EF4-FFF2-40B4-BE49-F238E27FC236}">
                <a16:creationId xmlns:a16="http://schemas.microsoft.com/office/drawing/2014/main" id="{AB49FF6A-043B-4FFA-A9C3-5738007FDE2A}"/>
              </a:ext>
            </a:extLst>
          </p:cNvPr>
          <p:cNvSpPr>
            <a:spLocks noGrp="1"/>
          </p:cNvSpPr>
          <p:nvPr/>
        </p:nvSpPr>
        <p:spPr>
          <a:xfrm>
            <a:off x="2522892" y="5598188"/>
            <a:ext cx="28398" cy="28398"/>
          </a:xfrm>
          <a:prstGeom prst="ellipse">
            <a:avLst/>
          </a:prstGeom>
          <a:solidFill>
            <a:srgbClr val="B57442">
              <a:alpha val="30000"/>
            </a:srgbClr>
          </a:solidFill>
          <a:ln w="0">
            <a:noFill/>
            <a:prstDash val="solid"/>
          </a:ln>
        </p:spPr>
      </p:sp>
      <p:sp>
        <p:nvSpPr>
          <p:cNvPr id="1322" name="02_predicted_pose_4621">
            <a:extLst>
              <a:ext uri="{FF2B5EF4-FFF2-40B4-BE49-F238E27FC236}">
                <a16:creationId xmlns:a16="http://schemas.microsoft.com/office/drawing/2014/main" id="{F997F1FB-954F-4B9E-9286-DB6D5B017899}"/>
              </a:ext>
            </a:extLst>
          </p:cNvPr>
          <p:cNvSpPr>
            <a:spLocks noGrp="1"/>
          </p:cNvSpPr>
          <p:nvPr/>
        </p:nvSpPr>
        <p:spPr>
          <a:xfrm>
            <a:off x="2615915" y="5600211"/>
            <a:ext cx="28398" cy="28398"/>
          </a:xfrm>
          <a:prstGeom prst="ellipse">
            <a:avLst/>
          </a:prstGeom>
          <a:solidFill>
            <a:srgbClr val="B57442">
              <a:alpha val="30000"/>
            </a:srgbClr>
          </a:solidFill>
          <a:ln w="0">
            <a:noFill/>
            <a:prstDash val="solid"/>
          </a:ln>
        </p:spPr>
      </p:sp>
      <p:sp>
        <p:nvSpPr>
          <p:cNvPr id="1323" name="02_predicted_pose_4622">
            <a:extLst>
              <a:ext uri="{FF2B5EF4-FFF2-40B4-BE49-F238E27FC236}">
                <a16:creationId xmlns:a16="http://schemas.microsoft.com/office/drawing/2014/main" id="{C1D865AC-96A0-4DF9-A202-6BBBB4DE6E21}"/>
              </a:ext>
            </a:extLst>
          </p:cNvPr>
          <p:cNvSpPr>
            <a:spLocks noGrp="1"/>
          </p:cNvSpPr>
          <p:nvPr/>
        </p:nvSpPr>
        <p:spPr>
          <a:xfrm>
            <a:off x="2365441" y="5633739"/>
            <a:ext cx="28398" cy="28398"/>
          </a:xfrm>
          <a:prstGeom prst="ellipse">
            <a:avLst/>
          </a:prstGeom>
          <a:solidFill>
            <a:srgbClr val="B57442">
              <a:alpha val="30000"/>
            </a:srgbClr>
          </a:solidFill>
          <a:ln w="0">
            <a:noFill/>
            <a:prstDash val="solid"/>
          </a:ln>
        </p:spPr>
      </p:sp>
      <p:sp>
        <p:nvSpPr>
          <p:cNvPr id="1324" name="02_predicted_pose_4623">
            <a:extLst>
              <a:ext uri="{FF2B5EF4-FFF2-40B4-BE49-F238E27FC236}">
                <a16:creationId xmlns:a16="http://schemas.microsoft.com/office/drawing/2014/main" id="{BD3AB802-C7BE-4805-A69B-11DB297EBF6A}"/>
              </a:ext>
            </a:extLst>
          </p:cNvPr>
          <p:cNvSpPr>
            <a:spLocks noGrp="1"/>
          </p:cNvSpPr>
          <p:nvPr/>
        </p:nvSpPr>
        <p:spPr>
          <a:xfrm>
            <a:off x="2458464" y="5588790"/>
            <a:ext cx="28398" cy="28398"/>
          </a:xfrm>
          <a:prstGeom prst="ellipse">
            <a:avLst/>
          </a:prstGeom>
          <a:solidFill>
            <a:srgbClr val="B57442">
              <a:alpha val="30000"/>
            </a:srgbClr>
          </a:solidFill>
          <a:ln w="0">
            <a:noFill/>
            <a:prstDash val="solid"/>
          </a:ln>
        </p:spPr>
      </p:sp>
      <p:sp>
        <p:nvSpPr>
          <p:cNvPr id="1325" name="02_predicted_pose_4624">
            <a:extLst>
              <a:ext uri="{FF2B5EF4-FFF2-40B4-BE49-F238E27FC236}">
                <a16:creationId xmlns:a16="http://schemas.microsoft.com/office/drawing/2014/main" id="{DC89CC5B-B0EC-4FA8-A88F-F952EAEC0F73}"/>
              </a:ext>
            </a:extLst>
          </p:cNvPr>
          <p:cNvSpPr>
            <a:spLocks noGrp="1"/>
          </p:cNvSpPr>
          <p:nvPr/>
        </p:nvSpPr>
        <p:spPr>
          <a:xfrm>
            <a:off x="2551488" y="5787235"/>
            <a:ext cx="28398" cy="28398"/>
          </a:xfrm>
          <a:prstGeom prst="ellipse">
            <a:avLst/>
          </a:prstGeom>
          <a:solidFill>
            <a:srgbClr val="B57442">
              <a:alpha val="30000"/>
            </a:srgbClr>
          </a:solidFill>
          <a:ln w="0">
            <a:noFill/>
            <a:prstDash val="solid"/>
          </a:ln>
        </p:spPr>
      </p:sp>
      <p:sp>
        <p:nvSpPr>
          <p:cNvPr id="1326" name="02_predicted_pose_4625">
            <a:extLst>
              <a:ext uri="{FF2B5EF4-FFF2-40B4-BE49-F238E27FC236}">
                <a16:creationId xmlns:a16="http://schemas.microsoft.com/office/drawing/2014/main" id="{D1860D0A-998F-47C3-A079-41122235AE90}"/>
              </a:ext>
            </a:extLst>
          </p:cNvPr>
          <p:cNvSpPr>
            <a:spLocks noGrp="1"/>
          </p:cNvSpPr>
          <p:nvPr/>
        </p:nvSpPr>
        <p:spPr>
          <a:xfrm>
            <a:off x="2301014" y="5582635"/>
            <a:ext cx="28398" cy="28398"/>
          </a:xfrm>
          <a:prstGeom prst="ellipse">
            <a:avLst/>
          </a:prstGeom>
          <a:solidFill>
            <a:srgbClr val="B57442">
              <a:alpha val="30000"/>
            </a:srgbClr>
          </a:solidFill>
          <a:ln w="0">
            <a:noFill/>
            <a:prstDash val="solid"/>
          </a:ln>
        </p:spPr>
      </p:sp>
      <p:sp>
        <p:nvSpPr>
          <p:cNvPr id="1327" name="02_predicted_pose_4626">
            <a:extLst>
              <a:ext uri="{FF2B5EF4-FFF2-40B4-BE49-F238E27FC236}">
                <a16:creationId xmlns:a16="http://schemas.microsoft.com/office/drawing/2014/main" id="{0471BFC1-0563-433C-A8AD-B2C8EB422542}"/>
              </a:ext>
            </a:extLst>
          </p:cNvPr>
          <p:cNvSpPr>
            <a:spLocks noGrp="1"/>
          </p:cNvSpPr>
          <p:nvPr/>
        </p:nvSpPr>
        <p:spPr>
          <a:xfrm>
            <a:off x="2508077" y="5700056"/>
            <a:ext cx="28398" cy="28398"/>
          </a:xfrm>
          <a:prstGeom prst="ellipse">
            <a:avLst/>
          </a:prstGeom>
          <a:solidFill>
            <a:srgbClr val="B57442">
              <a:alpha val="30000"/>
            </a:srgbClr>
          </a:solidFill>
          <a:ln w="0">
            <a:noFill/>
            <a:prstDash val="solid"/>
          </a:ln>
        </p:spPr>
      </p:sp>
      <p:sp>
        <p:nvSpPr>
          <p:cNvPr id="1328" name="02_predicted_pose_4627">
            <a:extLst>
              <a:ext uri="{FF2B5EF4-FFF2-40B4-BE49-F238E27FC236}">
                <a16:creationId xmlns:a16="http://schemas.microsoft.com/office/drawing/2014/main" id="{16B8D71D-8F88-4FFC-A12E-D5F9D8B7CEA6}"/>
              </a:ext>
            </a:extLst>
          </p:cNvPr>
          <p:cNvSpPr>
            <a:spLocks noGrp="1"/>
          </p:cNvSpPr>
          <p:nvPr/>
        </p:nvSpPr>
        <p:spPr>
          <a:xfrm>
            <a:off x="2601100" y="5633862"/>
            <a:ext cx="28398" cy="28398"/>
          </a:xfrm>
          <a:prstGeom prst="ellipse">
            <a:avLst/>
          </a:prstGeom>
          <a:solidFill>
            <a:srgbClr val="B57442">
              <a:alpha val="30000"/>
            </a:srgbClr>
          </a:solidFill>
          <a:ln w="0">
            <a:noFill/>
            <a:prstDash val="solid"/>
          </a:ln>
        </p:spPr>
      </p:sp>
      <p:sp>
        <p:nvSpPr>
          <p:cNvPr id="1329" name="02_predicted_pose_4628">
            <a:extLst>
              <a:ext uri="{FF2B5EF4-FFF2-40B4-BE49-F238E27FC236}">
                <a16:creationId xmlns:a16="http://schemas.microsoft.com/office/drawing/2014/main" id="{C9245C45-D1F1-48F7-A89E-8B7D558FC306}"/>
              </a:ext>
            </a:extLst>
          </p:cNvPr>
          <p:cNvSpPr>
            <a:spLocks noGrp="1"/>
          </p:cNvSpPr>
          <p:nvPr/>
        </p:nvSpPr>
        <p:spPr>
          <a:xfrm>
            <a:off x="2350626" y="5774507"/>
            <a:ext cx="28398" cy="28398"/>
          </a:xfrm>
          <a:prstGeom prst="ellipse">
            <a:avLst/>
          </a:prstGeom>
          <a:solidFill>
            <a:srgbClr val="B57442">
              <a:alpha val="30000"/>
            </a:srgbClr>
          </a:solidFill>
          <a:ln w="0">
            <a:noFill/>
            <a:prstDash val="solid"/>
          </a:ln>
        </p:spPr>
      </p:sp>
      <p:sp>
        <p:nvSpPr>
          <p:cNvPr id="1330" name="02_predicted_pose_4629">
            <a:extLst>
              <a:ext uri="{FF2B5EF4-FFF2-40B4-BE49-F238E27FC236}">
                <a16:creationId xmlns:a16="http://schemas.microsoft.com/office/drawing/2014/main" id="{EDBC11BF-456F-492F-ACB5-B3050F228557}"/>
              </a:ext>
            </a:extLst>
          </p:cNvPr>
          <p:cNvSpPr>
            <a:spLocks noGrp="1"/>
          </p:cNvSpPr>
          <p:nvPr/>
        </p:nvSpPr>
        <p:spPr>
          <a:xfrm>
            <a:off x="2443650" y="5623409"/>
            <a:ext cx="28398" cy="28398"/>
          </a:xfrm>
          <a:prstGeom prst="ellipse">
            <a:avLst/>
          </a:prstGeom>
          <a:solidFill>
            <a:srgbClr val="B57442">
              <a:alpha val="30000"/>
            </a:srgbClr>
          </a:solidFill>
          <a:ln w="0">
            <a:noFill/>
            <a:prstDash val="solid"/>
          </a:ln>
        </p:spPr>
      </p:sp>
      <p:sp>
        <p:nvSpPr>
          <p:cNvPr id="1331" name="02_predicted_pose_4630">
            <a:extLst>
              <a:ext uri="{FF2B5EF4-FFF2-40B4-BE49-F238E27FC236}">
                <a16:creationId xmlns:a16="http://schemas.microsoft.com/office/drawing/2014/main" id="{42E5162A-74E4-4861-86F3-B90A82BC6E90}"/>
              </a:ext>
            </a:extLst>
          </p:cNvPr>
          <p:cNvSpPr>
            <a:spLocks noGrp="1"/>
          </p:cNvSpPr>
          <p:nvPr/>
        </p:nvSpPr>
        <p:spPr>
          <a:xfrm>
            <a:off x="2536673" y="5722893"/>
            <a:ext cx="28398" cy="28398"/>
          </a:xfrm>
          <a:prstGeom prst="ellipse">
            <a:avLst/>
          </a:prstGeom>
          <a:solidFill>
            <a:srgbClr val="B57442">
              <a:alpha val="30000"/>
            </a:srgbClr>
          </a:solidFill>
          <a:ln w="0">
            <a:noFill/>
            <a:prstDash val="solid"/>
          </a:ln>
        </p:spPr>
      </p:sp>
      <p:sp>
        <p:nvSpPr>
          <p:cNvPr id="1332" name="02_predicted_pose_4631">
            <a:extLst>
              <a:ext uri="{FF2B5EF4-FFF2-40B4-BE49-F238E27FC236}">
                <a16:creationId xmlns:a16="http://schemas.microsoft.com/office/drawing/2014/main" id="{3EDD7CC3-CA27-4274-A8F0-DF07CE907E0E}"/>
              </a:ext>
            </a:extLst>
          </p:cNvPr>
          <p:cNvSpPr>
            <a:spLocks noGrp="1"/>
          </p:cNvSpPr>
          <p:nvPr/>
        </p:nvSpPr>
        <p:spPr>
          <a:xfrm>
            <a:off x="2629696" y="5764591"/>
            <a:ext cx="28398" cy="28398"/>
          </a:xfrm>
          <a:prstGeom prst="ellipse">
            <a:avLst/>
          </a:prstGeom>
          <a:solidFill>
            <a:srgbClr val="B57442">
              <a:alpha val="30000"/>
            </a:srgbClr>
          </a:solidFill>
          <a:ln w="0">
            <a:noFill/>
            <a:prstDash val="solid"/>
          </a:ln>
        </p:spPr>
      </p:sp>
      <p:sp>
        <p:nvSpPr>
          <p:cNvPr id="1333" name="02_predicted_pose_4632">
            <a:extLst>
              <a:ext uri="{FF2B5EF4-FFF2-40B4-BE49-F238E27FC236}">
                <a16:creationId xmlns:a16="http://schemas.microsoft.com/office/drawing/2014/main" id="{EE1002EF-D3F4-438A-9ADB-6C4B881F4D26}"/>
              </a:ext>
            </a:extLst>
          </p:cNvPr>
          <p:cNvSpPr>
            <a:spLocks noGrp="1"/>
          </p:cNvSpPr>
          <p:nvPr/>
        </p:nvSpPr>
        <p:spPr>
          <a:xfrm>
            <a:off x="2379222" y="5643799"/>
            <a:ext cx="28398" cy="28398"/>
          </a:xfrm>
          <a:prstGeom prst="ellipse">
            <a:avLst/>
          </a:prstGeom>
          <a:solidFill>
            <a:srgbClr val="B57442">
              <a:alpha val="30000"/>
            </a:srgbClr>
          </a:solidFill>
          <a:ln w="0">
            <a:noFill/>
            <a:prstDash val="solid"/>
          </a:ln>
        </p:spPr>
      </p:sp>
      <p:sp>
        <p:nvSpPr>
          <p:cNvPr id="1334" name="02_predicted_pose_4633">
            <a:extLst>
              <a:ext uri="{FF2B5EF4-FFF2-40B4-BE49-F238E27FC236}">
                <a16:creationId xmlns:a16="http://schemas.microsoft.com/office/drawing/2014/main" id="{B7FF1157-D50D-4066-B06E-5726BA1CFFEF}"/>
              </a:ext>
            </a:extLst>
          </p:cNvPr>
          <p:cNvSpPr>
            <a:spLocks noGrp="1"/>
          </p:cNvSpPr>
          <p:nvPr/>
        </p:nvSpPr>
        <p:spPr>
          <a:xfrm>
            <a:off x="2472246" y="5772557"/>
            <a:ext cx="28398" cy="28398"/>
          </a:xfrm>
          <a:prstGeom prst="ellipse">
            <a:avLst/>
          </a:prstGeom>
          <a:solidFill>
            <a:srgbClr val="B57442">
              <a:alpha val="30000"/>
            </a:srgbClr>
          </a:solidFill>
          <a:ln w="0">
            <a:noFill/>
            <a:prstDash val="solid"/>
          </a:ln>
        </p:spPr>
      </p:sp>
      <p:sp>
        <p:nvSpPr>
          <p:cNvPr id="1335" name="02_predicted_pose_4634">
            <a:extLst>
              <a:ext uri="{FF2B5EF4-FFF2-40B4-BE49-F238E27FC236}">
                <a16:creationId xmlns:a16="http://schemas.microsoft.com/office/drawing/2014/main" id="{2BFA6269-6286-4F96-B59D-D79E70E66EAD}"/>
              </a:ext>
            </a:extLst>
          </p:cNvPr>
          <p:cNvSpPr>
            <a:spLocks noGrp="1"/>
          </p:cNvSpPr>
          <p:nvPr/>
        </p:nvSpPr>
        <p:spPr>
          <a:xfrm>
            <a:off x="2436414" y="5762652"/>
            <a:ext cx="28398" cy="28398"/>
          </a:xfrm>
          <a:prstGeom prst="ellipse">
            <a:avLst/>
          </a:prstGeom>
          <a:solidFill>
            <a:srgbClr val="B57442">
              <a:alpha val="30000"/>
            </a:srgbClr>
          </a:solidFill>
          <a:ln w="0">
            <a:noFill/>
            <a:prstDash val="solid"/>
          </a:ln>
        </p:spPr>
      </p:sp>
      <p:sp>
        <p:nvSpPr>
          <p:cNvPr id="1336" name="02_predicted_pose_4635">
            <a:extLst>
              <a:ext uri="{FF2B5EF4-FFF2-40B4-BE49-F238E27FC236}">
                <a16:creationId xmlns:a16="http://schemas.microsoft.com/office/drawing/2014/main" id="{E140F8F4-0C1F-400B-ACFA-52081BCC842B}"/>
              </a:ext>
            </a:extLst>
          </p:cNvPr>
          <p:cNvSpPr>
            <a:spLocks noGrp="1"/>
          </p:cNvSpPr>
          <p:nvPr/>
        </p:nvSpPr>
        <p:spPr>
          <a:xfrm>
            <a:off x="2450196" y="5712845"/>
            <a:ext cx="28398" cy="28398"/>
          </a:xfrm>
          <a:prstGeom prst="ellipse">
            <a:avLst/>
          </a:prstGeom>
          <a:solidFill>
            <a:srgbClr val="B57442">
              <a:alpha val="30000"/>
            </a:srgbClr>
          </a:solidFill>
          <a:ln w="0">
            <a:noFill/>
            <a:prstDash val="solid"/>
          </a:ln>
        </p:spPr>
      </p:sp>
      <p:sp>
        <p:nvSpPr>
          <p:cNvPr id="1337" name="02_predicted_pose_4636">
            <a:extLst>
              <a:ext uri="{FF2B5EF4-FFF2-40B4-BE49-F238E27FC236}">
                <a16:creationId xmlns:a16="http://schemas.microsoft.com/office/drawing/2014/main" id="{F28E74B6-8FA9-4A5E-BAB4-38A5824C9781}"/>
              </a:ext>
            </a:extLst>
          </p:cNvPr>
          <p:cNvSpPr>
            <a:spLocks noGrp="1"/>
          </p:cNvSpPr>
          <p:nvPr/>
        </p:nvSpPr>
        <p:spPr>
          <a:xfrm>
            <a:off x="2428146" y="5582337"/>
            <a:ext cx="28398" cy="28398"/>
          </a:xfrm>
          <a:prstGeom prst="ellipse">
            <a:avLst/>
          </a:prstGeom>
          <a:solidFill>
            <a:srgbClr val="B57442">
              <a:alpha val="30000"/>
            </a:srgbClr>
          </a:solidFill>
          <a:ln w="0">
            <a:noFill/>
            <a:prstDash val="solid"/>
          </a:ln>
        </p:spPr>
      </p:sp>
      <p:sp>
        <p:nvSpPr>
          <p:cNvPr id="1338" name="02_predicted_pose_4637">
            <a:extLst>
              <a:ext uri="{FF2B5EF4-FFF2-40B4-BE49-F238E27FC236}">
                <a16:creationId xmlns:a16="http://schemas.microsoft.com/office/drawing/2014/main" id="{5F9886DE-E853-432A-85BE-9CFB9BCEC151}"/>
              </a:ext>
            </a:extLst>
          </p:cNvPr>
          <p:cNvSpPr>
            <a:spLocks noGrp="1"/>
          </p:cNvSpPr>
          <p:nvPr/>
        </p:nvSpPr>
        <p:spPr>
          <a:xfrm>
            <a:off x="2455708" y="5542949"/>
            <a:ext cx="28398" cy="28398"/>
          </a:xfrm>
          <a:prstGeom prst="ellipse">
            <a:avLst/>
          </a:prstGeom>
          <a:solidFill>
            <a:srgbClr val="B57442">
              <a:alpha val="30000"/>
            </a:srgbClr>
          </a:solidFill>
          <a:ln w="0">
            <a:noFill/>
            <a:prstDash val="solid"/>
          </a:ln>
        </p:spPr>
      </p:sp>
      <p:sp>
        <p:nvSpPr>
          <p:cNvPr id="1339" name="02_predicted_pose_4638">
            <a:extLst>
              <a:ext uri="{FF2B5EF4-FFF2-40B4-BE49-F238E27FC236}">
                <a16:creationId xmlns:a16="http://schemas.microsoft.com/office/drawing/2014/main" id="{7CC79E73-5A07-403F-954C-0F8B5858F86B}"/>
              </a:ext>
            </a:extLst>
          </p:cNvPr>
          <p:cNvSpPr>
            <a:spLocks noGrp="1"/>
          </p:cNvSpPr>
          <p:nvPr/>
        </p:nvSpPr>
        <p:spPr>
          <a:xfrm>
            <a:off x="2483271" y="5671843"/>
            <a:ext cx="28398" cy="28398"/>
          </a:xfrm>
          <a:prstGeom prst="ellipse">
            <a:avLst/>
          </a:prstGeom>
          <a:solidFill>
            <a:srgbClr val="B57442">
              <a:alpha val="30000"/>
            </a:srgbClr>
          </a:solidFill>
          <a:ln w="0">
            <a:noFill/>
            <a:prstDash val="solid"/>
          </a:ln>
        </p:spPr>
      </p:sp>
      <p:sp>
        <p:nvSpPr>
          <p:cNvPr id="1340" name="02_predicted_pose_4639">
            <a:extLst>
              <a:ext uri="{FF2B5EF4-FFF2-40B4-BE49-F238E27FC236}">
                <a16:creationId xmlns:a16="http://schemas.microsoft.com/office/drawing/2014/main" id="{1C9ACF49-0DD2-48FD-8023-DEB07980D1EE}"/>
              </a:ext>
            </a:extLst>
          </p:cNvPr>
          <p:cNvSpPr>
            <a:spLocks noGrp="1"/>
          </p:cNvSpPr>
          <p:nvPr/>
        </p:nvSpPr>
        <p:spPr>
          <a:xfrm>
            <a:off x="2465700" y="5700102"/>
            <a:ext cx="28398" cy="28398"/>
          </a:xfrm>
          <a:prstGeom prst="ellipse">
            <a:avLst/>
          </a:prstGeom>
          <a:solidFill>
            <a:srgbClr val="B57442">
              <a:alpha val="30000"/>
            </a:srgbClr>
          </a:solidFill>
          <a:ln w="0">
            <a:noFill/>
            <a:prstDash val="solid"/>
          </a:ln>
        </p:spPr>
      </p:sp>
      <p:sp>
        <p:nvSpPr>
          <p:cNvPr id="1341" name="02_predicted_pose_4640">
            <a:extLst>
              <a:ext uri="{FF2B5EF4-FFF2-40B4-BE49-F238E27FC236}">
                <a16:creationId xmlns:a16="http://schemas.microsoft.com/office/drawing/2014/main" id="{7EB3BF5E-F0D0-45A4-B850-FAACE5BB3CB6}"/>
              </a:ext>
            </a:extLst>
          </p:cNvPr>
          <p:cNvSpPr>
            <a:spLocks noGrp="1"/>
          </p:cNvSpPr>
          <p:nvPr/>
        </p:nvSpPr>
        <p:spPr>
          <a:xfrm>
            <a:off x="2308249" y="5796145"/>
            <a:ext cx="28398" cy="28398"/>
          </a:xfrm>
          <a:prstGeom prst="ellipse">
            <a:avLst/>
          </a:prstGeom>
          <a:solidFill>
            <a:srgbClr val="B57442">
              <a:alpha val="30000"/>
            </a:srgbClr>
          </a:solidFill>
          <a:ln w="0">
            <a:noFill/>
            <a:prstDash val="solid"/>
          </a:ln>
        </p:spPr>
      </p:sp>
      <p:sp>
        <p:nvSpPr>
          <p:cNvPr id="1342" name="02_predicted_pose_4641">
            <a:extLst>
              <a:ext uri="{FF2B5EF4-FFF2-40B4-BE49-F238E27FC236}">
                <a16:creationId xmlns:a16="http://schemas.microsoft.com/office/drawing/2014/main" id="{6FEAF442-C71D-4628-97DE-2FD442139B9B}"/>
              </a:ext>
            </a:extLst>
          </p:cNvPr>
          <p:cNvSpPr>
            <a:spLocks noGrp="1"/>
          </p:cNvSpPr>
          <p:nvPr/>
        </p:nvSpPr>
        <p:spPr>
          <a:xfrm>
            <a:off x="2494296" y="5768352"/>
            <a:ext cx="28398" cy="28398"/>
          </a:xfrm>
          <a:prstGeom prst="ellipse">
            <a:avLst/>
          </a:prstGeom>
          <a:solidFill>
            <a:srgbClr val="B57442">
              <a:alpha val="30000"/>
            </a:srgbClr>
          </a:solidFill>
          <a:ln w="0">
            <a:noFill/>
            <a:prstDash val="solid"/>
          </a:ln>
        </p:spPr>
      </p:sp>
      <p:sp>
        <p:nvSpPr>
          <p:cNvPr id="1343" name="02_predicted_pose_4642">
            <a:extLst>
              <a:ext uri="{FF2B5EF4-FFF2-40B4-BE49-F238E27FC236}">
                <a16:creationId xmlns:a16="http://schemas.microsoft.com/office/drawing/2014/main" id="{20EB4E9E-E02F-4F24-BF57-6781DB022058}"/>
              </a:ext>
            </a:extLst>
          </p:cNvPr>
          <p:cNvSpPr>
            <a:spLocks noGrp="1"/>
          </p:cNvSpPr>
          <p:nvPr/>
        </p:nvSpPr>
        <p:spPr>
          <a:xfrm>
            <a:off x="2336845" y="5751941"/>
            <a:ext cx="28398" cy="28398"/>
          </a:xfrm>
          <a:prstGeom prst="ellipse">
            <a:avLst/>
          </a:prstGeom>
          <a:solidFill>
            <a:srgbClr val="B57442">
              <a:alpha val="30000"/>
            </a:srgbClr>
          </a:solidFill>
          <a:ln w="0">
            <a:noFill/>
            <a:prstDash val="solid"/>
          </a:ln>
        </p:spPr>
      </p:sp>
      <p:sp>
        <p:nvSpPr>
          <p:cNvPr id="1344" name="02_predicted_pose_4643">
            <a:extLst>
              <a:ext uri="{FF2B5EF4-FFF2-40B4-BE49-F238E27FC236}">
                <a16:creationId xmlns:a16="http://schemas.microsoft.com/office/drawing/2014/main" id="{4395998A-8235-4F31-B621-09A7E18215F7}"/>
              </a:ext>
            </a:extLst>
          </p:cNvPr>
          <p:cNvSpPr>
            <a:spLocks noGrp="1"/>
          </p:cNvSpPr>
          <p:nvPr/>
        </p:nvSpPr>
        <p:spPr>
          <a:xfrm>
            <a:off x="2474657" y="5864080"/>
            <a:ext cx="28398" cy="28398"/>
          </a:xfrm>
          <a:prstGeom prst="ellipse">
            <a:avLst/>
          </a:prstGeom>
          <a:solidFill>
            <a:srgbClr val="B57442">
              <a:alpha val="30000"/>
            </a:srgbClr>
          </a:solidFill>
          <a:ln w="0">
            <a:noFill/>
            <a:prstDash val="solid"/>
          </a:ln>
        </p:spPr>
      </p:sp>
      <p:sp>
        <p:nvSpPr>
          <p:cNvPr id="1345" name="02_predicted_pose_4644">
            <a:extLst>
              <a:ext uri="{FF2B5EF4-FFF2-40B4-BE49-F238E27FC236}">
                <a16:creationId xmlns:a16="http://schemas.microsoft.com/office/drawing/2014/main" id="{63E71E37-8C63-4FDD-9FAB-1B04FA7A59C1}"/>
              </a:ext>
            </a:extLst>
          </p:cNvPr>
          <p:cNvSpPr>
            <a:spLocks noGrp="1"/>
          </p:cNvSpPr>
          <p:nvPr/>
        </p:nvSpPr>
        <p:spPr>
          <a:xfrm>
            <a:off x="2488439" y="5569712"/>
            <a:ext cx="28398" cy="28398"/>
          </a:xfrm>
          <a:prstGeom prst="ellipse">
            <a:avLst/>
          </a:prstGeom>
          <a:solidFill>
            <a:srgbClr val="B57442">
              <a:alpha val="30000"/>
            </a:srgbClr>
          </a:solidFill>
          <a:ln w="0">
            <a:noFill/>
            <a:prstDash val="solid"/>
          </a:ln>
        </p:spPr>
      </p:sp>
      <p:sp>
        <p:nvSpPr>
          <p:cNvPr id="1346" name="02_predicted_pose_4645">
            <a:extLst>
              <a:ext uri="{FF2B5EF4-FFF2-40B4-BE49-F238E27FC236}">
                <a16:creationId xmlns:a16="http://schemas.microsoft.com/office/drawing/2014/main" id="{A78EBCE8-6460-41BD-8EBA-54B0B3D50E8E}"/>
              </a:ext>
            </a:extLst>
          </p:cNvPr>
          <p:cNvSpPr>
            <a:spLocks noGrp="1"/>
          </p:cNvSpPr>
          <p:nvPr/>
        </p:nvSpPr>
        <p:spPr>
          <a:xfrm>
            <a:off x="2529782" y="5855230"/>
            <a:ext cx="28398" cy="28398"/>
          </a:xfrm>
          <a:prstGeom prst="ellipse">
            <a:avLst/>
          </a:prstGeom>
          <a:solidFill>
            <a:srgbClr val="B57442">
              <a:alpha val="30000"/>
            </a:srgbClr>
          </a:solidFill>
          <a:ln w="0">
            <a:noFill/>
            <a:prstDash val="solid"/>
          </a:ln>
        </p:spPr>
      </p:sp>
      <p:sp>
        <p:nvSpPr>
          <p:cNvPr id="1347" name="02_predicted_pose_4646">
            <a:extLst>
              <a:ext uri="{FF2B5EF4-FFF2-40B4-BE49-F238E27FC236}">
                <a16:creationId xmlns:a16="http://schemas.microsoft.com/office/drawing/2014/main" id="{A3C2DA56-12C8-4093-B36F-7CCE9BDED178}"/>
              </a:ext>
            </a:extLst>
          </p:cNvPr>
          <p:cNvSpPr>
            <a:spLocks noGrp="1"/>
          </p:cNvSpPr>
          <p:nvPr/>
        </p:nvSpPr>
        <p:spPr>
          <a:xfrm>
            <a:off x="2543564" y="5469277"/>
            <a:ext cx="28398" cy="28398"/>
          </a:xfrm>
          <a:prstGeom prst="ellipse">
            <a:avLst/>
          </a:prstGeom>
          <a:solidFill>
            <a:srgbClr val="B57442">
              <a:alpha val="30000"/>
            </a:srgbClr>
          </a:solidFill>
          <a:ln w="0">
            <a:noFill/>
            <a:prstDash val="solid"/>
          </a:ln>
        </p:spPr>
      </p:sp>
      <p:sp>
        <p:nvSpPr>
          <p:cNvPr id="1348" name="02_predicted_pose_4647">
            <a:extLst>
              <a:ext uri="{FF2B5EF4-FFF2-40B4-BE49-F238E27FC236}">
                <a16:creationId xmlns:a16="http://schemas.microsoft.com/office/drawing/2014/main" id="{4F7FC5EF-62B2-4379-919E-57F6AD7F91FE}"/>
              </a:ext>
            </a:extLst>
          </p:cNvPr>
          <p:cNvSpPr>
            <a:spLocks noGrp="1"/>
          </p:cNvSpPr>
          <p:nvPr/>
        </p:nvSpPr>
        <p:spPr>
          <a:xfrm>
            <a:off x="2584907" y="5533970"/>
            <a:ext cx="28398" cy="28398"/>
          </a:xfrm>
          <a:prstGeom prst="ellipse">
            <a:avLst/>
          </a:prstGeom>
          <a:solidFill>
            <a:srgbClr val="B57442">
              <a:alpha val="30000"/>
            </a:srgbClr>
          </a:solidFill>
          <a:ln w="0">
            <a:noFill/>
            <a:prstDash val="solid"/>
          </a:ln>
        </p:spPr>
      </p:sp>
      <p:sp>
        <p:nvSpPr>
          <p:cNvPr id="1349" name="02_predicted_pose_4648">
            <a:extLst>
              <a:ext uri="{FF2B5EF4-FFF2-40B4-BE49-F238E27FC236}">
                <a16:creationId xmlns:a16="http://schemas.microsoft.com/office/drawing/2014/main" id="{932D22C1-6DE1-49A2-B779-22A94C56CA58}"/>
              </a:ext>
            </a:extLst>
          </p:cNvPr>
          <p:cNvSpPr>
            <a:spLocks noGrp="1"/>
          </p:cNvSpPr>
          <p:nvPr/>
        </p:nvSpPr>
        <p:spPr>
          <a:xfrm>
            <a:off x="2598689" y="5831034"/>
            <a:ext cx="28398" cy="28398"/>
          </a:xfrm>
          <a:prstGeom prst="ellipse">
            <a:avLst/>
          </a:prstGeom>
          <a:solidFill>
            <a:srgbClr val="B57442">
              <a:alpha val="30000"/>
            </a:srgbClr>
          </a:solidFill>
          <a:ln w="0">
            <a:noFill/>
            <a:prstDash val="solid"/>
          </a:ln>
        </p:spPr>
      </p:sp>
      <p:sp>
        <p:nvSpPr>
          <p:cNvPr id="1350" name="02_predicted_pose_4649">
            <a:extLst>
              <a:ext uri="{FF2B5EF4-FFF2-40B4-BE49-F238E27FC236}">
                <a16:creationId xmlns:a16="http://schemas.microsoft.com/office/drawing/2014/main" id="{615F4FA9-6A9B-473B-B69D-26F13875B2A7}"/>
              </a:ext>
            </a:extLst>
          </p:cNvPr>
          <p:cNvSpPr>
            <a:spLocks noGrp="1"/>
          </p:cNvSpPr>
          <p:nvPr/>
        </p:nvSpPr>
        <p:spPr>
          <a:xfrm>
            <a:off x="2330644" y="5890319"/>
            <a:ext cx="28398" cy="28398"/>
          </a:xfrm>
          <a:prstGeom prst="ellipse">
            <a:avLst/>
          </a:prstGeom>
          <a:solidFill>
            <a:srgbClr val="B57442">
              <a:alpha val="30000"/>
            </a:srgbClr>
          </a:solidFill>
          <a:ln w="0">
            <a:noFill/>
            <a:prstDash val="solid"/>
          </a:ln>
        </p:spPr>
      </p:sp>
      <p:sp>
        <p:nvSpPr>
          <p:cNvPr id="1351" name="02_predicted_pose_4650">
            <a:extLst>
              <a:ext uri="{FF2B5EF4-FFF2-40B4-BE49-F238E27FC236}">
                <a16:creationId xmlns:a16="http://schemas.microsoft.com/office/drawing/2014/main" id="{5E334BFC-0A1E-4B83-965B-1D09DC9202B8}"/>
              </a:ext>
            </a:extLst>
          </p:cNvPr>
          <p:cNvSpPr>
            <a:spLocks noGrp="1"/>
          </p:cNvSpPr>
          <p:nvPr/>
        </p:nvSpPr>
        <p:spPr>
          <a:xfrm>
            <a:off x="2423667" y="5796841"/>
            <a:ext cx="28398" cy="28398"/>
          </a:xfrm>
          <a:prstGeom prst="ellipse">
            <a:avLst/>
          </a:prstGeom>
          <a:solidFill>
            <a:srgbClr val="B57442">
              <a:alpha val="30000"/>
            </a:srgbClr>
          </a:solidFill>
          <a:ln w="0">
            <a:noFill/>
            <a:prstDash val="solid"/>
          </a:ln>
        </p:spPr>
      </p:sp>
      <p:sp>
        <p:nvSpPr>
          <p:cNvPr id="1352" name="02_predicted_pose_4651">
            <a:extLst>
              <a:ext uri="{FF2B5EF4-FFF2-40B4-BE49-F238E27FC236}">
                <a16:creationId xmlns:a16="http://schemas.microsoft.com/office/drawing/2014/main" id="{06646622-4FD2-46FC-BCF8-4ED79369CF5C}"/>
              </a:ext>
            </a:extLst>
          </p:cNvPr>
          <p:cNvSpPr>
            <a:spLocks noGrp="1"/>
          </p:cNvSpPr>
          <p:nvPr/>
        </p:nvSpPr>
        <p:spPr>
          <a:xfrm>
            <a:off x="2359240" y="5351923"/>
            <a:ext cx="28398" cy="28398"/>
          </a:xfrm>
          <a:prstGeom prst="ellipse">
            <a:avLst/>
          </a:prstGeom>
          <a:solidFill>
            <a:srgbClr val="B57442">
              <a:alpha val="30000"/>
            </a:srgbClr>
          </a:solidFill>
          <a:ln w="0">
            <a:noFill/>
            <a:prstDash val="solid"/>
          </a:ln>
        </p:spPr>
      </p:sp>
      <p:sp>
        <p:nvSpPr>
          <p:cNvPr id="1353" name="02_predicted_pose_4652">
            <a:extLst>
              <a:ext uri="{FF2B5EF4-FFF2-40B4-BE49-F238E27FC236}">
                <a16:creationId xmlns:a16="http://schemas.microsoft.com/office/drawing/2014/main" id="{2E64C812-5026-410C-B3B5-D4A07D505E4F}"/>
              </a:ext>
            </a:extLst>
          </p:cNvPr>
          <p:cNvSpPr>
            <a:spLocks noGrp="1"/>
          </p:cNvSpPr>
          <p:nvPr/>
        </p:nvSpPr>
        <p:spPr>
          <a:xfrm>
            <a:off x="2452263" y="5594140"/>
            <a:ext cx="28398" cy="28398"/>
          </a:xfrm>
          <a:prstGeom prst="ellipse">
            <a:avLst/>
          </a:prstGeom>
          <a:solidFill>
            <a:srgbClr val="B57442">
              <a:alpha val="30000"/>
            </a:srgbClr>
          </a:solidFill>
          <a:ln w="0">
            <a:noFill/>
            <a:prstDash val="solid"/>
          </a:ln>
        </p:spPr>
      </p:sp>
      <p:sp>
        <p:nvSpPr>
          <p:cNvPr id="1354" name="02_predicted_pose_4653">
            <a:extLst>
              <a:ext uri="{FF2B5EF4-FFF2-40B4-BE49-F238E27FC236}">
                <a16:creationId xmlns:a16="http://schemas.microsoft.com/office/drawing/2014/main" id="{05CA0CF9-482E-49D9-8227-A36C3D33C697}"/>
              </a:ext>
            </a:extLst>
          </p:cNvPr>
          <p:cNvSpPr>
            <a:spLocks noGrp="1"/>
          </p:cNvSpPr>
          <p:nvPr/>
        </p:nvSpPr>
        <p:spPr>
          <a:xfrm>
            <a:off x="2501531" y="5445098"/>
            <a:ext cx="28398" cy="28398"/>
          </a:xfrm>
          <a:prstGeom prst="ellipse">
            <a:avLst/>
          </a:prstGeom>
          <a:solidFill>
            <a:srgbClr val="B57442">
              <a:alpha val="30000"/>
            </a:srgbClr>
          </a:solidFill>
          <a:ln w="0">
            <a:noFill/>
            <a:prstDash val="solid"/>
          </a:ln>
        </p:spPr>
      </p:sp>
      <p:sp>
        <p:nvSpPr>
          <p:cNvPr id="1355" name="02_predicted_pose_4654">
            <a:extLst>
              <a:ext uri="{FF2B5EF4-FFF2-40B4-BE49-F238E27FC236}">
                <a16:creationId xmlns:a16="http://schemas.microsoft.com/office/drawing/2014/main" id="{4D28BF33-D7A3-4F9D-97BA-BCE53C042274}"/>
              </a:ext>
            </a:extLst>
          </p:cNvPr>
          <p:cNvSpPr>
            <a:spLocks noGrp="1"/>
          </p:cNvSpPr>
          <p:nvPr/>
        </p:nvSpPr>
        <p:spPr>
          <a:xfrm>
            <a:off x="2338912" y="5490982"/>
            <a:ext cx="28398" cy="28398"/>
          </a:xfrm>
          <a:prstGeom prst="ellipse">
            <a:avLst/>
          </a:prstGeom>
          <a:solidFill>
            <a:srgbClr val="B57442">
              <a:alpha val="30000"/>
            </a:srgbClr>
          </a:solidFill>
          <a:ln w="0">
            <a:noFill/>
            <a:prstDash val="solid"/>
          </a:ln>
        </p:spPr>
      </p:sp>
      <p:sp>
        <p:nvSpPr>
          <p:cNvPr id="1356" name="02_predicted_pose_4655">
            <a:extLst>
              <a:ext uri="{FF2B5EF4-FFF2-40B4-BE49-F238E27FC236}">
                <a16:creationId xmlns:a16="http://schemas.microsoft.com/office/drawing/2014/main" id="{EB22FE16-170D-4FE6-8745-E7E711440EDF}"/>
              </a:ext>
            </a:extLst>
          </p:cNvPr>
          <p:cNvSpPr>
            <a:spLocks noGrp="1"/>
          </p:cNvSpPr>
          <p:nvPr/>
        </p:nvSpPr>
        <p:spPr>
          <a:xfrm>
            <a:off x="2592487" y="5408162"/>
            <a:ext cx="28398" cy="28398"/>
          </a:xfrm>
          <a:prstGeom prst="ellipse">
            <a:avLst/>
          </a:prstGeom>
          <a:solidFill>
            <a:srgbClr val="B57442">
              <a:alpha val="30000"/>
            </a:srgbClr>
          </a:solidFill>
          <a:ln w="0">
            <a:noFill/>
            <a:prstDash val="solid"/>
          </a:ln>
        </p:spPr>
      </p:sp>
      <p:sp>
        <p:nvSpPr>
          <p:cNvPr id="1357" name="02_predicted_pose_4656">
            <a:extLst>
              <a:ext uri="{FF2B5EF4-FFF2-40B4-BE49-F238E27FC236}">
                <a16:creationId xmlns:a16="http://schemas.microsoft.com/office/drawing/2014/main" id="{F7EFE04D-D801-4CA1-A944-35863E907FD3}"/>
              </a:ext>
            </a:extLst>
          </p:cNvPr>
          <p:cNvSpPr>
            <a:spLocks noGrp="1"/>
          </p:cNvSpPr>
          <p:nvPr/>
        </p:nvSpPr>
        <p:spPr>
          <a:xfrm>
            <a:off x="2466733" y="5726260"/>
            <a:ext cx="28398" cy="28398"/>
          </a:xfrm>
          <a:prstGeom prst="ellipse">
            <a:avLst/>
          </a:prstGeom>
          <a:solidFill>
            <a:srgbClr val="B57442">
              <a:alpha val="30000"/>
            </a:srgbClr>
          </a:solidFill>
          <a:ln w="0">
            <a:noFill/>
            <a:prstDash val="solid"/>
          </a:ln>
        </p:spPr>
      </p:sp>
      <p:sp>
        <p:nvSpPr>
          <p:cNvPr id="1358" name="02_predicted_pose_4657">
            <a:extLst>
              <a:ext uri="{FF2B5EF4-FFF2-40B4-BE49-F238E27FC236}">
                <a16:creationId xmlns:a16="http://schemas.microsoft.com/office/drawing/2014/main" id="{AD68F3FD-79C8-4E1A-82A6-C24D50E7E1DB}"/>
              </a:ext>
            </a:extLst>
          </p:cNvPr>
          <p:cNvSpPr>
            <a:spLocks noGrp="1"/>
          </p:cNvSpPr>
          <p:nvPr/>
        </p:nvSpPr>
        <p:spPr>
          <a:xfrm>
            <a:off x="2345114" y="5611423"/>
            <a:ext cx="28398" cy="28398"/>
          </a:xfrm>
          <a:prstGeom prst="ellipse">
            <a:avLst/>
          </a:prstGeom>
          <a:solidFill>
            <a:srgbClr val="B57442">
              <a:alpha val="30000"/>
            </a:srgbClr>
          </a:solidFill>
          <a:ln w="0">
            <a:noFill/>
            <a:prstDash val="solid"/>
          </a:ln>
        </p:spPr>
      </p:sp>
      <p:sp>
        <p:nvSpPr>
          <p:cNvPr id="1359" name="02_predicted_pose_4658">
            <a:extLst>
              <a:ext uri="{FF2B5EF4-FFF2-40B4-BE49-F238E27FC236}">
                <a16:creationId xmlns:a16="http://schemas.microsoft.com/office/drawing/2014/main" id="{80A877E9-3250-4A0B-8A90-D95462CC9CD9}"/>
              </a:ext>
            </a:extLst>
          </p:cNvPr>
          <p:cNvSpPr>
            <a:spLocks noGrp="1"/>
          </p:cNvSpPr>
          <p:nvPr/>
        </p:nvSpPr>
        <p:spPr>
          <a:xfrm>
            <a:off x="2386458" y="5523292"/>
            <a:ext cx="28398" cy="28398"/>
          </a:xfrm>
          <a:prstGeom prst="ellipse">
            <a:avLst/>
          </a:prstGeom>
          <a:solidFill>
            <a:srgbClr val="B57442">
              <a:alpha val="30000"/>
            </a:srgbClr>
          </a:solidFill>
          <a:ln w="0">
            <a:noFill/>
            <a:prstDash val="solid"/>
          </a:ln>
        </p:spPr>
      </p:sp>
      <p:sp>
        <p:nvSpPr>
          <p:cNvPr id="1360" name="02_predicted_pose_4659">
            <a:extLst>
              <a:ext uri="{FF2B5EF4-FFF2-40B4-BE49-F238E27FC236}">
                <a16:creationId xmlns:a16="http://schemas.microsoft.com/office/drawing/2014/main" id="{AE079095-E6C9-473E-96E2-57989BE7D977}"/>
              </a:ext>
            </a:extLst>
          </p:cNvPr>
          <p:cNvSpPr>
            <a:spLocks noGrp="1"/>
          </p:cNvSpPr>
          <p:nvPr/>
        </p:nvSpPr>
        <p:spPr>
          <a:xfrm>
            <a:off x="2427801" y="5919756"/>
            <a:ext cx="28398" cy="28398"/>
          </a:xfrm>
          <a:prstGeom prst="ellipse">
            <a:avLst/>
          </a:prstGeom>
          <a:solidFill>
            <a:srgbClr val="B57442">
              <a:alpha val="30000"/>
            </a:srgbClr>
          </a:solidFill>
          <a:ln w="0">
            <a:noFill/>
            <a:prstDash val="solid"/>
          </a:ln>
        </p:spPr>
      </p:sp>
      <p:sp>
        <p:nvSpPr>
          <p:cNvPr id="1361" name="02_predicted_pose_4660">
            <a:extLst>
              <a:ext uri="{FF2B5EF4-FFF2-40B4-BE49-F238E27FC236}">
                <a16:creationId xmlns:a16="http://schemas.microsoft.com/office/drawing/2014/main" id="{A7F3D5F3-F8FB-4839-901E-10DC5F00FD57}"/>
              </a:ext>
            </a:extLst>
          </p:cNvPr>
          <p:cNvSpPr>
            <a:spLocks noGrp="1"/>
          </p:cNvSpPr>
          <p:nvPr/>
        </p:nvSpPr>
        <p:spPr>
          <a:xfrm>
            <a:off x="2602134" y="5491773"/>
            <a:ext cx="28398" cy="28398"/>
          </a:xfrm>
          <a:prstGeom prst="ellipse">
            <a:avLst/>
          </a:prstGeom>
          <a:solidFill>
            <a:srgbClr val="B57442">
              <a:alpha val="30000"/>
            </a:srgbClr>
          </a:solidFill>
          <a:ln w="0">
            <a:noFill/>
            <a:prstDash val="solid"/>
          </a:ln>
        </p:spPr>
      </p:sp>
      <p:sp>
        <p:nvSpPr>
          <p:cNvPr id="1362" name="02_predicted_pose_4661">
            <a:extLst>
              <a:ext uri="{FF2B5EF4-FFF2-40B4-BE49-F238E27FC236}">
                <a16:creationId xmlns:a16="http://schemas.microsoft.com/office/drawing/2014/main" id="{C7BA9C4F-4C93-4348-B1D8-E44D251D430E}"/>
              </a:ext>
            </a:extLst>
          </p:cNvPr>
          <p:cNvSpPr>
            <a:spLocks noGrp="1"/>
          </p:cNvSpPr>
          <p:nvPr/>
        </p:nvSpPr>
        <p:spPr>
          <a:xfrm>
            <a:off x="2299980" y="5697890"/>
            <a:ext cx="28398" cy="28398"/>
          </a:xfrm>
          <a:prstGeom prst="ellipse">
            <a:avLst/>
          </a:prstGeom>
          <a:solidFill>
            <a:srgbClr val="B57442">
              <a:alpha val="30000"/>
            </a:srgbClr>
          </a:solidFill>
          <a:ln w="0">
            <a:noFill/>
            <a:prstDash val="solid"/>
          </a:ln>
        </p:spPr>
      </p:sp>
      <p:sp>
        <p:nvSpPr>
          <p:cNvPr id="1363" name="02_predicted_pose_4662">
            <a:extLst>
              <a:ext uri="{FF2B5EF4-FFF2-40B4-BE49-F238E27FC236}">
                <a16:creationId xmlns:a16="http://schemas.microsoft.com/office/drawing/2014/main" id="{B79F95A1-8ED5-4C25-9494-39F3BBEC6B44}"/>
              </a:ext>
            </a:extLst>
          </p:cNvPr>
          <p:cNvSpPr>
            <a:spLocks noGrp="1"/>
          </p:cNvSpPr>
          <p:nvPr/>
        </p:nvSpPr>
        <p:spPr>
          <a:xfrm>
            <a:off x="2509800" y="5708420"/>
            <a:ext cx="28398" cy="28398"/>
          </a:xfrm>
          <a:prstGeom prst="ellipse">
            <a:avLst/>
          </a:prstGeom>
          <a:solidFill>
            <a:srgbClr val="B57442">
              <a:alpha val="30000"/>
            </a:srgbClr>
          </a:solidFill>
          <a:ln w="0">
            <a:noFill/>
            <a:prstDash val="solid"/>
          </a:ln>
        </p:spPr>
      </p:sp>
      <p:sp>
        <p:nvSpPr>
          <p:cNvPr id="1364" name="02_predicted_pose_4663">
            <a:extLst>
              <a:ext uri="{FF2B5EF4-FFF2-40B4-BE49-F238E27FC236}">
                <a16:creationId xmlns:a16="http://schemas.microsoft.com/office/drawing/2014/main" id="{9D3DEF75-8002-4B10-9B05-9BFA34352040}"/>
              </a:ext>
            </a:extLst>
          </p:cNvPr>
          <p:cNvSpPr>
            <a:spLocks noGrp="1"/>
          </p:cNvSpPr>
          <p:nvPr/>
        </p:nvSpPr>
        <p:spPr>
          <a:xfrm>
            <a:off x="2602823" y="5633281"/>
            <a:ext cx="28398" cy="28398"/>
          </a:xfrm>
          <a:prstGeom prst="ellipse">
            <a:avLst/>
          </a:prstGeom>
          <a:solidFill>
            <a:srgbClr val="B57442">
              <a:alpha val="30000"/>
            </a:srgbClr>
          </a:solidFill>
          <a:ln w="0">
            <a:noFill/>
            <a:prstDash val="solid"/>
          </a:ln>
        </p:spPr>
      </p:sp>
      <p:sp>
        <p:nvSpPr>
          <p:cNvPr id="1365" name="02_predicted_pose_4664">
            <a:extLst>
              <a:ext uri="{FF2B5EF4-FFF2-40B4-BE49-F238E27FC236}">
                <a16:creationId xmlns:a16="http://schemas.microsoft.com/office/drawing/2014/main" id="{CC7619E9-A22F-4B5C-873E-C1D697E66A8E}"/>
              </a:ext>
            </a:extLst>
          </p:cNvPr>
          <p:cNvSpPr>
            <a:spLocks noGrp="1"/>
          </p:cNvSpPr>
          <p:nvPr/>
        </p:nvSpPr>
        <p:spPr>
          <a:xfrm>
            <a:off x="2433658" y="5052458"/>
            <a:ext cx="28398" cy="28398"/>
          </a:xfrm>
          <a:prstGeom prst="ellipse">
            <a:avLst/>
          </a:prstGeom>
          <a:solidFill>
            <a:srgbClr val="B57442">
              <a:alpha val="30000"/>
            </a:srgbClr>
          </a:solidFill>
          <a:ln w="0">
            <a:noFill/>
            <a:prstDash val="solid"/>
          </a:ln>
        </p:spPr>
      </p:sp>
      <p:sp>
        <p:nvSpPr>
          <p:cNvPr id="1366" name="02_predicted_pose_4665">
            <a:extLst>
              <a:ext uri="{FF2B5EF4-FFF2-40B4-BE49-F238E27FC236}">
                <a16:creationId xmlns:a16="http://schemas.microsoft.com/office/drawing/2014/main" id="{56B4138C-97AD-485B-932E-197B8A69C402}"/>
              </a:ext>
            </a:extLst>
          </p:cNvPr>
          <p:cNvSpPr>
            <a:spLocks noGrp="1"/>
          </p:cNvSpPr>
          <p:nvPr/>
        </p:nvSpPr>
        <p:spPr>
          <a:xfrm>
            <a:off x="2447439" y="5505467"/>
            <a:ext cx="28398" cy="28398"/>
          </a:xfrm>
          <a:prstGeom prst="ellipse">
            <a:avLst/>
          </a:prstGeom>
          <a:solidFill>
            <a:srgbClr val="B57442">
              <a:alpha val="30000"/>
            </a:srgbClr>
          </a:solidFill>
          <a:ln w="0">
            <a:noFill/>
            <a:prstDash val="solid"/>
          </a:ln>
        </p:spPr>
      </p:sp>
      <p:sp>
        <p:nvSpPr>
          <p:cNvPr id="1367" name="02_predicted_pose_4666">
            <a:extLst>
              <a:ext uri="{FF2B5EF4-FFF2-40B4-BE49-F238E27FC236}">
                <a16:creationId xmlns:a16="http://schemas.microsoft.com/office/drawing/2014/main" id="{93162A22-9516-4165-8CF2-06EEA551E3F4}"/>
              </a:ext>
            </a:extLst>
          </p:cNvPr>
          <p:cNvSpPr>
            <a:spLocks noGrp="1"/>
          </p:cNvSpPr>
          <p:nvPr/>
        </p:nvSpPr>
        <p:spPr>
          <a:xfrm>
            <a:off x="2369231" y="5611238"/>
            <a:ext cx="28398" cy="28398"/>
          </a:xfrm>
          <a:prstGeom prst="ellipse">
            <a:avLst/>
          </a:prstGeom>
          <a:solidFill>
            <a:srgbClr val="B57442">
              <a:alpha val="30000"/>
            </a:srgbClr>
          </a:solidFill>
          <a:ln w="0">
            <a:noFill/>
            <a:prstDash val="solid"/>
          </a:ln>
        </p:spPr>
      </p:sp>
      <p:sp>
        <p:nvSpPr>
          <p:cNvPr id="1368" name="02_predicted_pose_4667">
            <a:extLst>
              <a:ext uri="{FF2B5EF4-FFF2-40B4-BE49-F238E27FC236}">
                <a16:creationId xmlns:a16="http://schemas.microsoft.com/office/drawing/2014/main" id="{58EE9512-9443-4FE8-94A9-68449E3E54C6}"/>
              </a:ext>
            </a:extLst>
          </p:cNvPr>
          <p:cNvSpPr>
            <a:spLocks noGrp="1"/>
          </p:cNvSpPr>
          <p:nvPr/>
        </p:nvSpPr>
        <p:spPr>
          <a:xfrm>
            <a:off x="2383012" y="5637583"/>
            <a:ext cx="28398" cy="28398"/>
          </a:xfrm>
          <a:prstGeom prst="ellipse">
            <a:avLst/>
          </a:prstGeom>
          <a:solidFill>
            <a:srgbClr val="B57442">
              <a:alpha val="30000"/>
            </a:srgbClr>
          </a:solidFill>
          <a:ln w="0">
            <a:noFill/>
            <a:prstDash val="solid"/>
          </a:ln>
        </p:spPr>
      </p:sp>
      <p:sp>
        <p:nvSpPr>
          <p:cNvPr id="1369" name="02_predicted_pose_4668">
            <a:extLst>
              <a:ext uri="{FF2B5EF4-FFF2-40B4-BE49-F238E27FC236}">
                <a16:creationId xmlns:a16="http://schemas.microsoft.com/office/drawing/2014/main" id="{CC963FFD-7DC5-4EC2-A186-2C51C7BD8A50}"/>
              </a:ext>
            </a:extLst>
          </p:cNvPr>
          <p:cNvSpPr>
            <a:spLocks noGrp="1"/>
          </p:cNvSpPr>
          <p:nvPr/>
        </p:nvSpPr>
        <p:spPr>
          <a:xfrm>
            <a:off x="2396793" y="5599436"/>
            <a:ext cx="28398" cy="28398"/>
          </a:xfrm>
          <a:prstGeom prst="ellipse">
            <a:avLst/>
          </a:prstGeom>
          <a:solidFill>
            <a:srgbClr val="B57442">
              <a:alpha val="30000"/>
            </a:srgbClr>
          </a:solidFill>
          <a:ln w="0">
            <a:noFill/>
            <a:prstDash val="solid"/>
          </a:ln>
        </p:spPr>
      </p:sp>
      <p:sp>
        <p:nvSpPr>
          <p:cNvPr id="1370" name="02_predicted_pose_4669">
            <a:extLst>
              <a:ext uri="{FF2B5EF4-FFF2-40B4-BE49-F238E27FC236}">
                <a16:creationId xmlns:a16="http://schemas.microsoft.com/office/drawing/2014/main" id="{BB1A11A9-DE2D-4051-BD5C-472738FCA0C9}"/>
              </a:ext>
            </a:extLst>
          </p:cNvPr>
          <p:cNvSpPr>
            <a:spLocks noGrp="1"/>
          </p:cNvSpPr>
          <p:nvPr/>
        </p:nvSpPr>
        <p:spPr>
          <a:xfrm>
            <a:off x="2410575" y="5603280"/>
            <a:ext cx="28398" cy="28398"/>
          </a:xfrm>
          <a:prstGeom prst="ellipse">
            <a:avLst/>
          </a:prstGeom>
          <a:solidFill>
            <a:srgbClr val="B57442">
              <a:alpha val="30000"/>
            </a:srgbClr>
          </a:solidFill>
          <a:ln w="0">
            <a:noFill/>
            <a:prstDash val="solid"/>
          </a:ln>
        </p:spPr>
      </p:sp>
      <p:sp>
        <p:nvSpPr>
          <p:cNvPr id="1371" name="02_predicted_pose_4670">
            <a:extLst>
              <a:ext uri="{FF2B5EF4-FFF2-40B4-BE49-F238E27FC236}">
                <a16:creationId xmlns:a16="http://schemas.microsoft.com/office/drawing/2014/main" id="{6438F765-27E5-4FE2-8387-D79C6B2A747F}"/>
              </a:ext>
            </a:extLst>
          </p:cNvPr>
          <p:cNvSpPr>
            <a:spLocks noGrp="1"/>
          </p:cNvSpPr>
          <p:nvPr/>
        </p:nvSpPr>
        <p:spPr>
          <a:xfrm>
            <a:off x="2424356" y="5568823"/>
            <a:ext cx="28398" cy="28398"/>
          </a:xfrm>
          <a:prstGeom prst="ellipse">
            <a:avLst/>
          </a:prstGeom>
          <a:solidFill>
            <a:srgbClr val="B57442">
              <a:alpha val="30000"/>
            </a:srgbClr>
          </a:solidFill>
          <a:ln w="0">
            <a:noFill/>
            <a:prstDash val="solid"/>
          </a:ln>
        </p:spPr>
      </p:sp>
      <p:sp>
        <p:nvSpPr>
          <p:cNvPr id="1372" name="02_predicted_pose_4671">
            <a:extLst>
              <a:ext uri="{FF2B5EF4-FFF2-40B4-BE49-F238E27FC236}">
                <a16:creationId xmlns:a16="http://schemas.microsoft.com/office/drawing/2014/main" id="{967079F6-122B-4536-88A1-61C6A50B9FAF}"/>
              </a:ext>
            </a:extLst>
          </p:cNvPr>
          <p:cNvSpPr>
            <a:spLocks noGrp="1"/>
          </p:cNvSpPr>
          <p:nvPr/>
        </p:nvSpPr>
        <p:spPr>
          <a:xfrm>
            <a:off x="2438137" y="5597040"/>
            <a:ext cx="28398" cy="28398"/>
          </a:xfrm>
          <a:prstGeom prst="ellipse">
            <a:avLst/>
          </a:prstGeom>
          <a:solidFill>
            <a:srgbClr val="B57442">
              <a:alpha val="30000"/>
            </a:srgbClr>
          </a:solidFill>
          <a:ln w="0">
            <a:noFill/>
            <a:prstDash val="solid"/>
          </a:ln>
        </p:spPr>
      </p:sp>
      <p:sp>
        <p:nvSpPr>
          <p:cNvPr id="1373" name="02_predicted_pose_4672">
            <a:extLst>
              <a:ext uri="{FF2B5EF4-FFF2-40B4-BE49-F238E27FC236}">
                <a16:creationId xmlns:a16="http://schemas.microsoft.com/office/drawing/2014/main" id="{91DACFE5-EC58-4D17-882A-AE76722E3253}"/>
              </a:ext>
            </a:extLst>
          </p:cNvPr>
          <p:cNvSpPr>
            <a:spLocks noGrp="1"/>
          </p:cNvSpPr>
          <p:nvPr/>
        </p:nvSpPr>
        <p:spPr>
          <a:xfrm>
            <a:off x="2451918" y="5609020"/>
            <a:ext cx="28398" cy="28398"/>
          </a:xfrm>
          <a:prstGeom prst="ellipse">
            <a:avLst/>
          </a:prstGeom>
          <a:solidFill>
            <a:srgbClr val="B57442">
              <a:alpha val="30000"/>
            </a:srgbClr>
          </a:solidFill>
          <a:ln w="0">
            <a:noFill/>
            <a:prstDash val="solid"/>
          </a:ln>
        </p:spPr>
      </p:sp>
      <p:sp>
        <p:nvSpPr>
          <p:cNvPr id="1374" name="02_predicted_pose_4673">
            <a:extLst>
              <a:ext uri="{FF2B5EF4-FFF2-40B4-BE49-F238E27FC236}">
                <a16:creationId xmlns:a16="http://schemas.microsoft.com/office/drawing/2014/main" id="{C310D7FD-4A5D-40B1-B933-D2C5292DBF85}"/>
              </a:ext>
            </a:extLst>
          </p:cNvPr>
          <p:cNvSpPr>
            <a:spLocks noGrp="1"/>
          </p:cNvSpPr>
          <p:nvPr/>
        </p:nvSpPr>
        <p:spPr>
          <a:xfrm>
            <a:off x="2465700" y="5614993"/>
            <a:ext cx="28398" cy="28398"/>
          </a:xfrm>
          <a:prstGeom prst="ellipse">
            <a:avLst/>
          </a:prstGeom>
          <a:solidFill>
            <a:srgbClr val="B57442">
              <a:alpha val="30000"/>
            </a:srgbClr>
          </a:solidFill>
          <a:ln w="0">
            <a:noFill/>
            <a:prstDash val="solid"/>
          </a:ln>
        </p:spPr>
      </p:sp>
      <p:sp>
        <p:nvSpPr>
          <p:cNvPr id="1375" name="02_predicted_pose_4674">
            <a:extLst>
              <a:ext uri="{FF2B5EF4-FFF2-40B4-BE49-F238E27FC236}">
                <a16:creationId xmlns:a16="http://schemas.microsoft.com/office/drawing/2014/main" id="{11EFFF81-44CF-47A6-8A60-46D325427DDD}"/>
              </a:ext>
            </a:extLst>
          </p:cNvPr>
          <p:cNvSpPr>
            <a:spLocks noGrp="1"/>
          </p:cNvSpPr>
          <p:nvPr/>
        </p:nvSpPr>
        <p:spPr>
          <a:xfrm>
            <a:off x="2479481" y="5650192"/>
            <a:ext cx="28398" cy="28398"/>
          </a:xfrm>
          <a:prstGeom prst="ellipse">
            <a:avLst/>
          </a:prstGeom>
          <a:solidFill>
            <a:srgbClr val="B57442">
              <a:alpha val="30000"/>
            </a:srgbClr>
          </a:solidFill>
          <a:ln w="0">
            <a:noFill/>
            <a:prstDash val="solid"/>
          </a:ln>
        </p:spPr>
      </p:sp>
      <p:sp>
        <p:nvSpPr>
          <p:cNvPr id="1376" name="02_predicted_pose_4675">
            <a:extLst>
              <a:ext uri="{FF2B5EF4-FFF2-40B4-BE49-F238E27FC236}">
                <a16:creationId xmlns:a16="http://schemas.microsoft.com/office/drawing/2014/main" id="{3401C5A2-98CF-4910-BCCB-4A83482BB057}"/>
              </a:ext>
            </a:extLst>
          </p:cNvPr>
          <p:cNvSpPr>
            <a:spLocks noGrp="1"/>
          </p:cNvSpPr>
          <p:nvPr/>
        </p:nvSpPr>
        <p:spPr>
          <a:xfrm>
            <a:off x="2493262" y="5696932"/>
            <a:ext cx="28398" cy="28398"/>
          </a:xfrm>
          <a:prstGeom prst="ellipse">
            <a:avLst/>
          </a:prstGeom>
          <a:solidFill>
            <a:srgbClr val="B57442">
              <a:alpha val="30000"/>
            </a:srgbClr>
          </a:solidFill>
          <a:ln w="0">
            <a:noFill/>
            <a:prstDash val="solid"/>
          </a:ln>
        </p:spPr>
      </p:sp>
      <p:sp>
        <p:nvSpPr>
          <p:cNvPr id="1377" name="02_predicted_pose_4676">
            <a:extLst>
              <a:ext uri="{FF2B5EF4-FFF2-40B4-BE49-F238E27FC236}">
                <a16:creationId xmlns:a16="http://schemas.microsoft.com/office/drawing/2014/main" id="{041052A0-4559-4EE7-B238-CA6AA3F9A296}"/>
              </a:ext>
            </a:extLst>
          </p:cNvPr>
          <p:cNvSpPr>
            <a:spLocks noGrp="1"/>
          </p:cNvSpPr>
          <p:nvPr/>
        </p:nvSpPr>
        <p:spPr>
          <a:xfrm>
            <a:off x="2382668" y="5674113"/>
            <a:ext cx="28398" cy="28398"/>
          </a:xfrm>
          <a:prstGeom prst="ellipse">
            <a:avLst/>
          </a:prstGeom>
          <a:solidFill>
            <a:srgbClr val="B57442">
              <a:alpha val="30000"/>
            </a:srgbClr>
          </a:solidFill>
          <a:ln w="0">
            <a:noFill/>
            <a:prstDash val="solid"/>
          </a:ln>
        </p:spPr>
      </p:sp>
      <p:sp>
        <p:nvSpPr>
          <p:cNvPr id="1378" name="02_predicted_pose_4677">
            <a:extLst>
              <a:ext uri="{FF2B5EF4-FFF2-40B4-BE49-F238E27FC236}">
                <a16:creationId xmlns:a16="http://schemas.microsoft.com/office/drawing/2014/main" id="{86778FC7-0E5E-4081-B246-C573E84274B4}"/>
              </a:ext>
            </a:extLst>
          </p:cNvPr>
          <p:cNvSpPr>
            <a:spLocks noGrp="1"/>
          </p:cNvSpPr>
          <p:nvPr/>
        </p:nvSpPr>
        <p:spPr>
          <a:xfrm>
            <a:off x="2573882" y="5899263"/>
            <a:ext cx="28398" cy="28398"/>
          </a:xfrm>
          <a:prstGeom prst="ellipse">
            <a:avLst/>
          </a:prstGeom>
          <a:solidFill>
            <a:srgbClr val="B57442">
              <a:alpha val="30000"/>
            </a:srgbClr>
          </a:solidFill>
          <a:ln w="0">
            <a:noFill/>
            <a:prstDash val="solid"/>
          </a:ln>
        </p:spPr>
      </p:sp>
      <p:sp>
        <p:nvSpPr>
          <p:cNvPr id="1379" name="02_predicted_pose_4678">
            <a:extLst>
              <a:ext uri="{FF2B5EF4-FFF2-40B4-BE49-F238E27FC236}">
                <a16:creationId xmlns:a16="http://schemas.microsoft.com/office/drawing/2014/main" id="{C25B77FE-89AD-4302-9B3A-CB616656235D}"/>
              </a:ext>
            </a:extLst>
          </p:cNvPr>
          <p:cNvSpPr>
            <a:spLocks noGrp="1"/>
          </p:cNvSpPr>
          <p:nvPr/>
        </p:nvSpPr>
        <p:spPr>
          <a:xfrm>
            <a:off x="2445028" y="5893288"/>
            <a:ext cx="28398" cy="28398"/>
          </a:xfrm>
          <a:prstGeom prst="ellipse">
            <a:avLst/>
          </a:prstGeom>
          <a:solidFill>
            <a:srgbClr val="B57442">
              <a:alpha val="30000"/>
            </a:srgbClr>
          </a:solidFill>
          <a:ln w="0">
            <a:noFill/>
            <a:prstDash val="solid"/>
          </a:ln>
        </p:spPr>
      </p:sp>
      <p:sp>
        <p:nvSpPr>
          <p:cNvPr id="1380" name="02_predicted_pose_4679">
            <a:extLst>
              <a:ext uri="{FF2B5EF4-FFF2-40B4-BE49-F238E27FC236}">
                <a16:creationId xmlns:a16="http://schemas.microsoft.com/office/drawing/2014/main" id="{0CA94799-58B4-4B2F-A4A5-5272A5F8996F}"/>
              </a:ext>
            </a:extLst>
          </p:cNvPr>
          <p:cNvSpPr>
            <a:spLocks noGrp="1"/>
          </p:cNvSpPr>
          <p:nvPr/>
        </p:nvSpPr>
        <p:spPr>
          <a:xfrm>
            <a:off x="2337190" y="5603577"/>
            <a:ext cx="28398" cy="28398"/>
          </a:xfrm>
          <a:prstGeom prst="ellipse">
            <a:avLst/>
          </a:prstGeom>
          <a:solidFill>
            <a:srgbClr val="B57442">
              <a:alpha val="30000"/>
            </a:srgbClr>
          </a:solidFill>
          <a:ln w="0">
            <a:noFill/>
            <a:prstDash val="solid"/>
          </a:ln>
        </p:spPr>
      </p:sp>
      <p:sp>
        <p:nvSpPr>
          <p:cNvPr id="1381" name="02_predicted_pose_4680">
            <a:extLst>
              <a:ext uri="{FF2B5EF4-FFF2-40B4-BE49-F238E27FC236}">
                <a16:creationId xmlns:a16="http://schemas.microsoft.com/office/drawing/2014/main" id="{E79FED01-7A8B-481A-AC31-9F71EB8B437C}"/>
              </a:ext>
            </a:extLst>
          </p:cNvPr>
          <p:cNvSpPr>
            <a:spLocks noGrp="1"/>
          </p:cNvSpPr>
          <p:nvPr/>
        </p:nvSpPr>
        <p:spPr>
          <a:xfrm>
            <a:off x="2458809" y="5864917"/>
            <a:ext cx="28398" cy="28398"/>
          </a:xfrm>
          <a:prstGeom prst="ellipse">
            <a:avLst/>
          </a:prstGeom>
          <a:solidFill>
            <a:srgbClr val="B57442">
              <a:alpha val="30000"/>
            </a:srgbClr>
          </a:solidFill>
          <a:ln w="0">
            <a:noFill/>
            <a:prstDash val="solid"/>
          </a:ln>
        </p:spPr>
      </p:sp>
      <p:sp>
        <p:nvSpPr>
          <p:cNvPr id="1382" name="02_predicted_pose_4681">
            <a:extLst>
              <a:ext uri="{FF2B5EF4-FFF2-40B4-BE49-F238E27FC236}">
                <a16:creationId xmlns:a16="http://schemas.microsoft.com/office/drawing/2014/main" id="{CE01F46C-5CE1-42EA-BF8A-41BF71600BF4}"/>
              </a:ext>
            </a:extLst>
          </p:cNvPr>
          <p:cNvSpPr>
            <a:spLocks noGrp="1"/>
          </p:cNvSpPr>
          <p:nvPr/>
        </p:nvSpPr>
        <p:spPr>
          <a:xfrm>
            <a:off x="2565958" y="5483630"/>
            <a:ext cx="28398" cy="28398"/>
          </a:xfrm>
          <a:prstGeom prst="ellipse">
            <a:avLst/>
          </a:prstGeom>
          <a:solidFill>
            <a:srgbClr val="B57442">
              <a:alpha val="30000"/>
            </a:srgbClr>
          </a:solidFill>
          <a:ln w="0">
            <a:noFill/>
            <a:prstDash val="solid"/>
          </a:ln>
        </p:spPr>
      </p:sp>
      <p:sp>
        <p:nvSpPr>
          <p:cNvPr id="1383" name="02_predicted_pose_4682">
            <a:extLst>
              <a:ext uri="{FF2B5EF4-FFF2-40B4-BE49-F238E27FC236}">
                <a16:creationId xmlns:a16="http://schemas.microsoft.com/office/drawing/2014/main" id="{64027250-CC0F-46B2-98A0-D5B573C183D4}"/>
              </a:ext>
            </a:extLst>
          </p:cNvPr>
          <p:cNvSpPr>
            <a:spLocks noGrp="1"/>
          </p:cNvSpPr>
          <p:nvPr/>
        </p:nvSpPr>
        <p:spPr>
          <a:xfrm>
            <a:off x="2621083" y="5769122"/>
            <a:ext cx="28398" cy="28398"/>
          </a:xfrm>
          <a:prstGeom prst="ellipse">
            <a:avLst/>
          </a:prstGeom>
          <a:solidFill>
            <a:srgbClr val="B57442">
              <a:alpha val="30000"/>
            </a:srgbClr>
          </a:solidFill>
          <a:ln w="0">
            <a:noFill/>
            <a:prstDash val="solid"/>
          </a:ln>
        </p:spPr>
      </p:sp>
      <p:sp>
        <p:nvSpPr>
          <p:cNvPr id="1384" name="02_predicted_pose_4683">
            <a:extLst>
              <a:ext uri="{FF2B5EF4-FFF2-40B4-BE49-F238E27FC236}">
                <a16:creationId xmlns:a16="http://schemas.microsoft.com/office/drawing/2014/main" id="{3A09B14B-39C4-49DE-820E-EB4CADDDF59B}"/>
              </a:ext>
            </a:extLst>
          </p:cNvPr>
          <p:cNvSpPr>
            <a:spLocks noGrp="1"/>
          </p:cNvSpPr>
          <p:nvPr/>
        </p:nvSpPr>
        <p:spPr>
          <a:xfrm>
            <a:off x="2414365" y="5614076"/>
            <a:ext cx="28398" cy="28398"/>
          </a:xfrm>
          <a:prstGeom prst="ellipse">
            <a:avLst/>
          </a:prstGeom>
          <a:solidFill>
            <a:srgbClr val="B57442">
              <a:alpha val="30000"/>
            </a:srgbClr>
          </a:solidFill>
          <a:ln w="0">
            <a:noFill/>
            <a:prstDash val="solid"/>
          </a:ln>
        </p:spPr>
      </p:sp>
      <p:sp>
        <p:nvSpPr>
          <p:cNvPr id="1385" name="02_predicted_pose_4684">
            <a:extLst>
              <a:ext uri="{FF2B5EF4-FFF2-40B4-BE49-F238E27FC236}">
                <a16:creationId xmlns:a16="http://schemas.microsoft.com/office/drawing/2014/main" id="{0552CFFB-4E31-4218-A675-2BC7E524D163}"/>
              </a:ext>
            </a:extLst>
          </p:cNvPr>
          <p:cNvSpPr>
            <a:spLocks noGrp="1"/>
          </p:cNvSpPr>
          <p:nvPr/>
        </p:nvSpPr>
        <p:spPr>
          <a:xfrm>
            <a:off x="2441927" y="5592191"/>
            <a:ext cx="28398" cy="28398"/>
          </a:xfrm>
          <a:prstGeom prst="ellipse">
            <a:avLst/>
          </a:prstGeom>
          <a:solidFill>
            <a:srgbClr val="B57442">
              <a:alpha val="30000"/>
            </a:srgbClr>
          </a:solidFill>
          <a:ln w="0">
            <a:noFill/>
            <a:prstDash val="solid"/>
          </a:ln>
        </p:spPr>
      </p:sp>
      <p:sp>
        <p:nvSpPr>
          <p:cNvPr id="1386" name="02_predicted_pose_4685">
            <a:extLst>
              <a:ext uri="{FF2B5EF4-FFF2-40B4-BE49-F238E27FC236}">
                <a16:creationId xmlns:a16="http://schemas.microsoft.com/office/drawing/2014/main" id="{584B6526-EB10-4975-A5C8-01E124CEBF58}"/>
              </a:ext>
            </a:extLst>
          </p:cNvPr>
          <p:cNvSpPr>
            <a:spLocks noGrp="1"/>
          </p:cNvSpPr>
          <p:nvPr/>
        </p:nvSpPr>
        <p:spPr>
          <a:xfrm>
            <a:off x="2483271" y="5590908"/>
            <a:ext cx="28398" cy="28398"/>
          </a:xfrm>
          <a:prstGeom prst="ellipse">
            <a:avLst/>
          </a:prstGeom>
          <a:solidFill>
            <a:srgbClr val="B57442">
              <a:alpha val="30000"/>
            </a:srgbClr>
          </a:solidFill>
          <a:ln w="0">
            <a:noFill/>
            <a:prstDash val="solid"/>
          </a:ln>
        </p:spPr>
      </p:sp>
      <p:sp>
        <p:nvSpPr>
          <p:cNvPr id="1387" name="02_predicted_pose_4686">
            <a:extLst>
              <a:ext uri="{FF2B5EF4-FFF2-40B4-BE49-F238E27FC236}">
                <a16:creationId xmlns:a16="http://schemas.microsoft.com/office/drawing/2014/main" id="{3B16EEE0-B5FE-4E7B-A564-5B8B4E23C97C}"/>
              </a:ext>
            </a:extLst>
          </p:cNvPr>
          <p:cNvSpPr>
            <a:spLocks noGrp="1"/>
          </p:cNvSpPr>
          <p:nvPr/>
        </p:nvSpPr>
        <p:spPr>
          <a:xfrm>
            <a:off x="2510833" y="5598410"/>
            <a:ext cx="28398" cy="28398"/>
          </a:xfrm>
          <a:prstGeom prst="ellipse">
            <a:avLst/>
          </a:prstGeom>
          <a:solidFill>
            <a:srgbClr val="B57442">
              <a:alpha val="30000"/>
            </a:srgbClr>
          </a:solidFill>
          <a:ln w="0">
            <a:noFill/>
            <a:prstDash val="solid"/>
          </a:ln>
        </p:spPr>
      </p:sp>
      <p:sp>
        <p:nvSpPr>
          <p:cNvPr id="1388" name="02_predicted_pose_4687">
            <a:extLst>
              <a:ext uri="{FF2B5EF4-FFF2-40B4-BE49-F238E27FC236}">
                <a16:creationId xmlns:a16="http://schemas.microsoft.com/office/drawing/2014/main" id="{43F09D43-9BCF-4DE3-A8F1-C86F8C9D2633}"/>
              </a:ext>
            </a:extLst>
          </p:cNvPr>
          <p:cNvSpPr>
            <a:spLocks noGrp="1"/>
          </p:cNvSpPr>
          <p:nvPr/>
        </p:nvSpPr>
        <p:spPr>
          <a:xfrm>
            <a:off x="2524614" y="5635036"/>
            <a:ext cx="28398" cy="28398"/>
          </a:xfrm>
          <a:prstGeom prst="ellipse">
            <a:avLst/>
          </a:prstGeom>
          <a:solidFill>
            <a:srgbClr val="B57442">
              <a:alpha val="30000"/>
            </a:srgbClr>
          </a:solidFill>
          <a:ln w="0">
            <a:noFill/>
            <a:prstDash val="solid"/>
          </a:ln>
        </p:spPr>
      </p:sp>
      <p:sp>
        <p:nvSpPr>
          <p:cNvPr id="1389" name="02_predicted_pose_4688">
            <a:extLst>
              <a:ext uri="{FF2B5EF4-FFF2-40B4-BE49-F238E27FC236}">
                <a16:creationId xmlns:a16="http://schemas.microsoft.com/office/drawing/2014/main" id="{0A7BDE9B-6BA3-4405-9FF6-24FB127BCF7E}"/>
              </a:ext>
            </a:extLst>
          </p:cNvPr>
          <p:cNvSpPr>
            <a:spLocks noGrp="1"/>
          </p:cNvSpPr>
          <p:nvPr/>
        </p:nvSpPr>
        <p:spPr>
          <a:xfrm>
            <a:off x="2427801" y="5614809"/>
            <a:ext cx="28398" cy="28398"/>
          </a:xfrm>
          <a:prstGeom prst="ellipse">
            <a:avLst/>
          </a:prstGeom>
          <a:solidFill>
            <a:srgbClr val="B57442">
              <a:alpha val="30000"/>
            </a:srgbClr>
          </a:solidFill>
          <a:ln w="0">
            <a:noFill/>
            <a:prstDash val="solid"/>
          </a:ln>
        </p:spPr>
      </p:sp>
      <p:sp>
        <p:nvSpPr>
          <p:cNvPr id="1390" name="02_predicted_pose_4689">
            <a:extLst>
              <a:ext uri="{FF2B5EF4-FFF2-40B4-BE49-F238E27FC236}">
                <a16:creationId xmlns:a16="http://schemas.microsoft.com/office/drawing/2014/main" id="{259C323C-C1FD-486A-83DD-6BE49B55BCEF}"/>
              </a:ext>
            </a:extLst>
          </p:cNvPr>
          <p:cNvSpPr>
            <a:spLocks noGrp="1"/>
          </p:cNvSpPr>
          <p:nvPr/>
        </p:nvSpPr>
        <p:spPr>
          <a:xfrm>
            <a:off x="2530471" y="5827352"/>
            <a:ext cx="28398" cy="28398"/>
          </a:xfrm>
          <a:prstGeom prst="ellipse">
            <a:avLst/>
          </a:prstGeom>
          <a:solidFill>
            <a:srgbClr val="B57442">
              <a:alpha val="30000"/>
            </a:srgbClr>
          </a:solidFill>
          <a:ln w="0">
            <a:noFill/>
            <a:prstDash val="solid"/>
          </a:ln>
        </p:spPr>
      </p:sp>
      <p:sp>
        <p:nvSpPr>
          <p:cNvPr id="1391" name="02_predicted_pose_4690">
            <a:extLst>
              <a:ext uri="{FF2B5EF4-FFF2-40B4-BE49-F238E27FC236}">
                <a16:creationId xmlns:a16="http://schemas.microsoft.com/office/drawing/2014/main" id="{5ACEF24C-DA4F-4E22-81D4-2BFA46DA4AE4}"/>
              </a:ext>
            </a:extLst>
          </p:cNvPr>
          <p:cNvSpPr>
            <a:spLocks noGrp="1"/>
          </p:cNvSpPr>
          <p:nvPr/>
        </p:nvSpPr>
        <p:spPr>
          <a:xfrm>
            <a:off x="2558034" y="5834749"/>
            <a:ext cx="28398" cy="28398"/>
          </a:xfrm>
          <a:prstGeom prst="ellipse">
            <a:avLst/>
          </a:prstGeom>
          <a:solidFill>
            <a:srgbClr val="B57442">
              <a:alpha val="30000"/>
            </a:srgbClr>
          </a:solidFill>
          <a:ln w="0">
            <a:noFill/>
            <a:prstDash val="solid"/>
          </a:ln>
        </p:spPr>
      </p:sp>
      <p:sp>
        <p:nvSpPr>
          <p:cNvPr id="1392" name="02_predicted_pose_4691">
            <a:extLst>
              <a:ext uri="{FF2B5EF4-FFF2-40B4-BE49-F238E27FC236}">
                <a16:creationId xmlns:a16="http://schemas.microsoft.com/office/drawing/2014/main" id="{F5F1AA65-274A-482D-BCE0-8F4490263DA5}"/>
              </a:ext>
            </a:extLst>
          </p:cNvPr>
          <p:cNvSpPr>
            <a:spLocks noGrp="1"/>
          </p:cNvSpPr>
          <p:nvPr/>
        </p:nvSpPr>
        <p:spPr>
          <a:xfrm>
            <a:off x="2585596" y="5811828"/>
            <a:ext cx="28398" cy="28398"/>
          </a:xfrm>
          <a:prstGeom prst="ellipse">
            <a:avLst/>
          </a:prstGeom>
          <a:solidFill>
            <a:srgbClr val="B57442">
              <a:alpha val="30000"/>
            </a:srgbClr>
          </a:solidFill>
          <a:ln w="0">
            <a:noFill/>
            <a:prstDash val="solid"/>
          </a:ln>
        </p:spPr>
      </p:sp>
      <p:sp>
        <p:nvSpPr>
          <p:cNvPr id="1393" name="02_predicted_pose_4692">
            <a:extLst>
              <a:ext uri="{FF2B5EF4-FFF2-40B4-BE49-F238E27FC236}">
                <a16:creationId xmlns:a16="http://schemas.microsoft.com/office/drawing/2014/main" id="{8965F9CB-1F0D-4A16-B916-0C3A9C7C6703}"/>
              </a:ext>
            </a:extLst>
          </p:cNvPr>
          <p:cNvSpPr>
            <a:spLocks noGrp="1"/>
          </p:cNvSpPr>
          <p:nvPr/>
        </p:nvSpPr>
        <p:spPr>
          <a:xfrm>
            <a:off x="2613159" y="5839439"/>
            <a:ext cx="28398" cy="28398"/>
          </a:xfrm>
          <a:prstGeom prst="ellipse">
            <a:avLst/>
          </a:prstGeom>
          <a:solidFill>
            <a:srgbClr val="B57442">
              <a:alpha val="30000"/>
            </a:srgbClr>
          </a:solidFill>
          <a:ln w="0">
            <a:noFill/>
            <a:prstDash val="solid"/>
          </a:ln>
        </p:spPr>
      </p:sp>
      <p:sp>
        <p:nvSpPr>
          <p:cNvPr id="1394" name="02_predicted_pose_4693">
            <a:extLst>
              <a:ext uri="{FF2B5EF4-FFF2-40B4-BE49-F238E27FC236}">
                <a16:creationId xmlns:a16="http://schemas.microsoft.com/office/drawing/2014/main" id="{0B7C54B0-A88E-45BE-82A1-74825D7AC6CA}"/>
              </a:ext>
            </a:extLst>
          </p:cNvPr>
          <p:cNvSpPr>
            <a:spLocks noGrp="1"/>
          </p:cNvSpPr>
          <p:nvPr/>
        </p:nvSpPr>
        <p:spPr>
          <a:xfrm>
            <a:off x="2382323" y="5789026"/>
            <a:ext cx="28398" cy="28398"/>
          </a:xfrm>
          <a:prstGeom prst="ellipse">
            <a:avLst/>
          </a:prstGeom>
          <a:solidFill>
            <a:srgbClr val="B57442">
              <a:alpha val="30000"/>
            </a:srgbClr>
          </a:solidFill>
          <a:ln w="0">
            <a:noFill/>
            <a:prstDash val="solid"/>
          </a:ln>
        </p:spPr>
      </p:sp>
      <p:sp>
        <p:nvSpPr>
          <p:cNvPr id="1395" name="02_predicted_pose_4694">
            <a:extLst>
              <a:ext uri="{FF2B5EF4-FFF2-40B4-BE49-F238E27FC236}">
                <a16:creationId xmlns:a16="http://schemas.microsoft.com/office/drawing/2014/main" id="{7898D31F-5023-46F6-A991-32B9B2C0F765}"/>
              </a:ext>
            </a:extLst>
          </p:cNvPr>
          <p:cNvSpPr>
            <a:spLocks noGrp="1"/>
          </p:cNvSpPr>
          <p:nvPr/>
        </p:nvSpPr>
        <p:spPr>
          <a:xfrm>
            <a:off x="2396104" y="5842304"/>
            <a:ext cx="28398" cy="28398"/>
          </a:xfrm>
          <a:prstGeom prst="ellipse">
            <a:avLst/>
          </a:prstGeom>
          <a:solidFill>
            <a:srgbClr val="B57442">
              <a:alpha val="30000"/>
            </a:srgbClr>
          </a:solidFill>
          <a:ln w="0">
            <a:noFill/>
            <a:prstDash val="solid"/>
          </a:ln>
        </p:spPr>
      </p:sp>
      <p:sp>
        <p:nvSpPr>
          <p:cNvPr id="1396" name="02_predicted_pose_4695">
            <a:extLst>
              <a:ext uri="{FF2B5EF4-FFF2-40B4-BE49-F238E27FC236}">
                <a16:creationId xmlns:a16="http://schemas.microsoft.com/office/drawing/2014/main" id="{859F7D3F-30E6-473A-8F36-F4B9CB1A7E56}"/>
              </a:ext>
            </a:extLst>
          </p:cNvPr>
          <p:cNvSpPr>
            <a:spLocks noGrp="1"/>
          </p:cNvSpPr>
          <p:nvPr/>
        </p:nvSpPr>
        <p:spPr>
          <a:xfrm>
            <a:off x="2423667" y="5798584"/>
            <a:ext cx="28398" cy="28398"/>
          </a:xfrm>
          <a:prstGeom prst="ellipse">
            <a:avLst/>
          </a:prstGeom>
          <a:solidFill>
            <a:srgbClr val="B57442">
              <a:alpha val="30000"/>
            </a:srgbClr>
          </a:solidFill>
          <a:ln w="0">
            <a:noFill/>
            <a:prstDash val="solid"/>
          </a:ln>
        </p:spPr>
      </p:sp>
      <p:sp>
        <p:nvSpPr>
          <p:cNvPr id="1397" name="02_predicted_pose_4696">
            <a:extLst>
              <a:ext uri="{FF2B5EF4-FFF2-40B4-BE49-F238E27FC236}">
                <a16:creationId xmlns:a16="http://schemas.microsoft.com/office/drawing/2014/main" id="{9D2A2AD8-D052-46FE-95FC-AF2F15003CB9}"/>
              </a:ext>
            </a:extLst>
          </p:cNvPr>
          <p:cNvSpPr>
            <a:spLocks noGrp="1"/>
          </p:cNvSpPr>
          <p:nvPr/>
        </p:nvSpPr>
        <p:spPr>
          <a:xfrm>
            <a:off x="2451229" y="5690744"/>
            <a:ext cx="28398" cy="28398"/>
          </a:xfrm>
          <a:prstGeom prst="ellipse">
            <a:avLst/>
          </a:prstGeom>
          <a:solidFill>
            <a:srgbClr val="B57442">
              <a:alpha val="30000"/>
            </a:srgbClr>
          </a:solidFill>
          <a:ln w="0">
            <a:noFill/>
            <a:prstDash val="solid"/>
          </a:ln>
        </p:spPr>
      </p:sp>
      <p:sp>
        <p:nvSpPr>
          <p:cNvPr id="1398" name="02_predicted_pose_4697">
            <a:extLst>
              <a:ext uri="{FF2B5EF4-FFF2-40B4-BE49-F238E27FC236}">
                <a16:creationId xmlns:a16="http://schemas.microsoft.com/office/drawing/2014/main" id="{14506ADC-0BC3-4B46-9BF0-9F1DC85ED9AF}"/>
              </a:ext>
            </a:extLst>
          </p:cNvPr>
          <p:cNvSpPr>
            <a:spLocks noGrp="1"/>
          </p:cNvSpPr>
          <p:nvPr/>
        </p:nvSpPr>
        <p:spPr>
          <a:xfrm>
            <a:off x="2478792" y="5794516"/>
            <a:ext cx="28398" cy="28398"/>
          </a:xfrm>
          <a:prstGeom prst="ellipse">
            <a:avLst/>
          </a:prstGeom>
          <a:solidFill>
            <a:srgbClr val="B57442">
              <a:alpha val="30000"/>
            </a:srgbClr>
          </a:solidFill>
          <a:ln w="0">
            <a:noFill/>
            <a:prstDash val="solid"/>
          </a:ln>
        </p:spPr>
      </p:sp>
      <p:sp>
        <p:nvSpPr>
          <p:cNvPr id="1399" name="02_predicted_pose_4698">
            <a:extLst>
              <a:ext uri="{FF2B5EF4-FFF2-40B4-BE49-F238E27FC236}">
                <a16:creationId xmlns:a16="http://schemas.microsoft.com/office/drawing/2014/main" id="{C6852127-C123-4E19-BE46-6CE95F4C843B}"/>
              </a:ext>
            </a:extLst>
          </p:cNvPr>
          <p:cNvSpPr>
            <a:spLocks noGrp="1"/>
          </p:cNvSpPr>
          <p:nvPr/>
        </p:nvSpPr>
        <p:spPr>
          <a:xfrm>
            <a:off x="2503598" y="5071039"/>
            <a:ext cx="28398" cy="28398"/>
          </a:xfrm>
          <a:prstGeom prst="ellipse">
            <a:avLst/>
          </a:prstGeom>
          <a:solidFill>
            <a:srgbClr val="B57442">
              <a:alpha val="30000"/>
            </a:srgbClr>
          </a:solidFill>
          <a:ln w="0">
            <a:noFill/>
            <a:prstDash val="solid"/>
          </a:ln>
        </p:spPr>
      </p:sp>
      <p:sp>
        <p:nvSpPr>
          <p:cNvPr id="1400" name="02_predicted_pose_4699">
            <a:extLst>
              <a:ext uri="{FF2B5EF4-FFF2-40B4-BE49-F238E27FC236}">
                <a16:creationId xmlns:a16="http://schemas.microsoft.com/office/drawing/2014/main" id="{7CF86FF8-DFF3-4B05-AD89-C5AA70516815}"/>
              </a:ext>
            </a:extLst>
          </p:cNvPr>
          <p:cNvSpPr>
            <a:spLocks noGrp="1"/>
          </p:cNvSpPr>
          <p:nvPr/>
        </p:nvSpPr>
        <p:spPr>
          <a:xfrm>
            <a:off x="2517379" y="5294180"/>
            <a:ext cx="28398" cy="28398"/>
          </a:xfrm>
          <a:prstGeom prst="ellipse">
            <a:avLst/>
          </a:prstGeom>
          <a:solidFill>
            <a:srgbClr val="B57442">
              <a:alpha val="30000"/>
            </a:srgbClr>
          </a:solidFill>
          <a:ln w="0">
            <a:noFill/>
            <a:prstDash val="solid"/>
          </a:ln>
        </p:spPr>
      </p:sp>
      <p:sp>
        <p:nvSpPr>
          <p:cNvPr id="1401" name="02_predicted_pose_4700">
            <a:extLst>
              <a:ext uri="{FF2B5EF4-FFF2-40B4-BE49-F238E27FC236}">
                <a16:creationId xmlns:a16="http://schemas.microsoft.com/office/drawing/2014/main" id="{CCE76D6A-9211-4310-A5F6-747C2BE23970}"/>
              </a:ext>
            </a:extLst>
          </p:cNvPr>
          <p:cNvSpPr>
            <a:spLocks noGrp="1"/>
          </p:cNvSpPr>
          <p:nvPr/>
        </p:nvSpPr>
        <p:spPr>
          <a:xfrm>
            <a:off x="2448473" y="5570404"/>
            <a:ext cx="28398" cy="28398"/>
          </a:xfrm>
          <a:prstGeom prst="ellipse">
            <a:avLst/>
          </a:prstGeom>
          <a:solidFill>
            <a:srgbClr val="B57442">
              <a:alpha val="30000"/>
            </a:srgbClr>
          </a:solidFill>
          <a:ln w="0">
            <a:noFill/>
            <a:prstDash val="solid"/>
          </a:ln>
        </p:spPr>
      </p:sp>
      <p:sp>
        <p:nvSpPr>
          <p:cNvPr id="1402" name="02_predicted_pose_4701">
            <a:extLst>
              <a:ext uri="{FF2B5EF4-FFF2-40B4-BE49-F238E27FC236}">
                <a16:creationId xmlns:a16="http://schemas.microsoft.com/office/drawing/2014/main" id="{26CF20D5-829A-4B54-AFCD-AFCB90E48C50}"/>
              </a:ext>
            </a:extLst>
          </p:cNvPr>
          <p:cNvSpPr>
            <a:spLocks noGrp="1"/>
          </p:cNvSpPr>
          <p:nvPr/>
        </p:nvSpPr>
        <p:spPr>
          <a:xfrm>
            <a:off x="2395760" y="5863956"/>
            <a:ext cx="28398" cy="28398"/>
          </a:xfrm>
          <a:prstGeom prst="ellipse">
            <a:avLst/>
          </a:prstGeom>
          <a:solidFill>
            <a:srgbClr val="B57442">
              <a:alpha val="30000"/>
            </a:srgbClr>
          </a:solidFill>
          <a:ln w="0">
            <a:noFill/>
            <a:prstDash val="solid"/>
          </a:ln>
        </p:spPr>
      </p:sp>
      <p:sp>
        <p:nvSpPr>
          <p:cNvPr id="1403" name="02_predicted_pose_4702">
            <a:extLst>
              <a:ext uri="{FF2B5EF4-FFF2-40B4-BE49-F238E27FC236}">
                <a16:creationId xmlns:a16="http://schemas.microsoft.com/office/drawing/2014/main" id="{6F2125D8-B30D-4371-A351-94B2258DA397}"/>
              </a:ext>
            </a:extLst>
          </p:cNvPr>
          <p:cNvSpPr>
            <a:spLocks noGrp="1"/>
          </p:cNvSpPr>
          <p:nvPr/>
        </p:nvSpPr>
        <p:spPr>
          <a:xfrm>
            <a:off x="2312383" y="5789992"/>
            <a:ext cx="28398" cy="28398"/>
          </a:xfrm>
          <a:prstGeom prst="ellipse">
            <a:avLst/>
          </a:prstGeom>
          <a:solidFill>
            <a:srgbClr val="B57442">
              <a:alpha val="30000"/>
            </a:srgbClr>
          </a:solidFill>
          <a:ln w="0">
            <a:noFill/>
            <a:prstDash val="solid"/>
          </a:ln>
        </p:spPr>
      </p:sp>
      <p:sp>
        <p:nvSpPr>
          <p:cNvPr id="1404" name="02_predicted_pose_4703">
            <a:extLst>
              <a:ext uri="{FF2B5EF4-FFF2-40B4-BE49-F238E27FC236}">
                <a16:creationId xmlns:a16="http://schemas.microsoft.com/office/drawing/2014/main" id="{107CA7DB-3B44-4517-A832-EF8A4D0435F6}"/>
              </a:ext>
            </a:extLst>
          </p:cNvPr>
          <p:cNvSpPr>
            <a:spLocks noGrp="1"/>
          </p:cNvSpPr>
          <p:nvPr/>
        </p:nvSpPr>
        <p:spPr>
          <a:xfrm>
            <a:off x="2556311" y="5055084"/>
            <a:ext cx="28398" cy="28398"/>
          </a:xfrm>
          <a:prstGeom prst="ellipse">
            <a:avLst/>
          </a:prstGeom>
          <a:solidFill>
            <a:srgbClr val="B57442">
              <a:alpha val="30000"/>
            </a:srgbClr>
          </a:solidFill>
          <a:ln w="0">
            <a:noFill/>
            <a:prstDash val="solid"/>
          </a:ln>
        </p:spPr>
      </p:sp>
      <p:sp>
        <p:nvSpPr>
          <p:cNvPr id="1405" name="02_predicted_pose_4704">
            <a:extLst>
              <a:ext uri="{FF2B5EF4-FFF2-40B4-BE49-F238E27FC236}">
                <a16:creationId xmlns:a16="http://schemas.microsoft.com/office/drawing/2014/main" id="{73F99BB5-8A64-4500-8AD1-A1489542C737}"/>
              </a:ext>
            </a:extLst>
          </p:cNvPr>
          <p:cNvSpPr>
            <a:spLocks noGrp="1"/>
          </p:cNvSpPr>
          <p:nvPr/>
        </p:nvSpPr>
        <p:spPr>
          <a:xfrm>
            <a:off x="2513245" y="4993836"/>
            <a:ext cx="28398" cy="28398"/>
          </a:xfrm>
          <a:prstGeom prst="ellipse">
            <a:avLst/>
          </a:prstGeom>
          <a:solidFill>
            <a:srgbClr val="B57442">
              <a:alpha val="30000"/>
            </a:srgbClr>
          </a:solidFill>
          <a:ln w="0">
            <a:noFill/>
            <a:prstDash val="solid"/>
          </a:ln>
        </p:spPr>
      </p:sp>
      <p:sp>
        <p:nvSpPr>
          <p:cNvPr id="1406" name="02_predicted_pose_4705">
            <a:extLst>
              <a:ext uri="{FF2B5EF4-FFF2-40B4-BE49-F238E27FC236}">
                <a16:creationId xmlns:a16="http://schemas.microsoft.com/office/drawing/2014/main" id="{4E3BFC30-76B9-4393-B788-898E2BEBBF9F}"/>
              </a:ext>
            </a:extLst>
          </p:cNvPr>
          <p:cNvSpPr>
            <a:spLocks noGrp="1"/>
          </p:cNvSpPr>
          <p:nvPr/>
        </p:nvSpPr>
        <p:spPr>
          <a:xfrm>
            <a:off x="2527026" y="5054447"/>
            <a:ext cx="28398" cy="28398"/>
          </a:xfrm>
          <a:prstGeom prst="ellipse">
            <a:avLst/>
          </a:prstGeom>
          <a:solidFill>
            <a:srgbClr val="B57442">
              <a:alpha val="30000"/>
            </a:srgbClr>
          </a:solidFill>
          <a:ln w="0">
            <a:noFill/>
            <a:prstDash val="solid"/>
          </a:ln>
        </p:spPr>
      </p:sp>
      <p:sp>
        <p:nvSpPr>
          <p:cNvPr id="1407" name="02_predicted_pose_4706">
            <a:extLst>
              <a:ext uri="{FF2B5EF4-FFF2-40B4-BE49-F238E27FC236}">
                <a16:creationId xmlns:a16="http://schemas.microsoft.com/office/drawing/2014/main" id="{4DE670A6-FA49-49A5-976B-9F93691305A4}"/>
              </a:ext>
            </a:extLst>
          </p:cNvPr>
          <p:cNvSpPr>
            <a:spLocks noGrp="1"/>
          </p:cNvSpPr>
          <p:nvPr/>
        </p:nvSpPr>
        <p:spPr>
          <a:xfrm>
            <a:off x="2333055" y="5277741"/>
            <a:ext cx="28398" cy="28398"/>
          </a:xfrm>
          <a:prstGeom prst="ellipse">
            <a:avLst/>
          </a:prstGeom>
          <a:solidFill>
            <a:srgbClr val="B57442">
              <a:alpha val="30000"/>
            </a:srgbClr>
          </a:solidFill>
          <a:ln w="0">
            <a:noFill/>
            <a:prstDash val="solid"/>
          </a:ln>
        </p:spPr>
      </p:sp>
      <p:sp>
        <p:nvSpPr>
          <p:cNvPr id="1408" name="02_predicted_pose_4707">
            <a:extLst>
              <a:ext uri="{FF2B5EF4-FFF2-40B4-BE49-F238E27FC236}">
                <a16:creationId xmlns:a16="http://schemas.microsoft.com/office/drawing/2014/main" id="{EED1F3B3-AA0B-449D-96A4-20194424CD12}"/>
              </a:ext>
            </a:extLst>
          </p:cNvPr>
          <p:cNvSpPr>
            <a:spLocks noGrp="1"/>
          </p:cNvSpPr>
          <p:nvPr/>
        </p:nvSpPr>
        <p:spPr>
          <a:xfrm>
            <a:off x="2513589" y="5299099"/>
            <a:ext cx="28398" cy="28398"/>
          </a:xfrm>
          <a:prstGeom prst="ellipse">
            <a:avLst/>
          </a:prstGeom>
          <a:solidFill>
            <a:srgbClr val="B57442">
              <a:alpha val="30000"/>
            </a:srgbClr>
          </a:solidFill>
          <a:ln w="0">
            <a:noFill/>
            <a:prstDash val="solid"/>
          </a:ln>
        </p:spPr>
      </p:sp>
      <p:sp>
        <p:nvSpPr>
          <p:cNvPr id="1409" name="02_predicted_pose_4708">
            <a:extLst>
              <a:ext uri="{FF2B5EF4-FFF2-40B4-BE49-F238E27FC236}">
                <a16:creationId xmlns:a16="http://schemas.microsoft.com/office/drawing/2014/main" id="{12B6E038-A7A5-4043-A221-2BF6E527C216}"/>
              </a:ext>
            </a:extLst>
          </p:cNvPr>
          <p:cNvSpPr>
            <a:spLocks noGrp="1"/>
          </p:cNvSpPr>
          <p:nvPr/>
        </p:nvSpPr>
        <p:spPr>
          <a:xfrm>
            <a:off x="2527371" y="5354196"/>
            <a:ext cx="28398" cy="28398"/>
          </a:xfrm>
          <a:prstGeom prst="ellipse">
            <a:avLst/>
          </a:prstGeom>
          <a:solidFill>
            <a:srgbClr val="B57442">
              <a:alpha val="30000"/>
            </a:srgbClr>
          </a:solidFill>
          <a:ln w="0">
            <a:noFill/>
            <a:prstDash val="solid"/>
          </a:ln>
        </p:spPr>
      </p:sp>
      <p:sp>
        <p:nvSpPr>
          <p:cNvPr id="1410" name="02_predicted_pose_4709">
            <a:extLst>
              <a:ext uri="{FF2B5EF4-FFF2-40B4-BE49-F238E27FC236}">
                <a16:creationId xmlns:a16="http://schemas.microsoft.com/office/drawing/2014/main" id="{12CDDF68-6DEC-44A4-AC17-9FF3B6FD4CFC}"/>
              </a:ext>
            </a:extLst>
          </p:cNvPr>
          <p:cNvSpPr>
            <a:spLocks noGrp="1"/>
          </p:cNvSpPr>
          <p:nvPr/>
        </p:nvSpPr>
        <p:spPr>
          <a:xfrm>
            <a:off x="2541152" y="5290054"/>
            <a:ext cx="28398" cy="28398"/>
          </a:xfrm>
          <a:prstGeom prst="ellipse">
            <a:avLst/>
          </a:prstGeom>
          <a:solidFill>
            <a:srgbClr val="B57442">
              <a:alpha val="30000"/>
            </a:srgbClr>
          </a:solidFill>
          <a:ln w="0">
            <a:noFill/>
            <a:prstDash val="solid"/>
          </a:ln>
        </p:spPr>
      </p:sp>
      <p:sp>
        <p:nvSpPr>
          <p:cNvPr id="1411" name="02_predicted_pose_4710">
            <a:extLst>
              <a:ext uri="{FF2B5EF4-FFF2-40B4-BE49-F238E27FC236}">
                <a16:creationId xmlns:a16="http://schemas.microsoft.com/office/drawing/2014/main" id="{D646D475-8EEC-4869-9C70-67C4A7070BC6}"/>
              </a:ext>
            </a:extLst>
          </p:cNvPr>
          <p:cNvSpPr>
            <a:spLocks noGrp="1"/>
          </p:cNvSpPr>
          <p:nvPr/>
        </p:nvSpPr>
        <p:spPr>
          <a:xfrm>
            <a:off x="2554933" y="5554926"/>
            <a:ext cx="28398" cy="28398"/>
          </a:xfrm>
          <a:prstGeom prst="ellipse">
            <a:avLst/>
          </a:prstGeom>
          <a:solidFill>
            <a:srgbClr val="B57442">
              <a:alpha val="30000"/>
            </a:srgbClr>
          </a:solidFill>
          <a:ln w="0">
            <a:noFill/>
            <a:prstDash val="solid"/>
          </a:ln>
        </p:spPr>
      </p:sp>
      <p:sp>
        <p:nvSpPr>
          <p:cNvPr id="1412" name="02_predicted_pose_4711">
            <a:extLst>
              <a:ext uri="{FF2B5EF4-FFF2-40B4-BE49-F238E27FC236}">
                <a16:creationId xmlns:a16="http://schemas.microsoft.com/office/drawing/2014/main" id="{A0371F66-3FF5-4503-9F71-56F6CD065B3E}"/>
              </a:ext>
            </a:extLst>
          </p:cNvPr>
          <p:cNvSpPr>
            <a:spLocks noGrp="1"/>
          </p:cNvSpPr>
          <p:nvPr/>
        </p:nvSpPr>
        <p:spPr>
          <a:xfrm>
            <a:off x="2568714" y="5348883"/>
            <a:ext cx="28398" cy="28398"/>
          </a:xfrm>
          <a:prstGeom prst="ellipse">
            <a:avLst/>
          </a:prstGeom>
          <a:solidFill>
            <a:srgbClr val="B57442">
              <a:alpha val="30000"/>
            </a:srgbClr>
          </a:solidFill>
          <a:ln w="0">
            <a:noFill/>
            <a:prstDash val="solid"/>
          </a:ln>
        </p:spPr>
      </p:sp>
      <p:sp>
        <p:nvSpPr>
          <p:cNvPr id="1413" name="02_predicted_pose_4712">
            <a:extLst>
              <a:ext uri="{FF2B5EF4-FFF2-40B4-BE49-F238E27FC236}">
                <a16:creationId xmlns:a16="http://schemas.microsoft.com/office/drawing/2014/main" id="{839E900D-6A7A-49B6-AE33-60088C0C6ED0}"/>
              </a:ext>
            </a:extLst>
          </p:cNvPr>
          <p:cNvSpPr>
            <a:spLocks noGrp="1"/>
          </p:cNvSpPr>
          <p:nvPr/>
        </p:nvSpPr>
        <p:spPr>
          <a:xfrm>
            <a:off x="2395415" y="5196522"/>
            <a:ext cx="28398" cy="28398"/>
          </a:xfrm>
          <a:prstGeom prst="ellipse">
            <a:avLst/>
          </a:prstGeom>
          <a:solidFill>
            <a:srgbClr val="B57442">
              <a:alpha val="30000"/>
            </a:srgbClr>
          </a:solidFill>
          <a:ln w="0">
            <a:noFill/>
            <a:prstDash val="solid"/>
          </a:ln>
        </p:spPr>
      </p:sp>
      <p:sp>
        <p:nvSpPr>
          <p:cNvPr id="1414" name="02_predicted_pose_4713">
            <a:extLst>
              <a:ext uri="{FF2B5EF4-FFF2-40B4-BE49-F238E27FC236}">
                <a16:creationId xmlns:a16="http://schemas.microsoft.com/office/drawing/2014/main" id="{8D363CE4-4F19-47D1-8FF2-CE5284268A6A}"/>
              </a:ext>
            </a:extLst>
          </p:cNvPr>
          <p:cNvSpPr>
            <a:spLocks noGrp="1"/>
          </p:cNvSpPr>
          <p:nvPr/>
        </p:nvSpPr>
        <p:spPr>
          <a:xfrm>
            <a:off x="2478792" y="5599787"/>
            <a:ext cx="28398" cy="28398"/>
          </a:xfrm>
          <a:prstGeom prst="ellipse">
            <a:avLst/>
          </a:prstGeom>
          <a:solidFill>
            <a:srgbClr val="B57442">
              <a:alpha val="30000"/>
            </a:srgbClr>
          </a:solidFill>
          <a:ln w="0">
            <a:noFill/>
            <a:prstDash val="solid"/>
          </a:ln>
        </p:spPr>
      </p:sp>
      <p:sp>
        <p:nvSpPr>
          <p:cNvPr id="1415" name="02_predicted_pose_4714">
            <a:extLst>
              <a:ext uri="{FF2B5EF4-FFF2-40B4-BE49-F238E27FC236}">
                <a16:creationId xmlns:a16="http://schemas.microsoft.com/office/drawing/2014/main" id="{89D6370B-73C5-4E40-A057-8EE741300EAF}"/>
              </a:ext>
            </a:extLst>
          </p:cNvPr>
          <p:cNvSpPr>
            <a:spLocks noGrp="1"/>
          </p:cNvSpPr>
          <p:nvPr/>
        </p:nvSpPr>
        <p:spPr>
          <a:xfrm>
            <a:off x="2506354" y="5610005"/>
            <a:ext cx="28398" cy="28398"/>
          </a:xfrm>
          <a:prstGeom prst="ellipse">
            <a:avLst/>
          </a:prstGeom>
          <a:solidFill>
            <a:srgbClr val="B57442">
              <a:alpha val="30000"/>
            </a:srgbClr>
          </a:solidFill>
          <a:ln w="0">
            <a:noFill/>
            <a:prstDash val="solid"/>
          </a:ln>
        </p:spPr>
      </p:sp>
      <p:sp>
        <p:nvSpPr>
          <p:cNvPr id="1416" name="02_predicted_pose_4715">
            <a:extLst>
              <a:ext uri="{FF2B5EF4-FFF2-40B4-BE49-F238E27FC236}">
                <a16:creationId xmlns:a16="http://schemas.microsoft.com/office/drawing/2014/main" id="{C29E9589-DA83-411F-BCC9-C94DF9103A0F}"/>
              </a:ext>
            </a:extLst>
          </p:cNvPr>
          <p:cNvSpPr>
            <a:spLocks noGrp="1"/>
          </p:cNvSpPr>
          <p:nvPr/>
        </p:nvSpPr>
        <p:spPr>
          <a:xfrm>
            <a:off x="2533917" y="5592292"/>
            <a:ext cx="28398" cy="28398"/>
          </a:xfrm>
          <a:prstGeom prst="ellipse">
            <a:avLst/>
          </a:prstGeom>
          <a:solidFill>
            <a:srgbClr val="B57442">
              <a:alpha val="30000"/>
            </a:srgbClr>
          </a:solidFill>
          <a:ln w="0">
            <a:noFill/>
            <a:prstDash val="solid"/>
          </a:ln>
        </p:spPr>
      </p:sp>
      <p:sp>
        <p:nvSpPr>
          <p:cNvPr id="1417" name="02_predicted_pose_4716">
            <a:extLst>
              <a:ext uri="{FF2B5EF4-FFF2-40B4-BE49-F238E27FC236}">
                <a16:creationId xmlns:a16="http://schemas.microsoft.com/office/drawing/2014/main" id="{8FAE2539-B41E-405E-ABEA-B4BBF96073F6}"/>
              </a:ext>
            </a:extLst>
          </p:cNvPr>
          <p:cNvSpPr>
            <a:spLocks noGrp="1"/>
          </p:cNvSpPr>
          <p:nvPr/>
        </p:nvSpPr>
        <p:spPr>
          <a:xfrm>
            <a:off x="2561479" y="5626236"/>
            <a:ext cx="28398" cy="28398"/>
          </a:xfrm>
          <a:prstGeom prst="ellipse">
            <a:avLst/>
          </a:prstGeom>
          <a:solidFill>
            <a:srgbClr val="B57442">
              <a:alpha val="30000"/>
            </a:srgbClr>
          </a:solidFill>
          <a:ln w="0">
            <a:noFill/>
            <a:prstDash val="solid"/>
          </a:ln>
        </p:spPr>
      </p:sp>
      <p:sp>
        <p:nvSpPr>
          <p:cNvPr id="1418" name="02_predicted_pose_4717">
            <a:extLst>
              <a:ext uri="{FF2B5EF4-FFF2-40B4-BE49-F238E27FC236}">
                <a16:creationId xmlns:a16="http://schemas.microsoft.com/office/drawing/2014/main" id="{582DB6CA-0035-44D6-A504-B0AA4B0FEE62}"/>
              </a:ext>
            </a:extLst>
          </p:cNvPr>
          <p:cNvSpPr>
            <a:spLocks noGrp="1"/>
          </p:cNvSpPr>
          <p:nvPr/>
        </p:nvSpPr>
        <p:spPr>
          <a:xfrm>
            <a:off x="2641410" y="5560751"/>
            <a:ext cx="28398" cy="28398"/>
          </a:xfrm>
          <a:prstGeom prst="ellipse">
            <a:avLst/>
          </a:prstGeom>
          <a:solidFill>
            <a:srgbClr val="B57442">
              <a:alpha val="30000"/>
            </a:srgbClr>
          </a:solidFill>
          <a:ln w="0">
            <a:noFill/>
            <a:prstDash val="solid"/>
          </a:ln>
        </p:spPr>
      </p:sp>
      <p:sp>
        <p:nvSpPr>
          <p:cNvPr id="1419" name="02_predicted_pose_4718">
            <a:extLst>
              <a:ext uri="{FF2B5EF4-FFF2-40B4-BE49-F238E27FC236}">
                <a16:creationId xmlns:a16="http://schemas.microsoft.com/office/drawing/2014/main" id="{0E75F36E-E266-4A6F-9F59-7E24E17746D4}"/>
              </a:ext>
            </a:extLst>
          </p:cNvPr>
          <p:cNvSpPr>
            <a:spLocks noGrp="1"/>
          </p:cNvSpPr>
          <p:nvPr/>
        </p:nvSpPr>
        <p:spPr>
          <a:xfrm>
            <a:off x="2325476" y="5149763"/>
            <a:ext cx="28398" cy="28398"/>
          </a:xfrm>
          <a:prstGeom prst="ellipse">
            <a:avLst/>
          </a:prstGeom>
          <a:solidFill>
            <a:srgbClr val="B57442">
              <a:alpha val="30000"/>
            </a:srgbClr>
          </a:solidFill>
          <a:ln w="0">
            <a:noFill/>
            <a:prstDash val="solid"/>
          </a:ln>
        </p:spPr>
      </p:sp>
      <p:sp>
        <p:nvSpPr>
          <p:cNvPr id="1420" name="02_predicted_pose_4719">
            <a:extLst>
              <a:ext uri="{FF2B5EF4-FFF2-40B4-BE49-F238E27FC236}">
                <a16:creationId xmlns:a16="http://schemas.microsoft.com/office/drawing/2014/main" id="{774D476E-1997-453E-9DA7-C57641C2D2A9}"/>
              </a:ext>
            </a:extLst>
          </p:cNvPr>
          <p:cNvSpPr>
            <a:spLocks noGrp="1"/>
          </p:cNvSpPr>
          <p:nvPr/>
        </p:nvSpPr>
        <p:spPr>
          <a:xfrm>
            <a:off x="2353038" y="5545067"/>
            <a:ext cx="28398" cy="28398"/>
          </a:xfrm>
          <a:prstGeom prst="ellipse">
            <a:avLst/>
          </a:prstGeom>
          <a:solidFill>
            <a:srgbClr val="B57442">
              <a:alpha val="30000"/>
            </a:srgbClr>
          </a:solidFill>
          <a:ln w="0">
            <a:noFill/>
            <a:prstDash val="solid"/>
          </a:ln>
        </p:spPr>
      </p:sp>
      <p:sp>
        <p:nvSpPr>
          <p:cNvPr id="1421" name="02_predicted_pose_4720">
            <a:extLst>
              <a:ext uri="{FF2B5EF4-FFF2-40B4-BE49-F238E27FC236}">
                <a16:creationId xmlns:a16="http://schemas.microsoft.com/office/drawing/2014/main" id="{A6E4174F-5E2C-404C-9929-6B6FF6968742}"/>
              </a:ext>
            </a:extLst>
          </p:cNvPr>
          <p:cNvSpPr>
            <a:spLocks noGrp="1"/>
          </p:cNvSpPr>
          <p:nvPr/>
        </p:nvSpPr>
        <p:spPr>
          <a:xfrm>
            <a:off x="2380600" y="5519103"/>
            <a:ext cx="28398" cy="28398"/>
          </a:xfrm>
          <a:prstGeom prst="ellipse">
            <a:avLst/>
          </a:prstGeom>
          <a:solidFill>
            <a:srgbClr val="B57442">
              <a:alpha val="30000"/>
            </a:srgbClr>
          </a:solidFill>
          <a:ln w="0">
            <a:noFill/>
            <a:prstDash val="solid"/>
          </a:ln>
        </p:spPr>
      </p:sp>
      <p:sp>
        <p:nvSpPr>
          <p:cNvPr id="1422" name="02_predicted_pose_4721">
            <a:extLst>
              <a:ext uri="{FF2B5EF4-FFF2-40B4-BE49-F238E27FC236}">
                <a16:creationId xmlns:a16="http://schemas.microsoft.com/office/drawing/2014/main" id="{E5582C54-A675-4C6B-8D35-EC29284847BA}"/>
              </a:ext>
            </a:extLst>
          </p:cNvPr>
          <p:cNvSpPr>
            <a:spLocks noGrp="1"/>
          </p:cNvSpPr>
          <p:nvPr/>
        </p:nvSpPr>
        <p:spPr>
          <a:xfrm>
            <a:off x="2408163" y="5512876"/>
            <a:ext cx="28398" cy="28398"/>
          </a:xfrm>
          <a:prstGeom prst="ellipse">
            <a:avLst/>
          </a:prstGeom>
          <a:solidFill>
            <a:srgbClr val="B57442">
              <a:alpha val="30000"/>
            </a:srgbClr>
          </a:solidFill>
          <a:ln w="0">
            <a:noFill/>
            <a:prstDash val="solid"/>
          </a:ln>
        </p:spPr>
      </p:sp>
      <p:sp>
        <p:nvSpPr>
          <p:cNvPr id="1423" name="02_predicted_pose_4722">
            <a:extLst>
              <a:ext uri="{FF2B5EF4-FFF2-40B4-BE49-F238E27FC236}">
                <a16:creationId xmlns:a16="http://schemas.microsoft.com/office/drawing/2014/main" id="{44164ADA-6484-4C52-AED5-3A5EF0D55EA0}"/>
              </a:ext>
            </a:extLst>
          </p:cNvPr>
          <p:cNvSpPr>
            <a:spLocks noGrp="1"/>
          </p:cNvSpPr>
          <p:nvPr/>
        </p:nvSpPr>
        <p:spPr>
          <a:xfrm>
            <a:off x="2311350" y="5592692"/>
            <a:ext cx="28398" cy="28398"/>
          </a:xfrm>
          <a:prstGeom prst="ellipse">
            <a:avLst/>
          </a:prstGeom>
          <a:solidFill>
            <a:srgbClr val="B57442">
              <a:alpha val="30000"/>
            </a:srgbClr>
          </a:solidFill>
          <a:ln w="0">
            <a:noFill/>
            <a:prstDash val="solid"/>
          </a:ln>
        </p:spPr>
      </p:sp>
      <p:sp>
        <p:nvSpPr>
          <p:cNvPr id="1424" name="02_predicted_pose_4723">
            <a:extLst>
              <a:ext uri="{FF2B5EF4-FFF2-40B4-BE49-F238E27FC236}">
                <a16:creationId xmlns:a16="http://schemas.microsoft.com/office/drawing/2014/main" id="{CAC9ED03-0986-481E-86EE-87E2F49AA13B}"/>
              </a:ext>
            </a:extLst>
          </p:cNvPr>
          <p:cNvSpPr>
            <a:spLocks noGrp="1"/>
          </p:cNvSpPr>
          <p:nvPr/>
        </p:nvSpPr>
        <p:spPr>
          <a:xfrm>
            <a:off x="2360962" y="5846706"/>
            <a:ext cx="28398" cy="28398"/>
          </a:xfrm>
          <a:prstGeom prst="ellipse">
            <a:avLst/>
          </a:prstGeom>
          <a:solidFill>
            <a:srgbClr val="B57442">
              <a:alpha val="30000"/>
            </a:srgbClr>
          </a:solidFill>
          <a:ln w="0">
            <a:noFill/>
            <a:prstDash val="solid"/>
          </a:ln>
        </p:spPr>
      </p:sp>
      <p:sp>
        <p:nvSpPr>
          <p:cNvPr id="1425" name="02_predicted_pose_4724">
            <a:extLst>
              <a:ext uri="{FF2B5EF4-FFF2-40B4-BE49-F238E27FC236}">
                <a16:creationId xmlns:a16="http://schemas.microsoft.com/office/drawing/2014/main" id="{A8953825-0324-4D2A-90A6-C8A234CA2FD9}"/>
              </a:ext>
            </a:extLst>
          </p:cNvPr>
          <p:cNvSpPr>
            <a:spLocks noGrp="1"/>
          </p:cNvSpPr>
          <p:nvPr/>
        </p:nvSpPr>
        <p:spPr>
          <a:xfrm>
            <a:off x="2502909" y="5743294"/>
            <a:ext cx="28398" cy="28398"/>
          </a:xfrm>
          <a:prstGeom prst="ellipse">
            <a:avLst/>
          </a:prstGeom>
          <a:solidFill>
            <a:srgbClr val="B57442">
              <a:alpha val="30000"/>
            </a:srgbClr>
          </a:solidFill>
          <a:ln w="0">
            <a:noFill/>
            <a:prstDash val="solid"/>
          </a:ln>
        </p:spPr>
      </p:sp>
      <p:sp>
        <p:nvSpPr>
          <p:cNvPr id="1426" name="02_predicted_pose_4725">
            <a:extLst>
              <a:ext uri="{FF2B5EF4-FFF2-40B4-BE49-F238E27FC236}">
                <a16:creationId xmlns:a16="http://schemas.microsoft.com/office/drawing/2014/main" id="{F313E82F-2F45-4D68-82F6-9F8697888F10}"/>
              </a:ext>
            </a:extLst>
          </p:cNvPr>
          <p:cNvSpPr>
            <a:spLocks noGrp="1"/>
          </p:cNvSpPr>
          <p:nvPr/>
        </p:nvSpPr>
        <p:spPr>
          <a:xfrm>
            <a:off x="2530471" y="5652192"/>
            <a:ext cx="28398" cy="28398"/>
          </a:xfrm>
          <a:prstGeom prst="ellipse">
            <a:avLst/>
          </a:prstGeom>
          <a:solidFill>
            <a:srgbClr val="B57442">
              <a:alpha val="30000"/>
            </a:srgbClr>
          </a:solidFill>
          <a:ln w="0">
            <a:noFill/>
            <a:prstDash val="solid"/>
          </a:ln>
        </p:spPr>
      </p:sp>
      <p:sp>
        <p:nvSpPr>
          <p:cNvPr id="1427" name="02_predicted_pose_4726">
            <a:extLst>
              <a:ext uri="{FF2B5EF4-FFF2-40B4-BE49-F238E27FC236}">
                <a16:creationId xmlns:a16="http://schemas.microsoft.com/office/drawing/2014/main" id="{54EC9387-8338-462C-A3AC-75AC5105DCCC}"/>
              </a:ext>
            </a:extLst>
          </p:cNvPr>
          <p:cNvSpPr>
            <a:spLocks noGrp="1"/>
          </p:cNvSpPr>
          <p:nvPr/>
        </p:nvSpPr>
        <p:spPr>
          <a:xfrm>
            <a:off x="2571815" y="5544971"/>
            <a:ext cx="28398" cy="28398"/>
          </a:xfrm>
          <a:prstGeom prst="ellipse">
            <a:avLst/>
          </a:prstGeom>
          <a:solidFill>
            <a:srgbClr val="B57442">
              <a:alpha val="30000"/>
            </a:srgbClr>
          </a:solidFill>
          <a:ln w="0">
            <a:noFill/>
            <a:prstDash val="solid"/>
          </a:ln>
        </p:spPr>
      </p:sp>
      <p:sp>
        <p:nvSpPr>
          <p:cNvPr id="1428" name="02_predicted_pose_4727">
            <a:extLst>
              <a:ext uri="{FF2B5EF4-FFF2-40B4-BE49-F238E27FC236}">
                <a16:creationId xmlns:a16="http://schemas.microsoft.com/office/drawing/2014/main" id="{7FCB6610-5993-48DE-9A44-574F23012EA1}"/>
              </a:ext>
            </a:extLst>
          </p:cNvPr>
          <p:cNvSpPr>
            <a:spLocks noGrp="1"/>
          </p:cNvSpPr>
          <p:nvPr/>
        </p:nvSpPr>
        <p:spPr>
          <a:xfrm>
            <a:off x="2599378" y="5558566"/>
            <a:ext cx="28398" cy="28398"/>
          </a:xfrm>
          <a:prstGeom prst="ellipse">
            <a:avLst/>
          </a:prstGeom>
          <a:solidFill>
            <a:srgbClr val="B57442">
              <a:alpha val="30000"/>
            </a:srgbClr>
          </a:solidFill>
          <a:ln w="0">
            <a:noFill/>
            <a:prstDash val="solid"/>
          </a:ln>
        </p:spPr>
      </p:sp>
      <p:sp>
        <p:nvSpPr>
          <p:cNvPr id="1429" name="02_predicted_pose_4728">
            <a:extLst>
              <a:ext uri="{FF2B5EF4-FFF2-40B4-BE49-F238E27FC236}">
                <a16:creationId xmlns:a16="http://schemas.microsoft.com/office/drawing/2014/main" id="{6BBBE4AF-E124-4B16-A88C-A3430548A415}"/>
              </a:ext>
            </a:extLst>
          </p:cNvPr>
          <p:cNvSpPr>
            <a:spLocks noGrp="1"/>
          </p:cNvSpPr>
          <p:nvPr/>
        </p:nvSpPr>
        <p:spPr>
          <a:xfrm>
            <a:off x="2626940" y="5568592"/>
            <a:ext cx="28398" cy="28398"/>
          </a:xfrm>
          <a:prstGeom prst="ellipse">
            <a:avLst/>
          </a:prstGeom>
          <a:solidFill>
            <a:srgbClr val="B57442">
              <a:alpha val="30000"/>
            </a:srgbClr>
          </a:solidFill>
          <a:ln w="0">
            <a:noFill/>
            <a:prstDash val="solid"/>
          </a:ln>
        </p:spPr>
      </p:sp>
      <p:sp>
        <p:nvSpPr>
          <p:cNvPr id="1430" name="02_predicted_pose_4729">
            <a:extLst>
              <a:ext uri="{FF2B5EF4-FFF2-40B4-BE49-F238E27FC236}">
                <a16:creationId xmlns:a16="http://schemas.microsoft.com/office/drawing/2014/main" id="{C717FD73-8701-4DC3-96CD-77124A05AB87}"/>
              </a:ext>
            </a:extLst>
          </p:cNvPr>
          <p:cNvSpPr>
            <a:spLocks noGrp="1"/>
          </p:cNvSpPr>
          <p:nvPr/>
        </p:nvSpPr>
        <p:spPr>
          <a:xfrm>
            <a:off x="2609369" y="5792573"/>
            <a:ext cx="28398" cy="28398"/>
          </a:xfrm>
          <a:prstGeom prst="ellipse">
            <a:avLst/>
          </a:prstGeom>
          <a:solidFill>
            <a:srgbClr val="B57442">
              <a:alpha val="30000"/>
            </a:srgbClr>
          </a:solidFill>
          <a:ln w="0">
            <a:noFill/>
            <a:prstDash val="solid"/>
          </a:ln>
        </p:spPr>
      </p:sp>
      <p:sp>
        <p:nvSpPr>
          <p:cNvPr id="1431" name="02_predicted_pose_4730">
            <a:extLst>
              <a:ext uri="{FF2B5EF4-FFF2-40B4-BE49-F238E27FC236}">
                <a16:creationId xmlns:a16="http://schemas.microsoft.com/office/drawing/2014/main" id="{76A4F3C6-0049-4D96-8D20-8D3D56C8E33C}"/>
              </a:ext>
            </a:extLst>
          </p:cNvPr>
          <p:cNvSpPr>
            <a:spLocks noGrp="1"/>
          </p:cNvSpPr>
          <p:nvPr/>
        </p:nvSpPr>
        <p:spPr>
          <a:xfrm>
            <a:off x="2358895" y="5564416"/>
            <a:ext cx="28398" cy="28398"/>
          </a:xfrm>
          <a:prstGeom prst="ellipse">
            <a:avLst/>
          </a:prstGeom>
          <a:solidFill>
            <a:srgbClr val="B57442">
              <a:alpha val="30000"/>
            </a:srgbClr>
          </a:solidFill>
          <a:ln w="0">
            <a:noFill/>
            <a:prstDash val="solid"/>
          </a:ln>
        </p:spPr>
      </p:sp>
      <p:sp>
        <p:nvSpPr>
          <p:cNvPr id="1432" name="02_predicted_pose_4731">
            <a:extLst>
              <a:ext uri="{FF2B5EF4-FFF2-40B4-BE49-F238E27FC236}">
                <a16:creationId xmlns:a16="http://schemas.microsoft.com/office/drawing/2014/main" id="{1C7EECFF-0157-4C51-BA72-E6431E500114}"/>
              </a:ext>
            </a:extLst>
          </p:cNvPr>
          <p:cNvSpPr>
            <a:spLocks noGrp="1"/>
          </p:cNvSpPr>
          <p:nvPr/>
        </p:nvSpPr>
        <p:spPr>
          <a:xfrm>
            <a:off x="2637965" y="5805862"/>
            <a:ext cx="28398" cy="28398"/>
          </a:xfrm>
          <a:prstGeom prst="ellipse">
            <a:avLst/>
          </a:prstGeom>
          <a:solidFill>
            <a:srgbClr val="B57442">
              <a:alpha val="30000"/>
            </a:srgbClr>
          </a:solidFill>
          <a:ln w="0">
            <a:noFill/>
            <a:prstDash val="solid"/>
          </a:ln>
        </p:spPr>
      </p:sp>
      <p:sp>
        <p:nvSpPr>
          <p:cNvPr id="1433" name="02_predicted_pose_4732">
            <a:extLst>
              <a:ext uri="{FF2B5EF4-FFF2-40B4-BE49-F238E27FC236}">
                <a16:creationId xmlns:a16="http://schemas.microsoft.com/office/drawing/2014/main" id="{B964A0BA-0629-4609-93DA-113CD4BF9817}"/>
              </a:ext>
            </a:extLst>
          </p:cNvPr>
          <p:cNvSpPr>
            <a:spLocks noGrp="1"/>
          </p:cNvSpPr>
          <p:nvPr/>
        </p:nvSpPr>
        <p:spPr>
          <a:xfrm>
            <a:off x="2480514" y="5591077"/>
            <a:ext cx="28398" cy="28398"/>
          </a:xfrm>
          <a:prstGeom prst="ellipse">
            <a:avLst/>
          </a:prstGeom>
          <a:solidFill>
            <a:srgbClr val="B57442">
              <a:alpha val="30000"/>
            </a:srgbClr>
          </a:solidFill>
          <a:ln w="0">
            <a:noFill/>
            <a:prstDash val="solid"/>
          </a:ln>
        </p:spPr>
      </p:sp>
      <p:sp>
        <p:nvSpPr>
          <p:cNvPr id="1434" name="02_predicted_pose_4733">
            <a:extLst>
              <a:ext uri="{FF2B5EF4-FFF2-40B4-BE49-F238E27FC236}">
                <a16:creationId xmlns:a16="http://schemas.microsoft.com/office/drawing/2014/main" id="{CA7DD667-C893-4177-8CE0-847DA88955A0}"/>
              </a:ext>
            </a:extLst>
          </p:cNvPr>
          <p:cNvSpPr>
            <a:spLocks noGrp="1"/>
          </p:cNvSpPr>
          <p:nvPr/>
        </p:nvSpPr>
        <p:spPr>
          <a:xfrm>
            <a:off x="2573538" y="5554257"/>
            <a:ext cx="28398" cy="28398"/>
          </a:xfrm>
          <a:prstGeom prst="ellipse">
            <a:avLst/>
          </a:prstGeom>
          <a:solidFill>
            <a:srgbClr val="B57442">
              <a:alpha val="30000"/>
            </a:srgbClr>
          </a:solidFill>
          <a:ln w="0">
            <a:noFill/>
            <a:prstDash val="solid"/>
          </a:ln>
        </p:spPr>
      </p:sp>
      <p:sp>
        <p:nvSpPr>
          <p:cNvPr id="1435" name="02_predicted_pose_4734">
            <a:extLst>
              <a:ext uri="{FF2B5EF4-FFF2-40B4-BE49-F238E27FC236}">
                <a16:creationId xmlns:a16="http://schemas.microsoft.com/office/drawing/2014/main" id="{5CAD0BEF-D62E-470A-A8FF-53B7D6FA2C83}"/>
              </a:ext>
            </a:extLst>
          </p:cNvPr>
          <p:cNvSpPr>
            <a:spLocks noGrp="1"/>
          </p:cNvSpPr>
          <p:nvPr/>
        </p:nvSpPr>
        <p:spPr>
          <a:xfrm>
            <a:off x="2318585" y="5749293"/>
            <a:ext cx="28398" cy="28398"/>
          </a:xfrm>
          <a:prstGeom prst="ellipse">
            <a:avLst/>
          </a:prstGeom>
          <a:solidFill>
            <a:srgbClr val="B57442">
              <a:alpha val="30000"/>
            </a:srgbClr>
          </a:solidFill>
          <a:ln w="0">
            <a:noFill/>
            <a:prstDash val="solid"/>
          </a:ln>
        </p:spPr>
      </p:sp>
      <p:sp>
        <p:nvSpPr>
          <p:cNvPr id="1436" name="02_predicted_pose_4735">
            <a:extLst>
              <a:ext uri="{FF2B5EF4-FFF2-40B4-BE49-F238E27FC236}">
                <a16:creationId xmlns:a16="http://schemas.microsoft.com/office/drawing/2014/main" id="{564B45A0-CF83-4C46-B1B9-0828A8583632}"/>
              </a:ext>
            </a:extLst>
          </p:cNvPr>
          <p:cNvSpPr>
            <a:spLocks noGrp="1"/>
          </p:cNvSpPr>
          <p:nvPr/>
        </p:nvSpPr>
        <p:spPr>
          <a:xfrm>
            <a:off x="2332366" y="5600287"/>
            <a:ext cx="28398" cy="28398"/>
          </a:xfrm>
          <a:prstGeom prst="ellipse">
            <a:avLst/>
          </a:prstGeom>
          <a:solidFill>
            <a:srgbClr val="B57442">
              <a:alpha val="30000"/>
            </a:srgbClr>
          </a:solidFill>
          <a:ln w="0">
            <a:noFill/>
            <a:prstDash val="solid"/>
          </a:ln>
        </p:spPr>
      </p:sp>
      <p:sp>
        <p:nvSpPr>
          <p:cNvPr id="1437" name="02_predicted_pose_4736">
            <a:extLst>
              <a:ext uri="{FF2B5EF4-FFF2-40B4-BE49-F238E27FC236}">
                <a16:creationId xmlns:a16="http://schemas.microsoft.com/office/drawing/2014/main" id="{00435E7E-3F41-4C92-86B3-A48EC66C7341}"/>
              </a:ext>
            </a:extLst>
          </p:cNvPr>
          <p:cNvSpPr>
            <a:spLocks noGrp="1"/>
          </p:cNvSpPr>
          <p:nvPr/>
        </p:nvSpPr>
        <p:spPr>
          <a:xfrm>
            <a:off x="2346147" y="5714758"/>
            <a:ext cx="28398" cy="28398"/>
          </a:xfrm>
          <a:prstGeom prst="ellipse">
            <a:avLst/>
          </a:prstGeom>
          <a:solidFill>
            <a:srgbClr val="B57442">
              <a:alpha val="30000"/>
            </a:srgbClr>
          </a:solidFill>
          <a:ln w="0">
            <a:noFill/>
            <a:prstDash val="solid"/>
          </a:ln>
        </p:spPr>
      </p:sp>
      <p:sp>
        <p:nvSpPr>
          <p:cNvPr id="1438" name="02_predicted_pose_4737">
            <a:extLst>
              <a:ext uri="{FF2B5EF4-FFF2-40B4-BE49-F238E27FC236}">
                <a16:creationId xmlns:a16="http://schemas.microsoft.com/office/drawing/2014/main" id="{F40B14C9-9E26-4555-AB3C-C98F9DA73F1E}"/>
              </a:ext>
            </a:extLst>
          </p:cNvPr>
          <p:cNvSpPr>
            <a:spLocks noGrp="1"/>
          </p:cNvSpPr>
          <p:nvPr/>
        </p:nvSpPr>
        <p:spPr>
          <a:xfrm>
            <a:off x="2359929" y="5602280"/>
            <a:ext cx="28398" cy="28398"/>
          </a:xfrm>
          <a:prstGeom prst="ellipse">
            <a:avLst/>
          </a:prstGeom>
          <a:solidFill>
            <a:srgbClr val="B57442">
              <a:alpha val="30000"/>
            </a:srgbClr>
          </a:solidFill>
          <a:ln w="0">
            <a:noFill/>
            <a:prstDash val="solid"/>
          </a:ln>
        </p:spPr>
      </p:sp>
      <p:sp>
        <p:nvSpPr>
          <p:cNvPr id="1439" name="02_predicted_pose_4738">
            <a:extLst>
              <a:ext uri="{FF2B5EF4-FFF2-40B4-BE49-F238E27FC236}">
                <a16:creationId xmlns:a16="http://schemas.microsoft.com/office/drawing/2014/main" id="{43AD3696-9FE4-436B-A7E7-1C75AEF8212A}"/>
              </a:ext>
            </a:extLst>
          </p:cNvPr>
          <p:cNvSpPr>
            <a:spLocks noGrp="1"/>
          </p:cNvSpPr>
          <p:nvPr/>
        </p:nvSpPr>
        <p:spPr>
          <a:xfrm>
            <a:off x="2315484" y="5555014"/>
            <a:ext cx="28398" cy="28398"/>
          </a:xfrm>
          <a:prstGeom prst="ellipse">
            <a:avLst/>
          </a:prstGeom>
          <a:solidFill>
            <a:srgbClr val="B57442">
              <a:alpha val="30000"/>
            </a:srgbClr>
          </a:solidFill>
          <a:ln w="0">
            <a:noFill/>
            <a:prstDash val="solid"/>
          </a:ln>
        </p:spPr>
      </p:sp>
      <p:sp>
        <p:nvSpPr>
          <p:cNvPr id="1440" name="02_predicted_pose_4739">
            <a:extLst>
              <a:ext uri="{FF2B5EF4-FFF2-40B4-BE49-F238E27FC236}">
                <a16:creationId xmlns:a16="http://schemas.microsoft.com/office/drawing/2014/main" id="{70E746D0-0F76-477D-927F-EC43FE281F50}"/>
              </a:ext>
            </a:extLst>
          </p:cNvPr>
          <p:cNvSpPr>
            <a:spLocks noGrp="1"/>
          </p:cNvSpPr>
          <p:nvPr/>
        </p:nvSpPr>
        <p:spPr>
          <a:xfrm>
            <a:off x="2343047" y="5760763"/>
            <a:ext cx="28398" cy="28398"/>
          </a:xfrm>
          <a:prstGeom prst="ellipse">
            <a:avLst/>
          </a:prstGeom>
          <a:solidFill>
            <a:srgbClr val="B57442">
              <a:alpha val="30000"/>
            </a:srgbClr>
          </a:solidFill>
          <a:ln w="0">
            <a:noFill/>
            <a:prstDash val="solid"/>
          </a:ln>
        </p:spPr>
      </p:sp>
      <p:sp>
        <p:nvSpPr>
          <p:cNvPr id="1441" name="02_predicted_pose_4740">
            <a:extLst>
              <a:ext uri="{FF2B5EF4-FFF2-40B4-BE49-F238E27FC236}">
                <a16:creationId xmlns:a16="http://schemas.microsoft.com/office/drawing/2014/main" id="{D379D6FA-2D01-4AF7-BAD3-434C231C4483}"/>
              </a:ext>
            </a:extLst>
          </p:cNvPr>
          <p:cNvSpPr>
            <a:spLocks noGrp="1"/>
          </p:cNvSpPr>
          <p:nvPr/>
        </p:nvSpPr>
        <p:spPr>
          <a:xfrm>
            <a:off x="2427457" y="5591527"/>
            <a:ext cx="28398" cy="28398"/>
          </a:xfrm>
          <a:prstGeom prst="ellipse">
            <a:avLst/>
          </a:prstGeom>
          <a:solidFill>
            <a:srgbClr val="B57442">
              <a:alpha val="30000"/>
            </a:srgbClr>
          </a:solidFill>
          <a:ln w="0">
            <a:noFill/>
            <a:prstDash val="solid"/>
          </a:ln>
        </p:spPr>
      </p:sp>
      <p:sp>
        <p:nvSpPr>
          <p:cNvPr id="1442" name="02_predicted_pose_4741">
            <a:extLst>
              <a:ext uri="{FF2B5EF4-FFF2-40B4-BE49-F238E27FC236}">
                <a16:creationId xmlns:a16="http://schemas.microsoft.com/office/drawing/2014/main" id="{600B8881-7906-442F-980C-9546553D3153}"/>
              </a:ext>
            </a:extLst>
          </p:cNvPr>
          <p:cNvSpPr>
            <a:spLocks noGrp="1"/>
          </p:cNvSpPr>
          <p:nvPr/>
        </p:nvSpPr>
        <p:spPr>
          <a:xfrm>
            <a:off x="2375433" y="5515696"/>
            <a:ext cx="28398" cy="28398"/>
          </a:xfrm>
          <a:prstGeom prst="ellipse">
            <a:avLst/>
          </a:prstGeom>
          <a:solidFill>
            <a:srgbClr val="B57442">
              <a:alpha val="30000"/>
            </a:srgbClr>
          </a:solidFill>
          <a:ln w="0">
            <a:noFill/>
            <a:prstDash val="solid"/>
          </a:ln>
        </p:spPr>
      </p:sp>
      <p:sp>
        <p:nvSpPr>
          <p:cNvPr id="1443" name="02_predicted_pose_4742">
            <a:extLst>
              <a:ext uri="{FF2B5EF4-FFF2-40B4-BE49-F238E27FC236}">
                <a16:creationId xmlns:a16="http://schemas.microsoft.com/office/drawing/2014/main" id="{787F0D90-EB28-4335-B7E4-C4DE50118EB7}"/>
              </a:ext>
            </a:extLst>
          </p:cNvPr>
          <p:cNvSpPr>
            <a:spLocks noGrp="1"/>
          </p:cNvSpPr>
          <p:nvPr/>
        </p:nvSpPr>
        <p:spPr>
          <a:xfrm>
            <a:off x="2389214" y="5991935"/>
            <a:ext cx="28398" cy="28398"/>
          </a:xfrm>
          <a:prstGeom prst="ellipse">
            <a:avLst/>
          </a:prstGeom>
          <a:solidFill>
            <a:srgbClr val="B57442">
              <a:alpha val="30000"/>
            </a:srgbClr>
          </a:solidFill>
          <a:ln w="0">
            <a:noFill/>
            <a:prstDash val="solid"/>
          </a:ln>
        </p:spPr>
      </p:sp>
      <p:sp>
        <p:nvSpPr>
          <p:cNvPr id="1444" name="02_predicted_pose_4743">
            <a:extLst>
              <a:ext uri="{FF2B5EF4-FFF2-40B4-BE49-F238E27FC236}">
                <a16:creationId xmlns:a16="http://schemas.microsoft.com/office/drawing/2014/main" id="{C7DB085B-EB54-4FF8-9DB5-5837C8A7A79F}"/>
              </a:ext>
            </a:extLst>
          </p:cNvPr>
          <p:cNvSpPr>
            <a:spLocks noGrp="1"/>
          </p:cNvSpPr>
          <p:nvPr/>
        </p:nvSpPr>
        <p:spPr>
          <a:xfrm>
            <a:off x="2402995" y="5486182"/>
            <a:ext cx="28398" cy="28398"/>
          </a:xfrm>
          <a:prstGeom prst="ellipse">
            <a:avLst/>
          </a:prstGeom>
          <a:solidFill>
            <a:srgbClr val="B57442">
              <a:alpha val="30000"/>
            </a:srgbClr>
          </a:solidFill>
          <a:ln w="0">
            <a:noFill/>
            <a:prstDash val="solid"/>
          </a:ln>
        </p:spPr>
      </p:sp>
      <p:sp>
        <p:nvSpPr>
          <p:cNvPr id="1445" name="02_predicted_pose_4744">
            <a:extLst>
              <a:ext uri="{FF2B5EF4-FFF2-40B4-BE49-F238E27FC236}">
                <a16:creationId xmlns:a16="http://schemas.microsoft.com/office/drawing/2014/main" id="{81072BE6-9CE8-45D5-B8A6-1BF7AA44465C}"/>
              </a:ext>
            </a:extLst>
          </p:cNvPr>
          <p:cNvSpPr>
            <a:spLocks noGrp="1"/>
          </p:cNvSpPr>
          <p:nvPr/>
        </p:nvSpPr>
        <p:spPr>
          <a:xfrm>
            <a:off x="2354416" y="5493099"/>
            <a:ext cx="28398" cy="28398"/>
          </a:xfrm>
          <a:prstGeom prst="ellipse">
            <a:avLst/>
          </a:prstGeom>
          <a:solidFill>
            <a:srgbClr val="B57442">
              <a:alpha val="30000"/>
            </a:srgbClr>
          </a:solidFill>
          <a:ln w="0">
            <a:noFill/>
            <a:prstDash val="solid"/>
          </a:ln>
        </p:spPr>
      </p:sp>
      <p:sp>
        <p:nvSpPr>
          <p:cNvPr id="1446" name="02_predicted_pose_4745">
            <a:extLst>
              <a:ext uri="{FF2B5EF4-FFF2-40B4-BE49-F238E27FC236}">
                <a16:creationId xmlns:a16="http://schemas.microsoft.com/office/drawing/2014/main" id="{2CFD3852-4A8A-4C36-A62C-E7AC9458DC71}"/>
              </a:ext>
            </a:extLst>
          </p:cNvPr>
          <p:cNvSpPr>
            <a:spLocks noGrp="1"/>
          </p:cNvSpPr>
          <p:nvPr/>
        </p:nvSpPr>
        <p:spPr>
          <a:xfrm>
            <a:off x="2368197" y="5517220"/>
            <a:ext cx="28398" cy="28398"/>
          </a:xfrm>
          <a:prstGeom prst="ellipse">
            <a:avLst/>
          </a:prstGeom>
          <a:solidFill>
            <a:srgbClr val="B57442">
              <a:alpha val="30000"/>
            </a:srgbClr>
          </a:solidFill>
          <a:ln w="0">
            <a:noFill/>
            <a:prstDash val="solid"/>
          </a:ln>
        </p:spPr>
      </p:sp>
      <p:sp>
        <p:nvSpPr>
          <p:cNvPr id="1447" name="02_predicted_pose_4746">
            <a:extLst>
              <a:ext uri="{FF2B5EF4-FFF2-40B4-BE49-F238E27FC236}">
                <a16:creationId xmlns:a16="http://schemas.microsoft.com/office/drawing/2014/main" id="{5910C050-0CC3-46D6-A8BF-31CDFA06213A}"/>
              </a:ext>
            </a:extLst>
          </p:cNvPr>
          <p:cNvSpPr>
            <a:spLocks noGrp="1"/>
          </p:cNvSpPr>
          <p:nvPr/>
        </p:nvSpPr>
        <p:spPr>
          <a:xfrm>
            <a:off x="2381979" y="5473395"/>
            <a:ext cx="28398" cy="28398"/>
          </a:xfrm>
          <a:prstGeom prst="ellipse">
            <a:avLst/>
          </a:prstGeom>
          <a:solidFill>
            <a:srgbClr val="B57442">
              <a:alpha val="30000"/>
            </a:srgbClr>
          </a:solidFill>
          <a:ln w="0">
            <a:noFill/>
            <a:prstDash val="solid"/>
          </a:ln>
        </p:spPr>
      </p:sp>
      <p:sp>
        <p:nvSpPr>
          <p:cNvPr id="1448" name="02_predicted_pose_4747">
            <a:extLst>
              <a:ext uri="{FF2B5EF4-FFF2-40B4-BE49-F238E27FC236}">
                <a16:creationId xmlns:a16="http://schemas.microsoft.com/office/drawing/2014/main" id="{EDA2A20B-4974-4D60-9672-6AAC5011D759}"/>
              </a:ext>
            </a:extLst>
          </p:cNvPr>
          <p:cNvSpPr>
            <a:spLocks noGrp="1"/>
          </p:cNvSpPr>
          <p:nvPr/>
        </p:nvSpPr>
        <p:spPr>
          <a:xfrm>
            <a:off x="2401272" y="5094344"/>
            <a:ext cx="28398" cy="28398"/>
          </a:xfrm>
          <a:prstGeom prst="ellipse">
            <a:avLst/>
          </a:prstGeom>
          <a:solidFill>
            <a:srgbClr val="B57442">
              <a:alpha val="30000"/>
            </a:srgbClr>
          </a:solidFill>
          <a:ln w="0">
            <a:noFill/>
            <a:prstDash val="solid"/>
          </a:ln>
        </p:spPr>
      </p:sp>
      <p:sp>
        <p:nvSpPr>
          <p:cNvPr id="1449" name="02_predicted_pose_4748">
            <a:extLst>
              <a:ext uri="{FF2B5EF4-FFF2-40B4-BE49-F238E27FC236}">
                <a16:creationId xmlns:a16="http://schemas.microsoft.com/office/drawing/2014/main" id="{B4D5C021-0912-4AE0-A467-04AE38728666}"/>
              </a:ext>
            </a:extLst>
          </p:cNvPr>
          <p:cNvSpPr>
            <a:spLocks noGrp="1"/>
          </p:cNvSpPr>
          <p:nvPr/>
        </p:nvSpPr>
        <p:spPr>
          <a:xfrm>
            <a:off x="2442616" y="5356179"/>
            <a:ext cx="28398" cy="28398"/>
          </a:xfrm>
          <a:prstGeom prst="ellipse">
            <a:avLst/>
          </a:prstGeom>
          <a:solidFill>
            <a:srgbClr val="B57442">
              <a:alpha val="30000"/>
            </a:srgbClr>
          </a:solidFill>
          <a:ln w="0">
            <a:noFill/>
            <a:prstDash val="solid"/>
          </a:ln>
        </p:spPr>
      </p:sp>
      <p:sp>
        <p:nvSpPr>
          <p:cNvPr id="1450" name="02_predicted_pose_4749">
            <a:extLst>
              <a:ext uri="{FF2B5EF4-FFF2-40B4-BE49-F238E27FC236}">
                <a16:creationId xmlns:a16="http://schemas.microsoft.com/office/drawing/2014/main" id="{D8033A54-ECE3-40D2-A12B-5D2074E87A8A}"/>
              </a:ext>
            </a:extLst>
          </p:cNvPr>
          <p:cNvSpPr>
            <a:spLocks noGrp="1"/>
          </p:cNvSpPr>
          <p:nvPr/>
        </p:nvSpPr>
        <p:spPr>
          <a:xfrm>
            <a:off x="2507732" y="5186484"/>
            <a:ext cx="28398" cy="28398"/>
          </a:xfrm>
          <a:prstGeom prst="ellipse">
            <a:avLst/>
          </a:prstGeom>
          <a:solidFill>
            <a:srgbClr val="B57442">
              <a:alpha val="30000"/>
            </a:srgbClr>
          </a:solidFill>
          <a:ln w="0">
            <a:noFill/>
            <a:prstDash val="solid"/>
          </a:ln>
        </p:spPr>
      </p:sp>
      <p:sp>
        <p:nvSpPr>
          <p:cNvPr id="1451" name="02_predicted_pose_4750">
            <a:extLst>
              <a:ext uri="{FF2B5EF4-FFF2-40B4-BE49-F238E27FC236}">
                <a16:creationId xmlns:a16="http://schemas.microsoft.com/office/drawing/2014/main" id="{A690044B-0ED6-416A-9E50-3B57EF8C085C}"/>
              </a:ext>
            </a:extLst>
          </p:cNvPr>
          <p:cNvSpPr>
            <a:spLocks noGrp="1"/>
          </p:cNvSpPr>
          <p:nvPr/>
        </p:nvSpPr>
        <p:spPr>
          <a:xfrm>
            <a:off x="2629352" y="5320730"/>
            <a:ext cx="28398" cy="28398"/>
          </a:xfrm>
          <a:prstGeom prst="ellipse">
            <a:avLst/>
          </a:prstGeom>
          <a:solidFill>
            <a:srgbClr val="B57442">
              <a:alpha val="30000"/>
            </a:srgbClr>
          </a:solidFill>
          <a:ln w="0">
            <a:noFill/>
            <a:prstDash val="solid"/>
          </a:ln>
        </p:spPr>
      </p:sp>
      <p:sp>
        <p:nvSpPr>
          <p:cNvPr id="1452" name="02_predicted_pose_4751">
            <a:extLst>
              <a:ext uri="{FF2B5EF4-FFF2-40B4-BE49-F238E27FC236}">
                <a16:creationId xmlns:a16="http://schemas.microsoft.com/office/drawing/2014/main" id="{917907DB-E82E-41BB-9241-EEF618AD59DD}"/>
              </a:ext>
            </a:extLst>
          </p:cNvPr>
          <p:cNvSpPr>
            <a:spLocks noGrp="1"/>
          </p:cNvSpPr>
          <p:nvPr/>
        </p:nvSpPr>
        <p:spPr>
          <a:xfrm>
            <a:off x="2378878" y="5112872"/>
            <a:ext cx="28398" cy="28398"/>
          </a:xfrm>
          <a:prstGeom prst="ellipse">
            <a:avLst/>
          </a:prstGeom>
          <a:solidFill>
            <a:srgbClr val="B57442">
              <a:alpha val="30000"/>
            </a:srgbClr>
          </a:solidFill>
          <a:ln w="0">
            <a:noFill/>
            <a:prstDash val="solid"/>
          </a:ln>
        </p:spPr>
      </p:sp>
      <p:sp>
        <p:nvSpPr>
          <p:cNvPr id="1453" name="02_predicted_pose_4752">
            <a:extLst>
              <a:ext uri="{FF2B5EF4-FFF2-40B4-BE49-F238E27FC236}">
                <a16:creationId xmlns:a16="http://schemas.microsoft.com/office/drawing/2014/main" id="{9ADBD699-1E03-42FB-817C-2E94ACB44DEE}"/>
              </a:ext>
            </a:extLst>
          </p:cNvPr>
          <p:cNvSpPr>
            <a:spLocks noGrp="1"/>
          </p:cNvSpPr>
          <p:nvPr/>
        </p:nvSpPr>
        <p:spPr>
          <a:xfrm>
            <a:off x="2525993" y="5674702"/>
            <a:ext cx="28398" cy="28398"/>
          </a:xfrm>
          <a:prstGeom prst="ellipse">
            <a:avLst/>
          </a:prstGeom>
          <a:solidFill>
            <a:srgbClr val="B57442">
              <a:alpha val="30000"/>
            </a:srgbClr>
          </a:solidFill>
          <a:ln w="0">
            <a:noFill/>
            <a:prstDash val="solid"/>
          </a:ln>
        </p:spPr>
      </p:sp>
      <p:sp>
        <p:nvSpPr>
          <p:cNvPr id="1454" name="02_predicted_pose_4753">
            <a:extLst>
              <a:ext uri="{FF2B5EF4-FFF2-40B4-BE49-F238E27FC236}">
                <a16:creationId xmlns:a16="http://schemas.microsoft.com/office/drawing/2014/main" id="{F2096BA6-29AD-4534-B774-F4D6457615DC}"/>
              </a:ext>
            </a:extLst>
          </p:cNvPr>
          <p:cNvSpPr>
            <a:spLocks noGrp="1"/>
          </p:cNvSpPr>
          <p:nvPr/>
        </p:nvSpPr>
        <p:spPr>
          <a:xfrm>
            <a:off x="2539774" y="5735269"/>
            <a:ext cx="28398" cy="28398"/>
          </a:xfrm>
          <a:prstGeom prst="ellipse">
            <a:avLst/>
          </a:prstGeom>
          <a:solidFill>
            <a:srgbClr val="B57442">
              <a:alpha val="30000"/>
            </a:srgbClr>
          </a:solidFill>
          <a:ln w="0">
            <a:noFill/>
            <a:prstDash val="solid"/>
          </a:ln>
        </p:spPr>
      </p:sp>
      <p:sp>
        <p:nvSpPr>
          <p:cNvPr id="1455" name="02_predicted_pose_4754">
            <a:extLst>
              <a:ext uri="{FF2B5EF4-FFF2-40B4-BE49-F238E27FC236}">
                <a16:creationId xmlns:a16="http://schemas.microsoft.com/office/drawing/2014/main" id="{B6287652-A886-4D74-B0E9-9D7C7440266B}"/>
              </a:ext>
            </a:extLst>
          </p:cNvPr>
          <p:cNvSpPr>
            <a:spLocks noGrp="1"/>
          </p:cNvSpPr>
          <p:nvPr/>
        </p:nvSpPr>
        <p:spPr>
          <a:xfrm>
            <a:off x="2500153" y="5433228"/>
            <a:ext cx="28398" cy="28398"/>
          </a:xfrm>
          <a:prstGeom prst="ellipse">
            <a:avLst/>
          </a:prstGeom>
          <a:solidFill>
            <a:srgbClr val="B57442">
              <a:alpha val="30000"/>
            </a:srgbClr>
          </a:solidFill>
          <a:ln w="0">
            <a:noFill/>
            <a:prstDash val="solid"/>
          </a:ln>
        </p:spPr>
      </p:sp>
      <p:sp>
        <p:nvSpPr>
          <p:cNvPr id="1456" name="02_predicted_pose_4755">
            <a:extLst>
              <a:ext uri="{FF2B5EF4-FFF2-40B4-BE49-F238E27FC236}">
                <a16:creationId xmlns:a16="http://schemas.microsoft.com/office/drawing/2014/main" id="{BE418178-29D0-40B6-B0BD-A047FF32BC7B}"/>
              </a:ext>
            </a:extLst>
          </p:cNvPr>
          <p:cNvSpPr>
            <a:spLocks noGrp="1"/>
          </p:cNvSpPr>
          <p:nvPr/>
        </p:nvSpPr>
        <p:spPr>
          <a:xfrm>
            <a:off x="2513934" y="5418823"/>
            <a:ext cx="28398" cy="28398"/>
          </a:xfrm>
          <a:prstGeom prst="ellipse">
            <a:avLst/>
          </a:prstGeom>
          <a:solidFill>
            <a:srgbClr val="B57442">
              <a:alpha val="30000"/>
            </a:srgbClr>
          </a:solidFill>
          <a:ln w="0">
            <a:noFill/>
            <a:prstDash val="solid"/>
          </a:ln>
        </p:spPr>
      </p:sp>
      <p:sp>
        <p:nvSpPr>
          <p:cNvPr id="1457" name="02_predicted_pose_4756">
            <a:extLst>
              <a:ext uri="{FF2B5EF4-FFF2-40B4-BE49-F238E27FC236}">
                <a16:creationId xmlns:a16="http://schemas.microsoft.com/office/drawing/2014/main" id="{0387B9B8-2F99-4AFA-BCD1-ADA496DE7EE0}"/>
              </a:ext>
            </a:extLst>
          </p:cNvPr>
          <p:cNvSpPr>
            <a:spLocks noGrp="1"/>
          </p:cNvSpPr>
          <p:nvPr/>
        </p:nvSpPr>
        <p:spPr>
          <a:xfrm>
            <a:off x="2527715" y="5553549"/>
            <a:ext cx="28398" cy="28398"/>
          </a:xfrm>
          <a:prstGeom prst="ellipse">
            <a:avLst/>
          </a:prstGeom>
          <a:solidFill>
            <a:srgbClr val="B57442">
              <a:alpha val="30000"/>
            </a:srgbClr>
          </a:solidFill>
          <a:ln w="0">
            <a:noFill/>
            <a:prstDash val="solid"/>
          </a:ln>
        </p:spPr>
      </p:sp>
      <p:sp>
        <p:nvSpPr>
          <p:cNvPr id="1458" name="02_predicted_pose_4757">
            <a:extLst>
              <a:ext uri="{FF2B5EF4-FFF2-40B4-BE49-F238E27FC236}">
                <a16:creationId xmlns:a16="http://schemas.microsoft.com/office/drawing/2014/main" id="{91C20AE6-C0A9-46F9-9275-DB71599F5CBE}"/>
              </a:ext>
            </a:extLst>
          </p:cNvPr>
          <p:cNvSpPr>
            <a:spLocks noGrp="1"/>
          </p:cNvSpPr>
          <p:nvPr/>
        </p:nvSpPr>
        <p:spPr>
          <a:xfrm>
            <a:off x="2555278" y="5087462"/>
            <a:ext cx="28398" cy="28398"/>
          </a:xfrm>
          <a:prstGeom prst="ellipse">
            <a:avLst/>
          </a:prstGeom>
          <a:solidFill>
            <a:srgbClr val="B57442">
              <a:alpha val="30000"/>
            </a:srgbClr>
          </a:solidFill>
          <a:ln w="0">
            <a:noFill/>
            <a:prstDash val="solid"/>
          </a:ln>
        </p:spPr>
      </p:sp>
      <p:sp>
        <p:nvSpPr>
          <p:cNvPr id="1459" name="02_predicted_pose_4758">
            <a:extLst>
              <a:ext uri="{FF2B5EF4-FFF2-40B4-BE49-F238E27FC236}">
                <a16:creationId xmlns:a16="http://schemas.microsoft.com/office/drawing/2014/main" id="{0B1A0A83-7F31-4B4C-AE10-93DA800CE7DA}"/>
              </a:ext>
            </a:extLst>
          </p:cNvPr>
          <p:cNvSpPr>
            <a:spLocks noGrp="1"/>
          </p:cNvSpPr>
          <p:nvPr/>
        </p:nvSpPr>
        <p:spPr>
          <a:xfrm>
            <a:off x="2569059" y="5113100"/>
            <a:ext cx="28398" cy="28398"/>
          </a:xfrm>
          <a:prstGeom prst="ellipse">
            <a:avLst/>
          </a:prstGeom>
          <a:solidFill>
            <a:srgbClr val="B57442">
              <a:alpha val="30000"/>
            </a:srgbClr>
          </a:solidFill>
          <a:ln w="0">
            <a:noFill/>
            <a:prstDash val="solid"/>
          </a:ln>
        </p:spPr>
      </p:sp>
      <p:sp>
        <p:nvSpPr>
          <p:cNvPr id="1460" name="02_predicted_pose_4759">
            <a:extLst>
              <a:ext uri="{FF2B5EF4-FFF2-40B4-BE49-F238E27FC236}">
                <a16:creationId xmlns:a16="http://schemas.microsoft.com/office/drawing/2014/main" id="{6A203E9A-A9C4-48C6-A40B-615467ECC9F9}"/>
              </a:ext>
            </a:extLst>
          </p:cNvPr>
          <p:cNvSpPr>
            <a:spLocks noGrp="1"/>
          </p:cNvSpPr>
          <p:nvPr/>
        </p:nvSpPr>
        <p:spPr>
          <a:xfrm>
            <a:off x="2382668" y="5381352"/>
            <a:ext cx="28398" cy="28398"/>
          </a:xfrm>
          <a:prstGeom prst="ellipse">
            <a:avLst/>
          </a:prstGeom>
          <a:solidFill>
            <a:srgbClr val="B57442">
              <a:alpha val="30000"/>
            </a:srgbClr>
          </a:solidFill>
          <a:ln w="0">
            <a:noFill/>
            <a:prstDash val="solid"/>
          </a:ln>
        </p:spPr>
      </p:sp>
      <p:sp>
        <p:nvSpPr>
          <p:cNvPr id="1461" name="02_predicted_pose_4760">
            <a:extLst>
              <a:ext uri="{FF2B5EF4-FFF2-40B4-BE49-F238E27FC236}">
                <a16:creationId xmlns:a16="http://schemas.microsoft.com/office/drawing/2014/main" id="{ED32F520-DE0B-4F93-A2DA-622DF6322033}"/>
              </a:ext>
            </a:extLst>
          </p:cNvPr>
          <p:cNvSpPr>
            <a:spLocks noGrp="1"/>
          </p:cNvSpPr>
          <p:nvPr/>
        </p:nvSpPr>
        <p:spPr>
          <a:xfrm>
            <a:off x="2485338" y="5626721"/>
            <a:ext cx="28398" cy="28398"/>
          </a:xfrm>
          <a:prstGeom prst="ellipse">
            <a:avLst/>
          </a:prstGeom>
          <a:solidFill>
            <a:srgbClr val="B57442">
              <a:alpha val="30000"/>
            </a:srgbClr>
          </a:solidFill>
          <a:ln w="0">
            <a:noFill/>
            <a:prstDash val="solid"/>
          </a:ln>
        </p:spPr>
      </p:sp>
      <p:sp>
        <p:nvSpPr>
          <p:cNvPr id="1462" name="02_predicted_pose_4761">
            <a:extLst>
              <a:ext uri="{FF2B5EF4-FFF2-40B4-BE49-F238E27FC236}">
                <a16:creationId xmlns:a16="http://schemas.microsoft.com/office/drawing/2014/main" id="{893A82A9-AAD4-4C67-9CE1-635FD0ED3484}"/>
              </a:ext>
            </a:extLst>
          </p:cNvPr>
          <p:cNvSpPr>
            <a:spLocks noGrp="1"/>
          </p:cNvSpPr>
          <p:nvPr/>
        </p:nvSpPr>
        <p:spPr>
          <a:xfrm>
            <a:off x="2526682" y="5436374"/>
            <a:ext cx="28398" cy="28398"/>
          </a:xfrm>
          <a:prstGeom prst="ellipse">
            <a:avLst/>
          </a:prstGeom>
          <a:solidFill>
            <a:srgbClr val="B57442">
              <a:alpha val="30000"/>
            </a:srgbClr>
          </a:solidFill>
          <a:ln w="0">
            <a:noFill/>
            <a:prstDash val="solid"/>
          </a:ln>
        </p:spPr>
      </p:sp>
      <p:sp>
        <p:nvSpPr>
          <p:cNvPr id="1463" name="02_predicted_pose_4762">
            <a:extLst>
              <a:ext uri="{FF2B5EF4-FFF2-40B4-BE49-F238E27FC236}">
                <a16:creationId xmlns:a16="http://schemas.microsoft.com/office/drawing/2014/main" id="{88DDF6DB-EFEB-4934-8F8E-5914283D5597}"/>
              </a:ext>
            </a:extLst>
          </p:cNvPr>
          <p:cNvSpPr>
            <a:spLocks noGrp="1"/>
          </p:cNvSpPr>
          <p:nvPr/>
        </p:nvSpPr>
        <p:spPr>
          <a:xfrm>
            <a:off x="2540463" y="5554733"/>
            <a:ext cx="28398" cy="28398"/>
          </a:xfrm>
          <a:prstGeom prst="ellipse">
            <a:avLst/>
          </a:prstGeom>
          <a:solidFill>
            <a:srgbClr val="B57442">
              <a:alpha val="30000"/>
            </a:srgbClr>
          </a:solidFill>
          <a:ln w="0">
            <a:noFill/>
            <a:prstDash val="solid"/>
          </a:ln>
        </p:spPr>
      </p:sp>
      <p:sp>
        <p:nvSpPr>
          <p:cNvPr id="1464" name="02_predicted_pose_4763">
            <a:extLst>
              <a:ext uri="{FF2B5EF4-FFF2-40B4-BE49-F238E27FC236}">
                <a16:creationId xmlns:a16="http://schemas.microsoft.com/office/drawing/2014/main" id="{D431BCA2-B44D-48A1-87D3-F958F667C235}"/>
              </a:ext>
            </a:extLst>
          </p:cNvPr>
          <p:cNvSpPr>
            <a:spLocks noGrp="1"/>
          </p:cNvSpPr>
          <p:nvPr/>
        </p:nvSpPr>
        <p:spPr>
          <a:xfrm>
            <a:off x="2568025" y="5036602"/>
            <a:ext cx="28398" cy="28398"/>
          </a:xfrm>
          <a:prstGeom prst="ellipse">
            <a:avLst/>
          </a:prstGeom>
          <a:solidFill>
            <a:srgbClr val="B57442">
              <a:alpha val="30000"/>
            </a:srgbClr>
          </a:solidFill>
          <a:ln w="0">
            <a:noFill/>
            <a:prstDash val="solid"/>
          </a:ln>
        </p:spPr>
      </p:sp>
      <p:sp>
        <p:nvSpPr>
          <p:cNvPr id="1465" name="02_predicted_pose_4764">
            <a:extLst>
              <a:ext uri="{FF2B5EF4-FFF2-40B4-BE49-F238E27FC236}">
                <a16:creationId xmlns:a16="http://schemas.microsoft.com/office/drawing/2014/main" id="{174BAB0B-F53D-47D1-B8E9-D6EBA32F9041}"/>
              </a:ext>
            </a:extLst>
          </p:cNvPr>
          <p:cNvSpPr>
            <a:spLocks noGrp="1"/>
          </p:cNvSpPr>
          <p:nvPr/>
        </p:nvSpPr>
        <p:spPr>
          <a:xfrm>
            <a:off x="2458809" y="5787441"/>
            <a:ext cx="28398" cy="28398"/>
          </a:xfrm>
          <a:prstGeom prst="ellipse">
            <a:avLst/>
          </a:prstGeom>
          <a:solidFill>
            <a:srgbClr val="B57442">
              <a:alpha val="30000"/>
            </a:srgbClr>
          </a:solidFill>
          <a:ln w="0">
            <a:noFill/>
            <a:prstDash val="solid"/>
          </a:ln>
        </p:spPr>
      </p:sp>
      <p:sp>
        <p:nvSpPr>
          <p:cNvPr id="1466" name="02_predicted_pose_4765">
            <a:extLst>
              <a:ext uri="{FF2B5EF4-FFF2-40B4-BE49-F238E27FC236}">
                <a16:creationId xmlns:a16="http://schemas.microsoft.com/office/drawing/2014/main" id="{4D50CC9B-7935-401B-9A42-D160B04FA78C}"/>
              </a:ext>
            </a:extLst>
          </p:cNvPr>
          <p:cNvSpPr>
            <a:spLocks noGrp="1"/>
          </p:cNvSpPr>
          <p:nvPr/>
        </p:nvSpPr>
        <p:spPr>
          <a:xfrm>
            <a:off x="2486371" y="5778530"/>
            <a:ext cx="28398" cy="28398"/>
          </a:xfrm>
          <a:prstGeom prst="ellipse">
            <a:avLst/>
          </a:prstGeom>
          <a:solidFill>
            <a:srgbClr val="B57442">
              <a:alpha val="30000"/>
            </a:srgbClr>
          </a:solidFill>
          <a:ln w="0">
            <a:noFill/>
            <a:prstDash val="solid"/>
          </a:ln>
        </p:spPr>
      </p:sp>
      <p:sp>
        <p:nvSpPr>
          <p:cNvPr id="1467" name="02_predicted_pose_4766">
            <a:extLst>
              <a:ext uri="{FF2B5EF4-FFF2-40B4-BE49-F238E27FC236}">
                <a16:creationId xmlns:a16="http://schemas.microsoft.com/office/drawing/2014/main" id="{9581D2EF-A1D8-48C2-909F-397D374EBD77}"/>
              </a:ext>
            </a:extLst>
          </p:cNvPr>
          <p:cNvSpPr>
            <a:spLocks noGrp="1"/>
          </p:cNvSpPr>
          <p:nvPr/>
        </p:nvSpPr>
        <p:spPr>
          <a:xfrm>
            <a:off x="2513934" y="5771306"/>
            <a:ext cx="28398" cy="28398"/>
          </a:xfrm>
          <a:prstGeom prst="ellipse">
            <a:avLst/>
          </a:prstGeom>
          <a:solidFill>
            <a:srgbClr val="B57442">
              <a:alpha val="30000"/>
            </a:srgbClr>
          </a:solidFill>
          <a:ln w="0">
            <a:noFill/>
            <a:prstDash val="solid"/>
          </a:ln>
        </p:spPr>
      </p:sp>
      <p:sp>
        <p:nvSpPr>
          <p:cNvPr id="1468" name="02_predicted_pose_4767">
            <a:extLst>
              <a:ext uri="{FF2B5EF4-FFF2-40B4-BE49-F238E27FC236}">
                <a16:creationId xmlns:a16="http://schemas.microsoft.com/office/drawing/2014/main" id="{550AED67-E6F6-4509-A21E-FC684B3B6FE3}"/>
              </a:ext>
            </a:extLst>
          </p:cNvPr>
          <p:cNvSpPr>
            <a:spLocks noGrp="1"/>
          </p:cNvSpPr>
          <p:nvPr/>
        </p:nvSpPr>
        <p:spPr>
          <a:xfrm>
            <a:off x="2541496" y="5831816"/>
            <a:ext cx="28398" cy="28398"/>
          </a:xfrm>
          <a:prstGeom prst="ellipse">
            <a:avLst/>
          </a:prstGeom>
          <a:solidFill>
            <a:srgbClr val="B57442">
              <a:alpha val="30000"/>
            </a:srgbClr>
          </a:solidFill>
          <a:ln w="0">
            <a:noFill/>
            <a:prstDash val="solid"/>
          </a:ln>
        </p:spPr>
      </p:sp>
      <p:sp>
        <p:nvSpPr>
          <p:cNvPr id="1469" name="02_predicted_pose_4768">
            <a:extLst>
              <a:ext uri="{FF2B5EF4-FFF2-40B4-BE49-F238E27FC236}">
                <a16:creationId xmlns:a16="http://schemas.microsoft.com/office/drawing/2014/main" id="{93B7A613-702A-4870-8566-11B19A7239F1}"/>
              </a:ext>
            </a:extLst>
          </p:cNvPr>
          <p:cNvSpPr>
            <a:spLocks noGrp="1"/>
          </p:cNvSpPr>
          <p:nvPr/>
        </p:nvSpPr>
        <p:spPr>
          <a:xfrm>
            <a:off x="2569059" y="5865954"/>
            <a:ext cx="28398" cy="28398"/>
          </a:xfrm>
          <a:prstGeom prst="ellipse">
            <a:avLst/>
          </a:prstGeom>
          <a:solidFill>
            <a:srgbClr val="B57442">
              <a:alpha val="30000"/>
            </a:srgbClr>
          </a:solidFill>
          <a:ln w="0">
            <a:noFill/>
            <a:prstDash val="solid"/>
          </a:ln>
        </p:spPr>
      </p:sp>
      <p:sp>
        <p:nvSpPr>
          <p:cNvPr id="1470" name="02_predicted_pose_4769">
            <a:extLst>
              <a:ext uri="{FF2B5EF4-FFF2-40B4-BE49-F238E27FC236}">
                <a16:creationId xmlns:a16="http://schemas.microsoft.com/office/drawing/2014/main" id="{D99DB18A-2F5F-4C1E-8DCE-DCD809124CB5}"/>
              </a:ext>
            </a:extLst>
          </p:cNvPr>
          <p:cNvSpPr>
            <a:spLocks noGrp="1"/>
          </p:cNvSpPr>
          <p:nvPr/>
        </p:nvSpPr>
        <p:spPr>
          <a:xfrm>
            <a:off x="2472246" y="5833129"/>
            <a:ext cx="28398" cy="28398"/>
          </a:xfrm>
          <a:prstGeom prst="ellipse">
            <a:avLst/>
          </a:prstGeom>
          <a:solidFill>
            <a:srgbClr val="B57442">
              <a:alpha val="30000"/>
            </a:srgbClr>
          </a:solidFill>
          <a:ln w="0">
            <a:noFill/>
            <a:prstDash val="solid"/>
          </a:ln>
        </p:spPr>
      </p:sp>
      <p:sp>
        <p:nvSpPr>
          <p:cNvPr id="1471" name="02_predicted_pose_4770">
            <a:extLst>
              <a:ext uri="{FF2B5EF4-FFF2-40B4-BE49-F238E27FC236}">
                <a16:creationId xmlns:a16="http://schemas.microsoft.com/office/drawing/2014/main" id="{7E77A5ED-9E80-43B7-8E98-83C38B9BF4BA}"/>
              </a:ext>
            </a:extLst>
          </p:cNvPr>
          <p:cNvSpPr>
            <a:spLocks noGrp="1"/>
          </p:cNvSpPr>
          <p:nvPr/>
        </p:nvSpPr>
        <p:spPr>
          <a:xfrm>
            <a:off x="2589386" y="5470937"/>
            <a:ext cx="28398" cy="28398"/>
          </a:xfrm>
          <a:prstGeom prst="ellipse">
            <a:avLst/>
          </a:prstGeom>
          <a:solidFill>
            <a:srgbClr val="B57442">
              <a:alpha val="30000"/>
            </a:srgbClr>
          </a:solidFill>
          <a:ln w="0">
            <a:noFill/>
            <a:prstDash val="solid"/>
          </a:ln>
        </p:spPr>
      </p:sp>
      <p:sp>
        <p:nvSpPr>
          <p:cNvPr id="1472" name="02_predicted_pose_4771">
            <a:extLst>
              <a:ext uri="{FF2B5EF4-FFF2-40B4-BE49-F238E27FC236}">
                <a16:creationId xmlns:a16="http://schemas.microsoft.com/office/drawing/2014/main" id="{E8B75097-07F8-4B47-87BB-00C94AF3AC6B}"/>
              </a:ext>
            </a:extLst>
          </p:cNvPr>
          <p:cNvSpPr>
            <a:spLocks noGrp="1"/>
          </p:cNvSpPr>
          <p:nvPr/>
        </p:nvSpPr>
        <p:spPr>
          <a:xfrm>
            <a:off x="2603167" y="5449606"/>
            <a:ext cx="28398" cy="28398"/>
          </a:xfrm>
          <a:prstGeom prst="ellipse">
            <a:avLst/>
          </a:prstGeom>
          <a:solidFill>
            <a:srgbClr val="B57442">
              <a:alpha val="30000"/>
            </a:srgbClr>
          </a:solidFill>
          <a:ln w="0">
            <a:noFill/>
            <a:prstDash val="solid"/>
          </a:ln>
        </p:spPr>
      </p:sp>
      <p:sp>
        <p:nvSpPr>
          <p:cNvPr id="1473" name="02_predicted_pose_4772">
            <a:extLst>
              <a:ext uri="{FF2B5EF4-FFF2-40B4-BE49-F238E27FC236}">
                <a16:creationId xmlns:a16="http://schemas.microsoft.com/office/drawing/2014/main" id="{AA728EE5-1E2B-4D4E-AE20-6E5413718E4E}"/>
              </a:ext>
            </a:extLst>
          </p:cNvPr>
          <p:cNvSpPr>
            <a:spLocks noGrp="1"/>
          </p:cNvSpPr>
          <p:nvPr/>
        </p:nvSpPr>
        <p:spPr>
          <a:xfrm>
            <a:off x="2386113" y="5261858"/>
            <a:ext cx="28398" cy="28398"/>
          </a:xfrm>
          <a:prstGeom prst="ellipse">
            <a:avLst/>
          </a:prstGeom>
          <a:solidFill>
            <a:srgbClr val="B57442">
              <a:alpha val="30000"/>
            </a:srgbClr>
          </a:solidFill>
          <a:ln w="0">
            <a:noFill/>
            <a:prstDash val="solid"/>
          </a:ln>
        </p:spPr>
      </p:sp>
      <p:sp>
        <p:nvSpPr>
          <p:cNvPr id="1474" name="02_predicted_pose_4773">
            <a:extLst>
              <a:ext uri="{FF2B5EF4-FFF2-40B4-BE49-F238E27FC236}">
                <a16:creationId xmlns:a16="http://schemas.microsoft.com/office/drawing/2014/main" id="{11AD6F43-FCB4-4BCE-9032-A54B8F045937}"/>
              </a:ext>
            </a:extLst>
          </p:cNvPr>
          <p:cNvSpPr>
            <a:spLocks noGrp="1"/>
          </p:cNvSpPr>
          <p:nvPr/>
        </p:nvSpPr>
        <p:spPr>
          <a:xfrm>
            <a:off x="2398516" y="5764110"/>
            <a:ext cx="28398" cy="28398"/>
          </a:xfrm>
          <a:prstGeom prst="ellipse">
            <a:avLst/>
          </a:prstGeom>
          <a:solidFill>
            <a:srgbClr val="B57442">
              <a:alpha val="30000"/>
            </a:srgbClr>
          </a:solidFill>
          <a:ln w="0">
            <a:noFill/>
            <a:prstDash val="solid"/>
          </a:ln>
        </p:spPr>
      </p:sp>
      <p:sp>
        <p:nvSpPr>
          <p:cNvPr id="1475" name="02_predicted_pose_4774">
            <a:extLst>
              <a:ext uri="{FF2B5EF4-FFF2-40B4-BE49-F238E27FC236}">
                <a16:creationId xmlns:a16="http://schemas.microsoft.com/office/drawing/2014/main" id="{B8BC5C70-B613-4D33-82A6-5C37C4885B14}"/>
              </a:ext>
            </a:extLst>
          </p:cNvPr>
          <p:cNvSpPr>
            <a:spLocks noGrp="1"/>
          </p:cNvSpPr>
          <p:nvPr/>
        </p:nvSpPr>
        <p:spPr>
          <a:xfrm>
            <a:off x="2440204" y="5821076"/>
            <a:ext cx="28398" cy="28398"/>
          </a:xfrm>
          <a:prstGeom prst="ellipse">
            <a:avLst/>
          </a:prstGeom>
          <a:solidFill>
            <a:srgbClr val="B57442">
              <a:alpha val="30000"/>
            </a:srgbClr>
          </a:solidFill>
          <a:ln w="0">
            <a:noFill/>
            <a:prstDash val="solid"/>
          </a:ln>
        </p:spPr>
      </p:sp>
      <p:sp>
        <p:nvSpPr>
          <p:cNvPr id="1476" name="02_predicted_pose_4775">
            <a:extLst>
              <a:ext uri="{FF2B5EF4-FFF2-40B4-BE49-F238E27FC236}">
                <a16:creationId xmlns:a16="http://schemas.microsoft.com/office/drawing/2014/main" id="{BE2508C5-A89C-40F3-BF08-06DDA63C3C48}"/>
              </a:ext>
            </a:extLst>
          </p:cNvPr>
          <p:cNvSpPr>
            <a:spLocks noGrp="1"/>
          </p:cNvSpPr>
          <p:nvPr/>
        </p:nvSpPr>
        <p:spPr>
          <a:xfrm>
            <a:off x="2403684" y="5752773"/>
            <a:ext cx="28398" cy="28398"/>
          </a:xfrm>
          <a:prstGeom prst="ellipse">
            <a:avLst/>
          </a:prstGeom>
          <a:solidFill>
            <a:srgbClr val="B57442">
              <a:alpha val="30000"/>
            </a:srgbClr>
          </a:solidFill>
          <a:ln w="0">
            <a:noFill/>
            <a:prstDash val="solid"/>
          </a:ln>
        </p:spPr>
      </p:sp>
      <p:sp>
        <p:nvSpPr>
          <p:cNvPr id="1477" name="02_predicted_pose_4776">
            <a:extLst>
              <a:ext uri="{FF2B5EF4-FFF2-40B4-BE49-F238E27FC236}">
                <a16:creationId xmlns:a16="http://schemas.microsoft.com/office/drawing/2014/main" id="{5B72E69E-D333-45CC-B46E-5F56EE94E9FD}"/>
              </a:ext>
            </a:extLst>
          </p:cNvPr>
          <p:cNvSpPr>
            <a:spLocks noGrp="1"/>
          </p:cNvSpPr>
          <p:nvPr/>
        </p:nvSpPr>
        <p:spPr>
          <a:xfrm>
            <a:off x="2351660" y="5579893"/>
            <a:ext cx="28398" cy="28398"/>
          </a:xfrm>
          <a:prstGeom prst="ellipse">
            <a:avLst/>
          </a:prstGeom>
          <a:solidFill>
            <a:srgbClr val="B57442">
              <a:alpha val="30000"/>
            </a:srgbClr>
          </a:solidFill>
          <a:ln w="0">
            <a:noFill/>
            <a:prstDash val="solid"/>
          </a:ln>
        </p:spPr>
      </p:sp>
      <p:sp>
        <p:nvSpPr>
          <p:cNvPr id="1478" name="02_predicted_pose_4777">
            <a:extLst>
              <a:ext uri="{FF2B5EF4-FFF2-40B4-BE49-F238E27FC236}">
                <a16:creationId xmlns:a16="http://schemas.microsoft.com/office/drawing/2014/main" id="{EAEF3959-6601-459A-8B97-D6DE68972366}"/>
              </a:ext>
            </a:extLst>
          </p:cNvPr>
          <p:cNvSpPr>
            <a:spLocks noGrp="1"/>
          </p:cNvSpPr>
          <p:nvPr/>
        </p:nvSpPr>
        <p:spPr>
          <a:xfrm>
            <a:off x="2483960" y="5858559"/>
            <a:ext cx="28398" cy="28398"/>
          </a:xfrm>
          <a:prstGeom prst="ellipse">
            <a:avLst/>
          </a:prstGeom>
          <a:solidFill>
            <a:srgbClr val="B57442">
              <a:alpha val="30000"/>
            </a:srgbClr>
          </a:solidFill>
          <a:ln w="0">
            <a:noFill/>
            <a:prstDash val="solid"/>
          </a:ln>
        </p:spPr>
      </p:sp>
      <p:sp>
        <p:nvSpPr>
          <p:cNvPr id="1479" name="02_predicted_pose_4778">
            <a:extLst>
              <a:ext uri="{FF2B5EF4-FFF2-40B4-BE49-F238E27FC236}">
                <a16:creationId xmlns:a16="http://schemas.microsoft.com/office/drawing/2014/main" id="{66657D3C-0551-4B77-B473-6538AC4AAE00}"/>
              </a:ext>
            </a:extLst>
          </p:cNvPr>
          <p:cNvSpPr>
            <a:spLocks noGrp="1"/>
          </p:cNvSpPr>
          <p:nvPr/>
        </p:nvSpPr>
        <p:spPr>
          <a:xfrm>
            <a:off x="2497741" y="5914801"/>
            <a:ext cx="28398" cy="28398"/>
          </a:xfrm>
          <a:prstGeom prst="ellipse">
            <a:avLst/>
          </a:prstGeom>
          <a:solidFill>
            <a:srgbClr val="B57442">
              <a:alpha val="30000"/>
            </a:srgbClr>
          </a:solidFill>
          <a:ln w="0">
            <a:noFill/>
            <a:prstDash val="solid"/>
          </a:ln>
        </p:spPr>
      </p:sp>
      <p:sp>
        <p:nvSpPr>
          <p:cNvPr id="1480" name="02_predicted_pose_4779">
            <a:extLst>
              <a:ext uri="{FF2B5EF4-FFF2-40B4-BE49-F238E27FC236}">
                <a16:creationId xmlns:a16="http://schemas.microsoft.com/office/drawing/2014/main" id="{4F23BD77-5C1D-480D-A059-6549CB7EEC11}"/>
              </a:ext>
            </a:extLst>
          </p:cNvPr>
          <p:cNvSpPr>
            <a:spLocks noGrp="1"/>
          </p:cNvSpPr>
          <p:nvPr/>
        </p:nvSpPr>
        <p:spPr>
          <a:xfrm>
            <a:off x="2511522" y="5879093"/>
            <a:ext cx="28398" cy="28398"/>
          </a:xfrm>
          <a:prstGeom prst="ellipse">
            <a:avLst/>
          </a:prstGeom>
          <a:solidFill>
            <a:srgbClr val="B57442">
              <a:alpha val="30000"/>
            </a:srgbClr>
          </a:solidFill>
          <a:ln w="0">
            <a:noFill/>
            <a:prstDash val="solid"/>
          </a:ln>
        </p:spPr>
      </p:sp>
      <p:sp>
        <p:nvSpPr>
          <p:cNvPr id="1481" name="02_predicted_pose_4780">
            <a:extLst>
              <a:ext uri="{FF2B5EF4-FFF2-40B4-BE49-F238E27FC236}">
                <a16:creationId xmlns:a16="http://schemas.microsoft.com/office/drawing/2014/main" id="{BE423908-3DC6-42D4-8093-5719B823D72C}"/>
              </a:ext>
            </a:extLst>
          </p:cNvPr>
          <p:cNvSpPr>
            <a:spLocks noGrp="1"/>
          </p:cNvSpPr>
          <p:nvPr/>
        </p:nvSpPr>
        <p:spPr>
          <a:xfrm>
            <a:off x="2525303" y="5628990"/>
            <a:ext cx="28398" cy="28398"/>
          </a:xfrm>
          <a:prstGeom prst="ellipse">
            <a:avLst/>
          </a:prstGeom>
          <a:solidFill>
            <a:srgbClr val="B57442">
              <a:alpha val="30000"/>
            </a:srgbClr>
          </a:solidFill>
          <a:ln w="0">
            <a:noFill/>
            <a:prstDash val="solid"/>
          </a:ln>
        </p:spPr>
      </p:sp>
      <p:sp>
        <p:nvSpPr>
          <p:cNvPr id="1482" name="02_predicted_pose_4781">
            <a:extLst>
              <a:ext uri="{FF2B5EF4-FFF2-40B4-BE49-F238E27FC236}">
                <a16:creationId xmlns:a16="http://schemas.microsoft.com/office/drawing/2014/main" id="{80B639B5-6F11-4030-AD8A-F2632D4FB9BE}"/>
              </a:ext>
            </a:extLst>
          </p:cNvPr>
          <p:cNvSpPr>
            <a:spLocks noGrp="1"/>
          </p:cNvSpPr>
          <p:nvPr/>
        </p:nvSpPr>
        <p:spPr>
          <a:xfrm>
            <a:off x="2320308" y="5851032"/>
            <a:ext cx="28398" cy="28398"/>
          </a:xfrm>
          <a:prstGeom prst="ellipse">
            <a:avLst/>
          </a:prstGeom>
          <a:solidFill>
            <a:srgbClr val="B57442">
              <a:alpha val="30000"/>
            </a:srgbClr>
          </a:solidFill>
          <a:ln w="0">
            <a:noFill/>
            <a:prstDash val="solid"/>
          </a:ln>
        </p:spPr>
      </p:sp>
      <p:sp>
        <p:nvSpPr>
          <p:cNvPr id="1483" name="02_predicted_pose_4782">
            <a:extLst>
              <a:ext uri="{FF2B5EF4-FFF2-40B4-BE49-F238E27FC236}">
                <a16:creationId xmlns:a16="http://schemas.microsoft.com/office/drawing/2014/main" id="{FAB0669E-288B-4F02-86C6-6DED640D88E5}"/>
              </a:ext>
            </a:extLst>
          </p:cNvPr>
          <p:cNvSpPr>
            <a:spLocks noGrp="1"/>
          </p:cNvSpPr>
          <p:nvPr/>
        </p:nvSpPr>
        <p:spPr>
          <a:xfrm>
            <a:off x="2347870" y="5775301"/>
            <a:ext cx="28398" cy="28398"/>
          </a:xfrm>
          <a:prstGeom prst="ellipse">
            <a:avLst/>
          </a:prstGeom>
          <a:solidFill>
            <a:srgbClr val="B57442">
              <a:alpha val="30000"/>
            </a:srgbClr>
          </a:solidFill>
          <a:ln w="0">
            <a:noFill/>
            <a:prstDash val="solid"/>
          </a:ln>
        </p:spPr>
      </p:sp>
      <p:sp>
        <p:nvSpPr>
          <p:cNvPr id="1484" name="02_predicted_pose_4783">
            <a:extLst>
              <a:ext uri="{FF2B5EF4-FFF2-40B4-BE49-F238E27FC236}">
                <a16:creationId xmlns:a16="http://schemas.microsoft.com/office/drawing/2014/main" id="{181FCAEC-632C-4E56-9047-1C68D383751B}"/>
              </a:ext>
            </a:extLst>
          </p:cNvPr>
          <p:cNvSpPr>
            <a:spLocks noGrp="1"/>
          </p:cNvSpPr>
          <p:nvPr/>
        </p:nvSpPr>
        <p:spPr>
          <a:xfrm>
            <a:off x="2559412" y="5541008"/>
            <a:ext cx="28398" cy="28398"/>
          </a:xfrm>
          <a:prstGeom prst="ellipse">
            <a:avLst/>
          </a:prstGeom>
          <a:solidFill>
            <a:srgbClr val="B57442">
              <a:alpha val="30000"/>
            </a:srgbClr>
          </a:solidFill>
          <a:ln w="0">
            <a:noFill/>
            <a:prstDash val="solid"/>
          </a:ln>
        </p:spPr>
      </p:sp>
      <p:sp>
        <p:nvSpPr>
          <p:cNvPr id="1485" name="02_predicted_pose_4784">
            <a:extLst>
              <a:ext uri="{FF2B5EF4-FFF2-40B4-BE49-F238E27FC236}">
                <a16:creationId xmlns:a16="http://schemas.microsoft.com/office/drawing/2014/main" id="{0C6828E9-D6C6-4104-AF15-DDCD07ABD5B1}"/>
              </a:ext>
            </a:extLst>
          </p:cNvPr>
          <p:cNvSpPr>
            <a:spLocks noGrp="1"/>
          </p:cNvSpPr>
          <p:nvPr/>
        </p:nvSpPr>
        <p:spPr>
          <a:xfrm>
            <a:off x="2594210" y="5524792"/>
            <a:ext cx="28398" cy="28398"/>
          </a:xfrm>
          <a:prstGeom prst="ellipse">
            <a:avLst/>
          </a:prstGeom>
          <a:solidFill>
            <a:srgbClr val="B57442">
              <a:alpha val="30000"/>
            </a:srgbClr>
          </a:solidFill>
          <a:ln w="0">
            <a:noFill/>
            <a:prstDash val="solid"/>
          </a:ln>
        </p:spPr>
      </p:sp>
      <p:sp>
        <p:nvSpPr>
          <p:cNvPr id="1486" name="02_predicted_pose_4785">
            <a:extLst>
              <a:ext uri="{FF2B5EF4-FFF2-40B4-BE49-F238E27FC236}">
                <a16:creationId xmlns:a16="http://schemas.microsoft.com/office/drawing/2014/main" id="{33B9F5F2-DC45-42F5-ADAA-53411FB0668E}"/>
              </a:ext>
            </a:extLst>
          </p:cNvPr>
          <p:cNvSpPr>
            <a:spLocks noGrp="1"/>
          </p:cNvSpPr>
          <p:nvPr/>
        </p:nvSpPr>
        <p:spPr>
          <a:xfrm>
            <a:off x="712800" y="4810680"/>
            <a:ext cx="191" cy="1545120"/>
          </a:xfrm>
          <a:custGeom>
            <a:avLst/>
            <a:gdLst/>
            <a:ahLst/>
            <a:cxnLst/>
            <a:rect l="0" t="0" r="0" b="0"/>
            <a:pathLst>
              <a:path w="191" h="1545120">
                <a:moveTo>
                  <a:pt x="0" y="1545120"/>
                </a:moveTo>
                <a:lnTo>
                  <a:pt x="0" y="0"/>
                </a:lnTo>
              </a:path>
            </a:pathLst>
          </a:custGeom>
          <a:noFill/>
          <a:ln w="8890">
            <a:solidFill>
              <a:srgbClr val="000000"/>
            </a:solidFill>
            <a:prstDash val="solid"/>
          </a:ln>
        </p:spPr>
      </p:sp>
      <p:sp>
        <p:nvSpPr>
          <p:cNvPr id="1487" name="02_predicted_pose_4786">
            <a:extLst>
              <a:ext uri="{FF2B5EF4-FFF2-40B4-BE49-F238E27FC236}">
                <a16:creationId xmlns:a16="http://schemas.microsoft.com/office/drawing/2014/main" id="{26758A8E-E00E-4580-8726-85980643406C}"/>
              </a:ext>
            </a:extLst>
          </p:cNvPr>
          <p:cNvSpPr>
            <a:spLocks noGrp="1"/>
          </p:cNvSpPr>
          <p:nvPr/>
        </p:nvSpPr>
        <p:spPr>
          <a:xfrm>
            <a:off x="712800" y="6355800"/>
            <a:ext cx="2402069" cy="191"/>
          </a:xfrm>
          <a:custGeom>
            <a:avLst/>
            <a:gdLst/>
            <a:ahLst/>
            <a:cxnLst/>
            <a:rect l="0" t="0" r="0" b="0"/>
            <a:pathLst>
              <a:path w="2402069" h="191">
                <a:moveTo>
                  <a:pt x="0" y="0"/>
                </a:moveTo>
                <a:lnTo>
                  <a:pt x="2402069" y="0"/>
                </a:lnTo>
              </a:path>
            </a:pathLst>
          </a:custGeom>
          <a:noFill/>
          <a:ln w="8890">
            <a:solidFill>
              <a:srgbClr val="000000"/>
            </a:solidFill>
            <a:prstDash val="solid"/>
          </a:ln>
        </p:spPr>
      </p:sp>
      <p:sp>
        <p:nvSpPr>
          <p:cNvPr id="1488" name="02_predicted_pose_4787">
            <a:extLst>
              <a:ext uri="{FF2B5EF4-FFF2-40B4-BE49-F238E27FC236}">
                <a16:creationId xmlns:a16="http://schemas.microsoft.com/office/drawing/2014/main" id="{96575DA0-2200-4F0A-BA32-0F5B273C2317}"/>
              </a:ext>
            </a:extLst>
          </p:cNvPr>
          <p:cNvSpPr>
            <a:spLocks noGrp="1"/>
          </p:cNvSpPr>
          <p:nvPr/>
        </p:nvSpPr>
        <p:spPr>
          <a:xfrm>
            <a:off x="1198933" y="5660676"/>
            <a:ext cx="285961" cy="253381"/>
          </a:xfrm>
          <a:custGeom>
            <a:avLst/>
            <a:gdLst/>
            <a:ahLst/>
            <a:cxnLst/>
            <a:rect l="0" t="0" r="0" b="0"/>
            <a:pathLst>
              <a:path w="285961" h="253381">
                <a:moveTo>
                  <a:pt x="0" y="253381"/>
                </a:moveTo>
                <a:lnTo>
                  <a:pt x="285961" y="253381"/>
                </a:lnTo>
                <a:lnTo>
                  <a:pt x="285961" y="0"/>
                </a:lnTo>
                <a:lnTo>
                  <a:pt x="0" y="0"/>
                </a:lnTo>
                <a:lnTo>
                  <a:pt x="0" y="253381"/>
                </a:lnTo>
                <a:lnTo>
                  <a:pt x="0" y="253381"/>
                </a:lnTo>
                <a:close/>
              </a:path>
            </a:pathLst>
          </a:custGeom>
          <a:solidFill>
            <a:srgbClr val="FFFFFF"/>
          </a:solidFill>
          <a:ln w="12700">
            <a:solidFill>
              <a:srgbClr val="5879BD"/>
            </a:solidFill>
            <a:prstDash val="solid"/>
          </a:ln>
        </p:spPr>
      </p:sp>
      <p:sp>
        <p:nvSpPr>
          <p:cNvPr id="1489" name="02_predicted_pose_4788">
            <a:extLst>
              <a:ext uri="{FF2B5EF4-FFF2-40B4-BE49-F238E27FC236}">
                <a16:creationId xmlns:a16="http://schemas.microsoft.com/office/drawing/2014/main" id="{F9BD8B60-971D-4685-8502-C1399821DF40}"/>
              </a:ext>
            </a:extLst>
          </p:cNvPr>
          <p:cNvSpPr>
            <a:spLocks noGrp="1"/>
          </p:cNvSpPr>
          <p:nvPr/>
        </p:nvSpPr>
        <p:spPr>
          <a:xfrm>
            <a:off x="1341913" y="5914057"/>
            <a:ext cx="191" cy="99180"/>
          </a:xfrm>
          <a:custGeom>
            <a:avLst/>
            <a:gdLst/>
            <a:ahLst/>
            <a:cxnLst/>
            <a:rect l="0" t="0" r="0" b="0"/>
            <a:pathLst>
              <a:path w="191" h="99180">
                <a:moveTo>
                  <a:pt x="0" y="0"/>
                </a:moveTo>
                <a:lnTo>
                  <a:pt x="0" y="99180"/>
                </a:lnTo>
              </a:path>
            </a:pathLst>
          </a:custGeom>
          <a:noFill/>
          <a:ln w="8890">
            <a:solidFill>
              <a:srgbClr val="5879BD"/>
            </a:solidFill>
            <a:prstDash val="solid"/>
          </a:ln>
        </p:spPr>
      </p:sp>
      <p:sp>
        <p:nvSpPr>
          <p:cNvPr id="1490" name="02_predicted_pose_4789">
            <a:extLst>
              <a:ext uri="{FF2B5EF4-FFF2-40B4-BE49-F238E27FC236}">
                <a16:creationId xmlns:a16="http://schemas.microsoft.com/office/drawing/2014/main" id="{6D900941-4096-43D4-B6D4-A4689F681A0C}"/>
              </a:ext>
            </a:extLst>
          </p:cNvPr>
          <p:cNvSpPr>
            <a:spLocks noGrp="1"/>
          </p:cNvSpPr>
          <p:nvPr/>
        </p:nvSpPr>
        <p:spPr>
          <a:xfrm>
            <a:off x="1341913" y="5121920"/>
            <a:ext cx="191" cy="538755"/>
          </a:xfrm>
          <a:custGeom>
            <a:avLst/>
            <a:gdLst/>
            <a:ahLst/>
            <a:cxnLst/>
            <a:rect l="0" t="0" r="0" b="0"/>
            <a:pathLst>
              <a:path w="191" h="538755">
                <a:moveTo>
                  <a:pt x="0" y="538755"/>
                </a:moveTo>
                <a:lnTo>
                  <a:pt x="0" y="0"/>
                </a:lnTo>
              </a:path>
            </a:pathLst>
          </a:custGeom>
          <a:noFill/>
          <a:ln w="8890">
            <a:solidFill>
              <a:srgbClr val="5879BD"/>
            </a:solidFill>
            <a:prstDash val="solid"/>
          </a:ln>
        </p:spPr>
      </p:sp>
      <p:sp>
        <p:nvSpPr>
          <p:cNvPr id="1491" name="02_predicted_pose_4790">
            <a:extLst>
              <a:ext uri="{FF2B5EF4-FFF2-40B4-BE49-F238E27FC236}">
                <a16:creationId xmlns:a16="http://schemas.microsoft.com/office/drawing/2014/main" id="{9FF9A736-A848-4EC1-9724-743218A73E3D}"/>
              </a:ext>
            </a:extLst>
          </p:cNvPr>
          <p:cNvSpPr>
            <a:spLocks noGrp="1"/>
          </p:cNvSpPr>
          <p:nvPr/>
        </p:nvSpPr>
        <p:spPr>
          <a:xfrm>
            <a:off x="1270423" y="6013236"/>
            <a:ext cx="142980" cy="191"/>
          </a:xfrm>
          <a:custGeom>
            <a:avLst/>
            <a:gdLst/>
            <a:ahLst/>
            <a:cxnLst/>
            <a:rect l="0" t="0" r="0" b="0"/>
            <a:pathLst>
              <a:path w="142980" h="191">
                <a:moveTo>
                  <a:pt x="0" y="0"/>
                </a:moveTo>
                <a:lnTo>
                  <a:pt x="142980" y="0"/>
                </a:lnTo>
              </a:path>
            </a:pathLst>
          </a:custGeom>
          <a:noFill/>
          <a:ln w="8890">
            <a:solidFill>
              <a:srgbClr val="5879BD"/>
            </a:solidFill>
            <a:prstDash val="solid"/>
          </a:ln>
        </p:spPr>
      </p:sp>
      <p:sp>
        <p:nvSpPr>
          <p:cNvPr id="1492" name="02_predicted_pose_4791">
            <a:extLst>
              <a:ext uri="{FF2B5EF4-FFF2-40B4-BE49-F238E27FC236}">
                <a16:creationId xmlns:a16="http://schemas.microsoft.com/office/drawing/2014/main" id="{39C3C07C-59F3-478D-86AD-4AFD2F9E0805}"/>
              </a:ext>
            </a:extLst>
          </p:cNvPr>
          <p:cNvSpPr>
            <a:spLocks noGrp="1"/>
          </p:cNvSpPr>
          <p:nvPr/>
        </p:nvSpPr>
        <p:spPr>
          <a:xfrm>
            <a:off x="1270423" y="5121920"/>
            <a:ext cx="142980" cy="191"/>
          </a:xfrm>
          <a:custGeom>
            <a:avLst/>
            <a:gdLst/>
            <a:ahLst/>
            <a:cxnLst/>
            <a:rect l="0" t="0" r="0" b="0"/>
            <a:pathLst>
              <a:path w="142980" h="191">
                <a:moveTo>
                  <a:pt x="0" y="0"/>
                </a:moveTo>
                <a:lnTo>
                  <a:pt x="142980" y="0"/>
                </a:lnTo>
              </a:path>
            </a:pathLst>
          </a:custGeom>
          <a:noFill/>
          <a:ln w="8890">
            <a:solidFill>
              <a:srgbClr val="5879BD"/>
            </a:solidFill>
            <a:prstDash val="solid"/>
          </a:ln>
        </p:spPr>
      </p:sp>
      <p:sp>
        <p:nvSpPr>
          <p:cNvPr id="1493" name="02_predicted_pose_4792">
            <a:extLst>
              <a:ext uri="{FF2B5EF4-FFF2-40B4-BE49-F238E27FC236}">
                <a16:creationId xmlns:a16="http://schemas.microsoft.com/office/drawing/2014/main" id="{C762C67F-CA56-4AB6-BC82-AE9AAC5204E3}"/>
              </a:ext>
            </a:extLst>
          </p:cNvPr>
          <p:cNvSpPr>
            <a:spLocks noGrp="1"/>
          </p:cNvSpPr>
          <p:nvPr/>
        </p:nvSpPr>
        <p:spPr>
          <a:xfrm>
            <a:off x="2342775" y="5569076"/>
            <a:ext cx="285961" cy="199850"/>
          </a:xfrm>
          <a:custGeom>
            <a:avLst/>
            <a:gdLst/>
            <a:ahLst/>
            <a:cxnLst/>
            <a:rect l="0" t="0" r="0" b="0"/>
            <a:pathLst>
              <a:path w="285961" h="199850">
                <a:moveTo>
                  <a:pt x="0" y="199850"/>
                </a:moveTo>
                <a:lnTo>
                  <a:pt x="285961" y="199850"/>
                </a:lnTo>
                <a:lnTo>
                  <a:pt x="285961" y="0"/>
                </a:lnTo>
                <a:lnTo>
                  <a:pt x="0" y="0"/>
                </a:lnTo>
                <a:lnTo>
                  <a:pt x="0" y="199850"/>
                </a:lnTo>
                <a:lnTo>
                  <a:pt x="0" y="199850"/>
                </a:lnTo>
                <a:close/>
              </a:path>
            </a:pathLst>
          </a:custGeom>
          <a:solidFill>
            <a:srgbClr val="FFFFFF"/>
          </a:solidFill>
          <a:ln w="12700">
            <a:solidFill>
              <a:srgbClr val="B57442"/>
            </a:solidFill>
            <a:prstDash val="solid"/>
          </a:ln>
        </p:spPr>
      </p:sp>
      <p:sp>
        <p:nvSpPr>
          <p:cNvPr id="1494" name="02_predicted_pose_4793">
            <a:extLst>
              <a:ext uri="{FF2B5EF4-FFF2-40B4-BE49-F238E27FC236}">
                <a16:creationId xmlns:a16="http://schemas.microsoft.com/office/drawing/2014/main" id="{6F1AE81E-33E4-4035-A269-5488E6081371}"/>
              </a:ext>
            </a:extLst>
          </p:cNvPr>
          <p:cNvSpPr>
            <a:spLocks noGrp="1"/>
          </p:cNvSpPr>
          <p:nvPr/>
        </p:nvSpPr>
        <p:spPr>
          <a:xfrm>
            <a:off x="2485756" y="5768926"/>
            <a:ext cx="191" cy="104611"/>
          </a:xfrm>
          <a:custGeom>
            <a:avLst/>
            <a:gdLst/>
            <a:ahLst/>
            <a:cxnLst/>
            <a:rect l="0" t="0" r="0" b="0"/>
            <a:pathLst>
              <a:path w="191" h="104611">
                <a:moveTo>
                  <a:pt x="0" y="0"/>
                </a:moveTo>
                <a:lnTo>
                  <a:pt x="0" y="104611"/>
                </a:lnTo>
              </a:path>
            </a:pathLst>
          </a:custGeom>
          <a:noFill/>
          <a:ln w="8890">
            <a:solidFill>
              <a:srgbClr val="B57442"/>
            </a:solidFill>
            <a:prstDash val="solid"/>
          </a:ln>
        </p:spPr>
      </p:sp>
      <p:sp>
        <p:nvSpPr>
          <p:cNvPr id="1495" name="02_predicted_pose_4794">
            <a:extLst>
              <a:ext uri="{FF2B5EF4-FFF2-40B4-BE49-F238E27FC236}">
                <a16:creationId xmlns:a16="http://schemas.microsoft.com/office/drawing/2014/main" id="{1326202F-ABE9-4B9E-B403-54B798BC92A6}"/>
              </a:ext>
            </a:extLst>
          </p:cNvPr>
          <p:cNvSpPr>
            <a:spLocks noGrp="1"/>
          </p:cNvSpPr>
          <p:nvPr/>
        </p:nvSpPr>
        <p:spPr>
          <a:xfrm>
            <a:off x="2485756" y="5204161"/>
            <a:ext cx="191" cy="364916"/>
          </a:xfrm>
          <a:custGeom>
            <a:avLst/>
            <a:gdLst/>
            <a:ahLst/>
            <a:cxnLst/>
            <a:rect l="0" t="0" r="0" b="0"/>
            <a:pathLst>
              <a:path w="191" h="364916">
                <a:moveTo>
                  <a:pt x="0" y="364916"/>
                </a:moveTo>
                <a:lnTo>
                  <a:pt x="0" y="0"/>
                </a:lnTo>
              </a:path>
            </a:pathLst>
          </a:custGeom>
          <a:noFill/>
          <a:ln w="8890">
            <a:solidFill>
              <a:srgbClr val="B57442"/>
            </a:solidFill>
            <a:prstDash val="solid"/>
          </a:ln>
        </p:spPr>
      </p:sp>
      <p:sp>
        <p:nvSpPr>
          <p:cNvPr id="1496" name="02_predicted_pose_4795">
            <a:extLst>
              <a:ext uri="{FF2B5EF4-FFF2-40B4-BE49-F238E27FC236}">
                <a16:creationId xmlns:a16="http://schemas.microsoft.com/office/drawing/2014/main" id="{591EC23B-5ECD-4087-A042-27C2185EF488}"/>
              </a:ext>
            </a:extLst>
          </p:cNvPr>
          <p:cNvSpPr>
            <a:spLocks noGrp="1"/>
          </p:cNvSpPr>
          <p:nvPr/>
        </p:nvSpPr>
        <p:spPr>
          <a:xfrm>
            <a:off x="2414266" y="5873538"/>
            <a:ext cx="142980" cy="191"/>
          </a:xfrm>
          <a:custGeom>
            <a:avLst/>
            <a:gdLst/>
            <a:ahLst/>
            <a:cxnLst/>
            <a:rect l="0" t="0" r="0" b="0"/>
            <a:pathLst>
              <a:path w="142980" h="191">
                <a:moveTo>
                  <a:pt x="0" y="0"/>
                </a:moveTo>
                <a:lnTo>
                  <a:pt x="142980" y="0"/>
                </a:lnTo>
              </a:path>
            </a:pathLst>
          </a:custGeom>
          <a:noFill/>
          <a:ln w="8890">
            <a:solidFill>
              <a:srgbClr val="B57442"/>
            </a:solidFill>
            <a:prstDash val="solid"/>
          </a:ln>
        </p:spPr>
      </p:sp>
      <p:sp>
        <p:nvSpPr>
          <p:cNvPr id="1497" name="02_predicted_pose_4796">
            <a:extLst>
              <a:ext uri="{FF2B5EF4-FFF2-40B4-BE49-F238E27FC236}">
                <a16:creationId xmlns:a16="http://schemas.microsoft.com/office/drawing/2014/main" id="{EED73448-E740-4DB1-BF79-F027B1C72F3D}"/>
              </a:ext>
            </a:extLst>
          </p:cNvPr>
          <p:cNvSpPr>
            <a:spLocks noGrp="1"/>
          </p:cNvSpPr>
          <p:nvPr/>
        </p:nvSpPr>
        <p:spPr>
          <a:xfrm>
            <a:off x="2414266" y="5204161"/>
            <a:ext cx="142980" cy="191"/>
          </a:xfrm>
          <a:custGeom>
            <a:avLst/>
            <a:gdLst/>
            <a:ahLst/>
            <a:cxnLst/>
            <a:rect l="0" t="0" r="0" b="0"/>
            <a:pathLst>
              <a:path w="142980" h="191">
                <a:moveTo>
                  <a:pt x="0" y="0"/>
                </a:moveTo>
                <a:lnTo>
                  <a:pt x="142980" y="0"/>
                </a:lnTo>
              </a:path>
            </a:pathLst>
          </a:custGeom>
          <a:noFill/>
          <a:ln w="8890">
            <a:solidFill>
              <a:srgbClr val="B57442"/>
            </a:solidFill>
            <a:prstDash val="solid"/>
          </a:ln>
        </p:spPr>
      </p:sp>
      <p:sp>
        <p:nvSpPr>
          <p:cNvPr id="1498" name="text_4797">
            <a:extLst>
              <a:ext uri="{FF2B5EF4-FFF2-40B4-BE49-F238E27FC236}">
                <a16:creationId xmlns:a16="http://schemas.microsoft.com/office/drawing/2014/main" id="{9544E4F0-3641-41CF-9032-ED1B94BA0F9A}"/>
              </a:ext>
            </a:extLst>
          </p:cNvPr>
          <p:cNvSpPr>
            <a:spLocks noGrp="1"/>
          </p:cNvSpPr>
          <p:nvPr/>
        </p:nvSpPr>
        <p:spPr>
          <a:xfrm>
            <a:off x="280428" y="4646742"/>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c</a:t>
            </a:r>
          </a:p>
        </p:txBody>
      </p:sp>
      <p:sp>
        <p:nvSpPr>
          <p:cNvPr id="1499" name="text_4798">
            <a:extLst>
              <a:ext uri="{FF2B5EF4-FFF2-40B4-BE49-F238E27FC236}">
                <a16:creationId xmlns:a16="http://schemas.microsoft.com/office/drawing/2014/main" id="{591C09F7-A499-4CF4-9C19-83DFF5D1FA26}"/>
              </a:ext>
            </a:extLst>
          </p:cNvPr>
          <p:cNvSpPr>
            <a:spLocks noGrp="1"/>
          </p:cNvSpPr>
          <p:nvPr/>
        </p:nvSpPr>
        <p:spPr>
          <a:xfrm>
            <a:off x="712800" y="4598399"/>
            <a:ext cx="828476"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b="0">
                <a:solidFill>
                  <a:srgbClr val="273744"/>
                </a:solidFill>
                <a:latin typeface="Arial"/>
                <a:ea typeface="Arial"/>
                <a:cs typeface="Arial"/>
              </a:rPr>
              <a:t>CA2, Top-1 pose</a:t>
            </a:r>
          </a:p>
        </p:txBody>
      </p:sp>
      <p:sp>
        <p:nvSpPr>
          <p:cNvPr id="1500" name="02_predicted_pose_4799">
            <a:extLst>
              <a:ext uri="{FF2B5EF4-FFF2-40B4-BE49-F238E27FC236}">
                <a16:creationId xmlns:a16="http://schemas.microsoft.com/office/drawing/2014/main" id="{8E6100D6-9AA5-453B-A055-52335535436E}"/>
              </a:ext>
            </a:extLst>
          </p:cNvPr>
          <p:cNvSpPr>
            <a:spLocks noGrp="1"/>
          </p:cNvSpPr>
          <p:nvPr/>
        </p:nvSpPr>
        <p:spPr>
          <a:xfrm>
            <a:off x="1198933" y="5834317"/>
            <a:ext cx="285961" cy="191"/>
          </a:xfrm>
          <a:custGeom>
            <a:avLst/>
            <a:gdLst/>
            <a:ahLst/>
            <a:cxnLst/>
            <a:rect l="0" t="0" r="0" b="0"/>
            <a:pathLst>
              <a:path w="285961" h="191">
                <a:moveTo>
                  <a:pt x="0" y="0"/>
                </a:moveTo>
                <a:lnTo>
                  <a:pt x="285961" y="0"/>
                </a:lnTo>
              </a:path>
            </a:pathLst>
          </a:custGeom>
          <a:noFill/>
          <a:ln w="19050">
            <a:solidFill>
              <a:srgbClr val="5879BD"/>
            </a:solidFill>
            <a:prstDash val="solid"/>
          </a:ln>
        </p:spPr>
      </p:sp>
      <p:sp>
        <p:nvSpPr>
          <p:cNvPr id="1501" name="02_predicted_pose_4800">
            <a:extLst>
              <a:ext uri="{FF2B5EF4-FFF2-40B4-BE49-F238E27FC236}">
                <a16:creationId xmlns:a16="http://schemas.microsoft.com/office/drawing/2014/main" id="{21DC69D9-82DF-4C4B-B67E-3481E2B54CB1}"/>
              </a:ext>
            </a:extLst>
          </p:cNvPr>
          <p:cNvSpPr>
            <a:spLocks noGrp="1"/>
          </p:cNvSpPr>
          <p:nvPr/>
        </p:nvSpPr>
        <p:spPr>
          <a:xfrm>
            <a:off x="2342775" y="5648000"/>
            <a:ext cx="285961" cy="191"/>
          </a:xfrm>
          <a:custGeom>
            <a:avLst/>
            <a:gdLst/>
            <a:ahLst/>
            <a:cxnLst/>
            <a:rect l="0" t="0" r="0" b="0"/>
            <a:pathLst>
              <a:path w="285961" h="191">
                <a:moveTo>
                  <a:pt x="0" y="0"/>
                </a:moveTo>
                <a:lnTo>
                  <a:pt x="285961" y="0"/>
                </a:lnTo>
              </a:path>
            </a:pathLst>
          </a:custGeom>
          <a:noFill/>
          <a:ln w="19050">
            <a:solidFill>
              <a:srgbClr val="B57442"/>
            </a:solidFill>
            <a:prstDash val="solid"/>
          </a:ln>
        </p:spPr>
      </p:sp>
      <p:sp>
        <p:nvSpPr>
          <p:cNvPr id="1502" name="02_predicted_pose_4801">
            <a:extLst>
              <a:ext uri="{FF2B5EF4-FFF2-40B4-BE49-F238E27FC236}">
                <a16:creationId xmlns:a16="http://schemas.microsoft.com/office/drawing/2014/main" id="{21568936-1364-425C-BE59-F8BBA3183BDA}"/>
              </a:ext>
            </a:extLst>
          </p:cNvPr>
          <p:cNvSpPr>
            <a:spLocks noGrp="1"/>
          </p:cNvSpPr>
          <p:nvPr/>
        </p:nvSpPr>
        <p:spPr>
          <a:xfrm>
            <a:off x="3883531" y="4810680"/>
            <a:ext cx="2402069" cy="1545120"/>
          </a:xfrm>
          <a:custGeom>
            <a:avLst/>
            <a:gdLst/>
            <a:ahLst/>
            <a:cxnLst/>
            <a:rect l="0" t="0" r="0" b="0"/>
            <a:pathLst>
              <a:path w="2402069" h="1545120">
                <a:moveTo>
                  <a:pt x="0" y="1545120"/>
                </a:moveTo>
                <a:lnTo>
                  <a:pt x="2402069" y="1545120"/>
                </a:lnTo>
                <a:lnTo>
                  <a:pt x="2402069" y="0"/>
                </a:lnTo>
                <a:lnTo>
                  <a:pt x="0" y="0"/>
                </a:lnTo>
                <a:lnTo>
                  <a:pt x="0" y="1545120"/>
                </a:lnTo>
                <a:close/>
              </a:path>
            </a:pathLst>
          </a:custGeom>
          <a:solidFill>
            <a:srgbClr val="FFFFFF"/>
          </a:solidFill>
          <a:ln w="0">
            <a:noFill/>
            <a:prstDash val="solid"/>
          </a:ln>
        </p:spPr>
      </p:sp>
      <p:sp>
        <p:nvSpPr>
          <p:cNvPr id="1503" name="02_predicted_pose_4802">
            <a:extLst>
              <a:ext uri="{FF2B5EF4-FFF2-40B4-BE49-F238E27FC236}">
                <a16:creationId xmlns:a16="http://schemas.microsoft.com/office/drawing/2014/main" id="{D3294BDB-A8B7-4EB0-8C73-FFADF5DED6C6}"/>
              </a:ext>
            </a:extLst>
          </p:cNvPr>
          <p:cNvSpPr>
            <a:spLocks noGrp="1"/>
          </p:cNvSpPr>
          <p:nvPr/>
        </p:nvSpPr>
        <p:spPr>
          <a:xfrm>
            <a:off x="3883531" y="5618944"/>
            <a:ext cx="2402069" cy="191"/>
          </a:xfrm>
          <a:custGeom>
            <a:avLst/>
            <a:gdLst/>
            <a:ahLst/>
            <a:cxnLst/>
            <a:rect l="0" t="0" r="0" b="0"/>
            <a:pathLst>
              <a:path w="2402069" h="191">
                <a:moveTo>
                  <a:pt x="0" y="0"/>
                </a:moveTo>
                <a:lnTo>
                  <a:pt x="2402069" y="0"/>
                </a:lnTo>
              </a:path>
            </a:pathLst>
          </a:custGeom>
          <a:noFill/>
          <a:ln w="7620">
            <a:solidFill>
              <a:srgbClr val="BCC5CB"/>
            </a:solidFill>
            <a:prstDash val="dash"/>
          </a:ln>
        </p:spPr>
      </p:sp>
      <p:sp>
        <p:nvSpPr>
          <p:cNvPr id="1504" name="02_predicted_pose_4803">
            <a:extLst>
              <a:ext uri="{FF2B5EF4-FFF2-40B4-BE49-F238E27FC236}">
                <a16:creationId xmlns:a16="http://schemas.microsoft.com/office/drawing/2014/main" id="{1C0A7DF1-DC94-4246-A436-A9882BA7FAF1}"/>
              </a:ext>
            </a:extLst>
          </p:cNvPr>
          <p:cNvSpPr>
            <a:spLocks noGrp="1"/>
          </p:cNvSpPr>
          <p:nvPr/>
        </p:nvSpPr>
        <p:spPr>
          <a:xfrm>
            <a:off x="3883531" y="5489191"/>
            <a:ext cx="2402069" cy="191"/>
          </a:xfrm>
          <a:custGeom>
            <a:avLst/>
            <a:gdLst/>
            <a:ahLst/>
            <a:cxnLst/>
            <a:rect l="0" t="0" r="0" b="0"/>
            <a:pathLst>
              <a:path w="2402069" h="191">
                <a:moveTo>
                  <a:pt x="0" y="0"/>
                </a:moveTo>
                <a:lnTo>
                  <a:pt x="2402069" y="0"/>
                </a:lnTo>
              </a:path>
            </a:pathLst>
          </a:custGeom>
          <a:noFill/>
          <a:ln w="7620">
            <a:solidFill>
              <a:srgbClr val="BCC5CB"/>
            </a:solidFill>
            <a:prstDash val="dash"/>
          </a:ln>
        </p:spPr>
      </p:sp>
      <p:sp>
        <p:nvSpPr>
          <p:cNvPr id="1505" name="02_predicted_pose_4804">
            <a:extLst>
              <a:ext uri="{FF2B5EF4-FFF2-40B4-BE49-F238E27FC236}">
                <a16:creationId xmlns:a16="http://schemas.microsoft.com/office/drawing/2014/main" id="{80E6889B-DCF3-4ACC-8939-CD4FA25362DC}"/>
              </a:ext>
            </a:extLst>
          </p:cNvPr>
          <p:cNvSpPr>
            <a:spLocks noGrp="1"/>
          </p:cNvSpPr>
          <p:nvPr/>
        </p:nvSpPr>
        <p:spPr>
          <a:xfrm>
            <a:off x="4512644" y="6355800"/>
            <a:ext cx="191" cy="38100"/>
          </a:xfrm>
          <a:custGeom>
            <a:avLst/>
            <a:gdLst/>
            <a:ahLst/>
            <a:cxnLst/>
            <a:rect l="0" t="0" r="0" b="0"/>
            <a:pathLst>
              <a:path w="191" h="38100">
                <a:moveTo>
                  <a:pt x="0" y="0"/>
                </a:moveTo>
                <a:lnTo>
                  <a:pt x="0" y="38100"/>
                </a:lnTo>
              </a:path>
            </a:pathLst>
          </a:custGeom>
          <a:solidFill>
            <a:srgbClr val="273744"/>
          </a:solidFill>
          <a:ln w="10160">
            <a:solidFill>
              <a:srgbClr val="273744"/>
            </a:solidFill>
            <a:prstDash val="solid"/>
          </a:ln>
        </p:spPr>
      </p:sp>
      <p:sp>
        <p:nvSpPr>
          <p:cNvPr id="1506" name="text_4805">
            <a:extLst>
              <a:ext uri="{FF2B5EF4-FFF2-40B4-BE49-F238E27FC236}">
                <a16:creationId xmlns:a16="http://schemas.microsoft.com/office/drawing/2014/main" id="{8F40B05E-924D-45AD-99C3-3DBA1D9860FF}"/>
              </a:ext>
            </a:extLst>
          </p:cNvPr>
          <p:cNvSpPr>
            <a:spLocks noGrp="1"/>
          </p:cNvSpPr>
          <p:nvPr/>
        </p:nvSpPr>
        <p:spPr>
          <a:xfrm>
            <a:off x="4149488" y="6425402"/>
            <a:ext cx="739013"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PocketXMol-tuned</a:t>
            </a:r>
          </a:p>
        </p:txBody>
      </p:sp>
      <p:sp>
        <p:nvSpPr>
          <p:cNvPr id="1507" name="02_predicted_pose_4806">
            <a:extLst>
              <a:ext uri="{FF2B5EF4-FFF2-40B4-BE49-F238E27FC236}">
                <a16:creationId xmlns:a16="http://schemas.microsoft.com/office/drawing/2014/main" id="{401AF41B-B639-469D-96B2-D334373B9C15}"/>
              </a:ext>
            </a:extLst>
          </p:cNvPr>
          <p:cNvSpPr>
            <a:spLocks noGrp="1"/>
          </p:cNvSpPr>
          <p:nvPr/>
        </p:nvSpPr>
        <p:spPr>
          <a:xfrm>
            <a:off x="5656487" y="6355800"/>
            <a:ext cx="191" cy="38100"/>
          </a:xfrm>
          <a:custGeom>
            <a:avLst/>
            <a:gdLst/>
            <a:ahLst/>
            <a:cxnLst/>
            <a:rect l="0" t="0" r="0" b="0"/>
            <a:pathLst>
              <a:path w="191" h="38100">
                <a:moveTo>
                  <a:pt x="0" y="0"/>
                </a:moveTo>
                <a:lnTo>
                  <a:pt x="0" y="38100"/>
                </a:lnTo>
              </a:path>
            </a:pathLst>
          </a:custGeom>
          <a:solidFill>
            <a:srgbClr val="273744"/>
          </a:solidFill>
          <a:ln w="10160">
            <a:solidFill>
              <a:srgbClr val="273744"/>
            </a:solidFill>
            <a:prstDash val="solid"/>
          </a:ln>
        </p:spPr>
      </p:sp>
      <p:sp>
        <p:nvSpPr>
          <p:cNvPr id="1508" name="text_4807">
            <a:extLst>
              <a:ext uri="{FF2B5EF4-FFF2-40B4-BE49-F238E27FC236}">
                <a16:creationId xmlns:a16="http://schemas.microsoft.com/office/drawing/2014/main" id="{5172BDC5-A727-4E1E-88F3-F825C03DDDD4}"/>
              </a:ext>
            </a:extLst>
          </p:cNvPr>
          <p:cNvSpPr>
            <a:spLocks noGrp="1"/>
          </p:cNvSpPr>
          <p:nvPr/>
        </p:nvSpPr>
        <p:spPr>
          <a:xfrm>
            <a:off x="5357605" y="6425666"/>
            <a:ext cx="610464"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Emap2lig-Build</a:t>
            </a:r>
          </a:p>
        </p:txBody>
      </p:sp>
      <p:sp>
        <p:nvSpPr>
          <p:cNvPr id="1509" name="02_predicted_pose_4808">
            <a:extLst>
              <a:ext uri="{FF2B5EF4-FFF2-40B4-BE49-F238E27FC236}">
                <a16:creationId xmlns:a16="http://schemas.microsoft.com/office/drawing/2014/main" id="{396DD424-7D7E-4468-9593-95C58563EB97}"/>
              </a:ext>
            </a:extLst>
          </p:cNvPr>
          <p:cNvSpPr>
            <a:spLocks noGrp="1"/>
          </p:cNvSpPr>
          <p:nvPr/>
        </p:nvSpPr>
        <p:spPr>
          <a:xfrm>
            <a:off x="3845431" y="6355800"/>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510" name="text_4809">
            <a:extLst>
              <a:ext uri="{FF2B5EF4-FFF2-40B4-BE49-F238E27FC236}">
                <a16:creationId xmlns:a16="http://schemas.microsoft.com/office/drawing/2014/main" id="{D4192957-496F-46D3-8E14-000370303714}"/>
              </a:ext>
            </a:extLst>
          </p:cNvPr>
          <p:cNvSpPr>
            <a:spLocks noGrp="1"/>
          </p:cNvSpPr>
          <p:nvPr/>
        </p:nvSpPr>
        <p:spPr>
          <a:xfrm>
            <a:off x="3683760" y="6317385"/>
            <a:ext cx="136271"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0.2</a:t>
            </a:r>
          </a:p>
        </p:txBody>
      </p:sp>
      <p:sp>
        <p:nvSpPr>
          <p:cNvPr id="1511" name="02_predicted_pose_4810">
            <a:extLst>
              <a:ext uri="{FF2B5EF4-FFF2-40B4-BE49-F238E27FC236}">
                <a16:creationId xmlns:a16="http://schemas.microsoft.com/office/drawing/2014/main" id="{866350F9-D39A-4C34-A9CE-C886413E34A4}"/>
              </a:ext>
            </a:extLst>
          </p:cNvPr>
          <p:cNvSpPr>
            <a:spLocks noGrp="1"/>
          </p:cNvSpPr>
          <p:nvPr/>
        </p:nvSpPr>
        <p:spPr>
          <a:xfrm>
            <a:off x="3845431" y="6062576"/>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512" name="text_4811">
            <a:extLst>
              <a:ext uri="{FF2B5EF4-FFF2-40B4-BE49-F238E27FC236}">
                <a16:creationId xmlns:a16="http://schemas.microsoft.com/office/drawing/2014/main" id="{E1AF6FE8-635F-489F-8DE3-EA939421CEF2}"/>
              </a:ext>
            </a:extLst>
          </p:cNvPr>
          <p:cNvSpPr>
            <a:spLocks noGrp="1"/>
          </p:cNvSpPr>
          <p:nvPr/>
        </p:nvSpPr>
        <p:spPr>
          <a:xfrm>
            <a:off x="3683760" y="6024161"/>
            <a:ext cx="136271"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0.5</a:t>
            </a:r>
          </a:p>
        </p:txBody>
      </p:sp>
      <p:sp>
        <p:nvSpPr>
          <p:cNvPr id="1513" name="02_predicted_pose_4812">
            <a:extLst>
              <a:ext uri="{FF2B5EF4-FFF2-40B4-BE49-F238E27FC236}">
                <a16:creationId xmlns:a16="http://schemas.microsoft.com/office/drawing/2014/main" id="{BE7CB8B0-23E6-4871-B036-15F99D3D177A}"/>
              </a:ext>
            </a:extLst>
          </p:cNvPr>
          <p:cNvSpPr>
            <a:spLocks noGrp="1"/>
          </p:cNvSpPr>
          <p:nvPr/>
        </p:nvSpPr>
        <p:spPr>
          <a:xfrm>
            <a:off x="3845431" y="5840760"/>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514" name="text_4813">
            <a:extLst>
              <a:ext uri="{FF2B5EF4-FFF2-40B4-BE49-F238E27FC236}">
                <a16:creationId xmlns:a16="http://schemas.microsoft.com/office/drawing/2014/main" id="{A3B98CCF-9692-4063-8121-CE4012ABF4E3}"/>
              </a:ext>
            </a:extLst>
          </p:cNvPr>
          <p:cNvSpPr>
            <a:spLocks noGrp="1"/>
          </p:cNvSpPr>
          <p:nvPr/>
        </p:nvSpPr>
        <p:spPr>
          <a:xfrm>
            <a:off x="3757903" y="5802345"/>
            <a:ext cx="62128"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1</a:t>
            </a:r>
          </a:p>
        </p:txBody>
      </p:sp>
      <p:sp>
        <p:nvSpPr>
          <p:cNvPr id="1515" name="02_predicted_pose_4814">
            <a:extLst>
              <a:ext uri="{FF2B5EF4-FFF2-40B4-BE49-F238E27FC236}">
                <a16:creationId xmlns:a16="http://schemas.microsoft.com/office/drawing/2014/main" id="{25F5512D-685B-4792-A8D2-1048B4C431F5}"/>
              </a:ext>
            </a:extLst>
          </p:cNvPr>
          <p:cNvSpPr>
            <a:spLocks noGrp="1"/>
          </p:cNvSpPr>
          <p:nvPr/>
        </p:nvSpPr>
        <p:spPr>
          <a:xfrm>
            <a:off x="3845431" y="5618944"/>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516" name="text_4815">
            <a:extLst>
              <a:ext uri="{FF2B5EF4-FFF2-40B4-BE49-F238E27FC236}">
                <a16:creationId xmlns:a16="http://schemas.microsoft.com/office/drawing/2014/main" id="{25376698-CB5A-42B6-B0BF-4CBC07A0F836}"/>
              </a:ext>
            </a:extLst>
          </p:cNvPr>
          <p:cNvSpPr>
            <a:spLocks noGrp="1"/>
          </p:cNvSpPr>
          <p:nvPr/>
        </p:nvSpPr>
        <p:spPr>
          <a:xfrm>
            <a:off x="3757903" y="5580530"/>
            <a:ext cx="62128"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2</a:t>
            </a:r>
          </a:p>
        </p:txBody>
      </p:sp>
      <p:sp>
        <p:nvSpPr>
          <p:cNvPr id="1517" name="02_predicted_pose_4816">
            <a:extLst>
              <a:ext uri="{FF2B5EF4-FFF2-40B4-BE49-F238E27FC236}">
                <a16:creationId xmlns:a16="http://schemas.microsoft.com/office/drawing/2014/main" id="{BFB63D00-8839-402A-9807-5C907BE09AC1}"/>
              </a:ext>
            </a:extLst>
          </p:cNvPr>
          <p:cNvSpPr>
            <a:spLocks noGrp="1"/>
          </p:cNvSpPr>
          <p:nvPr/>
        </p:nvSpPr>
        <p:spPr>
          <a:xfrm>
            <a:off x="3845431" y="5489191"/>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518" name="text_4817">
            <a:extLst>
              <a:ext uri="{FF2B5EF4-FFF2-40B4-BE49-F238E27FC236}">
                <a16:creationId xmlns:a16="http://schemas.microsoft.com/office/drawing/2014/main" id="{6501C640-75AE-4015-8D4A-080A7B631377}"/>
              </a:ext>
            </a:extLst>
          </p:cNvPr>
          <p:cNvSpPr>
            <a:spLocks noGrp="1"/>
          </p:cNvSpPr>
          <p:nvPr/>
        </p:nvSpPr>
        <p:spPr>
          <a:xfrm>
            <a:off x="3757903" y="5450776"/>
            <a:ext cx="62128"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3</a:t>
            </a:r>
          </a:p>
        </p:txBody>
      </p:sp>
      <p:sp>
        <p:nvSpPr>
          <p:cNvPr id="1519" name="02_predicted_pose_4818">
            <a:extLst>
              <a:ext uri="{FF2B5EF4-FFF2-40B4-BE49-F238E27FC236}">
                <a16:creationId xmlns:a16="http://schemas.microsoft.com/office/drawing/2014/main" id="{76F457BA-F078-4FDA-8BBB-B7EBF87251B0}"/>
              </a:ext>
            </a:extLst>
          </p:cNvPr>
          <p:cNvSpPr>
            <a:spLocks noGrp="1"/>
          </p:cNvSpPr>
          <p:nvPr/>
        </p:nvSpPr>
        <p:spPr>
          <a:xfrm>
            <a:off x="3845431" y="5325720"/>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520" name="text_4819">
            <a:extLst>
              <a:ext uri="{FF2B5EF4-FFF2-40B4-BE49-F238E27FC236}">
                <a16:creationId xmlns:a16="http://schemas.microsoft.com/office/drawing/2014/main" id="{5B902B21-9522-43B4-8CF8-235F263BD8BD}"/>
              </a:ext>
            </a:extLst>
          </p:cNvPr>
          <p:cNvSpPr>
            <a:spLocks noGrp="1"/>
          </p:cNvSpPr>
          <p:nvPr/>
        </p:nvSpPr>
        <p:spPr>
          <a:xfrm>
            <a:off x="3757903" y="5287305"/>
            <a:ext cx="62128"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5</a:t>
            </a:r>
          </a:p>
        </p:txBody>
      </p:sp>
      <p:sp>
        <p:nvSpPr>
          <p:cNvPr id="1521" name="02_predicted_pose_4820">
            <a:extLst>
              <a:ext uri="{FF2B5EF4-FFF2-40B4-BE49-F238E27FC236}">
                <a16:creationId xmlns:a16="http://schemas.microsoft.com/office/drawing/2014/main" id="{11FB072D-D13B-4162-BC58-36E49B2B5591}"/>
              </a:ext>
            </a:extLst>
          </p:cNvPr>
          <p:cNvSpPr>
            <a:spLocks noGrp="1"/>
          </p:cNvSpPr>
          <p:nvPr/>
        </p:nvSpPr>
        <p:spPr>
          <a:xfrm>
            <a:off x="3845431" y="5103904"/>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522" name="text_4821">
            <a:extLst>
              <a:ext uri="{FF2B5EF4-FFF2-40B4-BE49-F238E27FC236}">
                <a16:creationId xmlns:a16="http://schemas.microsoft.com/office/drawing/2014/main" id="{9B2D7078-64B5-430F-A6CF-F0CAE12C839D}"/>
              </a:ext>
            </a:extLst>
          </p:cNvPr>
          <p:cNvSpPr>
            <a:spLocks noGrp="1"/>
          </p:cNvSpPr>
          <p:nvPr/>
        </p:nvSpPr>
        <p:spPr>
          <a:xfrm>
            <a:off x="3708474" y="5065490"/>
            <a:ext cx="111557"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10</a:t>
            </a:r>
          </a:p>
        </p:txBody>
      </p:sp>
      <p:sp>
        <p:nvSpPr>
          <p:cNvPr id="1523" name="02_predicted_pose_4822">
            <a:extLst>
              <a:ext uri="{FF2B5EF4-FFF2-40B4-BE49-F238E27FC236}">
                <a16:creationId xmlns:a16="http://schemas.microsoft.com/office/drawing/2014/main" id="{A86BD2D9-C88A-4C68-BDCF-40F696E8F6EB}"/>
              </a:ext>
            </a:extLst>
          </p:cNvPr>
          <p:cNvSpPr>
            <a:spLocks noGrp="1"/>
          </p:cNvSpPr>
          <p:nvPr/>
        </p:nvSpPr>
        <p:spPr>
          <a:xfrm>
            <a:off x="3845431" y="4882089"/>
            <a:ext cx="38100" cy="191"/>
          </a:xfrm>
          <a:custGeom>
            <a:avLst/>
            <a:gdLst/>
            <a:ahLst/>
            <a:cxnLst/>
            <a:rect l="0" t="0" r="0" b="0"/>
            <a:pathLst>
              <a:path w="38100" h="191">
                <a:moveTo>
                  <a:pt x="38100" y="0"/>
                </a:moveTo>
                <a:lnTo>
                  <a:pt x="0" y="0"/>
                </a:lnTo>
              </a:path>
            </a:pathLst>
          </a:custGeom>
          <a:solidFill>
            <a:srgbClr val="273744"/>
          </a:solidFill>
          <a:ln w="10160">
            <a:solidFill>
              <a:srgbClr val="273744"/>
            </a:solidFill>
            <a:prstDash val="solid"/>
          </a:ln>
        </p:spPr>
      </p:sp>
      <p:sp>
        <p:nvSpPr>
          <p:cNvPr id="1524" name="text_4823">
            <a:extLst>
              <a:ext uri="{FF2B5EF4-FFF2-40B4-BE49-F238E27FC236}">
                <a16:creationId xmlns:a16="http://schemas.microsoft.com/office/drawing/2014/main" id="{71DB6F5D-6D93-4AB2-9EE1-CFF1C70F8EDF}"/>
              </a:ext>
            </a:extLst>
          </p:cNvPr>
          <p:cNvSpPr>
            <a:spLocks noGrp="1"/>
          </p:cNvSpPr>
          <p:nvPr/>
        </p:nvSpPr>
        <p:spPr>
          <a:xfrm>
            <a:off x="3708474" y="4843674"/>
            <a:ext cx="111557" cy="111125"/>
          </a:xfrm>
          <a:prstGeom prst="rect">
            <a:avLst/>
          </a:prstGeom>
          <a:noFill/>
          <a:ln w="0">
            <a:noFill/>
          </a:ln>
        </p:spPr>
        <p:txBody>
          <a:bodyPr wrap="none" lIns="0" tIns="0" rIns="0" bIns="0" anchor="ctr">
            <a:noAutofit/>
          </a:bodyPr>
          <a:lstStyle>
            <a:defPPr algn="l">
              <a:defRPr sz="700" b="0">
                <a:solidFill>
                  <a:srgbClr val="273744"/>
                </a:solidFill>
                <a:latin typeface="Arial"/>
                <a:ea typeface="Arial"/>
                <a:cs typeface="Arial"/>
              </a:defRPr>
            </a:defPPr>
          </a:lstStyle>
          <a:p>
            <a:pPr algn="l">
              <a:defRPr sz="700" b="0">
                <a:solidFill>
                  <a:srgbClr val="273744"/>
                </a:solidFill>
                <a:latin typeface="Arial"/>
                <a:ea typeface="Arial"/>
                <a:cs typeface="Arial"/>
              </a:defRPr>
            </a:pPr>
            <a:r>
              <a:rPr sz="700" b="0">
                <a:solidFill>
                  <a:srgbClr val="273744"/>
                </a:solidFill>
                <a:latin typeface="Arial"/>
                <a:ea typeface="Arial"/>
                <a:cs typeface="Arial"/>
              </a:rPr>
              <a:t>20</a:t>
            </a:r>
          </a:p>
        </p:txBody>
      </p:sp>
      <p:sp>
        <p:nvSpPr>
          <p:cNvPr id="1525" name="text_4824">
            <a:extLst>
              <a:ext uri="{FF2B5EF4-FFF2-40B4-BE49-F238E27FC236}">
                <a16:creationId xmlns:a16="http://schemas.microsoft.com/office/drawing/2014/main" id="{A0CA7835-8D74-49FA-9C3E-DE67A20AC4BF}"/>
              </a:ext>
            </a:extLst>
          </p:cNvPr>
          <p:cNvSpPr>
            <a:spLocks noGrp="1"/>
          </p:cNvSpPr>
          <p:nvPr/>
        </p:nvSpPr>
        <p:spPr>
          <a:xfrm rot="-5400000">
            <a:off x="3363418" y="5519740"/>
            <a:ext cx="475488"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stStyle>
          <a:p>
            <a:pPr algn="l">
              <a:defRPr sz="800" b="0">
                <a:solidFill>
                  <a:srgbClr val="273744"/>
                </a:solidFill>
                <a:latin typeface="Arial"/>
                <a:ea typeface="Arial"/>
                <a:cs typeface="Arial"/>
              </a:defRPr>
            </a:pPr>
            <a:r>
              <a:rPr sz="800" b="0">
                <a:solidFill>
                  <a:srgbClr val="273744"/>
                </a:solidFill>
                <a:latin typeface="Arial"/>
                <a:ea typeface="Arial"/>
                <a:cs typeface="Arial"/>
              </a:rPr>
              <a:t>RMSD (Å)</a:t>
            </a:r>
          </a:p>
        </p:txBody>
      </p:sp>
      <p:sp>
        <p:nvSpPr>
          <p:cNvPr id="1526" name="02_predicted_pose_4825">
            <a:extLst>
              <a:ext uri="{FF2B5EF4-FFF2-40B4-BE49-F238E27FC236}">
                <a16:creationId xmlns:a16="http://schemas.microsoft.com/office/drawing/2014/main" id="{13F58A47-4562-4D2D-AB6B-B63C14C75563}"/>
              </a:ext>
            </a:extLst>
          </p:cNvPr>
          <p:cNvSpPr>
            <a:spLocks noGrp="1"/>
          </p:cNvSpPr>
          <p:nvPr/>
        </p:nvSpPr>
        <p:spPr>
          <a:xfrm>
            <a:off x="4438841" y="5961041"/>
            <a:ext cx="28398" cy="28398"/>
          </a:xfrm>
          <a:prstGeom prst="ellipse">
            <a:avLst/>
          </a:prstGeom>
          <a:solidFill>
            <a:srgbClr val="5879BD">
              <a:alpha val="30000"/>
            </a:srgbClr>
          </a:solidFill>
          <a:ln w="0">
            <a:noFill/>
            <a:prstDash val="solid"/>
          </a:ln>
        </p:spPr>
      </p:sp>
      <p:sp>
        <p:nvSpPr>
          <p:cNvPr id="1527" name="02_predicted_pose_4826">
            <a:extLst>
              <a:ext uri="{FF2B5EF4-FFF2-40B4-BE49-F238E27FC236}">
                <a16:creationId xmlns:a16="http://schemas.microsoft.com/office/drawing/2014/main" id="{26820DB3-1A0C-4793-8F40-84C4BDD85983}"/>
              </a:ext>
            </a:extLst>
          </p:cNvPr>
          <p:cNvSpPr>
            <a:spLocks noGrp="1"/>
          </p:cNvSpPr>
          <p:nvPr/>
        </p:nvSpPr>
        <p:spPr>
          <a:xfrm>
            <a:off x="4452623" y="5925384"/>
            <a:ext cx="28398" cy="28398"/>
          </a:xfrm>
          <a:prstGeom prst="ellipse">
            <a:avLst/>
          </a:prstGeom>
          <a:solidFill>
            <a:srgbClr val="5879BD">
              <a:alpha val="30000"/>
            </a:srgbClr>
          </a:solidFill>
          <a:ln w="0">
            <a:noFill/>
            <a:prstDash val="solid"/>
          </a:ln>
        </p:spPr>
      </p:sp>
      <p:sp>
        <p:nvSpPr>
          <p:cNvPr id="1528" name="02_predicted_pose_4827">
            <a:extLst>
              <a:ext uri="{FF2B5EF4-FFF2-40B4-BE49-F238E27FC236}">
                <a16:creationId xmlns:a16="http://schemas.microsoft.com/office/drawing/2014/main" id="{2A16C723-92FD-416F-B6A7-A501B7638C5A}"/>
              </a:ext>
            </a:extLst>
          </p:cNvPr>
          <p:cNvSpPr>
            <a:spLocks noGrp="1"/>
          </p:cNvSpPr>
          <p:nvPr/>
        </p:nvSpPr>
        <p:spPr>
          <a:xfrm>
            <a:off x="4466404" y="5930135"/>
            <a:ext cx="28398" cy="28398"/>
          </a:xfrm>
          <a:prstGeom prst="ellipse">
            <a:avLst/>
          </a:prstGeom>
          <a:solidFill>
            <a:srgbClr val="5879BD">
              <a:alpha val="30000"/>
            </a:srgbClr>
          </a:solidFill>
          <a:ln w="0">
            <a:noFill/>
            <a:prstDash val="solid"/>
          </a:ln>
        </p:spPr>
      </p:sp>
      <p:sp>
        <p:nvSpPr>
          <p:cNvPr id="1529" name="02_predicted_pose_4828">
            <a:extLst>
              <a:ext uri="{FF2B5EF4-FFF2-40B4-BE49-F238E27FC236}">
                <a16:creationId xmlns:a16="http://schemas.microsoft.com/office/drawing/2014/main" id="{5EE2A466-5A21-426A-80E1-B2D0A82DBBB1}"/>
              </a:ext>
            </a:extLst>
          </p:cNvPr>
          <p:cNvSpPr>
            <a:spLocks noGrp="1"/>
          </p:cNvSpPr>
          <p:nvPr/>
        </p:nvSpPr>
        <p:spPr>
          <a:xfrm>
            <a:off x="4480185" y="5901938"/>
            <a:ext cx="28398" cy="28398"/>
          </a:xfrm>
          <a:prstGeom prst="ellipse">
            <a:avLst/>
          </a:prstGeom>
          <a:solidFill>
            <a:srgbClr val="5879BD">
              <a:alpha val="30000"/>
            </a:srgbClr>
          </a:solidFill>
          <a:ln w="0">
            <a:noFill/>
            <a:prstDash val="solid"/>
          </a:ln>
        </p:spPr>
      </p:sp>
      <p:sp>
        <p:nvSpPr>
          <p:cNvPr id="1530" name="02_predicted_pose_4829">
            <a:extLst>
              <a:ext uri="{FF2B5EF4-FFF2-40B4-BE49-F238E27FC236}">
                <a16:creationId xmlns:a16="http://schemas.microsoft.com/office/drawing/2014/main" id="{0CB7D06C-F3F5-42C5-A7D6-FFA7A1E4A259}"/>
              </a:ext>
            </a:extLst>
          </p:cNvPr>
          <p:cNvSpPr>
            <a:spLocks noGrp="1"/>
          </p:cNvSpPr>
          <p:nvPr/>
        </p:nvSpPr>
        <p:spPr>
          <a:xfrm>
            <a:off x="4493966" y="5978492"/>
            <a:ext cx="28398" cy="28398"/>
          </a:xfrm>
          <a:prstGeom prst="ellipse">
            <a:avLst/>
          </a:prstGeom>
          <a:solidFill>
            <a:srgbClr val="5879BD">
              <a:alpha val="30000"/>
            </a:srgbClr>
          </a:solidFill>
          <a:ln w="0">
            <a:noFill/>
            <a:prstDash val="solid"/>
          </a:ln>
        </p:spPr>
      </p:sp>
      <p:sp>
        <p:nvSpPr>
          <p:cNvPr id="1531" name="02_predicted_pose_4830">
            <a:extLst>
              <a:ext uri="{FF2B5EF4-FFF2-40B4-BE49-F238E27FC236}">
                <a16:creationId xmlns:a16="http://schemas.microsoft.com/office/drawing/2014/main" id="{BF93BB1E-27FB-4A99-ACB4-EA62157A8313}"/>
              </a:ext>
            </a:extLst>
          </p:cNvPr>
          <p:cNvSpPr>
            <a:spLocks noGrp="1"/>
          </p:cNvSpPr>
          <p:nvPr/>
        </p:nvSpPr>
        <p:spPr>
          <a:xfrm>
            <a:off x="4507748" y="5965183"/>
            <a:ext cx="28398" cy="28398"/>
          </a:xfrm>
          <a:prstGeom prst="ellipse">
            <a:avLst/>
          </a:prstGeom>
          <a:solidFill>
            <a:srgbClr val="5879BD">
              <a:alpha val="30000"/>
            </a:srgbClr>
          </a:solidFill>
          <a:ln w="0">
            <a:noFill/>
            <a:prstDash val="solid"/>
          </a:ln>
        </p:spPr>
      </p:sp>
      <p:sp>
        <p:nvSpPr>
          <p:cNvPr id="1532" name="02_predicted_pose_4831">
            <a:extLst>
              <a:ext uri="{FF2B5EF4-FFF2-40B4-BE49-F238E27FC236}">
                <a16:creationId xmlns:a16="http://schemas.microsoft.com/office/drawing/2014/main" id="{75D5129A-D630-4AFF-BCC2-8B981EAC1478}"/>
              </a:ext>
            </a:extLst>
          </p:cNvPr>
          <p:cNvSpPr>
            <a:spLocks noGrp="1"/>
          </p:cNvSpPr>
          <p:nvPr/>
        </p:nvSpPr>
        <p:spPr>
          <a:xfrm>
            <a:off x="4521529" y="5905737"/>
            <a:ext cx="28398" cy="28398"/>
          </a:xfrm>
          <a:prstGeom prst="ellipse">
            <a:avLst/>
          </a:prstGeom>
          <a:solidFill>
            <a:srgbClr val="5879BD">
              <a:alpha val="30000"/>
            </a:srgbClr>
          </a:solidFill>
          <a:ln w="0">
            <a:noFill/>
            <a:prstDash val="solid"/>
          </a:ln>
        </p:spPr>
      </p:sp>
      <p:sp>
        <p:nvSpPr>
          <p:cNvPr id="1533" name="02_predicted_pose_4832">
            <a:extLst>
              <a:ext uri="{FF2B5EF4-FFF2-40B4-BE49-F238E27FC236}">
                <a16:creationId xmlns:a16="http://schemas.microsoft.com/office/drawing/2014/main" id="{FBC30C9A-5467-4A07-A74D-3F24196DC1CE}"/>
              </a:ext>
            </a:extLst>
          </p:cNvPr>
          <p:cNvSpPr>
            <a:spLocks noGrp="1"/>
          </p:cNvSpPr>
          <p:nvPr/>
        </p:nvSpPr>
        <p:spPr>
          <a:xfrm>
            <a:off x="4535310" y="5929372"/>
            <a:ext cx="28398" cy="28398"/>
          </a:xfrm>
          <a:prstGeom prst="ellipse">
            <a:avLst/>
          </a:prstGeom>
          <a:solidFill>
            <a:srgbClr val="5879BD">
              <a:alpha val="30000"/>
            </a:srgbClr>
          </a:solidFill>
          <a:ln w="0">
            <a:noFill/>
            <a:prstDash val="solid"/>
          </a:ln>
        </p:spPr>
      </p:sp>
      <p:sp>
        <p:nvSpPr>
          <p:cNvPr id="1534" name="02_predicted_pose_4833">
            <a:extLst>
              <a:ext uri="{FF2B5EF4-FFF2-40B4-BE49-F238E27FC236}">
                <a16:creationId xmlns:a16="http://schemas.microsoft.com/office/drawing/2014/main" id="{29A465CD-CD2B-47D9-A43A-6E1D5CAFA3CB}"/>
              </a:ext>
            </a:extLst>
          </p:cNvPr>
          <p:cNvSpPr>
            <a:spLocks noGrp="1"/>
          </p:cNvSpPr>
          <p:nvPr/>
        </p:nvSpPr>
        <p:spPr>
          <a:xfrm>
            <a:off x="4549091" y="5987639"/>
            <a:ext cx="28398" cy="28398"/>
          </a:xfrm>
          <a:prstGeom prst="ellipse">
            <a:avLst/>
          </a:prstGeom>
          <a:solidFill>
            <a:srgbClr val="5879BD">
              <a:alpha val="30000"/>
            </a:srgbClr>
          </a:solidFill>
          <a:ln w="0">
            <a:noFill/>
            <a:prstDash val="solid"/>
          </a:ln>
        </p:spPr>
      </p:sp>
      <p:sp>
        <p:nvSpPr>
          <p:cNvPr id="1535" name="02_predicted_pose_4834">
            <a:extLst>
              <a:ext uri="{FF2B5EF4-FFF2-40B4-BE49-F238E27FC236}">
                <a16:creationId xmlns:a16="http://schemas.microsoft.com/office/drawing/2014/main" id="{4DC4D6AE-F271-4CE9-B449-4044D4E9FAFB}"/>
              </a:ext>
            </a:extLst>
          </p:cNvPr>
          <p:cNvSpPr>
            <a:spLocks noGrp="1"/>
          </p:cNvSpPr>
          <p:nvPr/>
        </p:nvSpPr>
        <p:spPr>
          <a:xfrm>
            <a:off x="4562873" y="5909504"/>
            <a:ext cx="28398" cy="28398"/>
          </a:xfrm>
          <a:prstGeom prst="ellipse">
            <a:avLst/>
          </a:prstGeom>
          <a:solidFill>
            <a:srgbClr val="5879BD">
              <a:alpha val="30000"/>
            </a:srgbClr>
          </a:solidFill>
          <a:ln w="0">
            <a:noFill/>
            <a:prstDash val="solid"/>
          </a:ln>
        </p:spPr>
      </p:sp>
      <p:sp>
        <p:nvSpPr>
          <p:cNvPr id="1536" name="02_predicted_pose_4835">
            <a:extLst>
              <a:ext uri="{FF2B5EF4-FFF2-40B4-BE49-F238E27FC236}">
                <a16:creationId xmlns:a16="http://schemas.microsoft.com/office/drawing/2014/main" id="{CB119D3F-DDB8-4F87-8ACE-480C0662CAC0}"/>
              </a:ext>
            </a:extLst>
          </p:cNvPr>
          <p:cNvSpPr>
            <a:spLocks noGrp="1"/>
          </p:cNvSpPr>
          <p:nvPr/>
        </p:nvSpPr>
        <p:spPr>
          <a:xfrm>
            <a:off x="4452278" y="5909608"/>
            <a:ext cx="28398" cy="28398"/>
          </a:xfrm>
          <a:prstGeom prst="ellipse">
            <a:avLst/>
          </a:prstGeom>
          <a:solidFill>
            <a:srgbClr val="5879BD">
              <a:alpha val="30000"/>
            </a:srgbClr>
          </a:solidFill>
          <a:ln w="0">
            <a:noFill/>
            <a:prstDash val="solid"/>
          </a:ln>
        </p:spPr>
      </p:sp>
      <p:sp>
        <p:nvSpPr>
          <p:cNvPr id="1537" name="02_predicted_pose_4836">
            <a:extLst>
              <a:ext uri="{FF2B5EF4-FFF2-40B4-BE49-F238E27FC236}">
                <a16:creationId xmlns:a16="http://schemas.microsoft.com/office/drawing/2014/main" id="{0292FEFF-4044-4C05-A505-DB76B0B325E7}"/>
              </a:ext>
            </a:extLst>
          </p:cNvPr>
          <p:cNvSpPr>
            <a:spLocks noGrp="1"/>
          </p:cNvSpPr>
          <p:nvPr/>
        </p:nvSpPr>
        <p:spPr>
          <a:xfrm>
            <a:off x="4545302" y="5942689"/>
            <a:ext cx="28398" cy="28398"/>
          </a:xfrm>
          <a:prstGeom prst="ellipse">
            <a:avLst/>
          </a:prstGeom>
          <a:solidFill>
            <a:srgbClr val="5879BD">
              <a:alpha val="30000"/>
            </a:srgbClr>
          </a:solidFill>
          <a:ln w="0">
            <a:noFill/>
            <a:prstDash val="solid"/>
          </a:ln>
        </p:spPr>
      </p:sp>
      <p:sp>
        <p:nvSpPr>
          <p:cNvPr id="1538" name="02_predicted_pose_4837">
            <a:extLst>
              <a:ext uri="{FF2B5EF4-FFF2-40B4-BE49-F238E27FC236}">
                <a16:creationId xmlns:a16="http://schemas.microsoft.com/office/drawing/2014/main" id="{AA7D8B99-19E4-4F82-B248-E74A713A0681}"/>
              </a:ext>
            </a:extLst>
          </p:cNvPr>
          <p:cNvSpPr>
            <a:spLocks noGrp="1"/>
          </p:cNvSpPr>
          <p:nvPr/>
        </p:nvSpPr>
        <p:spPr>
          <a:xfrm>
            <a:off x="4638325" y="5949803"/>
            <a:ext cx="28398" cy="28398"/>
          </a:xfrm>
          <a:prstGeom prst="ellipse">
            <a:avLst/>
          </a:prstGeom>
          <a:solidFill>
            <a:srgbClr val="5879BD">
              <a:alpha val="30000"/>
            </a:srgbClr>
          </a:solidFill>
          <a:ln w="0">
            <a:noFill/>
            <a:prstDash val="solid"/>
          </a:ln>
        </p:spPr>
      </p:sp>
      <p:sp>
        <p:nvSpPr>
          <p:cNvPr id="1539" name="02_predicted_pose_4838">
            <a:extLst>
              <a:ext uri="{FF2B5EF4-FFF2-40B4-BE49-F238E27FC236}">
                <a16:creationId xmlns:a16="http://schemas.microsoft.com/office/drawing/2014/main" id="{BBD238F2-BFB2-4984-BF96-1306F596364E}"/>
              </a:ext>
            </a:extLst>
          </p:cNvPr>
          <p:cNvSpPr>
            <a:spLocks noGrp="1"/>
          </p:cNvSpPr>
          <p:nvPr/>
        </p:nvSpPr>
        <p:spPr>
          <a:xfrm>
            <a:off x="4387851" y="5937747"/>
            <a:ext cx="28398" cy="28398"/>
          </a:xfrm>
          <a:prstGeom prst="ellipse">
            <a:avLst/>
          </a:prstGeom>
          <a:solidFill>
            <a:srgbClr val="5879BD">
              <a:alpha val="30000"/>
            </a:srgbClr>
          </a:solidFill>
          <a:ln w="0">
            <a:noFill/>
            <a:prstDash val="solid"/>
          </a:ln>
        </p:spPr>
      </p:sp>
      <p:sp>
        <p:nvSpPr>
          <p:cNvPr id="1540" name="02_predicted_pose_4839">
            <a:extLst>
              <a:ext uri="{FF2B5EF4-FFF2-40B4-BE49-F238E27FC236}">
                <a16:creationId xmlns:a16="http://schemas.microsoft.com/office/drawing/2014/main" id="{16C2FDA3-2ABA-4665-840B-14A0741B14C2}"/>
              </a:ext>
            </a:extLst>
          </p:cNvPr>
          <p:cNvSpPr>
            <a:spLocks noGrp="1"/>
          </p:cNvSpPr>
          <p:nvPr/>
        </p:nvSpPr>
        <p:spPr>
          <a:xfrm>
            <a:off x="4480874" y="6002476"/>
            <a:ext cx="28398" cy="28398"/>
          </a:xfrm>
          <a:prstGeom prst="ellipse">
            <a:avLst/>
          </a:prstGeom>
          <a:solidFill>
            <a:srgbClr val="5879BD">
              <a:alpha val="30000"/>
            </a:srgbClr>
          </a:solidFill>
          <a:ln w="0">
            <a:noFill/>
            <a:prstDash val="solid"/>
          </a:ln>
        </p:spPr>
      </p:sp>
      <p:sp>
        <p:nvSpPr>
          <p:cNvPr id="1541" name="02_predicted_pose_4840">
            <a:extLst>
              <a:ext uri="{FF2B5EF4-FFF2-40B4-BE49-F238E27FC236}">
                <a16:creationId xmlns:a16="http://schemas.microsoft.com/office/drawing/2014/main" id="{9A265EBA-DF8C-42C4-860E-0A0640846746}"/>
              </a:ext>
            </a:extLst>
          </p:cNvPr>
          <p:cNvSpPr>
            <a:spLocks noGrp="1"/>
          </p:cNvSpPr>
          <p:nvPr/>
        </p:nvSpPr>
        <p:spPr>
          <a:xfrm>
            <a:off x="4573898" y="5942026"/>
            <a:ext cx="28398" cy="28398"/>
          </a:xfrm>
          <a:prstGeom prst="ellipse">
            <a:avLst/>
          </a:prstGeom>
          <a:solidFill>
            <a:srgbClr val="5879BD">
              <a:alpha val="30000"/>
            </a:srgbClr>
          </a:solidFill>
          <a:ln w="0">
            <a:noFill/>
            <a:prstDash val="solid"/>
          </a:ln>
        </p:spPr>
      </p:sp>
      <p:sp>
        <p:nvSpPr>
          <p:cNvPr id="1542" name="02_predicted_pose_4841">
            <a:extLst>
              <a:ext uri="{FF2B5EF4-FFF2-40B4-BE49-F238E27FC236}">
                <a16:creationId xmlns:a16="http://schemas.microsoft.com/office/drawing/2014/main" id="{356837F3-F271-4354-8420-FA4C23FE396D}"/>
              </a:ext>
            </a:extLst>
          </p:cNvPr>
          <p:cNvSpPr>
            <a:spLocks noGrp="1"/>
          </p:cNvSpPr>
          <p:nvPr/>
        </p:nvSpPr>
        <p:spPr>
          <a:xfrm>
            <a:off x="4666921" y="5935286"/>
            <a:ext cx="28398" cy="28398"/>
          </a:xfrm>
          <a:prstGeom prst="ellipse">
            <a:avLst/>
          </a:prstGeom>
          <a:solidFill>
            <a:srgbClr val="5879BD">
              <a:alpha val="30000"/>
            </a:srgbClr>
          </a:solidFill>
          <a:ln w="0">
            <a:noFill/>
            <a:prstDash val="solid"/>
          </a:ln>
        </p:spPr>
      </p:sp>
      <p:sp>
        <p:nvSpPr>
          <p:cNvPr id="1543" name="02_predicted_pose_4842">
            <a:extLst>
              <a:ext uri="{FF2B5EF4-FFF2-40B4-BE49-F238E27FC236}">
                <a16:creationId xmlns:a16="http://schemas.microsoft.com/office/drawing/2014/main" id="{D93F7D16-8AA4-423F-8F86-B46CF1A78BE8}"/>
              </a:ext>
            </a:extLst>
          </p:cNvPr>
          <p:cNvSpPr>
            <a:spLocks noGrp="1"/>
          </p:cNvSpPr>
          <p:nvPr/>
        </p:nvSpPr>
        <p:spPr>
          <a:xfrm>
            <a:off x="4416447" y="6024605"/>
            <a:ext cx="28398" cy="28398"/>
          </a:xfrm>
          <a:prstGeom prst="ellipse">
            <a:avLst/>
          </a:prstGeom>
          <a:solidFill>
            <a:srgbClr val="5879BD">
              <a:alpha val="30000"/>
            </a:srgbClr>
          </a:solidFill>
          <a:ln w="0">
            <a:noFill/>
            <a:prstDash val="solid"/>
          </a:ln>
        </p:spPr>
      </p:sp>
      <p:sp>
        <p:nvSpPr>
          <p:cNvPr id="1544" name="02_predicted_pose_4843">
            <a:extLst>
              <a:ext uri="{FF2B5EF4-FFF2-40B4-BE49-F238E27FC236}">
                <a16:creationId xmlns:a16="http://schemas.microsoft.com/office/drawing/2014/main" id="{88F9A9CD-8B8D-466F-B10E-1BF4B0937C02}"/>
              </a:ext>
            </a:extLst>
          </p:cNvPr>
          <p:cNvSpPr>
            <a:spLocks noGrp="1"/>
          </p:cNvSpPr>
          <p:nvPr/>
        </p:nvSpPr>
        <p:spPr>
          <a:xfrm>
            <a:off x="4509470" y="5942406"/>
            <a:ext cx="28398" cy="28398"/>
          </a:xfrm>
          <a:prstGeom prst="ellipse">
            <a:avLst/>
          </a:prstGeom>
          <a:solidFill>
            <a:srgbClr val="5879BD">
              <a:alpha val="30000"/>
            </a:srgbClr>
          </a:solidFill>
          <a:ln w="0">
            <a:noFill/>
            <a:prstDash val="solid"/>
          </a:ln>
        </p:spPr>
      </p:sp>
      <p:sp>
        <p:nvSpPr>
          <p:cNvPr id="1545" name="02_predicted_pose_4844">
            <a:extLst>
              <a:ext uri="{FF2B5EF4-FFF2-40B4-BE49-F238E27FC236}">
                <a16:creationId xmlns:a16="http://schemas.microsoft.com/office/drawing/2014/main" id="{E5969B2C-B36B-4A6E-8A31-C20F98C18A98}"/>
              </a:ext>
            </a:extLst>
          </p:cNvPr>
          <p:cNvSpPr>
            <a:spLocks noGrp="1"/>
          </p:cNvSpPr>
          <p:nvPr/>
        </p:nvSpPr>
        <p:spPr>
          <a:xfrm>
            <a:off x="4602494" y="5928543"/>
            <a:ext cx="28398" cy="28398"/>
          </a:xfrm>
          <a:prstGeom prst="ellipse">
            <a:avLst/>
          </a:prstGeom>
          <a:solidFill>
            <a:srgbClr val="5879BD">
              <a:alpha val="30000"/>
            </a:srgbClr>
          </a:solidFill>
          <a:ln w="0">
            <a:noFill/>
            <a:prstDash val="solid"/>
          </a:ln>
        </p:spPr>
      </p:sp>
      <p:sp>
        <p:nvSpPr>
          <p:cNvPr id="1546" name="02_predicted_pose_4845">
            <a:extLst>
              <a:ext uri="{FF2B5EF4-FFF2-40B4-BE49-F238E27FC236}">
                <a16:creationId xmlns:a16="http://schemas.microsoft.com/office/drawing/2014/main" id="{2905AE55-9738-4137-B177-C5E59368D4FB}"/>
              </a:ext>
            </a:extLst>
          </p:cNvPr>
          <p:cNvSpPr>
            <a:spLocks noGrp="1"/>
          </p:cNvSpPr>
          <p:nvPr/>
        </p:nvSpPr>
        <p:spPr>
          <a:xfrm>
            <a:off x="4466059" y="5966417"/>
            <a:ext cx="28398" cy="28398"/>
          </a:xfrm>
          <a:prstGeom prst="ellipse">
            <a:avLst/>
          </a:prstGeom>
          <a:solidFill>
            <a:srgbClr val="5879BD">
              <a:alpha val="30000"/>
            </a:srgbClr>
          </a:solidFill>
          <a:ln w="0">
            <a:noFill/>
            <a:prstDash val="solid"/>
          </a:ln>
        </p:spPr>
      </p:sp>
      <p:sp>
        <p:nvSpPr>
          <p:cNvPr id="1547" name="02_predicted_pose_4846">
            <a:extLst>
              <a:ext uri="{FF2B5EF4-FFF2-40B4-BE49-F238E27FC236}">
                <a16:creationId xmlns:a16="http://schemas.microsoft.com/office/drawing/2014/main" id="{6BE813CD-9A9E-4E10-980A-179AB16128DE}"/>
              </a:ext>
            </a:extLst>
          </p:cNvPr>
          <p:cNvSpPr>
            <a:spLocks noGrp="1"/>
          </p:cNvSpPr>
          <p:nvPr/>
        </p:nvSpPr>
        <p:spPr>
          <a:xfrm>
            <a:off x="4559083" y="5965003"/>
            <a:ext cx="28398" cy="28398"/>
          </a:xfrm>
          <a:prstGeom prst="ellipse">
            <a:avLst/>
          </a:prstGeom>
          <a:solidFill>
            <a:srgbClr val="5879BD">
              <a:alpha val="30000"/>
            </a:srgbClr>
          </a:solidFill>
          <a:ln w="0">
            <a:noFill/>
            <a:prstDash val="solid"/>
          </a:ln>
        </p:spPr>
      </p:sp>
      <p:sp>
        <p:nvSpPr>
          <p:cNvPr id="1548" name="02_predicted_pose_4847">
            <a:extLst>
              <a:ext uri="{FF2B5EF4-FFF2-40B4-BE49-F238E27FC236}">
                <a16:creationId xmlns:a16="http://schemas.microsoft.com/office/drawing/2014/main" id="{487B0687-473F-4C8F-80D9-F9D4AE52394B}"/>
              </a:ext>
            </a:extLst>
          </p:cNvPr>
          <p:cNvSpPr>
            <a:spLocks noGrp="1"/>
          </p:cNvSpPr>
          <p:nvPr/>
        </p:nvSpPr>
        <p:spPr>
          <a:xfrm>
            <a:off x="4652106" y="5932287"/>
            <a:ext cx="28398" cy="28398"/>
          </a:xfrm>
          <a:prstGeom prst="ellipse">
            <a:avLst/>
          </a:prstGeom>
          <a:solidFill>
            <a:srgbClr val="5879BD">
              <a:alpha val="30000"/>
            </a:srgbClr>
          </a:solidFill>
          <a:ln w="0">
            <a:noFill/>
            <a:prstDash val="solid"/>
          </a:ln>
        </p:spPr>
      </p:sp>
      <p:sp>
        <p:nvSpPr>
          <p:cNvPr id="1549" name="02_predicted_pose_4848">
            <a:extLst>
              <a:ext uri="{FF2B5EF4-FFF2-40B4-BE49-F238E27FC236}">
                <a16:creationId xmlns:a16="http://schemas.microsoft.com/office/drawing/2014/main" id="{2C42F692-68AE-496A-9782-0F01F48443EE}"/>
              </a:ext>
            </a:extLst>
          </p:cNvPr>
          <p:cNvSpPr>
            <a:spLocks noGrp="1"/>
          </p:cNvSpPr>
          <p:nvPr/>
        </p:nvSpPr>
        <p:spPr>
          <a:xfrm>
            <a:off x="4401632" y="5950101"/>
            <a:ext cx="28398" cy="28398"/>
          </a:xfrm>
          <a:prstGeom prst="ellipse">
            <a:avLst/>
          </a:prstGeom>
          <a:solidFill>
            <a:srgbClr val="5879BD">
              <a:alpha val="30000"/>
            </a:srgbClr>
          </a:solidFill>
          <a:ln w="0">
            <a:noFill/>
            <a:prstDash val="solid"/>
          </a:ln>
        </p:spPr>
      </p:sp>
      <p:sp>
        <p:nvSpPr>
          <p:cNvPr id="1550" name="02_predicted_pose_4849">
            <a:extLst>
              <a:ext uri="{FF2B5EF4-FFF2-40B4-BE49-F238E27FC236}">
                <a16:creationId xmlns:a16="http://schemas.microsoft.com/office/drawing/2014/main" id="{566A53AE-C550-42AC-BAB1-864B142C452B}"/>
              </a:ext>
            </a:extLst>
          </p:cNvPr>
          <p:cNvSpPr>
            <a:spLocks noGrp="1"/>
          </p:cNvSpPr>
          <p:nvPr/>
        </p:nvSpPr>
        <p:spPr>
          <a:xfrm>
            <a:off x="4494655" y="5934908"/>
            <a:ext cx="28398" cy="28398"/>
          </a:xfrm>
          <a:prstGeom prst="ellipse">
            <a:avLst/>
          </a:prstGeom>
          <a:solidFill>
            <a:srgbClr val="5879BD">
              <a:alpha val="30000"/>
            </a:srgbClr>
          </a:solidFill>
          <a:ln w="0">
            <a:noFill/>
            <a:prstDash val="solid"/>
          </a:ln>
        </p:spPr>
      </p:sp>
      <p:sp>
        <p:nvSpPr>
          <p:cNvPr id="1551" name="02_predicted_pose_4850">
            <a:extLst>
              <a:ext uri="{FF2B5EF4-FFF2-40B4-BE49-F238E27FC236}">
                <a16:creationId xmlns:a16="http://schemas.microsoft.com/office/drawing/2014/main" id="{3E4E1455-607E-4375-8519-8FE9EE21D34F}"/>
              </a:ext>
            </a:extLst>
          </p:cNvPr>
          <p:cNvSpPr>
            <a:spLocks noGrp="1"/>
          </p:cNvSpPr>
          <p:nvPr/>
        </p:nvSpPr>
        <p:spPr>
          <a:xfrm>
            <a:off x="4587679" y="5876958"/>
            <a:ext cx="28398" cy="28398"/>
          </a:xfrm>
          <a:prstGeom prst="ellipse">
            <a:avLst/>
          </a:prstGeom>
          <a:solidFill>
            <a:srgbClr val="5879BD">
              <a:alpha val="30000"/>
            </a:srgbClr>
          </a:solidFill>
          <a:ln w="0">
            <a:noFill/>
            <a:prstDash val="solid"/>
          </a:ln>
        </p:spPr>
      </p:sp>
      <p:sp>
        <p:nvSpPr>
          <p:cNvPr id="1552" name="02_predicted_pose_4851">
            <a:extLst>
              <a:ext uri="{FF2B5EF4-FFF2-40B4-BE49-F238E27FC236}">
                <a16:creationId xmlns:a16="http://schemas.microsoft.com/office/drawing/2014/main" id="{0C30EEC1-6991-4EA2-B50C-308C97368BA6}"/>
              </a:ext>
            </a:extLst>
          </p:cNvPr>
          <p:cNvSpPr>
            <a:spLocks noGrp="1"/>
          </p:cNvSpPr>
          <p:nvPr/>
        </p:nvSpPr>
        <p:spPr>
          <a:xfrm>
            <a:off x="4337205" y="5914165"/>
            <a:ext cx="28398" cy="28398"/>
          </a:xfrm>
          <a:prstGeom prst="ellipse">
            <a:avLst/>
          </a:prstGeom>
          <a:solidFill>
            <a:srgbClr val="5879BD">
              <a:alpha val="30000"/>
            </a:srgbClr>
          </a:solidFill>
          <a:ln w="0">
            <a:noFill/>
            <a:prstDash val="solid"/>
          </a:ln>
        </p:spPr>
      </p:sp>
      <p:sp>
        <p:nvSpPr>
          <p:cNvPr id="1553" name="02_predicted_pose_4852">
            <a:extLst>
              <a:ext uri="{FF2B5EF4-FFF2-40B4-BE49-F238E27FC236}">
                <a16:creationId xmlns:a16="http://schemas.microsoft.com/office/drawing/2014/main" id="{0BD9572E-ADA6-411C-8E48-5CF53909592E}"/>
              </a:ext>
            </a:extLst>
          </p:cNvPr>
          <p:cNvSpPr>
            <a:spLocks noGrp="1"/>
          </p:cNvSpPr>
          <p:nvPr/>
        </p:nvSpPr>
        <p:spPr>
          <a:xfrm>
            <a:off x="4430228" y="5926201"/>
            <a:ext cx="28398" cy="28398"/>
          </a:xfrm>
          <a:prstGeom prst="ellipse">
            <a:avLst/>
          </a:prstGeom>
          <a:solidFill>
            <a:srgbClr val="5879BD">
              <a:alpha val="30000"/>
            </a:srgbClr>
          </a:solidFill>
          <a:ln w="0">
            <a:noFill/>
            <a:prstDash val="solid"/>
          </a:ln>
        </p:spPr>
      </p:sp>
      <p:sp>
        <p:nvSpPr>
          <p:cNvPr id="1554" name="02_predicted_pose_4853">
            <a:extLst>
              <a:ext uri="{FF2B5EF4-FFF2-40B4-BE49-F238E27FC236}">
                <a16:creationId xmlns:a16="http://schemas.microsoft.com/office/drawing/2014/main" id="{DD2FA900-4D8C-4532-AE60-0C7D34AB0317}"/>
              </a:ext>
            </a:extLst>
          </p:cNvPr>
          <p:cNvSpPr>
            <a:spLocks noGrp="1"/>
          </p:cNvSpPr>
          <p:nvPr/>
        </p:nvSpPr>
        <p:spPr>
          <a:xfrm>
            <a:off x="4523252" y="5921895"/>
            <a:ext cx="28398" cy="28398"/>
          </a:xfrm>
          <a:prstGeom prst="ellipse">
            <a:avLst/>
          </a:prstGeom>
          <a:solidFill>
            <a:srgbClr val="5879BD">
              <a:alpha val="30000"/>
            </a:srgbClr>
          </a:solidFill>
          <a:ln w="0">
            <a:noFill/>
            <a:prstDash val="solid"/>
          </a:ln>
        </p:spPr>
      </p:sp>
      <p:sp>
        <p:nvSpPr>
          <p:cNvPr id="1555" name="02_predicted_pose_4854">
            <a:extLst>
              <a:ext uri="{FF2B5EF4-FFF2-40B4-BE49-F238E27FC236}">
                <a16:creationId xmlns:a16="http://schemas.microsoft.com/office/drawing/2014/main" id="{EE7B488D-6334-4E83-8E2D-BE1EA6A48799}"/>
              </a:ext>
            </a:extLst>
          </p:cNvPr>
          <p:cNvSpPr>
            <a:spLocks noGrp="1"/>
          </p:cNvSpPr>
          <p:nvPr/>
        </p:nvSpPr>
        <p:spPr>
          <a:xfrm>
            <a:off x="4616275" y="5984997"/>
            <a:ext cx="28398" cy="28398"/>
          </a:xfrm>
          <a:prstGeom prst="ellipse">
            <a:avLst/>
          </a:prstGeom>
          <a:solidFill>
            <a:srgbClr val="5879BD">
              <a:alpha val="30000"/>
            </a:srgbClr>
          </a:solidFill>
          <a:ln w="0">
            <a:noFill/>
            <a:prstDash val="solid"/>
          </a:ln>
        </p:spPr>
      </p:sp>
      <p:sp>
        <p:nvSpPr>
          <p:cNvPr id="1556" name="02_predicted_pose_4855">
            <a:extLst>
              <a:ext uri="{FF2B5EF4-FFF2-40B4-BE49-F238E27FC236}">
                <a16:creationId xmlns:a16="http://schemas.microsoft.com/office/drawing/2014/main" id="{271E0489-00CC-4ABF-ADAE-3932CE55604E}"/>
              </a:ext>
            </a:extLst>
          </p:cNvPr>
          <p:cNvSpPr>
            <a:spLocks noGrp="1"/>
          </p:cNvSpPr>
          <p:nvPr/>
        </p:nvSpPr>
        <p:spPr>
          <a:xfrm>
            <a:off x="4479841" y="5998309"/>
            <a:ext cx="28398" cy="28398"/>
          </a:xfrm>
          <a:prstGeom prst="ellipse">
            <a:avLst/>
          </a:prstGeom>
          <a:solidFill>
            <a:srgbClr val="5879BD">
              <a:alpha val="30000"/>
            </a:srgbClr>
          </a:solidFill>
          <a:ln w="0">
            <a:noFill/>
            <a:prstDash val="solid"/>
          </a:ln>
        </p:spPr>
      </p:sp>
      <p:sp>
        <p:nvSpPr>
          <p:cNvPr id="1557" name="02_predicted_pose_4856">
            <a:extLst>
              <a:ext uri="{FF2B5EF4-FFF2-40B4-BE49-F238E27FC236}">
                <a16:creationId xmlns:a16="http://schemas.microsoft.com/office/drawing/2014/main" id="{9893078B-21B7-4900-BF5D-6751A9DCC1C0}"/>
              </a:ext>
            </a:extLst>
          </p:cNvPr>
          <p:cNvSpPr>
            <a:spLocks noGrp="1"/>
          </p:cNvSpPr>
          <p:nvPr/>
        </p:nvSpPr>
        <p:spPr>
          <a:xfrm>
            <a:off x="4572864" y="5954106"/>
            <a:ext cx="28398" cy="28398"/>
          </a:xfrm>
          <a:prstGeom prst="ellipse">
            <a:avLst/>
          </a:prstGeom>
          <a:solidFill>
            <a:srgbClr val="5879BD">
              <a:alpha val="30000"/>
            </a:srgbClr>
          </a:solidFill>
          <a:ln w="0">
            <a:noFill/>
            <a:prstDash val="solid"/>
          </a:ln>
        </p:spPr>
      </p:sp>
      <p:sp>
        <p:nvSpPr>
          <p:cNvPr id="1558" name="02_predicted_pose_4857">
            <a:extLst>
              <a:ext uri="{FF2B5EF4-FFF2-40B4-BE49-F238E27FC236}">
                <a16:creationId xmlns:a16="http://schemas.microsoft.com/office/drawing/2014/main" id="{2FC93C63-F444-419A-ADAE-AB4324E9AC36}"/>
              </a:ext>
            </a:extLst>
          </p:cNvPr>
          <p:cNvSpPr>
            <a:spLocks noGrp="1"/>
          </p:cNvSpPr>
          <p:nvPr/>
        </p:nvSpPr>
        <p:spPr>
          <a:xfrm>
            <a:off x="4665887" y="5940396"/>
            <a:ext cx="28398" cy="28398"/>
          </a:xfrm>
          <a:prstGeom prst="ellipse">
            <a:avLst/>
          </a:prstGeom>
          <a:solidFill>
            <a:srgbClr val="5879BD">
              <a:alpha val="30000"/>
            </a:srgbClr>
          </a:solidFill>
          <a:ln w="0">
            <a:noFill/>
            <a:prstDash val="solid"/>
          </a:ln>
        </p:spPr>
      </p:sp>
      <p:sp>
        <p:nvSpPr>
          <p:cNvPr id="1559" name="02_predicted_pose_4858">
            <a:extLst>
              <a:ext uri="{FF2B5EF4-FFF2-40B4-BE49-F238E27FC236}">
                <a16:creationId xmlns:a16="http://schemas.microsoft.com/office/drawing/2014/main" id="{A5C96841-1BFD-4D40-98A0-B7DD1FC8C488}"/>
              </a:ext>
            </a:extLst>
          </p:cNvPr>
          <p:cNvSpPr>
            <a:spLocks noGrp="1"/>
          </p:cNvSpPr>
          <p:nvPr/>
        </p:nvSpPr>
        <p:spPr>
          <a:xfrm>
            <a:off x="4415413" y="6010019"/>
            <a:ext cx="28398" cy="28398"/>
          </a:xfrm>
          <a:prstGeom prst="ellipse">
            <a:avLst/>
          </a:prstGeom>
          <a:solidFill>
            <a:srgbClr val="5879BD">
              <a:alpha val="30000"/>
            </a:srgbClr>
          </a:solidFill>
          <a:ln w="0">
            <a:noFill/>
            <a:prstDash val="solid"/>
          </a:ln>
        </p:spPr>
      </p:sp>
      <p:sp>
        <p:nvSpPr>
          <p:cNvPr id="1560" name="02_predicted_pose_4859">
            <a:extLst>
              <a:ext uri="{FF2B5EF4-FFF2-40B4-BE49-F238E27FC236}">
                <a16:creationId xmlns:a16="http://schemas.microsoft.com/office/drawing/2014/main" id="{780A3576-C7A4-4B18-91E4-8690B4B2188F}"/>
              </a:ext>
            </a:extLst>
          </p:cNvPr>
          <p:cNvSpPr>
            <a:spLocks noGrp="1"/>
          </p:cNvSpPr>
          <p:nvPr/>
        </p:nvSpPr>
        <p:spPr>
          <a:xfrm>
            <a:off x="4508437" y="5933910"/>
            <a:ext cx="28398" cy="28398"/>
          </a:xfrm>
          <a:prstGeom prst="ellipse">
            <a:avLst/>
          </a:prstGeom>
          <a:solidFill>
            <a:srgbClr val="5879BD">
              <a:alpha val="30000"/>
            </a:srgbClr>
          </a:solidFill>
          <a:ln w="0">
            <a:noFill/>
            <a:prstDash val="solid"/>
          </a:ln>
        </p:spPr>
      </p:sp>
      <p:sp>
        <p:nvSpPr>
          <p:cNvPr id="1561" name="02_predicted_pose_4860">
            <a:extLst>
              <a:ext uri="{FF2B5EF4-FFF2-40B4-BE49-F238E27FC236}">
                <a16:creationId xmlns:a16="http://schemas.microsoft.com/office/drawing/2014/main" id="{22680ED6-D91F-4C05-9B84-B48DAA523FAA}"/>
              </a:ext>
            </a:extLst>
          </p:cNvPr>
          <p:cNvSpPr>
            <a:spLocks noGrp="1"/>
          </p:cNvSpPr>
          <p:nvPr/>
        </p:nvSpPr>
        <p:spPr>
          <a:xfrm>
            <a:off x="4601460" y="5975896"/>
            <a:ext cx="28398" cy="28398"/>
          </a:xfrm>
          <a:prstGeom prst="ellipse">
            <a:avLst/>
          </a:prstGeom>
          <a:solidFill>
            <a:srgbClr val="5879BD">
              <a:alpha val="30000"/>
            </a:srgbClr>
          </a:solidFill>
          <a:ln w="0">
            <a:noFill/>
            <a:prstDash val="solid"/>
          </a:ln>
        </p:spPr>
      </p:sp>
      <p:sp>
        <p:nvSpPr>
          <p:cNvPr id="1562" name="02_predicted_pose_4861">
            <a:extLst>
              <a:ext uri="{FF2B5EF4-FFF2-40B4-BE49-F238E27FC236}">
                <a16:creationId xmlns:a16="http://schemas.microsoft.com/office/drawing/2014/main" id="{C56C5B43-9CD9-459F-9908-1EBABDBF92B7}"/>
              </a:ext>
            </a:extLst>
          </p:cNvPr>
          <p:cNvSpPr>
            <a:spLocks noGrp="1"/>
          </p:cNvSpPr>
          <p:nvPr/>
        </p:nvSpPr>
        <p:spPr>
          <a:xfrm>
            <a:off x="4350986" y="5919219"/>
            <a:ext cx="28398" cy="28398"/>
          </a:xfrm>
          <a:prstGeom prst="ellipse">
            <a:avLst/>
          </a:prstGeom>
          <a:solidFill>
            <a:srgbClr val="5879BD">
              <a:alpha val="30000"/>
            </a:srgbClr>
          </a:solidFill>
          <a:ln w="0">
            <a:noFill/>
            <a:prstDash val="solid"/>
          </a:ln>
        </p:spPr>
      </p:sp>
      <p:sp>
        <p:nvSpPr>
          <p:cNvPr id="1563" name="02_predicted_pose_4862">
            <a:extLst>
              <a:ext uri="{FF2B5EF4-FFF2-40B4-BE49-F238E27FC236}">
                <a16:creationId xmlns:a16="http://schemas.microsoft.com/office/drawing/2014/main" id="{2355BFC0-2D79-4F85-93AC-9A36C8F1BECF}"/>
              </a:ext>
            </a:extLst>
          </p:cNvPr>
          <p:cNvSpPr>
            <a:spLocks noGrp="1"/>
          </p:cNvSpPr>
          <p:nvPr/>
        </p:nvSpPr>
        <p:spPr>
          <a:xfrm>
            <a:off x="4444009" y="5921969"/>
            <a:ext cx="28398" cy="28398"/>
          </a:xfrm>
          <a:prstGeom prst="ellipse">
            <a:avLst/>
          </a:prstGeom>
          <a:solidFill>
            <a:srgbClr val="5879BD">
              <a:alpha val="30000"/>
            </a:srgbClr>
          </a:solidFill>
          <a:ln w="0">
            <a:noFill/>
            <a:prstDash val="solid"/>
          </a:ln>
        </p:spPr>
      </p:sp>
      <p:sp>
        <p:nvSpPr>
          <p:cNvPr id="1564" name="02_predicted_pose_4863">
            <a:extLst>
              <a:ext uri="{FF2B5EF4-FFF2-40B4-BE49-F238E27FC236}">
                <a16:creationId xmlns:a16="http://schemas.microsoft.com/office/drawing/2014/main" id="{AE5CDA31-D233-49BE-877F-D80B919DBBD2}"/>
              </a:ext>
            </a:extLst>
          </p:cNvPr>
          <p:cNvSpPr>
            <a:spLocks noGrp="1"/>
          </p:cNvSpPr>
          <p:nvPr/>
        </p:nvSpPr>
        <p:spPr>
          <a:xfrm>
            <a:off x="4537033" y="5979721"/>
            <a:ext cx="28398" cy="28398"/>
          </a:xfrm>
          <a:prstGeom prst="ellipse">
            <a:avLst/>
          </a:prstGeom>
          <a:solidFill>
            <a:srgbClr val="5879BD">
              <a:alpha val="30000"/>
            </a:srgbClr>
          </a:solidFill>
          <a:ln w="0">
            <a:noFill/>
            <a:prstDash val="solid"/>
          </a:ln>
        </p:spPr>
      </p:sp>
      <p:sp>
        <p:nvSpPr>
          <p:cNvPr id="1565" name="02_predicted_pose_4864">
            <a:extLst>
              <a:ext uri="{FF2B5EF4-FFF2-40B4-BE49-F238E27FC236}">
                <a16:creationId xmlns:a16="http://schemas.microsoft.com/office/drawing/2014/main" id="{AEE1D5AB-8C87-4338-840D-3DDC55B59F68}"/>
              </a:ext>
            </a:extLst>
          </p:cNvPr>
          <p:cNvSpPr>
            <a:spLocks noGrp="1"/>
          </p:cNvSpPr>
          <p:nvPr/>
        </p:nvSpPr>
        <p:spPr>
          <a:xfrm>
            <a:off x="4630056" y="5974037"/>
            <a:ext cx="28398" cy="28398"/>
          </a:xfrm>
          <a:prstGeom prst="ellipse">
            <a:avLst/>
          </a:prstGeom>
          <a:solidFill>
            <a:srgbClr val="5879BD">
              <a:alpha val="30000"/>
            </a:srgbClr>
          </a:solidFill>
          <a:ln w="0">
            <a:noFill/>
            <a:prstDash val="solid"/>
          </a:ln>
        </p:spPr>
      </p:sp>
      <p:sp>
        <p:nvSpPr>
          <p:cNvPr id="1566" name="02_predicted_pose_4865">
            <a:extLst>
              <a:ext uri="{FF2B5EF4-FFF2-40B4-BE49-F238E27FC236}">
                <a16:creationId xmlns:a16="http://schemas.microsoft.com/office/drawing/2014/main" id="{01553DE1-A591-4495-A19D-E66D8D295F79}"/>
              </a:ext>
            </a:extLst>
          </p:cNvPr>
          <p:cNvSpPr>
            <a:spLocks noGrp="1"/>
          </p:cNvSpPr>
          <p:nvPr/>
        </p:nvSpPr>
        <p:spPr>
          <a:xfrm>
            <a:off x="4493622" y="5930770"/>
            <a:ext cx="28398" cy="28398"/>
          </a:xfrm>
          <a:prstGeom prst="ellipse">
            <a:avLst/>
          </a:prstGeom>
          <a:solidFill>
            <a:srgbClr val="5879BD">
              <a:alpha val="30000"/>
            </a:srgbClr>
          </a:solidFill>
          <a:ln w="0">
            <a:noFill/>
            <a:prstDash val="solid"/>
          </a:ln>
        </p:spPr>
      </p:sp>
      <p:sp>
        <p:nvSpPr>
          <p:cNvPr id="1567" name="02_predicted_pose_4866">
            <a:extLst>
              <a:ext uri="{FF2B5EF4-FFF2-40B4-BE49-F238E27FC236}">
                <a16:creationId xmlns:a16="http://schemas.microsoft.com/office/drawing/2014/main" id="{6DE0DB2F-6D4A-4F46-A6C9-34CD3B94FEFC}"/>
              </a:ext>
            </a:extLst>
          </p:cNvPr>
          <p:cNvSpPr>
            <a:spLocks noGrp="1"/>
          </p:cNvSpPr>
          <p:nvPr/>
        </p:nvSpPr>
        <p:spPr>
          <a:xfrm>
            <a:off x="4586645" y="6015053"/>
            <a:ext cx="28398" cy="28398"/>
          </a:xfrm>
          <a:prstGeom prst="ellipse">
            <a:avLst/>
          </a:prstGeom>
          <a:solidFill>
            <a:srgbClr val="5879BD">
              <a:alpha val="30000"/>
            </a:srgbClr>
          </a:solidFill>
          <a:ln w="0">
            <a:noFill/>
            <a:prstDash val="solid"/>
          </a:ln>
        </p:spPr>
      </p:sp>
      <p:sp>
        <p:nvSpPr>
          <p:cNvPr id="1568" name="02_predicted_pose_4867">
            <a:extLst>
              <a:ext uri="{FF2B5EF4-FFF2-40B4-BE49-F238E27FC236}">
                <a16:creationId xmlns:a16="http://schemas.microsoft.com/office/drawing/2014/main" id="{1693F81B-17A6-4ADC-A8FB-E5C6C01B7FD5}"/>
              </a:ext>
            </a:extLst>
          </p:cNvPr>
          <p:cNvSpPr>
            <a:spLocks noGrp="1"/>
          </p:cNvSpPr>
          <p:nvPr/>
        </p:nvSpPr>
        <p:spPr>
          <a:xfrm>
            <a:off x="4336171" y="5932752"/>
            <a:ext cx="28398" cy="28398"/>
          </a:xfrm>
          <a:prstGeom prst="ellipse">
            <a:avLst/>
          </a:prstGeom>
          <a:solidFill>
            <a:srgbClr val="5879BD">
              <a:alpha val="30000"/>
            </a:srgbClr>
          </a:solidFill>
          <a:ln w="0">
            <a:noFill/>
            <a:prstDash val="solid"/>
          </a:ln>
        </p:spPr>
      </p:sp>
      <p:sp>
        <p:nvSpPr>
          <p:cNvPr id="1569" name="02_predicted_pose_4868">
            <a:extLst>
              <a:ext uri="{FF2B5EF4-FFF2-40B4-BE49-F238E27FC236}">
                <a16:creationId xmlns:a16="http://schemas.microsoft.com/office/drawing/2014/main" id="{7D66421F-B7E8-4CB5-8634-B6D520248EEE}"/>
              </a:ext>
            </a:extLst>
          </p:cNvPr>
          <p:cNvSpPr>
            <a:spLocks noGrp="1"/>
          </p:cNvSpPr>
          <p:nvPr/>
        </p:nvSpPr>
        <p:spPr>
          <a:xfrm>
            <a:off x="4429195" y="6003173"/>
            <a:ext cx="28398" cy="28398"/>
          </a:xfrm>
          <a:prstGeom prst="ellipse">
            <a:avLst/>
          </a:prstGeom>
          <a:solidFill>
            <a:srgbClr val="5879BD">
              <a:alpha val="30000"/>
            </a:srgbClr>
          </a:solidFill>
          <a:ln w="0">
            <a:noFill/>
            <a:prstDash val="solid"/>
          </a:ln>
        </p:spPr>
      </p:sp>
      <p:sp>
        <p:nvSpPr>
          <p:cNvPr id="1570" name="02_predicted_pose_4869">
            <a:extLst>
              <a:ext uri="{FF2B5EF4-FFF2-40B4-BE49-F238E27FC236}">
                <a16:creationId xmlns:a16="http://schemas.microsoft.com/office/drawing/2014/main" id="{E02F710C-9C1D-45E1-9995-48BC6458322E}"/>
              </a:ext>
            </a:extLst>
          </p:cNvPr>
          <p:cNvSpPr>
            <a:spLocks noGrp="1"/>
          </p:cNvSpPr>
          <p:nvPr/>
        </p:nvSpPr>
        <p:spPr>
          <a:xfrm>
            <a:off x="4522218" y="5975525"/>
            <a:ext cx="28398" cy="28398"/>
          </a:xfrm>
          <a:prstGeom prst="ellipse">
            <a:avLst/>
          </a:prstGeom>
          <a:solidFill>
            <a:srgbClr val="5879BD">
              <a:alpha val="30000"/>
            </a:srgbClr>
          </a:solidFill>
          <a:ln w="0">
            <a:noFill/>
            <a:prstDash val="solid"/>
          </a:ln>
        </p:spPr>
      </p:sp>
      <p:sp>
        <p:nvSpPr>
          <p:cNvPr id="1571" name="02_predicted_pose_4870">
            <a:extLst>
              <a:ext uri="{FF2B5EF4-FFF2-40B4-BE49-F238E27FC236}">
                <a16:creationId xmlns:a16="http://schemas.microsoft.com/office/drawing/2014/main" id="{8A390004-ADC6-4F49-A575-68E622C4D794}"/>
              </a:ext>
            </a:extLst>
          </p:cNvPr>
          <p:cNvSpPr>
            <a:spLocks noGrp="1"/>
          </p:cNvSpPr>
          <p:nvPr/>
        </p:nvSpPr>
        <p:spPr>
          <a:xfrm>
            <a:off x="4615241" y="5929797"/>
            <a:ext cx="28398" cy="28398"/>
          </a:xfrm>
          <a:prstGeom prst="ellipse">
            <a:avLst/>
          </a:prstGeom>
          <a:solidFill>
            <a:srgbClr val="5879BD">
              <a:alpha val="30000"/>
            </a:srgbClr>
          </a:solidFill>
          <a:ln w="0">
            <a:noFill/>
            <a:prstDash val="solid"/>
          </a:ln>
        </p:spPr>
      </p:sp>
      <p:sp>
        <p:nvSpPr>
          <p:cNvPr id="1572" name="02_predicted_pose_4871">
            <a:extLst>
              <a:ext uri="{FF2B5EF4-FFF2-40B4-BE49-F238E27FC236}">
                <a16:creationId xmlns:a16="http://schemas.microsoft.com/office/drawing/2014/main" id="{BBC2E39D-7FEC-45A8-9731-E895DBBF31D9}"/>
              </a:ext>
            </a:extLst>
          </p:cNvPr>
          <p:cNvSpPr>
            <a:spLocks noGrp="1"/>
          </p:cNvSpPr>
          <p:nvPr/>
        </p:nvSpPr>
        <p:spPr>
          <a:xfrm>
            <a:off x="4364767" y="6044248"/>
            <a:ext cx="28398" cy="28398"/>
          </a:xfrm>
          <a:prstGeom prst="ellipse">
            <a:avLst/>
          </a:prstGeom>
          <a:solidFill>
            <a:srgbClr val="5879BD">
              <a:alpha val="30000"/>
            </a:srgbClr>
          </a:solidFill>
          <a:ln w="0">
            <a:noFill/>
            <a:prstDash val="solid"/>
          </a:ln>
        </p:spPr>
      </p:sp>
      <p:sp>
        <p:nvSpPr>
          <p:cNvPr id="1573" name="02_predicted_pose_4872">
            <a:extLst>
              <a:ext uri="{FF2B5EF4-FFF2-40B4-BE49-F238E27FC236}">
                <a16:creationId xmlns:a16="http://schemas.microsoft.com/office/drawing/2014/main" id="{DD2F5AAD-1563-4FFD-9CD6-273BBD2A5071}"/>
              </a:ext>
            </a:extLst>
          </p:cNvPr>
          <p:cNvSpPr>
            <a:spLocks noGrp="1"/>
          </p:cNvSpPr>
          <p:nvPr/>
        </p:nvSpPr>
        <p:spPr>
          <a:xfrm>
            <a:off x="4457791" y="5948223"/>
            <a:ext cx="28398" cy="28398"/>
          </a:xfrm>
          <a:prstGeom prst="ellipse">
            <a:avLst/>
          </a:prstGeom>
          <a:solidFill>
            <a:srgbClr val="5879BD">
              <a:alpha val="30000"/>
            </a:srgbClr>
          </a:solidFill>
          <a:ln w="0">
            <a:noFill/>
            <a:prstDash val="solid"/>
          </a:ln>
        </p:spPr>
      </p:sp>
      <p:sp>
        <p:nvSpPr>
          <p:cNvPr id="1574" name="02_predicted_pose_4873">
            <a:extLst>
              <a:ext uri="{FF2B5EF4-FFF2-40B4-BE49-F238E27FC236}">
                <a16:creationId xmlns:a16="http://schemas.microsoft.com/office/drawing/2014/main" id="{03BA3240-C153-46D1-9C2F-674BE2DE0199}"/>
              </a:ext>
            </a:extLst>
          </p:cNvPr>
          <p:cNvSpPr>
            <a:spLocks noGrp="1"/>
          </p:cNvSpPr>
          <p:nvPr/>
        </p:nvSpPr>
        <p:spPr>
          <a:xfrm>
            <a:off x="4550814" y="5939390"/>
            <a:ext cx="28398" cy="28398"/>
          </a:xfrm>
          <a:prstGeom prst="ellipse">
            <a:avLst/>
          </a:prstGeom>
          <a:solidFill>
            <a:srgbClr val="5879BD">
              <a:alpha val="30000"/>
            </a:srgbClr>
          </a:solidFill>
          <a:ln w="0">
            <a:noFill/>
            <a:prstDash val="solid"/>
          </a:ln>
        </p:spPr>
      </p:sp>
      <p:sp>
        <p:nvSpPr>
          <p:cNvPr id="1575" name="02_predicted_pose_4874">
            <a:extLst>
              <a:ext uri="{FF2B5EF4-FFF2-40B4-BE49-F238E27FC236}">
                <a16:creationId xmlns:a16="http://schemas.microsoft.com/office/drawing/2014/main" id="{03560676-42EA-4B1D-8230-26D677F8ABFF}"/>
              </a:ext>
            </a:extLst>
          </p:cNvPr>
          <p:cNvSpPr>
            <a:spLocks noGrp="1"/>
          </p:cNvSpPr>
          <p:nvPr/>
        </p:nvSpPr>
        <p:spPr>
          <a:xfrm>
            <a:off x="4643837" y="5925672"/>
            <a:ext cx="28398" cy="28398"/>
          </a:xfrm>
          <a:prstGeom prst="ellipse">
            <a:avLst/>
          </a:prstGeom>
          <a:solidFill>
            <a:srgbClr val="5879BD">
              <a:alpha val="30000"/>
            </a:srgbClr>
          </a:solidFill>
          <a:ln w="0">
            <a:noFill/>
            <a:prstDash val="solid"/>
          </a:ln>
        </p:spPr>
      </p:sp>
      <p:sp>
        <p:nvSpPr>
          <p:cNvPr id="1576" name="02_predicted_pose_4875">
            <a:extLst>
              <a:ext uri="{FF2B5EF4-FFF2-40B4-BE49-F238E27FC236}">
                <a16:creationId xmlns:a16="http://schemas.microsoft.com/office/drawing/2014/main" id="{DD7640A9-1D2A-4A2A-9895-B379AD9E50D2}"/>
              </a:ext>
            </a:extLst>
          </p:cNvPr>
          <p:cNvSpPr>
            <a:spLocks noGrp="1"/>
          </p:cNvSpPr>
          <p:nvPr/>
        </p:nvSpPr>
        <p:spPr>
          <a:xfrm>
            <a:off x="4507403" y="5948426"/>
            <a:ext cx="28398" cy="28398"/>
          </a:xfrm>
          <a:prstGeom prst="ellipse">
            <a:avLst/>
          </a:prstGeom>
          <a:solidFill>
            <a:srgbClr val="5879BD">
              <a:alpha val="30000"/>
            </a:srgbClr>
          </a:solidFill>
          <a:ln w="0">
            <a:noFill/>
            <a:prstDash val="solid"/>
          </a:ln>
        </p:spPr>
      </p:sp>
      <p:sp>
        <p:nvSpPr>
          <p:cNvPr id="1577" name="02_predicted_pose_4876">
            <a:extLst>
              <a:ext uri="{FF2B5EF4-FFF2-40B4-BE49-F238E27FC236}">
                <a16:creationId xmlns:a16="http://schemas.microsoft.com/office/drawing/2014/main" id="{15A9A533-1C8A-4E31-93C7-653259E11B50}"/>
              </a:ext>
            </a:extLst>
          </p:cNvPr>
          <p:cNvSpPr>
            <a:spLocks noGrp="1"/>
          </p:cNvSpPr>
          <p:nvPr/>
        </p:nvSpPr>
        <p:spPr>
          <a:xfrm>
            <a:off x="4600426" y="5934790"/>
            <a:ext cx="28398" cy="28398"/>
          </a:xfrm>
          <a:prstGeom prst="ellipse">
            <a:avLst/>
          </a:prstGeom>
          <a:solidFill>
            <a:srgbClr val="5879BD">
              <a:alpha val="30000"/>
            </a:srgbClr>
          </a:solidFill>
          <a:ln w="0">
            <a:noFill/>
            <a:prstDash val="solid"/>
          </a:ln>
        </p:spPr>
      </p:sp>
      <p:sp>
        <p:nvSpPr>
          <p:cNvPr id="1578" name="02_predicted_pose_4877">
            <a:extLst>
              <a:ext uri="{FF2B5EF4-FFF2-40B4-BE49-F238E27FC236}">
                <a16:creationId xmlns:a16="http://schemas.microsoft.com/office/drawing/2014/main" id="{B285A96C-AAE3-44C9-B435-3F645E0DB1E1}"/>
              </a:ext>
            </a:extLst>
          </p:cNvPr>
          <p:cNvSpPr>
            <a:spLocks noGrp="1"/>
          </p:cNvSpPr>
          <p:nvPr/>
        </p:nvSpPr>
        <p:spPr>
          <a:xfrm>
            <a:off x="4349953" y="6008244"/>
            <a:ext cx="28398" cy="28398"/>
          </a:xfrm>
          <a:prstGeom prst="ellipse">
            <a:avLst/>
          </a:prstGeom>
          <a:solidFill>
            <a:srgbClr val="5879BD">
              <a:alpha val="30000"/>
            </a:srgbClr>
          </a:solidFill>
          <a:ln w="0">
            <a:noFill/>
            <a:prstDash val="solid"/>
          </a:ln>
        </p:spPr>
      </p:sp>
      <p:sp>
        <p:nvSpPr>
          <p:cNvPr id="1579" name="02_predicted_pose_4878">
            <a:extLst>
              <a:ext uri="{FF2B5EF4-FFF2-40B4-BE49-F238E27FC236}">
                <a16:creationId xmlns:a16="http://schemas.microsoft.com/office/drawing/2014/main" id="{B18B8B14-75DD-4288-A1A7-D3884909C932}"/>
              </a:ext>
            </a:extLst>
          </p:cNvPr>
          <p:cNvSpPr>
            <a:spLocks noGrp="1"/>
          </p:cNvSpPr>
          <p:nvPr/>
        </p:nvSpPr>
        <p:spPr>
          <a:xfrm>
            <a:off x="4442976" y="5904788"/>
            <a:ext cx="28398" cy="28398"/>
          </a:xfrm>
          <a:prstGeom prst="ellipse">
            <a:avLst/>
          </a:prstGeom>
          <a:solidFill>
            <a:srgbClr val="5879BD">
              <a:alpha val="30000"/>
            </a:srgbClr>
          </a:solidFill>
          <a:ln w="0">
            <a:noFill/>
            <a:prstDash val="solid"/>
          </a:ln>
        </p:spPr>
      </p:sp>
      <p:sp>
        <p:nvSpPr>
          <p:cNvPr id="1580" name="02_predicted_pose_4879">
            <a:extLst>
              <a:ext uri="{FF2B5EF4-FFF2-40B4-BE49-F238E27FC236}">
                <a16:creationId xmlns:a16="http://schemas.microsoft.com/office/drawing/2014/main" id="{E93E42A2-939E-417B-822E-A236C5015E68}"/>
              </a:ext>
            </a:extLst>
          </p:cNvPr>
          <p:cNvSpPr>
            <a:spLocks noGrp="1"/>
          </p:cNvSpPr>
          <p:nvPr/>
        </p:nvSpPr>
        <p:spPr>
          <a:xfrm>
            <a:off x="4535999" y="5981633"/>
            <a:ext cx="28398" cy="28398"/>
          </a:xfrm>
          <a:prstGeom prst="ellipse">
            <a:avLst/>
          </a:prstGeom>
          <a:solidFill>
            <a:srgbClr val="5879BD">
              <a:alpha val="30000"/>
            </a:srgbClr>
          </a:solidFill>
          <a:ln w="0">
            <a:noFill/>
            <a:prstDash val="solid"/>
          </a:ln>
        </p:spPr>
      </p:sp>
      <p:sp>
        <p:nvSpPr>
          <p:cNvPr id="1581" name="02_predicted_pose_4880">
            <a:extLst>
              <a:ext uri="{FF2B5EF4-FFF2-40B4-BE49-F238E27FC236}">
                <a16:creationId xmlns:a16="http://schemas.microsoft.com/office/drawing/2014/main" id="{8F095B10-9547-4179-89FA-3C3625EDED02}"/>
              </a:ext>
            </a:extLst>
          </p:cNvPr>
          <p:cNvSpPr>
            <a:spLocks noGrp="1"/>
          </p:cNvSpPr>
          <p:nvPr/>
        </p:nvSpPr>
        <p:spPr>
          <a:xfrm>
            <a:off x="4629022" y="5980025"/>
            <a:ext cx="28398" cy="28398"/>
          </a:xfrm>
          <a:prstGeom prst="ellipse">
            <a:avLst/>
          </a:prstGeom>
          <a:solidFill>
            <a:srgbClr val="5879BD">
              <a:alpha val="30000"/>
            </a:srgbClr>
          </a:solidFill>
          <a:ln w="0">
            <a:noFill/>
            <a:prstDash val="solid"/>
          </a:ln>
        </p:spPr>
      </p:sp>
      <p:sp>
        <p:nvSpPr>
          <p:cNvPr id="1582" name="02_predicted_pose_4881">
            <a:extLst>
              <a:ext uri="{FF2B5EF4-FFF2-40B4-BE49-F238E27FC236}">
                <a16:creationId xmlns:a16="http://schemas.microsoft.com/office/drawing/2014/main" id="{269DAB37-9CBC-46BB-B0F4-DF61C176408B}"/>
              </a:ext>
            </a:extLst>
          </p:cNvPr>
          <p:cNvSpPr>
            <a:spLocks noGrp="1"/>
          </p:cNvSpPr>
          <p:nvPr/>
        </p:nvSpPr>
        <p:spPr>
          <a:xfrm>
            <a:off x="4378549" y="6015246"/>
            <a:ext cx="28398" cy="28398"/>
          </a:xfrm>
          <a:prstGeom prst="ellipse">
            <a:avLst/>
          </a:prstGeom>
          <a:solidFill>
            <a:srgbClr val="5879BD">
              <a:alpha val="30000"/>
            </a:srgbClr>
          </a:solidFill>
          <a:ln w="0">
            <a:noFill/>
            <a:prstDash val="solid"/>
          </a:ln>
        </p:spPr>
      </p:sp>
      <p:sp>
        <p:nvSpPr>
          <p:cNvPr id="1583" name="02_predicted_pose_4882">
            <a:extLst>
              <a:ext uri="{FF2B5EF4-FFF2-40B4-BE49-F238E27FC236}">
                <a16:creationId xmlns:a16="http://schemas.microsoft.com/office/drawing/2014/main" id="{7B41EFA2-B943-4761-80D4-4407E3571C10}"/>
              </a:ext>
            </a:extLst>
          </p:cNvPr>
          <p:cNvSpPr>
            <a:spLocks noGrp="1"/>
          </p:cNvSpPr>
          <p:nvPr/>
        </p:nvSpPr>
        <p:spPr>
          <a:xfrm>
            <a:off x="4471572" y="5965230"/>
            <a:ext cx="28398" cy="28398"/>
          </a:xfrm>
          <a:prstGeom prst="ellipse">
            <a:avLst/>
          </a:prstGeom>
          <a:solidFill>
            <a:srgbClr val="5879BD">
              <a:alpha val="30000"/>
            </a:srgbClr>
          </a:solidFill>
          <a:ln w="0">
            <a:noFill/>
            <a:prstDash val="solid"/>
          </a:ln>
        </p:spPr>
      </p:sp>
      <p:sp>
        <p:nvSpPr>
          <p:cNvPr id="1584" name="02_predicted_pose_4883">
            <a:extLst>
              <a:ext uri="{FF2B5EF4-FFF2-40B4-BE49-F238E27FC236}">
                <a16:creationId xmlns:a16="http://schemas.microsoft.com/office/drawing/2014/main" id="{47A5A586-C7B4-41F6-8ACF-DCAECC60982E}"/>
              </a:ext>
            </a:extLst>
          </p:cNvPr>
          <p:cNvSpPr>
            <a:spLocks noGrp="1"/>
          </p:cNvSpPr>
          <p:nvPr/>
        </p:nvSpPr>
        <p:spPr>
          <a:xfrm>
            <a:off x="4564595" y="5938964"/>
            <a:ext cx="28398" cy="28398"/>
          </a:xfrm>
          <a:prstGeom prst="ellipse">
            <a:avLst/>
          </a:prstGeom>
          <a:solidFill>
            <a:srgbClr val="5879BD">
              <a:alpha val="30000"/>
            </a:srgbClr>
          </a:solidFill>
          <a:ln w="0">
            <a:noFill/>
            <a:prstDash val="solid"/>
          </a:ln>
        </p:spPr>
      </p:sp>
      <p:sp>
        <p:nvSpPr>
          <p:cNvPr id="1585" name="02_predicted_pose_4884">
            <a:extLst>
              <a:ext uri="{FF2B5EF4-FFF2-40B4-BE49-F238E27FC236}">
                <a16:creationId xmlns:a16="http://schemas.microsoft.com/office/drawing/2014/main" id="{B246D9BB-2376-425B-8936-F8B9E05CA822}"/>
              </a:ext>
            </a:extLst>
          </p:cNvPr>
          <p:cNvSpPr>
            <a:spLocks noGrp="1"/>
          </p:cNvSpPr>
          <p:nvPr/>
        </p:nvSpPr>
        <p:spPr>
          <a:xfrm>
            <a:off x="4657619" y="5969539"/>
            <a:ext cx="28398" cy="28398"/>
          </a:xfrm>
          <a:prstGeom prst="ellipse">
            <a:avLst/>
          </a:prstGeom>
          <a:solidFill>
            <a:srgbClr val="5879BD">
              <a:alpha val="30000"/>
            </a:srgbClr>
          </a:solidFill>
          <a:ln w="0">
            <a:noFill/>
            <a:prstDash val="solid"/>
          </a:ln>
        </p:spPr>
      </p:sp>
      <p:sp>
        <p:nvSpPr>
          <p:cNvPr id="1586" name="02_predicted_pose_4885">
            <a:extLst>
              <a:ext uri="{FF2B5EF4-FFF2-40B4-BE49-F238E27FC236}">
                <a16:creationId xmlns:a16="http://schemas.microsoft.com/office/drawing/2014/main" id="{D06BA5A2-B0D1-4D3D-AEAB-EB64E8354F3E}"/>
              </a:ext>
            </a:extLst>
          </p:cNvPr>
          <p:cNvSpPr>
            <a:spLocks noGrp="1"/>
          </p:cNvSpPr>
          <p:nvPr/>
        </p:nvSpPr>
        <p:spPr>
          <a:xfrm>
            <a:off x="4614208" y="5959015"/>
            <a:ext cx="28398" cy="28398"/>
          </a:xfrm>
          <a:prstGeom prst="ellipse">
            <a:avLst/>
          </a:prstGeom>
          <a:solidFill>
            <a:srgbClr val="5879BD">
              <a:alpha val="30000"/>
            </a:srgbClr>
          </a:solidFill>
          <a:ln w="0">
            <a:noFill/>
            <a:prstDash val="solid"/>
          </a:ln>
        </p:spPr>
      </p:sp>
      <p:sp>
        <p:nvSpPr>
          <p:cNvPr id="1587" name="02_predicted_pose_4886">
            <a:extLst>
              <a:ext uri="{FF2B5EF4-FFF2-40B4-BE49-F238E27FC236}">
                <a16:creationId xmlns:a16="http://schemas.microsoft.com/office/drawing/2014/main" id="{8141BFBF-48AF-4636-A84B-BABB4F16F3F7}"/>
              </a:ext>
            </a:extLst>
          </p:cNvPr>
          <p:cNvSpPr>
            <a:spLocks noGrp="1"/>
          </p:cNvSpPr>
          <p:nvPr/>
        </p:nvSpPr>
        <p:spPr>
          <a:xfrm>
            <a:off x="4363734" y="5957409"/>
            <a:ext cx="28398" cy="28398"/>
          </a:xfrm>
          <a:prstGeom prst="ellipse">
            <a:avLst/>
          </a:prstGeom>
          <a:solidFill>
            <a:srgbClr val="5879BD">
              <a:alpha val="30000"/>
            </a:srgbClr>
          </a:solidFill>
          <a:ln w="0">
            <a:noFill/>
            <a:prstDash val="solid"/>
          </a:ln>
        </p:spPr>
      </p:sp>
      <p:sp>
        <p:nvSpPr>
          <p:cNvPr id="1588" name="02_predicted_pose_4887">
            <a:extLst>
              <a:ext uri="{FF2B5EF4-FFF2-40B4-BE49-F238E27FC236}">
                <a16:creationId xmlns:a16="http://schemas.microsoft.com/office/drawing/2014/main" id="{0AA03ABF-D9A7-48CF-8C55-90CCE40247DA}"/>
              </a:ext>
            </a:extLst>
          </p:cNvPr>
          <p:cNvSpPr>
            <a:spLocks noGrp="1"/>
          </p:cNvSpPr>
          <p:nvPr/>
        </p:nvSpPr>
        <p:spPr>
          <a:xfrm>
            <a:off x="4456757" y="5963404"/>
            <a:ext cx="28398" cy="28398"/>
          </a:xfrm>
          <a:prstGeom prst="ellipse">
            <a:avLst/>
          </a:prstGeom>
          <a:solidFill>
            <a:srgbClr val="5879BD">
              <a:alpha val="30000"/>
            </a:srgbClr>
          </a:solidFill>
          <a:ln w="0">
            <a:noFill/>
            <a:prstDash val="solid"/>
          </a:ln>
        </p:spPr>
      </p:sp>
      <p:sp>
        <p:nvSpPr>
          <p:cNvPr id="1589" name="02_predicted_pose_4888">
            <a:extLst>
              <a:ext uri="{FF2B5EF4-FFF2-40B4-BE49-F238E27FC236}">
                <a16:creationId xmlns:a16="http://schemas.microsoft.com/office/drawing/2014/main" id="{5B653DD1-6748-4554-A1EF-CE8FA40DAE08}"/>
              </a:ext>
            </a:extLst>
          </p:cNvPr>
          <p:cNvSpPr>
            <a:spLocks noGrp="1"/>
          </p:cNvSpPr>
          <p:nvPr/>
        </p:nvSpPr>
        <p:spPr>
          <a:xfrm>
            <a:off x="4549780" y="5913837"/>
            <a:ext cx="28398" cy="28398"/>
          </a:xfrm>
          <a:prstGeom prst="ellipse">
            <a:avLst/>
          </a:prstGeom>
          <a:solidFill>
            <a:srgbClr val="5879BD">
              <a:alpha val="30000"/>
            </a:srgbClr>
          </a:solidFill>
          <a:ln w="0">
            <a:noFill/>
            <a:prstDash val="solid"/>
          </a:ln>
        </p:spPr>
      </p:sp>
      <p:sp>
        <p:nvSpPr>
          <p:cNvPr id="1590" name="02_predicted_pose_4889">
            <a:extLst>
              <a:ext uri="{FF2B5EF4-FFF2-40B4-BE49-F238E27FC236}">
                <a16:creationId xmlns:a16="http://schemas.microsoft.com/office/drawing/2014/main" id="{9C7069B9-71A7-4958-BB44-14CB581FC918}"/>
              </a:ext>
            </a:extLst>
          </p:cNvPr>
          <p:cNvSpPr>
            <a:spLocks noGrp="1"/>
          </p:cNvSpPr>
          <p:nvPr/>
        </p:nvSpPr>
        <p:spPr>
          <a:xfrm>
            <a:off x="4642804" y="5954321"/>
            <a:ext cx="28398" cy="28398"/>
          </a:xfrm>
          <a:prstGeom prst="ellipse">
            <a:avLst/>
          </a:prstGeom>
          <a:solidFill>
            <a:srgbClr val="5879BD">
              <a:alpha val="30000"/>
            </a:srgbClr>
          </a:solidFill>
          <a:ln w="0">
            <a:noFill/>
            <a:prstDash val="solid"/>
          </a:ln>
        </p:spPr>
      </p:sp>
      <p:sp>
        <p:nvSpPr>
          <p:cNvPr id="1591" name="02_predicted_pose_4890">
            <a:extLst>
              <a:ext uri="{FF2B5EF4-FFF2-40B4-BE49-F238E27FC236}">
                <a16:creationId xmlns:a16="http://schemas.microsoft.com/office/drawing/2014/main" id="{C3E572CE-42B0-4C91-8A39-8ACA45E8131C}"/>
              </a:ext>
            </a:extLst>
          </p:cNvPr>
          <p:cNvSpPr>
            <a:spLocks noGrp="1"/>
          </p:cNvSpPr>
          <p:nvPr/>
        </p:nvSpPr>
        <p:spPr>
          <a:xfrm>
            <a:off x="4392330" y="5980356"/>
            <a:ext cx="28398" cy="28398"/>
          </a:xfrm>
          <a:prstGeom prst="ellipse">
            <a:avLst/>
          </a:prstGeom>
          <a:solidFill>
            <a:srgbClr val="5879BD">
              <a:alpha val="30000"/>
            </a:srgbClr>
          </a:solidFill>
          <a:ln w="0">
            <a:noFill/>
            <a:prstDash val="solid"/>
          </a:ln>
        </p:spPr>
      </p:sp>
      <p:sp>
        <p:nvSpPr>
          <p:cNvPr id="1592" name="02_predicted_pose_4891">
            <a:extLst>
              <a:ext uri="{FF2B5EF4-FFF2-40B4-BE49-F238E27FC236}">
                <a16:creationId xmlns:a16="http://schemas.microsoft.com/office/drawing/2014/main" id="{8CCA4408-F7C3-4B8C-A83F-BEEF5862FE53}"/>
              </a:ext>
            </a:extLst>
          </p:cNvPr>
          <p:cNvSpPr>
            <a:spLocks noGrp="1"/>
          </p:cNvSpPr>
          <p:nvPr/>
        </p:nvSpPr>
        <p:spPr>
          <a:xfrm>
            <a:off x="4485353" y="6052043"/>
            <a:ext cx="28398" cy="28398"/>
          </a:xfrm>
          <a:prstGeom prst="ellipse">
            <a:avLst/>
          </a:prstGeom>
          <a:solidFill>
            <a:srgbClr val="5879BD">
              <a:alpha val="30000"/>
            </a:srgbClr>
          </a:solidFill>
          <a:ln w="0">
            <a:noFill/>
            <a:prstDash val="solid"/>
          </a:ln>
        </p:spPr>
      </p:sp>
      <p:sp>
        <p:nvSpPr>
          <p:cNvPr id="1593" name="02_predicted_pose_4892">
            <a:extLst>
              <a:ext uri="{FF2B5EF4-FFF2-40B4-BE49-F238E27FC236}">
                <a16:creationId xmlns:a16="http://schemas.microsoft.com/office/drawing/2014/main" id="{8A5E4B99-6AB8-48CE-88CD-FA7F3ABCD999}"/>
              </a:ext>
            </a:extLst>
          </p:cNvPr>
          <p:cNvSpPr>
            <a:spLocks noGrp="1"/>
          </p:cNvSpPr>
          <p:nvPr/>
        </p:nvSpPr>
        <p:spPr>
          <a:xfrm>
            <a:off x="4578376" y="5990731"/>
            <a:ext cx="28398" cy="28398"/>
          </a:xfrm>
          <a:prstGeom prst="ellipse">
            <a:avLst/>
          </a:prstGeom>
          <a:solidFill>
            <a:srgbClr val="5879BD">
              <a:alpha val="30000"/>
            </a:srgbClr>
          </a:solidFill>
          <a:ln w="0">
            <a:noFill/>
            <a:prstDash val="solid"/>
          </a:ln>
        </p:spPr>
      </p:sp>
      <p:sp>
        <p:nvSpPr>
          <p:cNvPr id="1594" name="02_predicted_pose_4893">
            <a:extLst>
              <a:ext uri="{FF2B5EF4-FFF2-40B4-BE49-F238E27FC236}">
                <a16:creationId xmlns:a16="http://schemas.microsoft.com/office/drawing/2014/main" id="{E537FFAC-345C-49F6-8764-D8EDBFB68C4B}"/>
              </a:ext>
            </a:extLst>
          </p:cNvPr>
          <p:cNvSpPr>
            <a:spLocks noGrp="1"/>
          </p:cNvSpPr>
          <p:nvPr/>
        </p:nvSpPr>
        <p:spPr>
          <a:xfrm>
            <a:off x="4327903" y="5856674"/>
            <a:ext cx="28398" cy="28398"/>
          </a:xfrm>
          <a:prstGeom prst="ellipse">
            <a:avLst/>
          </a:prstGeom>
          <a:solidFill>
            <a:srgbClr val="5879BD">
              <a:alpha val="30000"/>
            </a:srgbClr>
          </a:solidFill>
          <a:ln w="0">
            <a:noFill/>
            <a:prstDash val="solid"/>
          </a:ln>
        </p:spPr>
      </p:sp>
      <p:sp>
        <p:nvSpPr>
          <p:cNvPr id="1595" name="02_predicted_pose_4894">
            <a:extLst>
              <a:ext uri="{FF2B5EF4-FFF2-40B4-BE49-F238E27FC236}">
                <a16:creationId xmlns:a16="http://schemas.microsoft.com/office/drawing/2014/main" id="{1BEF51FA-13EC-43BF-9E2F-F4F8F33BB307}"/>
              </a:ext>
            </a:extLst>
          </p:cNvPr>
          <p:cNvSpPr>
            <a:spLocks noGrp="1"/>
          </p:cNvSpPr>
          <p:nvPr/>
        </p:nvSpPr>
        <p:spPr>
          <a:xfrm>
            <a:off x="4534966" y="5940967"/>
            <a:ext cx="28398" cy="28398"/>
          </a:xfrm>
          <a:prstGeom prst="ellipse">
            <a:avLst/>
          </a:prstGeom>
          <a:solidFill>
            <a:srgbClr val="5879BD">
              <a:alpha val="30000"/>
            </a:srgbClr>
          </a:solidFill>
          <a:ln w="0">
            <a:noFill/>
            <a:prstDash val="solid"/>
          </a:ln>
        </p:spPr>
      </p:sp>
      <p:sp>
        <p:nvSpPr>
          <p:cNvPr id="1596" name="02_predicted_pose_4895">
            <a:extLst>
              <a:ext uri="{FF2B5EF4-FFF2-40B4-BE49-F238E27FC236}">
                <a16:creationId xmlns:a16="http://schemas.microsoft.com/office/drawing/2014/main" id="{3AA6085C-6984-492B-BBA6-4CD8356FEC29}"/>
              </a:ext>
            </a:extLst>
          </p:cNvPr>
          <p:cNvSpPr>
            <a:spLocks noGrp="1"/>
          </p:cNvSpPr>
          <p:nvPr/>
        </p:nvSpPr>
        <p:spPr>
          <a:xfrm>
            <a:off x="4627989" y="5980580"/>
            <a:ext cx="28398" cy="28398"/>
          </a:xfrm>
          <a:prstGeom prst="ellipse">
            <a:avLst/>
          </a:prstGeom>
          <a:solidFill>
            <a:srgbClr val="5879BD">
              <a:alpha val="30000"/>
            </a:srgbClr>
          </a:solidFill>
          <a:ln w="0">
            <a:noFill/>
            <a:prstDash val="solid"/>
          </a:ln>
        </p:spPr>
      </p:sp>
      <p:sp>
        <p:nvSpPr>
          <p:cNvPr id="1597" name="02_predicted_pose_4896">
            <a:extLst>
              <a:ext uri="{FF2B5EF4-FFF2-40B4-BE49-F238E27FC236}">
                <a16:creationId xmlns:a16="http://schemas.microsoft.com/office/drawing/2014/main" id="{FDEDED2E-C68A-4B14-AA2C-D6451CC7D77D}"/>
              </a:ext>
            </a:extLst>
          </p:cNvPr>
          <p:cNvSpPr>
            <a:spLocks noGrp="1"/>
          </p:cNvSpPr>
          <p:nvPr/>
        </p:nvSpPr>
        <p:spPr>
          <a:xfrm>
            <a:off x="4377515" y="5953166"/>
            <a:ext cx="28398" cy="28398"/>
          </a:xfrm>
          <a:prstGeom prst="ellipse">
            <a:avLst/>
          </a:prstGeom>
          <a:solidFill>
            <a:srgbClr val="5879BD">
              <a:alpha val="30000"/>
            </a:srgbClr>
          </a:solidFill>
          <a:ln w="0">
            <a:noFill/>
            <a:prstDash val="solid"/>
          </a:ln>
        </p:spPr>
      </p:sp>
      <p:sp>
        <p:nvSpPr>
          <p:cNvPr id="1598" name="02_predicted_pose_4897">
            <a:extLst>
              <a:ext uri="{FF2B5EF4-FFF2-40B4-BE49-F238E27FC236}">
                <a16:creationId xmlns:a16="http://schemas.microsoft.com/office/drawing/2014/main" id="{626EE968-CCD4-4ECA-9C6E-85C9C6498101}"/>
              </a:ext>
            </a:extLst>
          </p:cNvPr>
          <p:cNvSpPr>
            <a:spLocks noGrp="1"/>
          </p:cNvSpPr>
          <p:nvPr/>
        </p:nvSpPr>
        <p:spPr>
          <a:xfrm>
            <a:off x="4470538" y="5980687"/>
            <a:ext cx="28398" cy="28398"/>
          </a:xfrm>
          <a:prstGeom prst="ellipse">
            <a:avLst/>
          </a:prstGeom>
          <a:solidFill>
            <a:srgbClr val="5879BD">
              <a:alpha val="30000"/>
            </a:srgbClr>
          </a:solidFill>
          <a:ln w="0">
            <a:noFill/>
            <a:prstDash val="solid"/>
          </a:ln>
        </p:spPr>
      </p:sp>
      <p:sp>
        <p:nvSpPr>
          <p:cNvPr id="1599" name="02_predicted_pose_4898">
            <a:extLst>
              <a:ext uri="{FF2B5EF4-FFF2-40B4-BE49-F238E27FC236}">
                <a16:creationId xmlns:a16="http://schemas.microsoft.com/office/drawing/2014/main" id="{4033CA6A-057C-4995-A87C-814499E3FFEB}"/>
              </a:ext>
            </a:extLst>
          </p:cNvPr>
          <p:cNvSpPr>
            <a:spLocks noGrp="1"/>
          </p:cNvSpPr>
          <p:nvPr/>
        </p:nvSpPr>
        <p:spPr>
          <a:xfrm>
            <a:off x="4563562" y="5929627"/>
            <a:ext cx="28398" cy="28398"/>
          </a:xfrm>
          <a:prstGeom prst="ellipse">
            <a:avLst/>
          </a:prstGeom>
          <a:solidFill>
            <a:srgbClr val="5879BD">
              <a:alpha val="30000"/>
            </a:srgbClr>
          </a:solidFill>
          <a:ln w="0">
            <a:noFill/>
            <a:prstDash val="solid"/>
          </a:ln>
        </p:spPr>
      </p:sp>
      <p:sp>
        <p:nvSpPr>
          <p:cNvPr id="1600" name="02_predicted_pose_4899">
            <a:extLst>
              <a:ext uri="{FF2B5EF4-FFF2-40B4-BE49-F238E27FC236}">
                <a16:creationId xmlns:a16="http://schemas.microsoft.com/office/drawing/2014/main" id="{80DD2618-F7DA-4305-A8B3-141586D82352}"/>
              </a:ext>
            </a:extLst>
          </p:cNvPr>
          <p:cNvSpPr>
            <a:spLocks noGrp="1"/>
          </p:cNvSpPr>
          <p:nvPr/>
        </p:nvSpPr>
        <p:spPr>
          <a:xfrm>
            <a:off x="4656585" y="5924501"/>
            <a:ext cx="28398" cy="28398"/>
          </a:xfrm>
          <a:prstGeom prst="ellipse">
            <a:avLst/>
          </a:prstGeom>
          <a:solidFill>
            <a:srgbClr val="5879BD">
              <a:alpha val="30000"/>
            </a:srgbClr>
          </a:solidFill>
          <a:ln w="0">
            <a:noFill/>
            <a:prstDash val="solid"/>
          </a:ln>
        </p:spPr>
      </p:sp>
      <p:sp>
        <p:nvSpPr>
          <p:cNvPr id="1601" name="02_predicted_pose_4900">
            <a:extLst>
              <a:ext uri="{FF2B5EF4-FFF2-40B4-BE49-F238E27FC236}">
                <a16:creationId xmlns:a16="http://schemas.microsoft.com/office/drawing/2014/main" id="{79D26F9A-C98B-4B68-8706-658390C8ED37}"/>
              </a:ext>
            </a:extLst>
          </p:cNvPr>
          <p:cNvSpPr>
            <a:spLocks noGrp="1"/>
          </p:cNvSpPr>
          <p:nvPr/>
        </p:nvSpPr>
        <p:spPr>
          <a:xfrm>
            <a:off x="4406111" y="5927636"/>
            <a:ext cx="28398" cy="28398"/>
          </a:xfrm>
          <a:prstGeom prst="ellipse">
            <a:avLst/>
          </a:prstGeom>
          <a:solidFill>
            <a:srgbClr val="5879BD">
              <a:alpha val="30000"/>
            </a:srgbClr>
          </a:solidFill>
          <a:ln w="0">
            <a:noFill/>
            <a:prstDash val="solid"/>
          </a:ln>
        </p:spPr>
      </p:sp>
      <p:sp>
        <p:nvSpPr>
          <p:cNvPr id="1602" name="02_predicted_pose_4901">
            <a:extLst>
              <a:ext uri="{FF2B5EF4-FFF2-40B4-BE49-F238E27FC236}">
                <a16:creationId xmlns:a16="http://schemas.microsoft.com/office/drawing/2014/main" id="{EACC1C72-A0CC-4820-BD9D-381AEB22909B}"/>
              </a:ext>
            </a:extLst>
          </p:cNvPr>
          <p:cNvSpPr>
            <a:spLocks noGrp="1"/>
          </p:cNvSpPr>
          <p:nvPr/>
        </p:nvSpPr>
        <p:spPr>
          <a:xfrm>
            <a:off x="4499134" y="5984942"/>
            <a:ext cx="28398" cy="28398"/>
          </a:xfrm>
          <a:prstGeom prst="ellipse">
            <a:avLst/>
          </a:prstGeom>
          <a:solidFill>
            <a:srgbClr val="5879BD">
              <a:alpha val="30000"/>
            </a:srgbClr>
          </a:solidFill>
          <a:ln w="0">
            <a:noFill/>
            <a:prstDash val="solid"/>
          </a:ln>
        </p:spPr>
      </p:sp>
      <p:sp>
        <p:nvSpPr>
          <p:cNvPr id="1603" name="02_predicted_pose_4902">
            <a:extLst>
              <a:ext uri="{FF2B5EF4-FFF2-40B4-BE49-F238E27FC236}">
                <a16:creationId xmlns:a16="http://schemas.microsoft.com/office/drawing/2014/main" id="{7ADBFE5C-A3A0-4813-B88A-858E2A992D4D}"/>
              </a:ext>
            </a:extLst>
          </p:cNvPr>
          <p:cNvSpPr>
            <a:spLocks noGrp="1"/>
          </p:cNvSpPr>
          <p:nvPr/>
        </p:nvSpPr>
        <p:spPr>
          <a:xfrm>
            <a:off x="4463303" y="6105566"/>
            <a:ext cx="28398" cy="28398"/>
          </a:xfrm>
          <a:prstGeom prst="ellipse">
            <a:avLst/>
          </a:prstGeom>
          <a:solidFill>
            <a:srgbClr val="5879BD">
              <a:alpha val="30000"/>
            </a:srgbClr>
          </a:solidFill>
          <a:ln w="0">
            <a:noFill/>
            <a:prstDash val="solid"/>
          </a:ln>
        </p:spPr>
      </p:sp>
      <p:sp>
        <p:nvSpPr>
          <p:cNvPr id="1604" name="02_predicted_pose_4903">
            <a:extLst>
              <a:ext uri="{FF2B5EF4-FFF2-40B4-BE49-F238E27FC236}">
                <a16:creationId xmlns:a16="http://schemas.microsoft.com/office/drawing/2014/main" id="{009E044D-E036-4C05-8A4D-D4E3781452DF}"/>
              </a:ext>
            </a:extLst>
          </p:cNvPr>
          <p:cNvSpPr>
            <a:spLocks noGrp="1"/>
          </p:cNvSpPr>
          <p:nvPr/>
        </p:nvSpPr>
        <p:spPr>
          <a:xfrm>
            <a:off x="4477084" y="5990539"/>
            <a:ext cx="28398" cy="28398"/>
          </a:xfrm>
          <a:prstGeom prst="ellipse">
            <a:avLst/>
          </a:prstGeom>
          <a:solidFill>
            <a:srgbClr val="5879BD">
              <a:alpha val="30000"/>
            </a:srgbClr>
          </a:solidFill>
          <a:ln w="0">
            <a:noFill/>
            <a:prstDash val="solid"/>
          </a:ln>
        </p:spPr>
      </p:sp>
      <p:sp>
        <p:nvSpPr>
          <p:cNvPr id="1605" name="02_predicted_pose_4904">
            <a:extLst>
              <a:ext uri="{FF2B5EF4-FFF2-40B4-BE49-F238E27FC236}">
                <a16:creationId xmlns:a16="http://schemas.microsoft.com/office/drawing/2014/main" id="{3CAAD756-C47D-4A23-AF74-1843DCD7494D}"/>
              </a:ext>
            </a:extLst>
          </p:cNvPr>
          <p:cNvSpPr>
            <a:spLocks noGrp="1"/>
          </p:cNvSpPr>
          <p:nvPr/>
        </p:nvSpPr>
        <p:spPr>
          <a:xfrm>
            <a:off x="4455034" y="5937330"/>
            <a:ext cx="28398" cy="28398"/>
          </a:xfrm>
          <a:prstGeom prst="ellipse">
            <a:avLst/>
          </a:prstGeom>
          <a:solidFill>
            <a:srgbClr val="5879BD">
              <a:alpha val="30000"/>
            </a:srgbClr>
          </a:solidFill>
          <a:ln w="0">
            <a:noFill/>
            <a:prstDash val="solid"/>
          </a:ln>
        </p:spPr>
      </p:sp>
      <p:sp>
        <p:nvSpPr>
          <p:cNvPr id="1606" name="02_predicted_pose_4905">
            <a:extLst>
              <a:ext uri="{FF2B5EF4-FFF2-40B4-BE49-F238E27FC236}">
                <a16:creationId xmlns:a16="http://schemas.microsoft.com/office/drawing/2014/main" id="{EB4E24BD-C9A9-403C-8270-25D96163D910}"/>
              </a:ext>
            </a:extLst>
          </p:cNvPr>
          <p:cNvSpPr>
            <a:spLocks noGrp="1"/>
          </p:cNvSpPr>
          <p:nvPr/>
        </p:nvSpPr>
        <p:spPr>
          <a:xfrm>
            <a:off x="4482597" y="5963407"/>
            <a:ext cx="28398" cy="28398"/>
          </a:xfrm>
          <a:prstGeom prst="ellipse">
            <a:avLst/>
          </a:prstGeom>
          <a:solidFill>
            <a:srgbClr val="5879BD">
              <a:alpha val="30000"/>
            </a:srgbClr>
          </a:solidFill>
          <a:ln w="0">
            <a:noFill/>
            <a:prstDash val="solid"/>
          </a:ln>
        </p:spPr>
      </p:sp>
      <p:sp>
        <p:nvSpPr>
          <p:cNvPr id="1607" name="02_predicted_pose_4906">
            <a:extLst>
              <a:ext uri="{FF2B5EF4-FFF2-40B4-BE49-F238E27FC236}">
                <a16:creationId xmlns:a16="http://schemas.microsoft.com/office/drawing/2014/main" id="{B03420B6-4B50-459D-A3FC-7F13021F427D}"/>
              </a:ext>
            </a:extLst>
          </p:cNvPr>
          <p:cNvSpPr>
            <a:spLocks noGrp="1"/>
          </p:cNvSpPr>
          <p:nvPr/>
        </p:nvSpPr>
        <p:spPr>
          <a:xfrm>
            <a:off x="4510159" y="5930953"/>
            <a:ext cx="28398" cy="28398"/>
          </a:xfrm>
          <a:prstGeom prst="ellipse">
            <a:avLst/>
          </a:prstGeom>
          <a:solidFill>
            <a:srgbClr val="5879BD">
              <a:alpha val="30000"/>
            </a:srgbClr>
          </a:solidFill>
          <a:ln w="0">
            <a:noFill/>
            <a:prstDash val="solid"/>
          </a:ln>
        </p:spPr>
      </p:sp>
      <p:sp>
        <p:nvSpPr>
          <p:cNvPr id="1608" name="02_predicted_pose_4907">
            <a:extLst>
              <a:ext uri="{FF2B5EF4-FFF2-40B4-BE49-F238E27FC236}">
                <a16:creationId xmlns:a16="http://schemas.microsoft.com/office/drawing/2014/main" id="{E7C2FFA4-A8F8-4BC6-AEC1-3EF76B335571}"/>
              </a:ext>
            </a:extLst>
          </p:cNvPr>
          <p:cNvSpPr>
            <a:spLocks noGrp="1"/>
          </p:cNvSpPr>
          <p:nvPr/>
        </p:nvSpPr>
        <p:spPr>
          <a:xfrm>
            <a:off x="4492588" y="5883541"/>
            <a:ext cx="28398" cy="28398"/>
          </a:xfrm>
          <a:prstGeom prst="ellipse">
            <a:avLst/>
          </a:prstGeom>
          <a:solidFill>
            <a:srgbClr val="5879BD">
              <a:alpha val="30000"/>
            </a:srgbClr>
          </a:solidFill>
          <a:ln w="0">
            <a:noFill/>
            <a:prstDash val="solid"/>
          </a:ln>
        </p:spPr>
      </p:sp>
      <p:sp>
        <p:nvSpPr>
          <p:cNvPr id="1609" name="02_predicted_pose_4908">
            <a:extLst>
              <a:ext uri="{FF2B5EF4-FFF2-40B4-BE49-F238E27FC236}">
                <a16:creationId xmlns:a16="http://schemas.microsoft.com/office/drawing/2014/main" id="{872A92A3-A01A-49BD-A446-35CC4FD34C95}"/>
              </a:ext>
            </a:extLst>
          </p:cNvPr>
          <p:cNvSpPr>
            <a:spLocks noGrp="1"/>
          </p:cNvSpPr>
          <p:nvPr/>
        </p:nvSpPr>
        <p:spPr>
          <a:xfrm>
            <a:off x="4335138" y="6075909"/>
            <a:ext cx="28398" cy="28398"/>
          </a:xfrm>
          <a:prstGeom prst="ellipse">
            <a:avLst/>
          </a:prstGeom>
          <a:solidFill>
            <a:srgbClr val="5879BD">
              <a:alpha val="30000"/>
            </a:srgbClr>
          </a:solidFill>
          <a:ln w="0">
            <a:noFill/>
            <a:prstDash val="solid"/>
          </a:ln>
        </p:spPr>
      </p:sp>
      <p:sp>
        <p:nvSpPr>
          <p:cNvPr id="1610" name="02_predicted_pose_4909">
            <a:extLst>
              <a:ext uri="{FF2B5EF4-FFF2-40B4-BE49-F238E27FC236}">
                <a16:creationId xmlns:a16="http://schemas.microsoft.com/office/drawing/2014/main" id="{52271327-8024-4117-8B0D-B347FECA43BC}"/>
              </a:ext>
            </a:extLst>
          </p:cNvPr>
          <p:cNvSpPr>
            <a:spLocks noGrp="1"/>
          </p:cNvSpPr>
          <p:nvPr/>
        </p:nvSpPr>
        <p:spPr>
          <a:xfrm>
            <a:off x="4521184" y="6007849"/>
            <a:ext cx="28398" cy="28398"/>
          </a:xfrm>
          <a:prstGeom prst="ellipse">
            <a:avLst/>
          </a:prstGeom>
          <a:solidFill>
            <a:srgbClr val="5879BD">
              <a:alpha val="30000"/>
            </a:srgbClr>
          </a:solidFill>
          <a:ln w="0">
            <a:noFill/>
            <a:prstDash val="solid"/>
          </a:ln>
        </p:spPr>
      </p:sp>
      <p:sp>
        <p:nvSpPr>
          <p:cNvPr id="1611" name="02_predicted_pose_4910">
            <a:extLst>
              <a:ext uri="{FF2B5EF4-FFF2-40B4-BE49-F238E27FC236}">
                <a16:creationId xmlns:a16="http://schemas.microsoft.com/office/drawing/2014/main" id="{8083ACA0-E5A6-4530-8472-43C4806E4403}"/>
              </a:ext>
            </a:extLst>
          </p:cNvPr>
          <p:cNvSpPr>
            <a:spLocks noGrp="1"/>
          </p:cNvSpPr>
          <p:nvPr/>
        </p:nvSpPr>
        <p:spPr>
          <a:xfrm>
            <a:off x="4363734" y="5961109"/>
            <a:ext cx="28398" cy="28398"/>
          </a:xfrm>
          <a:prstGeom prst="ellipse">
            <a:avLst/>
          </a:prstGeom>
          <a:solidFill>
            <a:srgbClr val="5879BD">
              <a:alpha val="30000"/>
            </a:srgbClr>
          </a:solidFill>
          <a:ln w="0">
            <a:noFill/>
            <a:prstDash val="solid"/>
          </a:ln>
        </p:spPr>
      </p:sp>
      <p:sp>
        <p:nvSpPr>
          <p:cNvPr id="1612" name="02_predicted_pose_4911">
            <a:extLst>
              <a:ext uri="{FF2B5EF4-FFF2-40B4-BE49-F238E27FC236}">
                <a16:creationId xmlns:a16="http://schemas.microsoft.com/office/drawing/2014/main" id="{F51DAA87-B3F2-45BC-810B-BC42733B56D3}"/>
              </a:ext>
            </a:extLst>
          </p:cNvPr>
          <p:cNvSpPr>
            <a:spLocks noGrp="1"/>
          </p:cNvSpPr>
          <p:nvPr/>
        </p:nvSpPr>
        <p:spPr>
          <a:xfrm>
            <a:off x="4501546" y="6107150"/>
            <a:ext cx="28398" cy="28398"/>
          </a:xfrm>
          <a:prstGeom prst="ellipse">
            <a:avLst/>
          </a:prstGeom>
          <a:solidFill>
            <a:srgbClr val="5879BD">
              <a:alpha val="30000"/>
            </a:srgbClr>
          </a:solidFill>
          <a:ln w="0">
            <a:noFill/>
            <a:prstDash val="solid"/>
          </a:ln>
        </p:spPr>
      </p:sp>
      <p:sp>
        <p:nvSpPr>
          <p:cNvPr id="1613" name="02_predicted_pose_4912">
            <a:extLst>
              <a:ext uri="{FF2B5EF4-FFF2-40B4-BE49-F238E27FC236}">
                <a16:creationId xmlns:a16="http://schemas.microsoft.com/office/drawing/2014/main" id="{957B8279-F3FB-4CD2-84FF-2F862F455BA1}"/>
              </a:ext>
            </a:extLst>
          </p:cNvPr>
          <p:cNvSpPr>
            <a:spLocks noGrp="1"/>
          </p:cNvSpPr>
          <p:nvPr/>
        </p:nvSpPr>
        <p:spPr>
          <a:xfrm>
            <a:off x="4515327" y="6134567"/>
            <a:ext cx="28398" cy="28398"/>
          </a:xfrm>
          <a:prstGeom prst="ellipse">
            <a:avLst/>
          </a:prstGeom>
          <a:solidFill>
            <a:srgbClr val="5879BD">
              <a:alpha val="30000"/>
            </a:srgbClr>
          </a:solidFill>
          <a:ln w="0">
            <a:noFill/>
            <a:prstDash val="solid"/>
          </a:ln>
        </p:spPr>
      </p:sp>
      <p:sp>
        <p:nvSpPr>
          <p:cNvPr id="1614" name="02_predicted_pose_4913">
            <a:extLst>
              <a:ext uri="{FF2B5EF4-FFF2-40B4-BE49-F238E27FC236}">
                <a16:creationId xmlns:a16="http://schemas.microsoft.com/office/drawing/2014/main" id="{95DC0CA4-AC7D-47D1-9D9B-F870EB4AD5A7}"/>
              </a:ext>
            </a:extLst>
          </p:cNvPr>
          <p:cNvSpPr>
            <a:spLocks noGrp="1"/>
          </p:cNvSpPr>
          <p:nvPr/>
        </p:nvSpPr>
        <p:spPr>
          <a:xfrm>
            <a:off x="4556671" y="6001617"/>
            <a:ext cx="28398" cy="28398"/>
          </a:xfrm>
          <a:prstGeom prst="ellipse">
            <a:avLst/>
          </a:prstGeom>
          <a:solidFill>
            <a:srgbClr val="5879BD">
              <a:alpha val="30000"/>
            </a:srgbClr>
          </a:solidFill>
          <a:ln w="0">
            <a:noFill/>
            <a:prstDash val="solid"/>
          </a:ln>
        </p:spPr>
      </p:sp>
      <p:sp>
        <p:nvSpPr>
          <p:cNvPr id="1615" name="02_predicted_pose_4914">
            <a:extLst>
              <a:ext uri="{FF2B5EF4-FFF2-40B4-BE49-F238E27FC236}">
                <a16:creationId xmlns:a16="http://schemas.microsoft.com/office/drawing/2014/main" id="{4386E151-CA86-4A89-B828-3CA77029BA66}"/>
              </a:ext>
            </a:extLst>
          </p:cNvPr>
          <p:cNvSpPr>
            <a:spLocks noGrp="1"/>
          </p:cNvSpPr>
          <p:nvPr/>
        </p:nvSpPr>
        <p:spPr>
          <a:xfrm>
            <a:off x="4570452" y="6115080"/>
            <a:ext cx="28398" cy="28398"/>
          </a:xfrm>
          <a:prstGeom prst="ellipse">
            <a:avLst/>
          </a:prstGeom>
          <a:solidFill>
            <a:srgbClr val="5879BD">
              <a:alpha val="30000"/>
            </a:srgbClr>
          </a:solidFill>
          <a:ln w="0">
            <a:noFill/>
            <a:prstDash val="solid"/>
          </a:ln>
        </p:spPr>
      </p:sp>
      <p:sp>
        <p:nvSpPr>
          <p:cNvPr id="1616" name="02_predicted_pose_4915">
            <a:extLst>
              <a:ext uri="{FF2B5EF4-FFF2-40B4-BE49-F238E27FC236}">
                <a16:creationId xmlns:a16="http://schemas.microsoft.com/office/drawing/2014/main" id="{BD49C69A-3318-4027-A5CE-532E3B2A5FB7}"/>
              </a:ext>
            </a:extLst>
          </p:cNvPr>
          <p:cNvSpPr>
            <a:spLocks noGrp="1"/>
          </p:cNvSpPr>
          <p:nvPr/>
        </p:nvSpPr>
        <p:spPr>
          <a:xfrm>
            <a:off x="4611796" y="6163450"/>
            <a:ext cx="28398" cy="28398"/>
          </a:xfrm>
          <a:prstGeom prst="ellipse">
            <a:avLst/>
          </a:prstGeom>
          <a:solidFill>
            <a:srgbClr val="5879BD">
              <a:alpha val="30000"/>
            </a:srgbClr>
          </a:solidFill>
          <a:ln w="0">
            <a:noFill/>
            <a:prstDash val="solid"/>
          </a:ln>
        </p:spPr>
      </p:sp>
      <p:sp>
        <p:nvSpPr>
          <p:cNvPr id="1617" name="02_predicted_pose_4916">
            <a:extLst>
              <a:ext uri="{FF2B5EF4-FFF2-40B4-BE49-F238E27FC236}">
                <a16:creationId xmlns:a16="http://schemas.microsoft.com/office/drawing/2014/main" id="{913E947B-385F-40CB-BA0C-DB6C275F820D}"/>
              </a:ext>
            </a:extLst>
          </p:cNvPr>
          <p:cNvSpPr>
            <a:spLocks noGrp="1"/>
          </p:cNvSpPr>
          <p:nvPr/>
        </p:nvSpPr>
        <p:spPr>
          <a:xfrm>
            <a:off x="4625577" y="6168820"/>
            <a:ext cx="28398" cy="28398"/>
          </a:xfrm>
          <a:prstGeom prst="ellipse">
            <a:avLst/>
          </a:prstGeom>
          <a:solidFill>
            <a:srgbClr val="5879BD">
              <a:alpha val="30000"/>
            </a:srgbClr>
          </a:solidFill>
          <a:ln w="0">
            <a:noFill/>
            <a:prstDash val="solid"/>
          </a:ln>
        </p:spPr>
      </p:sp>
      <p:sp>
        <p:nvSpPr>
          <p:cNvPr id="1618" name="02_predicted_pose_4917">
            <a:extLst>
              <a:ext uri="{FF2B5EF4-FFF2-40B4-BE49-F238E27FC236}">
                <a16:creationId xmlns:a16="http://schemas.microsoft.com/office/drawing/2014/main" id="{9CACF9E7-C470-40D5-A390-6AA2A4134DB8}"/>
              </a:ext>
            </a:extLst>
          </p:cNvPr>
          <p:cNvSpPr>
            <a:spLocks noGrp="1"/>
          </p:cNvSpPr>
          <p:nvPr/>
        </p:nvSpPr>
        <p:spPr>
          <a:xfrm>
            <a:off x="4357532" y="6266537"/>
            <a:ext cx="28398" cy="28398"/>
          </a:xfrm>
          <a:prstGeom prst="ellipse">
            <a:avLst/>
          </a:prstGeom>
          <a:solidFill>
            <a:srgbClr val="5879BD">
              <a:alpha val="30000"/>
            </a:srgbClr>
          </a:solidFill>
          <a:ln w="0">
            <a:noFill/>
            <a:prstDash val="solid"/>
          </a:ln>
        </p:spPr>
      </p:sp>
      <p:sp>
        <p:nvSpPr>
          <p:cNvPr id="1619" name="02_predicted_pose_4918">
            <a:extLst>
              <a:ext uri="{FF2B5EF4-FFF2-40B4-BE49-F238E27FC236}">
                <a16:creationId xmlns:a16="http://schemas.microsoft.com/office/drawing/2014/main" id="{EBF148DA-DCBB-46A1-A984-95C23327162A}"/>
              </a:ext>
            </a:extLst>
          </p:cNvPr>
          <p:cNvSpPr>
            <a:spLocks noGrp="1"/>
          </p:cNvSpPr>
          <p:nvPr/>
        </p:nvSpPr>
        <p:spPr>
          <a:xfrm>
            <a:off x="4450556" y="6042440"/>
            <a:ext cx="28398" cy="28398"/>
          </a:xfrm>
          <a:prstGeom prst="ellipse">
            <a:avLst/>
          </a:prstGeom>
          <a:solidFill>
            <a:srgbClr val="5879BD">
              <a:alpha val="30000"/>
            </a:srgbClr>
          </a:solidFill>
          <a:ln w="0">
            <a:noFill/>
            <a:prstDash val="solid"/>
          </a:ln>
        </p:spPr>
      </p:sp>
      <p:sp>
        <p:nvSpPr>
          <p:cNvPr id="1620" name="02_predicted_pose_4919">
            <a:extLst>
              <a:ext uri="{FF2B5EF4-FFF2-40B4-BE49-F238E27FC236}">
                <a16:creationId xmlns:a16="http://schemas.microsoft.com/office/drawing/2014/main" id="{35AFCFEC-F3B6-4361-A853-C81A5EE69CB1}"/>
              </a:ext>
            </a:extLst>
          </p:cNvPr>
          <p:cNvSpPr>
            <a:spLocks noGrp="1"/>
          </p:cNvSpPr>
          <p:nvPr/>
        </p:nvSpPr>
        <p:spPr>
          <a:xfrm>
            <a:off x="4386128" y="5879557"/>
            <a:ext cx="28398" cy="28398"/>
          </a:xfrm>
          <a:prstGeom prst="ellipse">
            <a:avLst/>
          </a:prstGeom>
          <a:solidFill>
            <a:srgbClr val="5879BD">
              <a:alpha val="30000"/>
            </a:srgbClr>
          </a:solidFill>
          <a:ln w="0">
            <a:noFill/>
            <a:prstDash val="solid"/>
          </a:ln>
        </p:spPr>
      </p:sp>
      <p:sp>
        <p:nvSpPr>
          <p:cNvPr id="1621" name="02_predicted_pose_4920">
            <a:extLst>
              <a:ext uri="{FF2B5EF4-FFF2-40B4-BE49-F238E27FC236}">
                <a16:creationId xmlns:a16="http://schemas.microsoft.com/office/drawing/2014/main" id="{A57F4FCE-DFCF-4EEB-BAC0-55FA6121F90A}"/>
              </a:ext>
            </a:extLst>
          </p:cNvPr>
          <p:cNvSpPr>
            <a:spLocks noGrp="1"/>
          </p:cNvSpPr>
          <p:nvPr/>
        </p:nvSpPr>
        <p:spPr>
          <a:xfrm>
            <a:off x="4479152" y="5927156"/>
            <a:ext cx="28398" cy="28398"/>
          </a:xfrm>
          <a:prstGeom prst="ellipse">
            <a:avLst/>
          </a:prstGeom>
          <a:solidFill>
            <a:srgbClr val="5879BD">
              <a:alpha val="30000"/>
            </a:srgbClr>
          </a:solidFill>
          <a:ln w="0">
            <a:noFill/>
            <a:prstDash val="solid"/>
          </a:ln>
        </p:spPr>
      </p:sp>
      <p:sp>
        <p:nvSpPr>
          <p:cNvPr id="1622" name="02_predicted_pose_4921">
            <a:extLst>
              <a:ext uri="{FF2B5EF4-FFF2-40B4-BE49-F238E27FC236}">
                <a16:creationId xmlns:a16="http://schemas.microsoft.com/office/drawing/2014/main" id="{30283449-8B87-4AD6-A456-B1E37A36B418}"/>
              </a:ext>
            </a:extLst>
          </p:cNvPr>
          <p:cNvSpPr>
            <a:spLocks noGrp="1"/>
          </p:cNvSpPr>
          <p:nvPr/>
        </p:nvSpPr>
        <p:spPr>
          <a:xfrm>
            <a:off x="4528419" y="5995813"/>
            <a:ext cx="28398" cy="28398"/>
          </a:xfrm>
          <a:prstGeom prst="ellipse">
            <a:avLst/>
          </a:prstGeom>
          <a:solidFill>
            <a:srgbClr val="5879BD">
              <a:alpha val="30000"/>
            </a:srgbClr>
          </a:solidFill>
          <a:ln w="0">
            <a:noFill/>
            <a:prstDash val="solid"/>
          </a:ln>
        </p:spPr>
      </p:sp>
      <p:sp>
        <p:nvSpPr>
          <p:cNvPr id="1623" name="02_predicted_pose_4922">
            <a:extLst>
              <a:ext uri="{FF2B5EF4-FFF2-40B4-BE49-F238E27FC236}">
                <a16:creationId xmlns:a16="http://schemas.microsoft.com/office/drawing/2014/main" id="{DDBA933B-E52B-45AD-AF45-5420F390B7F7}"/>
              </a:ext>
            </a:extLst>
          </p:cNvPr>
          <p:cNvSpPr>
            <a:spLocks noGrp="1"/>
          </p:cNvSpPr>
          <p:nvPr/>
        </p:nvSpPr>
        <p:spPr>
          <a:xfrm>
            <a:off x="4365801" y="5999807"/>
            <a:ext cx="28398" cy="28398"/>
          </a:xfrm>
          <a:prstGeom prst="ellipse">
            <a:avLst/>
          </a:prstGeom>
          <a:solidFill>
            <a:srgbClr val="5879BD">
              <a:alpha val="30000"/>
            </a:srgbClr>
          </a:solidFill>
          <a:ln w="0">
            <a:noFill/>
            <a:prstDash val="solid"/>
          </a:ln>
        </p:spPr>
      </p:sp>
      <p:sp>
        <p:nvSpPr>
          <p:cNvPr id="1624" name="02_predicted_pose_4923">
            <a:extLst>
              <a:ext uri="{FF2B5EF4-FFF2-40B4-BE49-F238E27FC236}">
                <a16:creationId xmlns:a16="http://schemas.microsoft.com/office/drawing/2014/main" id="{C4344DC4-541A-42A5-B922-92F1DB19FFB7}"/>
              </a:ext>
            </a:extLst>
          </p:cNvPr>
          <p:cNvSpPr>
            <a:spLocks noGrp="1"/>
          </p:cNvSpPr>
          <p:nvPr/>
        </p:nvSpPr>
        <p:spPr>
          <a:xfrm>
            <a:off x="4619376" y="5788437"/>
            <a:ext cx="28398" cy="28398"/>
          </a:xfrm>
          <a:prstGeom prst="ellipse">
            <a:avLst/>
          </a:prstGeom>
          <a:solidFill>
            <a:srgbClr val="5879BD">
              <a:alpha val="30000"/>
            </a:srgbClr>
          </a:solidFill>
          <a:ln w="0">
            <a:noFill/>
            <a:prstDash val="solid"/>
          </a:ln>
        </p:spPr>
      </p:sp>
      <p:sp>
        <p:nvSpPr>
          <p:cNvPr id="1625" name="02_predicted_pose_4924">
            <a:extLst>
              <a:ext uri="{FF2B5EF4-FFF2-40B4-BE49-F238E27FC236}">
                <a16:creationId xmlns:a16="http://schemas.microsoft.com/office/drawing/2014/main" id="{EDD8F9EB-6AA4-43B4-B0D5-F43759974113}"/>
              </a:ext>
            </a:extLst>
          </p:cNvPr>
          <p:cNvSpPr>
            <a:spLocks noGrp="1"/>
          </p:cNvSpPr>
          <p:nvPr/>
        </p:nvSpPr>
        <p:spPr>
          <a:xfrm>
            <a:off x="4493622" y="5946633"/>
            <a:ext cx="28398" cy="28398"/>
          </a:xfrm>
          <a:prstGeom prst="ellipse">
            <a:avLst/>
          </a:prstGeom>
          <a:solidFill>
            <a:srgbClr val="5879BD">
              <a:alpha val="30000"/>
            </a:srgbClr>
          </a:solidFill>
          <a:ln w="0">
            <a:noFill/>
            <a:prstDash val="solid"/>
          </a:ln>
        </p:spPr>
      </p:sp>
      <p:sp>
        <p:nvSpPr>
          <p:cNvPr id="1626" name="02_predicted_pose_4925">
            <a:extLst>
              <a:ext uri="{FF2B5EF4-FFF2-40B4-BE49-F238E27FC236}">
                <a16:creationId xmlns:a16="http://schemas.microsoft.com/office/drawing/2014/main" id="{1A7ED03A-68CC-45D9-972D-F0612C1C49BC}"/>
              </a:ext>
            </a:extLst>
          </p:cNvPr>
          <p:cNvSpPr>
            <a:spLocks noGrp="1"/>
          </p:cNvSpPr>
          <p:nvPr/>
        </p:nvSpPr>
        <p:spPr>
          <a:xfrm>
            <a:off x="4372002" y="5998945"/>
            <a:ext cx="28398" cy="28398"/>
          </a:xfrm>
          <a:prstGeom prst="ellipse">
            <a:avLst/>
          </a:prstGeom>
          <a:solidFill>
            <a:srgbClr val="5879BD">
              <a:alpha val="30000"/>
            </a:srgbClr>
          </a:solidFill>
          <a:ln w="0">
            <a:noFill/>
            <a:prstDash val="solid"/>
          </a:ln>
        </p:spPr>
      </p:sp>
      <p:sp>
        <p:nvSpPr>
          <p:cNvPr id="1627" name="02_predicted_pose_4926">
            <a:extLst>
              <a:ext uri="{FF2B5EF4-FFF2-40B4-BE49-F238E27FC236}">
                <a16:creationId xmlns:a16="http://schemas.microsoft.com/office/drawing/2014/main" id="{25D25813-2898-4924-A431-B598491D274A}"/>
              </a:ext>
            </a:extLst>
          </p:cNvPr>
          <p:cNvSpPr>
            <a:spLocks noGrp="1"/>
          </p:cNvSpPr>
          <p:nvPr/>
        </p:nvSpPr>
        <p:spPr>
          <a:xfrm>
            <a:off x="4413346" y="5829004"/>
            <a:ext cx="28398" cy="28398"/>
          </a:xfrm>
          <a:prstGeom prst="ellipse">
            <a:avLst/>
          </a:prstGeom>
          <a:solidFill>
            <a:srgbClr val="5879BD">
              <a:alpha val="30000"/>
            </a:srgbClr>
          </a:solidFill>
          <a:ln w="0">
            <a:noFill/>
            <a:prstDash val="solid"/>
          </a:ln>
        </p:spPr>
      </p:sp>
      <p:sp>
        <p:nvSpPr>
          <p:cNvPr id="1628" name="02_predicted_pose_4927">
            <a:extLst>
              <a:ext uri="{FF2B5EF4-FFF2-40B4-BE49-F238E27FC236}">
                <a16:creationId xmlns:a16="http://schemas.microsoft.com/office/drawing/2014/main" id="{A3D9B0CE-DE84-4CB6-B3C0-A52ADFC4D05A}"/>
              </a:ext>
            </a:extLst>
          </p:cNvPr>
          <p:cNvSpPr>
            <a:spLocks noGrp="1"/>
          </p:cNvSpPr>
          <p:nvPr/>
        </p:nvSpPr>
        <p:spPr>
          <a:xfrm>
            <a:off x="4454690" y="5839455"/>
            <a:ext cx="28398" cy="28398"/>
          </a:xfrm>
          <a:prstGeom prst="ellipse">
            <a:avLst/>
          </a:prstGeom>
          <a:solidFill>
            <a:srgbClr val="5879BD">
              <a:alpha val="30000"/>
            </a:srgbClr>
          </a:solidFill>
          <a:ln w="0">
            <a:noFill/>
            <a:prstDash val="solid"/>
          </a:ln>
        </p:spPr>
      </p:sp>
      <p:sp>
        <p:nvSpPr>
          <p:cNvPr id="1629" name="02_predicted_pose_4928">
            <a:extLst>
              <a:ext uri="{FF2B5EF4-FFF2-40B4-BE49-F238E27FC236}">
                <a16:creationId xmlns:a16="http://schemas.microsoft.com/office/drawing/2014/main" id="{FB901249-E856-4EC3-A370-34B53FEC2E9B}"/>
              </a:ext>
            </a:extLst>
          </p:cNvPr>
          <p:cNvSpPr>
            <a:spLocks noGrp="1"/>
          </p:cNvSpPr>
          <p:nvPr/>
        </p:nvSpPr>
        <p:spPr>
          <a:xfrm>
            <a:off x="4629022" y="5867391"/>
            <a:ext cx="28398" cy="28398"/>
          </a:xfrm>
          <a:prstGeom prst="ellipse">
            <a:avLst/>
          </a:prstGeom>
          <a:solidFill>
            <a:srgbClr val="5879BD">
              <a:alpha val="30000"/>
            </a:srgbClr>
          </a:solidFill>
          <a:ln w="0">
            <a:noFill/>
            <a:prstDash val="solid"/>
          </a:ln>
        </p:spPr>
      </p:sp>
      <p:sp>
        <p:nvSpPr>
          <p:cNvPr id="1630" name="02_predicted_pose_4929">
            <a:extLst>
              <a:ext uri="{FF2B5EF4-FFF2-40B4-BE49-F238E27FC236}">
                <a16:creationId xmlns:a16="http://schemas.microsoft.com/office/drawing/2014/main" id="{82FDEAAC-456A-4806-826A-21219D9112E8}"/>
              </a:ext>
            </a:extLst>
          </p:cNvPr>
          <p:cNvSpPr>
            <a:spLocks noGrp="1"/>
          </p:cNvSpPr>
          <p:nvPr/>
        </p:nvSpPr>
        <p:spPr>
          <a:xfrm>
            <a:off x="4326869" y="5773362"/>
            <a:ext cx="28398" cy="28398"/>
          </a:xfrm>
          <a:prstGeom prst="ellipse">
            <a:avLst/>
          </a:prstGeom>
          <a:solidFill>
            <a:srgbClr val="5879BD">
              <a:alpha val="30000"/>
            </a:srgbClr>
          </a:solidFill>
          <a:ln w="0">
            <a:noFill/>
            <a:prstDash val="solid"/>
          </a:ln>
        </p:spPr>
      </p:sp>
      <p:sp>
        <p:nvSpPr>
          <p:cNvPr id="1631" name="02_predicted_pose_4930">
            <a:extLst>
              <a:ext uri="{FF2B5EF4-FFF2-40B4-BE49-F238E27FC236}">
                <a16:creationId xmlns:a16="http://schemas.microsoft.com/office/drawing/2014/main" id="{C0A34434-C9C2-4996-99E4-1B83A696C1D0}"/>
              </a:ext>
            </a:extLst>
          </p:cNvPr>
          <p:cNvSpPr>
            <a:spLocks noGrp="1"/>
          </p:cNvSpPr>
          <p:nvPr/>
        </p:nvSpPr>
        <p:spPr>
          <a:xfrm>
            <a:off x="4536688" y="5698720"/>
            <a:ext cx="28398" cy="28398"/>
          </a:xfrm>
          <a:prstGeom prst="ellipse">
            <a:avLst/>
          </a:prstGeom>
          <a:solidFill>
            <a:srgbClr val="5879BD">
              <a:alpha val="30000"/>
            </a:srgbClr>
          </a:solidFill>
          <a:ln w="0">
            <a:noFill/>
            <a:prstDash val="solid"/>
          </a:ln>
        </p:spPr>
      </p:sp>
      <p:sp>
        <p:nvSpPr>
          <p:cNvPr id="1632" name="02_predicted_pose_4931">
            <a:extLst>
              <a:ext uri="{FF2B5EF4-FFF2-40B4-BE49-F238E27FC236}">
                <a16:creationId xmlns:a16="http://schemas.microsoft.com/office/drawing/2014/main" id="{7A11A828-6E86-460A-A91F-98AFD03019C3}"/>
              </a:ext>
            </a:extLst>
          </p:cNvPr>
          <p:cNvSpPr>
            <a:spLocks noGrp="1"/>
          </p:cNvSpPr>
          <p:nvPr/>
        </p:nvSpPr>
        <p:spPr>
          <a:xfrm>
            <a:off x="4629712" y="5435797"/>
            <a:ext cx="28398" cy="28398"/>
          </a:xfrm>
          <a:prstGeom prst="ellipse">
            <a:avLst/>
          </a:prstGeom>
          <a:solidFill>
            <a:srgbClr val="5879BD">
              <a:alpha val="30000"/>
            </a:srgbClr>
          </a:solidFill>
          <a:ln w="0">
            <a:noFill/>
            <a:prstDash val="solid"/>
          </a:ln>
        </p:spPr>
      </p:sp>
      <p:sp>
        <p:nvSpPr>
          <p:cNvPr id="1633" name="02_predicted_pose_4932">
            <a:extLst>
              <a:ext uri="{FF2B5EF4-FFF2-40B4-BE49-F238E27FC236}">
                <a16:creationId xmlns:a16="http://schemas.microsoft.com/office/drawing/2014/main" id="{FABA26C2-2170-4F4B-A99F-FE06A8C492F5}"/>
              </a:ext>
            </a:extLst>
          </p:cNvPr>
          <p:cNvSpPr>
            <a:spLocks noGrp="1"/>
          </p:cNvSpPr>
          <p:nvPr/>
        </p:nvSpPr>
        <p:spPr>
          <a:xfrm>
            <a:off x="4460547" y="5297315"/>
            <a:ext cx="28398" cy="28398"/>
          </a:xfrm>
          <a:prstGeom prst="ellipse">
            <a:avLst/>
          </a:prstGeom>
          <a:solidFill>
            <a:srgbClr val="5879BD">
              <a:alpha val="30000"/>
            </a:srgbClr>
          </a:solidFill>
          <a:ln w="0">
            <a:noFill/>
            <a:prstDash val="solid"/>
          </a:ln>
        </p:spPr>
      </p:sp>
      <p:sp>
        <p:nvSpPr>
          <p:cNvPr id="1634" name="02_predicted_pose_4933">
            <a:extLst>
              <a:ext uri="{FF2B5EF4-FFF2-40B4-BE49-F238E27FC236}">
                <a16:creationId xmlns:a16="http://schemas.microsoft.com/office/drawing/2014/main" id="{2A18E4C5-2006-496D-8625-8E950EBCF35C}"/>
              </a:ext>
            </a:extLst>
          </p:cNvPr>
          <p:cNvSpPr>
            <a:spLocks noGrp="1"/>
          </p:cNvSpPr>
          <p:nvPr/>
        </p:nvSpPr>
        <p:spPr>
          <a:xfrm>
            <a:off x="4474328" y="5649757"/>
            <a:ext cx="28398" cy="28398"/>
          </a:xfrm>
          <a:prstGeom prst="ellipse">
            <a:avLst/>
          </a:prstGeom>
          <a:solidFill>
            <a:srgbClr val="5879BD">
              <a:alpha val="30000"/>
            </a:srgbClr>
          </a:solidFill>
          <a:ln w="0">
            <a:noFill/>
            <a:prstDash val="solid"/>
          </a:ln>
        </p:spPr>
      </p:sp>
      <p:sp>
        <p:nvSpPr>
          <p:cNvPr id="1635" name="02_predicted_pose_4934">
            <a:extLst>
              <a:ext uri="{FF2B5EF4-FFF2-40B4-BE49-F238E27FC236}">
                <a16:creationId xmlns:a16="http://schemas.microsoft.com/office/drawing/2014/main" id="{FA2883AB-97AC-427E-8D7C-DF56EDA6477E}"/>
              </a:ext>
            </a:extLst>
          </p:cNvPr>
          <p:cNvSpPr>
            <a:spLocks noGrp="1"/>
          </p:cNvSpPr>
          <p:nvPr/>
        </p:nvSpPr>
        <p:spPr>
          <a:xfrm>
            <a:off x="4396120" y="5783920"/>
            <a:ext cx="28398" cy="28398"/>
          </a:xfrm>
          <a:prstGeom prst="ellipse">
            <a:avLst/>
          </a:prstGeom>
          <a:solidFill>
            <a:srgbClr val="5879BD">
              <a:alpha val="30000"/>
            </a:srgbClr>
          </a:solidFill>
          <a:ln w="0">
            <a:noFill/>
            <a:prstDash val="solid"/>
          </a:ln>
        </p:spPr>
      </p:sp>
      <p:sp>
        <p:nvSpPr>
          <p:cNvPr id="1636" name="02_predicted_pose_4935">
            <a:extLst>
              <a:ext uri="{FF2B5EF4-FFF2-40B4-BE49-F238E27FC236}">
                <a16:creationId xmlns:a16="http://schemas.microsoft.com/office/drawing/2014/main" id="{ED9D6AD5-E456-4B45-A45E-8D845E517CA2}"/>
              </a:ext>
            </a:extLst>
          </p:cNvPr>
          <p:cNvSpPr>
            <a:spLocks noGrp="1"/>
          </p:cNvSpPr>
          <p:nvPr/>
        </p:nvSpPr>
        <p:spPr>
          <a:xfrm>
            <a:off x="4409901" y="5732307"/>
            <a:ext cx="28398" cy="28398"/>
          </a:xfrm>
          <a:prstGeom prst="ellipse">
            <a:avLst/>
          </a:prstGeom>
          <a:solidFill>
            <a:srgbClr val="5879BD">
              <a:alpha val="30000"/>
            </a:srgbClr>
          </a:solidFill>
          <a:ln w="0">
            <a:noFill/>
            <a:prstDash val="solid"/>
          </a:ln>
        </p:spPr>
      </p:sp>
      <p:sp>
        <p:nvSpPr>
          <p:cNvPr id="1637" name="02_predicted_pose_4936">
            <a:extLst>
              <a:ext uri="{FF2B5EF4-FFF2-40B4-BE49-F238E27FC236}">
                <a16:creationId xmlns:a16="http://schemas.microsoft.com/office/drawing/2014/main" id="{7DA04B8A-9DA9-44B2-8BC1-278F057A81F9}"/>
              </a:ext>
            </a:extLst>
          </p:cNvPr>
          <p:cNvSpPr>
            <a:spLocks noGrp="1"/>
          </p:cNvSpPr>
          <p:nvPr/>
        </p:nvSpPr>
        <p:spPr>
          <a:xfrm>
            <a:off x="4423682" y="5693446"/>
            <a:ext cx="28398" cy="28398"/>
          </a:xfrm>
          <a:prstGeom prst="ellipse">
            <a:avLst/>
          </a:prstGeom>
          <a:solidFill>
            <a:srgbClr val="5879BD">
              <a:alpha val="30000"/>
            </a:srgbClr>
          </a:solidFill>
          <a:ln w="0">
            <a:noFill/>
            <a:prstDash val="solid"/>
          </a:ln>
        </p:spPr>
      </p:sp>
      <p:sp>
        <p:nvSpPr>
          <p:cNvPr id="1638" name="02_predicted_pose_4937">
            <a:extLst>
              <a:ext uri="{FF2B5EF4-FFF2-40B4-BE49-F238E27FC236}">
                <a16:creationId xmlns:a16="http://schemas.microsoft.com/office/drawing/2014/main" id="{DF3CE125-1CFC-4731-87C7-E10078CEC42F}"/>
              </a:ext>
            </a:extLst>
          </p:cNvPr>
          <p:cNvSpPr>
            <a:spLocks noGrp="1"/>
          </p:cNvSpPr>
          <p:nvPr/>
        </p:nvSpPr>
        <p:spPr>
          <a:xfrm>
            <a:off x="4437463" y="5708155"/>
            <a:ext cx="28398" cy="28398"/>
          </a:xfrm>
          <a:prstGeom prst="ellipse">
            <a:avLst/>
          </a:prstGeom>
          <a:solidFill>
            <a:srgbClr val="5879BD">
              <a:alpha val="30000"/>
            </a:srgbClr>
          </a:solidFill>
          <a:ln w="0">
            <a:noFill/>
            <a:prstDash val="solid"/>
          </a:ln>
        </p:spPr>
      </p:sp>
      <p:sp>
        <p:nvSpPr>
          <p:cNvPr id="1639" name="02_predicted_pose_4938">
            <a:extLst>
              <a:ext uri="{FF2B5EF4-FFF2-40B4-BE49-F238E27FC236}">
                <a16:creationId xmlns:a16="http://schemas.microsoft.com/office/drawing/2014/main" id="{0E3CFCB4-1FC0-4FE6-9FC5-544A0FA0962C}"/>
              </a:ext>
            </a:extLst>
          </p:cNvPr>
          <p:cNvSpPr>
            <a:spLocks noGrp="1"/>
          </p:cNvSpPr>
          <p:nvPr/>
        </p:nvSpPr>
        <p:spPr>
          <a:xfrm>
            <a:off x="4451245" y="5865736"/>
            <a:ext cx="28398" cy="28398"/>
          </a:xfrm>
          <a:prstGeom prst="ellipse">
            <a:avLst/>
          </a:prstGeom>
          <a:solidFill>
            <a:srgbClr val="5879BD">
              <a:alpha val="30000"/>
            </a:srgbClr>
          </a:solidFill>
          <a:ln w="0">
            <a:noFill/>
            <a:prstDash val="solid"/>
          </a:ln>
        </p:spPr>
      </p:sp>
      <p:sp>
        <p:nvSpPr>
          <p:cNvPr id="1640" name="02_predicted_pose_4939">
            <a:extLst>
              <a:ext uri="{FF2B5EF4-FFF2-40B4-BE49-F238E27FC236}">
                <a16:creationId xmlns:a16="http://schemas.microsoft.com/office/drawing/2014/main" id="{60F5A1B3-6450-4F88-9E88-50D3A3873E5E}"/>
              </a:ext>
            </a:extLst>
          </p:cNvPr>
          <p:cNvSpPr>
            <a:spLocks noGrp="1"/>
          </p:cNvSpPr>
          <p:nvPr/>
        </p:nvSpPr>
        <p:spPr>
          <a:xfrm>
            <a:off x="4465026" y="5633980"/>
            <a:ext cx="28398" cy="28398"/>
          </a:xfrm>
          <a:prstGeom prst="ellipse">
            <a:avLst/>
          </a:prstGeom>
          <a:solidFill>
            <a:srgbClr val="5879BD">
              <a:alpha val="30000"/>
            </a:srgbClr>
          </a:solidFill>
          <a:ln w="0">
            <a:noFill/>
            <a:prstDash val="solid"/>
          </a:ln>
        </p:spPr>
      </p:sp>
      <p:sp>
        <p:nvSpPr>
          <p:cNvPr id="1641" name="02_predicted_pose_4940">
            <a:extLst>
              <a:ext uri="{FF2B5EF4-FFF2-40B4-BE49-F238E27FC236}">
                <a16:creationId xmlns:a16="http://schemas.microsoft.com/office/drawing/2014/main" id="{0F534FFE-341E-4D54-BD0B-8304BB88DF7B}"/>
              </a:ext>
            </a:extLst>
          </p:cNvPr>
          <p:cNvSpPr>
            <a:spLocks noGrp="1"/>
          </p:cNvSpPr>
          <p:nvPr/>
        </p:nvSpPr>
        <p:spPr>
          <a:xfrm>
            <a:off x="4478807" y="5775711"/>
            <a:ext cx="28398" cy="28398"/>
          </a:xfrm>
          <a:prstGeom prst="ellipse">
            <a:avLst/>
          </a:prstGeom>
          <a:solidFill>
            <a:srgbClr val="5879BD">
              <a:alpha val="30000"/>
            </a:srgbClr>
          </a:solidFill>
          <a:ln w="0">
            <a:noFill/>
            <a:prstDash val="solid"/>
          </a:ln>
        </p:spPr>
      </p:sp>
      <p:sp>
        <p:nvSpPr>
          <p:cNvPr id="1642" name="02_predicted_pose_4941">
            <a:extLst>
              <a:ext uri="{FF2B5EF4-FFF2-40B4-BE49-F238E27FC236}">
                <a16:creationId xmlns:a16="http://schemas.microsoft.com/office/drawing/2014/main" id="{C875C4DD-1C5B-4FCB-A695-90DC48C8A966}"/>
              </a:ext>
            </a:extLst>
          </p:cNvPr>
          <p:cNvSpPr>
            <a:spLocks noGrp="1"/>
          </p:cNvSpPr>
          <p:nvPr/>
        </p:nvSpPr>
        <p:spPr>
          <a:xfrm>
            <a:off x="4492588" y="5629271"/>
            <a:ext cx="28398" cy="28398"/>
          </a:xfrm>
          <a:prstGeom prst="ellipse">
            <a:avLst/>
          </a:prstGeom>
          <a:solidFill>
            <a:srgbClr val="5879BD">
              <a:alpha val="30000"/>
            </a:srgbClr>
          </a:solidFill>
          <a:ln w="0">
            <a:noFill/>
            <a:prstDash val="solid"/>
          </a:ln>
        </p:spPr>
      </p:sp>
      <p:sp>
        <p:nvSpPr>
          <p:cNvPr id="1643" name="02_predicted_pose_4942">
            <a:extLst>
              <a:ext uri="{FF2B5EF4-FFF2-40B4-BE49-F238E27FC236}">
                <a16:creationId xmlns:a16="http://schemas.microsoft.com/office/drawing/2014/main" id="{6E2BF348-8418-4181-A1F5-D0D49B26ADED}"/>
              </a:ext>
            </a:extLst>
          </p:cNvPr>
          <p:cNvSpPr>
            <a:spLocks noGrp="1"/>
          </p:cNvSpPr>
          <p:nvPr/>
        </p:nvSpPr>
        <p:spPr>
          <a:xfrm>
            <a:off x="4506370" y="5635049"/>
            <a:ext cx="28398" cy="28398"/>
          </a:xfrm>
          <a:prstGeom prst="ellipse">
            <a:avLst/>
          </a:prstGeom>
          <a:solidFill>
            <a:srgbClr val="5879BD">
              <a:alpha val="30000"/>
            </a:srgbClr>
          </a:solidFill>
          <a:ln w="0">
            <a:noFill/>
            <a:prstDash val="solid"/>
          </a:ln>
        </p:spPr>
      </p:sp>
      <p:sp>
        <p:nvSpPr>
          <p:cNvPr id="1644" name="02_predicted_pose_4943">
            <a:extLst>
              <a:ext uri="{FF2B5EF4-FFF2-40B4-BE49-F238E27FC236}">
                <a16:creationId xmlns:a16="http://schemas.microsoft.com/office/drawing/2014/main" id="{9A4BC586-3409-41AE-9C67-B5D6B4E7C994}"/>
              </a:ext>
            </a:extLst>
          </p:cNvPr>
          <p:cNvSpPr>
            <a:spLocks noGrp="1"/>
          </p:cNvSpPr>
          <p:nvPr/>
        </p:nvSpPr>
        <p:spPr>
          <a:xfrm>
            <a:off x="4520151" y="5785506"/>
            <a:ext cx="28398" cy="28398"/>
          </a:xfrm>
          <a:prstGeom prst="ellipse">
            <a:avLst/>
          </a:prstGeom>
          <a:solidFill>
            <a:srgbClr val="5879BD">
              <a:alpha val="30000"/>
            </a:srgbClr>
          </a:solidFill>
          <a:ln w="0">
            <a:noFill/>
            <a:prstDash val="solid"/>
          </a:ln>
        </p:spPr>
      </p:sp>
      <p:sp>
        <p:nvSpPr>
          <p:cNvPr id="1645" name="02_predicted_pose_4944">
            <a:extLst>
              <a:ext uri="{FF2B5EF4-FFF2-40B4-BE49-F238E27FC236}">
                <a16:creationId xmlns:a16="http://schemas.microsoft.com/office/drawing/2014/main" id="{0907C3D0-7608-4428-A114-F6D81C90A76A}"/>
              </a:ext>
            </a:extLst>
          </p:cNvPr>
          <p:cNvSpPr>
            <a:spLocks noGrp="1"/>
          </p:cNvSpPr>
          <p:nvPr/>
        </p:nvSpPr>
        <p:spPr>
          <a:xfrm>
            <a:off x="4409556" y="5752229"/>
            <a:ext cx="28398" cy="28398"/>
          </a:xfrm>
          <a:prstGeom prst="ellipse">
            <a:avLst/>
          </a:prstGeom>
          <a:solidFill>
            <a:srgbClr val="5879BD">
              <a:alpha val="30000"/>
            </a:srgbClr>
          </a:solidFill>
          <a:ln w="0">
            <a:noFill/>
            <a:prstDash val="solid"/>
          </a:ln>
        </p:spPr>
      </p:sp>
      <p:sp>
        <p:nvSpPr>
          <p:cNvPr id="1646" name="02_predicted_pose_4945">
            <a:extLst>
              <a:ext uri="{FF2B5EF4-FFF2-40B4-BE49-F238E27FC236}">
                <a16:creationId xmlns:a16="http://schemas.microsoft.com/office/drawing/2014/main" id="{81FD289B-2BDB-4814-892B-5A2DD1D19FBD}"/>
              </a:ext>
            </a:extLst>
          </p:cNvPr>
          <p:cNvSpPr>
            <a:spLocks noGrp="1"/>
          </p:cNvSpPr>
          <p:nvPr/>
        </p:nvSpPr>
        <p:spPr>
          <a:xfrm>
            <a:off x="4600771" y="6218419"/>
            <a:ext cx="28398" cy="28398"/>
          </a:xfrm>
          <a:prstGeom prst="ellipse">
            <a:avLst/>
          </a:prstGeom>
          <a:solidFill>
            <a:srgbClr val="5879BD">
              <a:alpha val="30000"/>
            </a:srgbClr>
          </a:solidFill>
          <a:ln w="0">
            <a:noFill/>
            <a:prstDash val="solid"/>
          </a:ln>
        </p:spPr>
      </p:sp>
      <p:sp>
        <p:nvSpPr>
          <p:cNvPr id="1647" name="02_predicted_pose_4946">
            <a:extLst>
              <a:ext uri="{FF2B5EF4-FFF2-40B4-BE49-F238E27FC236}">
                <a16:creationId xmlns:a16="http://schemas.microsoft.com/office/drawing/2014/main" id="{83683988-A46F-4D36-A7F3-CEE5C370AD38}"/>
              </a:ext>
            </a:extLst>
          </p:cNvPr>
          <p:cNvSpPr>
            <a:spLocks noGrp="1"/>
          </p:cNvSpPr>
          <p:nvPr/>
        </p:nvSpPr>
        <p:spPr>
          <a:xfrm>
            <a:off x="4471916" y="6117898"/>
            <a:ext cx="28398" cy="28398"/>
          </a:xfrm>
          <a:prstGeom prst="ellipse">
            <a:avLst/>
          </a:prstGeom>
          <a:solidFill>
            <a:srgbClr val="5879BD">
              <a:alpha val="30000"/>
            </a:srgbClr>
          </a:solidFill>
          <a:ln w="0">
            <a:noFill/>
            <a:prstDash val="solid"/>
          </a:ln>
        </p:spPr>
      </p:sp>
      <p:sp>
        <p:nvSpPr>
          <p:cNvPr id="1648" name="02_predicted_pose_4947">
            <a:extLst>
              <a:ext uri="{FF2B5EF4-FFF2-40B4-BE49-F238E27FC236}">
                <a16:creationId xmlns:a16="http://schemas.microsoft.com/office/drawing/2014/main" id="{0C40074F-BB5A-4C4E-B19A-B4D242376139}"/>
              </a:ext>
            </a:extLst>
          </p:cNvPr>
          <p:cNvSpPr>
            <a:spLocks noGrp="1"/>
          </p:cNvSpPr>
          <p:nvPr/>
        </p:nvSpPr>
        <p:spPr>
          <a:xfrm>
            <a:off x="4364078" y="6160657"/>
            <a:ext cx="28398" cy="28398"/>
          </a:xfrm>
          <a:prstGeom prst="ellipse">
            <a:avLst/>
          </a:prstGeom>
          <a:solidFill>
            <a:srgbClr val="5879BD">
              <a:alpha val="30000"/>
            </a:srgbClr>
          </a:solidFill>
          <a:ln w="0">
            <a:noFill/>
            <a:prstDash val="solid"/>
          </a:ln>
        </p:spPr>
      </p:sp>
      <p:sp>
        <p:nvSpPr>
          <p:cNvPr id="1649" name="02_predicted_pose_4948">
            <a:extLst>
              <a:ext uri="{FF2B5EF4-FFF2-40B4-BE49-F238E27FC236}">
                <a16:creationId xmlns:a16="http://schemas.microsoft.com/office/drawing/2014/main" id="{28F2D447-8B5F-459C-88E3-92B358C6A04B}"/>
              </a:ext>
            </a:extLst>
          </p:cNvPr>
          <p:cNvSpPr>
            <a:spLocks noGrp="1"/>
          </p:cNvSpPr>
          <p:nvPr/>
        </p:nvSpPr>
        <p:spPr>
          <a:xfrm>
            <a:off x="4485698" y="6161083"/>
            <a:ext cx="28398" cy="28398"/>
          </a:xfrm>
          <a:prstGeom prst="ellipse">
            <a:avLst/>
          </a:prstGeom>
          <a:solidFill>
            <a:srgbClr val="5879BD">
              <a:alpha val="30000"/>
            </a:srgbClr>
          </a:solidFill>
          <a:ln w="0">
            <a:noFill/>
            <a:prstDash val="solid"/>
          </a:ln>
        </p:spPr>
      </p:sp>
      <p:sp>
        <p:nvSpPr>
          <p:cNvPr id="1650" name="02_predicted_pose_4949">
            <a:extLst>
              <a:ext uri="{FF2B5EF4-FFF2-40B4-BE49-F238E27FC236}">
                <a16:creationId xmlns:a16="http://schemas.microsoft.com/office/drawing/2014/main" id="{29935CF3-7937-4239-81C0-2DF85785B566}"/>
              </a:ext>
            </a:extLst>
          </p:cNvPr>
          <p:cNvSpPr>
            <a:spLocks noGrp="1"/>
          </p:cNvSpPr>
          <p:nvPr/>
        </p:nvSpPr>
        <p:spPr>
          <a:xfrm>
            <a:off x="4592847" y="5892643"/>
            <a:ext cx="28398" cy="28398"/>
          </a:xfrm>
          <a:prstGeom prst="ellipse">
            <a:avLst/>
          </a:prstGeom>
          <a:solidFill>
            <a:srgbClr val="5879BD">
              <a:alpha val="30000"/>
            </a:srgbClr>
          </a:solidFill>
          <a:ln w="0">
            <a:noFill/>
            <a:prstDash val="solid"/>
          </a:ln>
        </p:spPr>
      </p:sp>
      <p:sp>
        <p:nvSpPr>
          <p:cNvPr id="1651" name="02_predicted_pose_4950">
            <a:extLst>
              <a:ext uri="{FF2B5EF4-FFF2-40B4-BE49-F238E27FC236}">
                <a16:creationId xmlns:a16="http://schemas.microsoft.com/office/drawing/2014/main" id="{9D43102B-1EEF-4959-96CD-8436B97DD317}"/>
              </a:ext>
            </a:extLst>
          </p:cNvPr>
          <p:cNvSpPr>
            <a:spLocks noGrp="1"/>
          </p:cNvSpPr>
          <p:nvPr/>
        </p:nvSpPr>
        <p:spPr>
          <a:xfrm>
            <a:off x="4647972" y="5898697"/>
            <a:ext cx="28398" cy="28398"/>
          </a:xfrm>
          <a:prstGeom prst="ellipse">
            <a:avLst/>
          </a:prstGeom>
          <a:solidFill>
            <a:srgbClr val="5879BD">
              <a:alpha val="30000"/>
            </a:srgbClr>
          </a:solidFill>
          <a:ln w="0">
            <a:noFill/>
            <a:prstDash val="solid"/>
          </a:ln>
        </p:spPr>
      </p:sp>
      <p:sp>
        <p:nvSpPr>
          <p:cNvPr id="1652" name="02_predicted_pose_4951">
            <a:extLst>
              <a:ext uri="{FF2B5EF4-FFF2-40B4-BE49-F238E27FC236}">
                <a16:creationId xmlns:a16="http://schemas.microsoft.com/office/drawing/2014/main" id="{BD64EB0C-445A-4E9B-B935-EB8E637391FA}"/>
              </a:ext>
            </a:extLst>
          </p:cNvPr>
          <p:cNvSpPr>
            <a:spLocks noGrp="1"/>
          </p:cNvSpPr>
          <p:nvPr/>
        </p:nvSpPr>
        <p:spPr>
          <a:xfrm>
            <a:off x="4441253" y="5680147"/>
            <a:ext cx="28398" cy="28398"/>
          </a:xfrm>
          <a:prstGeom prst="ellipse">
            <a:avLst/>
          </a:prstGeom>
          <a:solidFill>
            <a:srgbClr val="5879BD">
              <a:alpha val="30000"/>
            </a:srgbClr>
          </a:solidFill>
          <a:ln w="0">
            <a:noFill/>
            <a:prstDash val="solid"/>
          </a:ln>
        </p:spPr>
      </p:sp>
      <p:sp>
        <p:nvSpPr>
          <p:cNvPr id="1653" name="02_predicted_pose_4952">
            <a:extLst>
              <a:ext uri="{FF2B5EF4-FFF2-40B4-BE49-F238E27FC236}">
                <a16:creationId xmlns:a16="http://schemas.microsoft.com/office/drawing/2014/main" id="{B1696EBF-5FC5-4D0D-BB31-E1A33140B933}"/>
              </a:ext>
            </a:extLst>
          </p:cNvPr>
          <p:cNvSpPr>
            <a:spLocks noGrp="1"/>
          </p:cNvSpPr>
          <p:nvPr/>
        </p:nvSpPr>
        <p:spPr>
          <a:xfrm>
            <a:off x="4468816" y="5681590"/>
            <a:ext cx="28398" cy="28398"/>
          </a:xfrm>
          <a:prstGeom prst="ellipse">
            <a:avLst/>
          </a:prstGeom>
          <a:solidFill>
            <a:srgbClr val="5879BD">
              <a:alpha val="30000"/>
            </a:srgbClr>
          </a:solidFill>
          <a:ln w="0">
            <a:noFill/>
            <a:prstDash val="solid"/>
          </a:ln>
        </p:spPr>
      </p:sp>
      <p:sp>
        <p:nvSpPr>
          <p:cNvPr id="1654" name="02_predicted_pose_4953">
            <a:extLst>
              <a:ext uri="{FF2B5EF4-FFF2-40B4-BE49-F238E27FC236}">
                <a16:creationId xmlns:a16="http://schemas.microsoft.com/office/drawing/2014/main" id="{66924556-ADD4-4BBF-A1E3-A51C9E0BC7A3}"/>
              </a:ext>
            </a:extLst>
          </p:cNvPr>
          <p:cNvSpPr>
            <a:spLocks noGrp="1"/>
          </p:cNvSpPr>
          <p:nvPr/>
        </p:nvSpPr>
        <p:spPr>
          <a:xfrm>
            <a:off x="4510159" y="5682473"/>
            <a:ext cx="28398" cy="28398"/>
          </a:xfrm>
          <a:prstGeom prst="ellipse">
            <a:avLst/>
          </a:prstGeom>
          <a:solidFill>
            <a:srgbClr val="5879BD">
              <a:alpha val="30000"/>
            </a:srgbClr>
          </a:solidFill>
          <a:ln w="0">
            <a:noFill/>
            <a:prstDash val="solid"/>
          </a:ln>
        </p:spPr>
      </p:sp>
      <p:sp>
        <p:nvSpPr>
          <p:cNvPr id="1655" name="02_predicted_pose_4954">
            <a:extLst>
              <a:ext uri="{FF2B5EF4-FFF2-40B4-BE49-F238E27FC236}">
                <a16:creationId xmlns:a16="http://schemas.microsoft.com/office/drawing/2014/main" id="{61739C79-D1B2-44FD-9E5A-663DB4A3A854}"/>
              </a:ext>
            </a:extLst>
          </p:cNvPr>
          <p:cNvSpPr>
            <a:spLocks noGrp="1"/>
          </p:cNvSpPr>
          <p:nvPr/>
        </p:nvSpPr>
        <p:spPr>
          <a:xfrm>
            <a:off x="4537722" y="5674889"/>
            <a:ext cx="28398" cy="28398"/>
          </a:xfrm>
          <a:prstGeom prst="ellipse">
            <a:avLst/>
          </a:prstGeom>
          <a:solidFill>
            <a:srgbClr val="5879BD">
              <a:alpha val="30000"/>
            </a:srgbClr>
          </a:solidFill>
          <a:ln w="0">
            <a:noFill/>
            <a:prstDash val="solid"/>
          </a:ln>
        </p:spPr>
      </p:sp>
      <p:sp>
        <p:nvSpPr>
          <p:cNvPr id="1656" name="02_predicted_pose_4955">
            <a:extLst>
              <a:ext uri="{FF2B5EF4-FFF2-40B4-BE49-F238E27FC236}">
                <a16:creationId xmlns:a16="http://schemas.microsoft.com/office/drawing/2014/main" id="{3C15267C-98B2-4E17-AB07-0C0255C372AD}"/>
              </a:ext>
            </a:extLst>
          </p:cNvPr>
          <p:cNvSpPr>
            <a:spLocks noGrp="1"/>
          </p:cNvSpPr>
          <p:nvPr/>
        </p:nvSpPr>
        <p:spPr>
          <a:xfrm>
            <a:off x="4551503" y="5685031"/>
            <a:ext cx="28398" cy="28398"/>
          </a:xfrm>
          <a:prstGeom prst="ellipse">
            <a:avLst/>
          </a:prstGeom>
          <a:solidFill>
            <a:srgbClr val="5879BD">
              <a:alpha val="30000"/>
            </a:srgbClr>
          </a:solidFill>
          <a:ln w="0">
            <a:noFill/>
            <a:prstDash val="solid"/>
          </a:ln>
        </p:spPr>
      </p:sp>
      <p:sp>
        <p:nvSpPr>
          <p:cNvPr id="1657" name="02_predicted_pose_4956">
            <a:extLst>
              <a:ext uri="{FF2B5EF4-FFF2-40B4-BE49-F238E27FC236}">
                <a16:creationId xmlns:a16="http://schemas.microsoft.com/office/drawing/2014/main" id="{C5323AD7-4748-4EB7-813D-F8F4B197AA78}"/>
              </a:ext>
            </a:extLst>
          </p:cNvPr>
          <p:cNvSpPr>
            <a:spLocks noGrp="1"/>
          </p:cNvSpPr>
          <p:nvPr/>
        </p:nvSpPr>
        <p:spPr>
          <a:xfrm>
            <a:off x="4454690" y="5674650"/>
            <a:ext cx="28398" cy="28398"/>
          </a:xfrm>
          <a:prstGeom prst="ellipse">
            <a:avLst/>
          </a:prstGeom>
          <a:solidFill>
            <a:srgbClr val="5879BD">
              <a:alpha val="30000"/>
            </a:srgbClr>
          </a:solidFill>
          <a:ln w="0">
            <a:noFill/>
            <a:prstDash val="solid"/>
          </a:ln>
        </p:spPr>
      </p:sp>
      <p:sp>
        <p:nvSpPr>
          <p:cNvPr id="1658" name="02_predicted_pose_4957">
            <a:extLst>
              <a:ext uri="{FF2B5EF4-FFF2-40B4-BE49-F238E27FC236}">
                <a16:creationId xmlns:a16="http://schemas.microsoft.com/office/drawing/2014/main" id="{569EB6D4-EFBC-4012-9B17-00562A047874}"/>
              </a:ext>
            </a:extLst>
          </p:cNvPr>
          <p:cNvSpPr>
            <a:spLocks noGrp="1"/>
          </p:cNvSpPr>
          <p:nvPr/>
        </p:nvSpPr>
        <p:spPr>
          <a:xfrm>
            <a:off x="4557360" y="5931556"/>
            <a:ext cx="28398" cy="28398"/>
          </a:xfrm>
          <a:prstGeom prst="ellipse">
            <a:avLst/>
          </a:prstGeom>
          <a:solidFill>
            <a:srgbClr val="5879BD">
              <a:alpha val="30000"/>
            </a:srgbClr>
          </a:solidFill>
          <a:ln w="0">
            <a:noFill/>
            <a:prstDash val="solid"/>
          </a:ln>
        </p:spPr>
      </p:sp>
      <p:sp>
        <p:nvSpPr>
          <p:cNvPr id="1659" name="02_predicted_pose_4958">
            <a:extLst>
              <a:ext uri="{FF2B5EF4-FFF2-40B4-BE49-F238E27FC236}">
                <a16:creationId xmlns:a16="http://schemas.microsoft.com/office/drawing/2014/main" id="{E4BE64D2-2A26-4806-9BF3-9753C4496B44}"/>
              </a:ext>
            </a:extLst>
          </p:cNvPr>
          <p:cNvSpPr>
            <a:spLocks noGrp="1"/>
          </p:cNvSpPr>
          <p:nvPr/>
        </p:nvSpPr>
        <p:spPr>
          <a:xfrm>
            <a:off x="4584923" y="5866203"/>
            <a:ext cx="28398" cy="28398"/>
          </a:xfrm>
          <a:prstGeom prst="ellipse">
            <a:avLst/>
          </a:prstGeom>
          <a:solidFill>
            <a:srgbClr val="5879BD">
              <a:alpha val="30000"/>
            </a:srgbClr>
          </a:solidFill>
          <a:ln w="0">
            <a:noFill/>
            <a:prstDash val="solid"/>
          </a:ln>
        </p:spPr>
      </p:sp>
      <p:sp>
        <p:nvSpPr>
          <p:cNvPr id="1660" name="02_predicted_pose_4959">
            <a:extLst>
              <a:ext uri="{FF2B5EF4-FFF2-40B4-BE49-F238E27FC236}">
                <a16:creationId xmlns:a16="http://schemas.microsoft.com/office/drawing/2014/main" id="{784B4DD2-0410-4100-8929-D0F1AEF699CB}"/>
              </a:ext>
            </a:extLst>
          </p:cNvPr>
          <p:cNvSpPr>
            <a:spLocks noGrp="1"/>
          </p:cNvSpPr>
          <p:nvPr/>
        </p:nvSpPr>
        <p:spPr>
          <a:xfrm>
            <a:off x="4612485" y="5524764"/>
            <a:ext cx="28398" cy="28398"/>
          </a:xfrm>
          <a:prstGeom prst="ellipse">
            <a:avLst/>
          </a:prstGeom>
          <a:solidFill>
            <a:srgbClr val="5879BD">
              <a:alpha val="30000"/>
            </a:srgbClr>
          </a:solidFill>
          <a:ln w="0">
            <a:noFill/>
            <a:prstDash val="solid"/>
          </a:ln>
        </p:spPr>
      </p:sp>
      <p:sp>
        <p:nvSpPr>
          <p:cNvPr id="1661" name="02_predicted_pose_4960">
            <a:extLst>
              <a:ext uri="{FF2B5EF4-FFF2-40B4-BE49-F238E27FC236}">
                <a16:creationId xmlns:a16="http://schemas.microsoft.com/office/drawing/2014/main" id="{AF9D6A18-C898-4685-B197-E6E53B320EEA}"/>
              </a:ext>
            </a:extLst>
          </p:cNvPr>
          <p:cNvSpPr>
            <a:spLocks noGrp="1"/>
          </p:cNvSpPr>
          <p:nvPr/>
        </p:nvSpPr>
        <p:spPr>
          <a:xfrm>
            <a:off x="4640047" y="5964328"/>
            <a:ext cx="28398" cy="28398"/>
          </a:xfrm>
          <a:prstGeom prst="ellipse">
            <a:avLst/>
          </a:prstGeom>
          <a:solidFill>
            <a:srgbClr val="5879BD">
              <a:alpha val="30000"/>
            </a:srgbClr>
          </a:solidFill>
          <a:ln w="0">
            <a:noFill/>
            <a:prstDash val="solid"/>
          </a:ln>
        </p:spPr>
      </p:sp>
      <p:sp>
        <p:nvSpPr>
          <p:cNvPr id="1662" name="02_predicted_pose_4961">
            <a:extLst>
              <a:ext uri="{FF2B5EF4-FFF2-40B4-BE49-F238E27FC236}">
                <a16:creationId xmlns:a16="http://schemas.microsoft.com/office/drawing/2014/main" id="{11A7DB32-1E69-43ED-B050-43E5682E9323}"/>
              </a:ext>
            </a:extLst>
          </p:cNvPr>
          <p:cNvSpPr>
            <a:spLocks noGrp="1"/>
          </p:cNvSpPr>
          <p:nvPr/>
        </p:nvSpPr>
        <p:spPr>
          <a:xfrm>
            <a:off x="4409212" y="6020377"/>
            <a:ext cx="28398" cy="28398"/>
          </a:xfrm>
          <a:prstGeom prst="ellipse">
            <a:avLst/>
          </a:prstGeom>
          <a:solidFill>
            <a:srgbClr val="5879BD">
              <a:alpha val="30000"/>
            </a:srgbClr>
          </a:solidFill>
          <a:ln w="0">
            <a:noFill/>
            <a:prstDash val="solid"/>
          </a:ln>
        </p:spPr>
      </p:sp>
      <p:sp>
        <p:nvSpPr>
          <p:cNvPr id="1663" name="02_predicted_pose_4962">
            <a:extLst>
              <a:ext uri="{FF2B5EF4-FFF2-40B4-BE49-F238E27FC236}">
                <a16:creationId xmlns:a16="http://schemas.microsoft.com/office/drawing/2014/main" id="{D8EEF0C5-28C5-49D9-AECC-9C7474357B82}"/>
              </a:ext>
            </a:extLst>
          </p:cNvPr>
          <p:cNvSpPr>
            <a:spLocks noGrp="1"/>
          </p:cNvSpPr>
          <p:nvPr/>
        </p:nvSpPr>
        <p:spPr>
          <a:xfrm>
            <a:off x="4422993" y="6077583"/>
            <a:ext cx="28398" cy="28398"/>
          </a:xfrm>
          <a:prstGeom prst="ellipse">
            <a:avLst/>
          </a:prstGeom>
          <a:solidFill>
            <a:srgbClr val="5879BD">
              <a:alpha val="30000"/>
            </a:srgbClr>
          </a:solidFill>
          <a:ln w="0">
            <a:noFill/>
            <a:prstDash val="solid"/>
          </a:ln>
        </p:spPr>
      </p:sp>
      <p:sp>
        <p:nvSpPr>
          <p:cNvPr id="1664" name="02_predicted_pose_4963">
            <a:extLst>
              <a:ext uri="{FF2B5EF4-FFF2-40B4-BE49-F238E27FC236}">
                <a16:creationId xmlns:a16="http://schemas.microsoft.com/office/drawing/2014/main" id="{480B3328-DCBD-402E-A414-654952A2079C}"/>
              </a:ext>
            </a:extLst>
          </p:cNvPr>
          <p:cNvSpPr>
            <a:spLocks noGrp="1"/>
          </p:cNvSpPr>
          <p:nvPr/>
        </p:nvSpPr>
        <p:spPr>
          <a:xfrm>
            <a:off x="4450556" y="6010079"/>
            <a:ext cx="28398" cy="28398"/>
          </a:xfrm>
          <a:prstGeom prst="ellipse">
            <a:avLst/>
          </a:prstGeom>
          <a:solidFill>
            <a:srgbClr val="5879BD">
              <a:alpha val="30000"/>
            </a:srgbClr>
          </a:solidFill>
          <a:ln w="0">
            <a:noFill/>
            <a:prstDash val="solid"/>
          </a:ln>
        </p:spPr>
      </p:sp>
      <p:sp>
        <p:nvSpPr>
          <p:cNvPr id="1665" name="02_predicted_pose_4964">
            <a:extLst>
              <a:ext uri="{FF2B5EF4-FFF2-40B4-BE49-F238E27FC236}">
                <a16:creationId xmlns:a16="http://schemas.microsoft.com/office/drawing/2014/main" id="{57233FED-0E02-400C-8EA9-DB0EE6FC25D6}"/>
              </a:ext>
            </a:extLst>
          </p:cNvPr>
          <p:cNvSpPr>
            <a:spLocks noGrp="1"/>
          </p:cNvSpPr>
          <p:nvPr/>
        </p:nvSpPr>
        <p:spPr>
          <a:xfrm>
            <a:off x="4478118" y="6057489"/>
            <a:ext cx="28398" cy="28398"/>
          </a:xfrm>
          <a:prstGeom prst="ellipse">
            <a:avLst/>
          </a:prstGeom>
          <a:solidFill>
            <a:srgbClr val="5879BD">
              <a:alpha val="30000"/>
            </a:srgbClr>
          </a:solidFill>
          <a:ln w="0">
            <a:noFill/>
            <a:prstDash val="solid"/>
          </a:ln>
        </p:spPr>
      </p:sp>
      <p:sp>
        <p:nvSpPr>
          <p:cNvPr id="1666" name="02_predicted_pose_4965">
            <a:extLst>
              <a:ext uri="{FF2B5EF4-FFF2-40B4-BE49-F238E27FC236}">
                <a16:creationId xmlns:a16="http://schemas.microsoft.com/office/drawing/2014/main" id="{BAA5B480-8596-4C01-9564-64CCACDF9792}"/>
              </a:ext>
            </a:extLst>
          </p:cNvPr>
          <p:cNvSpPr>
            <a:spLocks noGrp="1"/>
          </p:cNvSpPr>
          <p:nvPr/>
        </p:nvSpPr>
        <p:spPr>
          <a:xfrm>
            <a:off x="4505680" y="6013673"/>
            <a:ext cx="28398" cy="28398"/>
          </a:xfrm>
          <a:prstGeom prst="ellipse">
            <a:avLst/>
          </a:prstGeom>
          <a:solidFill>
            <a:srgbClr val="5879BD">
              <a:alpha val="30000"/>
            </a:srgbClr>
          </a:solidFill>
          <a:ln w="0">
            <a:noFill/>
            <a:prstDash val="solid"/>
          </a:ln>
        </p:spPr>
      </p:sp>
      <p:sp>
        <p:nvSpPr>
          <p:cNvPr id="1667" name="02_predicted_pose_4966">
            <a:extLst>
              <a:ext uri="{FF2B5EF4-FFF2-40B4-BE49-F238E27FC236}">
                <a16:creationId xmlns:a16="http://schemas.microsoft.com/office/drawing/2014/main" id="{7D510D1F-6F35-4352-B94F-D99A86B8BB28}"/>
              </a:ext>
            </a:extLst>
          </p:cNvPr>
          <p:cNvSpPr>
            <a:spLocks noGrp="1"/>
          </p:cNvSpPr>
          <p:nvPr/>
        </p:nvSpPr>
        <p:spPr>
          <a:xfrm>
            <a:off x="4530487" y="5352444"/>
            <a:ext cx="28398" cy="28398"/>
          </a:xfrm>
          <a:prstGeom prst="ellipse">
            <a:avLst/>
          </a:prstGeom>
          <a:solidFill>
            <a:srgbClr val="5879BD">
              <a:alpha val="30000"/>
            </a:srgbClr>
          </a:solidFill>
          <a:ln w="0">
            <a:noFill/>
            <a:prstDash val="solid"/>
          </a:ln>
        </p:spPr>
      </p:sp>
      <p:sp>
        <p:nvSpPr>
          <p:cNvPr id="1668" name="02_predicted_pose_4967">
            <a:extLst>
              <a:ext uri="{FF2B5EF4-FFF2-40B4-BE49-F238E27FC236}">
                <a16:creationId xmlns:a16="http://schemas.microsoft.com/office/drawing/2014/main" id="{B01945C7-3B67-420E-812C-014817052EC5}"/>
              </a:ext>
            </a:extLst>
          </p:cNvPr>
          <p:cNvSpPr>
            <a:spLocks noGrp="1"/>
          </p:cNvSpPr>
          <p:nvPr/>
        </p:nvSpPr>
        <p:spPr>
          <a:xfrm>
            <a:off x="4544268" y="5309724"/>
            <a:ext cx="28398" cy="28398"/>
          </a:xfrm>
          <a:prstGeom prst="ellipse">
            <a:avLst/>
          </a:prstGeom>
          <a:solidFill>
            <a:srgbClr val="5879BD">
              <a:alpha val="30000"/>
            </a:srgbClr>
          </a:solidFill>
          <a:ln w="0">
            <a:noFill/>
            <a:prstDash val="solid"/>
          </a:ln>
        </p:spPr>
      </p:sp>
      <p:sp>
        <p:nvSpPr>
          <p:cNvPr id="1669" name="02_predicted_pose_4968">
            <a:extLst>
              <a:ext uri="{FF2B5EF4-FFF2-40B4-BE49-F238E27FC236}">
                <a16:creationId xmlns:a16="http://schemas.microsoft.com/office/drawing/2014/main" id="{5EC0BC75-CCB0-431C-9F75-F79C03EFC883}"/>
              </a:ext>
            </a:extLst>
          </p:cNvPr>
          <p:cNvSpPr>
            <a:spLocks noGrp="1"/>
          </p:cNvSpPr>
          <p:nvPr/>
        </p:nvSpPr>
        <p:spPr>
          <a:xfrm>
            <a:off x="4475362" y="5925296"/>
            <a:ext cx="28398" cy="28398"/>
          </a:xfrm>
          <a:prstGeom prst="ellipse">
            <a:avLst/>
          </a:prstGeom>
          <a:solidFill>
            <a:srgbClr val="5879BD">
              <a:alpha val="30000"/>
            </a:srgbClr>
          </a:solidFill>
          <a:ln w="0">
            <a:noFill/>
            <a:prstDash val="solid"/>
          </a:ln>
        </p:spPr>
      </p:sp>
      <p:sp>
        <p:nvSpPr>
          <p:cNvPr id="1670" name="02_predicted_pose_4969">
            <a:extLst>
              <a:ext uri="{FF2B5EF4-FFF2-40B4-BE49-F238E27FC236}">
                <a16:creationId xmlns:a16="http://schemas.microsoft.com/office/drawing/2014/main" id="{04EDE26C-37C9-416E-978A-9C200BF5F6F4}"/>
              </a:ext>
            </a:extLst>
          </p:cNvPr>
          <p:cNvSpPr>
            <a:spLocks noGrp="1"/>
          </p:cNvSpPr>
          <p:nvPr/>
        </p:nvSpPr>
        <p:spPr>
          <a:xfrm>
            <a:off x="4422649" y="5965285"/>
            <a:ext cx="28398" cy="28398"/>
          </a:xfrm>
          <a:prstGeom prst="ellipse">
            <a:avLst/>
          </a:prstGeom>
          <a:solidFill>
            <a:srgbClr val="5879BD">
              <a:alpha val="30000"/>
            </a:srgbClr>
          </a:solidFill>
          <a:ln w="0">
            <a:noFill/>
            <a:prstDash val="solid"/>
          </a:ln>
        </p:spPr>
      </p:sp>
      <p:sp>
        <p:nvSpPr>
          <p:cNvPr id="1671" name="02_predicted_pose_4970">
            <a:extLst>
              <a:ext uri="{FF2B5EF4-FFF2-40B4-BE49-F238E27FC236}">
                <a16:creationId xmlns:a16="http://schemas.microsoft.com/office/drawing/2014/main" id="{E22588C5-70C3-4CE5-85EE-7EDA63FCEA5C}"/>
              </a:ext>
            </a:extLst>
          </p:cNvPr>
          <p:cNvSpPr>
            <a:spLocks noGrp="1"/>
          </p:cNvSpPr>
          <p:nvPr/>
        </p:nvSpPr>
        <p:spPr>
          <a:xfrm>
            <a:off x="4339272" y="5972734"/>
            <a:ext cx="28398" cy="28398"/>
          </a:xfrm>
          <a:prstGeom prst="ellipse">
            <a:avLst/>
          </a:prstGeom>
          <a:solidFill>
            <a:srgbClr val="5879BD">
              <a:alpha val="30000"/>
            </a:srgbClr>
          </a:solidFill>
          <a:ln w="0">
            <a:noFill/>
            <a:prstDash val="solid"/>
          </a:ln>
        </p:spPr>
      </p:sp>
      <p:sp>
        <p:nvSpPr>
          <p:cNvPr id="1672" name="02_predicted_pose_4971">
            <a:extLst>
              <a:ext uri="{FF2B5EF4-FFF2-40B4-BE49-F238E27FC236}">
                <a16:creationId xmlns:a16="http://schemas.microsoft.com/office/drawing/2014/main" id="{ED89F219-665C-4D7D-9529-ECE5E9E1EAA9}"/>
              </a:ext>
            </a:extLst>
          </p:cNvPr>
          <p:cNvSpPr>
            <a:spLocks noGrp="1"/>
          </p:cNvSpPr>
          <p:nvPr/>
        </p:nvSpPr>
        <p:spPr>
          <a:xfrm>
            <a:off x="4583200" y="5716986"/>
            <a:ext cx="28398" cy="28398"/>
          </a:xfrm>
          <a:prstGeom prst="ellipse">
            <a:avLst/>
          </a:prstGeom>
          <a:solidFill>
            <a:srgbClr val="5879BD">
              <a:alpha val="30000"/>
            </a:srgbClr>
          </a:solidFill>
          <a:ln w="0">
            <a:noFill/>
            <a:prstDash val="solid"/>
          </a:ln>
        </p:spPr>
      </p:sp>
      <p:sp>
        <p:nvSpPr>
          <p:cNvPr id="1673" name="02_predicted_pose_4972">
            <a:extLst>
              <a:ext uri="{FF2B5EF4-FFF2-40B4-BE49-F238E27FC236}">
                <a16:creationId xmlns:a16="http://schemas.microsoft.com/office/drawing/2014/main" id="{6D21F066-EA3D-47A8-A097-02F5815A6053}"/>
              </a:ext>
            </a:extLst>
          </p:cNvPr>
          <p:cNvSpPr>
            <a:spLocks noGrp="1"/>
          </p:cNvSpPr>
          <p:nvPr/>
        </p:nvSpPr>
        <p:spPr>
          <a:xfrm>
            <a:off x="4540134" y="5091819"/>
            <a:ext cx="28398" cy="28398"/>
          </a:xfrm>
          <a:prstGeom prst="ellipse">
            <a:avLst/>
          </a:prstGeom>
          <a:solidFill>
            <a:srgbClr val="5879BD">
              <a:alpha val="30000"/>
            </a:srgbClr>
          </a:solidFill>
          <a:ln w="0">
            <a:noFill/>
            <a:prstDash val="solid"/>
          </a:ln>
        </p:spPr>
      </p:sp>
      <p:sp>
        <p:nvSpPr>
          <p:cNvPr id="1674" name="02_predicted_pose_4973">
            <a:extLst>
              <a:ext uri="{FF2B5EF4-FFF2-40B4-BE49-F238E27FC236}">
                <a16:creationId xmlns:a16="http://schemas.microsoft.com/office/drawing/2014/main" id="{1B700B0A-CFFF-42BE-AF41-BC5AC2B414BD}"/>
              </a:ext>
            </a:extLst>
          </p:cNvPr>
          <p:cNvSpPr>
            <a:spLocks noGrp="1"/>
          </p:cNvSpPr>
          <p:nvPr/>
        </p:nvSpPr>
        <p:spPr>
          <a:xfrm>
            <a:off x="4553915" y="5014318"/>
            <a:ext cx="28398" cy="28398"/>
          </a:xfrm>
          <a:prstGeom prst="ellipse">
            <a:avLst/>
          </a:prstGeom>
          <a:solidFill>
            <a:srgbClr val="5879BD">
              <a:alpha val="30000"/>
            </a:srgbClr>
          </a:solidFill>
          <a:ln w="0">
            <a:noFill/>
            <a:prstDash val="solid"/>
          </a:ln>
        </p:spPr>
      </p:sp>
      <p:sp>
        <p:nvSpPr>
          <p:cNvPr id="1675" name="02_predicted_pose_4974">
            <a:extLst>
              <a:ext uri="{FF2B5EF4-FFF2-40B4-BE49-F238E27FC236}">
                <a16:creationId xmlns:a16="http://schemas.microsoft.com/office/drawing/2014/main" id="{4C740A64-5E71-47BE-B199-F2E9CECB6150}"/>
              </a:ext>
            </a:extLst>
          </p:cNvPr>
          <p:cNvSpPr>
            <a:spLocks noGrp="1"/>
          </p:cNvSpPr>
          <p:nvPr/>
        </p:nvSpPr>
        <p:spPr>
          <a:xfrm>
            <a:off x="4359944" y="5848594"/>
            <a:ext cx="28398" cy="28398"/>
          </a:xfrm>
          <a:prstGeom prst="ellipse">
            <a:avLst/>
          </a:prstGeom>
          <a:solidFill>
            <a:srgbClr val="5879BD">
              <a:alpha val="30000"/>
            </a:srgbClr>
          </a:solidFill>
          <a:ln w="0">
            <a:noFill/>
            <a:prstDash val="solid"/>
          </a:ln>
        </p:spPr>
      </p:sp>
      <p:sp>
        <p:nvSpPr>
          <p:cNvPr id="1676" name="02_predicted_pose_4975">
            <a:extLst>
              <a:ext uri="{FF2B5EF4-FFF2-40B4-BE49-F238E27FC236}">
                <a16:creationId xmlns:a16="http://schemas.microsoft.com/office/drawing/2014/main" id="{8FA245EF-C231-4576-8371-024572E3BDC7}"/>
              </a:ext>
            </a:extLst>
          </p:cNvPr>
          <p:cNvSpPr>
            <a:spLocks noGrp="1"/>
          </p:cNvSpPr>
          <p:nvPr/>
        </p:nvSpPr>
        <p:spPr>
          <a:xfrm>
            <a:off x="4540478" y="5821443"/>
            <a:ext cx="28398" cy="28398"/>
          </a:xfrm>
          <a:prstGeom prst="ellipse">
            <a:avLst/>
          </a:prstGeom>
          <a:solidFill>
            <a:srgbClr val="5879BD">
              <a:alpha val="30000"/>
            </a:srgbClr>
          </a:solidFill>
          <a:ln w="0">
            <a:noFill/>
            <a:prstDash val="solid"/>
          </a:ln>
        </p:spPr>
      </p:sp>
      <p:sp>
        <p:nvSpPr>
          <p:cNvPr id="1677" name="02_predicted_pose_4976">
            <a:extLst>
              <a:ext uri="{FF2B5EF4-FFF2-40B4-BE49-F238E27FC236}">
                <a16:creationId xmlns:a16="http://schemas.microsoft.com/office/drawing/2014/main" id="{B325EB71-E2AF-4FE8-B7E2-6FD17BBE6B76}"/>
              </a:ext>
            </a:extLst>
          </p:cNvPr>
          <p:cNvSpPr>
            <a:spLocks noGrp="1"/>
          </p:cNvSpPr>
          <p:nvPr/>
        </p:nvSpPr>
        <p:spPr>
          <a:xfrm>
            <a:off x="4554259" y="5803404"/>
            <a:ext cx="28398" cy="28398"/>
          </a:xfrm>
          <a:prstGeom prst="ellipse">
            <a:avLst/>
          </a:prstGeom>
          <a:solidFill>
            <a:srgbClr val="5879BD">
              <a:alpha val="30000"/>
            </a:srgbClr>
          </a:solidFill>
          <a:ln w="0">
            <a:noFill/>
            <a:prstDash val="solid"/>
          </a:ln>
        </p:spPr>
      </p:sp>
      <p:sp>
        <p:nvSpPr>
          <p:cNvPr id="1678" name="02_predicted_pose_4977">
            <a:extLst>
              <a:ext uri="{FF2B5EF4-FFF2-40B4-BE49-F238E27FC236}">
                <a16:creationId xmlns:a16="http://schemas.microsoft.com/office/drawing/2014/main" id="{02ADDCED-6F8D-4D2F-B77C-A9A829C00FB0}"/>
              </a:ext>
            </a:extLst>
          </p:cNvPr>
          <p:cNvSpPr>
            <a:spLocks noGrp="1"/>
          </p:cNvSpPr>
          <p:nvPr/>
        </p:nvSpPr>
        <p:spPr>
          <a:xfrm>
            <a:off x="4568041" y="5863728"/>
            <a:ext cx="28398" cy="28398"/>
          </a:xfrm>
          <a:prstGeom prst="ellipse">
            <a:avLst/>
          </a:prstGeom>
          <a:solidFill>
            <a:srgbClr val="5879BD">
              <a:alpha val="30000"/>
            </a:srgbClr>
          </a:solidFill>
          <a:ln w="0">
            <a:noFill/>
            <a:prstDash val="solid"/>
          </a:ln>
        </p:spPr>
      </p:sp>
      <p:sp>
        <p:nvSpPr>
          <p:cNvPr id="1679" name="02_predicted_pose_4978">
            <a:extLst>
              <a:ext uri="{FF2B5EF4-FFF2-40B4-BE49-F238E27FC236}">
                <a16:creationId xmlns:a16="http://schemas.microsoft.com/office/drawing/2014/main" id="{6C0F56E9-3329-4FA4-88A5-BE9243B798BF}"/>
              </a:ext>
            </a:extLst>
          </p:cNvPr>
          <p:cNvSpPr>
            <a:spLocks noGrp="1"/>
          </p:cNvSpPr>
          <p:nvPr/>
        </p:nvSpPr>
        <p:spPr>
          <a:xfrm>
            <a:off x="4581822" y="5541251"/>
            <a:ext cx="28398" cy="28398"/>
          </a:xfrm>
          <a:prstGeom prst="ellipse">
            <a:avLst/>
          </a:prstGeom>
          <a:solidFill>
            <a:srgbClr val="5879BD">
              <a:alpha val="30000"/>
            </a:srgbClr>
          </a:solidFill>
          <a:ln w="0">
            <a:noFill/>
            <a:prstDash val="solid"/>
          </a:ln>
        </p:spPr>
      </p:sp>
      <p:sp>
        <p:nvSpPr>
          <p:cNvPr id="1680" name="02_predicted_pose_4979">
            <a:extLst>
              <a:ext uri="{FF2B5EF4-FFF2-40B4-BE49-F238E27FC236}">
                <a16:creationId xmlns:a16="http://schemas.microsoft.com/office/drawing/2014/main" id="{1E161661-6701-4245-8730-B7280B74232A}"/>
              </a:ext>
            </a:extLst>
          </p:cNvPr>
          <p:cNvSpPr>
            <a:spLocks noGrp="1"/>
          </p:cNvSpPr>
          <p:nvPr/>
        </p:nvSpPr>
        <p:spPr>
          <a:xfrm>
            <a:off x="4595603" y="5854802"/>
            <a:ext cx="28398" cy="28398"/>
          </a:xfrm>
          <a:prstGeom prst="ellipse">
            <a:avLst/>
          </a:prstGeom>
          <a:solidFill>
            <a:srgbClr val="5879BD">
              <a:alpha val="30000"/>
            </a:srgbClr>
          </a:solidFill>
          <a:ln w="0">
            <a:noFill/>
            <a:prstDash val="solid"/>
          </a:ln>
        </p:spPr>
      </p:sp>
      <p:sp>
        <p:nvSpPr>
          <p:cNvPr id="1681" name="02_predicted_pose_4980">
            <a:extLst>
              <a:ext uri="{FF2B5EF4-FFF2-40B4-BE49-F238E27FC236}">
                <a16:creationId xmlns:a16="http://schemas.microsoft.com/office/drawing/2014/main" id="{3FAC37B1-46CE-4293-824C-3878A91C6416}"/>
              </a:ext>
            </a:extLst>
          </p:cNvPr>
          <p:cNvSpPr>
            <a:spLocks noGrp="1"/>
          </p:cNvSpPr>
          <p:nvPr/>
        </p:nvSpPr>
        <p:spPr>
          <a:xfrm>
            <a:off x="4422304" y="5736836"/>
            <a:ext cx="28398" cy="28398"/>
          </a:xfrm>
          <a:prstGeom prst="ellipse">
            <a:avLst/>
          </a:prstGeom>
          <a:solidFill>
            <a:srgbClr val="5879BD">
              <a:alpha val="30000"/>
            </a:srgbClr>
          </a:solidFill>
          <a:ln w="0">
            <a:noFill/>
            <a:prstDash val="solid"/>
          </a:ln>
        </p:spPr>
      </p:sp>
      <p:sp>
        <p:nvSpPr>
          <p:cNvPr id="1682" name="02_predicted_pose_4981">
            <a:extLst>
              <a:ext uri="{FF2B5EF4-FFF2-40B4-BE49-F238E27FC236}">
                <a16:creationId xmlns:a16="http://schemas.microsoft.com/office/drawing/2014/main" id="{C9F161B9-CC89-4F74-BA78-623AC99A0FFB}"/>
              </a:ext>
            </a:extLst>
          </p:cNvPr>
          <p:cNvSpPr>
            <a:spLocks noGrp="1"/>
          </p:cNvSpPr>
          <p:nvPr/>
        </p:nvSpPr>
        <p:spPr>
          <a:xfrm>
            <a:off x="4505680" y="5989377"/>
            <a:ext cx="28398" cy="28398"/>
          </a:xfrm>
          <a:prstGeom prst="ellipse">
            <a:avLst/>
          </a:prstGeom>
          <a:solidFill>
            <a:srgbClr val="5879BD">
              <a:alpha val="30000"/>
            </a:srgbClr>
          </a:solidFill>
          <a:ln w="0">
            <a:noFill/>
            <a:prstDash val="solid"/>
          </a:ln>
        </p:spPr>
      </p:sp>
      <p:sp>
        <p:nvSpPr>
          <p:cNvPr id="1683" name="02_predicted_pose_4982">
            <a:extLst>
              <a:ext uri="{FF2B5EF4-FFF2-40B4-BE49-F238E27FC236}">
                <a16:creationId xmlns:a16="http://schemas.microsoft.com/office/drawing/2014/main" id="{826E35C8-D644-40DC-8843-265795F6436C}"/>
              </a:ext>
            </a:extLst>
          </p:cNvPr>
          <p:cNvSpPr>
            <a:spLocks noGrp="1"/>
          </p:cNvSpPr>
          <p:nvPr/>
        </p:nvSpPr>
        <p:spPr>
          <a:xfrm>
            <a:off x="4533243" y="6028135"/>
            <a:ext cx="28398" cy="28398"/>
          </a:xfrm>
          <a:prstGeom prst="ellipse">
            <a:avLst/>
          </a:prstGeom>
          <a:solidFill>
            <a:srgbClr val="5879BD">
              <a:alpha val="30000"/>
            </a:srgbClr>
          </a:solidFill>
          <a:ln w="0">
            <a:noFill/>
            <a:prstDash val="solid"/>
          </a:ln>
        </p:spPr>
      </p:sp>
      <p:sp>
        <p:nvSpPr>
          <p:cNvPr id="1684" name="02_predicted_pose_4983">
            <a:extLst>
              <a:ext uri="{FF2B5EF4-FFF2-40B4-BE49-F238E27FC236}">
                <a16:creationId xmlns:a16="http://schemas.microsoft.com/office/drawing/2014/main" id="{29F7644D-9F22-464B-9139-B6871FEDD5CF}"/>
              </a:ext>
            </a:extLst>
          </p:cNvPr>
          <p:cNvSpPr>
            <a:spLocks noGrp="1"/>
          </p:cNvSpPr>
          <p:nvPr/>
        </p:nvSpPr>
        <p:spPr>
          <a:xfrm>
            <a:off x="4560805" y="6013502"/>
            <a:ext cx="28398" cy="28398"/>
          </a:xfrm>
          <a:prstGeom prst="ellipse">
            <a:avLst/>
          </a:prstGeom>
          <a:solidFill>
            <a:srgbClr val="5879BD">
              <a:alpha val="30000"/>
            </a:srgbClr>
          </a:solidFill>
          <a:ln w="0">
            <a:noFill/>
            <a:prstDash val="solid"/>
          </a:ln>
        </p:spPr>
      </p:sp>
      <p:sp>
        <p:nvSpPr>
          <p:cNvPr id="1685" name="02_predicted_pose_4984">
            <a:extLst>
              <a:ext uri="{FF2B5EF4-FFF2-40B4-BE49-F238E27FC236}">
                <a16:creationId xmlns:a16="http://schemas.microsoft.com/office/drawing/2014/main" id="{0DA37856-3C76-43F4-880E-2C7ABA9B01B9}"/>
              </a:ext>
            </a:extLst>
          </p:cNvPr>
          <p:cNvSpPr>
            <a:spLocks noGrp="1"/>
          </p:cNvSpPr>
          <p:nvPr/>
        </p:nvSpPr>
        <p:spPr>
          <a:xfrm>
            <a:off x="4588368" y="5978358"/>
            <a:ext cx="28398" cy="28398"/>
          </a:xfrm>
          <a:prstGeom prst="ellipse">
            <a:avLst/>
          </a:prstGeom>
          <a:solidFill>
            <a:srgbClr val="5879BD">
              <a:alpha val="30000"/>
            </a:srgbClr>
          </a:solidFill>
          <a:ln w="0">
            <a:noFill/>
            <a:prstDash val="solid"/>
          </a:ln>
        </p:spPr>
      </p:sp>
      <p:sp>
        <p:nvSpPr>
          <p:cNvPr id="1686" name="02_predicted_pose_4985">
            <a:extLst>
              <a:ext uri="{FF2B5EF4-FFF2-40B4-BE49-F238E27FC236}">
                <a16:creationId xmlns:a16="http://schemas.microsoft.com/office/drawing/2014/main" id="{36C2310D-4B42-4A0D-A55A-EF319FD1E98B}"/>
              </a:ext>
            </a:extLst>
          </p:cNvPr>
          <p:cNvSpPr>
            <a:spLocks noGrp="1"/>
          </p:cNvSpPr>
          <p:nvPr/>
        </p:nvSpPr>
        <p:spPr>
          <a:xfrm>
            <a:off x="4668299" y="5977719"/>
            <a:ext cx="28398" cy="28398"/>
          </a:xfrm>
          <a:prstGeom prst="ellipse">
            <a:avLst/>
          </a:prstGeom>
          <a:solidFill>
            <a:srgbClr val="5879BD">
              <a:alpha val="30000"/>
            </a:srgbClr>
          </a:solidFill>
          <a:ln w="0">
            <a:noFill/>
            <a:prstDash val="solid"/>
          </a:ln>
        </p:spPr>
      </p:sp>
      <p:sp>
        <p:nvSpPr>
          <p:cNvPr id="1687" name="02_predicted_pose_4986">
            <a:extLst>
              <a:ext uri="{FF2B5EF4-FFF2-40B4-BE49-F238E27FC236}">
                <a16:creationId xmlns:a16="http://schemas.microsoft.com/office/drawing/2014/main" id="{74E82B8F-2221-4668-B594-512F2327B181}"/>
              </a:ext>
            </a:extLst>
          </p:cNvPr>
          <p:cNvSpPr>
            <a:spLocks noGrp="1"/>
          </p:cNvSpPr>
          <p:nvPr/>
        </p:nvSpPr>
        <p:spPr>
          <a:xfrm>
            <a:off x="4352364" y="5927074"/>
            <a:ext cx="28398" cy="28398"/>
          </a:xfrm>
          <a:prstGeom prst="ellipse">
            <a:avLst/>
          </a:prstGeom>
          <a:solidFill>
            <a:srgbClr val="5879BD">
              <a:alpha val="30000"/>
            </a:srgbClr>
          </a:solidFill>
          <a:ln w="0">
            <a:noFill/>
            <a:prstDash val="solid"/>
          </a:ln>
        </p:spPr>
      </p:sp>
      <p:sp>
        <p:nvSpPr>
          <p:cNvPr id="1688" name="02_predicted_pose_4987">
            <a:extLst>
              <a:ext uri="{FF2B5EF4-FFF2-40B4-BE49-F238E27FC236}">
                <a16:creationId xmlns:a16="http://schemas.microsoft.com/office/drawing/2014/main" id="{705009FA-DAEB-484F-82AD-149771827174}"/>
              </a:ext>
            </a:extLst>
          </p:cNvPr>
          <p:cNvSpPr>
            <a:spLocks noGrp="1"/>
          </p:cNvSpPr>
          <p:nvPr/>
        </p:nvSpPr>
        <p:spPr>
          <a:xfrm>
            <a:off x="4379927" y="5922170"/>
            <a:ext cx="28398" cy="28398"/>
          </a:xfrm>
          <a:prstGeom prst="ellipse">
            <a:avLst/>
          </a:prstGeom>
          <a:solidFill>
            <a:srgbClr val="5879BD">
              <a:alpha val="30000"/>
            </a:srgbClr>
          </a:solidFill>
          <a:ln w="0">
            <a:noFill/>
            <a:prstDash val="solid"/>
          </a:ln>
        </p:spPr>
      </p:sp>
      <p:sp>
        <p:nvSpPr>
          <p:cNvPr id="1689" name="02_predicted_pose_4988">
            <a:extLst>
              <a:ext uri="{FF2B5EF4-FFF2-40B4-BE49-F238E27FC236}">
                <a16:creationId xmlns:a16="http://schemas.microsoft.com/office/drawing/2014/main" id="{698FC11A-C6F4-47C8-9546-9FC7D4A39398}"/>
              </a:ext>
            </a:extLst>
          </p:cNvPr>
          <p:cNvSpPr>
            <a:spLocks noGrp="1"/>
          </p:cNvSpPr>
          <p:nvPr/>
        </p:nvSpPr>
        <p:spPr>
          <a:xfrm>
            <a:off x="4407489" y="5950853"/>
            <a:ext cx="28398" cy="28398"/>
          </a:xfrm>
          <a:prstGeom prst="ellipse">
            <a:avLst/>
          </a:prstGeom>
          <a:solidFill>
            <a:srgbClr val="5879BD">
              <a:alpha val="30000"/>
            </a:srgbClr>
          </a:solidFill>
          <a:ln w="0">
            <a:noFill/>
            <a:prstDash val="solid"/>
          </a:ln>
        </p:spPr>
      </p:sp>
      <p:sp>
        <p:nvSpPr>
          <p:cNvPr id="1690" name="02_predicted_pose_4989">
            <a:extLst>
              <a:ext uri="{FF2B5EF4-FFF2-40B4-BE49-F238E27FC236}">
                <a16:creationId xmlns:a16="http://schemas.microsoft.com/office/drawing/2014/main" id="{6E157202-0C21-4174-8CFF-5F77D9567673}"/>
              </a:ext>
            </a:extLst>
          </p:cNvPr>
          <p:cNvSpPr>
            <a:spLocks noGrp="1"/>
          </p:cNvSpPr>
          <p:nvPr/>
        </p:nvSpPr>
        <p:spPr>
          <a:xfrm>
            <a:off x="4435052" y="5950086"/>
            <a:ext cx="28398" cy="28398"/>
          </a:xfrm>
          <a:prstGeom prst="ellipse">
            <a:avLst/>
          </a:prstGeom>
          <a:solidFill>
            <a:srgbClr val="5879BD">
              <a:alpha val="30000"/>
            </a:srgbClr>
          </a:solidFill>
          <a:ln w="0">
            <a:noFill/>
            <a:prstDash val="solid"/>
          </a:ln>
        </p:spPr>
      </p:sp>
      <p:sp>
        <p:nvSpPr>
          <p:cNvPr id="1691" name="02_predicted_pose_4990">
            <a:extLst>
              <a:ext uri="{FF2B5EF4-FFF2-40B4-BE49-F238E27FC236}">
                <a16:creationId xmlns:a16="http://schemas.microsoft.com/office/drawing/2014/main" id="{84729588-D993-41A8-8A25-ECEDD613F57C}"/>
              </a:ext>
            </a:extLst>
          </p:cNvPr>
          <p:cNvSpPr>
            <a:spLocks noGrp="1"/>
          </p:cNvSpPr>
          <p:nvPr/>
        </p:nvSpPr>
        <p:spPr>
          <a:xfrm>
            <a:off x="4338238" y="5937575"/>
            <a:ext cx="28398" cy="28398"/>
          </a:xfrm>
          <a:prstGeom prst="ellipse">
            <a:avLst/>
          </a:prstGeom>
          <a:solidFill>
            <a:srgbClr val="5879BD">
              <a:alpha val="30000"/>
            </a:srgbClr>
          </a:solidFill>
          <a:ln w="0">
            <a:noFill/>
            <a:prstDash val="solid"/>
          </a:ln>
        </p:spPr>
      </p:sp>
      <p:sp>
        <p:nvSpPr>
          <p:cNvPr id="1692" name="02_predicted_pose_4991">
            <a:extLst>
              <a:ext uri="{FF2B5EF4-FFF2-40B4-BE49-F238E27FC236}">
                <a16:creationId xmlns:a16="http://schemas.microsoft.com/office/drawing/2014/main" id="{A4567A17-FDFA-4997-B5D8-563CD087EFB7}"/>
              </a:ext>
            </a:extLst>
          </p:cNvPr>
          <p:cNvSpPr>
            <a:spLocks noGrp="1"/>
          </p:cNvSpPr>
          <p:nvPr/>
        </p:nvSpPr>
        <p:spPr>
          <a:xfrm>
            <a:off x="4387851" y="5737226"/>
            <a:ext cx="28398" cy="28398"/>
          </a:xfrm>
          <a:prstGeom prst="ellipse">
            <a:avLst/>
          </a:prstGeom>
          <a:solidFill>
            <a:srgbClr val="5879BD">
              <a:alpha val="30000"/>
            </a:srgbClr>
          </a:solidFill>
          <a:ln w="0">
            <a:noFill/>
            <a:prstDash val="solid"/>
          </a:ln>
        </p:spPr>
      </p:sp>
      <p:sp>
        <p:nvSpPr>
          <p:cNvPr id="1693" name="02_predicted_pose_4992">
            <a:extLst>
              <a:ext uri="{FF2B5EF4-FFF2-40B4-BE49-F238E27FC236}">
                <a16:creationId xmlns:a16="http://schemas.microsoft.com/office/drawing/2014/main" id="{A1C3703A-EE75-4FCA-B9BC-6EBA72968328}"/>
              </a:ext>
            </a:extLst>
          </p:cNvPr>
          <p:cNvSpPr>
            <a:spLocks noGrp="1"/>
          </p:cNvSpPr>
          <p:nvPr/>
        </p:nvSpPr>
        <p:spPr>
          <a:xfrm>
            <a:off x="4529798" y="6157338"/>
            <a:ext cx="28398" cy="28398"/>
          </a:xfrm>
          <a:prstGeom prst="ellipse">
            <a:avLst/>
          </a:prstGeom>
          <a:solidFill>
            <a:srgbClr val="5879BD">
              <a:alpha val="30000"/>
            </a:srgbClr>
          </a:solidFill>
          <a:ln w="0">
            <a:noFill/>
            <a:prstDash val="solid"/>
          </a:ln>
        </p:spPr>
      </p:sp>
      <p:sp>
        <p:nvSpPr>
          <p:cNvPr id="1694" name="02_predicted_pose_4993">
            <a:extLst>
              <a:ext uri="{FF2B5EF4-FFF2-40B4-BE49-F238E27FC236}">
                <a16:creationId xmlns:a16="http://schemas.microsoft.com/office/drawing/2014/main" id="{CDFCB96C-0F31-4267-8DD3-7CE6261F4CE0}"/>
              </a:ext>
            </a:extLst>
          </p:cNvPr>
          <p:cNvSpPr>
            <a:spLocks noGrp="1"/>
          </p:cNvSpPr>
          <p:nvPr/>
        </p:nvSpPr>
        <p:spPr>
          <a:xfrm>
            <a:off x="4557360" y="6107366"/>
            <a:ext cx="28398" cy="28398"/>
          </a:xfrm>
          <a:prstGeom prst="ellipse">
            <a:avLst/>
          </a:prstGeom>
          <a:solidFill>
            <a:srgbClr val="5879BD">
              <a:alpha val="30000"/>
            </a:srgbClr>
          </a:solidFill>
          <a:ln w="0">
            <a:noFill/>
            <a:prstDash val="solid"/>
          </a:ln>
        </p:spPr>
      </p:sp>
      <p:sp>
        <p:nvSpPr>
          <p:cNvPr id="1695" name="02_predicted_pose_4994">
            <a:extLst>
              <a:ext uri="{FF2B5EF4-FFF2-40B4-BE49-F238E27FC236}">
                <a16:creationId xmlns:a16="http://schemas.microsoft.com/office/drawing/2014/main" id="{B609566E-6B9D-400E-9307-E09FE763ECF8}"/>
              </a:ext>
            </a:extLst>
          </p:cNvPr>
          <p:cNvSpPr>
            <a:spLocks noGrp="1"/>
          </p:cNvSpPr>
          <p:nvPr/>
        </p:nvSpPr>
        <p:spPr>
          <a:xfrm>
            <a:off x="4598704" y="6066862"/>
            <a:ext cx="28398" cy="28398"/>
          </a:xfrm>
          <a:prstGeom prst="ellipse">
            <a:avLst/>
          </a:prstGeom>
          <a:solidFill>
            <a:srgbClr val="5879BD">
              <a:alpha val="30000"/>
            </a:srgbClr>
          </a:solidFill>
          <a:ln w="0">
            <a:noFill/>
            <a:prstDash val="solid"/>
          </a:ln>
        </p:spPr>
      </p:sp>
      <p:sp>
        <p:nvSpPr>
          <p:cNvPr id="1696" name="02_predicted_pose_4995">
            <a:extLst>
              <a:ext uri="{FF2B5EF4-FFF2-40B4-BE49-F238E27FC236}">
                <a16:creationId xmlns:a16="http://schemas.microsoft.com/office/drawing/2014/main" id="{9601BA8C-7C7A-4F3D-A6D5-6E24B37B102C}"/>
              </a:ext>
            </a:extLst>
          </p:cNvPr>
          <p:cNvSpPr>
            <a:spLocks noGrp="1"/>
          </p:cNvSpPr>
          <p:nvPr/>
        </p:nvSpPr>
        <p:spPr>
          <a:xfrm>
            <a:off x="4626266" y="6151628"/>
            <a:ext cx="28398" cy="28398"/>
          </a:xfrm>
          <a:prstGeom prst="ellipse">
            <a:avLst/>
          </a:prstGeom>
          <a:solidFill>
            <a:srgbClr val="5879BD">
              <a:alpha val="30000"/>
            </a:srgbClr>
          </a:solidFill>
          <a:ln w="0">
            <a:noFill/>
            <a:prstDash val="solid"/>
          </a:ln>
        </p:spPr>
      </p:sp>
      <p:sp>
        <p:nvSpPr>
          <p:cNvPr id="1697" name="02_predicted_pose_4996">
            <a:extLst>
              <a:ext uri="{FF2B5EF4-FFF2-40B4-BE49-F238E27FC236}">
                <a16:creationId xmlns:a16="http://schemas.microsoft.com/office/drawing/2014/main" id="{9A421D4D-4F50-404F-95DB-D8010388A583}"/>
              </a:ext>
            </a:extLst>
          </p:cNvPr>
          <p:cNvSpPr>
            <a:spLocks noGrp="1"/>
          </p:cNvSpPr>
          <p:nvPr/>
        </p:nvSpPr>
        <p:spPr>
          <a:xfrm>
            <a:off x="4653829" y="6084745"/>
            <a:ext cx="28398" cy="28398"/>
          </a:xfrm>
          <a:prstGeom prst="ellipse">
            <a:avLst/>
          </a:prstGeom>
          <a:solidFill>
            <a:srgbClr val="5879BD">
              <a:alpha val="30000"/>
            </a:srgbClr>
          </a:solidFill>
          <a:ln w="0">
            <a:noFill/>
            <a:prstDash val="solid"/>
          </a:ln>
        </p:spPr>
      </p:sp>
      <p:sp>
        <p:nvSpPr>
          <p:cNvPr id="1698" name="02_predicted_pose_4997">
            <a:extLst>
              <a:ext uri="{FF2B5EF4-FFF2-40B4-BE49-F238E27FC236}">
                <a16:creationId xmlns:a16="http://schemas.microsoft.com/office/drawing/2014/main" id="{C2C263C0-EA66-42A1-9447-10C7D955B4FD}"/>
              </a:ext>
            </a:extLst>
          </p:cNvPr>
          <p:cNvSpPr>
            <a:spLocks noGrp="1"/>
          </p:cNvSpPr>
          <p:nvPr/>
        </p:nvSpPr>
        <p:spPr>
          <a:xfrm>
            <a:off x="4636258" y="6053948"/>
            <a:ext cx="28398" cy="28398"/>
          </a:xfrm>
          <a:prstGeom prst="ellipse">
            <a:avLst/>
          </a:prstGeom>
          <a:solidFill>
            <a:srgbClr val="5879BD">
              <a:alpha val="30000"/>
            </a:srgbClr>
          </a:solidFill>
          <a:ln w="0">
            <a:noFill/>
            <a:prstDash val="solid"/>
          </a:ln>
        </p:spPr>
      </p:sp>
      <p:sp>
        <p:nvSpPr>
          <p:cNvPr id="1699" name="02_predicted_pose_4998">
            <a:extLst>
              <a:ext uri="{FF2B5EF4-FFF2-40B4-BE49-F238E27FC236}">
                <a16:creationId xmlns:a16="http://schemas.microsoft.com/office/drawing/2014/main" id="{BB0BC8A4-9FC2-447E-A987-B7ECAEF2FD6A}"/>
              </a:ext>
            </a:extLst>
          </p:cNvPr>
          <p:cNvSpPr>
            <a:spLocks noGrp="1"/>
          </p:cNvSpPr>
          <p:nvPr/>
        </p:nvSpPr>
        <p:spPr>
          <a:xfrm>
            <a:off x="4385784" y="6051945"/>
            <a:ext cx="28398" cy="28398"/>
          </a:xfrm>
          <a:prstGeom prst="ellipse">
            <a:avLst/>
          </a:prstGeom>
          <a:solidFill>
            <a:srgbClr val="5879BD">
              <a:alpha val="30000"/>
            </a:srgbClr>
          </a:solidFill>
          <a:ln w="0">
            <a:noFill/>
            <a:prstDash val="solid"/>
          </a:ln>
        </p:spPr>
      </p:sp>
      <p:sp>
        <p:nvSpPr>
          <p:cNvPr id="1700" name="02_predicted_pose_4999">
            <a:extLst>
              <a:ext uri="{FF2B5EF4-FFF2-40B4-BE49-F238E27FC236}">
                <a16:creationId xmlns:a16="http://schemas.microsoft.com/office/drawing/2014/main" id="{3C4E1375-822F-416E-BD51-46D82D62558A}"/>
              </a:ext>
            </a:extLst>
          </p:cNvPr>
          <p:cNvSpPr>
            <a:spLocks noGrp="1"/>
          </p:cNvSpPr>
          <p:nvPr/>
        </p:nvSpPr>
        <p:spPr>
          <a:xfrm>
            <a:off x="4664854" y="6089033"/>
            <a:ext cx="28398" cy="28398"/>
          </a:xfrm>
          <a:prstGeom prst="ellipse">
            <a:avLst/>
          </a:prstGeom>
          <a:solidFill>
            <a:srgbClr val="5879BD">
              <a:alpha val="30000"/>
            </a:srgbClr>
          </a:solidFill>
          <a:ln w="0">
            <a:noFill/>
            <a:prstDash val="solid"/>
          </a:ln>
        </p:spPr>
      </p:sp>
      <p:sp>
        <p:nvSpPr>
          <p:cNvPr id="1701" name="02_predicted_pose_5000">
            <a:extLst>
              <a:ext uri="{FF2B5EF4-FFF2-40B4-BE49-F238E27FC236}">
                <a16:creationId xmlns:a16="http://schemas.microsoft.com/office/drawing/2014/main" id="{04661BF1-C237-48A8-AE3F-BCEC076EA4F9}"/>
              </a:ext>
            </a:extLst>
          </p:cNvPr>
          <p:cNvSpPr>
            <a:spLocks noGrp="1"/>
          </p:cNvSpPr>
          <p:nvPr/>
        </p:nvSpPr>
        <p:spPr>
          <a:xfrm>
            <a:off x="4507403" y="6086581"/>
            <a:ext cx="28398" cy="28398"/>
          </a:xfrm>
          <a:prstGeom prst="ellipse">
            <a:avLst/>
          </a:prstGeom>
          <a:solidFill>
            <a:srgbClr val="5879BD">
              <a:alpha val="30000"/>
            </a:srgbClr>
          </a:solidFill>
          <a:ln w="0">
            <a:noFill/>
            <a:prstDash val="solid"/>
          </a:ln>
        </p:spPr>
      </p:sp>
      <p:sp>
        <p:nvSpPr>
          <p:cNvPr id="1702" name="02_predicted_pose_5001">
            <a:extLst>
              <a:ext uri="{FF2B5EF4-FFF2-40B4-BE49-F238E27FC236}">
                <a16:creationId xmlns:a16="http://schemas.microsoft.com/office/drawing/2014/main" id="{096B63AA-BDDF-43DA-A743-78FBA0749429}"/>
              </a:ext>
            </a:extLst>
          </p:cNvPr>
          <p:cNvSpPr>
            <a:spLocks noGrp="1"/>
          </p:cNvSpPr>
          <p:nvPr/>
        </p:nvSpPr>
        <p:spPr>
          <a:xfrm>
            <a:off x="4600426" y="6151218"/>
            <a:ext cx="28398" cy="28398"/>
          </a:xfrm>
          <a:prstGeom prst="ellipse">
            <a:avLst/>
          </a:prstGeom>
          <a:solidFill>
            <a:srgbClr val="5879BD">
              <a:alpha val="30000"/>
            </a:srgbClr>
          </a:solidFill>
          <a:ln w="0">
            <a:noFill/>
            <a:prstDash val="solid"/>
          </a:ln>
        </p:spPr>
      </p:sp>
      <p:sp>
        <p:nvSpPr>
          <p:cNvPr id="1703" name="02_predicted_pose_5002">
            <a:extLst>
              <a:ext uri="{FF2B5EF4-FFF2-40B4-BE49-F238E27FC236}">
                <a16:creationId xmlns:a16="http://schemas.microsoft.com/office/drawing/2014/main" id="{7D03DFAF-7B44-4E69-8E70-F03830A9B750}"/>
              </a:ext>
            </a:extLst>
          </p:cNvPr>
          <p:cNvSpPr>
            <a:spLocks noGrp="1"/>
          </p:cNvSpPr>
          <p:nvPr/>
        </p:nvSpPr>
        <p:spPr>
          <a:xfrm>
            <a:off x="4345474" y="5887637"/>
            <a:ext cx="28398" cy="28398"/>
          </a:xfrm>
          <a:prstGeom prst="ellipse">
            <a:avLst/>
          </a:prstGeom>
          <a:solidFill>
            <a:srgbClr val="5879BD">
              <a:alpha val="30000"/>
            </a:srgbClr>
          </a:solidFill>
          <a:ln w="0">
            <a:noFill/>
            <a:prstDash val="solid"/>
          </a:ln>
        </p:spPr>
      </p:sp>
      <p:sp>
        <p:nvSpPr>
          <p:cNvPr id="1704" name="02_predicted_pose_5003">
            <a:extLst>
              <a:ext uri="{FF2B5EF4-FFF2-40B4-BE49-F238E27FC236}">
                <a16:creationId xmlns:a16="http://schemas.microsoft.com/office/drawing/2014/main" id="{6B0A129C-65FE-44C2-97E4-D2FA3079CF4E}"/>
              </a:ext>
            </a:extLst>
          </p:cNvPr>
          <p:cNvSpPr>
            <a:spLocks noGrp="1"/>
          </p:cNvSpPr>
          <p:nvPr/>
        </p:nvSpPr>
        <p:spPr>
          <a:xfrm>
            <a:off x="4359255" y="5894625"/>
            <a:ext cx="28398" cy="28398"/>
          </a:xfrm>
          <a:prstGeom prst="ellipse">
            <a:avLst/>
          </a:prstGeom>
          <a:solidFill>
            <a:srgbClr val="5879BD">
              <a:alpha val="30000"/>
            </a:srgbClr>
          </a:solidFill>
          <a:ln w="0">
            <a:noFill/>
            <a:prstDash val="solid"/>
          </a:ln>
        </p:spPr>
      </p:sp>
      <p:sp>
        <p:nvSpPr>
          <p:cNvPr id="1705" name="02_predicted_pose_5004">
            <a:extLst>
              <a:ext uri="{FF2B5EF4-FFF2-40B4-BE49-F238E27FC236}">
                <a16:creationId xmlns:a16="http://schemas.microsoft.com/office/drawing/2014/main" id="{FD84FC54-DD89-420F-9670-C145736B9D56}"/>
              </a:ext>
            </a:extLst>
          </p:cNvPr>
          <p:cNvSpPr>
            <a:spLocks noGrp="1"/>
          </p:cNvSpPr>
          <p:nvPr/>
        </p:nvSpPr>
        <p:spPr>
          <a:xfrm>
            <a:off x="4373036" y="5797767"/>
            <a:ext cx="28398" cy="28398"/>
          </a:xfrm>
          <a:prstGeom prst="ellipse">
            <a:avLst/>
          </a:prstGeom>
          <a:solidFill>
            <a:srgbClr val="5879BD">
              <a:alpha val="30000"/>
            </a:srgbClr>
          </a:solidFill>
          <a:ln w="0">
            <a:noFill/>
            <a:prstDash val="solid"/>
          </a:ln>
        </p:spPr>
      </p:sp>
      <p:sp>
        <p:nvSpPr>
          <p:cNvPr id="1706" name="02_predicted_pose_5005">
            <a:extLst>
              <a:ext uri="{FF2B5EF4-FFF2-40B4-BE49-F238E27FC236}">
                <a16:creationId xmlns:a16="http://schemas.microsoft.com/office/drawing/2014/main" id="{39EB8558-1ED1-4F49-BECB-FC320FDFB078}"/>
              </a:ext>
            </a:extLst>
          </p:cNvPr>
          <p:cNvSpPr>
            <a:spLocks noGrp="1"/>
          </p:cNvSpPr>
          <p:nvPr/>
        </p:nvSpPr>
        <p:spPr>
          <a:xfrm>
            <a:off x="4386817" y="5781577"/>
            <a:ext cx="28398" cy="28398"/>
          </a:xfrm>
          <a:prstGeom prst="ellipse">
            <a:avLst/>
          </a:prstGeom>
          <a:solidFill>
            <a:srgbClr val="5879BD">
              <a:alpha val="30000"/>
            </a:srgbClr>
          </a:solidFill>
          <a:ln w="0">
            <a:noFill/>
            <a:prstDash val="solid"/>
          </a:ln>
        </p:spPr>
      </p:sp>
      <p:sp>
        <p:nvSpPr>
          <p:cNvPr id="1707" name="02_predicted_pose_5006">
            <a:extLst>
              <a:ext uri="{FF2B5EF4-FFF2-40B4-BE49-F238E27FC236}">
                <a16:creationId xmlns:a16="http://schemas.microsoft.com/office/drawing/2014/main" id="{566FBDD7-6CA8-43C7-9BFF-F22A27299D20}"/>
              </a:ext>
            </a:extLst>
          </p:cNvPr>
          <p:cNvSpPr>
            <a:spLocks noGrp="1"/>
          </p:cNvSpPr>
          <p:nvPr/>
        </p:nvSpPr>
        <p:spPr>
          <a:xfrm>
            <a:off x="4342373" y="5900009"/>
            <a:ext cx="28398" cy="28398"/>
          </a:xfrm>
          <a:prstGeom prst="ellipse">
            <a:avLst/>
          </a:prstGeom>
          <a:solidFill>
            <a:srgbClr val="5879BD">
              <a:alpha val="30000"/>
            </a:srgbClr>
          </a:solidFill>
          <a:ln w="0">
            <a:noFill/>
            <a:prstDash val="solid"/>
          </a:ln>
        </p:spPr>
      </p:sp>
      <p:sp>
        <p:nvSpPr>
          <p:cNvPr id="1708" name="02_predicted_pose_5007">
            <a:extLst>
              <a:ext uri="{FF2B5EF4-FFF2-40B4-BE49-F238E27FC236}">
                <a16:creationId xmlns:a16="http://schemas.microsoft.com/office/drawing/2014/main" id="{57769E8A-8643-48E6-AD6B-AF854681BC04}"/>
              </a:ext>
            </a:extLst>
          </p:cNvPr>
          <p:cNvSpPr>
            <a:spLocks noGrp="1"/>
          </p:cNvSpPr>
          <p:nvPr/>
        </p:nvSpPr>
        <p:spPr>
          <a:xfrm>
            <a:off x="4369935" y="5671570"/>
            <a:ext cx="28398" cy="28398"/>
          </a:xfrm>
          <a:prstGeom prst="ellipse">
            <a:avLst/>
          </a:prstGeom>
          <a:solidFill>
            <a:srgbClr val="5879BD">
              <a:alpha val="30000"/>
            </a:srgbClr>
          </a:solidFill>
          <a:ln w="0">
            <a:noFill/>
            <a:prstDash val="solid"/>
          </a:ln>
        </p:spPr>
      </p:sp>
      <p:sp>
        <p:nvSpPr>
          <p:cNvPr id="1709" name="02_predicted_pose_5008">
            <a:extLst>
              <a:ext uri="{FF2B5EF4-FFF2-40B4-BE49-F238E27FC236}">
                <a16:creationId xmlns:a16="http://schemas.microsoft.com/office/drawing/2014/main" id="{3EE99710-56A5-40A8-B17E-228C4604C06A}"/>
              </a:ext>
            </a:extLst>
          </p:cNvPr>
          <p:cNvSpPr>
            <a:spLocks noGrp="1"/>
          </p:cNvSpPr>
          <p:nvPr/>
        </p:nvSpPr>
        <p:spPr>
          <a:xfrm>
            <a:off x="4454345" y="5982516"/>
            <a:ext cx="28398" cy="28398"/>
          </a:xfrm>
          <a:prstGeom prst="ellipse">
            <a:avLst/>
          </a:prstGeom>
          <a:solidFill>
            <a:srgbClr val="5879BD">
              <a:alpha val="30000"/>
            </a:srgbClr>
          </a:solidFill>
          <a:ln w="0">
            <a:noFill/>
            <a:prstDash val="solid"/>
          </a:ln>
        </p:spPr>
      </p:sp>
      <p:sp>
        <p:nvSpPr>
          <p:cNvPr id="1710" name="02_predicted_pose_5009">
            <a:extLst>
              <a:ext uri="{FF2B5EF4-FFF2-40B4-BE49-F238E27FC236}">
                <a16:creationId xmlns:a16="http://schemas.microsoft.com/office/drawing/2014/main" id="{878DA161-86B0-412B-933B-0B7D36055332}"/>
              </a:ext>
            </a:extLst>
          </p:cNvPr>
          <p:cNvSpPr>
            <a:spLocks noGrp="1"/>
          </p:cNvSpPr>
          <p:nvPr/>
        </p:nvSpPr>
        <p:spPr>
          <a:xfrm>
            <a:off x="4402321" y="5832119"/>
            <a:ext cx="28398" cy="28398"/>
          </a:xfrm>
          <a:prstGeom prst="ellipse">
            <a:avLst/>
          </a:prstGeom>
          <a:solidFill>
            <a:srgbClr val="5879BD">
              <a:alpha val="30000"/>
            </a:srgbClr>
          </a:solidFill>
          <a:ln w="0">
            <a:noFill/>
            <a:prstDash val="solid"/>
          </a:ln>
        </p:spPr>
      </p:sp>
      <p:sp>
        <p:nvSpPr>
          <p:cNvPr id="1711" name="02_predicted_pose_5010">
            <a:extLst>
              <a:ext uri="{FF2B5EF4-FFF2-40B4-BE49-F238E27FC236}">
                <a16:creationId xmlns:a16="http://schemas.microsoft.com/office/drawing/2014/main" id="{5FEFE0A8-E1C2-436A-AE36-204510D505C9}"/>
              </a:ext>
            </a:extLst>
          </p:cNvPr>
          <p:cNvSpPr>
            <a:spLocks noGrp="1"/>
          </p:cNvSpPr>
          <p:nvPr/>
        </p:nvSpPr>
        <p:spPr>
          <a:xfrm>
            <a:off x="4416102" y="6058143"/>
            <a:ext cx="28398" cy="28398"/>
          </a:xfrm>
          <a:prstGeom prst="ellipse">
            <a:avLst/>
          </a:prstGeom>
          <a:solidFill>
            <a:srgbClr val="5879BD">
              <a:alpha val="30000"/>
            </a:srgbClr>
          </a:solidFill>
          <a:ln w="0">
            <a:noFill/>
            <a:prstDash val="solid"/>
          </a:ln>
        </p:spPr>
      </p:sp>
      <p:sp>
        <p:nvSpPr>
          <p:cNvPr id="1712" name="02_predicted_pose_5011">
            <a:extLst>
              <a:ext uri="{FF2B5EF4-FFF2-40B4-BE49-F238E27FC236}">
                <a16:creationId xmlns:a16="http://schemas.microsoft.com/office/drawing/2014/main" id="{CB847FC6-8ED8-4946-BCCC-57C00B23B715}"/>
              </a:ext>
            </a:extLst>
          </p:cNvPr>
          <p:cNvSpPr>
            <a:spLocks noGrp="1"/>
          </p:cNvSpPr>
          <p:nvPr/>
        </p:nvSpPr>
        <p:spPr>
          <a:xfrm>
            <a:off x="4429884" y="5821634"/>
            <a:ext cx="28398" cy="28398"/>
          </a:xfrm>
          <a:prstGeom prst="ellipse">
            <a:avLst/>
          </a:prstGeom>
          <a:solidFill>
            <a:srgbClr val="5879BD">
              <a:alpha val="30000"/>
            </a:srgbClr>
          </a:solidFill>
          <a:ln w="0">
            <a:noFill/>
            <a:prstDash val="solid"/>
          </a:ln>
        </p:spPr>
      </p:sp>
      <p:sp>
        <p:nvSpPr>
          <p:cNvPr id="1713" name="02_predicted_pose_5012">
            <a:extLst>
              <a:ext uri="{FF2B5EF4-FFF2-40B4-BE49-F238E27FC236}">
                <a16:creationId xmlns:a16="http://schemas.microsoft.com/office/drawing/2014/main" id="{7E4371BF-1DC1-45F0-893B-F726A7F53F54}"/>
              </a:ext>
            </a:extLst>
          </p:cNvPr>
          <p:cNvSpPr>
            <a:spLocks noGrp="1"/>
          </p:cNvSpPr>
          <p:nvPr/>
        </p:nvSpPr>
        <p:spPr>
          <a:xfrm>
            <a:off x="4381305" y="5599900"/>
            <a:ext cx="28398" cy="28398"/>
          </a:xfrm>
          <a:prstGeom prst="ellipse">
            <a:avLst/>
          </a:prstGeom>
          <a:solidFill>
            <a:srgbClr val="5879BD">
              <a:alpha val="30000"/>
            </a:srgbClr>
          </a:solidFill>
          <a:ln w="0">
            <a:noFill/>
            <a:prstDash val="solid"/>
          </a:ln>
        </p:spPr>
      </p:sp>
      <p:sp>
        <p:nvSpPr>
          <p:cNvPr id="1714" name="02_predicted_pose_5013">
            <a:extLst>
              <a:ext uri="{FF2B5EF4-FFF2-40B4-BE49-F238E27FC236}">
                <a16:creationId xmlns:a16="http://schemas.microsoft.com/office/drawing/2014/main" id="{B535E60D-09AD-4B99-AA65-1150100EF9F9}"/>
              </a:ext>
            </a:extLst>
          </p:cNvPr>
          <p:cNvSpPr>
            <a:spLocks noGrp="1"/>
          </p:cNvSpPr>
          <p:nvPr/>
        </p:nvSpPr>
        <p:spPr>
          <a:xfrm>
            <a:off x="4395086" y="5688186"/>
            <a:ext cx="28398" cy="28398"/>
          </a:xfrm>
          <a:prstGeom prst="ellipse">
            <a:avLst/>
          </a:prstGeom>
          <a:solidFill>
            <a:srgbClr val="5879BD">
              <a:alpha val="30000"/>
            </a:srgbClr>
          </a:solidFill>
          <a:ln w="0">
            <a:noFill/>
            <a:prstDash val="solid"/>
          </a:ln>
        </p:spPr>
      </p:sp>
      <p:sp>
        <p:nvSpPr>
          <p:cNvPr id="1715" name="02_predicted_pose_5014">
            <a:extLst>
              <a:ext uri="{FF2B5EF4-FFF2-40B4-BE49-F238E27FC236}">
                <a16:creationId xmlns:a16="http://schemas.microsoft.com/office/drawing/2014/main" id="{098F857D-F9EE-4DCE-8A7C-D9D05E13DCFB}"/>
              </a:ext>
            </a:extLst>
          </p:cNvPr>
          <p:cNvSpPr>
            <a:spLocks noGrp="1"/>
          </p:cNvSpPr>
          <p:nvPr/>
        </p:nvSpPr>
        <p:spPr>
          <a:xfrm>
            <a:off x="4408867" y="5567047"/>
            <a:ext cx="28398" cy="28398"/>
          </a:xfrm>
          <a:prstGeom prst="ellipse">
            <a:avLst/>
          </a:prstGeom>
          <a:solidFill>
            <a:srgbClr val="5879BD">
              <a:alpha val="30000"/>
            </a:srgbClr>
          </a:solidFill>
          <a:ln w="0">
            <a:noFill/>
            <a:prstDash val="solid"/>
          </a:ln>
        </p:spPr>
      </p:sp>
      <p:sp>
        <p:nvSpPr>
          <p:cNvPr id="1716" name="02_predicted_pose_5015">
            <a:extLst>
              <a:ext uri="{FF2B5EF4-FFF2-40B4-BE49-F238E27FC236}">
                <a16:creationId xmlns:a16="http://schemas.microsoft.com/office/drawing/2014/main" id="{D6334936-3057-4B7D-A632-0A9A5423A484}"/>
              </a:ext>
            </a:extLst>
          </p:cNvPr>
          <p:cNvSpPr>
            <a:spLocks noGrp="1"/>
          </p:cNvSpPr>
          <p:nvPr/>
        </p:nvSpPr>
        <p:spPr>
          <a:xfrm>
            <a:off x="4428161" y="5339307"/>
            <a:ext cx="28398" cy="28398"/>
          </a:xfrm>
          <a:prstGeom prst="ellipse">
            <a:avLst/>
          </a:prstGeom>
          <a:solidFill>
            <a:srgbClr val="5879BD">
              <a:alpha val="30000"/>
            </a:srgbClr>
          </a:solidFill>
          <a:ln w="0">
            <a:noFill/>
            <a:prstDash val="solid"/>
          </a:ln>
        </p:spPr>
      </p:sp>
      <p:sp>
        <p:nvSpPr>
          <p:cNvPr id="1717" name="02_predicted_pose_5016">
            <a:extLst>
              <a:ext uri="{FF2B5EF4-FFF2-40B4-BE49-F238E27FC236}">
                <a16:creationId xmlns:a16="http://schemas.microsoft.com/office/drawing/2014/main" id="{78B31EFA-4B1B-4EB7-B31A-F20FBE746118}"/>
              </a:ext>
            </a:extLst>
          </p:cNvPr>
          <p:cNvSpPr>
            <a:spLocks noGrp="1"/>
          </p:cNvSpPr>
          <p:nvPr/>
        </p:nvSpPr>
        <p:spPr>
          <a:xfrm>
            <a:off x="4469505" y="5399751"/>
            <a:ext cx="28398" cy="28398"/>
          </a:xfrm>
          <a:prstGeom prst="ellipse">
            <a:avLst/>
          </a:prstGeom>
          <a:solidFill>
            <a:srgbClr val="5879BD">
              <a:alpha val="30000"/>
            </a:srgbClr>
          </a:solidFill>
          <a:ln w="0">
            <a:noFill/>
            <a:prstDash val="solid"/>
          </a:ln>
        </p:spPr>
      </p:sp>
      <p:sp>
        <p:nvSpPr>
          <p:cNvPr id="1718" name="02_predicted_pose_5017">
            <a:extLst>
              <a:ext uri="{FF2B5EF4-FFF2-40B4-BE49-F238E27FC236}">
                <a16:creationId xmlns:a16="http://schemas.microsoft.com/office/drawing/2014/main" id="{E01473D9-A70F-44D9-A795-DC7C9764D5AB}"/>
              </a:ext>
            </a:extLst>
          </p:cNvPr>
          <p:cNvSpPr>
            <a:spLocks noGrp="1"/>
          </p:cNvSpPr>
          <p:nvPr/>
        </p:nvSpPr>
        <p:spPr>
          <a:xfrm>
            <a:off x="4534621" y="5337972"/>
            <a:ext cx="28398" cy="28398"/>
          </a:xfrm>
          <a:prstGeom prst="ellipse">
            <a:avLst/>
          </a:prstGeom>
          <a:solidFill>
            <a:srgbClr val="5879BD">
              <a:alpha val="30000"/>
            </a:srgbClr>
          </a:solidFill>
          <a:ln w="0">
            <a:noFill/>
            <a:prstDash val="solid"/>
          </a:ln>
        </p:spPr>
      </p:sp>
      <p:sp>
        <p:nvSpPr>
          <p:cNvPr id="1719" name="02_predicted_pose_5018">
            <a:extLst>
              <a:ext uri="{FF2B5EF4-FFF2-40B4-BE49-F238E27FC236}">
                <a16:creationId xmlns:a16="http://schemas.microsoft.com/office/drawing/2014/main" id="{CCD62D76-8A5D-4D13-B463-0D3318D45483}"/>
              </a:ext>
            </a:extLst>
          </p:cNvPr>
          <p:cNvSpPr>
            <a:spLocks noGrp="1"/>
          </p:cNvSpPr>
          <p:nvPr/>
        </p:nvSpPr>
        <p:spPr>
          <a:xfrm>
            <a:off x="4656240" y="5499604"/>
            <a:ext cx="28398" cy="28398"/>
          </a:xfrm>
          <a:prstGeom prst="ellipse">
            <a:avLst/>
          </a:prstGeom>
          <a:solidFill>
            <a:srgbClr val="5879BD">
              <a:alpha val="30000"/>
            </a:srgbClr>
          </a:solidFill>
          <a:ln w="0">
            <a:noFill/>
            <a:prstDash val="solid"/>
          </a:ln>
        </p:spPr>
      </p:sp>
      <p:sp>
        <p:nvSpPr>
          <p:cNvPr id="1720" name="02_predicted_pose_5019">
            <a:extLst>
              <a:ext uri="{FF2B5EF4-FFF2-40B4-BE49-F238E27FC236}">
                <a16:creationId xmlns:a16="http://schemas.microsoft.com/office/drawing/2014/main" id="{3799D4E6-AEE2-4FCA-A862-2C7A30A9CAB1}"/>
              </a:ext>
            </a:extLst>
          </p:cNvPr>
          <p:cNvSpPr>
            <a:spLocks noGrp="1"/>
          </p:cNvSpPr>
          <p:nvPr/>
        </p:nvSpPr>
        <p:spPr>
          <a:xfrm>
            <a:off x="4405767" y="5364989"/>
            <a:ext cx="28398" cy="28398"/>
          </a:xfrm>
          <a:prstGeom prst="ellipse">
            <a:avLst/>
          </a:prstGeom>
          <a:solidFill>
            <a:srgbClr val="5879BD">
              <a:alpha val="30000"/>
            </a:srgbClr>
          </a:solidFill>
          <a:ln w="0">
            <a:noFill/>
            <a:prstDash val="solid"/>
          </a:ln>
        </p:spPr>
      </p:sp>
      <p:sp>
        <p:nvSpPr>
          <p:cNvPr id="1721" name="02_predicted_pose_5020">
            <a:extLst>
              <a:ext uri="{FF2B5EF4-FFF2-40B4-BE49-F238E27FC236}">
                <a16:creationId xmlns:a16="http://schemas.microsoft.com/office/drawing/2014/main" id="{B1CE5383-F24A-4665-A087-D8D4E4632D6C}"/>
              </a:ext>
            </a:extLst>
          </p:cNvPr>
          <p:cNvSpPr>
            <a:spLocks noGrp="1"/>
          </p:cNvSpPr>
          <p:nvPr/>
        </p:nvSpPr>
        <p:spPr>
          <a:xfrm>
            <a:off x="4552881" y="5758316"/>
            <a:ext cx="28398" cy="28398"/>
          </a:xfrm>
          <a:prstGeom prst="ellipse">
            <a:avLst/>
          </a:prstGeom>
          <a:solidFill>
            <a:srgbClr val="5879BD">
              <a:alpha val="30000"/>
            </a:srgbClr>
          </a:solidFill>
          <a:ln w="0">
            <a:noFill/>
            <a:prstDash val="solid"/>
          </a:ln>
        </p:spPr>
      </p:sp>
      <p:sp>
        <p:nvSpPr>
          <p:cNvPr id="1722" name="02_predicted_pose_5021">
            <a:extLst>
              <a:ext uri="{FF2B5EF4-FFF2-40B4-BE49-F238E27FC236}">
                <a16:creationId xmlns:a16="http://schemas.microsoft.com/office/drawing/2014/main" id="{25612B75-2ADA-41E5-9D0B-618DBA064D1B}"/>
              </a:ext>
            </a:extLst>
          </p:cNvPr>
          <p:cNvSpPr>
            <a:spLocks noGrp="1"/>
          </p:cNvSpPr>
          <p:nvPr/>
        </p:nvSpPr>
        <p:spPr>
          <a:xfrm>
            <a:off x="4566662" y="6057706"/>
            <a:ext cx="28398" cy="28398"/>
          </a:xfrm>
          <a:prstGeom prst="ellipse">
            <a:avLst/>
          </a:prstGeom>
          <a:solidFill>
            <a:srgbClr val="5879BD">
              <a:alpha val="30000"/>
            </a:srgbClr>
          </a:solidFill>
          <a:ln w="0">
            <a:noFill/>
            <a:prstDash val="solid"/>
          </a:ln>
        </p:spPr>
      </p:sp>
      <p:sp>
        <p:nvSpPr>
          <p:cNvPr id="1723" name="02_predicted_pose_5022">
            <a:extLst>
              <a:ext uri="{FF2B5EF4-FFF2-40B4-BE49-F238E27FC236}">
                <a16:creationId xmlns:a16="http://schemas.microsoft.com/office/drawing/2014/main" id="{7F79F441-9BD7-4669-9B57-A989FAACFB19}"/>
              </a:ext>
            </a:extLst>
          </p:cNvPr>
          <p:cNvSpPr>
            <a:spLocks noGrp="1"/>
          </p:cNvSpPr>
          <p:nvPr/>
        </p:nvSpPr>
        <p:spPr>
          <a:xfrm>
            <a:off x="4527041" y="5887048"/>
            <a:ext cx="28398" cy="28398"/>
          </a:xfrm>
          <a:prstGeom prst="ellipse">
            <a:avLst/>
          </a:prstGeom>
          <a:solidFill>
            <a:srgbClr val="5879BD">
              <a:alpha val="30000"/>
            </a:srgbClr>
          </a:solidFill>
          <a:ln w="0">
            <a:noFill/>
            <a:prstDash val="solid"/>
          </a:ln>
        </p:spPr>
      </p:sp>
      <p:sp>
        <p:nvSpPr>
          <p:cNvPr id="1724" name="02_predicted_pose_5023">
            <a:extLst>
              <a:ext uri="{FF2B5EF4-FFF2-40B4-BE49-F238E27FC236}">
                <a16:creationId xmlns:a16="http://schemas.microsoft.com/office/drawing/2014/main" id="{21948758-B4EB-45C9-9B62-7C5C4D0DD8F3}"/>
              </a:ext>
            </a:extLst>
          </p:cNvPr>
          <p:cNvSpPr>
            <a:spLocks noGrp="1"/>
          </p:cNvSpPr>
          <p:nvPr/>
        </p:nvSpPr>
        <p:spPr>
          <a:xfrm>
            <a:off x="4540823" y="5855552"/>
            <a:ext cx="28398" cy="28398"/>
          </a:xfrm>
          <a:prstGeom prst="ellipse">
            <a:avLst/>
          </a:prstGeom>
          <a:solidFill>
            <a:srgbClr val="5879BD">
              <a:alpha val="30000"/>
            </a:srgbClr>
          </a:solidFill>
          <a:ln w="0">
            <a:noFill/>
            <a:prstDash val="solid"/>
          </a:ln>
        </p:spPr>
      </p:sp>
      <p:sp>
        <p:nvSpPr>
          <p:cNvPr id="1725" name="02_predicted_pose_5024">
            <a:extLst>
              <a:ext uri="{FF2B5EF4-FFF2-40B4-BE49-F238E27FC236}">
                <a16:creationId xmlns:a16="http://schemas.microsoft.com/office/drawing/2014/main" id="{B8939042-30DF-4290-8667-36E60A4546FB}"/>
              </a:ext>
            </a:extLst>
          </p:cNvPr>
          <p:cNvSpPr>
            <a:spLocks noGrp="1"/>
          </p:cNvSpPr>
          <p:nvPr/>
        </p:nvSpPr>
        <p:spPr>
          <a:xfrm>
            <a:off x="4554604" y="5827606"/>
            <a:ext cx="28398" cy="28398"/>
          </a:xfrm>
          <a:prstGeom prst="ellipse">
            <a:avLst/>
          </a:prstGeom>
          <a:solidFill>
            <a:srgbClr val="5879BD">
              <a:alpha val="30000"/>
            </a:srgbClr>
          </a:solidFill>
          <a:ln w="0">
            <a:noFill/>
            <a:prstDash val="solid"/>
          </a:ln>
        </p:spPr>
      </p:sp>
      <p:sp>
        <p:nvSpPr>
          <p:cNvPr id="1726" name="02_predicted_pose_5025">
            <a:extLst>
              <a:ext uri="{FF2B5EF4-FFF2-40B4-BE49-F238E27FC236}">
                <a16:creationId xmlns:a16="http://schemas.microsoft.com/office/drawing/2014/main" id="{F81C6291-5851-46DC-A1F9-F0D6BDCB7857}"/>
              </a:ext>
            </a:extLst>
          </p:cNvPr>
          <p:cNvSpPr>
            <a:spLocks noGrp="1"/>
          </p:cNvSpPr>
          <p:nvPr/>
        </p:nvSpPr>
        <p:spPr>
          <a:xfrm>
            <a:off x="4582166" y="5868588"/>
            <a:ext cx="28398" cy="28398"/>
          </a:xfrm>
          <a:prstGeom prst="ellipse">
            <a:avLst/>
          </a:prstGeom>
          <a:solidFill>
            <a:srgbClr val="5879BD">
              <a:alpha val="30000"/>
            </a:srgbClr>
          </a:solidFill>
          <a:ln w="0">
            <a:noFill/>
            <a:prstDash val="solid"/>
          </a:ln>
        </p:spPr>
      </p:sp>
      <p:sp>
        <p:nvSpPr>
          <p:cNvPr id="1727" name="02_predicted_pose_5026">
            <a:extLst>
              <a:ext uri="{FF2B5EF4-FFF2-40B4-BE49-F238E27FC236}">
                <a16:creationId xmlns:a16="http://schemas.microsoft.com/office/drawing/2014/main" id="{FEA9140C-58CD-4F6E-8D28-015CF1E75BB9}"/>
              </a:ext>
            </a:extLst>
          </p:cNvPr>
          <p:cNvSpPr>
            <a:spLocks noGrp="1"/>
          </p:cNvSpPr>
          <p:nvPr/>
        </p:nvSpPr>
        <p:spPr>
          <a:xfrm>
            <a:off x="4595948" y="5708089"/>
            <a:ext cx="28398" cy="28398"/>
          </a:xfrm>
          <a:prstGeom prst="ellipse">
            <a:avLst/>
          </a:prstGeom>
          <a:solidFill>
            <a:srgbClr val="5879BD">
              <a:alpha val="30000"/>
            </a:srgbClr>
          </a:solidFill>
          <a:ln w="0">
            <a:noFill/>
            <a:prstDash val="solid"/>
          </a:ln>
        </p:spPr>
      </p:sp>
      <p:sp>
        <p:nvSpPr>
          <p:cNvPr id="1728" name="02_predicted_pose_5027">
            <a:extLst>
              <a:ext uri="{FF2B5EF4-FFF2-40B4-BE49-F238E27FC236}">
                <a16:creationId xmlns:a16="http://schemas.microsoft.com/office/drawing/2014/main" id="{2F82DDAD-02B8-4E56-8347-7D35ADB16172}"/>
              </a:ext>
            </a:extLst>
          </p:cNvPr>
          <p:cNvSpPr>
            <a:spLocks noGrp="1"/>
          </p:cNvSpPr>
          <p:nvPr/>
        </p:nvSpPr>
        <p:spPr>
          <a:xfrm>
            <a:off x="4409556" y="6009016"/>
            <a:ext cx="28398" cy="28398"/>
          </a:xfrm>
          <a:prstGeom prst="ellipse">
            <a:avLst/>
          </a:prstGeom>
          <a:solidFill>
            <a:srgbClr val="5879BD">
              <a:alpha val="30000"/>
            </a:srgbClr>
          </a:solidFill>
          <a:ln w="0">
            <a:noFill/>
            <a:prstDash val="solid"/>
          </a:ln>
        </p:spPr>
      </p:sp>
      <p:sp>
        <p:nvSpPr>
          <p:cNvPr id="1729" name="02_predicted_pose_5028">
            <a:extLst>
              <a:ext uri="{FF2B5EF4-FFF2-40B4-BE49-F238E27FC236}">
                <a16:creationId xmlns:a16="http://schemas.microsoft.com/office/drawing/2014/main" id="{401CC644-C7A7-4E67-8D22-2380F0EE2462}"/>
              </a:ext>
            </a:extLst>
          </p:cNvPr>
          <p:cNvSpPr>
            <a:spLocks noGrp="1"/>
          </p:cNvSpPr>
          <p:nvPr/>
        </p:nvSpPr>
        <p:spPr>
          <a:xfrm>
            <a:off x="4512227" y="5762222"/>
            <a:ext cx="28398" cy="28398"/>
          </a:xfrm>
          <a:prstGeom prst="ellipse">
            <a:avLst/>
          </a:prstGeom>
          <a:solidFill>
            <a:srgbClr val="5879BD">
              <a:alpha val="30000"/>
            </a:srgbClr>
          </a:solidFill>
          <a:ln w="0">
            <a:noFill/>
            <a:prstDash val="solid"/>
          </a:ln>
        </p:spPr>
      </p:sp>
      <p:sp>
        <p:nvSpPr>
          <p:cNvPr id="1730" name="02_predicted_pose_5029">
            <a:extLst>
              <a:ext uri="{FF2B5EF4-FFF2-40B4-BE49-F238E27FC236}">
                <a16:creationId xmlns:a16="http://schemas.microsoft.com/office/drawing/2014/main" id="{A14FE241-B4B4-4F10-B435-B7E6ACCE9F03}"/>
              </a:ext>
            </a:extLst>
          </p:cNvPr>
          <p:cNvSpPr>
            <a:spLocks noGrp="1"/>
          </p:cNvSpPr>
          <p:nvPr/>
        </p:nvSpPr>
        <p:spPr>
          <a:xfrm>
            <a:off x="4553570" y="5719067"/>
            <a:ext cx="28398" cy="28398"/>
          </a:xfrm>
          <a:prstGeom prst="ellipse">
            <a:avLst/>
          </a:prstGeom>
          <a:solidFill>
            <a:srgbClr val="5879BD">
              <a:alpha val="30000"/>
            </a:srgbClr>
          </a:solidFill>
          <a:ln w="0">
            <a:noFill/>
            <a:prstDash val="solid"/>
          </a:ln>
        </p:spPr>
      </p:sp>
      <p:sp>
        <p:nvSpPr>
          <p:cNvPr id="1731" name="02_predicted_pose_5030">
            <a:extLst>
              <a:ext uri="{FF2B5EF4-FFF2-40B4-BE49-F238E27FC236}">
                <a16:creationId xmlns:a16="http://schemas.microsoft.com/office/drawing/2014/main" id="{A19F068F-8252-4167-9E7C-2E7BCE907847}"/>
              </a:ext>
            </a:extLst>
          </p:cNvPr>
          <p:cNvSpPr>
            <a:spLocks noGrp="1"/>
          </p:cNvSpPr>
          <p:nvPr/>
        </p:nvSpPr>
        <p:spPr>
          <a:xfrm>
            <a:off x="4567351" y="5759311"/>
            <a:ext cx="28398" cy="28398"/>
          </a:xfrm>
          <a:prstGeom prst="ellipse">
            <a:avLst/>
          </a:prstGeom>
          <a:solidFill>
            <a:srgbClr val="5879BD">
              <a:alpha val="30000"/>
            </a:srgbClr>
          </a:solidFill>
          <a:ln w="0">
            <a:noFill/>
            <a:prstDash val="solid"/>
          </a:ln>
        </p:spPr>
      </p:sp>
      <p:sp>
        <p:nvSpPr>
          <p:cNvPr id="1732" name="02_predicted_pose_5031">
            <a:extLst>
              <a:ext uri="{FF2B5EF4-FFF2-40B4-BE49-F238E27FC236}">
                <a16:creationId xmlns:a16="http://schemas.microsoft.com/office/drawing/2014/main" id="{B0E4FA77-1628-4580-8D78-902751AC0DDE}"/>
              </a:ext>
            </a:extLst>
          </p:cNvPr>
          <p:cNvSpPr>
            <a:spLocks noGrp="1"/>
          </p:cNvSpPr>
          <p:nvPr/>
        </p:nvSpPr>
        <p:spPr>
          <a:xfrm>
            <a:off x="4594914" y="5734701"/>
            <a:ext cx="28398" cy="28398"/>
          </a:xfrm>
          <a:prstGeom prst="ellipse">
            <a:avLst/>
          </a:prstGeom>
          <a:solidFill>
            <a:srgbClr val="5879BD">
              <a:alpha val="30000"/>
            </a:srgbClr>
          </a:solidFill>
          <a:ln w="0">
            <a:noFill/>
            <a:prstDash val="solid"/>
          </a:ln>
        </p:spPr>
      </p:sp>
      <p:sp>
        <p:nvSpPr>
          <p:cNvPr id="1733" name="02_predicted_pose_5032">
            <a:extLst>
              <a:ext uri="{FF2B5EF4-FFF2-40B4-BE49-F238E27FC236}">
                <a16:creationId xmlns:a16="http://schemas.microsoft.com/office/drawing/2014/main" id="{380D76E6-62CD-4794-A317-914CEB694B87}"/>
              </a:ext>
            </a:extLst>
          </p:cNvPr>
          <p:cNvSpPr>
            <a:spLocks noGrp="1"/>
          </p:cNvSpPr>
          <p:nvPr/>
        </p:nvSpPr>
        <p:spPr>
          <a:xfrm>
            <a:off x="4485698" y="5964224"/>
            <a:ext cx="28398" cy="28398"/>
          </a:xfrm>
          <a:prstGeom prst="ellipse">
            <a:avLst/>
          </a:prstGeom>
          <a:solidFill>
            <a:srgbClr val="5879BD">
              <a:alpha val="30000"/>
            </a:srgbClr>
          </a:solidFill>
          <a:ln w="0">
            <a:noFill/>
            <a:prstDash val="solid"/>
          </a:ln>
        </p:spPr>
      </p:sp>
      <p:sp>
        <p:nvSpPr>
          <p:cNvPr id="1734" name="02_predicted_pose_5033">
            <a:extLst>
              <a:ext uri="{FF2B5EF4-FFF2-40B4-BE49-F238E27FC236}">
                <a16:creationId xmlns:a16="http://schemas.microsoft.com/office/drawing/2014/main" id="{EC0422AB-BA48-4E94-92D5-5EA23F18654B}"/>
              </a:ext>
            </a:extLst>
          </p:cNvPr>
          <p:cNvSpPr>
            <a:spLocks noGrp="1"/>
          </p:cNvSpPr>
          <p:nvPr/>
        </p:nvSpPr>
        <p:spPr>
          <a:xfrm>
            <a:off x="4513260" y="6030963"/>
            <a:ext cx="28398" cy="28398"/>
          </a:xfrm>
          <a:prstGeom prst="ellipse">
            <a:avLst/>
          </a:prstGeom>
          <a:solidFill>
            <a:srgbClr val="5879BD">
              <a:alpha val="30000"/>
            </a:srgbClr>
          </a:solidFill>
          <a:ln w="0">
            <a:noFill/>
            <a:prstDash val="solid"/>
          </a:ln>
        </p:spPr>
      </p:sp>
      <p:sp>
        <p:nvSpPr>
          <p:cNvPr id="1735" name="02_predicted_pose_5034">
            <a:extLst>
              <a:ext uri="{FF2B5EF4-FFF2-40B4-BE49-F238E27FC236}">
                <a16:creationId xmlns:a16="http://schemas.microsoft.com/office/drawing/2014/main" id="{0FF6B4AF-852C-484C-9EE1-6536E1B9C35A}"/>
              </a:ext>
            </a:extLst>
          </p:cNvPr>
          <p:cNvSpPr>
            <a:spLocks noGrp="1"/>
          </p:cNvSpPr>
          <p:nvPr/>
        </p:nvSpPr>
        <p:spPr>
          <a:xfrm>
            <a:off x="4540823" y="5897312"/>
            <a:ext cx="28398" cy="28398"/>
          </a:xfrm>
          <a:prstGeom prst="ellipse">
            <a:avLst/>
          </a:prstGeom>
          <a:solidFill>
            <a:srgbClr val="5879BD">
              <a:alpha val="30000"/>
            </a:srgbClr>
          </a:solidFill>
          <a:ln w="0">
            <a:noFill/>
            <a:prstDash val="solid"/>
          </a:ln>
        </p:spPr>
      </p:sp>
      <p:sp>
        <p:nvSpPr>
          <p:cNvPr id="1736" name="02_predicted_pose_5035">
            <a:extLst>
              <a:ext uri="{FF2B5EF4-FFF2-40B4-BE49-F238E27FC236}">
                <a16:creationId xmlns:a16="http://schemas.microsoft.com/office/drawing/2014/main" id="{71D031DA-1A01-4549-A2B1-050ADBDA1626}"/>
              </a:ext>
            </a:extLst>
          </p:cNvPr>
          <p:cNvSpPr>
            <a:spLocks noGrp="1"/>
          </p:cNvSpPr>
          <p:nvPr/>
        </p:nvSpPr>
        <p:spPr>
          <a:xfrm>
            <a:off x="4568385" y="5927009"/>
            <a:ext cx="28398" cy="28398"/>
          </a:xfrm>
          <a:prstGeom prst="ellipse">
            <a:avLst/>
          </a:prstGeom>
          <a:solidFill>
            <a:srgbClr val="5879BD">
              <a:alpha val="30000"/>
            </a:srgbClr>
          </a:solidFill>
          <a:ln w="0">
            <a:noFill/>
            <a:prstDash val="solid"/>
          </a:ln>
        </p:spPr>
      </p:sp>
      <p:sp>
        <p:nvSpPr>
          <p:cNvPr id="1737" name="02_predicted_pose_5036">
            <a:extLst>
              <a:ext uri="{FF2B5EF4-FFF2-40B4-BE49-F238E27FC236}">
                <a16:creationId xmlns:a16="http://schemas.microsoft.com/office/drawing/2014/main" id="{CBD1C45D-436B-4BA5-9296-CBD2D78E9F73}"/>
              </a:ext>
            </a:extLst>
          </p:cNvPr>
          <p:cNvSpPr>
            <a:spLocks noGrp="1"/>
          </p:cNvSpPr>
          <p:nvPr/>
        </p:nvSpPr>
        <p:spPr>
          <a:xfrm>
            <a:off x="4595948" y="6058809"/>
            <a:ext cx="28398" cy="28398"/>
          </a:xfrm>
          <a:prstGeom prst="ellipse">
            <a:avLst/>
          </a:prstGeom>
          <a:solidFill>
            <a:srgbClr val="5879BD">
              <a:alpha val="30000"/>
            </a:srgbClr>
          </a:solidFill>
          <a:ln w="0">
            <a:noFill/>
            <a:prstDash val="solid"/>
          </a:ln>
        </p:spPr>
      </p:sp>
      <p:sp>
        <p:nvSpPr>
          <p:cNvPr id="1738" name="02_predicted_pose_5037">
            <a:extLst>
              <a:ext uri="{FF2B5EF4-FFF2-40B4-BE49-F238E27FC236}">
                <a16:creationId xmlns:a16="http://schemas.microsoft.com/office/drawing/2014/main" id="{1EF8FE67-61FD-40A8-963A-9CC65FC9628E}"/>
              </a:ext>
            </a:extLst>
          </p:cNvPr>
          <p:cNvSpPr>
            <a:spLocks noGrp="1"/>
          </p:cNvSpPr>
          <p:nvPr/>
        </p:nvSpPr>
        <p:spPr>
          <a:xfrm>
            <a:off x="4499134" y="5943265"/>
            <a:ext cx="28398" cy="28398"/>
          </a:xfrm>
          <a:prstGeom prst="ellipse">
            <a:avLst/>
          </a:prstGeom>
          <a:solidFill>
            <a:srgbClr val="5879BD">
              <a:alpha val="30000"/>
            </a:srgbClr>
          </a:solidFill>
          <a:ln w="0">
            <a:noFill/>
            <a:prstDash val="solid"/>
          </a:ln>
        </p:spPr>
      </p:sp>
      <p:sp>
        <p:nvSpPr>
          <p:cNvPr id="1739" name="02_predicted_pose_5038">
            <a:extLst>
              <a:ext uri="{FF2B5EF4-FFF2-40B4-BE49-F238E27FC236}">
                <a16:creationId xmlns:a16="http://schemas.microsoft.com/office/drawing/2014/main" id="{E01C0B5B-5A0E-4C25-8405-35B85219BBF1}"/>
              </a:ext>
            </a:extLst>
          </p:cNvPr>
          <p:cNvSpPr>
            <a:spLocks noGrp="1"/>
          </p:cNvSpPr>
          <p:nvPr/>
        </p:nvSpPr>
        <p:spPr>
          <a:xfrm>
            <a:off x="4616275" y="5644779"/>
            <a:ext cx="28398" cy="28398"/>
          </a:xfrm>
          <a:prstGeom prst="ellipse">
            <a:avLst/>
          </a:prstGeom>
          <a:solidFill>
            <a:srgbClr val="5879BD">
              <a:alpha val="30000"/>
            </a:srgbClr>
          </a:solidFill>
          <a:ln w="0">
            <a:noFill/>
            <a:prstDash val="solid"/>
          </a:ln>
        </p:spPr>
      </p:sp>
      <p:sp>
        <p:nvSpPr>
          <p:cNvPr id="1740" name="02_predicted_pose_5039">
            <a:extLst>
              <a:ext uri="{FF2B5EF4-FFF2-40B4-BE49-F238E27FC236}">
                <a16:creationId xmlns:a16="http://schemas.microsoft.com/office/drawing/2014/main" id="{5558C6FF-D6B4-4E49-A7CD-8A4EB8E5D8C5}"/>
              </a:ext>
            </a:extLst>
          </p:cNvPr>
          <p:cNvSpPr>
            <a:spLocks noGrp="1"/>
          </p:cNvSpPr>
          <p:nvPr/>
        </p:nvSpPr>
        <p:spPr>
          <a:xfrm>
            <a:off x="4630056" y="5723612"/>
            <a:ext cx="28398" cy="28398"/>
          </a:xfrm>
          <a:prstGeom prst="ellipse">
            <a:avLst/>
          </a:prstGeom>
          <a:solidFill>
            <a:srgbClr val="5879BD">
              <a:alpha val="30000"/>
            </a:srgbClr>
          </a:solidFill>
          <a:ln w="0">
            <a:noFill/>
            <a:prstDash val="solid"/>
          </a:ln>
        </p:spPr>
      </p:sp>
      <p:sp>
        <p:nvSpPr>
          <p:cNvPr id="1741" name="02_predicted_pose_5040">
            <a:extLst>
              <a:ext uri="{FF2B5EF4-FFF2-40B4-BE49-F238E27FC236}">
                <a16:creationId xmlns:a16="http://schemas.microsoft.com/office/drawing/2014/main" id="{DD3808B7-5DA9-40EB-92A6-4D8AB04FCE46}"/>
              </a:ext>
            </a:extLst>
          </p:cNvPr>
          <p:cNvSpPr>
            <a:spLocks noGrp="1"/>
          </p:cNvSpPr>
          <p:nvPr/>
        </p:nvSpPr>
        <p:spPr>
          <a:xfrm>
            <a:off x="4413002" y="5506956"/>
            <a:ext cx="28398" cy="28398"/>
          </a:xfrm>
          <a:prstGeom prst="ellipse">
            <a:avLst/>
          </a:prstGeom>
          <a:solidFill>
            <a:srgbClr val="5879BD">
              <a:alpha val="30000"/>
            </a:srgbClr>
          </a:solidFill>
          <a:ln w="0">
            <a:noFill/>
            <a:prstDash val="solid"/>
          </a:ln>
        </p:spPr>
      </p:sp>
      <p:sp>
        <p:nvSpPr>
          <p:cNvPr id="1742" name="02_predicted_pose_5041">
            <a:extLst>
              <a:ext uri="{FF2B5EF4-FFF2-40B4-BE49-F238E27FC236}">
                <a16:creationId xmlns:a16="http://schemas.microsoft.com/office/drawing/2014/main" id="{E7F1E8F4-106F-4836-A93A-48208BE31258}"/>
              </a:ext>
            </a:extLst>
          </p:cNvPr>
          <p:cNvSpPr>
            <a:spLocks noGrp="1"/>
          </p:cNvSpPr>
          <p:nvPr/>
        </p:nvSpPr>
        <p:spPr>
          <a:xfrm>
            <a:off x="4425405" y="6107991"/>
            <a:ext cx="28398" cy="28398"/>
          </a:xfrm>
          <a:prstGeom prst="ellipse">
            <a:avLst/>
          </a:prstGeom>
          <a:solidFill>
            <a:srgbClr val="5879BD">
              <a:alpha val="30000"/>
            </a:srgbClr>
          </a:solidFill>
          <a:ln w="0">
            <a:noFill/>
            <a:prstDash val="solid"/>
          </a:ln>
        </p:spPr>
      </p:sp>
      <p:sp>
        <p:nvSpPr>
          <p:cNvPr id="1743" name="02_predicted_pose_5042">
            <a:extLst>
              <a:ext uri="{FF2B5EF4-FFF2-40B4-BE49-F238E27FC236}">
                <a16:creationId xmlns:a16="http://schemas.microsoft.com/office/drawing/2014/main" id="{6528FE48-FF74-4694-AA4A-37F9BEFFD7C5}"/>
              </a:ext>
            </a:extLst>
          </p:cNvPr>
          <p:cNvSpPr>
            <a:spLocks noGrp="1"/>
          </p:cNvSpPr>
          <p:nvPr/>
        </p:nvSpPr>
        <p:spPr>
          <a:xfrm>
            <a:off x="4467093" y="6009709"/>
            <a:ext cx="28398" cy="28398"/>
          </a:xfrm>
          <a:prstGeom prst="ellipse">
            <a:avLst/>
          </a:prstGeom>
          <a:solidFill>
            <a:srgbClr val="5879BD">
              <a:alpha val="30000"/>
            </a:srgbClr>
          </a:solidFill>
          <a:ln w="0">
            <a:noFill/>
            <a:prstDash val="solid"/>
          </a:ln>
        </p:spPr>
      </p:sp>
      <p:sp>
        <p:nvSpPr>
          <p:cNvPr id="1744" name="02_predicted_pose_5043">
            <a:extLst>
              <a:ext uri="{FF2B5EF4-FFF2-40B4-BE49-F238E27FC236}">
                <a16:creationId xmlns:a16="http://schemas.microsoft.com/office/drawing/2014/main" id="{1CF7FEF0-07A9-4471-9113-0B0A7E06B8AF}"/>
              </a:ext>
            </a:extLst>
          </p:cNvPr>
          <p:cNvSpPr>
            <a:spLocks noGrp="1"/>
          </p:cNvSpPr>
          <p:nvPr/>
        </p:nvSpPr>
        <p:spPr>
          <a:xfrm>
            <a:off x="4430573" y="5974547"/>
            <a:ext cx="28398" cy="28398"/>
          </a:xfrm>
          <a:prstGeom prst="ellipse">
            <a:avLst/>
          </a:prstGeom>
          <a:solidFill>
            <a:srgbClr val="5879BD">
              <a:alpha val="30000"/>
            </a:srgbClr>
          </a:solidFill>
          <a:ln w="0">
            <a:noFill/>
            <a:prstDash val="solid"/>
          </a:ln>
        </p:spPr>
      </p:sp>
      <p:sp>
        <p:nvSpPr>
          <p:cNvPr id="1745" name="02_predicted_pose_5044">
            <a:extLst>
              <a:ext uri="{FF2B5EF4-FFF2-40B4-BE49-F238E27FC236}">
                <a16:creationId xmlns:a16="http://schemas.microsoft.com/office/drawing/2014/main" id="{D065FD32-E3FD-4E82-9C9E-00AFCF3A473A}"/>
              </a:ext>
            </a:extLst>
          </p:cNvPr>
          <p:cNvSpPr>
            <a:spLocks noGrp="1"/>
          </p:cNvSpPr>
          <p:nvPr/>
        </p:nvSpPr>
        <p:spPr>
          <a:xfrm>
            <a:off x="4378549" y="6038084"/>
            <a:ext cx="28398" cy="28398"/>
          </a:xfrm>
          <a:prstGeom prst="ellipse">
            <a:avLst/>
          </a:prstGeom>
          <a:solidFill>
            <a:srgbClr val="5879BD">
              <a:alpha val="30000"/>
            </a:srgbClr>
          </a:solidFill>
          <a:ln w="0">
            <a:noFill/>
            <a:prstDash val="solid"/>
          </a:ln>
        </p:spPr>
      </p:sp>
      <p:sp>
        <p:nvSpPr>
          <p:cNvPr id="1746" name="02_predicted_pose_5045">
            <a:extLst>
              <a:ext uri="{FF2B5EF4-FFF2-40B4-BE49-F238E27FC236}">
                <a16:creationId xmlns:a16="http://schemas.microsoft.com/office/drawing/2014/main" id="{E1F1C0EC-132C-4DD5-8BB6-68957942799D}"/>
              </a:ext>
            </a:extLst>
          </p:cNvPr>
          <p:cNvSpPr>
            <a:spLocks noGrp="1"/>
          </p:cNvSpPr>
          <p:nvPr/>
        </p:nvSpPr>
        <p:spPr>
          <a:xfrm>
            <a:off x="4510848" y="6048893"/>
            <a:ext cx="28398" cy="28398"/>
          </a:xfrm>
          <a:prstGeom prst="ellipse">
            <a:avLst/>
          </a:prstGeom>
          <a:solidFill>
            <a:srgbClr val="5879BD">
              <a:alpha val="30000"/>
            </a:srgbClr>
          </a:solidFill>
          <a:ln w="0">
            <a:noFill/>
            <a:prstDash val="solid"/>
          </a:ln>
        </p:spPr>
      </p:sp>
      <p:sp>
        <p:nvSpPr>
          <p:cNvPr id="1747" name="02_predicted_pose_5046">
            <a:extLst>
              <a:ext uri="{FF2B5EF4-FFF2-40B4-BE49-F238E27FC236}">
                <a16:creationId xmlns:a16="http://schemas.microsoft.com/office/drawing/2014/main" id="{A43A0866-98BF-4FA3-B6ED-E7976CFF397C}"/>
              </a:ext>
            </a:extLst>
          </p:cNvPr>
          <p:cNvSpPr>
            <a:spLocks noGrp="1"/>
          </p:cNvSpPr>
          <p:nvPr/>
        </p:nvSpPr>
        <p:spPr>
          <a:xfrm>
            <a:off x="4524630" y="6066154"/>
            <a:ext cx="28398" cy="28398"/>
          </a:xfrm>
          <a:prstGeom prst="ellipse">
            <a:avLst/>
          </a:prstGeom>
          <a:solidFill>
            <a:srgbClr val="5879BD">
              <a:alpha val="30000"/>
            </a:srgbClr>
          </a:solidFill>
          <a:ln w="0">
            <a:noFill/>
            <a:prstDash val="solid"/>
          </a:ln>
        </p:spPr>
      </p:sp>
      <p:sp>
        <p:nvSpPr>
          <p:cNvPr id="1748" name="02_predicted_pose_5047">
            <a:extLst>
              <a:ext uri="{FF2B5EF4-FFF2-40B4-BE49-F238E27FC236}">
                <a16:creationId xmlns:a16="http://schemas.microsoft.com/office/drawing/2014/main" id="{427B3EE3-FFE1-4E2A-8B29-713810E490FB}"/>
              </a:ext>
            </a:extLst>
          </p:cNvPr>
          <p:cNvSpPr>
            <a:spLocks noGrp="1"/>
          </p:cNvSpPr>
          <p:nvPr/>
        </p:nvSpPr>
        <p:spPr>
          <a:xfrm>
            <a:off x="4538411" y="6060769"/>
            <a:ext cx="28398" cy="28398"/>
          </a:xfrm>
          <a:prstGeom prst="ellipse">
            <a:avLst/>
          </a:prstGeom>
          <a:solidFill>
            <a:srgbClr val="5879BD">
              <a:alpha val="30000"/>
            </a:srgbClr>
          </a:solidFill>
          <a:ln w="0">
            <a:noFill/>
            <a:prstDash val="solid"/>
          </a:ln>
        </p:spPr>
      </p:sp>
      <p:sp>
        <p:nvSpPr>
          <p:cNvPr id="1749" name="02_predicted_pose_5048">
            <a:extLst>
              <a:ext uri="{FF2B5EF4-FFF2-40B4-BE49-F238E27FC236}">
                <a16:creationId xmlns:a16="http://schemas.microsoft.com/office/drawing/2014/main" id="{020257D7-FA87-4A53-B487-A1AFCC4A616C}"/>
              </a:ext>
            </a:extLst>
          </p:cNvPr>
          <p:cNvSpPr>
            <a:spLocks noGrp="1"/>
          </p:cNvSpPr>
          <p:nvPr/>
        </p:nvSpPr>
        <p:spPr>
          <a:xfrm>
            <a:off x="4552192" y="6059070"/>
            <a:ext cx="28398" cy="28398"/>
          </a:xfrm>
          <a:prstGeom prst="ellipse">
            <a:avLst/>
          </a:prstGeom>
          <a:solidFill>
            <a:srgbClr val="5879BD">
              <a:alpha val="30000"/>
            </a:srgbClr>
          </a:solidFill>
          <a:ln w="0">
            <a:noFill/>
            <a:prstDash val="solid"/>
          </a:ln>
        </p:spPr>
      </p:sp>
      <p:sp>
        <p:nvSpPr>
          <p:cNvPr id="1750" name="02_predicted_pose_5049">
            <a:extLst>
              <a:ext uri="{FF2B5EF4-FFF2-40B4-BE49-F238E27FC236}">
                <a16:creationId xmlns:a16="http://schemas.microsoft.com/office/drawing/2014/main" id="{4FBE216C-1A47-4C54-A292-629CD47F0584}"/>
              </a:ext>
            </a:extLst>
          </p:cNvPr>
          <p:cNvSpPr>
            <a:spLocks noGrp="1"/>
          </p:cNvSpPr>
          <p:nvPr/>
        </p:nvSpPr>
        <p:spPr>
          <a:xfrm>
            <a:off x="4347196" y="6151437"/>
            <a:ext cx="28398" cy="28398"/>
          </a:xfrm>
          <a:prstGeom prst="ellipse">
            <a:avLst/>
          </a:prstGeom>
          <a:solidFill>
            <a:srgbClr val="5879BD">
              <a:alpha val="30000"/>
            </a:srgbClr>
          </a:solidFill>
          <a:ln w="0">
            <a:noFill/>
            <a:prstDash val="solid"/>
          </a:ln>
        </p:spPr>
      </p:sp>
      <p:sp>
        <p:nvSpPr>
          <p:cNvPr id="1751" name="02_predicted_pose_5050">
            <a:extLst>
              <a:ext uri="{FF2B5EF4-FFF2-40B4-BE49-F238E27FC236}">
                <a16:creationId xmlns:a16="http://schemas.microsoft.com/office/drawing/2014/main" id="{0A96BCC1-D82D-4275-87B0-3DAAF7F3E5D9}"/>
              </a:ext>
            </a:extLst>
          </p:cNvPr>
          <p:cNvSpPr>
            <a:spLocks noGrp="1"/>
          </p:cNvSpPr>
          <p:nvPr/>
        </p:nvSpPr>
        <p:spPr>
          <a:xfrm>
            <a:off x="4374759" y="6128889"/>
            <a:ext cx="28398" cy="28398"/>
          </a:xfrm>
          <a:prstGeom prst="ellipse">
            <a:avLst/>
          </a:prstGeom>
          <a:solidFill>
            <a:srgbClr val="5879BD">
              <a:alpha val="30000"/>
            </a:srgbClr>
          </a:solidFill>
          <a:ln w="0">
            <a:noFill/>
            <a:prstDash val="solid"/>
          </a:ln>
        </p:spPr>
      </p:sp>
      <p:sp>
        <p:nvSpPr>
          <p:cNvPr id="1752" name="02_predicted_pose_5051">
            <a:extLst>
              <a:ext uri="{FF2B5EF4-FFF2-40B4-BE49-F238E27FC236}">
                <a16:creationId xmlns:a16="http://schemas.microsoft.com/office/drawing/2014/main" id="{6E5102B4-BA1C-4DF0-92C8-4FEA17182CF1}"/>
              </a:ext>
            </a:extLst>
          </p:cNvPr>
          <p:cNvSpPr>
            <a:spLocks noGrp="1"/>
          </p:cNvSpPr>
          <p:nvPr/>
        </p:nvSpPr>
        <p:spPr>
          <a:xfrm>
            <a:off x="4586301" y="5570419"/>
            <a:ext cx="28398" cy="28398"/>
          </a:xfrm>
          <a:prstGeom prst="ellipse">
            <a:avLst/>
          </a:prstGeom>
          <a:solidFill>
            <a:srgbClr val="5879BD">
              <a:alpha val="30000"/>
            </a:srgbClr>
          </a:solidFill>
          <a:ln w="0">
            <a:noFill/>
            <a:prstDash val="solid"/>
          </a:ln>
        </p:spPr>
      </p:sp>
      <p:sp>
        <p:nvSpPr>
          <p:cNvPr id="1753" name="02_predicted_pose_5052">
            <a:extLst>
              <a:ext uri="{FF2B5EF4-FFF2-40B4-BE49-F238E27FC236}">
                <a16:creationId xmlns:a16="http://schemas.microsoft.com/office/drawing/2014/main" id="{4FDD7162-0137-4855-A899-2BF60B7157AD}"/>
              </a:ext>
            </a:extLst>
          </p:cNvPr>
          <p:cNvSpPr>
            <a:spLocks noGrp="1"/>
          </p:cNvSpPr>
          <p:nvPr/>
        </p:nvSpPr>
        <p:spPr>
          <a:xfrm>
            <a:off x="4621098" y="6092419"/>
            <a:ext cx="28398" cy="28398"/>
          </a:xfrm>
          <a:prstGeom prst="ellipse">
            <a:avLst/>
          </a:prstGeom>
          <a:solidFill>
            <a:srgbClr val="5879BD">
              <a:alpha val="30000"/>
            </a:srgbClr>
          </a:solidFill>
          <a:ln w="0">
            <a:noFill/>
            <a:prstDash val="solid"/>
          </a:ln>
        </p:spPr>
      </p:sp>
      <p:sp>
        <p:nvSpPr>
          <p:cNvPr id="1754" name="02_predicted_pose_5053">
            <a:extLst>
              <a:ext uri="{FF2B5EF4-FFF2-40B4-BE49-F238E27FC236}">
                <a16:creationId xmlns:a16="http://schemas.microsoft.com/office/drawing/2014/main" id="{E38A7BB1-C34C-4A5B-B59D-0A80B2474DCC}"/>
              </a:ext>
            </a:extLst>
          </p:cNvPr>
          <p:cNvSpPr>
            <a:spLocks noGrp="1"/>
          </p:cNvSpPr>
          <p:nvPr/>
        </p:nvSpPr>
        <p:spPr>
          <a:xfrm>
            <a:off x="5582684" y="5764135"/>
            <a:ext cx="28398" cy="28398"/>
          </a:xfrm>
          <a:prstGeom prst="ellipse">
            <a:avLst/>
          </a:prstGeom>
          <a:solidFill>
            <a:srgbClr val="B57442">
              <a:alpha val="30000"/>
            </a:srgbClr>
          </a:solidFill>
          <a:ln w="0">
            <a:noFill/>
            <a:prstDash val="solid"/>
          </a:ln>
        </p:spPr>
      </p:sp>
      <p:sp>
        <p:nvSpPr>
          <p:cNvPr id="1755" name="02_predicted_pose_5054">
            <a:extLst>
              <a:ext uri="{FF2B5EF4-FFF2-40B4-BE49-F238E27FC236}">
                <a16:creationId xmlns:a16="http://schemas.microsoft.com/office/drawing/2014/main" id="{6210E1F7-1B7B-4E53-940F-A59E4C99441A}"/>
              </a:ext>
            </a:extLst>
          </p:cNvPr>
          <p:cNvSpPr>
            <a:spLocks noGrp="1"/>
          </p:cNvSpPr>
          <p:nvPr/>
        </p:nvSpPr>
        <p:spPr>
          <a:xfrm>
            <a:off x="5596465" y="5759688"/>
            <a:ext cx="28398" cy="28398"/>
          </a:xfrm>
          <a:prstGeom prst="ellipse">
            <a:avLst/>
          </a:prstGeom>
          <a:solidFill>
            <a:srgbClr val="B57442">
              <a:alpha val="30000"/>
            </a:srgbClr>
          </a:solidFill>
          <a:ln w="0">
            <a:noFill/>
            <a:prstDash val="solid"/>
          </a:ln>
        </p:spPr>
      </p:sp>
      <p:sp>
        <p:nvSpPr>
          <p:cNvPr id="1756" name="02_predicted_pose_5055">
            <a:extLst>
              <a:ext uri="{FF2B5EF4-FFF2-40B4-BE49-F238E27FC236}">
                <a16:creationId xmlns:a16="http://schemas.microsoft.com/office/drawing/2014/main" id="{634425F7-632C-4D04-91FA-D768E7B7D50A}"/>
              </a:ext>
            </a:extLst>
          </p:cNvPr>
          <p:cNvSpPr>
            <a:spLocks noGrp="1"/>
          </p:cNvSpPr>
          <p:nvPr/>
        </p:nvSpPr>
        <p:spPr>
          <a:xfrm>
            <a:off x="5610246" y="5716239"/>
            <a:ext cx="28398" cy="28398"/>
          </a:xfrm>
          <a:prstGeom prst="ellipse">
            <a:avLst/>
          </a:prstGeom>
          <a:solidFill>
            <a:srgbClr val="B57442">
              <a:alpha val="30000"/>
            </a:srgbClr>
          </a:solidFill>
          <a:ln w="0">
            <a:noFill/>
            <a:prstDash val="solid"/>
          </a:ln>
        </p:spPr>
      </p:sp>
      <p:sp>
        <p:nvSpPr>
          <p:cNvPr id="1757" name="02_predicted_pose_5056">
            <a:extLst>
              <a:ext uri="{FF2B5EF4-FFF2-40B4-BE49-F238E27FC236}">
                <a16:creationId xmlns:a16="http://schemas.microsoft.com/office/drawing/2014/main" id="{41018E07-1729-48BA-9A16-AC55A6FEC25D}"/>
              </a:ext>
            </a:extLst>
          </p:cNvPr>
          <p:cNvSpPr>
            <a:spLocks noGrp="1"/>
          </p:cNvSpPr>
          <p:nvPr/>
        </p:nvSpPr>
        <p:spPr>
          <a:xfrm>
            <a:off x="5624028" y="5732080"/>
            <a:ext cx="28398" cy="28398"/>
          </a:xfrm>
          <a:prstGeom prst="ellipse">
            <a:avLst/>
          </a:prstGeom>
          <a:solidFill>
            <a:srgbClr val="B57442">
              <a:alpha val="30000"/>
            </a:srgbClr>
          </a:solidFill>
          <a:ln w="0">
            <a:noFill/>
            <a:prstDash val="solid"/>
          </a:ln>
        </p:spPr>
      </p:sp>
      <p:sp>
        <p:nvSpPr>
          <p:cNvPr id="1758" name="02_predicted_pose_5057">
            <a:extLst>
              <a:ext uri="{FF2B5EF4-FFF2-40B4-BE49-F238E27FC236}">
                <a16:creationId xmlns:a16="http://schemas.microsoft.com/office/drawing/2014/main" id="{BA03F1A1-2956-4541-8231-2AAEC00C6781}"/>
              </a:ext>
            </a:extLst>
          </p:cNvPr>
          <p:cNvSpPr>
            <a:spLocks noGrp="1"/>
          </p:cNvSpPr>
          <p:nvPr/>
        </p:nvSpPr>
        <p:spPr>
          <a:xfrm>
            <a:off x="5637809" y="5799459"/>
            <a:ext cx="28398" cy="28398"/>
          </a:xfrm>
          <a:prstGeom prst="ellipse">
            <a:avLst/>
          </a:prstGeom>
          <a:solidFill>
            <a:srgbClr val="B57442">
              <a:alpha val="30000"/>
            </a:srgbClr>
          </a:solidFill>
          <a:ln w="0">
            <a:noFill/>
            <a:prstDash val="solid"/>
          </a:ln>
        </p:spPr>
      </p:sp>
      <p:sp>
        <p:nvSpPr>
          <p:cNvPr id="1759" name="02_predicted_pose_5058">
            <a:extLst>
              <a:ext uri="{FF2B5EF4-FFF2-40B4-BE49-F238E27FC236}">
                <a16:creationId xmlns:a16="http://schemas.microsoft.com/office/drawing/2014/main" id="{606B2779-A579-4D4E-A89A-54C3273B4630}"/>
              </a:ext>
            </a:extLst>
          </p:cNvPr>
          <p:cNvSpPr>
            <a:spLocks noGrp="1"/>
          </p:cNvSpPr>
          <p:nvPr/>
        </p:nvSpPr>
        <p:spPr>
          <a:xfrm>
            <a:off x="5651590" y="5782317"/>
            <a:ext cx="28398" cy="28398"/>
          </a:xfrm>
          <a:prstGeom prst="ellipse">
            <a:avLst/>
          </a:prstGeom>
          <a:solidFill>
            <a:srgbClr val="B57442">
              <a:alpha val="30000"/>
            </a:srgbClr>
          </a:solidFill>
          <a:ln w="0">
            <a:noFill/>
            <a:prstDash val="solid"/>
          </a:ln>
        </p:spPr>
      </p:sp>
      <p:sp>
        <p:nvSpPr>
          <p:cNvPr id="1760" name="02_predicted_pose_5059">
            <a:extLst>
              <a:ext uri="{FF2B5EF4-FFF2-40B4-BE49-F238E27FC236}">
                <a16:creationId xmlns:a16="http://schemas.microsoft.com/office/drawing/2014/main" id="{F5BE9169-9FA7-49B7-9391-776AB9F16F86}"/>
              </a:ext>
            </a:extLst>
          </p:cNvPr>
          <p:cNvSpPr>
            <a:spLocks noGrp="1"/>
          </p:cNvSpPr>
          <p:nvPr/>
        </p:nvSpPr>
        <p:spPr>
          <a:xfrm>
            <a:off x="5665371" y="5782029"/>
            <a:ext cx="28398" cy="28398"/>
          </a:xfrm>
          <a:prstGeom prst="ellipse">
            <a:avLst/>
          </a:prstGeom>
          <a:solidFill>
            <a:srgbClr val="B57442">
              <a:alpha val="30000"/>
            </a:srgbClr>
          </a:solidFill>
          <a:ln w="0">
            <a:noFill/>
            <a:prstDash val="solid"/>
          </a:ln>
        </p:spPr>
      </p:sp>
      <p:sp>
        <p:nvSpPr>
          <p:cNvPr id="1761" name="02_predicted_pose_5060">
            <a:extLst>
              <a:ext uri="{FF2B5EF4-FFF2-40B4-BE49-F238E27FC236}">
                <a16:creationId xmlns:a16="http://schemas.microsoft.com/office/drawing/2014/main" id="{DF0308DD-62CB-4CFB-A05C-A06554BF792B}"/>
              </a:ext>
            </a:extLst>
          </p:cNvPr>
          <p:cNvSpPr>
            <a:spLocks noGrp="1"/>
          </p:cNvSpPr>
          <p:nvPr/>
        </p:nvSpPr>
        <p:spPr>
          <a:xfrm>
            <a:off x="5679152" y="5828056"/>
            <a:ext cx="28398" cy="28398"/>
          </a:xfrm>
          <a:prstGeom prst="ellipse">
            <a:avLst/>
          </a:prstGeom>
          <a:solidFill>
            <a:srgbClr val="B57442">
              <a:alpha val="30000"/>
            </a:srgbClr>
          </a:solidFill>
          <a:ln w="0">
            <a:noFill/>
            <a:prstDash val="solid"/>
          </a:ln>
        </p:spPr>
      </p:sp>
      <p:sp>
        <p:nvSpPr>
          <p:cNvPr id="1762" name="02_predicted_pose_5061">
            <a:extLst>
              <a:ext uri="{FF2B5EF4-FFF2-40B4-BE49-F238E27FC236}">
                <a16:creationId xmlns:a16="http://schemas.microsoft.com/office/drawing/2014/main" id="{B5BE3F4E-861F-405C-8BFC-A139F6FCEFA0}"/>
              </a:ext>
            </a:extLst>
          </p:cNvPr>
          <p:cNvSpPr>
            <a:spLocks noGrp="1"/>
          </p:cNvSpPr>
          <p:nvPr/>
        </p:nvSpPr>
        <p:spPr>
          <a:xfrm>
            <a:off x="5692934" y="5766546"/>
            <a:ext cx="28398" cy="28398"/>
          </a:xfrm>
          <a:prstGeom prst="ellipse">
            <a:avLst/>
          </a:prstGeom>
          <a:solidFill>
            <a:srgbClr val="B57442">
              <a:alpha val="30000"/>
            </a:srgbClr>
          </a:solidFill>
          <a:ln w="0">
            <a:noFill/>
            <a:prstDash val="solid"/>
          </a:ln>
        </p:spPr>
      </p:sp>
      <p:sp>
        <p:nvSpPr>
          <p:cNvPr id="1763" name="02_predicted_pose_5062">
            <a:extLst>
              <a:ext uri="{FF2B5EF4-FFF2-40B4-BE49-F238E27FC236}">
                <a16:creationId xmlns:a16="http://schemas.microsoft.com/office/drawing/2014/main" id="{CAE3693A-8EB1-40C5-BD15-37664331AF12}"/>
              </a:ext>
            </a:extLst>
          </p:cNvPr>
          <p:cNvSpPr>
            <a:spLocks noGrp="1"/>
          </p:cNvSpPr>
          <p:nvPr/>
        </p:nvSpPr>
        <p:spPr>
          <a:xfrm>
            <a:off x="5706715" y="5696407"/>
            <a:ext cx="28398" cy="28398"/>
          </a:xfrm>
          <a:prstGeom prst="ellipse">
            <a:avLst/>
          </a:prstGeom>
          <a:solidFill>
            <a:srgbClr val="B57442">
              <a:alpha val="30000"/>
            </a:srgbClr>
          </a:solidFill>
          <a:ln w="0">
            <a:noFill/>
            <a:prstDash val="solid"/>
          </a:ln>
        </p:spPr>
      </p:sp>
      <p:sp>
        <p:nvSpPr>
          <p:cNvPr id="1764" name="02_predicted_pose_5063">
            <a:extLst>
              <a:ext uri="{FF2B5EF4-FFF2-40B4-BE49-F238E27FC236}">
                <a16:creationId xmlns:a16="http://schemas.microsoft.com/office/drawing/2014/main" id="{DC78FC53-18B2-484B-AA09-B322B3F7096E}"/>
              </a:ext>
            </a:extLst>
          </p:cNvPr>
          <p:cNvSpPr>
            <a:spLocks noGrp="1"/>
          </p:cNvSpPr>
          <p:nvPr/>
        </p:nvSpPr>
        <p:spPr>
          <a:xfrm>
            <a:off x="5596121" y="5841118"/>
            <a:ext cx="28398" cy="28398"/>
          </a:xfrm>
          <a:prstGeom prst="ellipse">
            <a:avLst/>
          </a:prstGeom>
          <a:solidFill>
            <a:srgbClr val="B57442">
              <a:alpha val="30000"/>
            </a:srgbClr>
          </a:solidFill>
          <a:ln w="0">
            <a:noFill/>
            <a:prstDash val="solid"/>
          </a:ln>
        </p:spPr>
      </p:sp>
      <p:sp>
        <p:nvSpPr>
          <p:cNvPr id="1765" name="02_predicted_pose_5064">
            <a:extLst>
              <a:ext uri="{FF2B5EF4-FFF2-40B4-BE49-F238E27FC236}">
                <a16:creationId xmlns:a16="http://schemas.microsoft.com/office/drawing/2014/main" id="{AAA76A70-14DC-4EDA-ADFB-FEBAC4F5F92F}"/>
              </a:ext>
            </a:extLst>
          </p:cNvPr>
          <p:cNvSpPr>
            <a:spLocks noGrp="1"/>
          </p:cNvSpPr>
          <p:nvPr/>
        </p:nvSpPr>
        <p:spPr>
          <a:xfrm>
            <a:off x="5689144" y="5636252"/>
            <a:ext cx="28398" cy="28398"/>
          </a:xfrm>
          <a:prstGeom prst="ellipse">
            <a:avLst/>
          </a:prstGeom>
          <a:solidFill>
            <a:srgbClr val="B57442">
              <a:alpha val="30000"/>
            </a:srgbClr>
          </a:solidFill>
          <a:ln w="0">
            <a:noFill/>
            <a:prstDash val="solid"/>
          </a:ln>
        </p:spPr>
      </p:sp>
      <p:sp>
        <p:nvSpPr>
          <p:cNvPr id="1766" name="02_predicted_pose_5065">
            <a:extLst>
              <a:ext uri="{FF2B5EF4-FFF2-40B4-BE49-F238E27FC236}">
                <a16:creationId xmlns:a16="http://schemas.microsoft.com/office/drawing/2014/main" id="{2A041A9A-097A-4B27-A713-45DA2A1455B6}"/>
              </a:ext>
            </a:extLst>
          </p:cNvPr>
          <p:cNvSpPr>
            <a:spLocks noGrp="1"/>
          </p:cNvSpPr>
          <p:nvPr/>
        </p:nvSpPr>
        <p:spPr>
          <a:xfrm>
            <a:off x="5782167" y="5784339"/>
            <a:ext cx="28398" cy="28398"/>
          </a:xfrm>
          <a:prstGeom prst="ellipse">
            <a:avLst/>
          </a:prstGeom>
          <a:solidFill>
            <a:srgbClr val="B57442">
              <a:alpha val="30000"/>
            </a:srgbClr>
          </a:solidFill>
          <a:ln w="0">
            <a:noFill/>
            <a:prstDash val="solid"/>
          </a:ln>
        </p:spPr>
      </p:sp>
      <p:sp>
        <p:nvSpPr>
          <p:cNvPr id="1767" name="02_predicted_pose_5066">
            <a:extLst>
              <a:ext uri="{FF2B5EF4-FFF2-40B4-BE49-F238E27FC236}">
                <a16:creationId xmlns:a16="http://schemas.microsoft.com/office/drawing/2014/main" id="{DADF56BB-3102-4BE3-8304-5B38384E8397}"/>
              </a:ext>
            </a:extLst>
          </p:cNvPr>
          <p:cNvSpPr>
            <a:spLocks noGrp="1"/>
          </p:cNvSpPr>
          <p:nvPr/>
        </p:nvSpPr>
        <p:spPr>
          <a:xfrm>
            <a:off x="5531693" y="5805878"/>
            <a:ext cx="28398" cy="28398"/>
          </a:xfrm>
          <a:prstGeom prst="ellipse">
            <a:avLst/>
          </a:prstGeom>
          <a:solidFill>
            <a:srgbClr val="B57442">
              <a:alpha val="30000"/>
            </a:srgbClr>
          </a:solidFill>
          <a:ln w="0">
            <a:noFill/>
            <a:prstDash val="solid"/>
          </a:ln>
        </p:spPr>
      </p:sp>
      <p:sp>
        <p:nvSpPr>
          <p:cNvPr id="1768" name="02_predicted_pose_5067">
            <a:extLst>
              <a:ext uri="{FF2B5EF4-FFF2-40B4-BE49-F238E27FC236}">
                <a16:creationId xmlns:a16="http://schemas.microsoft.com/office/drawing/2014/main" id="{1C71789F-6B88-485F-9228-3532B3F955B3}"/>
              </a:ext>
            </a:extLst>
          </p:cNvPr>
          <p:cNvSpPr>
            <a:spLocks noGrp="1"/>
          </p:cNvSpPr>
          <p:nvPr/>
        </p:nvSpPr>
        <p:spPr>
          <a:xfrm>
            <a:off x="5624717" y="5632651"/>
            <a:ext cx="28398" cy="28398"/>
          </a:xfrm>
          <a:prstGeom prst="ellipse">
            <a:avLst/>
          </a:prstGeom>
          <a:solidFill>
            <a:srgbClr val="B57442">
              <a:alpha val="30000"/>
            </a:srgbClr>
          </a:solidFill>
          <a:ln w="0">
            <a:noFill/>
            <a:prstDash val="solid"/>
          </a:ln>
        </p:spPr>
      </p:sp>
      <p:sp>
        <p:nvSpPr>
          <p:cNvPr id="1769" name="02_predicted_pose_5068">
            <a:extLst>
              <a:ext uri="{FF2B5EF4-FFF2-40B4-BE49-F238E27FC236}">
                <a16:creationId xmlns:a16="http://schemas.microsoft.com/office/drawing/2014/main" id="{F05B47AA-A98F-4C37-8439-88C37A4D62F3}"/>
              </a:ext>
            </a:extLst>
          </p:cNvPr>
          <p:cNvSpPr>
            <a:spLocks noGrp="1"/>
          </p:cNvSpPr>
          <p:nvPr/>
        </p:nvSpPr>
        <p:spPr>
          <a:xfrm>
            <a:off x="5717740" y="5717727"/>
            <a:ext cx="28398" cy="28398"/>
          </a:xfrm>
          <a:prstGeom prst="ellipse">
            <a:avLst/>
          </a:prstGeom>
          <a:solidFill>
            <a:srgbClr val="B57442">
              <a:alpha val="30000"/>
            </a:srgbClr>
          </a:solidFill>
          <a:ln w="0">
            <a:noFill/>
            <a:prstDash val="solid"/>
          </a:ln>
        </p:spPr>
      </p:sp>
      <p:sp>
        <p:nvSpPr>
          <p:cNvPr id="1770" name="02_predicted_pose_5069">
            <a:extLst>
              <a:ext uri="{FF2B5EF4-FFF2-40B4-BE49-F238E27FC236}">
                <a16:creationId xmlns:a16="http://schemas.microsoft.com/office/drawing/2014/main" id="{E6B85B8E-7444-45D6-B1EC-DAEBABD8CA40}"/>
              </a:ext>
            </a:extLst>
          </p:cNvPr>
          <p:cNvSpPr>
            <a:spLocks noGrp="1"/>
          </p:cNvSpPr>
          <p:nvPr/>
        </p:nvSpPr>
        <p:spPr>
          <a:xfrm>
            <a:off x="5810763" y="5842192"/>
            <a:ext cx="28398" cy="28398"/>
          </a:xfrm>
          <a:prstGeom prst="ellipse">
            <a:avLst/>
          </a:prstGeom>
          <a:solidFill>
            <a:srgbClr val="B57442">
              <a:alpha val="30000"/>
            </a:srgbClr>
          </a:solidFill>
          <a:ln w="0">
            <a:noFill/>
            <a:prstDash val="solid"/>
          </a:ln>
        </p:spPr>
      </p:sp>
      <p:sp>
        <p:nvSpPr>
          <p:cNvPr id="1771" name="02_predicted_pose_5070">
            <a:extLst>
              <a:ext uri="{FF2B5EF4-FFF2-40B4-BE49-F238E27FC236}">
                <a16:creationId xmlns:a16="http://schemas.microsoft.com/office/drawing/2014/main" id="{7D738DAB-0E84-4E8F-912F-A568C44D2547}"/>
              </a:ext>
            </a:extLst>
          </p:cNvPr>
          <p:cNvSpPr>
            <a:spLocks noGrp="1"/>
          </p:cNvSpPr>
          <p:nvPr/>
        </p:nvSpPr>
        <p:spPr>
          <a:xfrm>
            <a:off x="5560289" y="5618184"/>
            <a:ext cx="28398" cy="28398"/>
          </a:xfrm>
          <a:prstGeom prst="ellipse">
            <a:avLst/>
          </a:prstGeom>
          <a:solidFill>
            <a:srgbClr val="B57442">
              <a:alpha val="30000"/>
            </a:srgbClr>
          </a:solidFill>
          <a:ln w="0">
            <a:noFill/>
            <a:prstDash val="solid"/>
          </a:ln>
        </p:spPr>
      </p:sp>
      <p:sp>
        <p:nvSpPr>
          <p:cNvPr id="1772" name="02_predicted_pose_5071">
            <a:extLst>
              <a:ext uri="{FF2B5EF4-FFF2-40B4-BE49-F238E27FC236}">
                <a16:creationId xmlns:a16="http://schemas.microsoft.com/office/drawing/2014/main" id="{BBF3D368-8096-4EF8-AA27-3EB70DB33A00}"/>
              </a:ext>
            </a:extLst>
          </p:cNvPr>
          <p:cNvSpPr>
            <a:spLocks noGrp="1"/>
          </p:cNvSpPr>
          <p:nvPr/>
        </p:nvSpPr>
        <p:spPr>
          <a:xfrm>
            <a:off x="5653313" y="5717886"/>
            <a:ext cx="28398" cy="28398"/>
          </a:xfrm>
          <a:prstGeom prst="ellipse">
            <a:avLst/>
          </a:prstGeom>
          <a:solidFill>
            <a:srgbClr val="B57442">
              <a:alpha val="30000"/>
            </a:srgbClr>
          </a:solidFill>
          <a:ln w="0">
            <a:noFill/>
            <a:prstDash val="solid"/>
          </a:ln>
        </p:spPr>
      </p:sp>
      <p:sp>
        <p:nvSpPr>
          <p:cNvPr id="1773" name="02_predicted_pose_5072">
            <a:extLst>
              <a:ext uri="{FF2B5EF4-FFF2-40B4-BE49-F238E27FC236}">
                <a16:creationId xmlns:a16="http://schemas.microsoft.com/office/drawing/2014/main" id="{71B95841-518B-47AF-AA98-831FCE719545}"/>
              </a:ext>
            </a:extLst>
          </p:cNvPr>
          <p:cNvSpPr>
            <a:spLocks noGrp="1"/>
          </p:cNvSpPr>
          <p:nvPr/>
        </p:nvSpPr>
        <p:spPr>
          <a:xfrm>
            <a:off x="5746336" y="5771935"/>
            <a:ext cx="28398" cy="28398"/>
          </a:xfrm>
          <a:prstGeom prst="ellipse">
            <a:avLst/>
          </a:prstGeom>
          <a:solidFill>
            <a:srgbClr val="B57442">
              <a:alpha val="30000"/>
            </a:srgbClr>
          </a:solidFill>
          <a:ln w="0">
            <a:noFill/>
            <a:prstDash val="solid"/>
          </a:ln>
        </p:spPr>
      </p:sp>
      <p:sp>
        <p:nvSpPr>
          <p:cNvPr id="1774" name="02_predicted_pose_5073">
            <a:extLst>
              <a:ext uri="{FF2B5EF4-FFF2-40B4-BE49-F238E27FC236}">
                <a16:creationId xmlns:a16="http://schemas.microsoft.com/office/drawing/2014/main" id="{C929DD68-ECC5-4630-BD93-5C3058B69EAD}"/>
              </a:ext>
            </a:extLst>
          </p:cNvPr>
          <p:cNvSpPr>
            <a:spLocks noGrp="1"/>
          </p:cNvSpPr>
          <p:nvPr/>
        </p:nvSpPr>
        <p:spPr>
          <a:xfrm>
            <a:off x="5609902" y="5756091"/>
            <a:ext cx="28398" cy="28398"/>
          </a:xfrm>
          <a:prstGeom prst="ellipse">
            <a:avLst/>
          </a:prstGeom>
          <a:solidFill>
            <a:srgbClr val="B57442">
              <a:alpha val="30000"/>
            </a:srgbClr>
          </a:solidFill>
          <a:ln w="0">
            <a:noFill/>
            <a:prstDash val="solid"/>
          </a:ln>
        </p:spPr>
      </p:sp>
      <p:sp>
        <p:nvSpPr>
          <p:cNvPr id="1775" name="02_predicted_pose_5074">
            <a:extLst>
              <a:ext uri="{FF2B5EF4-FFF2-40B4-BE49-F238E27FC236}">
                <a16:creationId xmlns:a16="http://schemas.microsoft.com/office/drawing/2014/main" id="{E763CD93-9DE1-4E75-BC46-FDB454B966FC}"/>
              </a:ext>
            </a:extLst>
          </p:cNvPr>
          <p:cNvSpPr>
            <a:spLocks noGrp="1"/>
          </p:cNvSpPr>
          <p:nvPr/>
        </p:nvSpPr>
        <p:spPr>
          <a:xfrm>
            <a:off x="5702925" y="5760440"/>
            <a:ext cx="28398" cy="28398"/>
          </a:xfrm>
          <a:prstGeom prst="ellipse">
            <a:avLst/>
          </a:prstGeom>
          <a:solidFill>
            <a:srgbClr val="B57442">
              <a:alpha val="30000"/>
            </a:srgbClr>
          </a:solidFill>
          <a:ln w="0">
            <a:noFill/>
            <a:prstDash val="solid"/>
          </a:ln>
        </p:spPr>
      </p:sp>
      <p:sp>
        <p:nvSpPr>
          <p:cNvPr id="1776" name="02_predicted_pose_5075">
            <a:extLst>
              <a:ext uri="{FF2B5EF4-FFF2-40B4-BE49-F238E27FC236}">
                <a16:creationId xmlns:a16="http://schemas.microsoft.com/office/drawing/2014/main" id="{080C9309-2497-44CD-99A8-5ACBF8FEEEF9}"/>
              </a:ext>
            </a:extLst>
          </p:cNvPr>
          <p:cNvSpPr>
            <a:spLocks noGrp="1"/>
          </p:cNvSpPr>
          <p:nvPr/>
        </p:nvSpPr>
        <p:spPr>
          <a:xfrm>
            <a:off x="5795948" y="5703794"/>
            <a:ext cx="28398" cy="28398"/>
          </a:xfrm>
          <a:prstGeom prst="ellipse">
            <a:avLst/>
          </a:prstGeom>
          <a:solidFill>
            <a:srgbClr val="B57442">
              <a:alpha val="30000"/>
            </a:srgbClr>
          </a:solidFill>
          <a:ln w="0">
            <a:noFill/>
            <a:prstDash val="solid"/>
          </a:ln>
        </p:spPr>
      </p:sp>
      <p:sp>
        <p:nvSpPr>
          <p:cNvPr id="1777" name="02_predicted_pose_5076">
            <a:extLst>
              <a:ext uri="{FF2B5EF4-FFF2-40B4-BE49-F238E27FC236}">
                <a16:creationId xmlns:a16="http://schemas.microsoft.com/office/drawing/2014/main" id="{3300B423-66A0-4A4D-817D-C73A43A6685E}"/>
              </a:ext>
            </a:extLst>
          </p:cNvPr>
          <p:cNvSpPr>
            <a:spLocks noGrp="1"/>
          </p:cNvSpPr>
          <p:nvPr/>
        </p:nvSpPr>
        <p:spPr>
          <a:xfrm>
            <a:off x="5545475" y="5744745"/>
            <a:ext cx="28398" cy="28398"/>
          </a:xfrm>
          <a:prstGeom prst="ellipse">
            <a:avLst/>
          </a:prstGeom>
          <a:solidFill>
            <a:srgbClr val="B57442">
              <a:alpha val="30000"/>
            </a:srgbClr>
          </a:solidFill>
          <a:ln w="0">
            <a:noFill/>
            <a:prstDash val="solid"/>
          </a:ln>
        </p:spPr>
      </p:sp>
      <p:sp>
        <p:nvSpPr>
          <p:cNvPr id="1778" name="02_predicted_pose_5077">
            <a:extLst>
              <a:ext uri="{FF2B5EF4-FFF2-40B4-BE49-F238E27FC236}">
                <a16:creationId xmlns:a16="http://schemas.microsoft.com/office/drawing/2014/main" id="{6DE84FB1-2B53-4B00-A3B7-42341DF49282}"/>
              </a:ext>
            </a:extLst>
          </p:cNvPr>
          <p:cNvSpPr>
            <a:spLocks noGrp="1"/>
          </p:cNvSpPr>
          <p:nvPr/>
        </p:nvSpPr>
        <p:spPr>
          <a:xfrm>
            <a:off x="5638498" y="5752076"/>
            <a:ext cx="28398" cy="28398"/>
          </a:xfrm>
          <a:prstGeom prst="ellipse">
            <a:avLst/>
          </a:prstGeom>
          <a:solidFill>
            <a:srgbClr val="B57442">
              <a:alpha val="30000"/>
            </a:srgbClr>
          </a:solidFill>
          <a:ln w="0">
            <a:noFill/>
            <a:prstDash val="solid"/>
          </a:ln>
        </p:spPr>
      </p:sp>
      <p:sp>
        <p:nvSpPr>
          <p:cNvPr id="1779" name="02_predicted_pose_5078">
            <a:extLst>
              <a:ext uri="{FF2B5EF4-FFF2-40B4-BE49-F238E27FC236}">
                <a16:creationId xmlns:a16="http://schemas.microsoft.com/office/drawing/2014/main" id="{BDD78CC9-1031-46B9-BC97-7A2DA5FED076}"/>
              </a:ext>
            </a:extLst>
          </p:cNvPr>
          <p:cNvSpPr>
            <a:spLocks noGrp="1"/>
          </p:cNvSpPr>
          <p:nvPr/>
        </p:nvSpPr>
        <p:spPr>
          <a:xfrm>
            <a:off x="5731521" y="5801506"/>
            <a:ext cx="28398" cy="28398"/>
          </a:xfrm>
          <a:prstGeom prst="ellipse">
            <a:avLst/>
          </a:prstGeom>
          <a:solidFill>
            <a:srgbClr val="B57442">
              <a:alpha val="30000"/>
            </a:srgbClr>
          </a:solidFill>
          <a:ln w="0">
            <a:noFill/>
            <a:prstDash val="solid"/>
          </a:ln>
        </p:spPr>
      </p:sp>
      <p:sp>
        <p:nvSpPr>
          <p:cNvPr id="1780" name="02_predicted_pose_5079">
            <a:extLst>
              <a:ext uri="{FF2B5EF4-FFF2-40B4-BE49-F238E27FC236}">
                <a16:creationId xmlns:a16="http://schemas.microsoft.com/office/drawing/2014/main" id="{D29415C9-EAC0-40CC-A249-B79EC6ED3A74}"/>
              </a:ext>
            </a:extLst>
          </p:cNvPr>
          <p:cNvSpPr>
            <a:spLocks noGrp="1"/>
          </p:cNvSpPr>
          <p:nvPr/>
        </p:nvSpPr>
        <p:spPr>
          <a:xfrm>
            <a:off x="5481047" y="5678191"/>
            <a:ext cx="28398" cy="28398"/>
          </a:xfrm>
          <a:prstGeom prst="ellipse">
            <a:avLst/>
          </a:prstGeom>
          <a:solidFill>
            <a:srgbClr val="B57442">
              <a:alpha val="30000"/>
            </a:srgbClr>
          </a:solidFill>
          <a:ln w="0">
            <a:noFill/>
            <a:prstDash val="solid"/>
          </a:ln>
        </p:spPr>
      </p:sp>
      <p:sp>
        <p:nvSpPr>
          <p:cNvPr id="1781" name="02_predicted_pose_5080">
            <a:extLst>
              <a:ext uri="{FF2B5EF4-FFF2-40B4-BE49-F238E27FC236}">
                <a16:creationId xmlns:a16="http://schemas.microsoft.com/office/drawing/2014/main" id="{98FF11E2-F3D6-4DE4-A2FF-6DBCC429D366}"/>
              </a:ext>
            </a:extLst>
          </p:cNvPr>
          <p:cNvSpPr>
            <a:spLocks noGrp="1"/>
          </p:cNvSpPr>
          <p:nvPr/>
        </p:nvSpPr>
        <p:spPr>
          <a:xfrm>
            <a:off x="5574071" y="5802415"/>
            <a:ext cx="28398" cy="28398"/>
          </a:xfrm>
          <a:prstGeom prst="ellipse">
            <a:avLst/>
          </a:prstGeom>
          <a:solidFill>
            <a:srgbClr val="B57442">
              <a:alpha val="30000"/>
            </a:srgbClr>
          </a:solidFill>
          <a:ln w="0">
            <a:noFill/>
            <a:prstDash val="solid"/>
          </a:ln>
        </p:spPr>
      </p:sp>
      <p:sp>
        <p:nvSpPr>
          <p:cNvPr id="1782" name="02_predicted_pose_5081">
            <a:extLst>
              <a:ext uri="{FF2B5EF4-FFF2-40B4-BE49-F238E27FC236}">
                <a16:creationId xmlns:a16="http://schemas.microsoft.com/office/drawing/2014/main" id="{4CEDB5D8-2469-4036-B594-7FF7436808AB}"/>
              </a:ext>
            </a:extLst>
          </p:cNvPr>
          <p:cNvSpPr>
            <a:spLocks noGrp="1"/>
          </p:cNvSpPr>
          <p:nvPr/>
        </p:nvSpPr>
        <p:spPr>
          <a:xfrm>
            <a:off x="5667094" y="5776460"/>
            <a:ext cx="28398" cy="28398"/>
          </a:xfrm>
          <a:prstGeom prst="ellipse">
            <a:avLst/>
          </a:prstGeom>
          <a:solidFill>
            <a:srgbClr val="B57442">
              <a:alpha val="30000"/>
            </a:srgbClr>
          </a:solidFill>
          <a:ln w="0">
            <a:noFill/>
            <a:prstDash val="solid"/>
          </a:ln>
        </p:spPr>
      </p:sp>
      <p:sp>
        <p:nvSpPr>
          <p:cNvPr id="1783" name="02_predicted_pose_5082">
            <a:extLst>
              <a:ext uri="{FF2B5EF4-FFF2-40B4-BE49-F238E27FC236}">
                <a16:creationId xmlns:a16="http://schemas.microsoft.com/office/drawing/2014/main" id="{7873BF24-A207-4B27-BD1C-408C7ACAAA63}"/>
              </a:ext>
            </a:extLst>
          </p:cNvPr>
          <p:cNvSpPr>
            <a:spLocks noGrp="1"/>
          </p:cNvSpPr>
          <p:nvPr/>
        </p:nvSpPr>
        <p:spPr>
          <a:xfrm>
            <a:off x="5760117" y="5662530"/>
            <a:ext cx="28398" cy="28398"/>
          </a:xfrm>
          <a:prstGeom prst="ellipse">
            <a:avLst/>
          </a:prstGeom>
          <a:solidFill>
            <a:srgbClr val="B57442">
              <a:alpha val="30000"/>
            </a:srgbClr>
          </a:solidFill>
          <a:ln w="0">
            <a:noFill/>
            <a:prstDash val="solid"/>
          </a:ln>
        </p:spPr>
      </p:sp>
      <p:sp>
        <p:nvSpPr>
          <p:cNvPr id="1784" name="02_predicted_pose_5083">
            <a:extLst>
              <a:ext uri="{FF2B5EF4-FFF2-40B4-BE49-F238E27FC236}">
                <a16:creationId xmlns:a16="http://schemas.microsoft.com/office/drawing/2014/main" id="{7103135B-C9F7-4900-84E9-27EE18392B9D}"/>
              </a:ext>
            </a:extLst>
          </p:cNvPr>
          <p:cNvSpPr>
            <a:spLocks noGrp="1"/>
          </p:cNvSpPr>
          <p:nvPr/>
        </p:nvSpPr>
        <p:spPr>
          <a:xfrm>
            <a:off x="5623683" y="5696706"/>
            <a:ext cx="28398" cy="28398"/>
          </a:xfrm>
          <a:prstGeom prst="ellipse">
            <a:avLst/>
          </a:prstGeom>
          <a:solidFill>
            <a:srgbClr val="B57442">
              <a:alpha val="30000"/>
            </a:srgbClr>
          </a:solidFill>
          <a:ln w="0">
            <a:noFill/>
            <a:prstDash val="solid"/>
          </a:ln>
        </p:spPr>
      </p:sp>
      <p:sp>
        <p:nvSpPr>
          <p:cNvPr id="1785" name="02_predicted_pose_5084">
            <a:extLst>
              <a:ext uri="{FF2B5EF4-FFF2-40B4-BE49-F238E27FC236}">
                <a16:creationId xmlns:a16="http://schemas.microsoft.com/office/drawing/2014/main" id="{791C9B30-9753-4C97-94E4-25DACE83DA88}"/>
              </a:ext>
            </a:extLst>
          </p:cNvPr>
          <p:cNvSpPr>
            <a:spLocks noGrp="1"/>
          </p:cNvSpPr>
          <p:nvPr/>
        </p:nvSpPr>
        <p:spPr>
          <a:xfrm>
            <a:off x="5716706" y="5684675"/>
            <a:ext cx="28398" cy="28398"/>
          </a:xfrm>
          <a:prstGeom prst="ellipse">
            <a:avLst/>
          </a:prstGeom>
          <a:solidFill>
            <a:srgbClr val="B57442">
              <a:alpha val="30000"/>
            </a:srgbClr>
          </a:solidFill>
          <a:ln w="0">
            <a:noFill/>
            <a:prstDash val="solid"/>
          </a:ln>
        </p:spPr>
      </p:sp>
      <p:sp>
        <p:nvSpPr>
          <p:cNvPr id="1786" name="02_predicted_pose_5085">
            <a:extLst>
              <a:ext uri="{FF2B5EF4-FFF2-40B4-BE49-F238E27FC236}">
                <a16:creationId xmlns:a16="http://schemas.microsoft.com/office/drawing/2014/main" id="{78906862-9898-4CCA-8548-85CBF1496CA0}"/>
              </a:ext>
            </a:extLst>
          </p:cNvPr>
          <p:cNvSpPr>
            <a:spLocks noGrp="1"/>
          </p:cNvSpPr>
          <p:nvPr/>
        </p:nvSpPr>
        <p:spPr>
          <a:xfrm>
            <a:off x="5809730" y="5734426"/>
            <a:ext cx="28398" cy="28398"/>
          </a:xfrm>
          <a:prstGeom prst="ellipse">
            <a:avLst/>
          </a:prstGeom>
          <a:solidFill>
            <a:srgbClr val="B57442">
              <a:alpha val="30000"/>
            </a:srgbClr>
          </a:solidFill>
          <a:ln w="0">
            <a:noFill/>
            <a:prstDash val="solid"/>
          </a:ln>
        </p:spPr>
      </p:sp>
      <p:sp>
        <p:nvSpPr>
          <p:cNvPr id="1787" name="02_predicted_pose_5086">
            <a:extLst>
              <a:ext uri="{FF2B5EF4-FFF2-40B4-BE49-F238E27FC236}">
                <a16:creationId xmlns:a16="http://schemas.microsoft.com/office/drawing/2014/main" id="{50668252-262B-4DF6-8931-444643EFCE1C}"/>
              </a:ext>
            </a:extLst>
          </p:cNvPr>
          <p:cNvSpPr>
            <a:spLocks noGrp="1"/>
          </p:cNvSpPr>
          <p:nvPr/>
        </p:nvSpPr>
        <p:spPr>
          <a:xfrm>
            <a:off x="5559256" y="5739241"/>
            <a:ext cx="28398" cy="28398"/>
          </a:xfrm>
          <a:prstGeom prst="ellipse">
            <a:avLst/>
          </a:prstGeom>
          <a:solidFill>
            <a:srgbClr val="B57442">
              <a:alpha val="30000"/>
            </a:srgbClr>
          </a:solidFill>
          <a:ln w="0">
            <a:noFill/>
            <a:prstDash val="solid"/>
          </a:ln>
        </p:spPr>
      </p:sp>
      <p:sp>
        <p:nvSpPr>
          <p:cNvPr id="1788" name="02_predicted_pose_5087">
            <a:extLst>
              <a:ext uri="{FF2B5EF4-FFF2-40B4-BE49-F238E27FC236}">
                <a16:creationId xmlns:a16="http://schemas.microsoft.com/office/drawing/2014/main" id="{46F334DC-8430-4C1F-A0DE-AAAE1A85E02C}"/>
              </a:ext>
            </a:extLst>
          </p:cNvPr>
          <p:cNvSpPr>
            <a:spLocks noGrp="1"/>
          </p:cNvSpPr>
          <p:nvPr/>
        </p:nvSpPr>
        <p:spPr>
          <a:xfrm>
            <a:off x="5652279" y="5778500"/>
            <a:ext cx="28398" cy="28398"/>
          </a:xfrm>
          <a:prstGeom prst="ellipse">
            <a:avLst/>
          </a:prstGeom>
          <a:solidFill>
            <a:srgbClr val="B57442">
              <a:alpha val="30000"/>
            </a:srgbClr>
          </a:solidFill>
          <a:ln w="0">
            <a:noFill/>
            <a:prstDash val="solid"/>
          </a:ln>
        </p:spPr>
      </p:sp>
      <p:sp>
        <p:nvSpPr>
          <p:cNvPr id="1789" name="02_predicted_pose_5088">
            <a:extLst>
              <a:ext uri="{FF2B5EF4-FFF2-40B4-BE49-F238E27FC236}">
                <a16:creationId xmlns:a16="http://schemas.microsoft.com/office/drawing/2014/main" id="{009CBC68-2A28-4858-9B0F-D053C78F713B}"/>
              </a:ext>
            </a:extLst>
          </p:cNvPr>
          <p:cNvSpPr>
            <a:spLocks noGrp="1"/>
          </p:cNvSpPr>
          <p:nvPr/>
        </p:nvSpPr>
        <p:spPr>
          <a:xfrm>
            <a:off x="5745302" y="5729266"/>
            <a:ext cx="28398" cy="28398"/>
          </a:xfrm>
          <a:prstGeom prst="ellipse">
            <a:avLst/>
          </a:prstGeom>
          <a:solidFill>
            <a:srgbClr val="B57442">
              <a:alpha val="30000"/>
            </a:srgbClr>
          </a:solidFill>
          <a:ln w="0">
            <a:noFill/>
            <a:prstDash val="solid"/>
          </a:ln>
        </p:spPr>
      </p:sp>
      <p:sp>
        <p:nvSpPr>
          <p:cNvPr id="1790" name="02_predicted_pose_5089">
            <a:extLst>
              <a:ext uri="{FF2B5EF4-FFF2-40B4-BE49-F238E27FC236}">
                <a16:creationId xmlns:a16="http://schemas.microsoft.com/office/drawing/2014/main" id="{8BA92620-B365-4E62-ABAA-E27FB8E7019F}"/>
              </a:ext>
            </a:extLst>
          </p:cNvPr>
          <p:cNvSpPr>
            <a:spLocks noGrp="1"/>
          </p:cNvSpPr>
          <p:nvPr/>
        </p:nvSpPr>
        <p:spPr>
          <a:xfrm>
            <a:off x="5494828" y="5660183"/>
            <a:ext cx="28398" cy="28398"/>
          </a:xfrm>
          <a:prstGeom prst="ellipse">
            <a:avLst/>
          </a:prstGeom>
          <a:solidFill>
            <a:srgbClr val="B57442">
              <a:alpha val="30000"/>
            </a:srgbClr>
          </a:solidFill>
          <a:ln w="0">
            <a:noFill/>
            <a:prstDash val="solid"/>
          </a:ln>
        </p:spPr>
      </p:sp>
      <p:sp>
        <p:nvSpPr>
          <p:cNvPr id="1791" name="02_predicted_pose_5090">
            <a:extLst>
              <a:ext uri="{FF2B5EF4-FFF2-40B4-BE49-F238E27FC236}">
                <a16:creationId xmlns:a16="http://schemas.microsoft.com/office/drawing/2014/main" id="{9470A739-3567-4F2B-B8A6-4CDEE5590C1A}"/>
              </a:ext>
            </a:extLst>
          </p:cNvPr>
          <p:cNvSpPr>
            <a:spLocks noGrp="1"/>
          </p:cNvSpPr>
          <p:nvPr/>
        </p:nvSpPr>
        <p:spPr>
          <a:xfrm>
            <a:off x="5587852" y="5769618"/>
            <a:ext cx="28398" cy="28398"/>
          </a:xfrm>
          <a:prstGeom prst="ellipse">
            <a:avLst/>
          </a:prstGeom>
          <a:solidFill>
            <a:srgbClr val="B57442">
              <a:alpha val="30000"/>
            </a:srgbClr>
          </a:solidFill>
          <a:ln w="0">
            <a:noFill/>
            <a:prstDash val="solid"/>
          </a:ln>
        </p:spPr>
      </p:sp>
      <p:sp>
        <p:nvSpPr>
          <p:cNvPr id="1792" name="02_predicted_pose_5091">
            <a:extLst>
              <a:ext uri="{FF2B5EF4-FFF2-40B4-BE49-F238E27FC236}">
                <a16:creationId xmlns:a16="http://schemas.microsoft.com/office/drawing/2014/main" id="{DB8B9B05-D5C0-4C1A-A3FA-0B26E5A238C0}"/>
              </a:ext>
            </a:extLst>
          </p:cNvPr>
          <p:cNvSpPr>
            <a:spLocks noGrp="1"/>
          </p:cNvSpPr>
          <p:nvPr/>
        </p:nvSpPr>
        <p:spPr>
          <a:xfrm>
            <a:off x="5680875" y="5766653"/>
            <a:ext cx="28398" cy="28398"/>
          </a:xfrm>
          <a:prstGeom prst="ellipse">
            <a:avLst/>
          </a:prstGeom>
          <a:solidFill>
            <a:srgbClr val="B57442">
              <a:alpha val="30000"/>
            </a:srgbClr>
          </a:solidFill>
          <a:ln w="0">
            <a:noFill/>
            <a:prstDash val="solid"/>
          </a:ln>
        </p:spPr>
      </p:sp>
      <p:sp>
        <p:nvSpPr>
          <p:cNvPr id="1793" name="02_predicted_pose_5092">
            <a:extLst>
              <a:ext uri="{FF2B5EF4-FFF2-40B4-BE49-F238E27FC236}">
                <a16:creationId xmlns:a16="http://schemas.microsoft.com/office/drawing/2014/main" id="{7E744232-0F66-4FE0-ADC0-0792BD1F5A6B}"/>
              </a:ext>
            </a:extLst>
          </p:cNvPr>
          <p:cNvSpPr>
            <a:spLocks noGrp="1"/>
          </p:cNvSpPr>
          <p:nvPr/>
        </p:nvSpPr>
        <p:spPr>
          <a:xfrm>
            <a:off x="5773898" y="5797934"/>
            <a:ext cx="28398" cy="28398"/>
          </a:xfrm>
          <a:prstGeom prst="ellipse">
            <a:avLst/>
          </a:prstGeom>
          <a:solidFill>
            <a:srgbClr val="B57442">
              <a:alpha val="30000"/>
            </a:srgbClr>
          </a:solidFill>
          <a:ln w="0">
            <a:noFill/>
            <a:prstDash val="solid"/>
          </a:ln>
        </p:spPr>
      </p:sp>
      <p:sp>
        <p:nvSpPr>
          <p:cNvPr id="1794" name="02_predicted_pose_5093">
            <a:extLst>
              <a:ext uri="{FF2B5EF4-FFF2-40B4-BE49-F238E27FC236}">
                <a16:creationId xmlns:a16="http://schemas.microsoft.com/office/drawing/2014/main" id="{B9D07D81-3121-4E45-A029-261A00159F8E}"/>
              </a:ext>
            </a:extLst>
          </p:cNvPr>
          <p:cNvSpPr>
            <a:spLocks noGrp="1"/>
          </p:cNvSpPr>
          <p:nvPr/>
        </p:nvSpPr>
        <p:spPr>
          <a:xfrm>
            <a:off x="5637464" y="5737669"/>
            <a:ext cx="28398" cy="28398"/>
          </a:xfrm>
          <a:prstGeom prst="ellipse">
            <a:avLst/>
          </a:prstGeom>
          <a:solidFill>
            <a:srgbClr val="B57442">
              <a:alpha val="30000"/>
            </a:srgbClr>
          </a:solidFill>
          <a:ln w="0">
            <a:noFill/>
            <a:prstDash val="solid"/>
          </a:ln>
        </p:spPr>
      </p:sp>
      <p:sp>
        <p:nvSpPr>
          <p:cNvPr id="1795" name="02_predicted_pose_5094">
            <a:extLst>
              <a:ext uri="{FF2B5EF4-FFF2-40B4-BE49-F238E27FC236}">
                <a16:creationId xmlns:a16="http://schemas.microsoft.com/office/drawing/2014/main" id="{9F7F75BC-CB65-40B2-BE7D-ED4ABF163D48}"/>
              </a:ext>
            </a:extLst>
          </p:cNvPr>
          <p:cNvSpPr>
            <a:spLocks noGrp="1"/>
          </p:cNvSpPr>
          <p:nvPr/>
        </p:nvSpPr>
        <p:spPr>
          <a:xfrm>
            <a:off x="5730488" y="5732041"/>
            <a:ext cx="28398" cy="28398"/>
          </a:xfrm>
          <a:prstGeom prst="ellipse">
            <a:avLst/>
          </a:prstGeom>
          <a:solidFill>
            <a:srgbClr val="B57442">
              <a:alpha val="30000"/>
            </a:srgbClr>
          </a:solidFill>
          <a:ln w="0">
            <a:noFill/>
            <a:prstDash val="solid"/>
          </a:ln>
        </p:spPr>
      </p:sp>
      <p:sp>
        <p:nvSpPr>
          <p:cNvPr id="1796" name="02_predicted_pose_5095">
            <a:extLst>
              <a:ext uri="{FF2B5EF4-FFF2-40B4-BE49-F238E27FC236}">
                <a16:creationId xmlns:a16="http://schemas.microsoft.com/office/drawing/2014/main" id="{5D55FB02-1A3E-46DA-A976-4E67EF529651}"/>
              </a:ext>
            </a:extLst>
          </p:cNvPr>
          <p:cNvSpPr>
            <a:spLocks noGrp="1"/>
          </p:cNvSpPr>
          <p:nvPr/>
        </p:nvSpPr>
        <p:spPr>
          <a:xfrm>
            <a:off x="5480014" y="5684598"/>
            <a:ext cx="28398" cy="28398"/>
          </a:xfrm>
          <a:prstGeom prst="ellipse">
            <a:avLst/>
          </a:prstGeom>
          <a:solidFill>
            <a:srgbClr val="B57442">
              <a:alpha val="30000"/>
            </a:srgbClr>
          </a:solidFill>
          <a:ln w="0">
            <a:noFill/>
            <a:prstDash val="solid"/>
          </a:ln>
        </p:spPr>
      </p:sp>
      <p:sp>
        <p:nvSpPr>
          <p:cNvPr id="1797" name="02_predicted_pose_5096">
            <a:extLst>
              <a:ext uri="{FF2B5EF4-FFF2-40B4-BE49-F238E27FC236}">
                <a16:creationId xmlns:a16="http://schemas.microsoft.com/office/drawing/2014/main" id="{86A76BA3-0082-4BA4-AFF2-AF42C37E9101}"/>
              </a:ext>
            </a:extLst>
          </p:cNvPr>
          <p:cNvSpPr>
            <a:spLocks noGrp="1"/>
          </p:cNvSpPr>
          <p:nvPr/>
        </p:nvSpPr>
        <p:spPr>
          <a:xfrm>
            <a:off x="5573037" y="5672398"/>
            <a:ext cx="28398" cy="28398"/>
          </a:xfrm>
          <a:prstGeom prst="ellipse">
            <a:avLst/>
          </a:prstGeom>
          <a:solidFill>
            <a:srgbClr val="B57442">
              <a:alpha val="30000"/>
            </a:srgbClr>
          </a:solidFill>
          <a:ln w="0">
            <a:noFill/>
            <a:prstDash val="solid"/>
          </a:ln>
        </p:spPr>
      </p:sp>
      <p:sp>
        <p:nvSpPr>
          <p:cNvPr id="1798" name="02_predicted_pose_5097">
            <a:extLst>
              <a:ext uri="{FF2B5EF4-FFF2-40B4-BE49-F238E27FC236}">
                <a16:creationId xmlns:a16="http://schemas.microsoft.com/office/drawing/2014/main" id="{9059BC60-6133-405A-90E0-CB7F67145381}"/>
              </a:ext>
            </a:extLst>
          </p:cNvPr>
          <p:cNvSpPr>
            <a:spLocks noGrp="1"/>
          </p:cNvSpPr>
          <p:nvPr/>
        </p:nvSpPr>
        <p:spPr>
          <a:xfrm>
            <a:off x="5666060" y="5859760"/>
            <a:ext cx="28398" cy="28398"/>
          </a:xfrm>
          <a:prstGeom prst="ellipse">
            <a:avLst/>
          </a:prstGeom>
          <a:solidFill>
            <a:srgbClr val="B57442">
              <a:alpha val="30000"/>
            </a:srgbClr>
          </a:solidFill>
          <a:ln w="0">
            <a:noFill/>
            <a:prstDash val="solid"/>
          </a:ln>
        </p:spPr>
      </p:sp>
      <p:sp>
        <p:nvSpPr>
          <p:cNvPr id="1799" name="02_predicted_pose_5098">
            <a:extLst>
              <a:ext uri="{FF2B5EF4-FFF2-40B4-BE49-F238E27FC236}">
                <a16:creationId xmlns:a16="http://schemas.microsoft.com/office/drawing/2014/main" id="{496C2411-E2C1-42B9-983E-9F9044A97A9D}"/>
              </a:ext>
            </a:extLst>
          </p:cNvPr>
          <p:cNvSpPr>
            <a:spLocks noGrp="1"/>
          </p:cNvSpPr>
          <p:nvPr/>
        </p:nvSpPr>
        <p:spPr>
          <a:xfrm>
            <a:off x="5759084" y="5796963"/>
            <a:ext cx="28398" cy="28398"/>
          </a:xfrm>
          <a:prstGeom prst="ellipse">
            <a:avLst/>
          </a:prstGeom>
          <a:solidFill>
            <a:srgbClr val="B57442">
              <a:alpha val="30000"/>
            </a:srgbClr>
          </a:solidFill>
          <a:ln w="0">
            <a:noFill/>
            <a:prstDash val="solid"/>
          </a:ln>
        </p:spPr>
      </p:sp>
      <p:sp>
        <p:nvSpPr>
          <p:cNvPr id="1800" name="02_predicted_pose_5099">
            <a:extLst>
              <a:ext uri="{FF2B5EF4-FFF2-40B4-BE49-F238E27FC236}">
                <a16:creationId xmlns:a16="http://schemas.microsoft.com/office/drawing/2014/main" id="{C3224920-40E6-4CAF-987B-AE8A560EC4E0}"/>
              </a:ext>
            </a:extLst>
          </p:cNvPr>
          <p:cNvSpPr>
            <a:spLocks noGrp="1"/>
          </p:cNvSpPr>
          <p:nvPr/>
        </p:nvSpPr>
        <p:spPr>
          <a:xfrm>
            <a:off x="5508610" y="5652305"/>
            <a:ext cx="28398" cy="28398"/>
          </a:xfrm>
          <a:prstGeom prst="ellipse">
            <a:avLst/>
          </a:prstGeom>
          <a:solidFill>
            <a:srgbClr val="B57442">
              <a:alpha val="30000"/>
            </a:srgbClr>
          </a:solidFill>
          <a:ln w="0">
            <a:noFill/>
            <a:prstDash val="solid"/>
          </a:ln>
        </p:spPr>
      </p:sp>
      <p:sp>
        <p:nvSpPr>
          <p:cNvPr id="1801" name="02_predicted_pose_5100">
            <a:extLst>
              <a:ext uri="{FF2B5EF4-FFF2-40B4-BE49-F238E27FC236}">
                <a16:creationId xmlns:a16="http://schemas.microsoft.com/office/drawing/2014/main" id="{F490A3E9-205D-4E80-B2F1-8E41C33D8D45}"/>
              </a:ext>
            </a:extLst>
          </p:cNvPr>
          <p:cNvSpPr>
            <a:spLocks noGrp="1"/>
          </p:cNvSpPr>
          <p:nvPr/>
        </p:nvSpPr>
        <p:spPr>
          <a:xfrm>
            <a:off x="5601633" y="5768552"/>
            <a:ext cx="28398" cy="28398"/>
          </a:xfrm>
          <a:prstGeom prst="ellipse">
            <a:avLst/>
          </a:prstGeom>
          <a:solidFill>
            <a:srgbClr val="B57442">
              <a:alpha val="30000"/>
            </a:srgbClr>
          </a:solidFill>
          <a:ln w="0">
            <a:noFill/>
            <a:prstDash val="solid"/>
          </a:ln>
        </p:spPr>
      </p:sp>
      <p:sp>
        <p:nvSpPr>
          <p:cNvPr id="1802" name="02_predicted_pose_5101">
            <a:extLst>
              <a:ext uri="{FF2B5EF4-FFF2-40B4-BE49-F238E27FC236}">
                <a16:creationId xmlns:a16="http://schemas.microsoft.com/office/drawing/2014/main" id="{A993FBF8-0D6C-47D0-AFAE-7EB07579ECDB}"/>
              </a:ext>
            </a:extLst>
          </p:cNvPr>
          <p:cNvSpPr>
            <a:spLocks noGrp="1"/>
          </p:cNvSpPr>
          <p:nvPr/>
        </p:nvSpPr>
        <p:spPr>
          <a:xfrm>
            <a:off x="5694656" y="5745585"/>
            <a:ext cx="28398" cy="28398"/>
          </a:xfrm>
          <a:prstGeom prst="ellipse">
            <a:avLst/>
          </a:prstGeom>
          <a:solidFill>
            <a:srgbClr val="B57442">
              <a:alpha val="30000"/>
            </a:srgbClr>
          </a:solidFill>
          <a:ln w="0">
            <a:noFill/>
            <a:prstDash val="solid"/>
          </a:ln>
        </p:spPr>
      </p:sp>
      <p:sp>
        <p:nvSpPr>
          <p:cNvPr id="1803" name="02_predicted_pose_5102">
            <a:extLst>
              <a:ext uri="{FF2B5EF4-FFF2-40B4-BE49-F238E27FC236}">
                <a16:creationId xmlns:a16="http://schemas.microsoft.com/office/drawing/2014/main" id="{A24038A5-57FE-49EB-A9DA-F9D38912ACCF}"/>
              </a:ext>
            </a:extLst>
          </p:cNvPr>
          <p:cNvSpPr>
            <a:spLocks noGrp="1"/>
          </p:cNvSpPr>
          <p:nvPr/>
        </p:nvSpPr>
        <p:spPr>
          <a:xfrm>
            <a:off x="5787680" y="5668534"/>
            <a:ext cx="28398" cy="28398"/>
          </a:xfrm>
          <a:prstGeom prst="ellipse">
            <a:avLst/>
          </a:prstGeom>
          <a:solidFill>
            <a:srgbClr val="B57442">
              <a:alpha val="30000"/>
            </a:srgbClr>
          </a:solidFill>
          <a:ln w="0">
            <a:noFill/>
            <a:prstDash val="solid"/>
          </a:ln>
        </p:spPr>
      </p:sp>
      <p:sp>
        <p:nvSpPr>
          <p:cNvPr id="1804" name="02_predicted_pose_5103">
            <a:extLst>
              <a:ext uri="{FF2B5EF4-FFF2-40B4-BE49-F238E27FC236}">
                <a16:creationId xmlns:a16="http://schemas.microsoft.com/office/drawing/2014/main" id="{78742307-2F5B-4555-A82A-DD8E85BAEB95}"/>
              </a:ext>
            </a:extLst>
          </p:cNvPr>
          <p:cNvSpPr>
            <a:spLocks noGrp="1"/>
          </p:cNvSpPr>
          <p:nvPr/>
        </p:nvSpPr>
        <p:spPr>
          <a:xfrm>
            <a:off x="5651245" y="5755046"/>
            <a:ext cx="28398" cy="28398"/>
          </a:xfrm>
          <a:prstGeom prst="ellipse">
            <a:avLst/>
          </a:prstGeom>
          <a:solidFill>
            <a:srgbClr val="B57442">
              <a:alpha val="30000"/>
            </a:srgbClr>
          </a:solidFill>
          <a:ln w="0">
            <a:noFill/>
            <a:prstDash val="solid"/>
          </a:ln>
        </p:spPr>
      </p:sp>
      <p:sp>
        <p:nvSpPr>
          <p:cNvPr id="1805" name="02_predicted_pose_5104">
            <a:extLst>
              <a:ext uri="{FF2B5EF4-FFF2-40B4-BE49-F238E27FC236}">
                <a16:creationId xmlns:a16="http://schemas.microsoft.com/office/drawing/2014/main" id="{5251A79F-5AB9-45E4-B3D9-C2DF8A6598D0}"/>
              </a:ext>
            </a:extLst>
          </p:cNvPr>
          <p:cNvSpPr>
            <a:spLocks noGrp="1"/>
          </p:cNvSpPr>
          <p:nvPr/>
        </p:nvSpPr>
        <p:spPr>
          <a:xfrm>
            <a:off x="5744269" y="5735884"/>
            <a:ext cx="28398" cy="28398"/>
          </a:xfrm>
          <a:prstGeom prst="ellipse">
            <a:avLst/>
          </a:prstGeom>
          <a:solidFill>
            <a:srgbClr val="B57442">
              <a:alpha val="30000"/>
            </a:srgbClr>
          </a:solidFill>
          <a:ln w="0">
            <a:noFill/>
            <a:prstDash val="solid"/>
          </a:ln>
        </p:spPr>
      </p:sp>
      <p:sp>
        <p:nvSpPr>
          <p:cNvPr id="1806" name="02_predicted_pose_5105">
            <a:extLst>
              <a:ext uri="{FF2B5EF4-FFF2-40B4-BE49-F238E27FC236}">
                <a16:creationId xmlns:a16="http://schemas.microsoft.com/office/drawing/2014/main" id="{44F375E6-7452-4253-BDAA-B55AC2ED7DB5}"/>
              </a:ext>
            </a:extLst>
          </p:cNvPr>
          <p:cNvSpPr>
            <a:spLocks noGrp="1"/>
          </p:cNvSpPr>
          <p:nvPr/>
        </p:nvSpPr>
        <p:spPr>
          <a:xfrm>
            <a:off x="5493795" y="5773276"/>
            <a:ext cx="28398" cy="28398"/>
          </a:xfrm>
          <a:prstGeom prst="ellipse">
            <a:avLst/>
          </a:prstGeom>
          <a:solidFill>
            <a:srgbClr val="B57442">
              <a:alpha val="30000"/>
            </a:srgbClr>
          </a:solidFill>
          <a:ln w="0">
            <a:noFill/>
            <a:prstDash val="solid"/>
          </a:ln>
        </p:spPr>
      </p:sp>
      <p:sp>
        <p:nvSpPr>
          <p:cNvPr id="1807" name="02_predicted_pose_5106">
            <a:extLst>
              <a:ext uri="{FF2B5EF4-FFF2-40B4-BE49-F238E27FC236}">
                <a16:creationId xmlns:a16="http://schemas.microsoft.com/office/drawing/2014/main" id="{BC0906E9-A671-4B96-B154-013C09A22BE8}"/>
              </a:ext>
            </a:extLst>
          </p:cNvPr>
          <p:cNvSpPr>
            <a:spLocks noGrp="1"/>
          </p:cNvSpPr>
          <p:nvPr/>
        </p:nvSpPr>
        <p:spPr>
          <a:xfrm>
            <a:off x="5586818" y="5820007"/>
            <a:ext cx="28398" cy="28398"/>
          </a:xfrm>
          <a:prstGeom prst="ellipse">
            <a:avLst/>
          </a:prstGeom>
          <a:solidFill>
            <a:srgbClr val="B57442">
              <a:alpha val="30000"/>
            </a:srgbClr>
          </a:solidFill>
          <a:ln w="0">
            <a:noFill/>
            <a:prstDash val="solid"/>
          </a:ln>
        </p:spPr>
      </p:sp>
      <p:sp>
        <p:nvSpPr>
          <p:cNvPr id="1808" name="02_predicted_pose_5107">
            <a:extLst>
              <a:ext uri="{FF2B5EF4-FFF2-40B4-BE49-F238E27FC236}">
                <a16:creationId xmlns:a16="http://schemas.microsoft.com/office/drawing/2014/main" id="{6376476B-55ED-475E-86ED-04CF2C506520}"/>
              </a:ext>
            </a:extLst>
          </p:cNvPr>
          <p:cNvSpPr>
            <a:spLocks noGrp="1"/>
          </p:cNvSpPr>
          <p:nvPr/>
        </p:nvSpPr>
        <p:spPr>
          <a:xfrm>
            <a:off x="5679842" y="5777730"/>
            <a:ext cx="28398" cy="28398"/>
          </a:xfrm>
          <a:prstGeom prst="ellipse">
            <a:avLst/>
          </a:prstGeom>
          <a:solidFill>
            <a:srgbClr val="B57442">
              <a:alpha val="30000"/>
            </a:srgbClr>
          </a:solidFill>
          <a:ln w="0">
            <a:noFill/>
            <a:prstDash val="solid"/>
          </a:ln>
        </p:spPr>
      </p:sp>
      <p:sp>
        <p:nvSpPr>
          <p:cNvPr id="1809" name="02_predicted_pose_5108">
            <a:extLst>
              <a:ext uri="{FF2B5EF4-FFF2-40B4-BE49-F238E27FC236}">
                <a16:creationId xmlns:a16="http://schemas.microsoft.com/office/drawing/2014/main" id="{77604A5E-CB46-401B-A395-0234CAEB2FA9}"/>
              </a:ext>
            </a:extLst>
          </p:cNvPr>
          <p:cNvSpPr>
            <a:spLocks noGrp="1"/>
          </p:cNvSpPr>
          <p:nvPr/>
        </p:nvSpPr>
        <p:spPr>
          <a:xfrm>
            <a:off x="5772865" y="5681196"/>
            <a:ext cx="28398" cy="28398"/>
          </a:xfrm>
          <a:prstGeom prst="ellipse">
            <a:avLst/>
          </a:prstGeom>
          <a:solidFill>
            <a:srgbClr val="B57442">
              <a:alpha val="30000"/>
            </a:srgbClr>
          </a:solidFill>
          <a:ln w="0">
            <a:noFill/>
            <a:prstDash val="solid"/>
          </a:ln>
        </p:spPr>
      </p:sp>
      <p:sp>
        <p:nvSpPr>
          <p:cNvPr id="1810" name="02_predicted_pose_5109">
            <a:extLst>
              <a:ext uri="{FF2B5EF4-FFF2-40B4-BE49-F238E27FC236}">
                <a16:creationId xmlns:a16="http://schemas.microsoft.com/office/drawing/2014/main" id="{B8F594EB-634B-458E-8274-734B9A15015E}"/>
              </a:ext>
            </a:extLst>
          </p:cNvPr>
          <p:cNvSpPr>
            <a:spLocks noGrp="1"/>
          </p:cNvSpPr>
          <p:nvPr/>
        </p:nvSpPr>
        <p:spPr>
          <a:xfrm>
            <a:off x="5522391" y="5816740"/>
            <a:ext cx="28398" cy="28398"/>
          </a:xfrm>
          <a:prstGeom prst="ellipse">
            <a:avLst/>
          </a:prstGeom>
          <a:solidFill>
            <a:srgbClr val="B57442">
              <a:alpha val="30000"/>
            </a:srgbClr>
          </a:solidFill>
          <a:ln w="0">
            <a:noFill/>
            <a:prstDash val="solid"/>
          </a:ln>
        </p:spPr>
      </p:sp>
      <p:sp>
        <p:nvSpPr>
          <p:cNvPr id="1811" name="02_predicted_pose_5110">
            <a:extLst>
              <a:ext uri="{FF2B5EF4-FFF2-40B4-BE49-F238E27FC236}">
                <a16:creationId xmlns:a16="http://schemas.microsoft.com/office/drawing/2014/main" id="{0EFCB66E-7D2C-4602-912C-915AE2875FF8}"/>
              </a:ext>
            </a:extLst>
          </p:cNvPr>
          <p:cNvSpPr>
            <a:spLocks noGrp="1"/>
          </p:cNvSpPr>
          <p:nvPr/>
        </p:nvSpPr>
        <p:spPr>
          <a:xfrm>
            <a:off x="5615414" y="5751314"/>
            <a:ext cx="28398" cy="28398"/>
          </a:xfrm>
          <a:prstGeom prst="ellipse">
            <a:avLst/>
          </a:prstGeom>
          <a:solidFill>
            <a:srgbClr val="B57442">
              <a:alpha val="30000"/>
            </a:srgbClr>
          </a:solidFill>
          <a:ln w="0">
            <a:noFill/>
            <a:prstDash val="solid"/>
          </a:ln>
        </p:spPr>
      </p:sp>
      <p:sp>
        <p:nvSpPr>
          <p:cNvPr id="1812" name="02_predicted_pose_5111">
            <a:extLst>
              <a:ext uri="{FF2B5EF4-FFF2-40B4-BE49-F238E27FC236}">
                <a16:creationId xmlns:a16="http://schemas.microsoft.com/office/drawing/2014/main" id="{95082F42-AE77-443C-B349-F6D69DD62AD5}"/>
              </a:ext>
            </a:extLst>
          </p:cNvPr>
          <p:cNvSpPr>
            <a:spLocks noGrp="1"/>
          </p:cNvSpPr>
          <p:nvPr/>
        </p:nvSpPr>
        <p:spPr>
          <a:xfrm>
            <a:off x="5708438" y="5678255"/>
            <a:ext cx="28398" cy="28398"/>
          </a:xfrm>
          <a:prstGeom prst="ellipse">
            <a:avLst/>
          </a:prstGeom>
          <a:solidFill>
            <a:srgbClr val="B57442">
              <a:alpha val="30000"/>
            </a:srgbClr>
          </a:solidFill>
          <a:ln w="0">
            <a:noFill/>
            <a:prstDash val="solid"/>
          </a:ln>
        </p:spPr>
      </p:sp>
      <p:sp>
        <p:nvSpPr>
          <p:cNvPr id="1813" name="02_predicted_pose_5112">
            <a:extLst>
              <a:ext uri="{FF2B5EF4-FFF2-40B4-BE49-F238E27FC236}">
                <a16:creationId xmlns:a16="http://schemas.microsoft.com/office/drawing/2014/main" id="{012F7FF6-0879-44B3-914A-DBF0D3F628C6}"/>
              </a:ext>
            </a:extLst>
          </p:cNvPr>
          <p:cNvSpPr>
            <a:spLocks noGrp="1"/>
          </p:cNvSpPr>
          <p:nvPr/>
        </p:nvSpPr>
        <p:spPr>
          <a:xfrm>
            <a:off x="5801461" y="5876300"/>
            <a:ext cx="28398" cy="28398"/>
          </a:xfrm>
          <a:prstGeom prst="ellipse">
            <a:avLst/>
          </a:prstGeom>
          <a:solidFill>
            <a:srgbClr val="B57442">
              <a:alpha val="30000"/>
            </a:srgbClr>
          </a:solidFill>
          <a:ln w="0">
            <a:noFill/>
            <a:prstDash val="solid"/>
          </a:ln>
        </p:spPr>
      </p:sp>
      <p:sp>
        <p:nvSpPr>
          <p:cNvPr id="1814" name="02_predicted_pose_5113">
            <a:extLst>
              <a:ext uri="{FF2B5EF4-FFF2-40B4-BE49-F238E27FC236}">
                <a16:creationId xmlns:a16="http://schemas.microsoft.com/office/drawing/2014/main" id="{FE19BF0D-65A0-4082-93ED-DDDEC4859A8A}"/>
              </a:ext>
            </a:extLst>
          </p:cNvPr>
          <p:cNvSpPr>
            <a:spLocks noGrp="1"/>
          </p:cNvSpPr>
          <p:nvPr/>
        </p:nvSpPr>
        <p:spPr>
          <a:xfrm>
            <a:off x="5758050" y="5696982"/>
            <a:ext cx="28398" cy="28398"/>
          </a:xfrm>
          <a:prstGeom prst="ellipse">
            <a:avLst/>
          </a:prstGeom>
          <a:solidFill>
            <a:srgbClr val="B57442">
              <a:alpha val="30000"/>
            </a:srgbClr>
          </a:solidFill>
          <a:ln w="0">
            <a:noFill/>
            <a:prstDash val="solid"/>
          </a:ln>
        </p:spPr>
      </p:sp>
      <p:sp>
        <p:nvSpPr>
          <p:cNvPr id="1815" name="02_predicted_pose_5114">
            <a:extLst>
              <a:ext uri="{FF2B5EF4-FFF2-40B4-BE49-F238E27FC236}">
                <a16:creationId xmlns:a16="http://schemas.microsoft.com/office/drawing/2014/main" id="{9DB5FF27-4F64-4883-ACEC-FFF23DC3AD10}"/>
              </a:ext>
            </a:extLst>
          </p:cNvPr>
          <p:cNvSpPr>
            <a:spLocks noGrp="1"/>
          </p:cNvSpPr>
          <p:nvPr/>
        </p:nvSpPr>
        <p:spPr>
          <a:xfrm>
            <a:off x="5507576" y="5760464"/>
            <a:ext cx="28398" cy="28398"/>
          </a:xfrm>
          <a:prstGeom prst="ellipse">
            <a:avLst/>
          </a:prstGeom>
          <a:solidFill>
            <a:srgbClr val="B57442">
              <a:alpha val="30000"/>
            </a:srgbClr>
          </a:solidFill>
          <a:ln w="0">
            <a:noFill/>
            <a:prstDash val="solid"/>
          </a:ln>
        </p:spPr>
      </p:sp>
      <p:sp>
        <p:nvSpPr>
          <p:cNvPr id="1816" name="02_predicted_pose_5115">
            <a:extLst>
              <a:ext uri="{FF2B5EF4-FFF2-40B4-BE49-F238E27FC236}">
                <a16:creationId xmlns:a16="http://schemas.microsoft.com/office/drawing/2014/main" id="{A19C19F4-0CE3-4690-9852-632FF52E2B00}"/>
              </a:ext>
            </a:extLst>
          </p:cNvPr>
          <p:cNvSpPr>
            <a:spLocks noGrp="1"/>
          </p:cNvSpPr>
          <p:nvPr/>
        </p:nvSpPr>
        <p:spPr>
          <a:xfrm>
            <a:off x="5600599" y="5779727"/>
            <a:ext cx="28398" cy="28398"/>
          </a:xfrm>
          <a:prstGeom prst="ellipse">
            <a:avLst/>
          </a:prstGeom>
          <a:solidFill>
            <a:srgbClr val="B57442">
              <a:alpha val="30000"/>
            </a:srgbClr>
          </a:solidFill>
          <a:ln w="0">
            <a:noFill/>
            <a:prstDash val="solid"/>
          </a:ln>
        </p:spPr>
      </p:sp>
      <p:sp>
        <p:nvSpPr>
          <p:cNvPr id="1817" name="02_predicted_pose_5116">
            <a:extLst>
              <a:ext uri="{FF2B5EF4-FFF2-40B4-BE49-F238E27FC236}">
                <a16:creationId xmlns:a16="http://schemas.microsoft.com/office/drawing/2014/main" id="{5A584AF6-BA8D-47C5-A7AD-24A559712690}"/>
              </a:ext>
            </a:extLst>
          </p:cNvPr>
          <p:cNvSpPr>
            <a:spLocks noGrp="1"/>
          </p:cNvSpPr>
          <p:nvPr/>
        </p:nvSpPr>
        <p:spPr>
          <a:xfrm>
            <a:off x="5693623" y="5616508"/>
            <a:ext cx="28398" cy="28398"/>
          </a:xfrm>
          <a:prstGeom prst="ellipse">
            <a:avLst/>
          </a:prstGeom>
          <a:solidFill>
            <a:srgbClr val="B57442">
              <a:alpha val="30000"/>
            </a:srgbClr>
          </a:solidFill>
          <a:ln w="0">
            <a:noFill/>
            <a:prstDash val="solid"/>
          </a:ln>
        </p:spPr>
      </p:sp>
      <p:sp>
        <p:nvSpPr>
          <p:cNvPr id="1818" name="02_predicted_pose_5117">
            <a:extLst>
              <a:ext uri="{FF2B5EF4-FFF2-40B4-BE49-F238E27FC236}">
                <a16:creationId xmlns:a16="http://schemas.microsoft.com/office/drawing/2014/main" id="{5943BC4F-F6BD-4D93-9A82-4A4A9028F836}"/>
              </a:ext>
            </a:extLst>
          </p:cNvPr>
          <p:cNvSpPr>
            <a:spLocks noGrp="1"/>
          </p:cNvSpPr>
          <p:nvPr/>
        </p:nvSpPr>
        <p:spPr>
          <a:xfrm>
            <a:off x="5786646" y="5777595"/>
            <a:ext cx="28398" cy="28398"/>
          </a:xfrm>
          <a:prstGeom prst="ellipse">
            <a:avLst/>
          </a:prstGeom>
          <a:solidFill>
            <a:srgbClr val="B57442">
              <a:alpha val="30000"/>
            </a:srgbClr>
          </a:solidFill>
          <a:ln w="0">
            <a:noFill/>
            <a:prstDash val="solid"/>
          </a:ln>
        </p:spPr>
      </p:sp>
      <p:sp>
        <p:nvSpPr>
          <p:cNvPr id="1819" name="02_predicted_pose_5118">
            <a:extLst>
              <a:ext uri="{FF2B5EF4-FFF2-40B4-BE49-F238E27FC236}">
                <a16:creationId xmlns:a16="http://schemas.microsoft.com/office/drawing/2014/main" id="{2AEB0390-A608-4A43-BBE0-F748B90F2111}"/>
              </a:ext>
            </a:extLst>
          </p:cNvPr>
          <p:cNvSpPr>
            <a:spLocks noGrp="1"/>
          </p:cNvSpPr>
          <p:nvPr/>
        </p:nvSpPr>
        <p:spPr>
          <a:xfrm>
            <a:off x="5536172" y="5764190"/>
            <a:ext cx="28398" cy="28398"/>
          </a:xfrm>
          <a:prstGeom prst="ellipse">
            <a:avLst/>
          </a:prstGeom>
          <a:solidFill>
            <a:srgbClr val="B57442">
              <a:alpha val="30000"/>
            </a:srgbClr>
          </a:solidFill>
          <a:ln w="0">
            <a:noFill/>
            <a:prstDash val="solid"/>
          </a:ln>
        </p:spPr>
      </p:sp>
      <p:sp>
        <p:nvSpPr>
          <p:cNvPr id="1820" name="02_predicted_pose_5119">
            <a:extLst>
              <a:ext uri="{FF2B5EF4-FFF2-40B4-BE49-F238E27FC236}">
                <a16:creationId xmlns:a16="http://schemas.microsoft.com/office/drawing/2014/main" id="{C7EE070C-8D81-42E5-9F80-DFA8ACB9B16C}"/>
              </a:ext>
            </a:extLst>
          </p:cNvPr>
          <p:cNvSpPr>
            <a:spLocks noGrp="1"/>
          </p:cNvSpPr>
          <p:nvPr/>
        </p:nvSpPr>
        <p:spPr>
          <a:xfrm>
            <a:off x="5629195" y="5663129"/>
            <a:ext cx="28398" cy="28398"/>
          </a:xfrm>
          <a:prstGeom prst="ellipse">
            <a:avLst/>
          </a:prstGeom>
          <a:solidFill>
            <a:srgbClr val="B57442">
              <a:alpha val="30000"/>
            </a:srgbClr>
          </a:solidFill>
          <a:ln w="0">
            <a:noFill/>
            <a:prstDash val="solid"/>
          </a:ln>
        </p:spPr>
      </p:sp>
      <p:sp>
        <p:nvSpPr>
          <p:cNvPr id="1821" name="02_predicted_pose_5120">
            <a:extLst>
              <a:ext uri="{FF2B5EF4-FFF2-40B4-BE49-F238E27FC236}">
                <a16:creationId xmlns:a16="http://schemas.microsoft.com/office/drawing/2014/main" id="{93428B4A-FDAE-4870-A389-F7F82FC3C012}"/>
              </a:ext>
            </a:extLst>
          </p:cNvPr>
          <p:cNvSpPr>
            <a:spLocks noGrp="1"/>
          </p:cNvSpPr>
          <p:nvPr/>
        </p:nvSpPr>
        <p:spPr>
          <a:xfrm>
            <a:off x="5722219" y="5787235"/>
            <a:ext cx="28398" cy="28398"/>
          </a:xfrm>
          <a:prstGeom prst="ellipse">
            <a:avLst/>
          </a:prstGeom>
          <a:solidFill>
            <a:srgbClr val="B57442">
              <a:alpha val="30000"/>
            </a:srgbClr>
          </a:solidFill>
          <a:ln w="0">
            <a:noFill/>
            <a:prstDash val="solid"/>
          </a:ln>
        </p:spPr>
      </p:sp>
      <p:sp>
        <p:nvSpPr>
          <p:cNvPr id="1822" name="02_predicted_pose_5121">
            <a:extLst>
              <a:ext uri="{FF2B5EF4-FFF2-40B4-BE49-F238E27FC236}">
                <a16:creationId xmlns:a16="http://schemas.microsoft.com/office/drawing/2014/main" id="{C3C744FF-AA3A-45AA-BE94-A52FC5B2F2DD}"/>
              </a:ext>
            </a:extLst>
          </p:cNvPr>
          <p:cNvSpPr>
            <a:spLocks noGrp="1"/>
          </p:cNvSpPr>
          <p:nvPr/>
        </p:nvSpPr>
        <p:spPr>
          <a:xfrm>
            <a:off x="5471745" y="5782048"/>
            <a:ext cx="28398" cy="28398"/>
          </a:xfrm>
          <a:prstGeom prst="ellipse">
            <a:avLst/>
          </a:prstGeom>
          <a:solidFill>
            <a:srgbClr val="B57442">
              <a:alpha val="30000"/>
            </a:srgbClr>
          </a:solidFill>
          <a:ln w="0">
            <a:noFill/>
            <a:prstDash val="solid"/>
          </a:ln>
        </p:spPr>
      </p:sp>
      <p:sp>
        <p:nvSpPr>
          <p:cNvPr id="1823" name="02_predicted_pose_5122">
            <a:extLst>
              <a:ext uri="{FF2B5EF4-FFF2-40B4-BE49-F238E27FC236}">
                <a16:creationId xmlns:a16="http://schemas.microsoft.com/office/drawing/2014/main" id="{56CEF754-99B1-44C3-8D34-A5981AFC76EE}"/>
              </a:ext>
            </a:extLst>
          </p:cNvPr>
          <p:cNvSpPr>
            <a:spLocks noGrp="1"/>
          </p:cNvSpPr>
          <p:nvPr/>
        </p:nvSpPr>
        <p:spPr>
          <a:xfrm>
            <a:off x="5678808" y="5700056"/>
            <a:ext cx="28398" cy="28398"/>
          </a:xfrm>
          <a:prstGeom prst="ellipse">
            <a:avLst/>
          </a:prstGeom>
          <a:solidFill>
            <a:srgbClr val="B57442">
              <a:alpha val="30000"/>
            </a:srgbClr>
          </a:solidFill>
          <a:ln w="0">
            <a:noFill/>
            <a:prstDash val="solid"/>
          </a:ln>
        </p:spPr>
      </p:sp>
      <p:sp>
        <p:nvSpPr>
          <p:cNvPr id="1824" name="02_predicted_pose_5123">
            <a:extLst>
              <a:ext uri="{FF2B5EF4-FFF2-40B4-BE49-F238E27FC236}">
                <a16:creationId xmlns:a16="http://schemas.microsoft.com/office/drawing/2014/main" id="{287A7173-A0FA-46B3-B62F-7CF782F9B1FD}"/>
              </a:ext>
            </a:extLst>
          </p:cNvPr>
          <p:cNvSpPr>
            <a:spLocks noGrp="1"/>
          </p:cNvSpPr>
          <p:nvPr/>
        </p:nvSpPr>
        <p:spPr>
          <a:xfrm>
            <a:off x="5771831" y="5760099"/>
            <a:ext cx="28398" cy="28398"/>
          </a:xfrm>
          <a:prstGeom prst="ellipse">
            <a:avLst/>
          </a:prstGeom>
          <a:solidFill>
            <a:srgbClr val="B57442">
              <a:alpha val="30000"/>
            </a:srgbClr>
          </a:solidFill>
          <a:ln w="0">
            <a:noFill/>
            <a:prstDash val="solid"/>
          </a:ln>
        </p:spPr>
      </p:sp>
      <p:sp>
        <p:nvSpPr>
          <p:cNvPr id="1825" name="02_predicted_pose_5124">
            <a:extLst>
              <a:ext uri="{FF2B5EF4-FFF2-40B4-BE49-F238E27FC236}">
                <a16:creationId xmlns:a16="http://schemas.microsoft.com/office/drawing/2014/main" id="{4D3293B8-2AFE-4CD1-B308-DDC7991DF928}"/>
              </a:ext>
            </a:extLst>
          </p:cNvPr>
          <p:cNvSpPr>
            <a:spLocks noGrp="1"/>
          </p:cNvSpPr>
          <p:nvPr/>
        </p:nvSpPr>
        <p:spPr>
          <a:xfrm>
            <a:off x="5521357" y="5793940"/>
            <a:ext cx="28398" cy="28398"/>
          </a:xfrm>
          <a:prstGeom prst="ellipse">
            <a:avLst/>
          </a:prstGeom>
          <a:solidFill>
            <a:srgbClr val="B57442">
              <a:alpha val="30000"/>
            </a:srgbClr>
          </a:solidFill>
          <a:ln w="0">
            <a:noFill/>
            <a:prstDash val="solid"/>
          </a:ln>
        </p:spPr>
      </p:sp>
      <p:sp>
        <p:nvSpPr>
          <p:cNvPr id="1826" name="02_predicted_pose_5125">
            <a:extLst>
              <a:ext uri="{FF2B5EF4-FFF2-40B4-BE49-F238E27FC236}">
                <a16:creationId xmlns:a16="http://schemas.microsoft.com/office/drawing/2014/main" id="{F6DA8592-B524-40E6-A4BB-4A3C3511C0F1}"/>
              </a:ext>
            </a:extLst>
          </p:cNvPr>
          <p:cNvSpPr>
            <a:spLocks noGrp="1"/>
          </p:cNvSpPr>
          <p:nvPr/>
        </p:nvSpPr>
        <p:spPr>
          <a:xfrm>
            <a:off x="5614381" y="5706490"/>
            <a:ext cx="28398" cy="28398"/>
          </a:xfrm>
          <a:prstGeom prst="ellipse">
            <a:avLst/>
          </a:prstGeom>
          <a:solidFill>
            <a:srgbClr val="B57442">
              <a:alpha val="30000"/>
            </a:srgbClr>
          </a:solidFill>
          <a:ln w="0">
            <a:noFill/>
            <a:prstDash val="solid"/>
          </a:ln>
        </p:spPr>
      </p:sp>
      <p:sp>
        <p:nvSpPr>
          <p:cNvPr id="1827" name="02_predicted_pose_5126">
            <a:extLst>
              <a:ext uri="{FF2B5EF4-FFF2-40B4-BE49-F238E27FC236}">
                <a16:creationId xmlns:a16="http://schemas.microsoft.com/office/drawing/2014/main" id="{A72EEBEB-A036-456A-A860-DF95E9FE60F8}"/>
              </a:ext>
            </a:extLst>
          </p:cNvPr>
          <p:cNvSpPr>
            <a:spLocks noGrp="1"/>
          </p:cNvSpPr>
          <p:nvPr/>
        </p:nvSpPr>
        <p:spPr>
          <a:xfrm>
            <a:off x="5707404" y="5730750"/>
            <a:ext cx="28398" cy="28398"/>
          </a:xfrm>
          <a:prstGeom prst="ellipse">
            <a:avLst/>
          </a:prstGeom>
          <a:solidFill>
            <a:srgbClr val="B57442">
              <a:alpha val="30000"/>
            </a:srgbClr>
          </a:solidFill>
          <a:ln w="0">
            <a:noFill/>
            <a:prstDash val="solid"/>
          </a:ln>
        </p:spPr>
      </p:sp>
      <p:sp>
        <p:nvSpPr>
          <p:cNvPr id="1828" name="02_predicted_pose_5127">
            <a:extLst>
              <a:ext uri="{FF2B5EF4-FFF2-40B4-BE49-F238E27FC236}">
                <a16:creationId xmlns:a16="http://schemas.microsoft.com/office/drawing/2014/main" id="{774D4B7A-900C-4132-B384-B2DA1CEDE209}"/>
              </a:ext>
            </a:extLst>
          </p:cNvPr>
          <p:cNvSpPr>
            <a:spLocks noGrp="1"/>
          </p:cNvSpPr>
          <p:nvPr/>
        </p:nvSpPr>
        <p:spPr>
          <a:xfrm>
            <a:off x="5800427" y="5790991"/>
            <a:ext cx="28398" cy="28398"/>
          </a:xfrm>
          <a:prstGeom prst="ellipse">
            <a:avLst/>
          </a:prstGeom>
          <a:solidFill>
            <a:srgbClr val="B57442">
              <a:alpha val="30000"/>
            </a:srgbClr>
          </a:solidFill>
          <a:ln w="0">
            <a:noFill/>
            <a:prstDash val="solid"/>
          </a:ln>
        </p:spPr>
      </p:sp>
      <p:sp>
        <p:nvSpPr>
          <p:cNvPr id="1829" name="02_predicted_pose_5128">
            <a:extLst>
              <a:ext uri="{FF2B5EF4-FFF2-40B4-BE49-F238E27FC236}">
                <a16:creationId xmlns:a16="http://schemas.microsoft.com/office/drawing/2014/main" id="{A8E6C44A-4C68-42C3-82C6-745237F6036E}"/>
              </a:ext>
            </a:extLst>
          </p:cNvPr>
          <p:cNvSpPr>
            <a:spLocks noGrp="1"/>
          </p:cNvSpPr>
          <p:nvPr/>
        </p:nvSpPr>
        <p:spPr>
          <a:xfrm>
            <a:off x="5549953" y="5694822"/>
            <a:ext cx="28398" cy="28398"/>
          </a:xfrm>
          <a:prstGeom prst="ellipse">
            <a:avLst/>
          </a:prstGeom>
          <a:solidFill>
            <a:srgbClr val="B57442">
              <a:alpha val="30000"/>
            </a:srgbClr>
          </a:solidFill>
          <a:ln w="0">
            <a:noFill/>
            <a:prstDash val="solid"/>
          </a:ln>
        </p:spPr>
      </p:sp>
      <p:sp>
        <p:nvSpPr>
          <p:cNvPr id="1830" name="02_predicted_pose_5129">
            <a:extLst>
              <a:ext uri="{FF2B5EF4-FFF2-40B4-BE49-F238E27FC236}">
                <a16:creationId xmlns:a16="http://schemas.microsoft.com/office/drawing/2014/main" id="{162761BB-B7CE-49C2-A220-AA694A6CBAC4}"/>
              </a:ext>
            </a:extLst>
          </p:cNvPr>
          <p:cNvSpPr>
            <a:spLocks noGrp="1"/>
          </p:cNvSpPr>
          <p:nvPr/>
        </p:nvSpPr>
        <p:spPr>
          <a:xfrm>
            <a:off x="5642977" y="5772557"/>
            <a:ext cx="28398" cy="28398"/>
          </a:xfrm>
          <a:prstGeom prst="ellipse">
            <a:avLst/>
          </a:prstGeom>
          <a:solidFill>
            <a:srgbClr val="B57442">
              <a:alpha val="30000"/>
            </a:srgbClr>
          </a:solidFill>
          <a:ln w="0">
            <a:noFill/>
            <a:prstDash val="solid"/>
          </a:ln>
        </p:spPr>
      </p:sp>
      <p:sp>
        <p:nvSpPr>
          <p:cNvPr id="1831" name="02_predicted_pose_5130">
            <a:extLst>
              <a:ext uri="{FF2B5EF4-FFF2-40B4-BE49-F238E27FC236}">
                <a16:creationId xmlns:a16="http://schemas.microsoft.com/office/drawing/2014/main" id="{48744116-B363-4059-BBD7-BC46B91D39AD}"/>
              </a:ext>
            </a:extLst>
          </p:cNvPr>
          <p:cNvSpPr>
            <a:spLocks noGrp="1"/>
          </p:cNvSpPr>
          <p:nvPr/>
        </p:nvSpPr>
        <p:spPr>
          <a:xfrm>
            <a:off x="5607146" y="5803688"/>
            <a:ext cx="28398" cy="28398"/>
          </a:xfrm>
          <a:prstGeom prst="ellipse">
            <a:avLst/>
          </a:prstGeom>
          <a:solidFill>
            <a:srgbClr val="B57442">
              <a:alpha val="30000"/>
            </a:srgbClr>
          </a:solidFill>
          <a:ln w="0">
            <a:noFill/>
            <a:prstDash val="solid"/>
          </a:ln>
        </p:spPr>
      </p:sp>
      <p:sp>
        <p:nvSpPr>
          <p:cNvPr id="1832" name="02_predicted_pose_5131">
            <a:extLst>
              <a:ext uri="{FF2B5EF4-FFF2-40B4-BE49-F238E27FC236}">
                <a16:creationId xmlns:a16="http://schemas.microsoft.com/office/drawing/2014/main" id="{9EF696B0-8871-4ACB-8D63-4EB0A8E3A2D2}"/>
              </a:ext>
            </a:extLst>
          </p:cNvPr>
          <p:cNvSpPr>
            <a:spLocks noGrp="1"/>
          </p:cNvSpPr>
          <p:nvPr/>
        </p:nvSpPr>
        <p:spPr>
          <a:xfrm>
            <a:off x="5620927" y="5800877"/>
            <a:ext cx="28398" cy="28398"/>
          </a:xfrm>
          <a:prstGeom prst="ellipse">
            <a:avLst/>
          </a:prstGeom>
          <a:solidFill>
            <a:srgbClr val="B57442">
              <a:alpha val="30000"/>
            </a:srgbClr>
          </a:solidFill>
          <a:ln w="0">
            <a:noFill/>
            <a:prstDash val="solid"/>
          </a:ln>
        </p:spPr>
      </p:sp>
      <p:sp>
        <p:nvSpPr>
          <p:cNvPr id="1833" name="02_predicted_pose_5132">
            <a:extLst>
              <a:ext uri="{FF2B5EF4-FFF2-40B4-BE49-F238E27FC236}">
                <a16:creationId xmlns:a16="http://schemas.microsoft.com/office/drawing/2014/main" id="{AF8F8BEF-16AD-47DB-9C13-F7BE338F6A57}"/>
              </a:ext>
            </a:extLst>
          </p:cNvPr>
          <p:cNvSpPr>
            <a:spLocks noGrp="1"/>
          </p:cNvSpPr>
          <p:nvPr/>
        </p:nvSpPr>
        <p:spPr>
          <a:xfrm>
            <a:off x="5598877" y="5592838"/>
            <a:ext cx="28398" cy="28398"/>
          </a:xfrm>
          <a:prstGeom prst="ellipse">
            <a:avLst/>
          </a:prstGeom>
          <a:solidFill>
            <a:srgbClr val="B57442">
              <a:alpha val="30000"/>
            </a:srgbClr>
          </a:solidFill>
          <a:ln w="0">
            <a:noFill/>
            <a:prstDash val="solid"/>
          </a:ln>
        </p:spPr>
      </p:sp>
      <p:sp>
        <p:nvSpPr>
          <p:cNvPr id="1834" name="02_predicted_pose_5133">
            <a:extLst>
              <a:ext uri="{FF2B5EF4-FFF2-40B4-BE49-F238E27FC236}">
                <a16:creationId xmlns:a16="http://schemas.microsoft.com/office/drawing/2014/main" id="{A5DCA2BA-5C48-4B68-BD4C-B4DCC2C541A3}"/>
              </a:ext>
            </a:extLst>
          </p:cNvPr>
          <p:cNvSpPr>
            <a:spLocks noGrp="1"/>
          </p:cNvSpPr>
          <p:nvPr/>
        </p:nvSpPr>
        <p:spPr>
          <a:xfrm>
            <a:off x="5626439" y="5556549"/>
            <a:ext cx="28398" cy="28398"/>
          </a:xfrm>
          <a:prstGeom prst="ellipse">
            <a:avLst/>
          </a:prstGeom>
          <a:solidFill>
            <a:srgbClr val="B57442">
              <a:alpha val="30000"/>
            </a:srgbClr>
          </a:solidFill>
          <a:ln w="0">
            <a:noFill/>
            <a:prstDash val="solid"/>
          </a:ln>
        </p:spPr>
      </p:sp>
      <p:sp>
        <p:nvSpPr>
          <p:cNvPr id="1835" name="02_predicted_pose_5134">
            <a:extLst>
              <a:ext uri="{FF2B5EF4-FFF2-40B4-BE49-F238E27FC236}">
                <a16:creationId xmlns:a16="http://schemas.microsoft.com/office/drawing/2014/main" id="{3B9351E2-8C8D-4122-8AC2-7AA522D03B8D}"/>
              </a:ext>
            </a:extLst>
          </p:cNvPr>
          <p:cNvSpPr>
            <a:spLocks noGrp="1"/>
          </p:cNvSpPr>
          <p:nvPr/>
        </p:nvSpPr>
        <p:spPr>
          <a:xfrm>
            <a:off x="5654002" y="5727854"/>
            <a:ext cx="28398" cy="28398"/>
          </a:xfrm>
          <a:prstGeom prst="ellipse">
            <a:avLst/>
          </a:prstGeom>
          <a:solidFill>
            <a:srgbClr val="B57442">
              <a:alpha val="30000"/>
            </a:srgbClr>
          </a:solidFill>
          <a:ln w="0">
            <a:noFill/>
            <a:prstDash val="solid"/>
          </a:ln>
        </p:spPr>
      </p:sp>
      <p:sp>
        <p:nvSpPr>
          <p:cNvPr id="1836" name="02_predicted_pose_5135">
            <a:extLst>
              <a:ext uri="{FF2B5EF4-FFF2-40B4-BE49-F238E27FC236}">
                <a16:creationId xmlns:a16="http://schemas.microsoft.com/office/drawing/2014/main" id="{C10CBA9F-6B91-49B3-8695-C8BD23A242E0}"/>
              </a:ext>
            </a:extLst>
          </p:cNvPr>
          <p:cNvSpPr>
            <a:spLocks noGrp="1"/>
          </p:cNvSpPr>
          <p:nvPr/>
        </p:nvSpPr>
        <p:spPr>
          <a:xfrm>
            <a:off x="5636431" y="5784304"/>
            <a:ext cx="28398" cy="28398"/>
          </a:xfrm>
          <a:prstGeom prst="ellipse">
            <a:avLst/>
          </a:prstGeom>
          <a:solidFill>
            <a:srgbClr val="B57442">
              <a:alpha val="30000"/>
            </a:srgbClr>
          </a:solidFill>
          <a:ln w="0">
            <a:noFill/>
            <a:prstDash val="solid"/>
          </a:ln>
        </p:spPr>
      </p:sp>
      <p:sp>
        <p:nvSpPr>
          <p:cNvPr id="1837" name="02_predicted_pose_5136">
            <a:extLst>
              <a:ext uri="{FF2B5EF4-FFF2-40B4-BE49-F238E27FC236}">
                <a16:creationId xmlns:a16="http://schemas.microsoft.com/office/drawing/2014/main" id="{668F4CD2-6AA7-4889-9E89-40C22892F0DB}"/>
              </a:ext>
            </a:extLst>
          </p:cNvPr>
          <p:cNvSpPr>
            <a:spLocks noGrp="1"/>
          </p:cNvSpPr>
          <p:nvPr/>
        </p:nvSpPr>
        <p:spPr>
          <a:xfrm>
            <a:off x="5478980" y="5796145"/>
            <a:ext cx="28398" cy="28398"/>
          </a:xfrm>
          <a:prstGeom prst="ellipse">
            <a:avLst/>
          </a:prstGeom>
          <a:solidFill>
            <a:srgbClr val="B57442">
              <a:alpha val="30000"/>
            </a:srgbClr>
          </a:solidFill>
          <a:ln w="0">
            <a:noFill/>
            <a:prstDash val="solid"/>
          </a:ln>
        </p:spPr>
      </p:sp>
      <p:sp>
        <p:nvSpPr>
          <p:cNvPr id="1838" name="02_predicted_pose_5137">
            <a:extLst>
              <a:ext uri="{FF2B5EF4-FFF2-40B4-BE49-F238E27FC236}">
                <a16:creationId xmlns:a16="http://schemas.microsoft.com/office/drawing/2014/main" id="{B55C8199-954F-4F36-BB9E-9CD7CCE31E8A}"/>
              </a:ext>
            </a:extLst>
          </p:cNvPr>
          <p:cNvSpPr>
            <a:spLocks noGrp="1"/>
          </p:cNvSpPr>
          <p:nvPr/>
        </p:nvSpPr>
        <p:spPr>
          <a:xfrm>
            <a:off x="5665027" y="5827597"/>
            <a:ext cx="28398" cy="28398"/>
          </a:xfrm>
          <a:prstGeom prst="ellipse">
            <a:avLst/>
          </a:prstGeom>
          <a:solidFill>
            <a:srgbClr val="B57442">
              <a:alpha val="30000"/>
            </a:srgbClr>
          </a:solidFill>
          <a:ln w="0">
            <a:noFill/>
            <a:prstDash val="solid"/>
          </a:ln>
        </p:spPr>
      </p:sp>
      <p:sp>
        <p:nvSpPr>
          <p:cNvPr id="1839" name="02_predicted_pose_5138">
            <a:extLst>
              <a:ext uri="{FF2B5EF4-FFF2-40B4-BE49-F238E27FC236}">
                <a16:creationId xmlns:a16="http://schemas.microsoft.com/office/drawing/2014/main" id="{98B7020F-5467-4C04-A4CD-97D8DB3D51A0}"/>
              </a:ext>
            </a:extLst>
          </p:cNvPr>
          <p:cNvSpPr>
            <a:spLocks noGrp="1"/>
          </p:cNvSpPr>
          <p:nvPr/>
        </p:nvSpPr>
        <p:spPr>
          <a:xfrm>
            <a:off x="5507576" y="5751941"/>
            <a:ext cx="28398" cy="28398"/>
          </a:xfrm>
          <a:prstGeom prst="ellipse">
            <a:avLst/>
          </a:prstGeom>
          <a:solidFill>
            <a:srgbClr val="B57442">
              <a:alpha val="30000"/>
            </a:srgbClr>
          </a:solidFill>
          <a:ln w="0">
            <a:noFill/>
            <a:prstDash val="solid"/>
          </a:ln>
        </p:spPr>
      </p:sp>
      <p:sp>
        <p:nvSpPr>
          <p:cNvPr id="1840" name="02_predicted_pose_5139">
            <a:extLst>
              <a:ext uri="{FF2B5EF4-FFF2-40B4-BE49-F238E27FC236}">
                <a16:creationId xmlns:a16="http://schemas.microsoft.com/office/drawing/2014/main" id="{D882F4C8-FD68-43EB-A753-4A50E992D0FA}"/>
              </a:ext>
            </a:extLst>
          </p:cNvPr>
          <p:cNvSpPr>
            <a:spLocks noGrp="1"/>
          </p:cNvSpPr>
          <p:nvPr/>
        </p:nvSpPr>
        <p:spPr>
          <a:xfrm>
            <a:off x="5645388" y="5864080"/>
            <a:ext cx="28398" cy="28398"/>
          </a:xfrm>
          <a:prstGeom prst="ellipse">
            <a:avLst/>
          </a:prstGeom>
          <a:solidFill>
            <a:srgbClr val="B57442">
              <a:alpha val="30000"/>
            </a:srgbClr>
          </a:solidFill>
          <a:ln w="0">
            <a:noFill/>
            <a:prstDash val="solid"/>
          </a:ln>
        </p:spPr>
      </p:sp>
      <p:sp>
        <p:nvSpPr>
          <p:cNvPr id="1841" name="02_predicted_pose_5140">
            <a:extLst>
              <a:ext uri="{FF2B5EF4-FFF2-40B4-BE49-F238E27FC236}">
                <a16:creationId xmlns:a16="http://schemas.microsoft.com/office/drawing/2014/main" id="{EE5A7AB6-8531-4078-B74D-2B70C3A561D3}"/>
              </a:ext>
            </a:extLst>
          </p:cNvPr>
          <p:cNvSpPr>
            <a:spLocks noGrp="1"/>
          </p:cNvSpPr>
          <p:nvPr/>
        </p:nvSpPr>
        <p:spPr>
          <a:xfrm>
            <a:off x="5659170" y="5750901"/>
            <a:ext cx="28398" cy="28398"/>
          </a:xfrm>
          <a:prstGeom prst="ellipse">
            <a:avLst/>
          </a:prstGeom>
          <a:solidFill>
            <a:srgbClr val="B57442">
              <a:alpha val="30000"/>
            </a:srgbClr>
          </a:solidFill>
          <a:ln w="0">
            <a:noFill/>
            <a:prstDash val="solid"/>
          </a:ln>
        </p:spPr>
      </p:sp>
      <p:sp>
        <p:nvSpPr>
          <p:cNvPr id="1842" name="02_predicted_pose_5141">
            <a:extLst>
              <a:ext uri="{FF2B5EF4-FFF2-40B4-BE49-F238E27FC236}">
                <a16:creationId xmlns:a16="http://schemas.microsoft.com/office/drawing/2014/main" id="{27CAF700-5EA3-40C6-B251-3BBE22871CEF}"/>
              </a:ext>
            </a:extLst>
          </p:cNvPr>
          <p:cNvSpPr>
            <a:spLocks noGrp="1"/>
          </p:cNvSpPr>
          <p:nvPr/>
        </p:nvSpPr>
        <p:spPr>
          <a:xfrm>
            <a:off x="5700513" y="5855230"/>
            <a:ext cx="28398" cy="28398"/>
          </a:xfrm>
          <a:prstGeom prst="ellipse">
            <a:avLst/>
          </a:prstGeom>
          <a:solidFill>
            <a:srgbClr val="B57442">
              <a:alpha val="30000"/>
            </a:srgbClr>
          </a:solidFill>
          <a:ln w="0">
            <a:noFill/>
            <a:prstDash val="solid"/>
          </a:ln>
        </p:spPr>
      </p:sp>
      <p:sp>
        <p:nvSpPr>
          <p:cNvPr id="1843" name="02_predicted_pose_5142">
            <a:extLst>
              <a:ext uri="{FF2B5EF4-FFF2-40B4-BE49-F238E27FC236}">
                <a16:creationId xmlns:a16="http://schemas.microsoft.com/office/drawing/2014/main" id="{947F2C76-C8BB-4ACB-AAB9-F9B1F608F47D}"/>
              </a:ext>
            </a:extLst>
          </p:cNvPr>
          <p:cNvSpPr>
            <a:spLocks noGrp="1"/>
          </p:cNvSpPr>
          <p:nvPr/>
        </p:nvSpPr>
        <p:spPr>
          <a:xfrm>
            <a:off x="5714295" y="5562102"/>
            <a:ext cx="28398" cy="28398"/>
          </a:xfrm>
          <a:prstGeom prst="ellipse">
            <a:avLst/>
          </a:prstGeom>
          <a:solidFill>
            <a:srgbClr val="B57442">
              <a:alpha val="30000"/>
            </a:srgbClr>
          </a:solidFill>
          <a:ln w="0">
            <a:noFill/>
            <a:prstDash val="solid"/>
          </a:ln>
        </p:spPr>
      </p:sp>
      <p:sp>
        <p:nvSpPr>
          <p:cNvPr id="1844" name="02_predicted_pose_5143">
            <a:extLst>
              <a:ext uri="{FF2B5EF4-FFF2-40B4-BE49-F238E27FC236}">
                <a16:creationId xmlns:a16="http://schemas.microsoft.com/office/drawing/2014/main" id="{0DC25D3A-3C69-4C7F-8E77-0E40E8AE034B}"/>
              </a:ext>
            </a:extLst>
          </p:cNvPr>
          <p:cNvSpPr>
            <a:spLocks noGrp="1"/>
          </p:cNvSpPr>
          <p:nvPr/>
        </p:nvSpPr>
        <p:spPr>
          <a:xfrm>
            <a:off x="5755638" y="5560792"/>
            <a:ext cx="28398" cy="28398"/>
          </a:xfrm>
          <a:prstGeom prst="ellipse">
            <a:avLst/>
          </a:prstGeom>
          <a:solidFill>
            <a:srgbClr val="B57442">
              <a:alpha val="30000"/>
            </a:srgbClr>
          </a:solidFill>
          <a:ln w="0">
            <a:noFill/>
            <a:prstDash val="solid"/>
          </a:ln>
        </p:spPr>
      </p:sp>
      <p:sp>
        <p:nvSpPr>
          <p:cNvPr id="1845" name="02_predicted_pose_5144">
            <a:extLst>
              <a:ext uri="{FF2B5EF4-FFF2-40B4-BE49-F238E27FC236}">
                <a16:creationId xmlns:a16="http://schemas.microsoft.com/office/drawing/2014/main" id="{C1808769-15D8-45B7-B5D3-1EF5D769B5B4}"/>
              </a:ext>
            </a:extLst>
          </p:cNvPr>
          <p:cNvSpPr>
            <a:spLocks noGrp="1"/>
          </p:cNvSpPr>
          <p:nvPr/>
        </p:nvSpPr>
        <p:spPr>
          <a:xfrm>
            <a:off x="5769420" y="5861984"/>
            <a:ext cx="28398" cy="28398"/>
          </a:xfrm>
          <a:prstGeom prst="ellipse">
            <a:avLst/>
          </a:prstGeom>
          <a:solidFill>
            <a:srgbClr val="B57442">
              <a:alpha val="30000"/>
            </a:srgbClr>
          </a:solidFill>
          <a:ln w="0">
            <a:noFill/>
            <a:prstDash val="solid"/>
          </a:ln>
        </p:spPr>
      </p:sp>
      <p:sp>
        <p:nvSpPr>
          <p:cNvPr id="1846" name="02_predicted_pose_5145">
            <a:extLst>
              <a:ext uri="{FF2B5EF4-FFF2-40B4-BE49-F238E27FC236}">
                <a16:creationId xmlns:a16="http://schemas.microsoft.com/office/drawing/2014/main" id="{8174C47D-EDFC-493F-A9C0-CB67ED34DBCD}"/>
              </a:ext>
            </a:extLst>
          </p:cNvPr>
          <p:cNvSpPr>
            <a:spLocks noGrp="1"/>
          </p:cNvSpPr>
          <p:nvPr/>
        </p:nvSpPr>
        <p:spPr>
          <a:xfrm>
            <a:off x="5501375" y="5908858"/>
            <a:ext cx="28398" cy="28398"/>
          </a:xfrm>
          <a:prstGeom prst="ellipse">
            <a:avLst/>
          </a:prstGeom>
          <a:solidFill>
            <a:srgbClr val="B57442">
              <a:alpha val="30000"/>
            </a:srgbClr>
          </a:solidFill>
          <a:ln w="0">
            <a:noFill/>
            <a:prstDash val="solid"/>
          </a:ln>
        </p:spPr>
      </p:sp>
      <p:sp>
        <p:nvSpPr>
          <p:cNvPr id="1847" name="02_predicted_pose_5146">
            <a:extLst>
              <a:ext uri="{FF2B5EF4-FFF2-40B4-BE49-F238E27FC236}">
                <a16:creationId xmlns:a16="http://schemas.microsoft.com/office/drawing/2014/main" id="{93067584-5EB7-424C-B953-1A979436F996}"/>
              </a:ext>
            </a:extLst>
          </p:cNvPr>
          <p:cNvSpPr>
            <a:spLocks noGrp="1"/>
          </p:cNvSpPr>
          <p:nvPr/>
        </p:nvSpPr>
        <p:spPr>
          <a:xfrm>
            <a:off x="5594398" y="5859567"/>
            <a:ext cx="28398" cy="28398"/>
          </a:xfrm>
          <a:prstGeom prst="ellipse">
            <a:avLst/>
          </a:prstGeom>
          <a:solidFill>
            <a:srgbClr val="B57442">
              <a:alpha val="30000"/>
            </a:srgbClr>
          </a:solidFill>
          <a:ln w="0">
            <a:noFill/>
            <a:prstDash val="solid"/>
          </a:ln>
        </p:spPr>
      </p:sp>
      <p:sp>
        <p:nvSpPr>
          <p:cNvPr id="1848" name="02_predicted_pose_5147">
            <a:extLst>
              <a:ext uri="{FF2B5EF4-FFF2-40B4-BE49-F238E27FC236}">
                <a16:creationId xmlns:a16="http://schemas.microsoft.com/office/drawing/2014/main" id="{84FB3258-7B3A-4FD8-818A-E72446CBDC70}"/>
              </a:ext>
            </a:extLst>
          </p:cNvPr>
          <p:cNvSpPr>
            <a:spLocks noGrp="1"/>
          </p:cNvSpPr>
          <p:nvPr/>
        </p:nvSpPr>
        <p:spPr>
          <a:xfrm>
            <a:off x="5529971" y="5413813"/>
            <a:ext cx="28398" cy="28398"/>
          </a:xfrm>
          <a:prstGeom prst="ellipse">
            <a:avLst/>
          </a:prstGeom>
          <a:solidFill>
            <a:srgbClr val="B57442">
              <a:alpha val="30000"/>
            </a:srgbClr>
          </a:solidFill>
          <a:ln w="0">
            <a:noFill/>
            <a:prstDash val="solid"/>
          </a:ln>
        </p:spPr>
      </p:sp>
      <p:sp>
        <p:nvSpPr>
          <p:cNvPr id="1849" name="02_predicted_pose_5148">
            <a:extLst>
              <a:ext uri="{FF2B5EF4-FFF2-40B4-BE49-F238E27FC236}">
                <a16:creationId xmlns:a16="http://schemas.microsoft.com/office/drawing/2014/main" id="{9FAD0EA1-5551-43DE-BF16-E91D1E22E9FB}"/>
              </a:ext>
            </a:extLst>
          </p:cNvPr>
          <p:cNvSpPr>
            <a:spLocks noGrp="1"/>
          </p:cNvSpPr>
          <p:nvPr/>
        </p:nvSpPr>
        <p:spPr>
          <a:xfrm>
            <a:off x="5622994" y="5599718"/>
            <a:ext cx="28398" cy="28398"/>
          </a:xfrm>
          <a:prstGeom prst="ellipse">
            <a:avLst/>
          </a:prstGeom>
          <a:solidFill>
            <a:srgbClr val="B57442">
              <a:alpha val="30000"/>
            </a:srgbClr>
          </a:solidFill>
          <a:ln w="0">
            <a:noFill/>
            <a:prstDash val="solid"/>
          </a:ln>
        </p:spPr>
      </p:sp>
      <p:sp>
        <p:nvSpPr>
          <p:cNvPr id="1850" name="02_predicted_pose_5149">
            <a:extLst>
              <a:ext uri="{FF2B5EF4-FFF2-40B4-BE49-F238E27FC236}">
                <a16:creationId xmlns:a16="http://schemas.microsoft.com/office/drawing/2014/main" id="{882B0B20-704B-46B2-851B-C6DD5F9E82C3}"/>
              </a:ext>
            </a:extLst>
          </p:cNvPr>
          <p:cNvSpPr>
            <a:spLocks noGrp="1"/>
          </p:cNvSpPr>
          <p:nvPr/>
        </p:nvSpPr>
        <p:spPr>
          <a:xfrm>
            <a:off x="5672262" y="5518732"/>
            <a:ext cx="28398" cy="28398"/>
          </a:xfrm>
          <a:prstGeom prst="ellipse">
            <a:avLst/>
          </a:prstGeom>
          <a:solidFill>
            <a:srgbClr val="B57442">
              <a:alpha val="30000"/>
            </a:srgbClr>
          </a:solidFill>
          <a:ln w="0">
            <a:noFill/>
            <a:prstDash val="solid"/>
          </a:ln>
        </p:spPr>
      </p:sp>
      <p:sp>
        <p:nvSpPr>
          <p:cNvPr id="1851" name="02_predicted_pose_5150">
            <a:extLst>
              <a:ext uri="{FF2B5EF4-FFF2-40B4-BE49-F238E27FC236}">
                <a16:creationId xmlns:a16="http://schemas.microsoft.com/office/drawing/2014/main" id="{A2B1F68C-3202-4373-B228-EE5258538DDD}"/>
              </a:ext>
            </a:extLst>
          </p:cNvPr>
          <p:cNvSpPr>
            <a:spLocks noGrp="1"/>
          </p:cNvSpPr>
          <p:nvPr/>
        </p:nvSpPr>
        <p:spPr>
          <a:xfrm>
            <a:off x="5509643" y="5830387"/>
            <a:ext cx="28398" cy="28398"/>
          </a:xfrm>
          <a:prstGeom prst="ellipse">
            <a:avLst/>
          </a:prstGeom>
          <a:solidFill>
            <a:srgbClr val="B57442">
              <a:alpha val="30000"/>
            </a:srgbClr>
          </a:solidFill>
          <a:ln w="0">
            <a:noFill/>
            <a:prstDash val="solid"/>
          </a:ln>
        </p:spPr>
      </p:sp>
      <p:sp>
        <p:nvSpPr>
          <p:cNvPr id="1852" name="02_predicted_pose_5151">
            <a:extLst>
              <a:ext uri="{FF2B5EF4-FFF2-40B4-BE49-F238E27FC236}">
                <a16:creationId xmlns:a16="http://schemas.microsoft.com/office/drawing/2014/main" id="{71219C62-A5EF-49EF-A05C-E58CCE82437F}"/>
              </a:ext>
            </a:extLst>
          </p:cNvPr>
          <p:cNvSpPr>
            <a:spLocks noGrp="1"/>
          </p:cNvSpPr>
          <p:nvPr/>
        </p:nvSpPr>
        <p:spPr>
          <a:xfrm>
            <a:off x="5763218" y="5751917"/>
            <a:ext cx="28398" cy="28398"/>
          </a:xfrm>
          <a:prstGeom prst="ellipse">
            <a:avLst/>
          </a:prstGeom>
          <a:solidFill>
            <a:srgbClr val="B57442">
              <a:alpha val="30000"/>
            </a:srgbClr>
          </a:solidFill>
          <a:ln w="0">
            <a:noFill/>
            <a:prstDash val="solid"/>
          </a:ln>
        </p:spPr>
      </p:sp>
      <p:sp>
        <p:nvSpPr>
          <p:cNvPr id="1853" name="02_predicted_pose_5152">
            <a:extLst>
              <a:ext uri="{FF2B5EF4-FFF2-40B4-BE49-F238E27FC236}">
                <a16:creationId xmlns:a16="http://schemas.microsoft.com/office/drawing/2014/main" id="{3460A0CD-DD45-4329-82F9-B63FA4970F07}"/>
              </a:ext>
            </a:extLst>
          </p:cNvPr>
          <p:cNvSpPr>
            <a:spLocks noGrp="1"/>
          </p:cNvSpPr>
          <p:nvPr/>
        </p:nvSpPr>
        <p:spPr>
          <a:xfrm>
            <a:off x="5637464" y="5788619"/>
            <a:ext cx="28398" cy="28398"/>
          </a:xfrm>
          <a:prstGeom prst="ellipse">
            <a:avLst/>
          </a:prstGeom>
          <a:solidFill>
            <a:srgbClr val="B57442">
              <a:alpha val="30000"/>
            </a:srgbClr>
          </a:solidFill>
          <a:ln w="0">
            <a:noFill/>
            <a:prstDash val="solid"/>
          </a:ln>
        </p:spPr>
      </p:sp>
      <p:sp>
        <p:nvSpPr>
          <p:cNvPr id="1854" name="02_predicted_pose_5153">
            <a:extLst>
              <a:ext uri="{FF2B5EF4-FFF2-40B4-BE49-F238E27FC236}">
                <a16:creationId xmlns:a16="http://schemas.microsoft.com/office/drawing/2014/main" id="{1DF2E81E-0870-4CF9-A1F4-B09108462667}"/>
              </a:ext>
            </a:extLst>
          </p:cNvPr>
          <p:cNvSpPr>
            <a:spLocks noGrp="1"/>
          </p:cNvSpPr>
          <p:nvPr/>
        </p:nvSpPr>
        <p:spPr>
          <a:xfrm>
            <a:off x="5515845" y="5695559"/>
            <a:ext cx="28398" cy="28398"/>
          </a:xfrm>
          <a:prstGeom prst="ellipse">
            <a:avLst/>
          </a:prstGeom>
          <a:solidFill>
            <a:srgbClr val="B57442">
              <a:alpha val="30000"/>
            </a:srgbClr>
          </a:solidFill>
          <a:ln w="0">
            <a:noFill/>
            <a:prstDash val="solid"/>
          </a:ln>
        </p:spPr>
      </p:sp>
      <p:sp>
        <p:nvSpPr>
          <p:cNvPr id="1855" name="02_predicted_pose_5154">
            <a:extLst>
              <a:ext uri="{FF2B5EF4-FFF2-40B4-BE49-F238E27FC236}">
                <a16:creationId xmlns:a16="http://schemas.microsoft.com/office/drawing/2014/main" id="{E1CD7DBB-9622-4F1D-A147-D85D6F5461F8}"/>
              </a:ext>
            </a:extLst>
          </p:cNvPr>
          <p:cNvSpPr>
            <a:spLocks noGrp="1"/>
          </p:cNvSpPr>
          <p:nvPr/>
        </p:nvSpPr>
        <p:spPr>
          <a:xfrm>
            <a:off x="5557189" y="5656214"/>
            <a:ext cx="28398" cy="28398"/>
          </a:xfrm>
          <a:prstGeom prst="ellipse">
            <a:avLst/>
          </a:prstGeom>
          <a:solidFill>
            <a:srgbClr val="B57442">
              <a:alpha val="30000"/>
            </a:srgbClr>
          </a:solidFill>
          <a:ln w="0">
            <a:noFill/>
            <a:prstDash val="solid"/>
          </a:ln>
        </p:spPr>
      </p:sp>
      <p:sp>
        <p:nvSpPr>
          <p:cNvPr id="1856" name="02_predicted_pose_5155">
            <a:extLst>
              <a:ext uri="{FF2B5EF4-FFF2-40B4-BE49-F238E27FC236}">
                <a16:creationId xmlns:a16="http://schemas.microsoft.com/office/drawing/2014/main" id="{89714868-1B19-4A65-AE24-5C8599119DBB}"/>
              </a:ext>
            </a:extLst>
          </p:cNvPr>
          <p:cNvSpPr>
            <a:spLocks noGrp="1"/>
          </p:cNvSpPr>
          <p:nvPr/>
        </p:nvSpPr>
        <p:spPr>
          <a:xfrm>
            <a:off x="5598532" y="5919756"/>
            <a:ext cx="28398" cy="28398"/>
          </a:xfrm>
          <a:prstGeom prst="ellipse">
            <a:avLst/>
          </a:prstGeom>
          <a:solidFill>
            <a:srgbClr val="B57442">
              <a:alpha val="30000"/>
            </a:srgbClr>
          </a:solidFill>
          <a:ln w="0">
            <a:noFill/>
            <a:prstDash val="solid"/>
          </a:ln>
        </p:spPr>
      </p:sp>
      <p:sp>
        <p:nvSpPr>
          <p:cNvPr id="1857" name="02_predicted_pose_5156">
            <a:extLst>
              <a:ext uri="{FF2B5EF4-FFF2-40B4-BE49-F238E27FC236}">
                <a16:creationId xmlns:a16="http://schemas.microsoft.com/office/drawing/2014/main" id="{83A74F5C-387C-4B48-A930-CBEF5EC7CECB}"/>
              </a:ext>
            </a:extLst>
          </p:cNvPr>
          <p:cNvSpPr>
            <a:spLocks noGrp="1"/>
          </p:cNvSpPr>
          <p:nvPr/>
        </p:nvSpPr>
        <p:spPr>
          <a:xfrm>
            <a:off x="5772865" y="5824004"/>
            <a:ext cx="28398" cy="28398"/>
          </a:xfrm>
          <a:prstGeom prst="ellipse">
            <a:avLst/>
          </a:prstGeom>
          <a:solidFill>
            <a:srgbClr val="B57442">
              <a:alpha val="30000"/>
            </a:srgbClr>
          </a:solidFill>
          <a:ln w="0">
            <a:noFill/>
            <a:prstDash val="solid"/>
          </a:ln>
        </p:spPr>
      </p:sp>
      <p:sp>
        <p:nvSpPr>
          <p:cNvPr id="1858" name="02_predicted_pose_5157">
            <a:extLst>
              <a:ext uri="{FF2B5EF4-FFF2-40B4-BE49-F238E27FC236}">
                <a16:creationId xmlns:a16="http://schemas.microsoft.com/office/drawing/2014/main" id="{BB100F1C-0486-4402-B8EF-C382F70E4848}"/>
              </a:ext>
            </a:extLst>
          </p:cNvPr>
          <p:cNvSpPr>
            <a:spLocks noGrp="1"/>
          </p:cNvSpPr>
          <p:nvPr/>
        </p:nvSpPr>
        <p:spPr>
          <a:xfrm>
            <a:off x="5470711" y="5750465"/>
            <a:ext cx="28398" cy="28398"/>
          </a:xfrm>
          <a:prstGeom prst="ellipse">
            <a:avLst/>
          </a:prstGeom>
          <a:solidFill>
            <a:srgbClr val="B57442">
              <a:alpha val="30000"/>
            </a:srgbClr>
          </a:solidFill>
          <a:ln w="0">
            <a:noFill/>
            <a:prstDash val="solid"/>
          </a:ln>
        </p:spPr>
      </p:sp>
      <p:sp>
        <p:nvSpPr>
          <p:cNvPr id="1859" name="02_predicted_pose_5158">
            <a:extLst>
              <a:ext uri="{FF2B5EF4-FFF2-40B4-BE49-F238E27FC236}">
                <a16:creationId xmlns:a16="http://schemas.microsoft.com/office/drawing/2014/main" id="{E04C9153-8B39-4DEC-A99D-9200EBBEB4C0}"/>
              </a:ext>
            </a:extLst>
          </p:cNvPr>
          <p:cNvSpPr>
            <a:spLocks noGrp="1"/>
          </p:cNvSpPr>
          <p:nvPr/>
        </p:nvSpPr>
        <p:spPr>
          <a:xfrm>
            <a:off x="5680531" y="5843546"/>
            <a:ext cx="28398" cy="28398"/>
          </a:xfrm>
          <a:prstGeom prst="ellipse">
            <a:avLst/>
          </a:prstGeom>
          <a:solidFill>
            <a:srgbClr val="B57442">
              <a:alpha val="30000"/>
            </a:srgbClr>
          </a:solidFill>
          <a:ln w="0">
            <a:noFill/>
            <a:prstDash val="solid"/>
          </a:ln>
        </p:spPr>
      </p:sp>
      <p:sp>
        <p:nvSpPr>
          <p:cNvPr id="1860" name="02_predicted_pose_5159">
            <a:extLst>
              <a:ext uri="{FF2B5EF4-FFF2-40B4-BE49-F238E27FC236}">
                <a16:creationId xmlns:a16="http://schemas.microsoft.com/office/drawing/2014/main" id="{9EF1453F-EA27-4A38-9C14-BE1335BEAE5E}"/>
              </a:ext>
            </a:extLst>
          </p:cNvPr>
          <p:cNvSpPr>
            <a:spLocks noGrp="1"/>
          </p:cNvSpPr>
          <p:nvPr/>
        </p:nvSpPr>
        <p:spPr>
          <a:xfrm>
            <a:off x="5773554" y="5740540"/>
            <a:ext cx="28398" cy="28398"/>
          </a:xfrm>
          <a:prstGeom prst="ellipse">
            <a:avLst/>
          </a:prstGeom>
          <a:solidFill>
            <a:srgbClr val="B57442">
              <a:alpha val="30000"/>
            </a:srgbClr>
          </a:solidFill>
          <a:ln w="0">
            <a:noFill/>
            <a:prstDash val="solid"/>
          </a:ln>
        </p:spPr>
      </p:sp>
      <p:sp>
        <p:nvSpPr>
          <p:cNvPr id="1861" name="02_predicted_pose_5160">
            <a:extLst>
              <a:ext uri="{FF2B5EF4-FFF2-40B4-BE49-F238E27FC236}">
                <a16:creationId xmlns:a16="http://schemas.microsoft.com/office/drawing/2014/main" id="{76FA3250-42F6-4AD4-AC6A-9DDB6C819FEB}"/>
              </a:ext>
            </a:extLst>
          </p:cNvPr>
          <p:cNvSpPr>
            <a:spLocks noGrp="1"/>
          </p:cNvSpPr>
          <p:nvPr/>
        </p:nvSpPr>
        <p:spPr>
          <a:xfrm>
            <a:off x="5604389" y="5436936"/>
            <a:ext cx="28398" cy="28398"/>
          </a:xfrm>
          <a:prstGeom prst="ellipse">
            <a:avLst/>
          </a:prstGeom>
          <a:solidFill>
            <a:srgbClr val="B57442">
              <a:alpha val="30000"/>
            </a:srgbClr>
          </a:solidFill>
          <a:ln w="0">
            <a:noFill/>
            <a:prstDash val="solid"/>
          </a:ln>
        </p:spPr>
      </p:sp>
      <p:sp>
        <p:nvSpPr>
          <p:cNvPr id="1862" name="02_predicted_pose_5161">
            <a:extLst>
              <a:ext uri="{FF2B5EF4-FFF2-40B4-BE49-F238E27FC236}">
                <a16:creationId xmlns:a16="http://schemas.microsoft.com/office/drawing/2014/main" id="{3FB3C9D7-FE9A-4C84-ACB2-596E60201BCA}"/>
              </a:ext>
            </a:extLst>
          </p:cNvPr>
          <p:cNvSpPr>
            <a:spLocks noGrp="1"/>
          </p:cNvSpPr>
          <p:nvPr/>
        </p:nvSpPr>
        <p:spPr>
          <a:xfrm>
            <a:off x="5618171" y="5590069"/>
            <a:ext cx="28398" cy="28398"/>
          </a:xfrm>
          <a:prstGeom prst="ellipse">
            <a:avLst/>
          </a:prstGeom>
          <a:solidFill>
            <a:srgbClr val="B57442">
              <a:alpha val="30000"/>
            </a:srgbClr>
          </a:solidFill>
          <a:ln w="0">
            <a:noFill/>
            <a:prstDash val="solid"/>
          </a:ln>
        </p:spPr>
      </p:sp>
      <p:sp>
        <p:nvSpPr>
          <p:cNvPr id="1863" name="02_predicted_pose_5162">
            <a:extLst>
              <a:ext uri="{FF2B5EF4-FFF2-40B4-BE49-F238E27FC236}">
                <a16:creationId xmlns:a16="http://schemas.microsoft.com/office/drawing/2014/main" id="{6CBA15C6-826B-4809-9C59-D0924B4B3C60}"/>
              </a:ext>
            </a:extLst>
          </p:cNvPr>
          <p:cNvSpPr>
            <a:spLocks noGrp="1"/>
          </p:cNvSpPr>
          <p:nvPr/>
        </p:nvSpPr>
        <p:spPr>
          <a:xfrm>
            <a:off x="5539962" y="5655533"/>
            <a:ext cx="28398" cy="28398"/>
          </a:xfrm>
          <a:prstGeom prst="ellipse">
            <a:avLst/>
          </a:prstGeom>
          <a:solidFill>
            <a:srgbClr val="B57442">
              <a:alpha val="30000"/>
            </a:srgbClr>
          </a:solidFill>
          <a:ln w="0">
            <a:noFill/>
            <a:prstDash val="solid"/>
          </a:ln>
        </p:spPr>
      </p:sp>
      <p:sp>
        <p:nvSpPr>
          <p:cNvPr id="1864" name="02_predicted_pose_5163">
            <a:extLst>
              <a:ext uri="{FF2B5EF4-FFF2-40B4-BE49-F238E27FC236}">
                <a16:creationId xmlns:a16="http://schemas.microsoft.com/office/drawing/2014/main" id="{CDDF9162-FE88-4004-BA31-2CCA15EC699A}"/>
              </a:ext>
            </a:extLst>
          </p:cNvPr>
          <p:cNvSpPr>
            <a:spLocks noGrp="1"/>
          </p:cNvSpPr>
          <p:nvPr/>
        </p:nvSpPr>
        <p:spPr>
          <a:xfrm>
            <a:off x="5553743" y="5691530"/>
            <a:ext cx="28398" cy="28398"/>
          </a:xfrm>
          <a:prstGeom prst="ellipse">
            <a:avLst/>
          </a:prstGeom>
          <a:solidFill>
            <a:srgbClr val="B57442">
              <a:alpha val="30000"/>
            </a:srgbClr>
          </a:solidFill>
          <a:ln w="0">
            <a:noFill/>
            <a:prstDash val="solid"/>
          </a:ln>
        </p:spPr>
      </p:sp>
      <p:sp>
        <p:nvSpPr>
          <p:cNvPr id="1865" name="02_predicted_pose_5164">
            <a:extLst>
              <a:ext uri="{FF2B5EF4-FFF2-40B4-BE49-F238E27FC236}">
                <a16:creationId xmlns:a16="http://schemas.microsoft.com/office/drawing/2014/main" id="{AAB96EBA-FB94-40CC-B736-D6CBFF1AC56E}"/>
              </a:ext>
            </a:extLst>
          </p:cNvPr>
          <p:cNvSpPr>
            <a:spLocks noGrp="1"/>
          </p:cNvSpPr>
          <p:nvPr/>
        </p:nvSpPr>
        <p:spPr>
          <a:xfrm>
            <a:off x="5567524" y="5676402"/>
            <a:ext cx="28398" cy="28398"/>
          </a:xfrm>
          <a:prstGeom prst="ellipse">
            <a:avLst/>
          </a:prstGeom>
          <a:solidFill>
            <a:srgbClr val="B57442">
              <a:alpha val="30000"/>
            </a:srgbClr>
          </a:solidFill>
          <a:ln w="0">
            <a:noFill/>
            <a:prstDash val="solid"/>
          </a:ln>
        </p:spPr>
      </p:sp>
      <p:sp>
        <p:nvSpPr>
          <p:cNvPr id="1866" name="02_predicted_pose_5165">
            <a:extLst>
              <a:ext uri="{FF2B5EF4-FFF2-40B4-BE49-F238E27FC236}">
                <a16:creationId xmlns:a16="http://schemas.microsoft.com/office/drawing/2014/main" id="{D29B8FA4-C33D-47CD-A3FE-5ABB833C32F8}"/>
              </a:ext>
            </a:extLst>
          </p:cNvPr>
          <p:cNvSpPr>
            <a:spLocks noGrp="1"/>
          </p:cNvSpPr>
          <p:nvPr/>
        </p:nvSpPr>
        <p:spPr>
          <a:xfrm>
            <a:off x="5581306" y="5672298"/>
            <a:ext cx="28398" cy="28398"/>
          </a:xfrm>
          <a:prstGeom prst="ellipse">
            <a:avLst/>
          </a:prstGeom>
          <a:solidFill>
            <a:srgbClr val="B57442">
              <a:alpha val="30000"/>
            </a:srgbClr>
          </a:solidFill>
          <a:ln w="0">
            <a:noFill/>
            <a:prstDash val="solid"/>
          </a:ln>
        </p:spPr>
      </p:sp>
      <p:sp>
        <p:nvSpPr>
          <p:cNvPr id="1867" name="02_predicted_pose_5166">
            <a:extLst>
              <a:ext uri="{FF2B5EF4-FFF2-40B4-BE49-F238E27FC236}">
                <a16:creationId xmlns:a16="http://schemas.microsoft.com/office/drawing/2014/main" id="{169412C8-A107-44F7-A396-0FB8DCC79A7F}"/>
              </a:ext>
            </a:extLst>
          </p:cNvPr>
          <p:cNvSpPr>
            <a:spLocks noGrp="1"/>
          </p:cNvSpPr>
          <p:nvPr/>
        </p:nvSpPr>
        <p:spPr>
          <a:xfrm>
            <a:off x="5595087" y="5640828"/>
            <a:ext cx="28398" cy="28398"/>
          </a:xfrm>
          <a:prstGeom prst="ellipse">
            <a:avLst/>
          </a:prstGeom>
          <a:solidFill>
            <a:srgbClr val="B57442">
              <a:alpha val="30000"/>
            </a:srgbClr>
          </a:solidFill>
          <a:ln w="0">
            <a:noFill/>
            <a:prstDash val="solid"/>
          </a:ln>
        </p:spPr>
      </p:sp>
      <p:sp>
        <p:nvSpPr>
          <p:cNvPr id="1868" name="02_predicted_pose_5167">
            <a:extLst>
              <a:ext uri="{FF2B5EF4-FFF2-40B4-BE49-F238E27FC236}">
                <a16:creationId xmlns:a16="http://schemas.microsoft.com/office/drawing/2014/main" id="{13B03A93-8146-4F5E-91C8-CC638B05280A}"/>
              </a:ext>
            </a:extLst>
          </p:cNvPr>
          <p:cNvSpPr>
            <a:spLocks noGrp="1"/>
          </p:cNvSpPr>
          <p:nvPr/>
        </p:nvSpPr>
        <p:spPr>
          <a:xfrm>
            <a:off x="5608868" y="5731681"/>
            <a:ext cx="28398" cy="28398"/>
          </a:xfrm>
          <a:prstGeom prst="ellipse">
            <a:avLst/>
          </a:prstGeom>
          <a:solidFill>
            <a:srgbClr val="B57442">
              <a:alpha val="30000"/>
            </a:srgbClr>
          </a:solidFill>
          <a:ln w="0">
            <a:noFill/>
            <a:prstDash val="solid"/>
          </a:ln>
        </p:spPr>
      </p:sp>
      <p:sp>
        <p:nvSpPr>
          <p:cNvPr id="1869" name="02_predicted_pose_5168">
            <a:extLst>
              <a:ext uri="{FF2B5EF4-FFF2-40B4-BE49-F238E27FC236}">
                <a16:creationId xmlns:a16="http://schemas.microsoft.com/office/drawing/2014/main" id="{7E20345B-8D7B-42D0-8759-22ED29652383}"/>
              </a:ext>
            </a:extLst>
          </p:cNvPr>
          <p:cNvSpPr>
            <a:spLocks noGrp="1"/>
          </p:cNvSpPr>
          <p:nvPr/>
        </p:nvSpPr>
        <p:spPr>
          <a:xfrm>
            <a:off x="5622649" y="5787061"/>
            <a:ext cx="28398" cy="28398"/>
          </a:xfrm>
          <a:prstGeom prst="ellipse">
            <a:avLst/>
          </a:prstGeom>
          <a:solidFill>
            <a:srgbClr val="B57442">
              <a:alpha val="30000"/>
            </a:srgbClr>
          </a:solidFill>
          <a:ln w="0">
            <a:noFill/>
            <a:prstDash val="solid"/>
          </a:ln>
        </p:spPr>
      </p:sp>
      <p:sp>
        <p:nvSpPr>
          <p:cNvPr id="1870" name="02_predicted_pose_5169">
            <a:extLst>
              <a:ext uri="{FF2B5EF4-FFF2-40B4-BE49-F238E27FC236}">
                <a16:creationId xmlns:a16="http://schemas.microsoft.com/office/drawing/2014/main" id="{293CDF21-BF93-4377-B1CE-E91DD77089FB}"/>
              </a:ext>
            </a:extLst>
          </p:cNvPr>
          <p:cNvSpPr>
            <a:spLocks noGrp="1"/>
          </p:cNvSpPr>
          <p:nvPr/>
        </p:nvSpPr>
        <p:spPr>
          <a:xfrm>
            <a:off x="5636431" y="5710835"/>
            <a:ext cx="28398" cy="28398"/>
          </a:xfrm>
          <a:prstGeom prst="ellipse">
            <a:avLst/>
          </a:prstGeom>
          <a:solidFill>
            <a:srgbClr val="B57442">
              <a:alpha val="30000"/>
            </a:srgbClr>
          </a:solidFill>
          <a:ln w="0">
            <a:noFill/>
            <a:prstDash val="solid"/>
          </a:ln>
        </p:spPr>
      </p:sp>
      <p:sp>
        <p:nvSpPr>
          <p:cNvPr id="1871" name="02_predicted_pose_5170">
            <a:extLst>
              <a:ext uri="{FF2B5EF4-FFF2-40B4-BE49-F238E27FC236}">
                <a16:creationId xmlns:a16="http://schemas.microsoft.com/office/drawing/2014/main" id="{60C2FF33-BA92-463F-8477-3275A7C66F1E}"/>
              </a:ext>
            </a:extLst>
          </p:cNvPr>
          <p:cNvSpPr>
            <a:spLocks noGrp="1"/>
          </p:cNvSpPr>
          <p:nvPr/>
        </p:nvSpPr>
        <p:spPr>
          <a:xfrm>
            <a:off x="5650212" y="5765539"/>
            <a:ext cx="28398" cy="28398"/>
          </a:xfrm>
          <a:prstGeom prst="ellipse">
            <a:avLst/>
          </a:prstGeom>
          <a:solidFill>
            <a:srgbClr val="B57442">
              <a:alpha val="30000"/>
            </a:srgbClr>
          </a:solidFill>
          <a:ln w="0">
            <a:noFill/>
            <a:prstDash val="solid"/>
          </a:ln>
        </p:spPr>
      </p:sp>
      <p:sp>
        <p:nvSpPr>
          <p:cNvPr id="1872" name="02_predicted_pose_5171">
            <a:extLst>
              <a:ext uri="{FF2B5EF4-FFF2-40B4-BE49-F238E27FC236}">
                <a16:creationId xmlns:a16="http://schemas.microsoft.com/office/drawing/2014/main" id="{2FE546D1-50A6-4C59-8BAF-BE933FBAB1B4}"/>
              </a:ext>
            </a:extLst>
          </p:cNvPr>
          <p:cNvSpPr>
            <a:spLocks noGrp="1"/>
          </p:cNvSpPr>
          <p:nvPr/>
        </p:nvSpPr>
        <p:spPr>
          <a:xfrm>
            <a:off x="5663993" y="5696932"/>
            <a:ext cx="28398" cy="28398"/>
          </a:xfrm>
          <a:prstGeom prst="ellipse">
            <a:avLst/>
          </a:prstGeom>
          <a:solidFill>
            <a:srgbClr val="B57442">
              <a:alpha val="30000"/>
            </a:srgbClr>
          </a:solidFill>
          <a:ln w="0">
            <a:noFill/>
            <a:prstDash val="solid"/>
          </a:ln>
        </p:spPr>
      </p:sp>
      <p:sp>
        <p:nvSpPr>
          <p:cNvPr id="1873" name="02_predicted_pose_5172">
            <a:extLst>
              <a:ext uri="{FF2B5EF4-FFF2-40B4-BE49-F238E27FC236}">
                <a16:creationId xmlns:a16="http://schemas.microsoft.com/office/drawing/2014/main" id="{76B1A0F9-EF30-4044-B33C-2B4FBDEAD5A8}"/>
              </a:ext>
            </a:extLst>
          </p:cNvPr>
          <p:cNvSpPr>
            <a:spLocks noGrp="1"/>
          </p:cNvSpPr>
          <p:nvPr/>
        </p:nvSpPr>
        <p:spPr>
          <a:xfrm>
            <a:off x="5553399" y="5674113"/>
            <a:ext cx="28398" cy="28398"/>
          </a:xfrm>
          <a:prstGeom prst="ellipse">
            <a:avLst/>
          </a:prstGeom>
          <a:solidFill>
            <a:srgbClr val="B57442">
              <a:alpha val="30000"/>
            </a:srgbClr>
          </a:solidFill>
          <a:ln w="0">
            <a:noFill/>
            <a:prstDash val="solid"/>
          </a:ln>
        </p:spPr>
      </p:sp>
      <p:sp>
        <p:nvSpPr>
          <p:cNvPr id="1874" name="02_predicted_pose_5173">
            <a:extLst>
              <a:ext uri="{FF2B5EF4-FFF2-40B4-BE49-F238E27FC236}">
                <a16:creationId xmlns:a16="http://schemas.microsoft.com/office/drawing/2014/main" id="{FCAB7230-E6DD-4423-8BEE-30ECF85F41A3}"/>
              </a:ext>
            </a:extLst>
          </p:cNvPr>
          <p:cNvSpPr>
            <a:spLocks noGrp="1"/>
          </p:cNvSpPr>
          <p:nvPr/>
        </p:nvSpPr>
        <p:spPr>
          <a:xfrm>
            <a:off x="5744613" y="5912271"/>
            <a:ext cx="28398" cy="28398"/>
          </a:xfrm>
          <a:prstGeom prst="ellipse">
            <a:avLst/>
          </a:prstGeom>
          <a:solidFill>
            <a:srgbClr val="B57442">
              <a:alpha val="30000"/>
            </a:srgbClr>
          </a:solidFill>
          <a:ln w="0">
            <a:noFill/>
            <a:prstDash val="solid"/>
          </a:ln>
        </p:spPr>
      </p:sp>
      <p:sp>
        <p:nvSpPr>
          <p:cNvPr id="1875" name="02_predicted_pose_5174">
            <a:extLst>
              <a:ext uri="{FF2B5EF4-FFF2-40B4-BE49-F238E27FC236}">
                <a16:creationId xmlns:a16="http://schemas.microsoft.com/office/drawing/2014/main" id="{387ED29E-FB09-4EED-BB40-0B1F530D7C93}"/>
              </a:ext>
            </a:extLst>
          </p:cNvPr>
          <p:cNvSpPr>
            <a:spLocks noGrp="1"/>
          </p:cNvSpPr>
          <p:nvPr/>
        </p:nvSpPr>
        <p:spPr>
          <a:xfrm>
            <a:off x="5615759" y="5909146"/>
            <a:ext cx="28398" cy="28398"/>
          </a:xfrm>
          <a:prstGeom prst="ellipse">
            <a:avLst/>
          </a:prstGeom>
          <a:solidFill>
            <a:srgbClr val="B57442">
              <a:alpha val="30000"/>
            </a:srgbClr>
          </a:solidFill>
          <a:ln w="0">
            <a:noFill/>
            <a:prstDash val="solid"/>
          </a:ln>
        </p:spPr>
      </p:sp>
      <p:sp>
        <p:nvSpPr>
          <p:cNvPr id="1876" name="02_predicted_pose_5175">
            <a:extLst>
              <a:ext uri="{FF2B5EF4-FFF2-40B4-BE49-F238E27FC236}">
                <a16:creationId xmlns:a16="http://schemas.microsoft.com/office/drawing/2014/main" id="{4DFE2C80-B837-423D-AE14-10E0634E0159}"/>
              </a:ext>
            </a:extLst>
          </p:cNvPr>
          <p:cNvSpPr>
            <a:spLocks noGrp="1"/>
          </p:cNvSpPr>
          <p:nvPr/>
        </p:nvSpPr>
        <p:spPr>
          <a:xfrm>
            <a:off x="5507921" y="5667308"/>
            <a:ext cx="28398" cy="28398"/>
          </a:xfrm>
          <a:prstGeom prst="ellipse">
            <a:avLst/>
          </a:prstGeom>
          <a:solidFill>
            <a:srgbClr val="B57442">
              <a:alpha val="30000"/>
            </a:srgbClr>
          </a:solidFill>
          <a:ln w="0">
            <a:noFill/>
            <a:prstDash val="solid"/>
          </a:ln>
        </p:spPr>
      </p:sp>
      <p:sp>
        <p:nvSpPr>
          <p:cNvPr id="1877" name="02_predicted_pose_5176">
            <a:extLst>
              <a:ext uri="{FF2B5EF4-FFF2-40B4-BE49-F238E27FC236}">
                <a16:creationId xmlns:a16="http://schemas.microsoft.com/office/drawing/2014/main" id="{80B59819-1729-49A7-B1B0-E286A2C0B6E5}"/>
              </a:ext>
            </a:extLst>
          </p:cNvPr>
          <p:cNvSpPr>
            <a:spLocks noGrp="1"/>
          </p:cNvSpPr>
          <p:nvPr/>
        </p:nvSpPr>
        <p:spPr>
          <a:xfrm>
            <a:off x="5629540" y="5883670"/>
            <a:ext cx="28398" cy="28398"/>
          </a:xfrm>
          <a:prstGeom prst="ellipse">
            <a:avLst/>
          </a:prstGeom>
          <a:solidFill>
            <a:srgbClr val="B57442">
              <a:alpha val="30000"/>
            </a:srgbClr>
          </a:solidFill>
          <a:ln w="0">
            <a:noFill/>
            <a:prstDash val="solid"/>
          </a:ln>
        </p:spPr>
      </p:sp>
      <p:sp>
        <p:nvSpPr>
          <p:cNvPr id="1878" name="02_predicted_pose_5177">
            <a:extLst>
              <a:ext uri="{FF2B5EF4-FFF2-40B4-BE49-F238E27FC236}">
                <a16:creationId xmlns:a16="http://schemas.microsoft.com/office/drawing/2014/main" id="{61E5252D-1F05-4C1F-9D87-E37BF47A4D29}"/>
              </a:ext>
            </a:extLst>
          </p:cNvPr>
          <p:cNvSpPr>
            <a:spLocks noGrp="1"/>
          </p:cNvSpPr>
          <p:nvPr/>
        </p:nvSpPr>
        <p:spPr>
          <a:xfrm>
            <a:off x="5736689" y="5561171"/>
            <a:ext cx="28398" cy="28398"/>
          </a:xfrm>
          <a:prstGeom prst="ellipse">
            <a:avLst/>
          </a:prstGeom>
          <a:solidFill>
            <a:srgbClr val="B57442">
              <a:alpha val="30000"/>
            </a:srgbClr>
          </a:solidFill>
          <a:ln w="0">
            <a:noFill/>
            <a:prstDash val="solid"/>
          </a:ln>
        </p:spPr>
      </p:sp>
      <p:sp>
        <p:nvSpPr>
          <p:cNvPr id="1879" name="02_predicted_pose_5178">
            <a:extLst>
              <a:ext uri="{FF2B5EF4-FFF2-40B4-BE49-F238E27FC236}">
                <a16:creationId xmlns:a16="http://schemas.microsoft.com/office/drawing/2014/main" id="{7FE9A3A4-0FCE-43CE-9E2C-21B7E3F768A4}"/>
              </a:ext>
            </a:extLst>
          </p:cNvPr>
          <p:cNvSpPr>
            <a:spLocks noGrp="1"/>
          </p:cNvSpPr>
          <p:nvPr/>
        </p:nvSpPr>
        <p:spPr>
          <a:xfrm>
            <a:off x="5791814" y="5780361"/>
            <a:ext cx="28398" cy="28398"/>
          </a:xfrm>
          <a:prstGeom prst="ellipse">
            <a:avLst/>
          </a:prstGeom>
          <a:solidFill>
            <a:srgbClr val="B57442">
              <a:alpha val="30000"/>
            </a:srgbClr>
          </a:solidFill>
          <a:ln w="0">
            <a:noFill/>
            <a:prstDash val="solid"/>
          </a:ln>
        </p:spPr>
      </p:sp>
      <p:sp>
        <p:nvSpPr>
          <p:cNvPr id="1880" name="02_predicted_pose_5179">
            <a:extLst>
              <a:ext uri="{FF2B5EF4-FFF2-40B4-BE49-F238E27FC236}">
                <a16:creationId xmlns:a16="http://schemas.microsoft.com/office/drawing/2014/main" id="{054B4066-DF74-475D-8CB0-D8CF9C315E29}"/>
              </a:ext>
            </a:extLst>
          </p:cNvPr>
          <p:cNvSpPr>
            <a:spLocks noGrp="1"/>
          </p:cNvSpPr>
          <p:nvPr/>
        </p:nvSpPr>
        <p:spPr>
          <a:xfrm>
            <a:off x="5585096" y="5645098"/>
            <a:ext cx="28398" cy="28398"/>
          </a:xfrm>
          <a:prstGeom prst="ellipse">
            <a:avLst/>
          </a:prstGeom>
          <a:solidFill>
            <a:srgbClr val="B57442">
              <a:alpha val="30000"/>
            </a:srgbClr>
          </a:solidFill>
          <a:ln w="0">
            <a:noFill/>
            <a:prstDash val="solid"/>
          </a:ln>
        </p:spPr>
      </p:sp>
      <p:sp>
        <p:nvSpPr>
          <p:cNvPr id="1881" name="02_predicted_pose_5180">
            <a:extLst>
              <a:ext uri="{FF2B5EF4-FFF2-40B4-BE49-F238E27FC236}">
                <a16:creationId xmlns:a16="http://schemas.microsoft.com/office/drawing/2014/main" id="{55B3A920-EEE7-491F-98D2-F9FE91B06612}"/>
              </a:ext>
            </a:extLst>
          </p:cNvPr>
          <p:cNvSpPr>
            <a:spLocks noGrp="1"/>
          </p:cNvSpPr>
          <p:nvPr/>
        </p:nvSpPr>
        <p:spPr>
          <a:xfrm>
            <a:off x="5612658" y="5707984"/>
            <a:ext cx="28398" cy="28398"/>
          </a:xfrm>
          <a:prstGeom prst="ellipse">
            <a:avLst/>
          </a:prstGeom>
          <a:solidFill>
            <a:srgbClr val="B57442">
              <a:alpha val="30000"/>
            </a:srgbClr>
          </a:solidFill>
          <a:ln w="0">
            <a:noFill/>
            <a:prstDash val="solid"/>
          </a:ln>
        </p:spPr>
      </p:sp>
      <p:sp>
        <p:nvSpPr>
          <p:cNvPr id="1882" name="02_predicted_pose_5181">
            <a:extLst>
              <a:ext uri="{FF2B5EF4-FFF2-40B4-BE49-F238E27FC236}">
                <a16:creationId xmlns:a16="http://schemas.microsoft.com/office/drawing/2014/main" id="{89D5D1E3-FA01-4514-A9CF-8B793C322ECE}"/>
              </a:ext>
            </a:extLst>
          </p:cNvPr>
          <p:cNvSpPr>
            <a:spLocks noGrp="1"/>
          </p:cNvSpPr>
          <p:nvPr/>
        </p:nvSpPr>
        <p:spPr>
          <a:xfrm>
            <a:off x="5654002" y="5610201"/>
            <a:ext cx="28398" cy="28398"/>
          </a:xfrm>
          <a:prstGeom prst="ellipse">
            <a:avLst/>
          </a:prstGeom>
          <a:solidFill>
            <a:srgbClr val="B57442">
              <a:alpha val="30000"/>
            </a:srgbClr>
          </a:solidFill>
          <a:ln w="0">
            <a:noFill/>
            <a:prstDash val="solid"/>
          </a:ln>
        </p:spPr>
      </p:sp>
      <p:sp>
        <p:nvSpPr>
          <p:cNvPr id="1883" name="02_predicted_pose_5182">
            <a:extLst>
              <a:ext uri="{FF2B5EF4-FFF2-40B4-BE49-F238E27FC236}">
                <a16:creationId xmlns:a16="http://schemas.microsoft.com/office/drawing/2014/main" id="{DB6B45B4-F832-4786-986F-887E22BC64DA}"/>
              </a:ext>
            </a:extLst>
          </p:cNvPr>
          <p:cNvSpPr>
            <a:spLocks noGrp="1"/>
          </p:cNvSpPr>
          <p:nvPr/>
        </p:nvSpPr>
        <p:spPr>
          <a:xfrm>
            <a:off x="5681564" y="5642372"/>
            <a:ext cx="28398" cy="28398"/>
          </a:xfrm>
          <a:prstGeom prst="ellipse">
            <a:avLst/>
          </a:prstGeom>
          <a:solidFill>
            <a:srgbClr val="B57442">
              <a:alpha val="30000"/>
            </a:srgbClr>
          </a:solidFill>
          <a:ln w="0">
            <a:noFill/>
            <a:prstDash val="solid"/>
          </a:ln>
        </p:spPr>
      </p:sp>
      <p:sp>
        <p:nvSpPr>
          <p:cNvPr id="1884" name="02_predicted_pose_5183">
            <a:extLst>
              <a:ext uri="{FF2B5EF4-FFF2-40B4-BE49-F238E27FC236}">
                <a16:creationId xmlns:a16="http://schemas.microsoft.com/office/drawing/2014/main" id="{F95A520D-9812-4BB2-8297-B161E25BA764}"/>
              </a:ext>
            </a:extLst>
          </p:cNvPr>
          <p:cNvSpPr>
            <a:spLocks noGrp="1"/>
          </p:cNvSpPr>
          <p:nvPr/>
        </p:nvSpPr>
        <p:spPr>
          <a:xfrm>
            <a:off x="5695345" y="5685312"/>
            <a:ext cx="28398" cy="28398"/>
          </a:xfrm>
          <a:prstGeom prst="ellipse">
            <a:avLst/>
          </a:prstGeom>
          <a:solidFill>
            <a:srgbClr val="B57442">
              <a:alpha val="30000"/>
            </a:srgbClr>
          </a:solidFill>
          <a:ln w="0">
            <a:noFill/>
            <a:prstDash val="solid"/>
          </a:ln>
        </p:spPr>
      </p:sp>
      <p:sp>
        <p:nvSpPr>
          <p:cNvPr id="1885" name="02_predicted_pose_5184">
            <a:extLst>
              <a:ext uri="{FF2B5EF4-FFF2-40B4-BE49-F238E27FC236}">
                <a16:creationId xmlns:a16="http://schemas.microsoft.com/office/drawing/2014/main" id="{42723D7E-A19B-4097-933A-3EB598D96B8A}"/>
              </a:ext>
            </a:extLst>
          </p:cNvPr>
          <p:cNvSpPr>
            <a:spLocks noGrp="1"/>
          </p:cNvSpPr>
          <p:nvPr/>
        </p:nvSpPr>
        <p:spPr>
          <a:xfrm>
            <a:off x="5598532" y="5648792"/>
            <a:ext cx="28398" cy="28398"/>
          </a:xfrm>
          <a:prstGeom prst="ellipse">
            <a:avLst/>
          </a:prstGeom>
          <a:solidFill>
            <a:srgbClr val="B57442">
              <a:alpha val="30000"/>
            </a:srgbClr>
          </a:solidFill>
          <a:ln w="0">
            <a:noFill/>
            <a:prstDash val="solid"/>
          </a:ln>
        </p:spPr>
      </p:sp>
      <p:sp>
        <p:nvSpPr>
          <p:cNvPr id="1886" name="02_predicted_pose_5185">
            <a:extLst>
              <a:ext uri="{FF2B5EF4-FFF2-40B4-BE49-F238E27FC236}">
                <a16:creationId xmlns:a16="http://schemas.microsoft.com/office/drawing/2014/main" id="{5B8EC8EE-9A1C-45F1-A441-0B14CB606EF3}"/>
              </a:ext>
            </a:extLst>
          </p:cNvPr>
          <p:cNvSpPr>
            <a:spLocks noGrp="1"/>
          </p:cNvSpPr>
          <p:nvPr/>
        </p:nvSpPr>
        <p:spPr>
          <a:xfrm>
            <a:off x="5701202" y="5841153"/>
            <a:ext cx="28398" cy="28398"/>
          </a:xfrm>
          <a:prstGeom prst="ellipse">
            <a:avLst/>
          </a:prstGeom>
          <a:solidFill>
            <a:srgbClr val="B57442">
              <a:alpha val="30000"/>
            </a:srgbClr>
          </a:solidFill>
          <a:ln w="0">
            <a:noFill/>
            <a:prstDash val="solid"/>
          </a:ln>
        </p:spPr>
      </p:sp>
      <p:sp>
        <p:nvSpPr>
          <p:cNvPr id="1887" name="02_predicted_pose_5186">
            <a:extLst>
              <a:ext uri="{FF2B5EF4-FFF2-40B4-BE49-F238E27FC236}">
                <a16:creationId xmlns:a16="http://schemas.microsoft.com/office/drawing/2014/main" id="{1D5B9269-14D4-4277-A725-22212D4CFB1D}"/>
              </a:ext>
            </a:extLst>
          </p:cNvPr>
          <p:cNvSpPr>
            <a:spLocks noGrp="1"/>
          </p:cNvSpPr>
          <p:nvPr/>
        </p:nvSpPr>
        <p:spPr>
          <a:xfrm>
            <a:off x="5728765" y="5893735"/>
            <a:ext cx="28398" cy="28398"/>
          </a:xfrm>
          <a:prstGeom prst="ellipse">
            <a:avLst/>
          </a:prstGeom>
          <a:solidFill>
            <a:srgbClr val="B57442">
              <a:alpha val="30000"/>
            </a:srgbClr>
          </a:solidFill>
          <a:ln w="0">
            <a:noFill/>
            <a:prstDash val="solid"/>
          </a:ln>
        </p:spPr>
      </p:sp>
      <p:sp>
        <p:nvSpPr>
          <p:cNvPr id="1888" name="02_predicted_pose_5187">
            <a:extLst>
              <a:ext uri="{FF2B5EF4-FFF2-40B4-BE49-F238E27FC236}">
                <a16:creationId xmlns:a16="http://schemas.microsoft.com/office/drawing/2014/main" id="{3AA5A9F2-5F5E-4B52-97B3-7BACF72927FD}"/>
              </a:ext>
            </a:extLst>
          </p:cNvPr>
          <p:cNvSpPr>
            <a:spLocks noGrp="1"/>
          </p:cNvSpPr>
          <p:nvPr/>
        </p:nvSpPr>
        <p:spPr>
          <a:xfrm>
            <a:off x="5756327" y="5845315"/>
            <a:ext cx="28398" cy="28398"/>
          </a:xfrm>
          <a:prstGeom prst="ellipse">
            <a:avLst/>
          </a:prstGeom>
          <a:solidFill>
            <a:srgbClr val="B57442">
              <a:alpha val="30000"/>
            </a:srgbClr>
          </a:solidFill>
          <a:ln w="0">
            <a:noFill/>
            <a:prstDash val="solid"/>
          </a:ln>
        </p:spPr>
      </p:sp>
      <p:sp>
        <p:nvSpPr>
          <p:cNvPr id="1889" name="02_predicted_pose_5188">
            <a:extLst>
              <a:ext uri="{FF2B5EF4-FFF2-40B4-BE49-F238E27FC236}">
                <a16:creationId xmlns:a16="http://schemas.microsoft.com/office/drawing/2014/main" id="{E6CEC995-8084-4565-80B1-A1E99341793E}"/>
              </a:ext>
            </a:extLst>
          </p:cNvPr>
          <p:cNvSpPr>
            <a:spLocks noGrp="1"/>
          </p:cNvSpPr>
          <p:nvPr/>
        </p:nvSpPr>
        <p:spPr>
          <a:xfrm>
            <a:off x="5783890" y="5839439"/>
            <a:ext cx="28398" cy="28398"/>
          </a:xfrm>
          <a:prstGeom prst="ellipse">
            <a:avLst/>
          </a:prstGeom>
          <a:solidFill>
            <a:srgbClr val="B57442">
              <a:alpha val="30000"/>
            </a:srgbClr>
          </a:solidFill>
          <a:ln w="0">
            <a:noFill/>
            <a:prstDash val="solid"/>
          </a:ln>
        </p:spPr>
      </p:sp>
      <p:sp>
        <p:nvSpPr>
          <p:cNvPr id="1890" name="02_predicted_pose_5189">
            <a:extLst>
              <a:ext uri="{FF2B5EF4-FFF2-40B4-BE49-F238E27FC236}">
                <a16:creationId xmlns:a16="http://schemas.microsoft.com/office/drawing/2014/main" id="{5122D37B-BCEA-4198-9E25-07550DF33E4D}"/>
              </a:ext>
            </a:extLst>
          </p:cNvPr>
          <p:cNvSpPr>
            <a:spLocks noGrp="1"/>
          </p:cNvSpPr>
          <p:nvPr/>
        </p:nvSpPr>
        <p:spPr>
          <a:xfrm>
            <a:off x="5553054" y="5843091"/>
            <a:ext cx="28398" cy="28398"/>
          </a:xfrm>
          <a:prstGeom prst="ellipse">
            <a:avLst/>
          </a:prstGeom>
          <a:solidFill>
            <a:srgbClr val="B57442">
              <a:alpha val="30000"/>
            </a:srgbClr>
          </a:solidFill>
          <a:ln w="0">
            <a:noFill/>
            <a:prstDash val="solid"/>
          </a:ln>
        </p:spPr>
      </p:sp>
      <p:sp>
        <p:nvSpPr>
          <p:cNvPr id="1891" name="02_predicted_pose_5190">
            <a:extLst>
              <a:ext uri="{FF2B5EF4-FFF2-40B4-BE49-F238E27FC236}">
                <a16:creationId xmlns:a16="http://schemas.microsoft.com/office/drawing/2014/main" id="{5B44AAFA-B592-4FB2-88C0-7CF633F21BE8}"/>
              </a:ext>
            </a:extLst>
          </p:cNvPr>
          <p:cNvSpPr>
            <a:spLocks noGrp="1"/>
          </p:cNvSpPr>
          <p:nvPr/>
        </p:nvSpPr>
        <p:spPr>
          <a:xfrm>
            <a:off x="5566835" y="5891491"/>
            <a:ext cx="28398" cy="28398"/>
          </a:xfrm>
          <a:prstGeom prst="ellipse">
            <a:avLst/>
          </a:prstGeom>
          <a:solidFill>
            <a:srgbClr val="B57442">
              <a:alpha val="30000"/>
            </a:srgbClr>
          </a:solidFill>
          <a:ln w="0">
            <a:noFill/>
            <a:prstDash val="solid"/>
          </a:ln>
        </p:spPr>
      </p:sp>
      <p:sp>
        <p:nvSpPr>
          <p:cNvPr id="1892" name="02_predicted_pose_5191">
            <a:extLst>
              <a:ext uri="{FF2B5EF4-FFF2-40B4-BE49-F238E27FC236}">
                <a16:creationId xmlns:a16="http://schemas.microsoft.com/office/drawing/2014/main" id="{04BFE38F-E224-4E7E-94FA-62A3ABB8B54B}"/>
              </a:ext>
            </a:extLst>
          </p:cNvPr>
          <p:cNvSpPr>
            <a:spLocks noGrp="1"/>
          </p:cNvSpPr>
          <p:nvPr/>
        </p:nvSpPr>
        <p:spPr>
          <a:xfrm>
            <a:off x="5594398" y="5889411"/>
            <a:ext cx="28398" cy="28398"/>
          </a:xfrm>
          <a:prstGeom prst="ellipse">
            <a:avLst/>
          </a:prstGeom>
          <a:solidFill>
            <a:srgbClr val="B57442">
              <a:alpha val="30000"/>
            </a:srgbClr>
          </a:solidFill>
          <a:ln w="0">
            <a:noFill/>
            <a:prstDash val="solid"/>
          </a:ln>
        </p:spPr>
      </p:sp>
      <p:sp>
        <p:nvSpPr>
          <p:cNvPr id="1893" name="02_predicted_pose_5192">
            <a:extLst>
              <a:ext uri="{FF2B5EF4-FFF2-40B4-BE49-F238E27FC236}">
                <a16:creationId xmlns:a16="http://schemas.microsoft.com/office/drawing/2014/main" id="{9ED8C28B-A137-42F8-9FA3-D21DBE497E85}"/>
              </a:ext>
            </a:extLst>
          </p:cNvPr>
          <p:cNvSpPr>
            <a:spLocks noGrp="1"/>
          </p:cNvSpPr>
          <p:nvPr/>
        </p:nvSpPr>
        <p:spPr>
          <a:xfrm>
            <a:off x="5621960" y="5795533"/>
            <a:ext cx="28398" cy="28398"/>
          </a:xfrm>
          <a:prstGeom prst="ellipse">
            <a:avLst/>
          </a:prstGeom>
          <a:solidFill>
            <a:srgbClr val="B57442">
              <a:alpha val="30000"/>
            </a:srgbClr>
          </a:solidFill>
          <a:ln w="0">
            <a:noFill/>
            <a:prstDash val="solid"/>
          </a:ln>
        </p:spPr>
      </p:sp>
      <p:sp>
        <p:nvSpPr>
          <p:cNvPr id="1894" name="02_predicted_pose_5193">
            <a:extLst>
              <a:ext uri="{FF2B5EF4-FFF2-40B4-BE49-F238E27FC236}">
                <a16:creationId xmlns:a16="http://schemas.microsoft.com/office/drawing/2014/main" id="{97EF5A71-15B1-4D0E-BC59-66E694B42329}"/>
              </a:ext>
            </a:extLst>
          </p:cNvPr>
          <p:cNvSpPr>
            <a:spLocks noGrp="1"/>
          </p:cNvSpPr>
          <p:nvPr/>
        </p:nvSpPr>
        <p:spPr>
          <a:xfrm>
            <a:off x="5649523" y="5829634"/>
            <a:ext cx="28398" cy="28398"/>
          </a:xfrm>
          <a:prstGeom prst="ellipse">
            <a:avLst/>
          </a:prstGeom>
          <a:solidFill>
            <a:srgbClr val="B57442">
              <a:alpha val="30000"/>
            </a:srgbClr>
          </a:solidFill>
          <a:ln w="0">
            <a:noFill/>
            <a:prstDash val="solid"/>
          </a:ln>
        </p:spPr>
      </p:sp>
      <p:sp>
        <p:nvSpPr>
          <p:cNvPr id="1895" name="02_predicted_pose_5194">
            <a:extLst>
              <a:ext uri="{FF2B5EF4-FFF2-40B4-BE49-F238E27FC236}">
                <a16:creationId xmlns:a16="http://schemas.microsoft.com/office/drawing/2014/main" id="{0BE0FFDD-A468-450B-9B43-87CDE70AE5F7}"/>
              </a:ext>
            </a:extLst>
          </p:cNvPr>
          <p:cNvSpPr>
            <a:spLocks noGrp="1"/>
          </p:cNvSpPr>
          <p:nvPr/>
        </p:nvSpPr>
        <p:spPr>
          <a:xfrm>
            <a:off x="5674329" y="5341021"/>
            <a:ext cx="28398" cy="28398"/>
          </a:xfrm>
          <a:prstGeom prst="ellipse">
            <a:avLst/>
          </a:prstGeom>
          <a:solidFill>
            <a:srgbClr val="B57442">
              <a:alpha val="30000"/>
            </a:srgbClr>
          </a:solidFill>
          <a:ln w="0">
            <a:noFill/>
            <a:prstDash val="solid"/>
          </a:ln>
        </p:spPr>
      </p:sp>
      <p:sp>
        <p:nvSpPr>
          <p:cNvPr id="1896" name="02_predicted_pose_5195">
            <a:extLst>
              <a:ext uri="{FF2B5EF4-FFF2-40B4-BE49-F238E27FC236}">
                <a16:creationId xmlns:a16="http://schemas.microsoft.com/office/drawing/2014/main" id="{9ADA3383-217F-42DE-B644-DCBD378D6971}"/>
              </a:ext>
            </a:extLst>
          </p:cNvPr>
          <p:cNvSpPr>
            <a:spLocks noGrp="1"/>
          </p:cNvSpPr>
          <p:nvPr/>
        </p:nvSpPr>
        <p:spPr>
          <a:xfrm>
            <a:off x="5688110" y="5494696"/>
            <a:ext cx="28398" cy="28398"/>
          </a:xfrm>
          <a:prstGeom prst="ellipse">
            <a:avLst/>
          </a:prstGeom>
          <a:solidFill>
            <a:srgbClr val="B57442">
              <a:alpha val="30000"/>
            </a:srgbClr>
          </a:solidFill>
          <a:ln w="0">
            <a:noFill/>
            <a:prstDash val="solid"/>
          </a:ln>
        </p:spPr>
      </p:sp>
      <p:sp>
        <p:nvSpPr>
          <p:cNvPr id="1897" name="02_predicted_pose_5196">
            <a:extLst>
              <a:ext uri="{FF2B5EF4-FFF2-40B4-BE49-F238E27FC236}">
                <a16:creationId xmlns:a16="http://schemas.microsoft.com/office/drawing/2014/main" id="{DC59DF0C-BCD5-4B96-AEC2-359B37D4DFED}"/>
              </a:ext>
            </a:extLst>
          </p:cNvPr>
          <p:cNvSpPr>
            <a:spLocks noGrp="1"/>
          </p:cNvSpPr>
          <p:nvPr/>
        </p:nvSpPr>
        <p:spPr>
          <a:xfrm>
            <a:off x="5619204" y="5616890"/>
            <a:ext cx="28398" cy="28398"/>
          </a:xfrm>
          <a:prstGeom prst="ellipse">
            <a:avLst/>
          </a:prstGeom>
          <a:solidFill>
            <a:srgbClr val="B57442">
              <a:alpha val="30000"/>
            </a:srgbClr>
          </a:solidFill>
          <a:ln w="0">
            <a:noFill/>
            <a:prstDash val="solid"/>
          </a:ln>
        </p:spPr>
      </p:sp>
      <p:sp>
        <p:nvSpPr>
          <p:cNvPr id="1898" name="02_predicted_pose_5197">
            <a:extLst>
              <a:ext uri="{FF2B5EF4-FFF2-40B4-BE49-F238E27FC236}">
                <a16:creationId xmlns:a16="http://schemas.microsoft.com/office/drawing/2014/main" id="{F763F628-5593-4266-9D96-0451F30130CA}"/>
              </a:ext>
            </a:extLst>
          </p:cNvPr>
          <p:cNvSpPr>
            <a:spLocks noGrp="1"/>
          </p:cNvSpPr>
          <p:nvPr/>
        </p:nvSpPr>
        <p:spPr>
          <a:xfrm>
            <a:off x="5566491" y="5863956"/>
            <a:ext cx="28398" cy="28398"/>
          </a:xfrm>
          <a:prstGeom prst="ellipse">
            <a:avLst/>
          </a:prstGeom>
          <a:solidFill>
            <a:srgbClr val="B57442">
              <a:alpha val="30000"/>
            </a:srgbClr>
          </a:solidFill>
          <a:ln w="0">
            <a:noFill/>
            <a:prstDash val="solid"/>
          </a:ln>
        </p:spPr>
      </p:sp>
      <p:sp>
        <p:nvSpPr>
          <p:cNvPr id="1899" name="02_predicted_pose_5198">
            <a:extLst>
              <a:ext uri="{FF2B5EF4-FFF2-40B4-BE49-F238E27FC236}">
                <a16:creationId xmlns:a16="http://schemas.microsoft.com/office/drawing/2014/main" id="{7654B53C-0CF5-4923-A2C3-9BCF38D3D123}"/>
              </a:ext>
            </a:extLst>
          </p:cNvPr>
          <p:cNvSpPr>
            <a:spLocks noGrp="1"/>
          </p:cNvSpPr>
          <p:nvPr/>
        </p:nvSpPr>
        <p:spPr>
          <a:xfrm>
            <a:off x="5483114" y="5824442"/>
            <a:ext cx="28398" cy="28398"/>
          </a:xfrm>
          <a:prstGeom prst="ellipse">
            <a:avLst/>
          </a:prstGeom>
          <a:solidFill>
            <a:srgbClr val="B57442">
              <a:alpha val="30000"/>
            </a:srgbClr>
          </a:solidFill>
          <a:ln w="0">
            <a:noFill/>
            <a:prstDash val="solid"/>
          </a:ln>
        </p:spPr>
      </p:sp>
      <p:sp>
        <p:nvSpPr>
          <p:cNvPr id="1900" name="02_predicted_pose_5199">
            <a:extLst>
              <a:ext uri="{FF2B5EF4-FFF2-40B4-BE49-F238E27FC236}">
                <a16:creationId xmlns:a16="http://schemas.microsoft.com/office/drawing/2014/main" id="{90A6DBF7-B26B-49BE-A490-00628BCC9570}"/>
              </a:ext>
            </a:extLst>
          </p:cNvPr>
          <p:cNvSpPr>
            <a:spLocks noGrp="1"/>
          </p:cNvSpPr>
          <p:nvPr/>
        </p:nvSpPr>
        <p:spPr>
          <a:xfrm>
            <a:off x="5727042" y="5459508"/>
            <a:ext cx="28398" cy="28398"/>
          </a:xfrm>
          <a:prstGeom prst="ellipse">
            <a:avLst/>
          </a:prstGeom>
          <a:solidFill>
            <a:srgbClr val="B57442">
              <a:alpha val="30000"/>
            </a:srgbClr>
          </a:solidFill>
          <a:ln w="0">
            <a:noFill/>
            <a:prstDash val="solid"/>
          </a:ln>
        </p:spPr>
      </p:sp>
      <p:sp>
        <p:nvSpPr>
          <p:cNvPr id="1901" name="02_predicted_pose_5200">
            <a:extLst>
              <a:ext uri="{FF2B5EF4-FFF2-40B4-BE49-F238E27FC236}">
                <a16:creationId xmlns:a16="http://schemas.microsoft.com/office/drawing/2014/main" id="{C6616CE1-C3C8-4F4E-927E-CAAD2D1C72B8}"/>
              </a:ext>
            </a:extLst>
          </p:cNvPr>
          <p:cNvSpPr>
            <a:spLocks noGrp="1"/>
          </p:cNvSpPr>
          <p:nvPr/>
        </p:nvSpPr>
        <p:spPr>
          <a:xfrm>
            <a:off x="5683976" y="5082135"/>
            <a:ext cx="28398" cy="28398"/>
          </a:xfrm>
          <a:prstGeom prst="ellipse">
            <a:avLst/>
          </a:prstGeom>
          <a:solidFill>
            <a:srgbClr val="B57442">
              <a:alpha val="30000"/>
            </a:srgbClr>
          </a:solidFill>
          <a:ln w="0">
            <a:noFill/>
            <a:prstDash val="solid"/>
          </a:ln>
        </p:spPr>
      </p:sp>
      <p:sp>
        <p:nvSpPr>
          <p:cNvPr id="1902" name="02_predicted_pose_5201">
            <a:extLst>
              <a:ext uri="{FF2B5EF4-FFF2-40B4-BE49-F238E27FC236}">
                <a16:creationId xmlns:a16="http://schemas.microsoft.com/office/drawing/2014/main" id="{5EC6525C-5F0C-4AFE-BEF5-922910A46BE9}"/>
              </a:ext>
            </a:extLst>
          </p:cNvPr>
          <p:cNvSpPr>
            <a:spLocks noGrp="1"/>
          </p:cNvSpPr>
          <p:nvPr/>
        </p:nvSpPr>
        <p:spPr>
          <a:xfrm>
            <a:off x="5697757" y="5163855"/>
            <a:ext cx="28398" cy="28398"/>
          </a:xfrm>
          <a:prstGeom prst="ellipse">
            <a:avLst/>
          </a:prstGeom>
          <a:solidFill>
            <a:srgbClr val="B57442">
              <a:alpha val="30000"/>
            </a:srgbClr>
          </a:solidFill>
          <a:ln w="0">
            <a:noFill/>
            <a:prstDash val="solid"/>
          </a:ln>
        </p:spPr>
      </p:sp>
      <p:sp>
        <p:nvSpPr>
          <p:cNvPr id="1903" name="02_predicted_pose_5202">
            <a:extLst>
              <a:ext uri="{FF2B5EF4-FFF2-40B4-BE49-F238E27FC236}">
                <a16:creationId xmlns:a16="http://schemas.microsoft.com/office/drawing/2014/main" id="{326680F7-6103-490A-A531-2CE3722345A7}"/>
              </a:ext>
            </a:extLst>
          </p:cNvPr>
          <p:cNvSpPr>
            <a:spLocks noGrp="1"/>
          </p:cNvSpPr>
          <p:nvPr/>
        </p:nvSpPr>
        <p:spPr>
          <a:xfrm>
            <a:off x="5503786" y="5798352"/>
            <a:ext cx="28398" cy="28398"/>
          </a:xfrm>
          <a:prstGeom prst="ellipse">
            <a:avLst/>
          </a:prstGeom>
          <a:solidFill>
            <a:srgbClr val="B57442">
              <a:alpha val="30000"/>
            </a:srgbClr>
          </a:solidFill>
          <a:ln w="0">
            <a:noFill/>
            <a:prstDash val="solid"/>
          </a:ln>
        </p:spPr>
      </p:sp>
      <p:sp>
        <p:nvSpPr>
          <p:cNvPr id="1904" name="02_predicted_pose_5203">
            <a:extLst>
              <a:ext uri="{FF2B5EF4-FFF2-40B4-BE49-F238E27FC236}">
                <a16:creationId xmlns:a16="http://schemas.microsoft.com/office/drawing/2014/main" id="{541D8746-2A4A-4BA5-AAAB-0E4C67D41772}"/>
              </a:ext>
            </a:extLst>
          </p:cNvPr>
          <p:cNvSpPr>
            <a:spLocks noGrp="1"/>
          </p:cNvSpPr>
          <p:nvPr/>
        </p:nvSpPr>
        <p:spPr>
          <a:xfrm>
            <a:off x="5684320" y="5915129"/>
            <a:ext cx="28398" cy="28398"/>
          </a:xfrm>
          <a:prstGeom prst="ellipse">
            <a:avLst/>
          </a:prstGeom>
          <a:solidFill>
            <a:srgbClr val="B57442">
              <a:alpha val="30000"/>
            </a:srgbClr>
          </a:solidFill>
          <a:ln w="0">
            <a:noFill/>
            <a:prstDash val="solid"/>
          </a:ln>
        </p:spPr>
      </p:sp>
      <p:sp>
        <p:nvSpPr>
          <p:cNvPr id="1905" name="02_predicted_pose_5204">
            <a:extLst>
              <a:ext uri="{FF2B5EF4-FFF2-40B4-BE49-F238E27FC236}">
                <a16:creationId xmlns:a16="http://schemas.microsoft.com/office/drawing/2014/main" id="{4A87FFC0-9EB2-40E2-A6DA-1FBB12BDA7F0}"/>
              </a:ext>
            </a:extLst>
          </p:cNvPr>
          <p:cNvSpPr>
            <a:spLocks noGrp="1"/>
          </p:cNvSpPr>
          <p:nvPr/>
        </p:nvSpPr>
        <p:spPr>
          <a:xfrm>
            <a:off x="5698102" y="5883940"/>
            <a:ext cx="28398" cy="28398"/>
          </a:xfrm>
          <a:prstGeom prst="ellipse">
            <a:avLst/>
          </a:prstGeom>
          <a:solidFill>
            <a:srgbClr val="B57442">
              <a:alpha val="30000"/>
            </a:srgbClr>
          </a:solidFill>
          <a:ln w="0">
            <a:noFill/>
            <a:prstDash val="solid"/>
          </a:ln>
        </p:spPr>
      </p:sp>
      <p:sp>
        <p:nvSpPr>
          <p:cNvPr id="1906" name="02_predicted_pose_5205">
            <a:extLst>
              <a:ext uri="{FF2B5EF4-FFF2-40B4-BE49-F238E27FC236}">
                <a16:creationId xmlns:a16="http://schemas.microsoft.com/office/drawing/2014/main" id="{C846945A-8319-433E-BCAF-5DC9F1D9E59B}"/>
              </a:ext>
            </a:extLst>
          </p:cNvPr>
          <p:cNvSpPr>
            <a:spLocks noGrp="1"/>
          </p:cNvSpPr>
          <p:nvPr/>
        </p:nvSpPr>
        <p:spPr>
          <a:xfrm>
            <a:off x="5711883" y="5920234"/>
            <a:ext cx="28398" cy="28398"/>
          </a:xfrm>
          <a:prstGeom prst="ellipse">
            <a:avLst/>
          </a:prstGeom>
          <a:solidFill>
            <a:srgbClr val="B57442">
              <a:alpha val="30000"/>
            </a:srgbClr>
          </a:solidFill>
          <a:ln w="0">
            <a:noFill/>
            <a:prstDash val="solid"/>
          </a:ln>
        </p:spPr>
      </p:sp>
      <p:sp>
        <p:nvSpPr>
          <p:cNvPr id="1907" name="02_predicted_pose_5206">
            <a:extLst>
              <a:ext uri="{FF2B5EF4-FFF2-40B4-BE49-F238E27FC236}">
                <a16:creationId xmlns:a16="http://schemas.microsoft.com/office/drawing/2014/main" id="{6D37BF65-8747-4FD5-A57C-4E3E113E442F}"/>
              </a:ext>
            </a:extLst>
          </p:cNvPr>
          <p:cNvSpPr>
            <a:spLocks noGrp="1"/>
          </p:cNvSpPr>
          <p:nvPr/>
        </p:nvSpPr>
        <p:spPr>
          <a:xfrm>
            <a:off x="5725664" y="5554926"/>
            <a:ext cx="28398" cy="28398"/>
          </a:xfrm>
          <a:prstGeom prst="ellipse">
            <a:avLst/>
          </a:prstGeom>
          <a:solidFill>
            <a:srgbClr val="B57442">
              <a:alpha val="30000"/>
            </a:srgbClr>
          </a:solidFill>
          <a:ln w="0">
            <a:noFill/>
            <a:prstDash val="solid"/>
          </a:ln>
        </p:spPr>
      </p:sp>
      <p:sp>
        <p:nvSpPr>
          <p:cNvPr id="1908" name="02_predicted_pose_5207">
            <a:extLst>
              <a:ext uri="{FF2B5EF4-FFF2-40B4-BE49-F238E27FC236}">
                <a16:creationId xmlns:a16="http://schemas.microsoft.com/office/drawing/2014/main" id="{8B051A90-6F9C-442E-B3AF-6BE169C34B2C}"/>
              </a:ext>
            </a:extLst>
          </p:cNvPr>
          <p:cNvSpPr>
            <a:spLocks noGrp="1"/>
          </p:cNvSpPr>
          <p:nvPr/>
        </p:nvSpPr>
        <p:spPr>
          <a:xfrm>
            <a:off x="5739445" y="5918968"/>
            <a:ext cx="28398" cy="28398"/>
          </a:xfrm>
          <a:prstGeom prst="ellipse">
            <a:avLst/>
          </a:prstGeom>
          <a:solidFill>
            <a:srgbClr val="B57442">
              <a:alpha val="30000"/>
            </a:srgbClr>
          </a:solidFill>
          <a:ln w="0">
            <a:noFill/>
            <a:prstDash val="solid"/>
          </a:ln>
        </p:spPr>
      </p:sp>
      <p:sp>
        <p:nvSpPr>
          <p:cNvPr id="1909" name="02_predicted_pose_5208">
            <a:extLst>
              <a:ext uri="{FF2B5EF4-FFF2-40B4-BE49-F238E27FC236}">
                <a16:creationId xmlns:a16="http://schemas.microsoft.com/office/drawing/2014/main" id="{31105DB7-07C4-4ADF-B857-920BCF7313E3}"/>
              </a:ext>
            </a:extLst>
          </p:cNvPr>
          <p:cNvSpPr>
            <a:spLocks noGrp="1"/>
          </p:cNvSpPr>
          <p:nvPr/>
        </p:nvSpPr>
        <p:spPr>
          <a:xfrm>
            <a:off x="5566146" y="5234881"/>
            <a:ext cx="28398" cy="28398"/>
          </a:xfrm>
          <a:prstGeom prst="ellipse">
            <a:avLst/>
          </a:prstGeom>
          <a:solidFill>
            <a:srgbClr val="B57442">
              <a:alpha val="30000"/>
            </a:srgbClr>
          </a:solidFill>
          <a:ln w="0">
            <a:noFill/>
            <a:prstDash val="solid"/>
          </a:ln>
        </p:spPr>
      </p:sp>
      <p:sp>
        <p:nvSpPr>
          <p:cNvPr id="1910" name="02_predicted_pose_5209">
            <a:extLst>
              <a:ext uri="{FF2B5EF4-FFF2-40B4-BE49-F238E27FC236}">
                <a16:creationId xmlns:a16="http://schemas.microsoft.com/office/drawing/2014/main" id="{041961BD-57D4-49B8-B759-6B1B0CEE906A}"/>
              </a:ext>
            </a:extLst>
          </p:cNvPr>
          <p:cNvSpPr>
            <a:spLocks noGrp="1"/>
          </p:cNvSpPr>
          <p:nvPr/>
        </p:nvSpPr>
        <p:spPr>
          <a:xfrm>
            <a:off x="5649523" y="5635821"/>
            <a:ext cx="28398" cy="28398"/>
          </a:xfrm>
          <a:prstGeom prst="ellipse">
            <a:avLst/>
          </a:prstGeom>
          <a:solidFill>
            <a:srgbClr val="B57442">
              <a:alpha val="30000"/>
            </a:srgbClr>
          </a:solidFill>
          <a:ln w="0">
            <a:noFill/>
            <a:prstDash val="solid"/>
          </a:ln>
        </p:spPr>
      </p:sp>
      <p:sp>
        <p:nvSpPr>
          <p:cNvPr id="1911" name="02_predicted_pose_5210">
            <a:extLst>
              <a:ext uri="{FF2B5EF4-FFF2-40B4-BE49-F238E27FC236}">
                <a16:creationId xmlns:a16="http://schemas.microsoft.com/office/drawing/2014/main" id="{F9C60AE8-24CD-46EA-92FF-4BA9FD1B01BE}"/>
              </a:ext>
            </a:extLst>
          </p:cNvPr>
          <p:cNvSpPr>
            <a:spLocks noGrp="1"/>
          </p:cNvSpPr>
          <p:nvPr/>
        </p:nvSpPr>
        <p:spPr>
          <a:xfrm>
            <a:off x="5677085" y="5658910"/>
            <a:ext cx="28398" cy="28398"/>
          </a:xfrm>
          <a:prstGeom prst="ellipse">
            <a:avLst/>
          </a:prstGeom>
          <a:solidFill>
            <a:srgbClr val="B57442">
              <a:alpha val="30000"/>
            </a:srgbClr>
          </a:solidFill>
          <a:ln w="0">
            <a:noFill/>
            <a:prstDash val="solid"/>
          </a:ln>
        </p:spPr>
      </p:sp>
      <p:sp>
        <p:nvSpPr>
          <p:cNvPr id="1912" name="02_predicted_pose_5211">
            <a:extLst>
              <a:ext uri="{FF2B5EF4-FFF2-40B4-BE49-F238E27FC236}">
                <a16:creationId xmlns:a16="http://schemas.microsoft.com/office/drawing/2014/main" id="{4745F8C5-C4E4-40F9-85E3-5D6729A4435C}"/>
              </a:ext>
            </a:extLst>
          </p:cNvPr>
          <p:cNvSpPr>
            <a:spLocks noGrp="1"/>
          </p:cNvSpPr>
          <p:nvPr/>
        </p:nvSpPr>
        <p:spPr>
          <a:xfrm>
            <a:off x="5704648" y="5658552"/>
            <a:ext cx="28398" cy="28398"/>
          </a:xfrm>
          <a:prstGeom prst="ellipse">
            <a:avLst/>
          </a:prstGeom>
          <a:solidFill>
            <a:srgbClr val="B57442">
              <a:alpha val="30000"/>
            </a:srgbClr>
          </a:solidFill>
          <a:ln w="0">
            <a:noFill/>
            <a:prstDash val="solid"/>
          </a:ln>
        </p:spPr>
      </p:sp>
      <p:sp>
        <p:nvSpPr>
          <p:cNvPr id="1913" name="02_predicted_pose_5212">
            <a:extLst>
              <a:ext uri="{FF2B5EF4-FFF2-40B4-BE49-F238E27FC236}">
                <a16:creationId xmlns:a16="http://schemas.microsoft.com/office/drawing/2014/main" id="{85DAF884-56DD-40F8-9084-B317F67D5754}"/>
              </a:ext>
            </a:extLst>
          </p:cNvPr>
          <p:cNvSpPr>
            <a:spLocks noGrp="1"/>
          </p:cNvSpPr>
          <p:nvPr/>
        </p:nvSpPr>
        <p:spPr>
          <a:xfrm>
            <a:off x="5732210" y="5626236"/>
            <a:ext cx="28398" cy="28398"/>
          </a:xfrm>
          <a:prstGeom prst="ellipse">
            <a:avLst/>
          </a:prstGeom>
          <a:solidFill>
            <a:srgbClr val="B57442">
              <a:alpha val="30000"/>
            </a:srgbClr>
          </a:solidFill>
          <a:ln w="0">
            <a:noFill/>
            <a:prstDash val="solid"/>
          </a:ln>
        </p:spPr>
      </p:sp>
      <p:sp>
        <p:nvSpPr>
          <p:cNvPr id="1914" name="02_predicted_pose_5213">
            <a:extLst>
              <a:ext uri="{FF2B5EF4-FFF2-40B4-BE49-F238E27FC236}">
                <a16:creationId xmlns:a16="http://schemas.microsoft.com/office/drawing/2014/main" id="{DD7C8420-AE56-468C-B67A-5BFEC61AF3B0}"/>
              </a:ext>
            </a:extLst>
          </p:cNvPr>
          <p:cNvSpPr>
            <a:spLocks noGrp="1"/>
          </p:cNvSpPr>
          <p:nvPr/>
        </p:nvSpPr>
        <p:spPr>
          <a:xfrm>
            <a:off x="5812141" y="5730307"/>
            <a:ext cx="28398" cy="28398"/>
          </a:xfrm>
          <a:prstGeom prst="ellipse">
            <a:avLst/>
          </a:prstGeom>
          <a:solidFill>
            <a:srgbClr val="B57442">
              <a:alpha val="30000"/>
            </a:srgbClr>
          </a:solidFill>
          <a:ln w="0">
            <a:noFill/>
            <a:prstDash val="solid"/>
          </a:ln>
        </p:spPr>
      </p:sp>
      <p:sp>
        <p:nvSpPr>
          <p:cNvPr id="1915" name="02_predicted_pose_5214">
            <a:extLst>
              <a:ext uri="{FF2B5EF4-FFF2-40B4-BE49-F238E27FC236}">
                <a16:creationId xmlns:a16="http://schemas.microsoft.com/office/drawing/2014/main" id="{EA991B7B-29FB-49BA-B493-FCAFD37C65D8}"/>
              </a:ext>
            </a:extLst>
          </p:cNvPr>
          <p:cNvSpPr>
            <a:spLocks noGrp="1"/>
          </p:cNvSpPr>
          <p:nvPr/>
        </p:nvSpPr>
        <p:spPr>
          <a:xfrm>
            <a:off x="5496207" y="5752752"/>
            <a:ext cx="28398" cy="28398"/>
          </a:xfrm>
          <a:prstGeom prst="ellipse">
            <a:avLst/>
          </a:prstGeom>
          <a:solidFill>
            <a:srgbClr val="B57442">
              <a:alpha val="30000"/>
            </a:srgbClr>
          </a:solidFill>
          <a:ln w="0">
            <a:noFill/>
            <a:prstDash val="solid"/>
          </a:ln>
        </p:spPr>
      </p:sp>
      <p:sp>
        <p:nvSpPr>
          <p:cNvPr id="1916" name="02_predicted_pose_5215">
            <a:extLst>
              <a:ext uri="{FF2B5EF4-FFF2-40B4-BE49-F238E27FC236}">
                <a16:creationId xmlns:a16="http://schemas.microsoft.com/office/drawing/2014/main" id="{3AD56445-B8FC-4B5C-8CE0-F9B37E749CD0}"/>
              </a:ext>
            </a:extLst>
          </p:cNvPr>
          <p:cNvSpPr>
            <a:spLocks noGrp="1"/>
          </p:cNvSpPr>
          <p:nvPr/>
        </p:nvSpPr>
        <p:spPr>
          <a:xfrm>
            <a:off x="5523769" y="5545067"/>
            <a:ext cx="28398" cy="28398"/>
          </a:xfrm>
          <a:prstGeom prst="ellipse">
            <a:avLst/>
          </a:prstGeom>
          <a:solidFill>
            <a:srgbClr val="B57442">
              <a:alpha val="30000"/>
            </a:srgbClr>
          </a:solidFill>
          <a:ln w="0">
            <a:noFill/>
            <a:prstDash val="solid"/>
          </a:ln>
        </p:spPr>
      </p:sp>
      <p:sp>
        <p:nvSpPr>
          <p:cNvPr id="1917" name="02_predicted_pose_5216">
            <a:extLst>
              <a:ext uri="{FF2B5EF4-FFF2-40B4-BE49-F238E27FC236}">
                <a16:creationId xmlns:a16="http://schemas.microsoft.com/office/drawing/2014/main" id="{8B81987F-9972-4CA9-A02B-250C7215A898}"/>
              </a:ext>
            </a:extLst>
          </p:cNvPr>
          <p:cNvSpPr>
            <a:spLocks noGrp="1"/>
          </p:cNvSpPr>
          <p:nvPr/>
        </p:nvSpPr>
        <p:spPr>
          <a:xfrm>
            <a:off x="5551332" y="5686378"/>
            <a:ext cx="28398" cy="28398"/>
          </a:xfrm>
          <a:prstGeom prst="ellipse">
            <a:avLst/>
          </a:prstGeom>
          <a:solidFill>
            <a:srgbClr val="B57442">
              <a:alpha val="30000"/>
            </a:srgbClr>
          </a:solidFill>
          <a:ln w="0">
            <a:noFill/>
            <a:prstDash val="solid"/>
          </a:ln>
        </p:spPr>
      </p:sp>
      <p:sp>
        <p:nvSpPr>
          <p:cNvPr id="1918" name="02_predicted_pose_5217">
            <a:extLst>
              <a:ext uri="{FF2B5EF4-FFF2-40B4-BE49-F238E27FC236}">
                <a16:creationId xmlns:a16="http://schemas.microsoft.com/office/drawing/2014/main" id="{A5B16EC9-A0F5-4B31-8CC9-1D666B24265B}"/>
              </a:ext>
            </a:extLst>
          </p:cNvPr>
          <p:cNvSpPr>
            <a:spLocks noGrp="1"/>
          </p:cNvSpPr>
          <p:nvPr/>
        </p:nvSpPr>
        <p:spPr>
          <a:xfrm>
            <a:off x="5578894" y="5725340"/>
            <a:ext cx="28398" cy="28398"/>
          </a:xfrm>
          <a:prstGeom prst="ellipse">
            <a:avLst/>
          </a:prstGeom>
          <a:solidFill>
            <a:srgbClr val="B57442">
              <a:alpha val="30000"/>
            </a:srgbClr>
          </a:solidFill>
          <a:ln w="0">
            <a:noFill/>
            <a:prstDash val="solid"/>
          </a:ln>
        </p:spPr>
      </p:sp>
      <p:sp>
        <p:nvSpPr>
          <p:cNvPr id="1919" name="02_predicted_pose_5218">
            <a:extLst>
              <a:ext uri="{FF2B5EF4-FFF2-40B4-BE49-F238E27FC236}">
                <a16:creationId xmlns:a16="http://schemas.microsoft.com/office/drawing/2014/main" id="{29D57BFA-BF7F-4BF9-A90E-1A368564D445}"/>
              </a:ext>
            </a:extLst>
          </p:cNvPr>
          <p:cNvSpPr>
            <a:spLocks noGrp="1"/>
          </p:cNvSpPr>
          <p:nvPr/>
        </p:nvSpPr>
        <p:spPr>
          <a:xfrm>
            <a:off x="5482081" y="5689969"/>
            <a:ext cx="28398" cy="28398"/>
          </a:xfrm>
          <a:prstGeom prst="ellipse">
            <a:avLst/>
          </a:prstGeom>
          <a:solidFill>
            <a:srgbClr val="B57442">
              <a:alpha val="30000"/>
            </a:srgbClr>
          </a:solidFill>
          <a:ln w="0">
            <a:noFill/>
            <a:prstDash val="solid"/>
          </a:ln>
        </p:spPr>
      </p:sp>
      <p:sp>
        <p:nvSpPr>
          <p:cNvPr id="1920" name="02_predicted_pose_5219">
            <a:extLst>
              <a:ext uri="{FF2B5EF4-FFF2-40B4-BE49-F238E27FC236}">
                <a16:creationId xmlns:a16="http://schemas.microsoft.com/office/drawing/2014/main" id="{47964002-FD10-46DF-9848-FD85AFAACEE3}"/>
              </a:ext>
            </a:extLst>
          </p:cNvPr>
          <p:cNvSpPr>
            <a:spLocks noGrp="1"/>
          </p:cNvSpPr>
          <p:nvPr/>
        </p:nvSpPr>
        <p:spPr>
          <a:xfrm>
            <a:off x="5531693" y="6005117"/>
            <a:ext cx="28398" cy="28398"/>
          </a:xfrm>
          <a:prstGeom prst="ellipse">
            <a:avLst/>
          </a:prstGeom>
          <a:solidFill>
            <a:srgbClr val="B57442">
              <a:alpha val="30000"/>
            </a:srgbClr>
          </a:solidFill>
          <a:ln w="0">
            <a:noFill/>
            <a:prstDash val="solid"/>
          </a:ln>
        </p:spPr>
      </p:sp>
      <p:sp>
        <p:nvSpPr>
          <p:cNvPr id="1921" name="02_predicted_pose_5220">
            <a:extLst>
              <a:ext uri="{FF2B5EF4-FFF2-40B4-BE49-F238E27FC236}">
                <a16:creationId xmlns:a16="http://schemas.microsoft.com/office/drawing/2014/main" id="{93613B62-E193-4118-8C26-711135D56BA5}"/>
              </a:ext>
            </a:extLst>
          </p:cNvPr>
          <p:cNvSpPr>
            <a:spLocks noGrp="1"/>
          </p:cNvSpPr>
          <p:nvPr/>
        </p:nvSpPr>
        <p:spPr>
          <a:xfrm>
            <a:off x="5673640" y="5743294"/>
            <a:ext cx="28398" cy="28398"/>
          </a:xfrm>
          <a:prstGeom prst="ellipse">
            <a:avLst/>
          </a:prstGeom>
          <a:solidFill>
            <a:srgbClr val="B57442">
              <a:alpha val="30000"/>
            </a:srgbClr>
          </a:solidFill>
          <a:ln w="0">
            <a:noFill/>
            <a:prstDash val="solid"/>
          </a:ln>
        </p:spPr>
      </p:sp>
      <p:sp>
        <p:nvSpPr>
          <p:cNvPr id="1922" name="02_predicted_pose_5221">
            <a:extLst>
              <a:ext uri="{FF2B5EF4-FFF2-40B4-BE49-F238E27FC236}">
                <a16:creationId xmlns:a16="http://schemas.microsoft.com/office/drawing/2014/main" id="{A3842ADB-331A-481E-BD2D-02F13375FD68}"/>
              </a:ext>
            </a:extLst>
          </p:cNvPr>
          <p:cNvSpPr>
            <a:spLocks noGrp="1"/>
          </p:cNvSpPr>
          <p:nvPr/>
        </p:nvSpPr>
        <p:spPr>
          <a:xfrm>
            <a:off x="5701202" y="5724235"/>
            <a:ext cx="28398" cy="28398"/>
          </a:xfrm>
          <a:prstGeom prst="ellipse">
            <a:avLst/>
          </a:prstGeom>
          <a:solidFill>
            <a:srgbClr val="B57442">
              <a:alpha val="30000"/>
            </a:srgbClr>
          </a:solidFill>
          <a:ln w="0">
            <a:noFill/>
            <a:prstDash val="solid"/>
          </a:ln>
        </p:spPr>
      </p:sp>
      <p:sp>
        <p:nvSpPr>
          <p:cNvPr id="1923" name="02_predicted_pose_5222">
            <a:extLst>
              <a:ext uri="{FF2B5EF4-FFF2-40B4-BE49-F238E27FC236}">
                <a16:creationId xmlns:a16="http://schemas.microsoft.com/office/drawing/2014/main" id="{8DDA99ED-D909-406C-82A9-CDEC9D9A51C3}"/>
              </a:ext>
            </a:extLst>
          </p:cNvPr>
          <p:cNvSpPr>
            <a:spLocks noGrp="1"/>
          </p:cNvSpPr>
          <p:nvPr/>
        </p:nvSpPr>
        <p:spPr>
          <a:xfrm>
            <a:off x="5742546" y="5569063"/>
            <a:ext cx="28398" cy="28398"/>
          </a:xfrm>
          <a:prstGeom prst="ellipse">
            <a:avLst/>
          </a:prstGeom>
          <a:solidFill>
            <a:srgbClr val="B57442">
              <a:alpha val="30000"/>
            </a:srgbClr>
          </a:solidFill>
          <a:ln w="0">
            <a:noFill/>
            <a:prstDash val="solid"/>
          </a:ln>
        </p:spPr>
      </p:sp>
      <p:sp>
        <p:nvSpPr>
          <p:cNvPr id="1924" name="02_predicted_pose_5223">
            <a:extLst>
              <a:ext uri="{FF2B5EF4-FFF2-40B4-BE49-F238E27FC236}">
                <a16:creationId xmlns:a16="http://schemas.microsoft.com/office/drawing/2014/main" id="{908C5052-DDAF-4520-9238-4012D3FF7A0A}"/>
              </a:ext>
            </a:extLst>
          </p:cNvPr>
          <p:cNvSpPr>
            <a:spLocks noGrp="1"/>
          </p:cNvSpPr>
          <p:nvPr/>
        </p:nvSpPr>
        <p:spPr>
          <a:xfrm>
            <a:off x="5770109" y="5589610"/>
            <a:ext cx="28398" cy="28398"/>
          </a:xfrm>
          <a:prstGeom prst="ellipse">
            <a:avLst/>
          </a:prstGeom>
          <a:solidFill>
            <a:srgbClr val="B57442">
              <a:alpha val="30000"/>
            </a:srgbClr>
          </a:solidFill>
          <a:ln w="0">
            <a:noFill/>
            <a:prstDash val="solid"/>
          </a:ln>
        </p:spPr>
      </p:sp>
      <p:sp>
        <p:nvSpPr>
          <p:cNvPr id="1925" name="02_predicted_pose_5224">
            <a:extLst>
              <a:ext uri="{FF2B5EF4-FFF2-40B4-BE49-F238E27FC236}">
                <a16:creationId xmlns:a16="http://schemas.microsoft.com/office/drawing/2014/main" id="{25E5419C-E2F5-4A04-A82B-9D3DD75644E9}"/>
              </a:ext>
            </a:extLst>
          </p:cNvPr>
          <p:cNvSpPr>
            <a:spLocks noGrp="1"/>
          </p:cNvSpPr>
          <p:nvPr/>
        </p:nvSpPr>
        <p:spPr>
          <a:xfrm>
            <a:off x="5797671" y="5676180"/>
            <a:ext cx="28398" cy="28398"/>
          </a:xfrm>
          <a:prstGeom prst="ellipse">
            <a:avLst/>
          </a:prstGeom>
          <a:solidFill>
            <a:srgbClr val="B57442">
              <a:alpha val="30000"/>
            </a:srgbClr>
          </a:solidFill>
          <a:ln w="0">
            <a:noFill/>
            <a:prstDash val="solid"/>
          </a:ln>
        </p:spPr>
      </p:sp>
      <p:sp>
        <p:nvSpPr>
          <p:cNvPr id="1926" name="02_predicted_pose_5225">
            <a:extLst>
              <a:ext uri="{FF2B5EF4-FFF2-40B4-BE49-F238E27FC236}">
                <a16:creationId xmlns:a16="http://schemas.microsoft.com/office/drawing/2014/main" id="{7AD8A9DF-C1A6-45BD-AC01-47DBC2FE5BFC}"/>
              </a:ext>
            </a:extLst>
          </p:cNvPr>
          <p:cNvSpPr>
            <a:spLocks noGrp="1"/>
          </p:cNvSpPr>
          <p:nvPr/>
        </p:nvSpPr>
        <p:spPr>
          <a:xfrm>
            <a:off x="5780100" y="5799565"/>
            <a:ext cx="28398" cy="28398"/>
          </a:xfrm>
          <a:prstGeom prst="ellipse">
            <a:avLst/>
          </a:prstGeom>
          <a:solidFill>
            <a:srgbClr val="B57442">
              <a:alpha val="30000"/>
            </a:srgbClr>
          </a:solidFill>
          <a:ln w="0">
            <a:noFill/>
            <a:prstDash val="solid"/>
          </a:ln>
        </p:spPr>
      </p:sp>
      <p:sp>
        <p:nvSpPr>
          <p:cNvPr id="1927" name="02_predicted_pose_5226">
            <a:extLst>
              <a:ext uri="{FF2B5EF4-FFF2-40B4-BE49-F238E27FC236}">
                <a16:creationId xmlns:a16="http://schemas.microsoft.com/office/drawing/2014/main" id="{8EAC7602-FD97-44AC-B3D3-C0F84AE8501E}"/>
              </a:ext>
            </a:extLst>
          </p:cNvPr>
          <p:cNvSpPr>
            <a:spLocks noGrp="1"/>
          </p:cNvSpPr>
          <p:nvPr/>
        </p:nvSpPr>
        <p:spPr>
          <a:xfrm>
            <a:off x="5529626" y="5568183"/>
            <a:ext cx="28398" cy="28398"/>
          </a:xfrm>
          <a:prstGeom prst="ellipse">
            <a:avLst/>
          </a:prstGeom>
          <a:solidFill>
            <a:srgbClr val="B57442">
              <a:alpha val="30000"/>
            </a:srgbClr>
          </a:solidFill>
          <a:ln w="0">
            <a:noFill/>
            <a:prstDash val="solid"/>
          </a:ln>
        </p:spPr>
      </p:sp>
      <p:sp>
        <p:nvSpPr>
          <p:cNvPr id="1928" name="02_predicted_pose_5227">
            <a:extLst>
              <a:ext uri="{FF2B5EF4-FFF2-40B4-BE49-F238E27FC236}">
                <a16:creationId xmlns:a16="http://schemas.microsoft.com/office/drawing/2014/main" id="{6AB27AE4-CB78-498D-9EB8-A1C5080793B6}"/>
              </a:ext>
            </a:extLst>
          </p:cNvPr>
          <p:cNvSpPr>
            <a:spLocks noGrp="1"/>
          </p:cNvSpPr>
          <p:nvPr/>
        </p:nvSpPr>
        <p:spPr>
          <a:xfrm>
            <a:off x="5808696" y="5805862"/>
            <a:ext cx="28398" cy="28398"/>
          </a:xfrm>
          <a:prstGeom prst="ellipse">
            <a:avLst/>
          </a:prstGeom>
          <a:solidFill>
            <a:srgbClr val="B57442">
              <a:alpha val="30000"/>
            </a:srgbClr>
          </a:solidFill>
          <a:ln w="0">
            <a:noFill/>
            <a:prstDash val="solid"/>
          </a:ln>
        </p:spPr>
      </p:sp>
      <p:sp>
        <p:nvSpPr>
          <p:cNvPr id="1929" name="02_predicted_pose_5228">
            <a:extLst>
              <a:ext uri="{FF2B5EF4-FFF2-40B4-BE49-F238E27FC236}">
                <a16:creationId xmlns:a16="http://schemas.microsoft.com/office/drawing/2014/main" id="{5DB0A073-8D60-44D5-A40D-6D07AACBB250}"/>
              </a:ext>
            </a:extLst>
          </p:cNvPr>
          <p:cNvSpPr>
            <a:spLocks noGrp="1"/>
          </p:cNvSpPr>
          <p:nvPr/>
        </p:nvSpPr>
        <p:spPr>
          <a:xfrm>
            <a:off x="5651245" y="5696864"/>
            <a:ext cx="28398" cy="28398"/>
          </a:xfrm>
          <a:prstGeom prst="ellipse">
            <a:avLst/>
          </a:prstGeom>
          <a:solidFill>
            <a:srgbClr val="B57442">
              <a:alpha val="30000"/>
            </a:srgbClr>
          </a:solidFill>
          <a:ln w="0">
            <a:noFill/>
            <a:prstDash val="solid"/>
          </a:ln>
        </p:spPr>
      </p:sp>
      <p:sp>
        <p:nvSpPr>
          <p:cNvPr id="1930" name="02_predicted_pose_5229">
            <a:extLst>
              <a:ext uri="{FF2B5EF4-FFF2-40B4-BE49-F238E27FC236}">
                <a16:creationId xmlns:a16="http://schemas.microsoft.com/office/drawing/2014/main" id="{7D61030A-DE7D-4101-942A-122FD6F73638}"/>
              </a:ext>
            </a:extLst>
          </p:cNvPr>
          <p:cNvSpPr>
            <a:spLocks noGrp="1"/>
          </p:cNvSpPr>
          <p:nvPr/>
        </p:nvSpPr>
        <p:spPr>
          <a:xfrm>
            <a:off x="5744269" y="5660899"/>
            <a:ext cx="28398" cy="28398"/>
          </a:xfrm>
          <a:prstGeom prst="ellipse">
            <a:avLst/>
          </a:prstGeom>
          <a:solidFill>
            <a:srgbClr val="B57442">
              <a:alpha val="30000"/>
            </a:srgbClr>
          </a:solidFill>
          <a:ln w="0">
            <a:noFill/>
            <a:prstDash val="solid"/>
          </a:ln>
        </p:spPr>
      </p:sp>
      <p:sp>
        <p:nvSpPr>
          <p:cNvPr id="1931" name="02_predicted_pose_5230">
            <a:extLst>
              <a:ext uri="{FF2B5EF4-FFF2-40B4-BE49-F238E27FC236}">
                <a16:creationId xmlns:a16="http://schemas.microsoft.com/office/drawing/2014/main" id="{CC170AD1-025F-4BA0-A42A-0982B514D56B}"/>
              </a:ext>
            </a:extLst>
          </p:cNvPr>
          <p:cNvSpPr>
            <a:spLocks noGrp="1"/>
          </p:cNvSpPr>
          <p:nvPr/>
        </p:nvSpPr>
        <p:spPr>
          <a:xfrm>
            <a:off x="5489316" y="5749293"/>
            <a:ext cx="28398" cy="28398"/>
          </a:xfrm>
          <a:prstGeom prst="ellipse">
            <a:avLst/>
          </a:prstGeom>
          <a:solidFill>
            <a:srgbClr val="B57442">
              <a:alpha val="30000"/>
            </a:srgbClr>
          </a:solidFill>
          <a:ln w="0">
            <a:noFill/>
            <a:prstDash val="solid"/>
          </a:ln>
        </p:spPr>
      </p:sp>
      <p:sp>
        <p:nvSpPr>
          <p:cNvPr id="1932" name="02_predicted_pose_5231">
            <a:extLst>
              <a:ext uri="{FF2B5EF4-FFF2-40B4-BE49-F238E27FC236}">
                <a16:creationId xmlns:a16="http://schemas.microsoft.com/office/drawing/2014/main" id="{F72C2FEE-7AE5-437F-89E0-DA32FA14CF56}"/>
              </a:ext>
            </a:extLst>
          </p:cNvPr>
          <p:cNvSpPr>
            <a:spLocks noGrp="1"/>
          </p:cNvSpPr>
          <p:nvPr/>
        </p:nvSpPr>
        <p:spPr>
          <a:xfrm>
            <a:off x="5503097" y="5837509"/>
            <a:ext cx="28398" cy="28398"/>
          </a:xfrm>
          <a:prstGeom prst="ellipse">
            <a:avLst/>
          </a:prstGeom>
          <a:solidFill>
            <a:srgbClr val="B57442">
              <a:alpha val="30000"/>
            </a:srgbClr>
          </a:solidFill>
          <a:ln w="0">
            <a:noFill/>
            <a:prstDash val="solid"/>
          </a:ln>
        </p:spPr>
      </p:sp>
      <p:sp>
        <p:nvSpPr>
          <p:cNvPr id="1933" name="02_predicted_pose_5232">
            <a:extLst>
              <a:ext uri="{FF2B5EF4-FFF2-40B4-BE49-F238E27FC236}">
                <a16:creationId xmlns:a16="http://schemas.microsoft.com/office/drawing/2014/main" id="{77CF1EC2-3EB5-4799-8CFA-151D33CF894E}"/>
              </a:ext>
            </a:extLst>
          </p:cNvPr>
          <p:cNvSpPr>
            <a:spLocks noGrp="1"/>
          </p:cNvSpPr>
          <p:nvPr/>
        </p:nvSpPr>
        <p:spPr>
          <a:xfrm>
            <a:off x="5516878" y="5735127"/>
            <a:ext cx="28398" cy="28398"/>
          </a:xfrm>
          <a:prstGeom prst="ellipse">
            <a:avLst/>
          </a:prstGeom>
          <a:solidFill>
            <a:srgbClr val="B57442">
              <a:alpha val="30000"/>
            </a:srgbClr>
          </a:solidFill>
          <a:ln w="0">
            <a:noFill/>
            <a:prstDash val="solid"/>
          </a:ln>
        </p:spPr>
      </p:sp>
      <p:sp>
        <p:nvSpPr>
          <p:cNvPr id="1934" name="02_predicted_pose_5233">
            <a:extLst>
              <a:ext uri="{FF2B5EF4-FFF2-40B4-BE49-F238E27FC236}">
                <a16:creationId xmlns:a16="http://schemas.microsoft.com/office/drawing/2014/main" id="{14C62ECD-686C-44D8-8380-D1F03E620824}"/>
              </a:ext>
            </a:extLst>
          </p:cNvPr>
          <p:cNvSpPr>
            <a:spLocks noGrp="1"/>
          </p:cNvSpPr>
          <p:nvPr/>
        </p:nvSpPr>
        <p:spPr>
          <a:xfrm>
            <a:off x="5530660" y="5629037"/>
            <a:ext cx="28398" cy="28398"/>
          </a:xfrm>
          <a:prstGeom prst="ellipse">
            <a:avLst/>
          </a:prstGeom>
          <a:solidFill>
            <a:srgbClr val="B57442">
              <a:alpha val="30000"/>
            </a:srgbClr>
          </a:solidFill>
          <a:ln w="0">
            <a:noFill/>
            <a:prstDash val="solid"/>
          </a:ln>
        </p:spPr>
      </p:sp>
      <p:sp>
        <p:nvSpPr>
          <p:cNvPr id="1935" name="02_predicted_pose_5234">
            <a:extLst>
              <a:ext uri="{FF2B5EF4-FFF2-40B4-BE49-F238E27FC236}">
                <a16:creationId xmlns:a16="http://schemas.microsoft.com/office/drawing/2014/main" id="{36969418-F5CE-41D3-B924-FD6938635569}"/>
              </a:ext>
            </a:extLst>
          </p:cNvPr>
          <p:cNvSpPr>
            <a:spLocks noGrp="1"/>
          </p:cNvSpPr>
          <p:nvPr/>
        </p:nvSpPr>
        <p:spPr>
          <a:xfrm>
            <a:off x="5486215" y="5618158"/>
            <a:ext cx="28398" cy="28398"/>
          </a:xfrm>
          <a:prstGeom prst="ellipse">
            <a:avLst/>
          </a:prstGeom>
          <a:solidFill>
            <a:srgbClr val="B57442">
              <a:alpha val="30000"/>
            </a:srgbClr>
          </a:solidFill>
          <a:ln w="0">
            <a:noFill/>
            <a:prstDash val="solid"/>
          </a:ln>
        </p:spPr>
      </p:sp>
      <p:sp>
        <p:nvSpPr>
          <p:cNvPr id="1936" name="02_predicted_pose_5235">
            <a:extLst>
              <a:ext uri="{FF2B5EF4-FFF2-40B4-BE49-F238E27FC236}">
                <a16:creationId xmlns:a16="http://schemas.microsoft.com/office/drawing/2014/main" id="{D56D9330-C8BE-4DAC-A178-663F8AB5BF32}"/>
              </a:ext>
            </a:extLst>
          </p:cNvPr>
          <p:cNvSpPr>
            <a:spLocks noGrp="1"/>
          </p:cNvSpPr>
          <p:nvPr/>
        </p:nvSpPr>
        <p:spPr>
          <a:xfrm>
            <a:off x="5513778" y="5760763"/>
            <a:ext cx="28398" cy="28398"/>
          </a:xfrm>
          <a:prstGeom prst="ellipse">
            <a:avLst/>
          </a:prstGeom>
          <a:solidFill>
            <a:srgbClr val="B57442">
              <a:alpha val="30000"/>
            </a:srgbClr>
          </a:solidFill>
          <a:ln w="0">
            <a:noFill/>
            <a:prstDash val="solid"/>
          </a:ln>
        </p:spPr>
      </p:sp>
      <p:sp>
        <p:nvSpPr>
          <p:cNvPr id="1937" name="02_predicted_pose_5236">
            <a:extLst>
              <a:ext uri="{FF2B5EF4-FFF2-40B4-BE49-F238E27FC236}">
                <a16:creationId xmlns:a16="http://schemas.microsoft.com/office/drawing/2014/main" id="{2B6044A3-B68E-4410-AB29-24EA440BF2D2}"/>
              </a:ext>
            </a:extLst>
          </p:cNvPr>
          <p:cNvSpPr>
            <a:spLocks noGrp="1"/>
          </p:cNvSpPr>
          <p:nvPr/>
        </p:nvSpPr>
        <p:spPr>
          <a:xfrm>
            <a:off x="5598188" y="5598758"/>
            <a:ext cx="28398" cy="28398"/>
          </a:xfrm>
          <a:prstGeom prst="ellipse">
            <a:avLst/>
          </a:prstGeom>
          <a:solidFill>
            <a:srgbClr val="B57442">
              <a:alpha val="30000"/>
            </a:srgbClr>
          </a:solidFill>
          <a:ln w="0">
            <a:noFill/>
            <a:prstDash val="solid"/>
          </a:ln>
        </p:spPr>
      </p:sp>
      <p:sp>
        <p:nvSpPr>
          <p:cNvPr id="1938" name="02_predicted_pose_5237">
            <a:extLst>
              <a:ext uri="{FF2B5EF4-FFF2-40B4-BE49-F238E27FC236}">
                <a16:creationId xmlns:a16="http://schemas.microsoft.com/office/drawing/2014/main" id="{B2A8945A-79EF-4511-A3BD-17543D58510D}"/>
              </a:ext>
            </a:extLst>
          </p:cNvPr>
          <p:cNvSpPr>
            <a:spLocks noGrp="1"/>
          </p:cNvSpPr>
          <p:nvPr/>
        </p:nvSpPr>
        <p:spPr>
          <a:xfrm>
            <a:off x="5546164" y="5709276"/>
            <a:ext cx="28398" cy="28398"/>
          </a:xfrm>
          <a:prstGeom prst="ellipse">
            <a:avLst/>
          </a:prstGeom>
          <a:solidFill>
            <a:srgbClr val="B57442">
              <a:alpha val="30000"/>
            </a:srgbClr>
          </a:solidFill>
          <a:ln w="0">
            <a:noFill/>
            <a:prstDash val="solid"/>
          </a:ln>
        </p:spPr>
      </p:sp>
      <p:sp>
        <p:nvSpPr>
          <p:cNvPr id="1939" name="02_predicted_pose_5238">
            <a:extLst>
              <a:ext uri="{FF2B5EF4-FFF2-40B4-BE49-F238E27FC236}">
                <a16:creationId xmlns:a16="http://schemas.microsoft.com/office/drawing/2014/main" id="{4593551C-C26E-4EE4-8364-5CB56C313509}"/>
              </a:ext>
            </a:extLst>
          </p:cNvPr>
          <p:cNvSpPr>
            <a:spLocks noGrp="1"/>
          </p:cNvSpPr>
          <p:nvPr/>
        </p:nvSpPr>
        <p:spPr>
          <a:xfrm>
            <a:off x="5559945" y="6100255"/>
            <a:ext cx="28398" cy="28398"/>
          </a:xfrm>
          <a:prstGeom prst="ellipse">
            <a:avLst/>
          </a:prstGeom>
          <a:solidFill>
            <a:srgbClr val="B57442">
              <a:alpha val="30000"/>
            </a:srgbClr>
          </a:solidFill>
          <a:ln w="0">
            <a:noFill/>
            <a:prstDash val="solid"/>
          </a:ln>
        </p:spPr>
      </p:sp>
      <p:sp>
        <p:nvSpPr>
          <p:cNvPr id="1940" name="02_predicted_pose_5239">
            <a:extLst>
              <a:ext uri="{FF2B5EF4-FFF2-40B4-BE49-F238E27FC236}">
                <a16:creationId xmlns:a16="http://schemas.microsoft.com/office/drawing/2014/main" id="{322F34EC-44FB-4627-BB04-84F1A9FCF033}"/>
              </a:ext>
            </a:extLst>
          </p:cNvPr>
          <p:cNvSpPr>
            <a:spLocks noGrp="1"/>
          </p:cNvSpPr>
          <p:nvPr/>
        </p:nvSpPr>
        <p:spPr>
          <a:xfrm>
            <a:off x="5573726" y="5804725"/>
            <a:ext cx="28398" cy="28398"/>
          </a:xfrm>
          <a:prstGeom prst="ellipse">
            <a:avLst/>
          </a:prstGeom>
          <a:solidFill>
            <a:srgbClr val="B57442">
              <a:alpha val="30000"/>
            </a:srgbClr>
          </a:solidFill>
          <a:ln w="0">
            <a:noFill/>
            <a:prstDash val="solid"/>
          </a:ln>
        </p:spPr>
      </p:sp>
      <p:sp>
        <p:nvSpPr>
          <p:cNvPr id="1941" name="02_predicted_pose_5240">
            <a:extLst>
              <a:ext uri="{FF2B5EF4-FFF2-40B4-BE49-F238E27FC236}">
                <a16:creationId xmlns:a16="http://schemas.microsoft.com/office/drawing/2014/main" id="{36618FD5-F4F3-4614-9440-D17D2F611B56}"/>
              </a:ext>
            </a:extLst>
          </p:cNvPr>
          <p:cNvSpPr>
            <a:spLocks noGrp="1"/>
          </p:cNvSpPr>
          <p:nvPr/>
        </p:nvSpPr>
        <p:spPr>
          <a:xfrm>
            <a:off x="5525147" y="5533320"/>
            <a:ext cx="28398" cy="28398"/>
          </a:xfrm>
          <a:prstGeom prst="ellipse">
            <a:avLst/>
          </a:prstGeom>
          <a:solidFill>
            <a:srgbClr val="B57442">
              <a:alpha val="30000"/>
            </a:srgbClr>
          </a:solidFill>
          <a:ln w="0">
            <a:noFill/>
            <a:prstDash val="solid"/>
          </a:ln>
        </p:spPr>
      </p:sp>
      <p:sp>
        <p:nvSpPr>
          <p:cNvPr id="1942" name="02_predicted_pose_5241">
            <a:extLst>
              <a:ext uri="{FF2B5EF4-FFF2-40B4-BE49-F238E27FC236}">
                <a16:creationId xmlns:a16="http://schemas.microsoft.com/office/drawing/2014/main" id="{8C3C72DC-6215-4DF0-AA54-F2A298B2E289}"/>
              </a:ext>
            </a:extLst>
          </p:cNvPr>
          <p:cNvSpPr>
            <a:spLocks noGrp="1"/>
          </p:cNvSpPr>
          <p:nvPr/>
        </p:nvSpPr>
        <p:spPr>
          <a:xfrm>
            <a:off x="5538928" y="5561614"/>
            <a:ext cx="28398" cy="28398"/>
          </a:xfrm>
          <a:prstGeom prst="ellipse">
            <a:avLst/>
          </a:prstGeom>
          <a:solidFill>
            <a:srgbClr val="B57442">
              <a:alpha val="30000"/>
            </a:srgbClr>
          </a:solidFill>
          <a:ln w="0">
            <a:noFill/>
            <a:prstDash val="solid"/>
          </a:ln>
        </p:spPr>
      </p:sp>
      <p:sp>
        <p:nvSpPr>
          <p:cNvPr id="1943" name="02_predicted_pose_5242">
            <a:extLst>
              <a:ext uri="{FF2B5EF4-FFF2-40B4-BE49-F238E27FC236}">
                <a16:creationId xmlns:a16="http://schemas.microsoft.com/office/drawing/2014/main" id="{43F1848B-0B78-491E-AC48-E4489B80E483}"/>
              </a:ext>
            </a:extLst>
          </p:cNvPr>
          <p:cNvSpPr>
            <a:spLocks noGrp="1"/>
          </p:cNvSpPr>
          <p:nvPr/>
        </p:nvSpPr>
        <p:spPr>
          <a:xfrm>
            <a:off x="5552710" y="5515945"/>
            <a:ext cx="28398" cy="28398"/>
          </a:xfrm>
          <a:prstGeom prst="ellipse">
            <a:avLst/>
          </a:prstGeom>
          <a:solidFill>
            <a:srgbClr val="B57442">
              <a:alpha val="30000"/>
            </a:srgbClr>
          </a:solidFill>
          <a:ln w="0">
            <a:noFill/>
            <a:prstDash val="solid"/>
          </a:ln>
        </p:spPr>
      </p:sp>
      <p:sp>
        <p:nvSpPr>
          <p:cNvPr id="1944" name="02_predicted_pose_5243">
            <a:extLst>
              <a:ext uri="{FF2B5EF4-FFF2-40B4-BE49-F238E27FC236}">
                <a16:creationId xmlns:a16="http://schemas.microsoft.com/office/drawing/2014/main" id="{EB2BC613-F841-4921-9056-EF565E8A79CD}"/>
              </a:ext>
            </a:extLst>
          </p:cNvPr>
          <p:cNvSpPr>
            <a:spLocks noGrp="1"/>
          </p:cNvSpPr>
          <p:nvPr/>
        </p:nvSpPr>
        <p:spPr>
          <a:xfrm>
            <a:off x="5572003" y="5246805"/>
            <a:ext cx="28398" cy="28398"/>
          </a:xfrm>
          <a:prstGeom prst="ellipse">
            <a:avLst/>
          </a:prstGeom>
          <a:solidFill>
            <a:srgbClr val="B57442">
              <a:alpha val="30000"/>
            </a:srgbClr>
          </a:solidFill>
          <a:ln w="0">
            <a:noFill/>
            <a:prstDash val="solid"/>
          </a:ln>
        </p:spPr>
      </p:sp>
      <p:sp>
        <p:nvSpPr>
          <p:cNvPr id="1945" name="02_predicted_pose_5244">
            <a:extLst>
              <a:ext uri="{FF2B5EF4-FFF2-40B4-BE49-F238E27FC236}">
                <a16:creationId xmlns:a16="http://schemas.microsoft.com/office/drawing/2014/main" id="{3CC9DFA2-1E77-446B-BE12-19FE40786429}"/>
              </a:ext>
            </a:extLst>
          </p:cNvPr>
          <p:cNvSpPr>
            <a:spLocks noGrp="1"/>
          </p:cNvSpPr>
          <p:nvPr/>
        </p:nvSpPr>
        <p:spPr>
          <a:xfrm>
            <a:off x="5613347" y="5564836"/>
            <a:ext cx="28398" cy="28398"/>
          </a:xfrm>
          <a:prstGeom prst="ellipse">
            <a:avLst/>
          </a:prstGeom>
          <a:solidFill>
            <a:srgbClr val="B57442">
              <a:alpha val="30000"/>
            </a:srgbClr>
          </a:solidFill>
          <a:ln w="0">
            <a:noFill/>
            <a:prstDash val="solid"/>
          </a:ln>
        </p:spPr>
      </p:sp>
      <p:sp>
        <p:nvSpPr>
          <p:cNvPr id="1946" name="02_predicted_pose_5245">
            <a:extLst>
              <a:ext uri="{FF2B5EF4-FFF2-40B4-BE49-F238E27FC236}">
                <a16:creationId xmlns:a16="http://schemas.microsoft.com/office/drawing/2014/main" id="{A5CC746B-3346-4079-8FC9-B7235E6B81EB}"/>
              </a:ext>
            </a:extLst>
          </p:cNvPr>
          <p:cNvSpPr>
            <a:spLocks noGrp="1"/>
          </p:cNvSpPr>
          <p:nvPr/>
        </p:nvSpPr>
        <p:spPr>
          <a:xfrm>
            <a:off x="5678463" y="5280545"/>
            <a:ext cx="28398" cy="28398"/>
          </a:xfrm>
          <a:prstGeom prst="ellipse">
            <a:avLst/>
          </a:prstGeom>
          <a:solidFill>
            <a:srgbClr val="B57442">
              <a:alpha val="30000"/>
            </a:srgbClr>
          </a:solidFill>
          <a:ln w="0">
            <a:noFill/>
            <a:prstDash val="solid"/>
          </a:ln>
        </p:spPr>
      </p:sp>
      <p:sp>
        <p:nvSpPr>
          <p:cNvPr id="1947" name="02_predicted_pose_5246">
            <a:extLst>
              <a:ext uri="{FF2B5EF4-FFF2-40B4-BE49-F238E27FC236}">
                <a16:creationId xmlns:a16="http://schemas.microsoft.com/office/drawing/2014/main" id="{0BBC0D45-9317-4B6E-BAE7-D68F1F7396D7}"/>
              </a:ext>
            </a:extLst>
          </p:cNvPr>
          <p:cNvSpPr>
            <a:spLocks noGrp="1"/>
          </p:cNvSpPr>
          <p:nvPr/>
        </p:nvSpPr>
        <p:spPr>
          <a:xfrm>
            <a:off x="5800083" y="5464235"/>
            <a:ext cx="28398" cy="28398"/>
          </a:xfrm>
          <a:prstGeom prst="ellipse">
            <a:avLst/>
          </a:prstGeom>
          <a:solidFill>
            <a:srgbClr val="B57442">
              <a:alpha val="30000"/>
            </a:srgbClr>
          </a:solidFill>
          <a:ln w="0">
            <a:noFill/>
            <a:prstDash val="solid"/>
          </a:ln>
        </p:spPr>
      </p:sp>
      <p:sp>
        <p:nvSpPr>
          <p:cNvPr id="1948" name="02_predicted_pose_5247">
            <a:extLst>
              <a:ext uri="{FF2B5EF4-FFF2-40B4-BE49-F238E27FC236}">
                <a16:creationId xmlns:a16="http://schemas.microsoft.com/office/drawing/2014/main" id="{65ABC453-CDB7-4598-B929-B54BC5B9AEDA}"/>
              </a:ext>
            </a:extLst>
          </p:cNvPr>
          <p:cNvSpPr>
            <a:spLocks noGrp="1"/>
          </p:cNvSpPr>
          <p:nvPr/>
        </p:nvSpPr>
        <p:spPr>
          <a:xfrm>
            <a:off x="5549609" y="5226865"/>
            <a:ext cx="28398" cy="28398"/>
          </a:xfrm>
          <a:prstGeom prst="ellipse">
            <a:avLst/>
          </a:prstGeom>
          <a:solidFill>
            <a:srgbClr val="B57442">
              <a:alpha val="30000"/>
            </a:srgbClr>
          </a:solidFill>
          <a:ln w="0">
            <a:noFill/>
            <a:prstDash val="solid"/>
          </a:ln>
        </p:spPr>
      </p:sp>
      <p:sp>
        <p:nvSpPr>
          <p:cNvPr id="1949" name="02_predicted_pose_5248">
            <a:extLst>
              <a:ext uri="{FF2B5EF4-FFF2-40B4-BE49-F238E27FC236}">
                <a16:creationId xmlns:a16="http://schemas.microsoft.com/office/drawing/2014/main" id="{47E5A5C3-6061-4EF1-A964-A7B9429D809A}"/>
              </a:ext>
            </a:extLst>
          </p:cNvPr>
          <p:cNvSpPr>
            <a:spLocks noGrp="1"/>
          </p:cNvSpPr>
          <p:nvPr/>
        </p:nvSpPr>
        <p:spPr>
          <a:xfrm>
            <a:off x="5696724" y="5693661"/>
            <a:ext cx="28398" cy="28398"/>
          </a:xfrm>
          <a:prstGeom prst="ellipse">
            <a:avLst/>
          </a:prstGeom>
          <a:solidFill>
            <a:srgbClr val="B57442">
              <a:alpha val="30000"/>
            </a:srgbClr>
          </a:solidFill>
          <a:ln w="0">
            <a:noFill/>
            <a:prstDash val="solid"/>
          </a:ln>
        </p:spPr>
      </p:sp>
      <p:sp>
        <p:nvSpPr>
          <p:cNvPr id="1950" name="02_predicted_pose_5249">
            <a:extLst>
              <a:ext uri="{FF2B5EF4-FFF2-40B4-BE49-F238E27FC236}">
                <a16:creationId xmlns:a16="http://schemas.microsoft.com/office/drawing/2014/main" id="{FEFDBC30-33A3-4A72-AFE1-7770C740E70A}"/>
              </a:ext>
            </a:extLst>
          </p:cNvPr>
          <p:cNvSpPr>
            <a:spLocks noGrp="1"/>
          </p:cNvSpPr>
          <p:nvPr/>
        </p:nvSpPr>
        <p:spPr>
          <a:xfrm>
            <a:off x="5710505" y="5759006"/>
            <a:ext cx="28398" cy="28398"/>
          </a:xfrm>
          <a:prstGeom prst="ellipse">
            <a:avLst/>
          </a:prstGeom>
          <a:solidFill>
            <a:srgbClr val="B57442">
              <a:alpha val="30000"/>
            </a:srgbClr>
          </a:solidFill>
          <a:ln w="0">
            <a:noFill/>
            <a:prstDash val="solid"/>
          </a:ln>
        </p:spPr>
      </p:sp>
      <p:sp>
        <p:nvSpPr>
          <p:cNvPr id="1951" name="02_predicted_pose_5250">
            <a:extLst>
              <a:ext uri="{FF2B5EF4-FFF2-40B4-BE49-F238E27FC236}">
                <a16:creationId xmlns:a16="http://schemas.microsoft.com/office/drawing/2014/main" id="{FAA02E84-25CD-4879-9ABC-086B739F9120}"/>
              </a:ext>
            </a:extLst>
          </p:cNvPr>
          <p:cNvSpPr>
            <a:spLocks noGrp="1"/>
          </p:cNvSpPr>
          <p:nvPr/>
        </p:nvSpPr>
        <p:spPr>
          <a:xfrm>
            <a:off x="5670884" y="5433228"/>
            <a:ext cx="28398" cy="28398"/>
          </a:xfrm>
          <a:prstGeom prst="ellipse">
            <a:avLst/>
          </a:prstGeom>
          <a:solidFill>
            <a:srgbClr val="B57442">
              <a:alpha val="30000"/>
            </a:srgbClr>
          </a:solidFill>
          <a:ln w="0">
            <a:noFill/>
            <a:prstDash val="solid"/>
          </a:ln>
        </p:spPr>
      </p:sp>
      <p:sp>
        <p:nvSpPr>
          <p:cNvPr id="1952" name="02_predicted_pose_5251">
            <a:extLst>
              <a:ext uri="{FF2B5EF4-FFF2-40B4-BE49-F238E27FC236}">
                <a16:creationId xmlns:a16="http://schemas.microsoft.com/office/drawing/2014/main" id="{7CC90816-FF62-4E58-AF5A-9F2751C76CAF}"/>
              </a:ext>
            </a:extLst>
          </p:cNvPr>
          <p:cNvSpPr>
            <a:spLocks noGrp="1"/>
          </p:cNvSpPr>
          <p:nvPr/>
        </p:nvSpPr>
        <p:spPr>
          <a:xfrm>
            <a:off x="5684665" y="5591017"/>
            <a:ext cx="28398" cy="28398"/>
          </a:xfrm>
          <a:prstGeom prst="ellipse">
            <a:avLst/>
          </a:prstGeom>
          <a:solidFill>
            <a:srgbClr val="B57442">
              <a:alpha val="30000"/>
            </a:srgbClr>
          </a:solidFill>
          <a:ln w="0">
            <a:noFill/>
            <a:prstDash val="solid"/>
          </a:ln>
        </p:spPr>
      </p:sp>
      <p:sp>
        <p:nvSpPr>
          <p:cNvPr id="1953" name="02_predicted_pose_5252">
            <a:extLst>
              <a:ext uri="{FF2B5EF4-FFF2-40B4-BE49-F238E27FC236}">
                <a16:creationId xmlns:a16="http://schemas.microsoft.com/office/drawing/2014/main" id="{A3B17BD4-368E-4405-B0D2-0FE9F20FA2FF}"/>
              </a:ext>
            </a:extLst>
          </p:cNvPr>
          <p:cNvSpPr>
            <a:spLocks noGrp="1"/>
          </p:cNvSpPr>
          <p:nvPr/>
        </p:nvSpPr>
        <p:spPr>
          <a:xfrm>
            <a:off x="5698446" y="5582954"/>
            <a:ext cx="28398" cy="28398"/>
          </a:xfrm>
          <a:prstGeom prst="ellipse">
            <a:avLst/>
          </a:prstGeom>
          <a:solidFill>
            <a:srgbClr val="B57442">
              <a:alpha val="30000"/>
            </a:srgbClr>
          </a:solidFill>
          <a:ln w="0">
            <a:noFill/>
            <a:prstDash val="solid"/>
          </a:ln>
        </p:spPr>
      </p:sp>
      <p:sp>
        <p:nvSpPr>
          <p:cNvPr id="1954" name="02_predicted_pose_5253">
            <a:extLst>
              <a:ext uri="{FF2B5EF4-FFF2-40B4-BE49-F238E27FC236}">
                <a16:creationId xmlns:a16="http://schemas.microsoft.com/office/drawing/2014/main" id="{5BCB35D0-63E4-4EB7-9DC3-D4FB11ACA881}"/>
              </a:ext>
            </a:extLst>
          </p:cNvPr>
          <p:cNvSpPr>
            <a:spLocks noGrp="1"/>
          </p:cNvSpPr>
          <p:nvPr/>
        </p:nvSpPr>
        <p:spPr>
          <a:xfrm>
            <a:off x="5726009" y="5636533"/>
            <a:ext cx="28398" cy="28398"/>
          </a:xfrm>
          <a:prstGeom prst="ellipse">
            <a:avLst/>
          </a:prstGeom>
          <a:solidFill>
            <a:srgbClr val="B57442">
              <a:alpha val="30000"/>
            </a:srgbClr>
          </a:solidFill>
          <a:ln w="0">
            <a:noFill/>
            <a:prstDash val="solid"/>
          </a:ln>
        </p:spPr>
      </p:sp>
      <p:sp>
        <p:nvSpPr>
          <p:cNvPr id="1955" name="02_predicted_pose_5254">
            <a:extLst>
              <a:ext uri="{FF2B5EF4-FFF2-40B4-BE49-F238E27FC236}">
                <a16:creationId xmlns:a16="http://schemas.microsoft.com/office/drawing/2014/main" id="{72909AF7-DC38-469D-8D98-24F39505F509}"/>
              </a:ext>
            </a:extLst>
          </p:cNvPr>
          <p:cNvSpPr>
            <a:spLocks noGrp="1"/>
          </p:cNvSpPr>
          <p:nvPr/>
        </p:nvSpPr>
        <p:spPr>
          <a:xfrm>
            <a:off x="5739790" y="5658683"/>
            <a:ext cx="28398" cy="28398"/>
          </a:xfrm>
          <a:prstGeom prst="ellipse">
            <a:avLst/>
          </a:prstGeom>
          <a:solidFill>
            <a:srgbClr val="B57442">
              <a:alpha val="30000"/>
            </a:srgbClr>
          </a:solidFill>
          <a:ln w="0">
            <a:noFill/>
            <a:prstDash val="solid"/>
          </a:ln>
        </p:spPr>
      </p:sp>
      <p:sp>
        <p:nvSpPr>
          <p:cNvPr id="1956" name="02_predicted_pose_5255">
            <a:extLst>
              <a:ext uri="{FF2B5EF4-FFF2-40B4-BE49-F238E27FC236}">
                <a16:creationId xmlns:a16="http://schemas.microsoft.com/office/drawing/2014/main" id="{D8CC0A19-776B-4D50-B533-57FD5BDE0649}"/>
              </a:ext>
            </a:extLst>
          </p:cNvPr>
          <p:cNvSpPr>
            <a:spLocks noGrp="1"/>
          </p:cNvSpPr>
          <p:nvPr/>
        </p:nvSpPr>
        <p:spPr>
          <a:xfrm>
            <a:off x="5553399" y="5689465"/>
            <a:ext cx="28398" cy="28398"/>
          </a:xfrm>
          <a:prstGeom prst="ellipse">
            <a:avLst/>
          </a:prstGeom>
          <a:solidFill>
            <a:srgbClr val="B57442">
              <a:alpha val="30000"/>
            </a:srgbClr>
          </a:solidFill>
          <a:ln w="0">
            <a:noFill/>
            <a:prstDash val="solid"/>
          </a:ln>
        </p:spPr>
      </p:sp>
      <p:sp>
        <p:nvSpPr>
          <p:cNvPr id="1957" name="02_predicted_pose_5256">
            <a:extLst>
              <a:ext uri="{FF2B5EF4-FFF2-40B4-BE49-F238E27FC236}">
                <a16:creationId xmlns:a16="http://schemas.microsoft.com/office/drawing/2014/main" id="{D3ACCD82-D06A-4A72-A694-2430960C4DC6}"/>
              </a:ext>
            </a:extLst>
          </p:cNvPr>
          <p:cNvSpPr>
            <a:spLocks noGrp="1"/>
          </p:cNvSpPr>
          <p:nvPr/>
        </p:nvSpPr>
        <p:spPr>
          <a:xfrm>
            <a:off x="5656069" y="5626721"/>
            <a:ext cx="28398" cy="28398"/>
          </a:xfrm>
          <a:prstGeom prst="ellipse">
            <a:avLst/>
          </a:prstGeom>
          <a:solidFill>
            <a:srgbClr val="B57442">
              <a:alpha val="30000"/>
            </a:srgbClr>
          </a:solidFill>
          <a:ln w="0">
            <a:noFill/>
            <a:prstDash val="solid"/>
          </a:ln>
        </p:spPr>
      </p:sp>
      <p:sp>
        <p:nvSpPr>
          <p:cNvPr id="1958" name="02_predicted_pose_5257">
            <a:extLst>
              <a:ext uri="{FF2B5EF4-FFF2-40B4-BE49-F238E27FC236}">
                <a16:creationId xmlns:a16="http://schemas.microsoft.com/office/drawing/2014/main" id="{FC3B4DA8-DE7B-40C0-9F21-8055784992DA}"/>
              </a:ext>
            </a:extLst>
          </p:cNvPr>
          <p:cNvSpPr>
            <a:spLocks noGrp="1"/>
          </p:cNvSpPr>
          <p:nvPr/>
        </p:nvSpPr>
        <p:spPr>
          <a:xfrm>
            <a:off x="5697413" y="5456981"/>
            <a:ext cx="28398" cy="28398"/>
          </a:xfrm>
          <a:prstGeom prst="ellipse">
            <a:avLst/>
          </a:prstGeom>
          <a:solidFill>
            <a:srgbClr val="B57442">
              <a:alpha val="30000"/>
            </a:srgbClr>
          </a:solidFill>
          <a:ln w="0">
            <a:noFill/>
            <a:prstDash val="solid"/>
          </a:ln>
        </p:spPr>
      </p:sp>
      <p:sp>
        <p:nvSpPr>
          <p:cNvPr id="1959" name="02_predicted_pose_5258">
            <a:extLst>
              <a:ext uri="{FF2B5EF4-FFF2-40B4-BE49-F238E27FC236}">
                <a16:creationId xmlns:a16="http://schemas.microsoft.com/office/drawing/2014/main" id="{3B9CDA6F-1FDF-49FA-B35A-53C7A479198B}"/>
              </a:ext>
            </a:extLst>
          </p:cNvPr>
          <p:cNvSpPr>
            <a:spLocks noGrp="1"/>
          </p:cNvSpPr>
          <p:nvPr/>
        </p:nvSpPr>
        <p:spPr>
          <a:xfrm>
            <a:off x="5711194" y="5591950"/>
            <a:ext cx="28398" cy="28398"/>
          </a:xfrm>
          <a:prstGeom prst="ellipse">
            <a:avLst/>
          </a:prstGeom>
          <a:solidFill>
            <a:srgbClr val="B57442">
              <a:alpha val="30000"/>
            </a:srgbClr>
          </a:solidFill>
          <a:ln w="0">
            <a:noFill/>
            <a:prstDash val="solid"/>
          </a:ln>
        </p:spPr>
      </p:sp>
      <p:sp>
        <p:nvSpPr>
          <p:cNvPr id="1960" name="02_predicted_pose_5259">
            <a:extLst>
              <a:ext uri="{FF2B5EF4-FFF2-40B4-BE49-F238E27FC236}">
                <a16:creationId xmlns:a16="http://schemas.microsoft.com/office/drawing/2014/main" id="{5740077C-D066-4673-A3EC-49BA45C21D50}"/>
              </a:ext>
            </a:extLst>
          </p:cNvPr>
          <p:cNvSpPr>
            <a:spLocks noGrp="1"/>
          </p:cNvSpPr>
          <p:nvPr/>
        </p:nvSpPr>
        <p:spPr>
          <a:xfrm>
            <a:off x="5738756" y="5438857"/>
            <a:ext cx="28398" cy="28398"/>
          </a:xfrm>
          <a:prstGeom prst="ellipse">
            <a:avLst/>
          </a:prstGeom>
          <a:solidFill>
            <a:srgbClr val="B57442">
              <a:alpha val="30000"/>
            </a:srgbClr>
          </a:solidFill>
          <a:ln w="0">
            <a:noFill/>
            <a:prstDash val="solid"/>
          </a:ln>
        </p:spPr>
      </p:sp>
      <p:sp>
        <p:nvSpPr>
          <p:cNvPr id="1961" name="02_predicted_pose_5260">
            <a:extLst>
              <a:ext uri="{FF2B5EF4-FFF2-40B4-BE49-F238E27FC236}">
                <a16:creationId xmlns:a16="http://schemas.microsoft.com/office/drawing/2014/main" id="{CB859A43-0B5C-4D5E-8EC4-9CC75FE48252}"/>
              </a:ext>
            </a:extLst>
          </p:cNvPr>
          <p:cNvSpPr>
            <a:spLocks noGrp="1"/>
          </p:cNvSpPr>
          <p:nvPr/>
        </p:nvSpPr>
        <p:spPr>
          <a:xfrm>
            <a:off x="5629540" y="5787441"/>
            <a:ext cx="28398" cy="28398"/>
          </a:xfrm>
          <a:prstGeom prst="ellipse">
            <a:avLst/>
          </a:prstGeom>
          <a:solidFill>
            <a:srgbClr val="B57442">
              <a:alpha val="30000"/>
            </a:srgbClr>
          </a:solidFill>
          <a:ln w="0">
            <a:noFill/>
            <a:prstDash val="solid"/>
          </a:ln>
        </p:spPr>
      </p:sp>
      <p:sp>
        <p:nvSpPr>
          <p:cNvPr id="1962" name="02_predicted_pose_5261">
            <a:extLst>
              <a:ext uri="{FF2B5EF4-FFF2-40B4-BE49-F238E27FC236}">
                <a16:creationId xmlns:a16="http://schemas.microsoft.com/office/drawing/2014/main" id="{7D75284D-237E-4CB1-8BF3-E2374C501B31}"/>
              </a:ext>
            </a:extLst>
          </p:cNvPr>
          <p:cNvSpPr>
            <a:spLocks noGrp="1"/>
          </p:cNvSpPr>
          <p:nvPr/>
        </p:nvSpPr>
        <p:spPr>
          <a:xfrm>
            <a:off x="5657102" y="5778530"/>
            <a:ext cx="28398" cy="28398"/>
          </a:xfrm>
          <a:prstGeom prst="ellipse">
            <a:avLst/>
          </a:prstGeom>
          <a:solidFill>
            <a:srgbClr val="B57442">
              <a:alpha val="30000"/>
            </a:srgbClr>
          </a:solidFill>
          <a:ln w="0">
            <a:noFill/>
            <a:prstDash val="solid"/>
          </a:ln>
        </p:spPr>
      </p:sp>
      <p:sp>
        <p:nvSpPr>
          <p:cNvPr id="1963" name="02_predicted_pose_5262">
            <a:extLst>
              <a:ext uri="{FF2B5EF4-FFF2-40B4-BE49-F238E27FC236}">
                <a16:creationId xmlns:a16="http://schemas.microsoft.com/office/drawing/2014/main" id="{D9608CEE-205D-4523-A7FA-B152FFC4FA6B}"/>
              </a:ext>
            </a:extLst>
          </p:cNvPr>
          <p:cNvSpPr>
            <a:spLocks noGrp="1"/>
          </p:cNvSpPr>
          <p:nvPr/>
        </p:nvSpPr>
        <p:spPr>
          <a:xfrm>
            <a:off x="5684665" y="5771306"/>
            <a:ext cx="28398" cy="28398"/>
          </a:xfrm>
          <a:prstGeom prst="ellipse">
            <a:avLst/>
          </a:prstGeom>
          <a:solidFill>
            <a:srgbClr val="B57442">
              <a:alpha val="30000"/>
            </a:srgbClr>
          </a:solidFill>
          <a:ln w="0">
            <a:noFill/>
            <a:prstDash val="solid"/>
          </a:ln>
        </p:spPr>
      </p:sp>
      <p:sp>
        <p:nvSpPr>
          <p:cNvPr id="1964" name="02_predicted_pose_5263">
            <a:extLst>
              <a:ext uri="{FF2B5EF4-FFF2-40B4-BE49-F238E27FC236}">
                <a16:creationId xmlns:a16="http://schemas.microsoft.com/office/drawing/2014/main" id="{4C4FF4C4-B6B9-4C77-8D8E-209F88CCDF1A}"/>
              </a:ext>
            </a:extLst>
          </p:cNvPr>
          <p:cNvSpPr>
            <a:spLocks noGrp="1"/>
          </p:cNvSpPr>
          <p:nvPr/>
        </p:nvSpPr>
        <p:spPr>
          <a:xfrm>
            <a:off x="5712227" y="5888537"/>
            <a:ext cx="28398" cy="28398"/>
          </a:xfrm>
          <a:prstGeom prst="ellipse">
            <a:avLst/>
          </a:prstGeom>
          <a:solidFill>
            <a:srgbClr val="B57442">
              <a:alpha val="30000"/>
            </a:srgbClr>
          </a:solidFill>
          <a:ln w="0">
            <a:noFill/>
            <a:prstDash val="solid"/>
          </a:ln>
        </p:spPr>
      </p:sp>
      <p:sp>
        <p:nvSpPr>
          <p:cNvPr id="1965" name="02_predicted_pose_5264">
            <a:extLst>
              <a:ext uri="{FF2B5EF4-FFF2-40B4-BE49-F238E27FC236}">
                <a16:creationId xmlns:a16="http://schemas.microsoft.com/office/drawing/2014/main" id="{833B497B-826D-421A-9D15-4B84A94EC6BA}"/>
              </a:ext>
            </a:extLst>
          </p:cNvPr>
          <p:cNvSpPr>
            <a:spLocks noGrp="1"/>
          </p:cNvSpPr>
          <p:nvPr/>
        </p:nvSpPr>
        <p:spPr>
          <a:xfrm>
            <a:off x="5739790" y="5867272"/>
            <a:ext cx="28398" cy="28398"/>
          </a:xfrm>
          <a:prstGeom prst="ellipse">
            <a:avLst/>
          </a:prstGeom>
          <a:solidFill>
            <a:srgbClr val="B57442">
              <a:alpha val="30000"/>
            </a:srgbClr>
          </a:solidFill>
          <a:ln w="0">
            <a:noFill/>
            <a:prstDash val="solid"/>
          </a:ln>
        </p:spPr>
      </p:sp>
      <p:sp>
        <p:nvSpPr>
          <p:cNvPr id="1966" name="02_predicted_pose_5265">
            <a:extLst>
              <a:ext uri="{FF2B5EF4-FFF2-40B4-BE49-F238E27FC236}">
                <a16:creationId xmlns:a16="http://schemas.microsoft.com/office/drawing/2014/main" id="{51C02E90-717F-4F3C-8FFF-77A2EC87283B}"/>
              </a:ext>
            </a:extLst>
          </p:cNvPr>
          <p:cNvSpPr>
            <a:spLocks noGrp="1"/>
          </p:cNvSpPr>
          <p:nvPr/>
        </p:nvSpPr>
        <p:spPr>
          <a:xfrm>
            <a:off x="5642977" y="5842427"/>
            <a:ext cx="28398" cy="28398"/>
          </a:xfrm>
          <a:prstGeom prst="ellipse">
            <a:avLst/>
          </a:prstGeom>
          <a:solidFill>
            <a:srgbClr val="B57442">
              <a:alpha val="30000"/>
            </a:srgbClr>
          </a:solidFill>
          <a:ln w="0">
            <a:noFill/>
            <a:prstDash val="solid"/>
          </a:ln>
        </p:spPr>
      </p:sp>
      <p:sp>
        <p:nvSpPr>
          <p:cNvPr id="1967" name="02_predicted_pose_5266">
            <a:extLst>
              <a:ext uri="{FF2B5EF4-FFF2-40B4-BE49-F238E27FC236}">
                <a16:creationId xmlns:a16="http://schemas.microsoft.com/office/drawing/2014/main" id="{208AE3F5-D619-45F2-836F-C6F983A16AA2}"/>
              </a:ext>
            </a:extLst>
          </p:cNvPr>
          <p:cNvSpPr>
            <a:spLocks noGrp="1"/>
          </p:cNvSpPr>
          <p:nvPr/>
        </p:nvSpPr>
        <p:spPr>
          <a:xfrm>
            <a:off x="5760117" y="5470937"/>
            <a:ext cx="28398" cy="28398"/>
          </a:xfrm>
          <a:prstGeom prst="ellipse">
            <a:avLst/>
          </a:prstGeom>
          <a:solidFill>
            <a:srgbClr val="B57442">
              <a:alpha val="30000"/>
            </a:srgbClr>
          </a:solidFill>
          <a:ln w="0">
            <a:noFill/>
            <a:prstDash val="solid"/>
          </a:ln>
        </p:spPr>
      </p:sp>
      <p:sp>
        <p:nvSpPr>
          <p:cNvPr id="1968" name="02_predicted_pose_5267">
            <a:extLst>
              <a:ext uri="{FF2B5EF4-FFF2-40B4-BE49-F238E27FC236}">
                <a16:creationId xmlns:a16="http://schemas.microsoft.com/office/drawing/2014/main" id="{6F26BE62-41A6-460C-8653-E21610C82816}"/>
              </a:ext>
            </a:extLst>
          </p:cNvPr>
          <p:cNvSpPr>
            <a:spLocks noGrp="1"/>
          </p:cNvSpPr>
          <p:nvPr/>
        </p:nvSpPr>
        <p:spPr>
          <a:xfrm>
            <a:off x="5773898" y="5449606"/>
            <a:ext cx="28398" cy="28398"/>
          </a:xfrm>
          <a:prstGeom prst="ellipse">
            <a:avLst/>
          </a:prstGeom>
          <a:solidFill>
            <a:srgbClr val="B57442">
              <a:alpha val="30000"/>
            </a:srgbClr>
          </a:solidFill>
          <a:ln w="0">
            <a:noFill/>
            <a:prstDash val="solid"/>
          </a:ln>
        </p:spPr>
      </p:sp>
      <p:sp>
        <p:nvSpPr>
          <p:cNvPr id="1969" name="02_predicted_pose_5268">
            <a:extLst>
              <a:ext uri="{FF2B5EF4-FFF2-40B4-BE49-F238E27FC236}">
                <a16:creationId xmlns:a16="http://schemas.microsoft.com/office/drawing/2014/main" id="{ED1ADA89-DE59-4D68-89B3-70836FBD13D1}"/>
              </a:ext>
            </a:extLst>
          </p:cNvPr>
          <p:cNvSpPr>
            <a:spLocks noGrp="1"/>
          </p:cNvSpPr>
          <p:nvPr/>
        </p:nvSpPr>
        <p:spPr>
          <a:xfrm>
            <a:off x="5556844" y="5705876"/>
            <a:ext cx="28398" cy="28398"/>
          </a:xfrm>
          <a:prstGeom prst="ellipse">
            <a:avLst/>
          </a:prstGeom>
          <a:solidFill>
            <a:srgbClr val="B57442">
              <a:alpha val="30000"/>
            </a:srgbClr>
          </a:solidFill>
          <a:ln w="0">
            <a:noFill/>
            <a:prstDash val="solid"/>
          </a:ln>
        </p:spPr>
      </p:sp>
      <p:sp>
        <p:nvSpPr>
          <p:cNvPr id="1970" name="02_predicted_pose_5269">
            <a:extLst>
              <a:ext uri="{FF2B5EF4-FFF2-40B4-BE49-F238E27FC236}">
                <a16:creationId xmlns:a16="http://schemas.microsoft.com/office/drawing/2014/main" id="{B81F463F-53D3-41A8-A92C-CF4145C169D0}"/>
              </a:ext>
            </a:extLst>
          </p:cNvPr>
          <p:cNvSpPr>
            <a:spLocks noGrp="1"/>
          </p:cNvSpPr>
          <p:nvPr/>
        </p:nvSpPr>
        <p:spPr>
          <a:xfrm>
            <a:off x="5569247" y="5771195"/>
            <a:ext cx="28398" cy="28398"/>
          </a:xfrm>
          <a:prstGeom prst="ellipse">
            <a:avLst/>
          </a:prstGeom>
          <a:solidFill>
            <a:srgbClr val="B57442">
              <a:alpha val="30000"/>
            </a:srgbClr>
          </a:solidFill>
          <a:ln w="0">
            <a:noFill/>
            <a:prstDash val="solid"/>
          </a:ln>
        </p:spPr>
      </p:sp>
      <p:sp>
        <p:nvSpPr>
          <p:cNvPr id="1971" name="02_predicted_pose_5270">
            <a:extLst>
              <a:ext uri="{FF2B5EF4-FFF2-40B4-BE49-F238E27FC236}">
                <a16:creationId xmlns:a16="http://schemas.microsoft.com/office/drawing/2014/main" id="{B2348786-FABE-4DAA-9AA0-E5DD5F90AEC6}"/>
              </a:ext>
            </a:extLst>
          </p:cNvPr>
          <p:cNvSpPr>
            <a:spLocks noGrp="1"/>
          </p:cNvSpPr>
          <p:nvPr/>
        </p:nvSpPr>
        <p:spPr>
          <a:xfrm>
            <a:off x="5610935" y="5821076"/>
            <a:ext cx="28398" cy="28398"/>
          </a:xfrm>
          <a:prstGeom prst="ellipse">
            <a:avLst/>
          </a:prstGeom>
          <a:solidFill>
            <a:srgbClr val="B57442">
              <a:alpha val="30000"/>
            </a:srgbClr>
          </a:solidFill>
          <a:ln w="0">
            <a:noFill/>
            <a:prstDash val="solid"/>
          </a:ln>
        </p:spPr>
      </p:sp>
      <p:sp>
        <p:nvSpPr>
          <p:cNvPr id="1972" name="02_predicted_pose_5271">
            <a:extLst>
              <a:ext uri="{FF2B5EF4-FFF2-40B4-BE49-F238E27FC236}">
                <a16:creationId xmlns:a16="http://schemas.microsoft.com/office/drawing/2014/main" id="{BAAAAE77-666A-4032-8181-FA54B739DD40}"/>
              </a:ext>
            </a:extLst>
          </p:cNvPr>
          <p:cNvSpPr>
            <a:spLocks noGrp="1"/>
          </p:cNvSpPr>
          <p:nvPr/>
        </p:nvSpPr>
        <p:spPr>
          <a:xfrm>
            <a:off x="5574415" y="5753501"/>
            <a:ext cx="28398" cy="28398"/>
          </a:xfrm>
          <a:prstGeom prst="ellipse">
            <a:avLst/>
          </a:prstGeom>
          <a:solidFill>
            <a:srgbClr val="B57442">
              <a:alpha val="30000"/>
            </a:srgbClr>
          </a:solidFill>
          <a:ln w="0">
            <a:noFill/>
            <a:prstDash val="solid"/>
          </a:ln>
        </p:spPr>
      </p:sp>
      <p:sp>
        <p:nvSpPr>
          <p:cNvPr id="1973" name="02_predicted_pose_5272">
            <a:extLst>
              <a:ext uri="{FF2B5EF4-FFF2-40B4-BE49-F238E27FC236}">
                <a16:creationId xmlns:a16="http://schemas.microsoft.com/office/drawing/2014/main" id="{4EC51529-C882-4F28-ADA5-18D0B216AF8C}"/>
              </a:ext>
            </a:extLst>
          </p:cNvPr>
          <p:cNvSpPr>
            <a:spLocks noGrp="1"/>
          </p:cNvSpPr>
          <p:nvPr/>
        </p:nvSpPr>
        <p:spPr>
          <a:xfrm>
            <a:off x="5522391" y="5579893"/>
            <a:ext cx="28398" cy="28398"/>
          </a:xfrm>
          <a:prstGeom prst="ellipse">
            <a:avLst/>
          </a:prstGeom>
          <a:solidFill>
            <a:srgbClr val="B57442">
              <a:alpha val="30000"/>
            </a:srgbClr>
          </a:solidFill>
          <a:ln w="0">
            <a:noFill/>
            <a:prstDash val="solid"/>
          </a:ln>
        </p:spPr>
      </p:sp>
      <p:sp>
        <p:nvSpPr>
          <p:cNvPr id="1974" name="02_predicted_pose_5273">
            <a:extLst>
              <a:ext uri="{FF2B5EF4-FFF2-40B4-BE49-F238E27FC236}">
                <a16:creationId xmlns:a16="http://schemas.microsoft.com/office/drawing/2014/main" id="{F2CA5EC4-C9FF-4753-99DE-748D6F44EB17}"/>
              </a:ext>
            </a:extLst>
          </p:cNvPr>
          <p:cNvSpPr>
            <a:spLocks noGrp="1"/>
          </p:cNvSpPr>
          <p:nvPr/>
        </p:nvSpPr>
        <p:spPr>
          <a:xfrm>
            <a:off x="5654691" y="5910026"/>
            <a:ext cx="28398" cy="28398"/>
          </a:xfrm>
          <a:prstGeom prst="ellipse">
            <a:avLst/>
          </a:prstGeom>
          <a:solidFill>
            <a:srgbClr val="B57442">
              <a:alpha val="30000"/>
            </a:srgbClr>
          </a:solidFill>
          <a:ln w="0">
            <a:noFill/>
            <a:prstDash val="solid"/>
          </a:ln>
        </p:spPr>
      </p:sp>
      <p:sp>
        <p:nvSpPr>
          <p:cNvPr id="1975" name="02_predicted_pose_5274">
            <a:extLst>
              <a:ext uri="{FF2B5EF4-FFF2-40B4-BE49-F238E27FC236}">
                <a16:creationId xmlns:a16="http://schemas.microsoft.com/office/drawing/2014/main" id="{3DBA64A7-10CB-4AA7-9735-1D246BE856D2}"/>
              </a:ext>
            </a:extLst>
          </p:cNvPr>
          <p:cNvSpPr>
            <a:spLocks noGrp="1"/>
          </p:cNvSpPr>
          <p:nvPr/>
        </p:nvSpPr>
        <p:spPr>
          <a:xfrm>
            <a:off x="5668472" y="5958529"/>
            <a:ext cx="28398" cy="28398"/>
          </a:xfrm>
          <a:prstGeom prst="ellipse">
            <a:avLst/>
          </a:prstGeom>
          <a:solidFill>
            <a:srgbClr val="B57442">
              <a:alpha val="30000"/>
            </a:srgbClr>
          </a:solidFill>
          <a:ln w="0">
            <a:noFill/>
            <a:prstDash val="solid"/>
          </a:ln>
        </p:spPr>
      </p:sp>
      <p:sp>
        <p:nvSpPr>
          <p:cNvPr id="1976" name="02_predicted_pose_5275">
            <a:extLst>
              <a:ext uri="{FF2B5EF4-FFF2-40B4-BE49-F238E27FC236}">
                <a16:creationId xmlns:a16="http://schemas.microsoft.com/office/drawing/2014/main" id="{4AF6D736-2153-43B7-9C84-5C3471471402}"/>
              </a:ext>
            </a:extLst>
          </p:cNvPr>
          <p:cNvSpPr>
            <a:spLocks noGrp="1"/>
          </p:cNvSpPr>
          <p:nvPr/>
        </p:nvSpPr>
        <p:spPr>
          <a:xfrm>
            <a:off x="5682253" y="5895408"/>
            <a:ext cx="28398" cy="28398"/>
          </a:xfrm>
          <a:prstGeom prst="ellipse">
            <a:avLst/>
          </a:prstGeom>
          <a:solidFill>
            <a:srgbClr val="B57442">
              <a:alpha val="30000"/>
            </a:srgbClr>
          </a:solidFill>
          <a:ln w="0">
            <a:noFill/>
            <a:prstDash val="solid"/>
          </a:ln>
        </p:spPr>
      </p:sp>
      <p:sp>
        <p:nvSpPr>
          <p:cNvPr id="1977" name="02_predicted_pose_5276">
            <a:extLst>
              <a:ext uri="{FF2B5EF4-FFF2-40B4-BE49-F238E27FC236}">
                <a16:creationId xmlns:a16="http://schemas.microsoft.com/office/drawing/2014/main" id="{82623726-5DCC-4D90-B150-291269027A15}"/>
              </a:ext>
            </a:extLst>
          </p:cNvPr>
          <p:cNvSpPr>
            <a:spLocks noGrp="1"/>
          </p:cNvSpPr>
          <p:nvPr/>
        </p:nvSpPr>
        <p:spPr>
          <a:xfrm>
            <a:off x="5696034" y="5909744"/>
            <a:ext cx="28398" cy="28398"/>
          </a:xfrm>
          <a:prstGeom prst="ellipse">
            <a:avLst/>
          </a:prstGeom>
          <a:solidFill>
            <a:srgbClr val="B57442">
              <a:alpha val="30000"/>
            </a:srgbClr>
          </a:solidFill>
          <a:ln w="0">
            <a:noFill/>
            <a:prstDash val="solid"/>
          </a:ln>
        </p:spPr>
      </p:sp>
      <p:sp>
        <p:nvSpPr>
          <p:cNvPr id="1978" name="02_predicted_pose_5277">
            <a:extLst>
              <a:ext uri="{FF2B5EF4-FFF2-40B4-BE49-F238E27FC236}">
                <a16:creationId xmlns:a16="http://schemas.microsoft.com/office/drawing/2014/main" id="{C2287A61-83BF-4087-A390-5529C5E34018}"/>
              </a:ext>
            </a:extLst>
          </p:cNvPr>
          <p:cNvSpPr>
            <a:spLocks noGrp="1"/>
          </p:cNvSpPr>
          <p:nvPr/>
        </p:nvSpPr>
        <p:spPr>
          <a:xfrm>
            <a:off x="5491039" y="5874502"/>
            <a:ext cx="28398" cy="28398"/>
          </a:xfrm>
          <a:prstGeom prst="ellipse">
            <a:avLst/>
          </a:prstGeom>
          <a:solidFill>
            <a:srgbClr val="B57442">
              <a:alpha val="30000"/>
            </a:srgbClr>
          </a:solidFill>
          <a:ln w="0">
            <a:noFill/>
            <a:prstDash val="solid"/>
          </a:ln>
        </p:spPr>
      </p:sp>
      <p:sp>
        <p:nvSpPr>
          <p:cNvPr id="1979" name="02_predicted_pose_5278">
            <a:extLst>
              <a:ext uri="{FF2B5EF4-FFF2-40B4-BE49-F238E27FC236}">
                <a16:creationId xmlns:a16="http://schemas.microsoft.com/office/drawing/2014/main" id="{57793276-3F91-4EB2-98DF-0C4CA1964FE3}"/>
              </a:ext>
            </a:extLst>
          </p:cNvPr>
          <p:cNvSpPr>
            <a:spLocks noGrp="1"/>
          </p:cNvSpPr>
          <p:nvPr/>
        </p:nvSpPr>
        <p:spPr>
          <a:xfrm>
            <a:off x="5518601" y="5886011"/>
            <a:ext cx="28398" cy="28398"/>
          </a:xfrm>
          <a:prstGeom prst="ellipse">
            <a:avLst/>
          </a:prstGeom>
          <a:solidFill>
            <a:srgbClr val="B57442">
              <a:alpha val="30000"/>
            </a:srgbClr>
          </a:solidFill>
          <a:ln w="0">
            <a:noFill/>
            <a:prstDash val="solid"/>
          </a:ln>
        </p:spPr>
      </p:sp>
      <p:sp>
        <p:nvSpPr>
          <p:cNvPr id="1980" name="02_predicted_pose_5279">
            <a:extLst>
              <a:ext uri="{FF2B5EF4-FFF2-40B4-BE49-F238E27FC236}">
                <a16:creationId xmlns:a16="http://schemas.microsoft.com/office/drawing/2014/main" id="{120CBA1D-A365-4B9D-9805-4760AB8E4F18}"/>
              </a:ext>
            </a:extLst>
          </p:cNvPr>
          <p:cNvSpPr>
            <a:spLocks noGrp="1"/>
          </p:cNvSpPr>
          <p:nvPr/>
        </p:nvSpPr>
        <p:spPr>
          <a:xfrm>
            <a:off x="5730143" y="5610508"/>
            <a:ext cx="28398" cy="28398"/>
          </a:xfrm>
          <a:prstGeom prst="ellipse">
            <a:avLst/>
          </a:prstGeom>
          <a:solidFill>
            <a:srgbClr val="B57442">
              <a:alpha val="30000"/>
            </a:srgbClr>
          </a:solidFill>
          <a:ln w="0">
            <a:noFill/>
            <a:prstDash val="solid"/>
          </a:ln>
        </p:spPr>
      </p:sp>
      <p:sp>
        <p:nvSpPr>
          <p:cNvPr id="1981" name="02_predicted_pose_5280">
            <a:extLst>
              <a:ext uri="{FF2B5EF4-FFF2-40B4-BE49-F238E27FC236}">
                <a16:creationId xmlns:a16="http://schemas.microsoft.com/office/drawing/2014/main" id="{670E4C78-7DAA-4520-A6E4-1488BFFD5CBD}"/>
              </a:ext>
            </a:extLst>
          </p:cNvPr>
          <p:cNvSpPr>
            <a:spLocks noGrp="1"/>
          </p:cNvSpPr>
          <p:nvPr/>
        </p:nvSpPr>
        <p:spPr>
          <a:xfrm>
            <a:off x="5764941" y="5524792"/>
            <a:ext cx="28398" cy="28398"/>
          </a:xfrm>
          <a:prstGeom prst="ellipse">
            <a:avLst/>
          </a:prstGeom>
          <a:solidFill>
            <a:srgbClr val="B57442">
              <a:alpha val="30000"/>
            </a:srgbClr>
          </a:solidFill>
          <a:ln w="0">
            <a:noFill/>
            <a:prstDash val="solid"/>
          </a:ln>
        </p:spPr>
      </p:sp>
      <p:sp>
        <p:nvSpPr>
          <p:cNvPr id="1982" name="02_predicted_pose_5281">
            <a:extLst>
              <a:ext uri="{FF2B5EF4-FFF2-40B4-BE49-F238E27FC236}">
                <a16:creationId xmlns:a16="http://schemas.microsoft.com/office/drawing/2014/main" id="{FEC9382B-ADD0-4B9F-AC83-918CEB4FF3F0}"/>
              </a:ext>
            </a:extLst>
          </p:cNvPr>
          <p:cNvSpPr>
            <a:spLocks noGrp="1"/>
          </p:cNvSpPr>
          <p:nvPr/>
        </p:nvSpPr>
        <p:spPr>
          <a:xfrm>
            <a:off x="3883531" y="4810680"/>
            <a:ext cx="191" cy="1545120"/>
          </a:xfrm>
          <a:custGeom>
            <a:avLst/>
            <a:gdLst/>
            <a:ahLst/>
            <a:cxnLst/>
            <a:rect l="0" t="0" r="0" b="0"/>
            <a:pathLst>
              <a:path w="191" h="1545120">
                <a:moveTo>
                  <a:pt x="0" y="1545120"/>
                </a:moveTo>
                <a:lnTo>
                  <a:pt x="0" y="0"/>
                </a:lnTo>
              </a:path>
            </a:pathLst>
          </a:custGeom>
          <a:noFill/>
          <a:ln w="8890">
            <a:solidFill>
              <a:srgbClr val="000000"/>
            </a:solidFill>
            <a:prstDash val="solid"/>
          </a:ln>
        </p:spPr>
      </p:sp>
      <p:sp>
        <p:nvSpPr>
          <p:cNvPr id="1983" name="02_predicted_pose_5282">
            <a:extLst>
              <a:ext uri="{FF2B5EF4-FFF2-40B4-BE49-F238E27FC236}">
                <a16:creationId xmlns:a16="http://schemas.microsoft.com/office/drawing/2014/main" id="{37B7862D-9489-4DFB-8191-8EFB21C45CAF}"/>
              </a:ext>
            </a:extLst>
          </p:cNvPr>
          <p:cNvSpPr>
            <a:spLocks noGrp="1"/>
          </p:cNvSpPr>
          <p:nvPr/>
        </p:nvSpPr>
        <p:spPr>
          <a:xfrm>
            <a:off x="3883531" y="6355800"/>
            <a:ext cx="2402069" cy="191"/>
          </a:xfrm>
          <a:custGeom>
            <a:avLst/>
            <a:gdLst/>
            <a:ahLst/>
            <a:cxnLst/>
            <a:rect l="0" t="0" r="0" b="0"/>
            <a:pathLst>
              <a:path w="2402069" h="191">
                <a:moveTo>
                  <a:pt x="0" y="0"/>
                </a:moveTo>
                <a:lnTo>
                  <a:pt x="2402069" y="0"/>
                </a:lnTo>
              </a:path>
            </a:pathLst>
          </a:custGeom>
          <a:noFill/>
          <a:ln w="8890">
            <a:solidFill>
              <a:srgbClr val="000000"/>
            </a:solidFill>
            <a:prstDash val="solid"/>
          </a:ln>
        </p:spPr>
      </p:sp>
      <p:sp>
        <p:nvSpPr>
          <p:cNvPr id="1984" name="02_predicted_pose_5283">
            <a:extLst>
              <a:ext uri="{FF2B5EF4-FFF2-40B4-BE49-F238E27FC236}">
                <a16:creationId xmlns:a16="http://schemas.microsoft.com/office/drawing/2014/main" id="{AFF5CE45-6743-4F88-B094-E770DBB6B4C2}"/>
              </a:ext>
            </a:extLst>
          </p:cNvPr>
          <p:cNvSpPr>
            <a:spLocks noGrp="1"/>
          </p:cNvSpPr>
          <p:nvPr/>
        </p:nvSpPr>
        <p:spPr>
          <a:xfrm>
            <a:off x="4369664" y="5845536"/>
            <a:ext cx="285961" cy="167823"/>
          </a:xfrm>
          <a:custGeom>
            <a:avLst/>
            <a:gdLst/>
            <a:ahLst/>
            <a:cxnLst/>
            <a:rect l="0" t="0" r="0" b="0"/>
            <a:pathLst>
              <a:path w="285961" h="167823">
                <a:moveTo>
                  <a:pt x="0" y="167823"/>
                </a:moveTo>
                <a:lnTo>
                  <a:pt x="285961" y="167823"/>
                </a:lnTo>
                <a:lnTo>
                  <a:pt x="285961" y="0"/>
                </a:lnTo>
                <a:lnTo>
                  <a:pt x="0" y="0"/>
                </a:lnTo>
                <a:lnTo>
                  <a:pt x="0" y="167823"/>
                </a:lnTo>
                <a:lnTo>
                  <a:pt x="0" y="167823"/>
                </a:lnTo>
                <a:close/>
              </a:path>
            </a:pathLst>
          </a:custGeom>
          <a:solidFill>
            <a:srgbClr val="FFFFFF"/>
          </a:solidFill>
          <a:ln w="12700">
            <a:solidFill>
              <a:srgbClr val="5879BD"/>
            </a:solidFill>
            <a:prstDash val="solid"/>
          </a:ln>
        </p:spPr>
      </p:sp>
      <p:sp>
        <p:nvSpPr>
          <p:cNvPr id="1985" name="02_predicted_pose_5284">
            <a:extLst>
              <a:ext uri="{FF2B5EF4-FFF2-40B4-BE49-F238E27FC236}">
                <a16:creationId xmlns:a16="http://schemas.microsoft.com/office/drawing/2014/main" id="{2F1765CE-B9D9-4EFD-952B-D5E0A3CB488B}"/>
              </a:ext>
            </a:extLst>
          </p:cNvPr>
          <p:cNvSpPr>
            <a:spLocks noGrp="1"/>
          </p:cNvSpPr>
          <p:nvPr/>
        </p:nvSpPr>
        <p:spPr>
          <a:xfrm>
            <a:off x="4512644" y="6013359"/>
            <a:ext cx="191" cy="125839"/>
          </a:xfrm>
          <a:custGeom>
            <a:avLst/>
            <a:gdLst/>
            <a:ahLst/>
            <a:cxnLst/>
            <a:rect l="0" t="0" r="0" b="0"/>
            <a:pathLst>
              <a:path w="191" h="125839">
                <a:moveTo>
                  <a:pt x="0" y="0"/>
                </a:moveTo>
                <a:lnTo>
                  <a:pt x="0" y="125839"/>
                </a:lnTo>
              </a:path>
            </a:pathLst>
          </a:custGeom>
          <a:noFill/>
          <a:ln w="8890">
            <a:solidFill>
              <a:srgbClr val="5879BD"/>
            </a:solidFill>
            <a:prstDash val="solid"/>
          </a:ln>
        </p:spPr>
      </p:sp>
      <p:sp>
        <p:nvSpPr>
          <p:cNvPr id="1986" name="02_predicted_pose_5285">
            <a:extLst>
              <a:ext uri="{FF2B5EF4-FFF2-40B4-BE49-F238E27FC236}">
                <a16:creationId xmlns:a16="http://schemas.microsoft.com/office/drawing/2014/main" id="{BB4A2BE9-AD3C-41E0-93CA-B5D6F4715565}"/>
              </a:ext>
            </a:extLst>
          </p:cNvPr>
          <p:cNvSpPr>
            <a:spLocks noGrp="1"/>
          </p:cNvSpPr>
          <p:nvPr/>
        </p:nvSpPr>
        <p:spPr>
          <a:xfrm>
            <a:off x="4512644" y="5527275"/>
            <a:ext cx="191" cy="318261"/>
          </a:xfrm>
          <a:custGeom>
            <a:avLst/>
            <a:gdLst/>
            <a:ahLst/>
            <a:cxnLst/>
            <a:rect l="0" t="0" r="0" b="0"/>
            <a:pathLst>
              <a:path w="191" h="318261">
                <a:moveTo>
                  <a:pt x="0" y="318261"/>
                </a:moveTo>
                <a:lnTo>
                  <a:pt x="0" y="0"/>
                </a:lnTo>
              </a:path>
            </a:pathLst>
          </a:custGeom>
          <a:noFill/>
          <a:ln w="8890">
            <a:solidFill>
              <a:srgbClr val="5879BD"/>
            </a:solidFill>
            <a:prstDash val="solid"/>
          </a:ln>
        </p:spPr>
      </p:sp>
      <p:sp>
        <p:nvSpPr>
          <p:cNvPr id="1987" name="02_predicted_pose_5286">
            <a:extLst>
              <a:ext uri="{FF2B5EF4-FFF2-40B4-BE49-F238E27FC236}">
                <a16:creationId xmlns:a16="http://schemas.microsoft.com/office/drawing/2014/main" id="{ECC41C6D-96EF-4E6D-8EB7-5AC86BF84C13}"/>
              </a:ext>
            </a:extLst>
          </p:cNvPr>
          <p:cNvSpPr>
            <a:spLocks noGrp="1"/>
          </p:cNvSpPr>
          <p:nvPr/>
        </p:nvSpPr>
        <p:spPr>
          <a:xfrm>
            <a:off x="4441154" y="6139198"/>
            <a:ext cx="142980" cy="191"/>
          </a:xfrm>
          <a:custGeom>
            <a:avLst/>
            <a:gdLst/>
            <a:ahLst/>
            <a:cxnLst/>
            <a:rect l="0" t="0" r="0" b="0"/>
            <a:pathLst>
              <a:path w="142980" h="191">
                <a:moveTo>
                  <a:pt x="0" y="0"/>
                </a:moveTo>
                <a:lnTo>
                  <a:pt x="142980" y="0"/>
                </a:lnTo>
              </a:path>
            </a:pathLst>
          </a:custGeom>
          <a:noFill/>
          <a:ln w="8890">
            <a:solidFill>
              <a:srgbClr val="5879BD"/>
            </a:solidFill>
            <a:prstDash val="solid"/>
          </a:ln>
        </p:spPr>
      </p:sp>
      <p:sp>
        <p:nvSpPr>
          <p:cNvPr id="1988" name="02_predicted_pose_5287">
            <a:extLst>
              <a:ext uri="{FF2B5EF4-FFF2-40B4-BE49-F238E27FC236}">
                <a16:creationId xmlns:a16="http://schemas.microsoft.com/office/drawing/2014/main" id="{2FE53DE1-9A5B-4E0C-9794-11C91C8B1969}"/>
              </a:ext>
            </a:extLst>
          </p:cNvPr>
          <p:cNvSpPr>
            <a:spLocks noGrp="1"/>
          </p:cNvSpPr>
          <p:nvPr/>
        </p:nvSpPr>
        <p:spPr>
          <a:xfrm>
            <a:off x="4441154" y="5527275"/>
            <a:ext cx="142980" cy="191"/>
          </a:xfrm>
          <a:custGeom>
            <a:avLst/>
            <a:gdLst/>
            <a:ahLst/>
            <a:cxnLst/>
            <a:rect l="0" t="0" r="0" b="0"/>
            <a:pathLst>
              <a:path w="142980" h="191">
                <a:moveTo>
                  <a:pt x="0" y="0"/>
                </a:moveTo>
                <a:lnTo>
                  <a:pt x="142980" y="0"/>
                </a:lnTo>
              </a:path>
            </a:pathLst>
          </a:custGeom>
          <a:noFill/>
          <a:ln w="8890">
            <a:solidFill>
              <a:srgbClr val="5879BD"/>
            </a:solidFill>
            <a:prstDash val="solid"/>
          </a:ln>
        </p:spPr>
      </p:sp>
      <p:sp>
        <p:nvSpPr>
          <p:cNvPr id="1989" name="02_predicted_pose_5288">
            <a:extLst>
              <a:ext uri="{FF2B5EF4-FFF2-40B4-BE49-F238E27FC236}">
                <a16:creationId xmlns:a16="http://schemas.microsoft.com/office/drawing/2014/main" id="{4DD58686-564E-4007-A725-A9944D5D16D8}"/>
              </a:ext>
            </a:extLst>
          </p:cNvPr>
          <p:cNvSpPr>
            <a:spLocks noGrp="1"/>
          </p:cNvSpPr>
          <p:nvPr/>
        </p:nvSpPr>
        <p:spPr>
          <a:xfrm>
            <a:off x="5513506" y="5665622"/>
            <a:ext cx="285961" cy="146615"/>
          </a:xfrm>
          <a:custGeom>
            <a:avLst/>
            <a:gdLst/>
            <a:ahLst/>
            <a:cxnLst/>
            <a:rect l="0" t="0" r="0" b="0"/>
            <a:pathLst>
              <a:path w="285961" h="146615">
                <a:moveTo>
                  <a:pt x="0" y="146615"/>
                </a:moveTo>
                <a:lnTo>
                  <a:pt x="285961" y="146615"/>
                </a:lnTo>
                <a:lnTo>
                  <a:pt x="285961" y="0"/>
                </a:lnTo>
                <a:lnTo>
                  <a:pt x="0" y="0"/>
                </a:lnTo>
                <a:lnTo>
                  <a:pt x="0" y="146615"/>
                </a:lnTo>
                <a:lnTo>
                  <a:pt x="0" y="146615"/>
                </a:lnTo>
                <a:close/>
              </a:path>
            </a:pathLst>
          </a:custGeom>
          <a:solidFill>
            <a:srgbClr val="FFFFFF"/>
          </a:solidFill>
          <a:ln w="12700">
            <a:solidFill>
              <a:srgbClr val="B57442"/>
            </a:solidFill>
            <a:prstDash val="solid"/>
          </a:ln>
        </p:spPr>
      </p:sp>
      <p:sp>
        <p:nvSpPr>
          <p:cNvPr id="1990" name="02_predicted_pose_5289">
            <a:extLst>
              <a:ext uri="{FF2B5EF4-FFF2-40B4-BE49-F238E27FC236}">
                <a16:creationId xmlns:a16="http://schemas.microsoft.com/office/drawing/2014/main" id="{2FC7CBA3-5A2E-4E9B-8959-C4F47E6AC3BB}"/>
              </a:ext>
            </a:extLst>
          </p:cNvPr>
          <p:cNvSpPr>
            <a:spLocks noGrp="1"/>
          </p:cNvSpPr>
          <p:nvPr/>
        </p:nvSpPr>
        <p:spPr>
          <a:xfrm>
            <a:off x="5656487" y="5812237"/>
            <a:ext cx="191" cy="106048"/>
          </a:xfrm>
          <a:custGeom>
            <a:avLst/>
            <a:gdLst/>
            <a:ahLst/>
            <a:cxnLst/>
            <a:rect l="0" t="0" r="0" b="0"/>
            <a:pathLst>
              <a:path w="191" h="106048">
                <a:moveTo>
                  <a:pt x="0" y="0"/>
                </a:moveTo>
                <a:lnTo>
                  <a:pt x="0" y="106048"/>
                </a:lnTo>
              </a:path>
            </a:pathLst>
          </a:custGeom>
          <a:noFill/>
          <a:ln w="8890">
            <a:solidFill>
              <a:srgbClr val="B57442"/>
            </a:solidFill>
            <a:prstDash val="solid"/>
          </a:ln>
        </p:spPr>
      </p:sp>
      <p:sp>
        <p:nvSpPr>
          <p:cNvPr id="1991" name="02_predicted_pose_5290">
            <a:extLst>
              <a:ext uri="{FF2B5EF4-FFF2-40B4-BE49-F238E27FC236}">
                <a16:creationId xmlns:a16="http://schemas.microsoft.com/office/drawing/2014/main" id="{AC0AF261-D774-4980-8A04-C2260C09159E}"/>
              </a:ext>
            </a:extLst>
          </p:cNvPr>
          <p:cNvSpPr>
            <a:spLocks noGrp="1"/>
          </p:cNvSpPr>
          <p:nvPr/>
        </p:nvSpPr>
        <p:spPr>
          <a:xfrm>
            <a:off x="5656487" y="5466367"/>
            <a:ext cx="191" cy="199255"/>
          </a:xfrm>
          <a:custGeom>
            <a:avLst/>
            <a:gdLst/>
            <a:ahLst/>
            <a:cxnLst/>
            <a:rect l="0" t="0" r="0" b="0"/>
            <a:pathLst>
              <a:path w="191" h="199255">
                <a:moveTo>
                  <a:pt x="0" y="199255"/>
                </a:moveTo>
                <a:lnTo>
                  <a:pt x="0" y="0"/>
                </a:lnTo>
              </a:path>
            </a:pathLst>
          </a:custGeom>
          <a:noFill/>
          <a:ln w="8890">
            <a:solidFill>
              <a:srgbClr val="B57442"/>
            </a:solidFill>
            <a:prstDash val="solid"/>
          </a:ln>
        </p:spPr>
      </p:sp>
      <p:sp>
        <p:nvSpPr>
          <p:cNvPr id="1992" name="02_predicted_pose_5291">
            <a:extLst>
              <a:ext uri="{FF2B5EF4-FFF2-40B4-BE49-F238E27FC236}">
                <a16:creationId xmlns:a16="http://schemas.microsoft.com/office/drawing/2014/main" id="{0A8E7389-9E33-475C-AD1C-64E72B23CDF9}"/>
              </a:ext>
            </a:extLst>
          </p:cNvPr>
          <p:cNvSpPr>
            <a:spLocks noGrp="1"/>
          </p:cNvSpPr>
          <p:nvPr/>
        </p:nvSpPr>
        <p:spPr>
          <a:xfrm>
            <a:off x="5584997" y="5918285"/>
            <a:ext cx="142980" cy="191"/>
          </a:xfrm>
          <a:custGeom>
            <a:avLst/>
            <a:gdLst/>
            <a:ahLst/>
            <a:cxnLst/>
            <a:rect l="0" t="0" r="0" b="0"/>
            <a:pathLst>
              <a:path w="142980" h="191">
                <a:moveTo>
                  <a:pt x="0" y="0"/>
                </a:moveTo>
                <a:lnTo>
                  <a:pt x="142980" y="0"/>
                </a:lnTo>
              </a:path>
            </a:pathLst>
          </a:custGeom>
          <a:noFill/>
          <a:ln w="8890">
            <a:solidFill>
              <a:srgbClr val="B57442"/>
            </a:solidFill>
            <a:prstDash val="solid"/>
          </a:ln>
        </p:spPr>
      </p:sp>
      <p:sp>
        <p:nvSpPr>
          <p:cNvPr id="1993" name="02_predicted_pose_5292">
            <a:extLst>
              <a:ext uri="{FF2B5EF4-FFF2-40B4-BE49-F238E27FC236}">
                <a16:creationId xmlns:a16="http://schemas.microsoft.com/office/drawing/2014/main" id="{B236BBB1-DCD9-46CE-92E3-B987E9583F38}"/>
              </a:ext>
            </a:extLst>
          </p:cNvPr>
          <p:cNvSpPr>
            <a:spLocks noGrp="1"/>
          </p:cNvSpPr>
          <p:nvPr/>
        </p:nvSpPr>
        <p:spPr>
          <a:xfrm>
            <a:off x="5584997" y="5466367"/>
            <a:ext cx="142980" cy="191"/>
          </a:xfrm>
          <a:custGeom>
            <a:avLst/>
            <a:gdLst/>
            <a:ahLst/>
            <a:cxnLst/>
            <a:rect l="0" t="0" r="0" b="0"/>
            <a:pathLst>
              <a:path w="142980" h="191">
                <a:moveTo>
                  <a:pt x="0" y="0"/>
                </a:moveTo>
                <a:lnTo>
                  <a:pt x="142980" y="0"/>
                </a:lnTo>
              </a:path>
            </a:pathLst>
          </a:custGeom>
          <a:noFill/>
          <a:ln w="8890">
            <a:solidFill>
              <a:srgbClr val="B57442"/>
            </a:solidFill>
            <a:prstDash val="solid"/>
          </a:ln>
        </p:spPr>
      </p:sp>
      <p:sp>
        <p:nvSpPr>
          <p:cNvPr id="1994" name="text_5293">
            <a:extLst>
              <a:ext uri="{FF2B5EF4-FFF2-40B4-BE49-F238E27FC236}">
                <a16:creationId xmlns:a16="http://schemas.microsoft.com/office/drawing/2014/main" id="{C3A1B0B0-D5DD-45D0-AEAF-02CF789ABEC6}"/>
              </a:ext>
            </a:extLst>
          </p:cNvPr>
          <p:cNvSpPr>
            <a:spLocks noGrp="1"/>
          </p:cNvSpPr>
          <p:nvPr/>
        </p:nvSpPr>
        <p:spPr>
          <a:xfrm>
            <a:off x="3451159" y="4646742"/>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d</a:t>
            </a:r>
          </a:p>
        </p:txBody>
      </p:sp>
      <p:sp>
        <p:nvSpPr>
          <p:cNvPr id="1995" name="text_5294">
            <a:extLst>
              <a:ext uri="{FF2B5EF4-FFF2-40B4-BE49-F238E27FC236}">
                <a16:creationId xmlns:a16="http://schemas.microsoft.com/office/drawing/2014/main" id="{A43E71FC-979E-46CD-8A27-76E449774180}"/>
              </a:ext>
            </a:extLst>
          </p:cNvPr>
          <p:cNvSpPr>
            <a:spLocks noGrp="1"/>
          </p:cNvSpPr>
          <p:nvPr/>
        </p:nvSpPr>
        <p:spPr>
          <a:xfrm>
            <a:off x="3883531" y="4598399"/>
            <a:ext cx="768782"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b="0">
                <a:solidFill>
                  <a:srgbClr val="273744"/>
                </a:solidFill>
                <a:latin typeface="Arial"/>
                <a:ea typeface="Arial"/>
                <a:cs typeface="Arial"/>
              </a:rPr>
              <a:t>CA2, Best of 50</a:t>
            </a:r>
          </a:p>
        </p:txBody>
      </p:sp>
      <p:sp>
        <p:nvSpPr>
          <p:cNvPr id="1996" name="02_predicted_pose_5295">
            <a:extLst>
              <a:ext uri="{FF2B5EF4-FFF2-40B4-BE49-F238E27FC236}">
                <a16:creationId xmlns:a16="http://schemas.microsoft.com/office/drawing/2014/main" id="{6FAB4C77-57EA-4A17-966F-8F21157E97A2}"/>
              </a:ext>
            </a:extLst>
          </p:cNvPr>
          <p:cNvSpPr>
            <a:spLocks noGrp="1"/>
          </p:cNvSpPr>
          <p:nvPr/>
        </p:nvSpPr>
        <p:spPr>
          <a:xfrm>
            <a:off x="4369664" y="5951860"/>
            <a:ext cx="285961" cy="191"/>
          </a:xfrm>
          <a:custGeom>
            <a:avLst/>
            <a:gdLst/>
            <a:ahLst/>
            <a:cxnLst/>
            <a:rect l="0" t="0" r="0" b="0"/>
            <a:pathLst>
              <a:path w="285961" h="191">
                <a:moveTo>
                  <a:pt x="0" y="0"/>
                </a:moveTo>
                <a:lnTo>
                  <a:pt x="285961" y="0"/>
                </a:lnTo>
              </a:path>
            </a:pathLst>
          </a:custGeom>
          <a:noFill/>
          <a:ln w="19050">
            <a:solidFill>
              <a:srgbClr val="5879BD"/>
            </a:solidFill>
            <a:prstDash val="solid"/>
          </a:ln>
        </p:spPr>
      </p:sp>
      <p:sp>
        <p:nvSpPr>
          <p:cNvPr id="1997" name="02_predicted_pose_5296">
            <a:extLst>
              <a:ext uri="{FF2B5EF4-FFF2-40B4-BE49-F238E27FC236}">
                <a16:creationId xmlns:a16="http://schemas.microsoft.com/office/drawing/2014/main" id="{B8017D2C-05AC-46EE-BEB1-E9642D972E7C}"/>
              </a:ext>
            </a:extLst>
          </p:cNvPr>
          <p:cNvSpPr>
            <a:spLocks noGrp="1"/>
          </p:cNvSpPr>
          <p:nvPr/>
        </p:nvSpPr>
        <p:spPr>
          <a:xfrm>
            <a:off x="5513506" y="5750974"/>
            <a:ext cx="285961" cy="191"/>
          </a:xfrm>
          <a:custGeom>
            <a:avLst/>
            <a:gdLst/>
            <a:ahLst/>
            <a:cxnLst/>
            <a:rect l="0" t="0" r="0" b="0"/>
            <a:pathLst>
              <a:path w="285961" h="191">
                <a:moveTo>
                  <a:pt x="0" y="0"/>
                </a:moveTo>
                <a:lnTo>
                  <a:pt x="285961" y="0"/>
                </a:lnTo>
              </a:path>
            </a:pathLst>
          </a:custGeom>
          <a:noFill/>
          <a:ln w="19050">
            <a:solidFill>
              <a:srgbClr val="B57442"/>
            </a:solidFill>
            <a:prstDash val="solid"/>
          </a:ln>
        </p:spPr>
      </p:sp>
      <p:sp>
        <p:nvSpPr>
          <p:cNvPr id="1998" name="text_5297">
            <a:extLst>
              <a:ext uri="{FF2B5EF4-FFF2-40B4-BE49-F238E27FC236}">
                <a16:creationId xmlns:a16="http://schemas.microsoft.com/office/drawing/2014/main" id="{E6125190-5F3C-4FC9-A16F-60A5640BC303}"/>
              </a:ext>
            </a:extLst>
          </p:cNvPr>
          <p:cNvSpPr>
            <a:spLocks noGrp="1"/>
          </p:cNvSpPr>
          <p:nvPr/>
        </p:nvSpPr>
        <p:spPr>
          <a:xfrm>
            <a:off x="712800" y="1804503"/>
            <a:ext cx="2791447" cy="166688"/>
          </a:xfrm>
          <a:prstGeom prst="rect">
            <a:avLst/>
          </a:prstGeom>
          <a:noFill/>
          <a:ln w="0">
            <a:noFill/>
          </a:ln>
        </p:spPr>
        <p:txBody>
          <a:bodyPr wrap="none" lIns="0" tIns="0" rIns="0" bIns="0" anchor="ctr">
            <a:noAutofit/>
          </a:bodyPr>
          <a:lstStyle>
            <a:defPPr algn="l">
              <a:defRPr sz="1050" b="1">
                <a:solidFill>
                  <a:srgbClr val="273744"/>
                </a:solidFill>
                <a:latin typeface="Arial"/>
                <a:ea typeface="Arial"/>
                <a:cs typeface="Arial"/>
              </a:defRPr>
            </a:defPPr>
          </a:lstStyle>
          <a:p>
            <a:pPr algn="l">
              <a:defRPr sz="1050" b="1">
                <a:solidFill>
                  <a:srgbClr val="273744"/>
                </a:solidFill>
                <a:latin typeface="Arial"/>
                <a:ea typeface="Arial"/>
                <a:cs typeface="Arial"/>
              </a:defRPr>
            </a:pPr>
            <a:r>
              <a:rPr sz="1050" b="1">
                <a:solidFill>
                  <a:srgbClr val="273744"/>
                </a:solidFill>
                <a:latin typeface="Arial"/>
                <a:ea typeface="Arial"/>
                <a:cs typeface="Arial"/>
              </a:rPr>
              <a:t>Docking guided by predicted ligand regions</a:t>
            </a:r>
          </a:p>
        </p:txBody>
      </p:sp>
    </p:spTree>
    <p:extLst>
      <p:ext uri="{BB962C8B-B14F-4D97-AF65-F5344CB8AC3E}">
        <p14:creationId xmlns:p14="http://schemas.microsoft.com/office/powerpoint/2010/main" val="1977371646"/>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24" name="03_assume_matched_5298">
            <a:extLst>
              <a:ext uri="{FF2B5EF4-FFF2-40B4-BE49-F238E27FC236}">
                <a16:creationId xmlns:a16="http://schemas.microsoft.com/office/drawing/2014/main" id="{68183750-C637-4607-90E5-682E0C45BC47}"/>
              </a:ext>
            </a:extLst>
          </p:cNvPr>
          <p:cNvSpPr>
            <a:spLocks noGrp="1"/>
          </p:cNvSpPr>
          <p:nvPr/>
        </p:nvSpPr>
        <p:spPr>
          <a:xfrm>
            <a:off x="0" y="324000"/>
            <a:ext cx="6480000" cy="7992000"/>
          </a:xfrm>
          <a:custGeom>
            <a:avLst/>
            <a:gdLst/>
            <a:ahLst/>
            <a:cxnLst/>
            <a:rect l="0" t="0" r="0" b="0"/>
            <a:pathLst>
              <a:path w="6480000" h="7992000">
                <a:moveTo>
                  <a:pt x="0" y="7992000"/>
                </a:moveTo>
                <a:lnTo>
                  <a:pt x="6480000" y="7992000"/>
                </a:lnTo>
                <a:lnTo>
                  <a:pt x="6480000" y="0"/>
                </a:lnTo>
                <a:lnTo>
                  <a:pt x="0" y="0"/>
                </a:lnTo>
                <a:lnTo>
                  <a:pt x="0" y="7992000"/>
                </a:lnTo>
                <a:close/>
              </a:path>
            </a:pathLst>
          </a:custGeom>
          <a:solidFill>
            <a:srgbClr val="FFFFFF"/>
          </a:solidFill>
          <a:ln w="0">
            <a:noFill/>
            <a:prstDash val="solid"/>
          </a:ln>
        </p:spPr>
      </p:sp>
      <p:sp>
        <p:nvSpPr>
          <p:cNvPr id="2" name="03_assume_matched_5299">
            <a:extLst>
              <a:ext uri="{FF2B5EF4-FFF2-40B4-BE49-F238E27FC236}">
                <a16:creationId xmlns:a16="http://schemas.microsoft.com/office/drawing/2014/main" id="{39688988-F633-4AD0-97B2-12460E5F66D0}"/>
              </a:ext>
            </a:extLst>
          </p:cNvPr>
          <p:cNvSpPr>
            <a:spLocks noGrp="1"/>
          </p:cNvSpPr>
          <p:nvPr/>
        </p:nvSpPr>
        <p:spPr>
          <a:xfrm>
            <a:off x="712800" y="1362960"/>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3" name="03_assume_matched_5300">
            <a:extLst>
              <a:ext uri="{FF2B5EF4-FFF2-40B4-BE49-F238E27FC236}">
                <a16:creationId xmlns:a16="http://schemas.microsoft.com/office/drawing/2014/main" id="{BDE50F8B-F28B-46A7-9EDC-C212064A2574}"/>
              </a:ext>
            </a:extLst>
          </p:cNvPr>
          <p:cNvSpPr>
            <a:spLocks noGrp="1"/>
          </p:cNvSpPr>
          <p:nvPr/>
        </p:nvSpPr>
        <p:spPr>
          <a:xfrm>
            <a:off x="1014554" y="1392203"/>
            <a:ext cx="196140" cy="584869"/>
          </a:xfrm>
          <a:custGeom>
            <a:avLst/>
            <a:gdLst/>
            <a:ahLst/>
            <a:cxnLst/>
            <a:rect l="0" t="0" r="0" b="0"/>
            <a:pathLst>
              <a:path w="196140" h="584869">
                <a:moveTo>
                  <a:pt x="196140" y="584869"/>
                </a:moveTo>
                <a:lnTo>
                  <a:pt x="0" y="584869"/>
                </a:lnTo>
                <a:lnTo>
                  <a:pt x="1087" y="579995"/>
                </a:lnTo>
                <a:lnTo>
                  <a:pt x="4273" y="575121"/>
                </a:lnTo>
                <a:lnTo>
                  <a:pt x="9346" y="570247"/>
                </a:lnTo>
                <a:lnTo>
                  <a:pt x="15979" y="565373"/>
                </a:lnTo>
                <a:lnTo>
                  <a:pt x="23762" y="560500"/>
                </a:lnTo>
                <a:lnTo>
                  <a:pt x="32248" y="555626"/>
                </a:lnTo>
                <a:lnTo>
                  <a:pt x="40993" y="550752"/>
                </a:lnTo>
                <a:lnTo>
                  <a:pt x="49592" y="545878"/>
                </a:lnTo>
                <a:lnTo>
                  <a:pt x="57709" y="541004"/>
                </a:lnTo>
                <a:lnTo>
                  <a:pt x="65094" y="536130"/>
                </a:lnTo>
                <a:lnTo>
                  <a:pt x="71585" y="531256"/>
                </a:lnTo>
                <a:lnTo>
                  <a:pt x="77107" y="526382"/>
                </a:lnTo>
                <a:lnTo>
                  <a:pt x="81658" y="521508"/>
                </a:lnTo>
                <a:lnTo>
                  <a:pt x="85292" y="516634"/>
                </a:lnTo>
                <a:lnTo>
                  <a:pt x="88103" y="511760"/>
                </a:lnTo>
                <a:lnTo>
                  <a:pt x="90203" y="506887"/>
                </a:lnTo>
                <a:lnTo>
                  <a:pt x="91712" y="502013"/>
                </a:lnTo>
                <a:lnTo>
                  <a:pt x="92745" y="497139"/>
                </a:lnTo>
                <a:lnTo>
                  <a:pt x="93406" y="492265"/>
                </a:lnTo>
                <a:lnTo>
                  <a:pt x="93783" y="487391"/>
                </a:lnTo>
                <a:lnTo>
                  <a:pt x="93948" y="482517"/>
                </a:lnTo>
                <a:lnTo>
                  <a:pt x="93958" y="477643"/>
                </a:lnTo>
                <a:lnTo>
                  <a:pt x="93854" y="472769"/>
                </a:lnTo>
                <a:lnTo>
                  <a:pt x="93671" y="467895"/>
                </a:lnTo>
                <a:lnTo>
                  <a:pt x="93433" y="463021"/>
                </a:lnTo>
                <a:lnTo>
                  <a:pt x="93159" y="458147"/>
                </a:lnTo>
                <a:lnTo>
                  <a:pt x="92866" y="453274"/>
                </a:lnTo>
                <a:lnTo>
                  <a:pt x="92569" y="448400"/>
                </a:lnTo>
                <a:lnTo>
                  <a:pt x="92280" y="443526"/>
                </a:lnTo>
                <a:lnTo>
                  <a:pt x="92012" y="438652"/>
                </a:lnTo>
                <a:lnTo>
                  <a:pt x="91777" y="433778"/>
                </a:lnTo>
                <a:lnTo>
                  <a:pt x="91584" y="428904"/>
                </a:lnTo>
                <a:lnTo>
                  <a:pt x="91443" y="424030"/>
                </a:lnTo>
                <a:lnTo>
                  <a:pt x="91359" y="419156"/>
                </a:lnTo>
                <a:lnTo>
                  <a:pt x="91335" y="414282"/>
                </a:lnTo>
                <a:lnTo>
                  <a:pt x="91372" y="409408"/>
                </a:lnTo>
                <a:lnTo>
                  <a:pt x="91469" y="404534"/>
                </a:lnTo>
                <a:lnTo>
                  <a:pt x="91620" y="399661"/>
                </a:lnTo>
                <a:lnTo>
                  <a:pt x="91819" y="394787"/>
                </a:lnTo>
                <a:lnTo>
                  <a:pt x="92055" y="389913"/>
                </a:lnTo>
                <a:lnTo>
                  <a:pt x="92317" y="385039"/>
                </a:lnTo>
                <a:lnTo>
                  <a:pt x="92591" y="380165"/>
                </a:lnTo>
                <a:lnTo>
                  <a:pt x="92861" y="375291"/>
                </a:lnTo>
                <a:lnTo>
                  <a:pt x="93112" y="370417"/>
                </a:lnTo>
                <a:lnTo>
                  <a:pt x="93324" y="365543"/>
                </a:lnTo>
                <a:lnTo>
                  <a:pt x="93482" y="360669"/>
                </a:lnTo>
                <a:lnTo>
                  <a:pt x="93568" y="355795"/>
                </a:lnTo>
                <a:lnTo>
                  <a:pt x="93568" y="350921"/>
                </a:lnTo>
                <a:lnTo>
                  <a:pt x="93472" y="346048"/>
                </a:lnTo>
                <a:lnTo>
                  <a:pt x="93275" y="341174"/>
                </a:lnTo>
                <a:lnTo>
                  <a:pt x="92980" y="336300"/>
                </a:lnTo>
                <a:lnTo>
                  <a:pt x="92595" y="331426"/>
                </a:lnTo>
                <a:lnTo>
                  <a:pt x="92141" y="326552"/>
                </a:lnTo>
                <a:lnTo>
                  <a:pt x="91645" y="321678"/>
                </a:lnTo>
                <a:lnTo>
                  <a:pt x="91139" y="316804"/>
                </a:lnTo>
                <a:lnTo>
                  <a:pt x="90663" y="311930"/>
                </a:lnTo>
                <a:lnTo>
                  <a:pt x="90256" y="307056"/>
                </a:lnTo>
                <a:lnTo>
                  <a:pt x="89954" y="302182"/>
                </a:lnTo>
                <a:lnTo>
                  <a:pt x="89788" y="297308"/>
                </a:lnTo>
                <a:lnTo>
                  <a:pt x="89778" y="292435"/>
                </a:lnTo>
                <a:lnTo>
                  <a:pt x="89934" y="287561"/>
                </a:lnTo>
                <a:lnTo>
                  <a:pt x="90252" y="282687"/>
                </a:lnTo>
                <a:lnTo>
                  <a:pt x="90718" y="277813"/>
                </a:lnTo>
                <a:lnTo>
                  <a:pt x="91306" y="272939"/>
                </a:lnTo>
                <a:lnTo>
                  <a:pt x="91983" y="268065"/>
                </a:lnTo>
                <a:lnTo>
                  <a:pt x="92714" y="263191"/>
                </a:lnTo>
                <a:lnTo>
                  <a:pt x="93462" y="258317"/>
                </a:lnTo>
                <a:lnTo>
                  <a:pt x="94194" y="253443"/>
                </a:lnTo>
                <a:lnTo>
                  <a:pt x="94883" y="248569"/>
                </a:lnTo>
                <a:lnTo>
                  <a:pt x="95509" y="243695"/>
                </a:lnTo>
                <a:lnTo>
                  <a:pt x="96058" y="238822"/>
                </a:lnTo>
                <a:lnTo>
                  <a:pt x="96526" y="233948"/>
                </a:lnTo>
                <a:lnTo>
                  <a:pt x="96911" y="229074"/>
                </a:lnTo>
                <a:lnTo>
                  <a:pt x="97220" y="224200"/>
                </a:lnTo>
                <a:lnTo>
                  <a:pt x="97461" y="219326"/>
                </a:lnTo>
                <a:lnTo>
                  <a:pt x="97643" y="214452"/>
                </a:lnTo>
                <a:lnTo>
                  <a:pt x="97778" y="209578"/>
                </a:lnTo>
                <a:lnTo>
                  <a:pt x="97875" y="204704"/>
                </a:lnTo>
                <a:lnTo>
                  <a:pt x="97942" y="199830"/>
                </a:lnTo>
                <a:lnTo>
                  <a:pt x="97988" y="194956"/>
                </a:lnTo>
                <a:lnTo>
                  <a:pt x="98019" y="190082"/>
                </a:lnTo>
                <a:lnTo>
                  <a:pt x="98039" y="185209"/>
                </a:lnTo>
                <a:lnTo>
                  <a:pt x="98052" y="180335"/>
                </a:lnTo>
                <a:lnTo>
                  <a:pt x="98059" y="175461"/>
                </a:lnTo>
                <a:lnTo>
                  <a:pt x="98064" y="170587"/>
                </a:lnTo>
                <a:lnTo>
                  <a:pt x="98067" y="165713"/>
                </a:lnTo>
                <a:lnTo>
                  <a:pt x="98068" y="160839"/>
                </a:lnTo>
                <a:lnTo>
                  <a:pt x="98069" y="155965"/>
                </a:lnTo>
                <a:lnTo>
                  <a:pt x="98070"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0" y="146217"/>
                </a:lnTo>
                <a:lnTo>
                  <a:pt x="98071" y="151091"/>
                </a:lnTo>
                <a:lnTo>
                  <a:pt x="98071" y="155965"/>
                </a:lnTo>
                <a:lnTo>
                  <a:pt x="98072" y="160839"/>
                </a:lnTo>
                <a:lnTo>
                  <a:pt x="98074" y="165713"/>
                </a:lnTo>
                <a:lnTo>
                  <a:pt x="98076" y="170587"/>
                </a:lnTo>
                <a:lnTo>
                  <a:pt x="98081" y="175461"/>
                </a:lnTo>
                <a:lnTo>
                  <a:pt x="98089" y="180335"/>
                </a:lnTo>
                <a:lnTo>
                  <a:pt x="98101" y="185209"/>
                </a:lnTo>
                <a:lnTo>
                  <a:pt x="98121" y="190082"/>
                </a:lnTo>
                <a:lnTo>
                  <a:pt x="98152" y="194956"/>
                </a:lnTo>
                <a:lnTo>
                  <a:pt x="98198" y="199830"/>
                </a:lnTo>
                <a:lnTo>
                  <a:pt x="98266" y="204704"/>
                </a:lnTo>
                <a:lnTo>
                  <a:pt x="98362" y="209578"/>
                </a:lnTo>
                <a:lnTo>
                  <a:pt x="98497" y="214452"/>
                </a:lnTo>
                <a:lnTo>
                  <a:pt x="98679" y="219326"/>
                </a:lnTo>
                <a:lnTo>
                  <a:pt x="98920" y="224200"/>
                </a:lnTo>
                <a:lnTo>
                  <a:pt x="99229" y="229074"/>
                </a:lnTo>
                <a:lnTo>
                  <a:pt x="99615" y="233948"/>
                </a:lnTo>
                <a:lnTo>
                  <a:pt x="100082" y="238822"/>
                </a:lnTo>
                <a:lnTo>
                  <a:pt x="100631" y="243695"/>
                </a:lnTo>
                <a:lnTo>
                  <a:pt x="101257" y="248569"/>
                </a:lnTo>
                <a:lnTo>
                  <a:pt x="101946" y="253443"/>
                </a:lnTo>
                <a:lnTo>
                  <a:pt x="102679" y="258317"/>
                </a:lnTo>
                <a:lnTo>
                  <a:pt x="103427" y="263191"/>
                </a:lnTo>
                <a:lnTo>
                  <a:pt x="104157" y="268065"/>
                </a:lnTo>
                <a:lnTo>
                  <a:pt x="104835" y="272939"/>
                </a:lnTo>
                <a:lnTo>
                  <a:pt x="105422" y="277813"/>
                </a:lnTo>
                <a:lnTo>
                  <a:pt x="105888" y="282687"/>
                </a:lnTo>
                <a:lnTo>
                  <a:pt x="106207" y="287561"/>
                </a:lnTo>
                <a:lnTo>
                  <a:pt x="106363" y="292435"/>
                </a:lnTo>
                <a:lnTo>
                  <a:pt x="106353" y="297308"/>
                </a:lnTo>
                <a:lnTo>
                  <a:pt x="106186" y="302182"/>
                </a:lnTo>
                <a:lnTo>
                  <a:pt x="105884" y="307056"/>
                </a:lnTo>
                <a:lnTo>
                  <a:pt x="105477" y="311930"/>
                </a:lnTo>
                <a:lnTo>
                  <a:pt x="105001" y="316804"/>
                </a:lnTo>
                <a:lnTo>
                  <a:pt x="104496" y="321678"/>
                </a:lnTo>
                <a:lnTo>
                  <a:pt x="103999" y="326552"/>
                </a:lnTo>
                <a:lnTo>
                  <a:pt x="103545" y="331426"/>
                </a:lnTo>
                <a:lnTo>
                  <a:pt x="103161" y="336300"/>
                </a:lnTo>
                <a:lnTo>
                  <a:pt x="102865" y="341174"/>
                </a:lnTo>
                <a:lnTo>
                  <a:pt x="102668" y="346048"/>
                </a:lnTo>
                <a:lnTo>
                  <a:pt x="102572" y="350921"/>
                </a:lnTo>
                <a:lnTo>
                  <a:pt x="102572" y="355795"/>
                </a:lnTo>
                <a:lnTo>
                  <a:pt x="102658" y="360669"/>
                </a:lnTo>
                <a:lnTo>
                  <a:pt x="102816" y="365543"/>
                </a:lnTo>
                <a:lnTo>
                  <a:pt x="103029" y="370417"/>
                </a:lnTo>
                <a:lnTo>
                  <a:pt x="103279" y="375291"/>
                </a:lnTo>
                <a:lnTo>
                  <a:pt x="103549" y="380165"/>
                </a:lnTo>
                <a:lnTo>
                  <a:pt x="103823" y="385039"/>
                </a:lnTo>
                <a:lnTo>
                  <a:pt x="104085" y="389913"/>
                </a:lnTo>
                <a:lnTo>
                  <a:pt x="104321" y="394787"/>
                </a:lnTo>
                <a:lnTo>
                  <a:pt x="104520" y="399661"/>
                </a:lnTo>
                <a:lnTo>
                  <a:pt x="104671" y="404534"/>
                </a:lnTo>
                <a:lnTo>
                  <a:pt x="104768" y="409408"/>
                </a:lnTo>
                <a:lnTo>
                  <a:pt x="104806" y="414282"/>
                </a:lnTo>
                <a:lnTo>
                  <a:pt x="104782" y="419156"/>
                </a:lnTo>
                <a:lnTo>
                  <a:pt x="104697" y="424030"/>
                </a:lnTo>
                <a:lnTo>
                  <a:pt x="104556" y="428904"/>
                </a:lnTo>
                <a:lnTo>
                  <a:pt x="104363" y="433778"/>
                </a:lnTo>
                <a:lnTo>
                  <a:pt x="104128" y="438652"/>
                </a:lnTo>
                <a:lnTo>
                  <a:pt x="103861" y="443526"/>
                </a:lnTo>
                <a:lnTo>
                  <a:pt x="103572" y="448400"/>
                </a:lnTo>
                <a:lnTo>
                  <a:pt x="103274" y="453274"/>
                </a:lnTo>
                <a:lnTo>
                  <a:pt x="102981" y="458147"/>
                </a:lnTo>
                <a:lnTo>
                  <a:pt x="102708" y="463021"/>
                </a:lnTo>
                <a:lnTo>
                  <a:pt x="102469" y="467895"/>
                </a:lnTo>
                <a:lnTo>
                  <a:pt x="102286" y="472769"/>
                </a:lnTo>
                <a:lnTo>
                  <a:pt x="102183" y="477643"/>
                </a:lnTo>
                <a:lnTo>
                  <a:pt x="102192" y="482517"/>
                </a:lnTo>
                <a:lnTo>
                  <a:pt x="102357" y="487391"/>
                </a:lnTo>
                <a:lnTo>
                  <a:pt x="102734" y="492265"/>
                </a:lnTo>
                <a:lnTo>
                  <a:pt x="103395" y="497139"/>
                </a:lnTo>
                <a:lnTo>
                  <a:pt x="104429" y="502013"/>
                </a:lnTo>
                <a:lnTo>
                  <a:pt x="105938" y="506887"/>
                </a:lnTo>
                <a:lnTo>
                  <a:pt x="108038" y="511760"/>
                </a:lnTo>
                <a:lnTo>
                  <a:pt x="110848" y="516634"/>
                </a:lnTo>
                <a:lnTo>
                  <a:pt x="114483" y="521508"/>
                </a:lnTo>
                <a:lnTo>
                  <a:pt x="119034" y="526382"/>
                </a:lnTo>
                <a:lnTo>
                  <a:pt x="124556" y="531256"/>
                </a:lnTo>
                <a:lnTo>
                  <a:pt x="131047" y="536130"/>
                </a:lnTo>
                <a:lnTo>
                  <a:pt x="138431" y="541004"/>
                </a:lnTo>
                <a:lnTo>
                  <a:pt x="146549" y="545878"/>
                </a:lnTo>
                <a:lnTo>
                  <a:pt x="155148" y="550752"/>
                </a:lnTo>
                <a:lnTo>
                  <a:pt x="163892" y="555626"/>
                </a:lnTo>
                <a:lnTo>
                  <a:pt x="172378" y="560500"/>
                </a:lnTo>
                <a:lnTo>
                  <a:pt x="180161" y="565373"/>
                </a:lnTo>
                <a:lnTo>
                  <a:pt x="186794" y="570247"/>
                </a:lnTo>
                <a:lnTo>
                  <a:pt x="191867" y="575121"/>
                </a:lnTo>
                <a:lnTo>
                  <a:pt x="195054"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4" name="03_assume_matched_5301">
            <a:extLst>
              <a:ext uri="{FF2B5EF4-FFF2-40B4-BE49-F238E27FC236}">
                <a16:creationId xmlns:a16="http://schemas.microsoft.com/office/drawing/2014/main" id="{09832253-CBE2-4AA0-8BBF-4B4494979C10}"/>
              </a:ext>
            </a:extLst>
          </p:cNvPr>
          <p:cNvSpPr>
            <a:spLocks noGrp="1"/>
          </p:cNvSpPr>
          <p:nvPr/>
        </p:nvSpPr>
        <p:spPr>
          <a:xfrm>
            <a:off x="1391747" y="1392203"/>
            <a:ext cx="196140" cy="584869"/>
          </a:xfrm>
          <a:custGeom>
            <a:avLst/>
            <a:gdLst/>
            <a:ahLst/>
            <a:cxnLst/>
            <a:rect l="0" t="0" r="0" b="0"/>
            <a:pathLst>
              <a:path w="196140" h="584869">
                <a:moveTo>
                  <a:pt x="196140" y="584869"/>
                </a:moveTo>
                <a:lnTo>
                  <a:pt x="0" y="584869"/>
                </a:lnTo>
                <a:lnTo>
                  <a:pt x="1084" y="579995"/>
                </a:lnTo>
                <a:lnTo>
                  <a:pt x="4265" y="575121"/>
                </a:lnTo>
                <a:lnTo>
                  <a:pt x="9329" y="570247"/>
                </a:lnTo>
                <a:lnTo>
                  <a:pt x="15951" y="565373"/>
                </a:lnTo>
                <a:lnTo>
                  <a:pt x="23724" y="560500"/>
                </a:lnTo>
                <a:lnTo>
                  <a:pt x="32204" y="555626"/>
                </a:lnTo>
                <a:lnTo>
                  <a:pt x="40950" y="550752"/>
                </a:lnTo>
                <a:lnTo>
                  <a:pt x="49558" y="545878"/>
                </a:lnTo>
                <a:lnTo>
                  <a:pt x="57696" y="541004"/>
                </a:lnTo>
                <a:lnTo>
                  <a:pt x="65115" y="536130"/>
                </a:lnTo>
                <a:lnTo>
                  <a:pt x="71655" y="531256"/>
                </a:lnTo>
                <a:lnTo>
                  <a:pt x="77242" y="526382"/>
                </a:lnTo>
                <a:lnTo>
                  <a:pt x="81874" y="521508"/>
                </a:lnTo>
                <a:lnTo>
                  <a:pt x="85606" y="516634"/>
                </a:lnTo>
                <a:lnTo>
                  <a:pt x="88528" y="511760"/>
                </a:lnTo>
                <a:lnTo>
                  <a:pt x="90752" y="506887"/>
                </a:lnTo>
                <a:lnTo>
                  <a:pt x="92399" y="502013"/>
                </a:lnTo>
                <a:lnTo>
                  <a:pt x="93580" y="497139"/>
                </a:lnTo>
                <a:lnTo>
                  <a:pt x="94400" y="492265"/>
                </a:lnTo>
                <a:lnTo>
                  <a:pt x="94947" y="487391"/>
                </a:lnTo>
                <a:lnTo>
                  <a:pt x="95293" y="482517"/>
                </a:lnTo>
                <a:lnTo>
                  <a:pt x="95496" y="477643"/>
                </a:lnTo>
                <a:lnTo>
                  <a:pt x="95602" y="472769"/>
                </a:lnTo>
                <a:lnTo>
                  <a:pt x="95645" y="467895"/>
                </a:lnTo>
                <a:lnTo>
                  <a:pt x="95653" y="463021"/>
                </a:lnTo>
                <a:lnTo>
                  <a:pt x="95646" y="458147"/>
                </a:lnTo>
                <a:lnTo>
                  <a:pt x="95639" y="453274"/>
                </a:lnTo>
                <a:lnTo>
                  <a:pt x="95644" y="448400"/>
                </a:lnTo>
                <a:lnTo>
                  <a:pt x="95669" y="443526"/>
                </a:lnTo>
                <a:lnTo>
                  <a:pt x="95716" y="438652"/>
                </a:lnTo>
                <a:lnTo>
                  <a:pt x="95787" y="433778"/>
                </a:lnTo>
                <a:lnTo>
                  <a:pt x="95879" y="428904"/>
                </a:lnTo>
                <a:lnTo>
                  <a:pt x="95984" y="424030"/>
                </a:lnTo>
                <a:lnTo>
                  <a:pt x="96096" y="419156"/>
                </a:lnTo>
                <a:lnTo>
                  <a:pt x="96202" y="414282"/>
                </a:lnTo>
                <a:lnTo>
                  <a:pt x="96294" y="409408"/>
                </a:lnTo>
                <a:lnTo>
                  <a:pt x="96360" y="404534"/>
                </a:lnTo>
                <a:lnTo>
                  <a:pt x="96391" y="399661"/>
                </a:lnTo>
                <a:lnTo>
                  <a:pt x="96381" y="394787"/>
                </a:lnTo>
                <a:lnTo>
                  <a:pt x="96325" y="389913"/>
                </a:lnTo>
                <a:lnTo>
                  <a:pt x="96222" y="385039"/>
                </a:lnTo>
                <a:lnTo>
                  <a:pt x="96074" y="380165"/>
                </a:lnTo>
                <a:lnTo>
                  <a:pt x="95885" y="375291"/>
                </a:lnTo>
                <a:lnTo>
                  <a:pt x="95657" y="370417"/>
                </a:lnTo>
                <a:lnTo>
                  <a:pt x="95398" y="365543"/>
                </a:lnTo>
                <a:lnTo>
                  <a:pt x="95112" y="360669"/>
                </a:lnTo>
                <a:lnTo>
                  <a:pt x="94804" y="355795"/>
                </a:lnTo>
                <a:lnTo>
                  <a:pt x="94476" y="350921"/>
                </a:lnTo>
                <a:lnTo>
                  <a:pt x="94133" y="346048"/>
                </a:lnTo>
                <a:lnTo>
                  <a:pt x="93777" y="341174"/>
                </a:lnTo>
                <a:lnTo>
                  <a:pt x="93412" y="336300"/>
                </a:lnTo>
                <a:lnTo>
                  <a:pt x="93044" y="331426"/>
                </a:lnTo>
                <a:lnTo>
                  <a:pt x="92680" y="326552"/>
                </a:lnTo>
                <a:lnTo>
                  <a:pt x="92331" y="321678"/>
                </a:lnTo>
                <a:lnTo>
                  <a:pt x="92010" y="316804"/>
                </a:lnTo>
                <a:lnTo>
                  <a:pt x="91733" y="311930"/>
                </a:lnTo>
                <a:lnTo>
                  <a:pt x="91517" y="307056"/>
                </a:lnTo>
                <a:lnTo>
                  <a:pt x="91376" y="302182"/>
                </a:lnTo>
                <a:lnTo>
                  <a:pt x="91324" y="297308"/>
                </a:lnTo>
                <a:lnTo>
                  <a:pt x="91370" y="292435"/>
                </a:lnTo>
                <a:lnTo>
                  <a:pt x="91516" y="287561"/>
                </a:lnTo>
                <a:lnTo>
                  <a:pt x="91760" y="282687"/>
                </a:lnTo>
                <a:lnTo>
                  <a:pt x="92093" y="277813"/>
                </a:lnTo>
                <a:lnTo>
                  <a:pt x="92499" y="272939"/>
                </a:lnTo>
                <a:lnTo>
                  <a:pt x="92959" y="268065"/>
                </a:lnTo>
                <a:lnTo>
                  <a:pt x="93450" y="263191"/>
                </a:lnTo>
                <a:lnTo>
                  <a:pt x="93949" y="258317"/>
                </a:lnTo>
                <a:lnTo>
                  <a:pt x="94434" y="253443"/>
                </a:lnTo>
                <a:lnTo>
                  <a:pt x="94886" y="248569"/>
                </a:lnTo>
                <a:lnTo>
                  <a:pt x="95288" y="243695"/>
                </a:lnTo>
                <a:lnTo>
                  <a:pt x="95630" y="238822"/>
                </a:lnTo>
                <a:lnTo>
                  <a:pt x="95905" y="233948"/>
                </a:lnTo>
                <a:lnTo>
                  <a:pt x="96112" y="229074"/>
                </a:lnTo>
                <a:lnTo>
                  <a:pt x="96255" y="224200"/>
                </a:lnTo>
                <a:lnTo>
                  <a:pt x="96339" y="219326"/>
                </a:lnTo>
                <a:lnTo>
                  <a:pt x="96374" y="214452"/>
                </a:lnTo>
                <a:lnTo>
                  <a:pt x="96372" y="209578"/>
                </a:lnTo>
                <a:lnTo>
                  <a:pt x="96344" y="204704"/>
                </a:lnTo>
                <a:lnTo>
                  <a:pt x="96303" y="199830"/>
                </a:lnTo>
                <a:lnTo>
                  <a:pt x="96260" y="194956"/>
                </a:lnTo>
                <a:lnTo>
                  <a:pt x="96224" y="190082"/>
                </a:lnTo>
                <a:lnTo>
                  <a:pt x="96202" y="185209"/>
                </a:lnTo>
                <a:lnTo>
                  <a:pt x="96200" y="180335"/>
                </a:lnTo>
                <a:lnTo>
                  <a:pt x="96219" y="175461"/>
                </a:lnTo>
                <a:lnTo>
                  <a:pt x="96260" y="170587"/>
                </a:lnTo>
                <a:lnTo>
                  <a:pt x="96320" y="165713"/>
                </a:lnTo>
                <a:lnTo>
                  <a:pt x="96394" y="160839"/>
                </a:lnTo>
                <a:lnTo>
                  <a:pt x="96477" y="155965"/>
                </a:lnTo>
                <a:lnTo>
                  <a:pt x="96563" y="151091"/>
                </a:lnTo>
                <a:lnTo>
                  <a:pt x="96645" y="146217"/>
                </a:lnTo>
                <a:lnTo>
                  <a:pt x="96718" y="141343"/>
                </a:lnTo>
                <a:lnTo>
                  <a:pt x="96780" y="136469"/>
                </a:lnTo>
                <a:lnTo>
                  <a:pt x="96826" y="131596"/>
                </a:lnTo>
                <a:lnTo>
                  <a:pt x="96857" y="126722"/>
                </a:lnTo>
                <a:lnTo>
                  <a:pt x="96873" y="121848"/>
                </a:lnTo>
                <a:lnTo>
                  <a:pt x="96876" y="116974"/>
                </a:lnTo>
                <a:lnTo>
                  <a:pt x="96867" y="112100"/>
                </a:lnTo>
                <a:lnTo>
                  <a:pt x="96847" y="107226"/>
                </a:lnTo>
                <a:lnTo>
                  <a:pt x="96813" y="102352"/>
                </a:lnTo>
                <a:lnTo>
                  <a:pt x="96760" y="97478"/>
                </a:lnTo>
                <a:lnTo>
                  <a:pt x="96678" y="92604"/>
                </a:lnTo>
                <a:lnTo>
                  <a:pt x="96552" y="87730"/>
                </a:lnTo>
                <a:lnTo>
                  <a:pt x="96361" y="82856"/>
                </a:lnTo>
                <a:lnTo>
                  <a:pt x="96080" y="77983"/>
                </a:lnTo>
                <a:lnTo>
                  <a:pt x="95678" y="73109"/>
                </a:lnTo>
                <a:lnTo>
                  <a:pt x="95123" y="68235"/>
                </a:lnTo>
                <a:lnTo>
                  <a:pt x="94387" y="63361"/>
                </a:lnTo>
                <a:lnTo>
                  <a:pt x="93442" y="58487"/>
                </a:lnTo>
                <a:lnTo>
                  <a:pt x="92273" y="53613"/>
                </a:lnTo>
                <a:lnTo>
                  <a:pt x="90877" y="48739"/>
                </a:lnTo>
                <a:lnTo>
                  <a:pt x="89267" y="43865"/>
                </a:lnTo>
                <a:lnTo>
                  <a:pt x="87481" y="38991"/>
                </a:lnTo>
                <a:lnTo>
                  <a:pt x="85574" y="34117"/>
                </a:lnTo>
                <a:lnTo>
                  <a:pt x="83624" y="29243"/>
                </a:lnTo>
                <a:lnTo>
                  <a:pt x="81723" y="24370"/>
                </a:lnTo>
                <a:lnTo>
                  <a:pt x="79974" y="19496"/>
                </a:lnTo>
                <a:lnTo>
                  <a:pt x="78480" y="14622"/>
                </a:lnTo>
                <a:lnTo>
                  <a:pt x="77335" y="9748"/>
                </a:lnTo>
                <a:lnTo>
                  <a:pt x="76615" y="4874"/>
                </a:lnTo>
                <a:lnTo>
                  <a:pt x="76370" y="0"/>
                </a:lnTo>
                <a:lnTo>
                  <a:pt x="119771" y="0"/>
                </a:lnTo>
                <a:lnTo>
                  <a:pt x="119771" y="0"/>
                </a:lnTo>
                <a:lnTo>
                  <a:pt x="119525" y="4874"/>
                </a:lnTo>
                <a:lnTo>
                  <a:pt x="118805" y="9748"/>
                </a:lnTo>
                <a:lnTo>
                  <a:pt x="117661" y="14622"/>
                </a:lnTo>
                <a:lnTo>
                  <a:pt x="116167" y="19496"/>
                </a:lnTo>
                <a:lnTo>
                  <a:pt x="114418" y="24370"/>
                </a:lnTo>
                <a:lnTo>
                  <a:pt x="112517" y="29243"/>
                </a:lnTo>
                <a:lnTo>
                  <a:pt x="110566" y="34117"/>
                </a:lnTo>
                <a:lnTo>
                  <a:pt x="108659" y="38991"/>
                </a:lnTo>
                <a:lnTo>
                  <a:pt x="106873" y="43865"/>
                </a:lnTo>
                <a:lnTo>
                  <a:pt x="105264" y="48739"/>
                </a:lnTo>
                <a:lnTo>
                  <a:pt x="103867" y="53613"/>
                </a:lnTo>
                <a:lnTo>
                  <a:pt x="102698" y="58487"/>
                </a:lnTo>
                <a:lnTo>
                  <a:pt x="101753" y="63361"/>
                </a:lnTo>
                <a:lnTo>
                  <a:pt x="101017" y="68235"/>
                </a:lnTo>
                <a:lnTo>
                  <a:pt x="100463" y="73109"/>
                </a:lnTo>
                <a:lnTo>
                  <a:pt x="100061" y="77983"/>
                </a:lnTo>
                <a:lnTo>
                  <a:pt x="99779" y="82856"/>
                </a:lnTo>
                <a:lnTo>
                  <a:pt x="99588" y="87730"/>
                </a:lnTo>
                <a:lnTo>
                  <a:pt x="99462" y="92604"/>
                </a:lnTo>
                <a:lnTo>
                  <a:pt x="99380" y="97478"/>
                </a:lnTo>
                <a:lnTo>
                  <a:pt x="99327" y="102352"/>
                </a:lnTo>
                <a:lnTo>
                  <a:pt x="99293" y="107226"/>
                </a:lnTo>
                <a:lnTo>
                  <a:pt x="99273" y="112100"/>
                </a:lnTo>
                <a:lnTo>
                  <a:pt x="99264" y="116974"/>
                </a:lnTo>
                <a:lnTo>
                  <a:pt x="99267" y="121848"/>
                </a:lnTo>
                <a:lnTo>
                  <a:pt x="99283" y="126722"/>
                </a:lnTo>
                <a:lnTo>
                  <a:pt x="99314" y="131596"/>
                </a:lnTo>
                <a:lnTo>
                  <a:pt x="99361" y="136469"/>
                </a:lnTo>
                <a:lnTo>
                  <a:pt x="99422" y="141343"/>
                </a:lnTo>
                <a:lnTo>
                  <a:pt x="99496" y="146217"/>
                </a:lnTo>
                <a:lnTo>
                  <a:pt x="99578" y="151091"/>
                </a:lnTo>
                <a:lnTo>
                  <a:pt x="99663" y="155965"/>
                </a:lnTo>
                <a:lnTo>
                  <a:pt x="99746" y="160839"/>
                </a:lnTo>
                <a:lnTo>
                  <a:pt x="99820" y="165713"/>
                </a:lnTo>
                <a:lnTo>
                  <a:pt x="99880" y="170587"/>
                </a:lnTo>
                <a:lnTo>
                  <a:pt x="99921" y="175461"/>
                </a:lnTo>
                <a:lnTo>
                  <a:pt x="99940" y="180335"/>
                </a:lnTo>
                <a:lnTo>
                  <a:pt x="99938" y="185209"/>
                </a:lnTo>
                <a:lnTo>
                  <a:pt x="99917" y="190082"/>
                </a:lnTo>
                <a:lnTo>
                  <a:pt x="99881" y="194956"/>
                </a:lnTo>
                <a:lnTo>
                  <a:pt x="99837" y="199830"/>
                </a:lnTo>
                <a:lnTo>
                  <a:pt x="99796" y="204704"/>
                </a:lnTo>
                <a:lnTo>
                  <a:pt x="99769" y="209578"/>
                </a:lnTo>
                <a:lnTo>
                  <a:pt x="99766" y="214452"/>
                </a:lnTo>
                <a:lnTo>
                  <a:pt x="99802" y="219326"/>
                </a:lnTo>
                <a:lnTo>
                  <a:pt x="99886" y="224200"/>
                </a:lnTo>
                <a:lnTo>
                  <a:pt x="100028" y="229074"/>
                </a:lnTo>
                <a:lnTo>
                  <a:pt x="100235" y="233948"/>
                </a:lnTo>
                <a:lnTo>
                  <a:pt x="100511" y="238822"/>
                </a:lnTo>
                <a:lnTo>
                  <a:pt x="100852" y="243695"/>
                </a:lnTo>
                <a:lnTo>
                  <a:pt x="101255" y="248569"/>
                </a:lnTo>
                <a:lnTo>
                  <a:pt x="101706" y="253443"/>
                </a:lnTo>
                <a:lnTo>
                  <a:pt x="102191" y="258317"/>
                </a:lnTo>
                <a:lnTo>
                  <a:pt x="102691" y="263191"/>
                </a:lnTo>
                <a:lnTo>
                  <a:pt x="103182" y="268065"/>
                </a:lnTo>
                <a:lnTo>
                  <a:pt x="103641" y="272939"/>
                </a:lnTo>
                <a:lnTo>
                  <a:pt x="104047" y="277813"/>
                </a:lnTo>
                <a:lnTo>
                  <a:pt x="104380" y="282687"/>
                </a:lnTo>
                <a:lnTo>
                  <a:pt x="104624" y="287561"/>
                </a:lnTo>
                <a:lnTo>
                  <a:pt x="104771" y="292435"/>
                </a:lnTo>
                <a:lnTo>
                  <a:pt x="104816" y="297308"/>
                </a:lnTo>
                <a:lnTo>
                  <a:pt x="104764" y="302182"/>
                </a:lnTo>
                <a:lnTo>
                  <a:pt x="104624" y="307056"/>
                </a:lnTo>
                <a:lnTo>
                  <a:pt x="104407" y="311930"/>
                </a:lnTo>
                <a:lnTo>
                  <a:pt x="104130" y="316804"/>
                </a:lnTo>
                <a:lnTo>
                  <a:pt x="103810" y="321678"/>
                </a:lnTo>
                <a:lnTo>
                  <a:pt x="103460" y="326552"/>
                </a:lnTo>
                <a:lnTo>
                  <a:pt x="103096" y="331426"/>
                </a:lnTo>
                <a:lnTo>
                  <a:pt x="102728" y="336300"/>
                </a:lnTo>
                <a:lnTo>
                  <a:pt x="102363" y="341174"/>
                </a:lnTo>
                <a:lnTo>
                  <a:pt x="102007" y="346048"/>
                </a:lnTo>
                <a:lnTo>
                  <a:pt x="101664" y="350921"/>
                </a:lnTo>
                <a:lnTo>
                  <a:pt x="101337" y="355795"/>
                </a:lnTo>
                <a:lnTo>
                  <a:pt x="101028" y="360669"/>
                </a:lnTo>
                <a:lnTo>
                  <a:pt x="100742" y="365543"/>
                </a:lnTo>
                <a:lnTo>
                  <a:pt x="100483" y="370417"/>
                </a:lnTo>
                <a:lnTo>
                  <a:pt x="100256" y="375291"/>
                </a:lnTo>
                <a:lnTo>
                  <a:pt x="100066" y="380165"/>
                </a:lnTo>
                <a:lnTo>
                  <a:pt x="99918" y="385039"/>
                </a:lnTo>
                <a:lnTo>
                  <a:pt x="99815" y="389913"/>
                </a:lnTo>
                <a:lnTo>
                  <a:pt x="99760" y="394787"/>
                </a:lnTo>
                <a:lnTo>
                  <a:pt x="99749" y="399661"/>
                </a:lnTo>
                <a:lnTo>
                  <a:pt x="99781" y="404534"/>
                </a:lnTo>
                <a:lnTo>
                  <a:pt x="99846" y="409408"/>
                </a:lnTo>
                <a:lnTo>
                  <a:pt x="99938" y="414282"/>
                </a:lnTo>
                <a:lnTo>
                  <a:pt x="100045" y="419156"/>
                </a:lnTo>
                <a:lnTo>
                  <a:pt x="100156" y="424030"/>
                </a:lnTo>
                <a:lnTo>
                  <a:pt x="100262" y="428904"/>
                </a:lnTo>
                <a:lnTo>
                  <a:pt x="100353" y="433778"/>
                </a:lnTo>
                <a:lnTo>
                  <a:pt x="100424" y="438652"/>
                </a:lnTo>
                <a:lnTo>
                  <a:pt x="100472" y="443526"/>
                </a:lnTo>
                <a:lnTo>
                  <a:pt x="100496" y="448400"/>
                </a:lnTo>
                <a:lnTo>
                  <a:pt x="100501" y="453274"/>
                </a:lnTo>
                <a:lnTo>
                  <a:pt x="100494" y="458147"/>
                </a:lnTo>
                <a:lnTo>
                  <a:pt x="100487" y="463021"/>
                </a:lnTo>
                <a:lnTo>
                  <a:pt x="100495" y="467895"/>
                </a:lnTo>
                <a:lnTo>
                  <a:pt x="100538" y="472769"/>
                </a:lnTo>
                <a:lnTo>
                  <a:pt x="100644" y="477643"/>
                </a:lnTo>
                <a:lnTo>
                  <a:pt x="100847" y="482517"/>
                </a:lnTo>
                <a:lnTo>
                  <a:pt x="101193" y="487391"/>
                </a:lnTo>
                <a:lnTo>
                  <a:pt x="101740" y="492265"/>
                </a:lnTo>
                <a:lnTo>
                  <a:pt x="102560" y="497139"/>
                </a:lnTo>
                <a:lnTo>
                  <a:pt x="103742" y="502013"/>
                </a:lnTo>
                <a:lnTo>
                  <a:pt x="105388" y="506887"/>
                </a:lnTo>
                <a:lnTo>
                  <a:pt x="107613" y="511760"/>
                </a:lnTo>
                <a:lnTo>
                  <a:pt x="110535" y="516634"/>
                </a:lnTo>
                <a:lnTo>
                  <a:pt x="114266" y="521508"/>
                </a:lnTo>
                <a:lnTo>
                  <a:pt x="118898" y="526382"/>
                </a:lnTo>
                <a:lnTo>
                  <a:pt x="124486" y="531256"/>
                </a:lnTo>
                <a:lnTo>
                  <a:pt x="131026" y="536130"/>
                </a:lnTo>
                <a:lnTo>
                  <a:pt x="138444" y="541004"/>
                </a:lnTo>
                <a:lnTo>
                  <a:pt x="146582" y="545878"/>
                </a:lnTo>
                <a:lnTo>
                  <a:pt x="155191" y="550752"/>
                </a:lnTo>
                <a:lnTo>
                  <a:pt x="163936" y="555626"/>
                </a:lnTo>
                <a:lnTo>
                  <a:pt x="172416" y="560500"/>
                </a:lnTo>
                <a:lnTo>
                  <a:pt x="180189" y="565373"/>
                </a:lnTo>
                <a:lnTo>
                  <a:pt x="186812" y="570247"/>
                </a:lnTo>
                <a:lnTo>
                  <a:pt x="191876" y="575121"/>
                </a:lnTo>
                <a:lnTo>
                  <a:pt x="195056"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5" name="03_assume_matched_5302">
            <a:extLst>
              <a:ext uri="{FF2B5EF4-FFF2-40B4-BE49-F238E27FC236}">
                <a16:creationId xmlns:a16="http://schemas.microsoft.com/office/drawing/2014/main" id="{C3DF1B7F-9B4F-4602-B8FB-5B60F58B8B69}"/>
              </a:ext>
            </a:extLst>
          </p:cNvPr>
          <p:cNvSpPr>
            <a:spLocks noGrp="1"/>
          </p:cNvSpPr>
          <p:nvPr/>
        </p:nvSpPr>
        <p:spPr>
          <a:xfrm>
            <a:off x="2146133" y="1392203"/>
            <a:ext cx="196140" cy="584869"/>
          </a:xfrm>
          <a:custGeom>
            <a:avLst/>
            <a:gdLst/>
            <a:ahLst/>
            <a:cxnLst/>
            <a:rect l="0" t="0" r="0" b="0"/>
            <a:pathLst>
              <a:path w="196140" h="584869">
                <a:moveTo>
                  <a:pt x="196140" y="584869"/>
                </a:moveTo>
                <a:lnTo>
                  <a:pt x="0" y="584869"/>
                </a:lnTo>
                <a:lnTo>
                  <a:pt x="1084" y="579995"/>
                </a:lnTo>
                <a:lnTo>
                  <a:pt x="4262" y="575121"/>
                </a:lnTo>
                <a:lnTo>
                  <a:pt x="9323" y="570247"/>
                </a:lnTo>
                <a:lnTo>
                  <a:pt x="15940" y="565373"/>
                </a:lnTo>
                <a:lnTo>
                  <a:pt x="23708" y="560500"/>
                </a:lnTo>
                <a:lnTo>
                  <a:pt x="32183" y="555626"/>
                </a:lnTo>
                <a:lnTo>
                  <a:pt x="40922" y="550752"/>
                </a:lnTo>
                <a:lnTo>
                  <a:pt x="49524" y="545878"/>
                </a:lnTo>
                <a:lnTo>
                  <a:pt x="57655" y="541004"/>
                </a:lnTo>
                <a:lnTo>
                  <a:pt x="65067" y="536130"/>
                </a:lnTo>
                <a:lnTo>
                  <a:pt x="71599" y="531256"/>
                </a:lnTo>
                <a:lnTo>
                  <a:pt x="77175" y="526382"/>
                </a:lnTo>
                <a:lnTo>
                  <a:pt x="81795" y="521508"/>
                </a:lnTo>
                <a:lnTo>
                  <a:pt x="85509" y="516634"/>
                </a:lnTo>
                <a:lnTo>
                  <a:pt x="88408" y="511760"/>
                </a:lnTo>
                <a:lnTo>
                  <a:pt x="90603" y="506887"/>
                </a:lnTo>
                <a:lnTo>
                  <a:pt x="92211" y="502013"/>
                </a:lnTo>
                <a:lnTo>
                  <a:pt x="93344" y="497139"/>
                </a:lnTo>
                <a:lnTo>
                  <a:pt x="94106" y="492265"/>
                </a:lnTo>
                <a:lnTo>
                  <a:pt x="94584" y="487391"/>
                </a:lnTo>
                <a:lnTo>
                  <a:pt x="94852" y="482517"/>
                </a:lnTo>
                <a:lnTo>
                  <a:pt x="94969" y="477643"/>
                </a:lnTo>
                <a:lnTo>
                  <a:pt x="94984" y="472769"/>
                </a:lnTo>
                <a:lnTo>
                  <a:pt x="94935" y="467895"/>
                </a:lnTo>
                <a:lnTo>
                  <a:pt x="94853" y="463021"/>
                </a:lnTo>
                <a:lnTo>
                  <a:pt x="94765" y="458147"/>
                </a:lnTo>
                <a:lnTo>
                  <a:pt x="94690" y="453274"/>
                </a:lnTo>
                <a:lnTo>
                  <a:pt x="94646" y="448400"/>
                </a:lnTo>
                <a:lnTo>
                  <a:pt x="94644" y="443526"/>
                </a:lnTo>
                <a:lnTo>
                  <a:pt x="94690" y="438652"/>
                </a:lnTo>
                <a:lnTo>
                  <a:pt x="94787" y="433778"/>
                </a:lnTo>
                <a:lnTo>
                  <a:pt x="94933" y="428904"/>
                </a:lnTo>
                <a:lnTo>
                  <a:pt x="95119" y="424030"/>
                </a:lnTo>
                <a:lnTo>
                  <a:pt x="95335" y="419156"/>
                </a:lnTo>
                <a:lnTo>
                  <a:pt x="95568" y="414282"/>
                </a:lnTo>
                <a:lnTo>
                  <a:pt x="95802" y="409408"/>
                </a:lnTo>
                <a:lnTo>
                  <a:pt x="96022" y="404534"/>
                </a:lnTo>
                <a:lnTo>
                  <a:pt x="96216" y="399661"/>
                </a:lnTo>
                <a:lnTo>
                  <a:pt x="96371" y="394787"/>
                </a:lnTo>
                <a:lnTo>
                  <a:pt x="96480" y="389913"/>
                </a:lnTo>
                <a:lnTo>
                  <a:pt x="96535" y="385039"/>
                </a:lnTo>
                <a:lnTo>
                  <a:pt x="96533" y="380165"/>
                </a:lnTo>
                <a:lnTo>
                  <a:pt x="96475" y="375291"/>
                </a:lnTo>
                <a:lnTo>
                  <a:pt x="96359" y="370417"/>
                </a:lnTo>
                <a:lnTo>
                  <a:pt x="96189" y="365543"/>
                </a:lnTo>
                <a:lnTo>
                  <a:pt x="95966" y="360669"/>
                </a:lnTo>
                <a:lnTo>
                  <a:pt x="95692" y="355795"/>
                </a:lnTo>
                <a:lnTo>
                  <a:pt x="95371" y="350921"/>
                </a:lnTo>
                <a:lnTo>
                  <a:pt x="95006" y="346048"/>
                </a:lnTo>
                <a:lnTo>
                  <a:pt x="94603" y="341174"/>
                </a:lnTo>
                <a:lnTo>
                  <a:pt x="94169" y="336300"/>
                </a:lnTo>
                <a:lnTo>
                  <a:pt x="93713" y="331426"/>
                </a:lnTo>
                <a:lnTo>
                  <a:pt x="93249" y="326552"/>
                </a:lnTo>
                <a:lnTo>
                  <a:pt x="92793" y="321678"/>
                </a:lnTo>
                <a:lnTo>
                  <a:pt x="92363" y="316804"/>
                </a:lnTo>
                <a:lnTo>
                  <a:pt x="91981" y="311930"/>
                </a:lnTo>
                <a:lnTo>
                  <a:pt x="91666" y="307056"/>
                </a:lnTo>
                <a:lnTo>
                  <a:pt x="91437" y="302182"/>
                </a:lnTo>
                <a:lnTo>
                  <a:pt x="91309" y="297308"/>
                </a:lnTo>
                <a:lnTo>
                  <a:pt x="91290" y="292435"/>
                </a:lnTo>
                <a:lnTo>
                  <a:pt x="91382" y="287561"/>
                </a:lnTo>
                <a:lnTo>
                  <a:pt x="91580" y="282687"/>
                </a:lnTo>
                <a:lnTo>
                  <a:pt x="91872" y="277813"/>
                </a:lnTo>
                <a:lnTo>
                  <a:pt x="92239" y="272939"/>
                </a:lnTo>
                <a:lnTo>
                  <a:pt x="92657" y="268065"/>
                </a:lnTo>
                <a:lnTo>
                  <a:pt x="93102" y="263191"/>
                </a:lnTo>
                <a:lnTo>
                  <a:pt x="93547" y="258317"/>
                </a:lnTo>
                <a:lnTo>
                  <a:pt x="93970" y="253443"/>
                </a:lnTo>
                <a:lnTo>
                  <a:pt x="94350" y="248569"/>
                </a:lnTo>
                <a:lnTo>
                  <a:pt x="94675" y="243695"/>
                </a:lnTo>
                <a:lnTo>
                  <a:pt x="94936" y="238822"/>
                </a:lnTo>
                <a:lnTo>
                  <a:pt x="95131" y="233948"/>
                </a:lnTo>
                <a:lnTo>
                  <a:pt x="95264" y="229074"/>
                </a:lnTo>
                <a:lnTo>
                  <a:pt x="95344" y="224200"/>
                </a:lnTo>
                <a:lnTo>
                  <a:pt x="95381" y="219326"/>
                </a:lnTo>
                <a:lnTo>
                  <a:pt x="95390" y="214452"/>
                </a:lnTo>
                <a:lnTo>
                  <a:pt x="95383" y="209578"/>
                </a:lnTo>
                <a:lnTo>
                  <a:pt x="95374" y="204704"/>
                </a:lnTo>
                <a:lnTo>
                  <a:pt x="95374" y="199830"/>
                </a:lnTo>
                <a:lnTo>
                  <a:pt x="95391" y="194956"/>
                </a:lnTo>
                <a:lnTo>
                  <a:pt x="95433" y="190082"/>
                </a:lnTo>
                <a:lnTo>
                  <a:pt x="95502" y="185209"/>
                </a:lnTo>
                <a:lnTo>
                  <a:pt x="95600" y="180335"/>
                </a:lnTo>
                <a:lnTo>
                  <a:pt x="95726" y="175461"/>
                </a:lnTo>
                <a:lnTo>
                  <a:pt x="95876" y="170587"/>
                </a:lnTo>
                <a:lnTo>
                  <a:pt x="96046" y="165713"/>
                </a:lnTo>
                <a:lnTo>
                  <a:pt x="96231" y="160839"/>
                </a:lnTo>
                <a:lnTo>
                  <a:pt x="96425" y="155965"/>
                </a:lnTo>
                <a:lnTo>
                  <a:pt x="96622" y="151091"/>
                </a:lnTo>
                <a:lnTo>
                  <a:pt x="96816" y="146217"/>
                </a:lnTo>
                <a:lnTo>
                  <a:pt x="97002" y="141343"/>
                </a:lnTo>
                <a:lnTo>
                  <a:pt x="97175" y="136469"/>
                </a:lnTo>
                <a:lnTo>
                  <a:pt x="97331" y="131596"/>
                </a:lnTo>
                <a:lnTo>
                  <a:pt x="97468" y="126722"/>
                </a:lnTo>
                <a:lnTo>
                  <a:pt x="97583" y="121848"/>
                </a:lnTo>
                <a:lnTo>
                  <a:pt x="97674" y="116974"/>
                </a:lnTo>
                <a:lnTo>
                  <a:pt x="97737" y="112100"/>
                </a:lnTo>
                <a:lnTo>
                  <a:pt x="97770" y="107226"/>
                </a:lnTo>
                <a:lnTo>
                  <a:pt x="97766" y="102352"/>
                </a:lnTo>
                <a:lnTo>
                  <a:pt x="97717" y="97478"/>
                </a:lnTo>
                <a:lnTo>
                  <a:pt x="97611" y="92604"/>
                </a:lnTo>
                <a:lnTo>
                  <a:pt x="97432" y="87730"/>
                </a:lnTo>
                <a:lnTo>
                  <a:pt x="97160" y="82856"/>
                </a:lnTo>
                <a:lnTo>
                  <a:pt x="96769" y="77983"/>
                </a:lnTo>
                <a:lnTo>
                  <a:pt x="96231" y="73109"/>
                </a:lnTo>
                <a:lnTo>
                  <a:pt x="95516" y="68235"/>
                </a:lnTo>
                <a:lnTo>
                  <a:pt x="94595" y="63361"/>
                </a:lnTo>
                <a:lnTo>
                  <a:pt x="93445" y="58487"/>
                </a:lnTo>
                <a:lnTo>
                  <a:pt x="92050" y="53613"/>
                </a:lnTo>
                <a:lnTo>
                  <a:pt x="90410" y="48739"/>
                </a:lnTo>
                <a:lnTo>
                  <a:pt x="88544" y="43865"/>
                </a:lnTo>
                <a:lnTo>
                  <a:pt x="86492" y="38991"/>
                </a:lnTo>
                <a:lnTo>
                  <a:pt x="84317" y="34117"/>
                </a:lnTo>
                <a:lnTo>
                  <a:pt x="82103" y="29243"/>
                </a:lnTo>
                <a:lnTo>
                  <a:pt x="79955" y="24370"/>
                </a:lnTo>
                <a:lnTo>
                  <a:pt x="77983" y="19496"/>
                </a:lnTo>
                <a:lnTo>
                  <a:pt x="76303" y="14622"/>
                </a:lnTo>
                <a:lnTo>
                  <a:pt x="75017" y="9748"/>
                </a:lnTo>
                <a:lnTo>
                  <a:pt x="74209" y="4874"/>
                </a:lnTo>
                <a:lnTo>
                  <a:pt x="73934" y="0"/>
                </a:lnTo>
                <a:lnTo>
                  <a:pt x="122207" y="0"/>
                </a:lnTo>
                <a:lnTo>
                  <a:pt x="122207" y="0"/>
                </a:lnTo>
                <a:lnTo>
                  <a:pt x="121931" y="4874"/>
                </a:lnTo>
                <a:lnTo>
                  <a:pt x="121124" y="9748"/>
                </a:lnTo>
                <a:lnTo>
                  <a:pt x="119838" y="14622"/>
                </a:lnTo>
                <a:lnTo>
                  <a:pt x="118157" y="19496"/>
                </a:lnTo>
                <a:lnTo>
                  <a:pt x="116186" y="24370"/>
                </a:lnTo>
                <a:lnTo>
                  <a:pt x="114037" y="29243"/>
                </a:lnTo>
                <a:lnTo>
                  <a:pt x="111824" y="34117"/>
                </a:lnTo>
                <a:lnTo>
                  <a:pt x="109649" y="38991"/>
                </a:lnTo>
                <a:lnTo>
                  <a:pt x="107596" y="43865"/>
                </a:lnTo>
                <a:lnTo>
                  <a:pt x="105730" y="48739"/>
                </a:lnTo>
                <a:lnTo>
                  <a:pt x="104091" y="53613"/>
                </a:lnTo>
                <a:lnTo>
                  <a:pt x="102696" y="58487"/>
                </a:lnTo>
                <a:lnTo>
                  <a:pt x="101545" y="63361"/>
                </a:lnTo>
                <a:lnTo>
                  <a:pt x="100624" y="68235"/>
                </a:lnTo>
                <a:lnTo>
                  <a:pt x="99909" y="73109"/>
                </a:lnTo>
                <a:lnTo>
                  <a:pt x="99371" y="77983"/>
                </a:lnTo>
                <a:lnTo>
                  <a:pt x="98980" y="82856"/>
                </a:lnTo>
                <a:lnTo>
                  <a:pt x="98708" y="87730"/>
                </a:lnTo>
                <a:lnTo>
                  <a:pt x="98529" y="92604"/>
                </a:lnTo>
                <a:lnTo>
                  <a:pt x="98423" y="97478"/>
                </a:lnTo>
                <a:lnTo>
                  <a:pt x="98374" y="102352"/>
                </a:lnTo>
                <a:lnTo>
                  <a:pt x="98370" y="107226"/>
                </a:lnTo>
                <a:lnTo>
                  <a:pt x="98403" y="112100"/>
                </a:lnTo>
                <a:lnTo>
                  <a:pt x="98467" y="116974"/>
                </a:lnTo>
                <a:lnTo>
                  <a:pt x="98557" y="121848"/>
                </a:lnTo>
                <a:lnTo>
                  <a:pt x="98672" y="126722"/>
                </a:lnTo>
                <a:lnTo>
                  <a:pt x="98809" y="131596"/>
                </a:lnTo>
                <a:lnTo>
                  <a:pt x="98966" y="136469"/>
                </a:lnTo>
                <a:lnTo>
                  <a:pt x="99139" y="141343"/>
                </a:lnTo>
                <a:lnTo>
                  <a:pt x="99324" y="146217"/>
                </a:lnTo>
                <a:lnTo>
                  <a:pt x="99518" y="151091"/>
                </a:lnTo>
                <a:lnTo>
                  <a:pt x="99715" y="155965"/>
                </a:lnTo>
                <a:lnTo>
                  <a:pt x="99909" y="160839"/>
                </a:lnTo>
                <a:lnTo>
                  <a:pt x="100094" y="165713"/>
                </a:lnTo>
                <a:lnTo>
                  <a:pt x="100264" y="170587"/>
                </a:lnTo>
                <a:lnTo>
                  <a:pt x="100415" y="175461"/>
                </a:lnTo>
                <a:lnTo>
                  <a:pt x="100540" y="180335"/>
                </a:lnTo>
                <a:lnTo>
                  <a:pt x="100638" y="185209"/>
                </a:lnTo>
                <a:lnTo>
                  <a:pt x="100708" y="190082"/>
                </a:lnTo>
                <a:lnTo>
                  <a:pt x="100749" y="194956"/>
                </a:lnTo>
                <a:lnTo>
                  <a:pt x="100767" y="199830"/>
                </a:lnTo>
                <a:lnTo>
                  <a:pt x="100766" y="204704"/>
                </a:lnTo>
                <a:lnTo>
                  <a:pt x="100757" y="209578"/>
                </a:lnTo>
                <a:lnTo>
                  <a:pt x="100750" y="214452"/>
                </a:lnTo>
                <a:lnTo>
                  <a:pt x="100759" y="219326"/>
                </a:lnTo>
                <a:lnTo>
                  <a:pt x="100796" y="224200"/>
                </a:lnTo>
                <a:lnTo>
                  <a:pt x="100876" y="229074"/>
                </a:lnTo>
                <a:lnTo>
                  <a:pt x="101009" y="233948"/>
                </a:lnTo>
                <a:lnTo>
                  <a:pt x="101205" y="238822"/>
                </a:lnTo>
                <a:lnTo>
                  <a:pt x="101466" y="243695"/>
                </a:lnTo>
                <a:lnTo>
                  <a:pt x="101790" y="248569"/>
                </a:lnTo>
                <a:lnTo>
                  <a:pt x="102171" y="253443"/>
                </a:lnTo>
                <a:lnTo>
                  <a:pt x="102593" y="258317"/>
                </a:lnTo>
                <a:lnTo>
                  <a:pt x="103039" y="263191"/>
                </a:lnTo>
                <a:lnTo>
                  <a:pt x="103483" y="268065"/>
                </a:lnTo>
                <a:lnTo>
                  <a:pt x="103902" y="272939"/>
                </a:lnTo>
                <a:lnTo>
                  <a:pt x="104268" y="277813"/>
                </a:lnTo>
                <a:lnTo>
                  <a:pt x="104560" y="282687"/>
                </a:lnTo>
                <a:lnTo>
                  <a:pt x="104759" y="287561"/>
                </a:lnTo>
                <a:lnTo>
                  <a:pt x="104851" y="292435"/>
                </a:lnTo>
                <a:lnTo>
                  <a:pt x="104832" y="297308"/>
                </a:lnTo>
                <a:lnTo>
                  <a:pt x="104703" y="302182"/>
                </a:lnTo>
                <a:lnTo>
                  <a:pt x="104474" y="307056"/>
                </a:lnTo>
                <a:lnTo>
                  <a:pt x="104159" y="311930"/>
                </a:lnTo>
                <a:lnTo>
                  <a:pt x="103777" y="316804"/>
                </a:lnTo>
                <a:lnTo>
                  <a:pt x="103348" y="321678"/>
                </a:lnTo>
                <a:lnTo>
                  <a:pt x="102892" y="326552"/>
                </a:lnTo>
                <a:lnTo>
                  <a:pt x="102428" y="331426"/>
                </a:lnTo>
                <a:lnTo>
                  <a:pt x="101972" y="336300"/>
                </a:lnTo>
                <a:lnTo>
                  <a:pt x="101537" y="341174"/>
                </a:lnTo>
                <a:lnTo>
                  <a:pt x="101134" y="346048"/>
                </a:lnTo>
                <a:lnTo>
                  <a:pt x="100770" y="350921"/>
                </a:lnTo>
                <a:lnTo>
                  <a:pt x="100448" y="355795"/>
                </a:lnTo>
                <a:lnTo>
                  <a:pt x="100175" y="360669"/>
                </a:lnTo>
                <a:lnTo>
                  <a:pt x="99951" y="365543"/>
                </a:lnTo>
                <a:lnTo>
                  <a:pt x="99781" y="370417"/>
                </a:lnTo>
                <a:lnTo>
                  <a:pt x="99666" y="375291"/>
                </a:lnTo>
                <a:lnTo>
                  <a:pt x="99607" y="380165"/>
                </a:lnTo>
                <a:lnTo>
                  <a:pt x="99606" y="385039"/>
                </a:lnTo>
                <a:lnTo>
                  <a:pt x="99661" y="389913"/>
                </a:lnTo>
                <a:lnTo>
                  <a:pt x="99769" y="394787"/>
                </a:lnTo>
                <a:lnTo>
                  <a:pt x="99924" y="399661"/>
                </a:lnTo>
                <a:lnTo>
                  <a:pt x="100118" y="404534"/>
                </a:lnTo>
                <a:lnTo>
                  <a:pt x="100339" y="409408"/>
                </a:lnTo>
                <a:lnTo>
                  <a:pt x="100573" y="414282"/>
                </a:lnTo>
                <a:lnTo>
                  <a:pt x="100805" y="419156"/>
                </a:lnTo>
                <a:lnTo>
                  <a:pt x="101021" y="424030"/>
                </a:lnTo>
                <a:lnTo>
                  <a:pt x="101208" y="428904"/>
                </a:lnTo>
                <a:lnTo>
                  <a:pt x="101353" y="433778"/>
                </a:lnTo>
                <a:lnTo>
                  <a:pt x="101450" y="438652"/>
                </a:lnTo>
                <a:lnTo>
                  <a:pt x="101497" y="443526"/>
                </a:lnTo>
                <a:lnTo>
                  <a:pt x="101494" y="448400"/>
                </a:lnTo>
                <a:lnTo>
                  <a:pt x="101450" y="453274"/>
                </a:lnTo>
                <a:lnTo>
                  <a:pt x="101376" y="458147"/>
                </a:lnTo>
                <a:lnTo>
                  <a:pt x="101287" y="463021"/>
                </a:lnTo>
                <a:lnTo>
                  <a:pt x="101206" y="467895"/>
                </a:lnTo>
                <a:lnTo>
                  <a:pt x="101157" y="472769"/>
                </a:lnTo>
                <a:lnTo>
                  <a:pt x="101171" y="477643"/>
                </a:lnTo>
                <a:lnTo>
                  <a:pt x="101288" y="482517"/>
                </a:lnTo>
                <a:lnTo>
                  <a:pt x="101556" y="487391"/>
                </a:lnTo>
                <a:lnTo>
                  <a:pt x="102034" y="492265"/>
                </a:lnTo>
                <a:lnTo>
                  <a:pt x="102796" y="497139"/>
                </a:lnTo>
                <a:lnTo>
                  <a:pt x="103930" y="502013"/>
                </a:lnTo>
                <a:lnTo>
                  <a:pt x="105537" y="506887"/>
                </a:lnTo>
                <a:lnTo>
                  <a:pt x="107732" y="511760"/>
                </a:lnTo>
                <a:lnTo>
                  <a:pt x="110632" y="516634"/>
                </a:lnTo>
                <a:lnTo>
                  <a:pt x="114346" y="521508"/>
                </a:lnTo>
                <a:lnTo>
                  <a:pt x="118965" y="526382"/>
                </a:lnTo>
                <a:lnTo>
                  <a:pt x="124542" y="531256"/>
                </a:lnTo>
                <a:lnTo>
                  <a:pt x="131073" y="536130"/>
                </a:lnTo>
                <a:lnTo>
                  <a:pt x="138485" y="541004"/>
                </a:lnTo>
                <a:lnTo>
                  <a:pt x="146616" y="545878"/>
                </a:lnTo>
                <a:lnTo>
                  <a:pt x="155218" y="550752"/>
                </a:lnTo>
                <a:lnTo>
                  <a:pt x="163957" y="555626"/>
                </a:lnTo>
                <a:lnTo>
                  <a:pt x="172432" y="560500"/>
                </a:lnTo>
                <a:lnTo>
                  <a:pt x="180200" y="565373"/>
                </a:lnTo>
                <a:lnTo>
                  <a:pt x="186818" y="570247"/>
                </a:lnTo>
                <a:lnTo>
                  <a:pt x="191879" y="575121"/>
                </a:lnTo>
                <a:lnTo>
                  <a:pt x="195057"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6" name="03_assume_matched_5303">
            <a:extLst>
              <a:ext uri="{FF2B5EF4-FFF2-40B4-BE49-F238E27FC236}">
                <a16:creationId xmlns:a16="http://schemas.microsoft.com/office/drawing/2014/main" id="{637A1816-047E-423C-B4CE-BF12642CF9EB}"/>
              </a:ext>
            </a:extLst>
          </p:cNvPr>
          <p:cNvSpPr>
            <a:spLocks noGrp="1"/>
          </p:cNvSpPr>
          <p:nvPr/>
        </p:nvSpPr>
        <p:spPr>
          <a:xfrm>
            <a:off x="2900519" y="1392203"/>
            <a:ext cx="196140" cy="584869"/>
          </a:xfrm>
          <a:custGeom>
            <a:avLst/>
            <a:gdLst/>
            <a:ahLst/>
            <a:cxnLst/>
            <a:rect l="0" t="0" r="0" b="0"/>
            <a:pathLst>
              <a:path w="196140" h="584869">
                <a:moveTo>
                  <a:pt x="196140" y="584869"/>
                </a:moveTo>
                <a:lnTo>
                  <a:pt x="0" y="584869"/>
                </a:lnTo>
                <a:lnTo>
                  <a:pt x="1083" y="579995"/>
                </a:lnTo>
                <a:lnTo>
                  <a:pt x="4259" y="575121"/>
                </a:lnTo>
                <a:lnTo>
                  <a:pt x="9316" y="570247"/>
                </a:lnTo>
                <a:lnTo>
                  <a:pt x="15929" y="565373"/>
                </a:lnTo>
                <a:lnTo>
                  <a:pt x="23693" y="560500"/>
                </a:lnTo>
                <a:lnTo>
                  <a:pt x="32162" y="555626"/>
                </a:lnTo>
                <a:lnTo>
                  <a:pt x="40895" y="550752"/>
                </a:lnTo>
                <a:lnTo>
                  <a:pt x="49493" y="545878"/>
                </a:lnTo>
                <a:lnTo>
                  <a:pt x="57620" y="541004"/>
                </a:lnTo>
                <a:lnTo>
                  <a:pt x="65028" y="536130"/>
                </a:lnTo>
                <a:lnTo>
                  <a:pt x="71556" y="531256"/>
                </a:lnTo>
                <a:lnTo>
                  <a:pt x="77131" y="526382"/>
                </a:lnTo>
                <a:lnTo>
                  <a:pt x="81749" y="521508"/>
                </a:lnTo>
                <a:lnTo>
                  <a:pt x="85462" y="516634"/>
                </a:lnTo>
                <a:lnTo>
                  <a:pt x="88361" y="511760"/>
                </a:lnTo>
                <a:lnTo>
                  <a:pt x="90555" y="506887"/>
                </a:lnTo>
                <a:lnTo>
                  <a:pt x="92163" y="502013"/>
                </a:lnTo>
                <a:lnTo>
                  <a:pt x="93295" y="497139"/>
                </a:lnTo>
                <a:lnTo>
                  <a:pt x="94056" y="492265"/>
                </a:lnTo>
                <a:lnTo>
                  <a:pt x="94532" y="487391"/>
                </a:lnTo>
                <a:lnTo>
                  <a:pt x="94798" y="482517"/>
                </a:lnTo>
                <a:lnTo>
                  <a:pt x="94912" y="477643"/>
                </a:lnTo>
                <a:lnTo>
                  <a:pt x="94924" y="472769"/>
                </a:lnTo>
                <a:lnTo>
                  <a:pt x="94872" y="467895"/>
                </a:lnTo>
                <a:lnTo>
                  <a:pt x="94787" y="463021"/>
                </a:lnTo>
                <a:lnTo>
                  <a:pt x="94696" y="458147"/>
                </a:lnTo>
                <a:lnTo>
                  <a:pt x="94620" y="453274"/>
                </a:lnTo>
                <a:lnTo>
                  <a:pt x="94575" y="448400"/>
                </a:lnTo>
                <a:lnTo>
                  <a:pt x="94572" y="443526"/>
                </a:lnTo>
                <a:lnTo>
                  <a:pt x="94619" y="438652"/>
                </a:lnTo>
                <a:lnTo>
                  <a:pt x="94719" y="433778"/>
                </a:lnTo>
                <a:lnTo>
                  <a:pt x="94867" y="428904"/>
                </a:lnTo>
                <a:lnTo>
                  <a:pt x="95057" y="424030"/>
                </a:lnTo>
                <a:lnTo>
                  <a:pt x="95278" y="419156"/>
                </a:lnTo>
                <a:lnTo>
                  <a:pt x="95515" y="414282"/>
                </a:lnTo>
                <a:lnTo>
                  <a:pt x="95754" y="409408"/>
                </a:lnTo>
                <a:lnTo>
                  <a:pt x="95980" y="404534"/>
                </a:lnTo>
                <a:lnTo>
                  <a:pt x="96178" y="399661"/>
                </a:lnTo>
                <a:lnTo>
                  <a:pt x="96336" y="394787"/>
                </a:lnTo>
                <a:lnTo>
                  <a:pt x="96447" y="389913"/>
                </a:lnTo>
                <a:lnTo>
                  <a:pt x="96504" y="385039"/>
                </a:lnTo>
                <a:lnTo>
                  <a:pt x="96504" y="380165"/>
                </a:lnTo>
                <a:lnTo>
                  <a:pt x="96446" y="375291"/>
                </a:lnTo>
                <a:lnTo>
                  <a:pt x="96331" y="370417"/>
                </a:lnTo>
                <a:lnTo>
                  <a:pt x="96162" y="365543"/>
                </a:lnTo>
                <a:lnTo>
                  <a:pt x="95941" y="360669"/>
                </a:lnTo>
                <a:lnTo>
                  <a:pt x="95671" y="355795"/>
                </a:lnTo>
                <a:lnTo>
                  <a:pt x="95357" y="350921"/>
                </a:lnTo>
                <a:lnTo>
                  <a:pt x="95004" y="346048"/>
                </a:lnTo>
                <a:lnTo>
                  <a:pt x="94617" y="341174"/>
                </a:lnTo>
                <a:lnTo>
                  <a:pt x="94207" y="336300"/>
                </a:lnTo>
                <a:lnTo>
                  <a:pt x="93783" y="331426"/>
                </a:lnTo>
                <a:lnTo>
                  <a:pt x="93359" y="326552"/>
                </a:lnTo>
                <a:lnTo>
                  <a:pt x="92953" y="321678"/>
                </a:lnTo>
                <a:lnTo>
                  <a:pt x="92582" y="316804"/>
                </a:lnTo>
                <a:lnTo>
                  <a:pt x="92265" y="311930"/>
                </a:lnTo>
                <a:lnTo>
                  <a:pt x="92020" y="307056"/>
                </a:lnTo>
                <a:lnTo>
                  <a:pt x="91862" y="302182"/>
                </a:lnTo>
                <a:lnTo>
                  <a:pt x="91800" y="297308"/>
                </a:lnTo>
                <a:lnTo>
                  <a:pt x="91838" y="292435"/>
                </a:lnTo>
                <a:lnTo>
                  <a:pt x="91971" y="287561"/>
                </a:lnTo>
                <a:lnTo>
                  <a:pt x="92188" y="282687"/>
                </a:lnTo>
                <a:lnTo>
                  <a:pt x="92472" y="277813"/>
                </a:lnTo>
                <a:lnTo>
                  <a:pt x="92801" y="272939"/>
                </a:lnTo>
                <a:lnTo>
                  <a:pt x="93151" y="268065"/>
                </a:lnTo>
                <a:lnTo>
                  <a:pt x="93496" y="263191"/>
                </a:lnTo>
                <a:lnTo>
                  <a:pt x="93815" y="258317"/>
                </a:lnTo>
                <a:lnTo>
                  <a:pt x="94090" y="253443"/>
                </a:lnTo>
                <a:lnTo>
                  <a:pt x="94312" y="248569"/>
                </a:lnTo>
                <a:lnTo>
                  <a:pt x="94473" y="243695"/>
                </a:lnTo>
                <a:lnTo>
                  <a:pt x="94577" y="238822"/>
                </a:lnTo>
                <a:lnTo>
                  <a:pt x="94631" y="233948"/>
                </a:lnTo>
                <a:lnTo>
                  <a:pt x="94645" y="229074"/>
                </a:lnTo>
                <a:lnTo>
                  <a:pt x="94634" y="224200"/>
                </a:lnTo>
                <a:lnTo>
                  <a:pt x="94612" y="219326"/>
                </a:lnTo>
                <a:lnTo>
                  <a:pt x="94592" y="214452"/>
                </a:lnTo>
                <a:lnTo>
                  <a:pt x="94588" y="209578"/>
                </a:lnTo>
                <a:lnTo>
                  <a:pt x="94607" y="204704"/>
                </a:lnTo>
                <a:lnTo>
                  <a:pt x="94656" y="199830"/>
                </a:lnTo>
                <a:lnTo>
                  <a:pt x="94738" y="194956"/>
                </a:lnTo>
                <a:lnTo>
                  <a:pt x="94854" y="190082"/>
                </a:lnTo>
                <a:lnTo>
                  <a:pt x="95001" y="185209"/>
                </a:lnTo>
                <a:lnTo>
                  <a:pt x="95177" y="180335"/>
                </a:lnTo>
                <a:lnTo>
                  <a:pt x="95376" y="175461"/>
                </a:lnTo>
                <a:lnTo>
                  <a:pt x="95592" y="170587"/>
                </a:lnTo>
                <a:lnTo>
                  <a:pt x="95821" y="165713"/>
                </a:lnTo>
                <a:lnTo>
                  <a:pt x="96055" y="160839"/>
                </a:lnTo>
                <a:lnTo>
                  <a:pt x="96290" y="155965"/>
                </a:lnTo>
                <a:lnTo>
                  <a:pt x="96519" y="151091"/>
                </a:lnTo>
                <a:lnTo>
                  <a:pt x="96739" y="146217"/>
                </a:lnTo>
                <a:lnTo>
                  <a:pt x="96944" y="141343"/>
                </a:lnTo>
                <a:lnTo>
                  <a:pt x="97132" y="136469"/>
                </a:lnTo>
                <a:lnTo>
                  <a:pt x="97300" y="131596"/>
                </a:lnTo>
                <a:lnTo>
                  <a:pt x="97445" y="126722"/>
                </a:lnTo>
                <a:lnTo>
                  <a:pt x="97565" y="121848"/>
                </a:lnTo>
                <a:lnTo>
                  <a:pt x="97659" y="116974"/>
                </a:lnTo>
                <a:lnTo>
                  <a:pt x="97723" y="112100"/>
                </a:lnTo>
                <a:lnTo>
                  <a:pt x="97754" y="107226"/>
                </a:lnTo>
                <a:lnTo>
                  <a:pt x="97746" y="102352"/>
                </a:lnTo>
                <a:lnTo>
                  <a:pt x="97688" y="97478"/>
                </a:lnTo>
                <a:lnTo>
                  <a:pt x="97569" y="92604"/>
                </a:lnTo>
                <a:lnTo>
                  <a:pt x="97369" y="87730"/>
                </a:lnTo>
                <a:lnTo>
                  <a:pt x="97066" y="82856"/>
                </a:lnTo>
                <a:lnTo>
                  <a:pt x="96633" y="77983"/>
                </a:lnTo>
                <a:lnTo>
                  <a:pt x="96037" y="73109"/>
                </a:lnTo>
                <a:lnTo>
                  <a:pt x="95246" y="68235"/>
                </a:lnTo>
                <a:lnTo>
                  <a:pt x="94227" y="63361"/>
                </a:lnTo>
                <a:lnTo>
                  <a:pt x="92955" y="58487"/>
                </a:lnTo>
                <a:lnTo>
                  <a:pt x="91412" y="53613"/>
                </a:lnTo>
                <a:lnTo>
                  <a:pt x="89598" y="48739"/>
                </a:lnTo>
                <a:lnTo>
                  <a:pt x="87534" y="43865"/>
                </a:lnTo>
                <a:lnTo>
                  <a:pt x="85264" y="38991"/>
                </a:lnTo>
                <a:lnTo>
                  <a:pt x="82859" y="34117"/>
                </a:lnTo>
                <a:lnTo>
                  <a:pt x="80411" y="29243"/>
                </a:lnTo>
                <a:lnTo>
                  <a:pt x="78034" y="24370"/>
                </a:lnTo>
                <a:lnTo>
                  <a:pt x="75854" y="19496"/>
                </a:lnTo>
                <a:lnTo>
                  <a:pt x="73995" y="14622"/>
                </a:lnTo>
                <a:lnTo>
                  <a:pt x="72573" y="9748"/>
                </a:lnTo>
                <a:lnTo>
                  <a:pt x="71679" y="4874"/>
                </a:lnTo>
                <a:lnTo>
                  <a:pt x="71375" y="0"/>
                </a:lnTo>
                <a:lnTo>
                  <a:pt x="124766" y="0"/>
                </a:lnTo>
                <a:lnTo>
                  <a:pt x="124766" y="0"/>
                </a:lnTo>
                <a:lnTo>
                  <a:pt x="124461" y="4874"/>
                </a:lnTo>
                <a:lnTo>
                  <a:pt x="123568" y="9748"/>
                </a:lnTo>
                <a:lnTo>
                  <a:pt x="122145" y="14622"/>
                </a:lnTo>
                <a:lnTo>
                  <a:pt x="120287" y="19496"/>
                </a:lnTo>
                <a:lnTo>
                  <a:pt x="118106" y="24370"/>
                </a:lnTo>
                <a:lnTo>
                  <a:pt x="115730" y="29243"/>
                </a:lnTo>
                <a:lnTo>
                  <a:pt x="113282" y="34117"/>
                </a:lnTo>
                <a:lnTo>
                  <a:pt x="110876" y="38991"/>
                </a:lnTo>
                <a:lnTo>
                  <a:pt x="108606" y="43865"/>
                </a:lnTo>
                <a:lnTo>
                  <a:pt x="106542" y="48739"/>
                </a:lnTo>
                <a:lnTo>
                  <a:pt x="104729" y="53613"/>
                </a:lnTo>
                <a:lnTo>
                  <a:pt x="103186" y="58487"/>
                </a:lnTo>
                <a:lnTo>
                  <a:pt x="101913" y="63361"/>
                </a:lnTo>
                <a:lnTo>
                  <a:pt x="100894" y="68235"/>
                </a:lnTo>
                <a:lnTo>
                  <a:pt x="100103" y="73109"/>
                </a:lnTo>
                <a:lnTo>
                  <a:pt x="99507" y="77983"/>
                </a:lnTo>
                <a:lnTo>
                  <a:pt x="99074" y="82856"/>
                </a:lnTo>
                <a:lnTo>
                  <a:pt x="98771" y="87730"/>
                </a:lnTo>
                <a:lnTo>
                  <a:pt x="98572" y="92604"/>
                </a:lnTo>
                <a:lnTo>
                  <a:pt x="98452" y="97478"/>
                </a:lnTo>
                <a:lnTo>
                  <a:pt x="98394" y="102352"/>
                </a:lnTo>
                <a:lnTo>
                  <a:pt x="98386" y="107226"/>
                </a:lnTo>
                <a:lnTo>
                  <a:pt x="98417" y="112100"/>
                </a:lnTo>
                <a:lnTo>
                  <a:pt x="98481" y="116974"/>
                </a:lnTo>
                <a:lnTo>
                  <a:pt x="98575" y="121848"/>
                </a:lnTo>
                <a:lnTo>
                  <a:pt x="98695" y="126722"/>
                </a:lnTo>
                <a:lnTo>
                  <a:pt x="98840" y="131596"/>
                </a:lnTo>
                <a:lnTo>
                  <a:pt x="99008" y="136469"/>
                </a:lnTo>
                <a:lnTo>
                  <a:pt x="99196" y="141343"/>
                </a:lnTo>
                <a:lnTo>
                  <a:pt x="99401" y="146217"/>
                </a:lnTo>
                <a:lnTo>
                  <a:pt x="99621" y="151091"/>
                </a:lnTo>
                <a:lnTo>
                  <a:pt x="99851" y="155965"/>
                </a:lnTo>
                <a:lnTo>
                  <a:pt x="100085" y="160839"/>
                </a:lnTo>
                <a:lnTo>
                  <a:pt x="100319" y="165713"/>
                </a:lnTo>
                <a:lnTo>
                  <a:pt x="100548" y="170587"/>
                </a:lnTo>
                <a:lnTo>
                  <a:pt x="100764" y="175461"/>
                </a:lnTo>
                <a:lnTo>
                  <a:pt x="100963" y="180335"/>
                </a:lnTo>
                <a:lnTo>
                  <a:pt x="101139" y="185209"/>
                </a:lnTo>
                <a:lnTo>
                  <a:pt x="101286" y="190082"/>
                </a:lnTo>
                <a:lnTo>
                  <a:pt x="101402" y="194956"/>
                </a:lnTo>
                <a:lnTo>
                  <a:pt x="101485" y="199830"/>
                </a:lnTo>
                <a:lnTo>
                  <a:pt x="101534" y="204704"/>
                </a:lnTo>
                <a:lnTo>
                  <a:pt x="101553" y="209578"/>
                </a:lnTo>
                <a:lnTo>
                  <a:pt x="101548" y="214452"/>
                </a:lnTo>
                <a:lnTo>
                  <a:pt x="101529" y="219326"/>
                </a:lnTo>
                <a:lnTo>
                  <a:pt x="101506" y="224200"/>
                </a:lnTo>
                <a:lnTo>
                  <a:pt x="101495" y="229074"/>
                </a:lnTo>
                <a:lnTo>
                  <a:pt x="101509" y="233948"/>
                </a:lnTo>
                <a:lnTo>
                  <a:pt x="101563" y="238822"/>
                </a:lnTo>
                <a:lnTo>
                  <a:pt x="101667" y="243695"/>
                </a:lnTo>
                <a:lnTo>
                  <a:pt x="101829" y="248569"/>
                </a:lnTo>
                <a:lnTo>
                  <a:pt x="102050" y="253443"/>
                </a:lnTo>
                <a:lnTo>
                  <a:pt x="102326" y="258317"/>
                </a:lnTo>
                <a:lnTo>
                  <a:pt x="102645" y="263191"/>
                </a:lnTo>
                <a:lnTo>
                  <a:pt x="102990" y="268065"/>
                </a:lnTo>
                <a:lnTo>
                  <a:pt x="103339" y="272939"/>
                </a:lnTo>
                <a:lnTo>
                  <a:pt x="103668" y="277813"/>
                </a:lnTo>
                <a:lnTo>
                  <a:pt x="103952" y="282687"/>
                </a:lnTo>
                <a:lnTo>
                  <a:pt x="104169" y="287561"/>
                </a:lnTo>
                <a:lnTo>
                  <a:pt x="104302" y="292435"/>
                </a:lnTo>
                <a:lnTo>
                  <a:pt x="104340" y="297308"/>
                </a:lnTo>
                <a:lnTo>
                  <a:pt x="104278" y="302182"/>
                </a:lnTo>
                <a:lnTo>
                  <a:pt x="104120" y="307056"/>
                </a:lnTo>
                <a:lnTo>
                  <a:pt x="103875" y="311930"/>
                </a:lnTo>
                <a:lnTo>
                  <a:pt x="103559" y="316804"/>
                </a:lnTo>
                <a:lnTo>
                  <a:pt x="103188" y="321678"/>
                </a:lnTo>
                <a:lnTo>
                  <a:pt x="102781" y="326552"/>
                </a:lnTo>
                <a:lnTo>
                  <a:pt x="102358" y="331426"/>
                </a:lnTo>
                <a:lnTo>
                  <a:pt x="101934" y="336300"/>
                </a:lnTo>
                <a:lnTo>
                  <a:pt x="101523" y="341174"/>
                </a:lnTo>
                <a:lnTo>
                  <a:pt x="101137" y="346048"/>
                </a:lnTo>
                <a:lnTo>
                  <a:pt x="100783" y="350921"/>
                </a:lnTo>
                <a:lnTo>
                  <a:pt x="100469" y="355795"/>
                </a:lnTo>
                <a:lnTo>
                  <a:pt x="100200" y="360669"/>
                </a:lnTo>
                <a:lnTo>
                  <a:pt x="99979" y="365543"/>
                </a:lnTo>
                <a:lnTo>
                  <a:pt x="99809" y="370417"/>
                </a:lnTo>
                <a:lnTo>
                  <a:pt x="99694" y="375291"/>
                </a:lnTo>
                <a:lnTo>
                  <a:pt x="99636" y="380165"/>
                </a:lnTo>
                <a:lnTo>
                  <a:pt x="99636" y="385039"/>
                </a:lnTo>
                <a:lnTo>
                  <a:pt x="99693" y="389913"/>
                </a:lnTo>
                <a:lnTo>
                  <a:pt x="99804" y="394787"/>
                </a:lnTo>
                <a:lnTo>
                  <a:pt x="99963" y="399661"/>
                </a:lnTo>
                <a:lnTo>
                  <a:pt x="100161" y="404534"/>
                </a:lnTo>
                <a:lnTo>
                  <a:pt x="100386" y="409408"/>
                </a:lnTo>
                <a:lnTo>
                  <a:pt x="100625" y="414282"/>
                </a:lnTo>
                <a:lnTo>
                  <a:pt x="100863" y="419156"/>
                </a:lnTo>
                <a:lnTo>
                  <a:pt x="101083" y="424030"/>
                </a:lnTo>
                <a:lnTo>
                  <a:pt x="101273" y="428904"/>
                </a:lnTo>
                <a:lnTo>
                  <a:pt x="101422" y="433778"/>
                </a:lnTo>
                <a:lnTo>
                  <a:pt x="101521" y="438652"/>
                </a:lnTo>
                <a:lnTo>
                  <a:pt x="101568" y="443526"/>
                </a:lnTo>
                <a:lnTo>
                  <a:pt x="101566" y="448400"/>
                </a:lnTo>
                <a:lnTo>
                  <a:pt x="101520" y="453274"/>
                </a:lnTo>
                <a:lnTo>
                  <a:pt x="101444" y="458147"/>
                </a:lnTo>
                <a:lnTo>
                  <a:pt x="101353" y="463021"/>
                </a:lnTo>
                <a:lnTo>
                  <a:pt x="101269" y="467895"/>
                </a:lnTo>
                <a:lnTo>
                  <a:pt x="101216" y="472769"/>
                </a:lnTo>
                <a:lnTo>
                  <a:pt x="101228" y="477643"/>
                </a:lnTo>
                <a:lnTo>
                  <a:pt x="101343" y="482517"/>
                </a:lnTo>
                <a:lnTo>
                  <a:pt x="101608" y="487391"/>
                </a:lnTo>
                <a:lnTo>
                  <a:pt x="102085" y="492265"/>
                </a:lnTo>
                <a:lnTo>
                  <a:pt x="102845" y="497139"/>
                </a:lnTo>
                <a:lnTo>
                  <a:pt x="103978" y="502013"/>
                </a:lnTo>
                <a:lnTo>
                  <a:pt x="105585" y="506887"/>
                </a:lnTo>
                <a:lnTo>
                  <a:pt x="107780" y="511760"/>
                </a:lnTo>
                <a:lnTo>
                  <a:pt x="110678" y="516634"/>
                </a:lnTo>
                <a:lnTo>
                  <a:pt x="114391" y="521508"/>
                </a:lnTo>
                <a:lnTo>
                  <a:pt x="119009" y="526382"/>
                </a:lnTo>
                <a:lnTo>
                  <a:pt x="124584" y="531256"/>
                </a:lnTo>
                <a:lnTo>
                  <a:pt x="131113" y="536130"/>
                </a:lnTo>
                <a:lnTo>
                  <a:pt x="138521" y="541004"/>
                </a:lnTo>
                <a:lnTo>
                  <a:pt x="146648" y="545878"/>
                </a:lnTo>
                <a:lnTo>
                  <a:pt x="155245" y="550752"/>
                </a:lnTo>
                <a:lnTo>
                  <a:pt x="163979" y="555626"/>
                </a:lnTo>
                <a:lnTo>
                  <a:pt x="172448" y="560500"/>
                </a:lnTo>
                <a:lnTo>
                  <a:pt x="180211" y="565373"/>
                </a:lnTo>
                <a:lnTo>
                  <a:pt x="186824" y="570247"/>
                </a:lnTo>
                <a:lnTo>
                  <a:pt x="191882" y="575121"/>
                </a:lnTo>
                <a:lnTo>
                  <a:pt x="195057"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7" name="03_assume_matched_5304">
            <a:extLst>
              <a:ext uri="{FF2B5EF4-FFF2-40B4-BE49-F238E27FC236}">
                <a16:creationId xmlns:a16="http://schemas.microsoft.com/office/drawing/2014/main" id="{8545EE8D-1DF8-436F-B414-BAE6D7F2B36B}"/>
              </a:ext>
            </a:extLst>
          </p:cNvPr>
          <p:cNvSpPr>
            <a:spLocks noGrp="1"/>
          </p:cNvSpPr>
          <p:nvPr/>
        </p:nvSpPr>
        <p:spPr>
          <a:xfrm>
            <a:off x="735432"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8" name="03_assume_matched_5305">
            <a:extLst>
              <a:ext uri="{FF2B5EF4-FFF2-40B4-BE49-F238E27FC236}">
                <a16:creationId xmlns:a16="http://schemas.microsoft.com/office/drawing/2014/main" id="{F1636FC4-B687-4B7C-958F-AB78B7A655C1}"/>
              </a:ext>
            </a:extLst>
          </p:cNvPr>
          <p:cNvSpPr>
            <a:spLocks noGrp="1"/>
          </p:cNvSpPr>
          <p:nvPr/>
        </p:nvSpPr>
        <p:spPr>
          <a:xfrm>
            <a:off x="1112625"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9" name="03_assume_matched_5306">
            <a:extLst>
              <a:ext uri="{FF2B5EF4-FFF2-40B4-BE49-F238E27FC236}">
                <a16:creationId xmlns:a16="http://schemas.microsoft.com/office/drawing/2014/main" id="{CE7D63B3-DD80-4903-9490-B381181FA353}"/>
              </a:ext>
            </a:extLst>
          </p:cNvPr>
          <p:cNvSpPr>
            <a:spLocks noGrp="1"/>
          </p:cNvSpPr>
          <p:nvPr/>
        </p:nvSpPr>
        <p:spPr>
          <a:xfrm>
            <a:off x="1489818"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 name="03_assume_matched_5307">
            <a:extLst>
              <a:ext uri="{FF2B5EF4-FFF2-40B4-BE49-F238E27FC236}">
                <a16:creationId xmlns:a16="http://schemas.microsoft.com/office/drawing/2014/main" id="{B2D4FEC6-4389-425B-BA99-7A7B3F89614E}"/>
              </a:ext>
            </a:extLst>
          </p:cNvPr>
          <p:cNvSpPr>
            <a:spLocks noGrp="1"/>
          </p:cNvSpPr>
          <p:nvPr/>
        </p:nvSpPr>
        <p:spPr>
          <a:xfrm>
            <a:off x="2244204"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1" name="03_assume_matched_5308">
            <a:extLst>
              <a:ext uri="{FF2B5EF4-FFF2-40B4-BE49-F238E27FC236}">
                <a16:creationId xmlns:a16="http://schemas.microsoft.com/office/drawing/2014/main" id="{981C6EEB-59F8-4697-A842-76D18B853329}"/>
              </a:ext>
            </a:extLst>
          </p:cNvPr>
          <p:cNvSpPr>
            <a:spLocks noGrp="1"/>
          </p:cNvSpPr>
          <p:nvPr/>
        </p:nvSpPr>
        <p:spPr>
          <a:xfrm>
            <a:off x="2998589"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2" name="03_assume_matched_5309">
            <a:extLst>
              <a:ext uri="{FF2B5EF4-FFF2-40B4-BE49-F238E27FC236}">
                <a16:creationId xmlns:a16="http://schemas.microsoft.com/office/drawing/2014/main" id="{A7F39E66-AB2E-4D2C-B189-EF2820438DDA}"/>
              </a:ext>
            </a:extLst>
          </p:cNvPr>
          <p:cNvSpPr>
            <a:spLocks noGrp="1"/>
          </p:cNvSpPr>
          <p:nvPr/>
        </p:nvSpPr>
        <p:spPr>
          <a:xfrm>
            <a:off x="712800" y="1977073"/>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3" name="03_assume_matched_5310">
            <a:extLst>
              <a:ext uri="{FF2B5EF4-FFF2-40B4-BE49-F238E27FC236}">
                <a16:creationId xmlns:a16="http://schemas.microsoft.com/office/drawing/2014/main" id="{63983308-8055-4610-95AE-BB767EBBE0A0}"/>
              </a:ext>
            </a:extLst>
          </p:cNvPr>
          <p:cNvSpPr>
            <a:spLocks noGrp="1"/>
          </p:cNvSpPr>
          <p:nvPr/>
        </p:nvSpPr>
        <p:spPr>
          <a:xfrm>
            <a:off x="674700" y="197707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4" name="text_5311">
            <a:extLst>
              <a:ext uri="{FF2B5EF4-FFF2-40B4-BE49-F238E27FC236}">
                <a16:creationId xmlns:a16="http://schemas.microsoft.com/office/drawing/2014/main" id="{2448BBCD-3579-410B-8E09-6E700B373079}"/>
              </a:ext>
            </a:extLst>
          </p:cNvPr>
          <p:cNvSpPr>
            <a:spLocks noGrp="1"/>
          </p:cNvSpPr>
          <p:nvPr/>
        </p:nvSpPr>
        <p:spPr>
          <a:xfrm>
            <a:off x="585053" y="1937012"/>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15" name="03_assume_matched_5312">
            <a:extLst>
              <a:ext uri="{FF2B5EF4-FFF2-40B4-BE49-F238E27FC236}">
                <a16:creationId xmlns:a16="http://schemas.microsoft.com/office/drawing/2014/main" id="{BD13CB13-6CB5-4E6E-A11D-B102E0B9300C}"/>
              </a:ext>
            </a:extLst>
          </p:cNvPr>
          <p:cNvSpPr>
            <a:spLocks noGrp="1"/>
          </p:cNvSpPr>
          <p:nvPr/>
        </p:nvSpPr>
        <p:spPr>
          <a:xfrm>
            <a:off x="712800" y="1684638"/>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6" name="03_assume_matched_5313">
            <a:extLst>
              <a:ext uri="{FF2B5EF4-FFF2-40B4-BE49-F238E27FC236}">
                <a16:creationId xmlns:a16="http://schemas.microsoft.com/office/drawing/2014/main" id="{D3EC979B-C884-4489-8619-8F58F5FB6C5A}"/>
              </a:ext>
            </a:extLst>
          </p:cNvPr>
          <p:cNvSpPr>
            <a:spLocks noGrp="1"/>
          </p:cNvSpPr>
          <p:nvPr/>
        </p:nvSpPr>
        <p:spPr>
          <a:xfrm>
            <a:off x="674700" y="1684638"/>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7" name="text_5314">
            <a:extLst>
              <a:ext uri="{FF2B5EF4-FFF2-40B4-BE49-F238E27FC236}">
                <a16:creationId xmlns:a16="http://schemas.microsoft.com/office/drawing/2014/main" id="{045D576A-E5A6-4586-A6A7-EC0BEAC4D3BC}"/>
              </a:ext>
            </a:extLst>
          </p:cNvPr>
          <p:cNvSpPr>
            <a:spLocks noGrp="1"/>
          </p:cNvSpPr>
          <p:nvPr/>
        </p:nvSpPr>
        <p:spPr>
          <a:xfrm>
            <a:off x="533506" y="1644577"/>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18" name="03_assume_matched_5315">
            <a:extLst>
              <a:ext uri="{FF2B5EF4-FFF2-40B4-BE49-F238E27FC236}">
                <a16:creationId xmlns:a16="http://schemas.microsoft.com/office/drawing/2014/main" id="{D361D65E-8229-432D-9E6B-0B5DF32127BF}"/>
              </a:ext>
            </a:extLst>
          </p:cNvPr>
          <p:cNvSpPr>
            <a:spLocks noGrp="1"/>
          </p:cNvSpPr>
          <p:nvPr/>
        </p:nvSpPr>
        <p:spPr>
          <a:xfrm>
            <a:off x="712800" y="1392203"/>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9" name="03_assume_matched_5316">
            <a:extLst>
              <a:ext uri="{FF2B5EF4-FFF2-40B4-BE49-F238E27FC236}">
                <a16:creationId xmlns:a16="http://schemas.microsoft.com/office/drawing/2014/main" id="{421A71D4-5E53-4F37-BADA-9F532980379B}"/>
              </a:ext>
            </a:extLst>
          </p:cNvPr>
          <p:cNvSpPr>
            <a:spLocks noGrp="1"/>
          </p:cNvSpPr>
          <p:nvPr/>
        </p:nvSpPr>
        <p:spPr>
          <a:xfrm>
            <a:off x="674700" y="139220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0" name="text_5317">
            <a:extLst>
              <a:ext uri="{FF2B5EF4-FFF2-40B4-BE49-F238E27FC236}">
                <a16:creationId xmlns:a16="http://schemas.microsoft.com/office/drawing/2014/main" id="{19417283-0893-49C4-A3DC-7EE619FD5A0A}"/>
              </a:ext>
            </a:extLst>
          </p:cNvPr>
          <p:cNvSpPr>
            <a:spLocks noGrp="1"/>
          </p:cNvSpPr>
          <p:nvPr/>
        </p:nvSpPr>
        <p:spPr>
          <a:xfrm>
            <a:off x="481960" y="1352143"/>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21" name="text_5318">
            <a:extLst>
              <a:ext uri="{FF2B5EF4-FFF2-40B4-BE49-F238E27FC236}">
                <a16:creationId xmlns:a16="http://schemas.microsoft.com/office/drawing/2014/main" id="{9425691F-C430-4C47-BEDD-B8BFC476BD46}"/>
              </a:ext>
            </a:extLst>
          </p:cNvPr>
          <p:cNvSpPr>
            <a:spLocks noGrp="1"/>
          </p:cNvSpPr>
          <p:nvPr/>
        </p:nvSpPr>
        <p:spPr>
          <a:xfrm rot="-5400000">
            <a:off x="67234" y="1625107"/>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b="0">
                <a:solidFill>
                  <a:srgbClr val="273744"/>
                </a:solidFill>
                <a:latin typeface="Arial"/>
                <a:ea typeface="Arial"/>
                <a:cs typeface="Arial"/>
              </a:rPr>
              <a:t>Completion (%)</a:t>
            </a:r>
          </a:p>
        </p:txBody>
      </p:sp>
      <p:sp>
        <p:nvSpPr>
          <p:cNvPr id="22" name="03_assume_matched_5319">
            <a:extLst>
              <a:ext uri="{FF2B5EF4-FFF2-40B4-BE49-F238E27FC236}">
                <a16:creationId xmlns:a16="http://schemas.microsoft.com/office/drawing/2014/main" id="{3109A4BF-A551-49B3-96A3-009A87D21081}"/>
              </a:ext>
            </a:extLst>
          </p:cNvPr>
          <p:cNvSpPr>
            <a:spLocks noGrp="1"/>
          </p:cNvSpPr>
          <p:nvPr/>
        </p:nvSpPr>
        <p:spPr>
          <a:xfrm>
            <a:off x="1150377" y="1790412"/>
            <a:ext cx="28398" cy="28398"/>
          </a:xfrm>
          <a:prstGeom prst="ellipse">
            <a:avLst/>
          </a:prstGeom>
          <a:solidFill>
            <a:srgbClr val="7F8C97">
              <a:alpha val="48000"/>
            </a:srgbClr>
          </a:solidFill>
          <a:ln w="0">
            <a:noFill/>
            <a:prstDash val="solid"/>
          </a:ln>
        </p:spPr>
      </p:sp>
      <p:sp>
        <p:nvSpPr>
          <p:cNvPr id="23" name="03_assume_matched_5320">
            <a:extLst>
              <a:ext uri="{FF2B5EF4-FFF2-40B4-BE49-F238E27FC236}">
                <a16:creationId xmlns:a16="http://schemas.microsoft.com/office/drawing/2014/main" id="{76B0794A-D861-4ECA-B720-946704A47712}"/>
              </a:ext>
            </a:extLst>
          </p:cNvPr>
          <p:cNvSpPr>
            <a:spLocks noGrp="1"/>
          </p:cNvSpPr>
          <p:nvPr/>
        </p:nvSpPr>
        <p:spPr>
          <a:xfrm>
            <a:off x="1138864" y="1962874"/>
            <a:ext cx="28398" cy="28398"/>
          </a:xfrm>
          <a:prstGeom prst="ellipse">
            <a:avLst/>
          </a:prstGeom>
          <a:solidFill>
            <a:srgbClr val="7F8C97">
              <a:alpha val="48000"/>
            </a:srgbClr>
          </a:solidFill>
          <a:ln w="0">
            <a:noFill/>
            <a:prstDash val="solid"/>
          </a:ln>
        </p:spPr>
      </p:sp>
      <p:sp>
        <p:nvSpPr>
          <p:cNvPr id="24" name="03_assume_matched_5321">
            <a:extLst>
              <a:ext uri="{FF2B5EF4-FFF2-40B4-BE49-F238E27FC236}">
                <a16:creationId xmlns:a16="http://schemas.microsoft.com/office/drawing/2014/main" id="{2B19FDB0-6B3A-4681-9226-B4C37474D4AD}"/>
              </a:ext>
            </a:extLst>
          </p:cNvPr>
          <p:cNvSpPr>
            <a:spLocks noGrp="1"/>
          </p:cNvSpPr>
          <p:nvPr/>
        </p:nvSpPr>
        <p:spPr>
          <a:xfrm>
            <a:off x="1081732" y="1962874"/>
            <a:ext cx="28398" cy="28398"/>
          </a:xfrm>
          <a:prstGeom prst="ellipse">
            <a:avLst/>
          </a:prstGeom>
          <a:solidFill>
            <a:srgbClr val="7F8C97">
              <a:alpha val="48000"/>
            </a:srgbClr>
          </a:solidFill>
          <a:ln w="0">
            <a:noFill/>
            <a:prstDash val="solid"/>
          </a:ln>
        </p:spPr>
      </p:sp>
      <p:sp>
        <p:nvSpPr>
          <p:cNvPr id="25" name="03_assume_matched_5322">
            <a:extLst>
              <a:ext uri="{FF2B5EF4-FFF2-40B4-BE49-F238E27FC236}">
                <a16:creationId xmlns:a16="http://schemas.microsoft.com/office/drawing/2014/main" id="{68BFEF3B-DC86-4CD7-9E93-F67A15A4FC7A}"/>
              </a:ext>
            </a:extLst>
          </p:cNvPr>
          <p:cNvSpPr>
            <a:spLocks noGrp="1"/>
          </p:cNvSpPr>
          <p:nvPr/>
        </p:nvSpPr>
        <p:spPr>
          <a:xfrm>
            <a:off x="1160594" y="1670439"/>
            <a:ext cx="28398" cy="28398"/>
          </a:xfrm>
          <a:prstGeom prst="ellipse">
            <a:avLst/>
          </a:prstGeom>
          <a:solidFill>
            <a:srgbClr val="7F8C97">
              <a:alpha val="48000"/>
            </a:srgbClr>
          </a:solidFill>
          <a:ln w="0">
            <a:noFill/>
            <a:prstDash val="solid"/>
          </a:ln>
        </p:spPr>
      </p:sp>
      <p:sp>
        <p:nvSpPr>
          <p:cNvPr id="26" name="03_assume_matched_5323">
            <a:extLst>
              <a:ext uri="{FF2B5EF4-FFF2-40B4-BE49-F238E27FC236}">
                <a16:creationId xmlns:a16="http://schemas.microsoft.com/office/drawing/2014/main" id="{B30A8B9F-BC89-49BE-9813-6069FAD48CFF}"/>
              </a:ext>
            </a:extLst>
          </p:cNvPr>
          <p:cNvSpPr>
            <a:spLocks noGrp="1"/>
          </p:cNvSpPr>
          <p:nvPr/>
        </p:nvSpPr>
        <p:spPr>
          <a:xfrm>
            <a:off x="1128359" y="1795768"/>
            <a:ext cx="28398" cy="28398"/>
          </a:xfrm>
          <a:prstGeom prst="ellipse">
            <a:avLst/>
          </a:prstGeom>
          <a:solidFill>
            <a:srgbClr val="7F8C97">
              <a:alpha val="48000"/>
            </a:srgbClr>
          </a:solidFill>
          <a:ln w="0">
            <a:noFill/>
            <a:prstDash val="solid"/>
          </a:ln>
        </p:spPr>
      </p:sp>
      <p:sp>
        <p:nvSpPr>
          <p:cNvPr id="27" name="03_assume_matched_5324">
            <a:extLst>
              <a:ext uri="{FF2B5EF4-FFF2-40B4-BE49-F238E27FC236}">
                <a16:creationId xmlns:a16="http://schemas.microsoft.com/office/drawing/2014/main" id="{9C5559AF-E8A2-43CE-B680-A8E7E9D98AD2}"/>
              </a:ext>
            </a:extLst>
          </p:cNvPr>
          <p:cNvSpPr>
            <a:spLocks noGrp="1"/>
          </p:cNvSpPr>
          <p:nvPr/>
        </p:nvSpPr>
        <p:spPr>
          <a:xfrm>
            <a:off x="1033091" y="1750194"/>
            <a:ext cx="28398" cy="28398"/>
          </a:xfrm>
          <a:prstGeom prst="ellipse">
            <a:avLst/>
          </a:prstGeom>
          <a:solidFill>
            <a:srgbClr val="7F8C97">
              <a:alpha val="48000"/>
            </a:srgbClr>
          </a:solidFill>
          <a:ln w="0">
            <a:noFill/>
            <a:prstDash val="solid"/>
          </a:ln>
        </p:spPr>
      </p:sp>
      <p:sp>
        <p:nvSpPr>
          <p:cNvPr id="28" name="03_assume_matched_5325">
            <a:extLst>
              <a:ext uri="{FF2B5EF4-FFF2-40B4-BE49-F238E27FC236}">
                <a16:creationId xmlns:a16="http://schemas.microsoft.com/office/drawing/2014/main" id="{972B7105-481D-426C-B795-83CD52455C70}"/>
              </a:ext>
            </a:extLst>
          </p:cNvPr>
          <p:cNvSpPr>
            <a:spLocks noGrp="1"/>
          </p:cNvSpPr>
          <p:nvPr/>
        </p:nvSpPr>
        <p:spPr>
          <a:xfrm>
            <a:off x="1063743" y="1962874"/>
            <a:ext cx="28398" cy="28398"/>
          </a:xfrm>
          <a:prstGeom prst="ellipse">
            <a:avLst/>
          </a:prstGeom>
          <a:solidFill>
            <a:srgbClr val="7F8C97">
              <a:alpha val="48000"/>
            </a:srgbClr>
          </a:solidFill>
          <a:ln w="0">
            <a:noFill/>
            <a:prstDash val="solid"/>
          </a:ln>
        </p:spPr>
      </p:sp>
      <p:sp>
        <p:nvSpPr>
          <p:cNvPr id="29" name="03_assume_matched_5326">
            <a:extLst>
              <a:ext uri="{FF2B5EF4-FFF2-40B4-BE49-F238E27FC236}">
                <a16:creationId xmlns:a16="http://schemas.microsoft.com/office/drawing/2014/main" id="{E282B29A-53B4-4126-8450-BDEA667D0339}"/>
              </a:ext>
            </a:extLst>
          </p:cNvPr>
          <p:cNvSpPr>
            <a:spLocks noGrp="1"/>
          </p:cNvSpPr>
          <p:nvPr/>
        </p:nvSpPr>
        <p:spPr>
          <a:xfrm>
            <a:off x="1032803" y="1962874"/>
            <a:ext cx="28398" cy="28398"/>
          </a:xfrm>
          <a:prstGeom prst="ellipse">
            <a:avLst/>
          </a:prstGeom>
          <a:solidFill>
            <a:srgbClr val="7F8C97">
              <a:alpha val="48000"/>
            </a:srgbClr>
          </a:solidFill>
          <a:ln w="0">
            <a:noFill/>
            <a:prstDash val="solid"/>
          </a:ln>
        </p:spPr>
      </p:sp>
      <p:sp>
        <p:nvSpPr>
          <p:cNvPr id="30" name="03_assume_matched_5327">
            <a:extLst>
              <a:ext uri="{FF2B5EF4-FFF2-40B4-BE49-F238E27FC236}">
                <a16:creationId xmlns:a16="http://schemas.microsoft.com/office/drawing/2014/main" id="{F26AFCCB-026B-4C69-888A-87A3A6C885E3}"/>
              </a:ext>
            </a:extLst>
          </p:cNvPr>
          <p:cNvSpPr>
            <a:spLocks noGrp="1"/>
          </p:cNvSpPr>
          <p:nvPr/>
        </p:nvSpPr>
        <p:spPr>
          <a:xfrm>
            <a:off x="1114112" y="1962874"/>
            <a:ext cx="28398" cy="28398"/>
          </a:xfrm>
          <a:prstGeom prst="ellipse">
            <a:avLst/>
          </a:prstGeom>
          <a:solidFill>
            <a:srgbClr val="7F8C97">
              <a:alpha val="48000"/>
            </a:srgbClr>
          </a:solidFill>
          <a:ln w="0">
            <a:noFill/>
            <a:prstDash val="solid"/>
          </a:ln>
        </p:spPr>
      </p:sp>
      <p:sp>
        <p:nvSpPr>
          <p:cNvPr id="31" name="03_assume_matched_5328">
            <a:extLst>
              <a:ext uri="{FF2B5EF4-FFF2-40B4-BE49-F238E27FC236}">
                <a16:creationId xmlns:a16="http://schemas.microsoft.com/office/drawing/2014/main" id="{C6F89EFE-88B2-4A20-AE8F-635301635AB3}"/>
              </a:ext>
            </a:extLst>
          </p:cNvPr>
          <p:cNvSpPr>
            <a:spLocks noGrp="1"/>
          </p:cNvSpPr>
          <p:nvPr/>
        </p:nvSpPr>
        <p:spPr>
          <a:xfrm>
            <a:off x="1095403" y="1962874"/>
            <a:ext cx="28398" cy="28398"/>
          </a:xfrm>
          <a:prstGeom prst="ellipse">
            <a:avLst/>
          </a:prstGeom>
          <a:solidFill>
            <a:srgbClr val="7F8C97">
              <a:alpha val="48000"/>
            </a:srgbClr>
          </a:solidFill>
          <a:ln w="0">
            <a:noFill/>
            <a:prstDash val="solid"/>
          </a:ln>
        </p:spPr>
      </p:sp>
      <p:sp>
        <p:nvSpPr>
          <p:cNvPr id="32" name="03_assume_matched_5329">
            <a:extLst>
              <a:ext uri="{FF2B5EF4-FFF2-40B4-BE49-F238E27FC236}">
                <a16:creationId xmlns:a16="http://schemas.microsoft.com/office/drawing/2014/main" id="{4F4F799A-718B-4A4D-9342-E7F8C996F70A}"/>
              </a:ext>
            </a:extLst>
          </p:cNvPr>
          <p:cNvSpPr>
            <a:spLocks noGrp="1"/>
          </p:cNvSpPr>
          <p:nvPr/>
        </p:nvSpPr>
        <p:spPr>
          <a:xfrm>
            <a:off x="1080149" y="1962874"/>
            <a:ext cx="28398" cy="28398"/>
          </a:xfrm>
          <a:prstGeom prst="ellipse">
            <a:avLst/>
          </a:prstGeom>
          <a:solidFill>
            <a:srgbClr val="7F8C97">
              <a:alpha val="48000"/>
            </a:srgbClr>
          </a:solidFill>
          <a:ln w="0">
            <a:noFill/>
            <a:prstDash val="solid"/>
          </a:ln>
        </p:spPr>
      </p:sp>
      <p:sp>
        <p:nvSpPr>
          <p:cNvPr id="33" name="03_assume_matched_5330">
            <a:extLst>
              <a:ext uri="{FF2B5EF4-FFF2-40B4-BE49-F238E27FC236}">
                <a16:creationId xmlns:a16="http://schemas.microsoft.com/office/drawing/2014/main" id="{FBEE47FF-A994-4C17-9285-F8F4F961C792}"/>
              </a:ext>
            </a:extLst>
          </p:cNvPr>
          <p:cNvSpPr>
            <a:spLocks noGrp="1"/>
          </p:cNvSpPr>
          <p:nvPr/>
        </p:nvSpPr>
        <p:spPr>
          <a:xfrm>
            <a:off x="1065902" y="1962874"/>
            <a:ext cx="28398" cy="28398"/>
          </a:xfrm>
          <a:prstGeom prst="ellipse">
            <a:avLst/>
          </a:prstGeom>
          <a:solidFill>
            <a:srgbClr val="7F8C97">
              <a:alpha val="48000"/>
            </a:srgbClr>
          </a:solidFill>
          <a:ln w="0">
            <a:noFill/>
            <a:prstDash val="solid"/>
          </a:ln>
        </p:spPr>
      </p:sp>
      <p:sp>
        <p:nvSpPr>
          <p:cNvPr id="34" name="03_assume_matched_5331">
            <a:extLst>
              <a:ext uri="{FF2B5EF4-FFF2-40B4-BE49-F238E27FC236}">
                <a16:creationId xmlns:a16="http://schemas.microsoft.com/office/drawing/2014/main" id="{D2E6F1ED-60D7-40D0-92C7-C476728F431E}"/>
              </a:ext>
            </a:extLst>
          </p:cNvPr>
          <p:cNvSpPr>
            <a:spLocks noGrp="1"/>
          </p:cNvSpPr>
          <p:nvPr/>
        </p:nvSpPr>
        <p:spPr>
          <a:xfrm>
            <a:off x="1082308" y="1962874"/>
            <a:ext cx="28398" cy="28398"/>
          </a:xfrm>
          <a:prstGeom prst="ellipse">
            <a:avLst/>
          </a:prstGeom>
          <a:solidFill>
            <a:srgbClr val="7F8C97">
              <a:alpha val="48000"/>
            </a:srgbClr>
          </a:solidFill>
          <a:ln w="0">
            <a:noFill/>
            <a:prstDash val="solid"/>
          </a:ln>
        </p:spPr>
      </p:sp>
      <p:sp>
        <p:nvSpPr>
          <p:cNvPr id="35" name="03_assume_matched_5332">
            <a:extLst>
              <a:ext uri="{FF2B5EF4-FFF2-40B4-BE49-F238E27FC236}">
                <a16:creationId xmlns:a16="http://schemas.microsoft.com/office/drawing/2014/main" id="{0C1225F6-291F-420D-89B2-4F7F495B56BF}"/>
              </a:ext>
            </a:extLst>
          </p:cNvPr>
          <p:cNvSpPr>
            <a:spLocks noGrp="1"/>
          </p:cNvSpPr>
          <p:nvPr/>
        </p:nvSpPr>
        <p:spPr>
          <a:xfrm>
            <a:off x="1167502" y="1816656"/>
            <a:ext cx="28398" cy="28398"/>
          </a:xfrm>
          <a:prstGeom prst="ellipse">
            <a:avLst/>
          </a:prstGeom>
          <a:solidFill>
            <a:srgbClr val="7F8C97">
              <a:alpha val="48000"/>
            </a:srgbClr>
          </a:solidFill>
          <a:ln w="0">
            <a:noFill/>
            <a:prstDash val="solid"/>
          </a:ln>
        </p:spPr>
      </p:sp>
      <p:sp>
        <p:nvSpPr>
          <p:cNvPr id="36" name="03_assume_matched_5333">
            <a:extLst>
              <a:ext uri="{FF2B5EF4-FFF2-40B4-BE49-F238E27FC236}">
                <a16:creationId xmlns:a16="http://schemas.microsoft.com/office/drawing/2014/main" id="{7DAE38A9-AB75-4808-807D-5D7A022FA72C}"/>
              </a:ext>
            </a:extLst>
          </p:cNvPr>
          <p:cNvSpPr>
            <a:spLocks noGrp="1"/>
          </p:cNvSpPr>
          <p:nvPr/>
        </p:nvSpPr>
        <p:spPr>
          <a:xfrm>
            <a:off x="1122458" y="1767917"/>
            <a:ext cx="28398" cy="28398"/>
          </a:xfrm>
          <a:prstGeom prst="ellipse">
            <a:avLst/>
          </a:prstGeom>
          <a:solidFill>
            <a:srgbClr val="7F8C97">
              <a:alpha val="48000"/>
            </a:srgbClr>
          </a:solidFill>
          <a:ln w="0">
            <a:noFill/>
            <a:prstDash val="solid"/>
          </a:ln>
        </p:spPr>
      </p:sp>
      <p:sp>
        <p:nvSpPr>
          <p:cNvPr id="37" name="03_assume_matched_5334">
            <a:extLst>
              <a:ext uri="{FF2B5EF4-FFF2-40B4-BE49-F238E27FC236}">
                <a16:creationId xmlns:a16="http://schemas.microsoft.com/office/drawing/2014/main" id="{0014CFF2-A69E-42AE-AE15-2C8C70E1E520}"/>
              </a:ext>
            </a:extLst>
          </p:cNvPr>
          <p:cNvSpPr>
            <a:spLocks noGrp="1"/>
          </p:cNvSpPr>
          <p:nvPr/>
        </p:nvSpPr>
        <p:spPr>
          <a:xfrm>
            <a:off x="1132244" y="1962874"/>
            <a:ext cx="28398" cy="28398"/>
          </a:xfrm>
          <a:prstGeom prst="ellipse">
            <a:avLst/>
          </a:prstGeom>
          <a:solidFill>
            <a:srgbClr val="7F8C97">
              <a:alpha val="48000"/>
            </a:srgbClr>
          </a:solidFill>
          <a:ln w="0">
            <a:noFill/>
            <a:prstDash val="solid"/>
          </a:ln>
        </p:spPr>
      </p:sp>
      <p:sp>
        <p:nvSpPr>
          <p:cNvPr id="38" name="03_assume_matched_5335">
            <a:extLst>
              <a:ext uri="{FF2B5EF4-FFF2-40B4-BE49-F238E27FC236}">
                <a16:creationId xmlns:a16="http://schemas.microsoft.com/office/drawing/2014/main" id="{D6E32792-7766-427F-82B3-24B4027BBE10}"/>
              </a:ext>
            </a:extLst>
          </p:cNvPr>
          <p:cNvSpPr>
            <a:spLocks noGrp="1"/>
          </p:cNvSpPr>
          <p:nvPr/>
        </p:nvSpPr>
        <p:spPr>
          <a:xfrm>
            <a:off x="1069068" y="1865395"/>
            <a:ext cx="28398" cy="28398"/>
          </a:xfrm>
          <a:prstGeom prst="ellipse">
            <a:avLst/>
          </a:prstGeom>
          <a:solidFill>
            <a:srgbClr val="7F8C97">
              <a:alpha val="48000"/>
            </a:srgbClr>
          </a:solidFill>
          <a:ln w="0">
            <a:noFill/>
            <a:prstDash val="solid"/>
          </a:ln>
        </p:spPr>
      </p:sp>
      <p:sp>
        <p:nvSpPr>
          <p:cNvPr id="39" name="03_assume_matched_5336">
            <a:extLst>
              <a:ext uri="{FF2B5EF4-FFF2-40B4-BE49-F238E27FC236}">
                <a16:creationId xmlns:a16="http://schemas.microsoft.com/office/drawing/2014/main" id="{2F6FC5E2-DE19-4E35-99CD-9F38E246DFB7}"/>
              </a:ext>
            </a:extLst>
          </p:cNvPr>
          <p:cNvSpPr>
            <a:spLocks noGrp="1"/>
          </p:cNvSpPr>
          <p:nvPr/>
        </p:nvSpPr>
        <p:spPr>
          <a:xfrm>
            <a:off x="1159443" y="1962874"/>
            <a:ext cx="28398" cy="28398"/>
          </a:xfrm>
          <a:prstGeom prst="ellipse">
            <a:avLst/>
          </a:prstGeom>
          <a:solidFill>
            <a:srgbClr val="7F8C97">
              <a:alpha val="48000"/>
            </a:srgbClr>
          </a:solidFill>
          <a:ln w="0">
            <a:noFill/>
            <a:prstDash val="solid"/>
          </a:ln>
        </p:spPr>
      </p:sp>
      <p:sp>
        <p:nvSpPr>
          <p:cNvPr id="40" name="03_assume_matched_5337">
            <a:extLst>
              <a:ext uri="{FF2B5EF4-FFF2-40B4-BE49-F238E27FC236}">
                <a16:creationId xmlns:a16="http://schemas.microsoft.com/office/drawing/2014/main" id="{B1EB94E3-0B24-4DEF-9311-390187925A8B}"/>
              </a:ext>
            </a:extLst>
          </p:cNvPr>
          <p:cNvSpPr>
            <a:spLocks noGrp="1"/>
          </p:cNvSpPr>
          <p:nvPr/>
        </p:nvSpPr>
        <p:spPr>
          <a:xfrm>
            <a:off x="1132532" y="1856534"/>
            <a:ext cx="28398" cy="28398"/>
          </a:xfrm>
          <a:prstGeom prst="ellipse">
            <a:avLst/>
          </a:prstGeom>
          <a:solidFill>
            <a:srgbClr val="7F8C97">
              <a:alpha val="48000"/>
            </a:srgbClr>
          </a:solidFill>
          <a:ln w="0">
            <a:noFill/>
            <a:prstDash val="solid"/>
          </a:ln>
        </p:spPr>
      </p:sp>
      <p:sp>
        <p:nvSpPr>
          <p:cNvPr id="41" name="03_assume_matched_5338">
            <a:extLst>
              <a:ext uri="{FF2B5EF4-FFF2-40B4-BE49-F238E27FC236}">
                <a16:creationId xmlns:a16="http://schemas.microsoft.com/office/drawing/2014/main" id="{8BF0AE4D-67F3-46B0-8D54-620186E3F81E}"/>
              </a:ext>
            </a:extLst>
          </p:cNvPr>
          <p:cNvSpPr>
            <a:spLocks noGrp="1"/>
          </p:cNvSpPr>
          <p:nvPr/>
        </p:nvSpPr>
        <p:spPr>
          <a:xfrm>
            <a:off x="1050360" y="1962874"/>
            <a:ext cx="28398" cy="28398"/>
          </a:xfrm>
          <a:prstGeom prst="ellipse">
            <a:avLst/>
          </a:prstGeom>
          <a:solidFill>
            <a:srgbClr val="7F8C97">
              <a:alpha val="48000"/>
            </a:srgbClr>
          </a:solidFill>
          <a:ln w="0">
            <a:noFill/>
            <a:prstDash val="solid"/>
          </a:ln>
        </p:spPr>
      </p:sp>
      <p:sp>
        <p:nvSpPr>
          <p:cNvPr id="42" name="03_assume_matched_5339">
            <a:extLst>
              <a:ext uri="{FF2B5EF4-FFF2-40B4-BE49-F238E27FC236}">
                <a16:creationId xmlns:a16="http://schemas.microsoft.com/office/drawing/2014/main" id="{DCAEE460-EA85-488D-8C60-56CEE2108A1F}"/>
              </a:ext>
            </a:extLst>
          </p:cNvPr>
          <p:cNvSpPr>
            <a:spLocks noGrp="1"/>
          </p:cNvSpPr>
          <p:nvPr/>
        </p:nvSpPr>
        <p:spPr>
          <a:xfrm>
            <a:off x="1057699" y="1962874"/>
            <a:ext cx="28398" cy="28398"/>
          </a:xfrm>
          <a:prstGeom prst="ellipse">
            <a:avLst/>
          </a:prstGeom>
          <a:solidFill>
            <a:srgbClr val="7F8C97">
              <a:alpha val="48000"/>
            </a:srgbClr>
          </a:solidFill>
          <a:ln w="0">
            <a:noFill/>
            <a:prstDash val="solid"/>
          </a:ln>
        </p:spPr>
      </p:sp>
      <p:sp>
        <p:nvSpPr>
          <p:cNvPr id="43" name="03_assume_matched_5340">
            <a:extLst>
              <a:ext uri="{FF2B5EF4-FFF2-40B4-BE49-F238E27FC236}">
                <a16:creationId xmlns:a16="http://schemas.microsoft.com/office/drawing/2014/main" id="{8415200B-3F09-4AF2-A33D-10ADD73507BD}"/>
              </a:ext>
            </a:extLst>
          </p:cNvPr>
          <p:cNvSpPr>
            <a:spLocks noGrp="1"/>
          </p:cNvSpPr>
          <p:nvPr/>
        </p:nvSpPr>
        <p:spPr>
          <a:xfrm>
            <a:off x="1068924" y="1816656"/>
            <a:ext cx="28398" cy="28398"/>
          </a:xfrm>
          <a:prstGeom prst="ellipse">
            <a:avLst/>
          </a:prstGeom>
          <a:solidFill>
            <a:srgbClr val="7F8C97">
              <a:alpha val="48000"/>
            </a:srgbClr>
          </a:solidFill>
          <a:ln w="0">
            <a:noFill/>
            <a:prstDash val="solid"/>
          </a:ln>
        </p:spPr>
      </p:sp>
      <p:sp>
        <p:nvSpPr>
          <p:cNvPr id="44" name="03_assume_matched_5341">
            <a:extLst>
              <a:ext uri="{FF2B5EF4-FFF2-40B4-BE49-F238E27FC236}">
                <a16:creationId xmlns:a16="http://schemas.microsoft.com/office/drawing/2014/main" id="{D33E39C3-DBB7-41E9-8044-B16849B401BE}"/>
              </a:ext>
            </a:extLst>
          </p:cNvPr>
          <p:cNvSpPr>
            <a:spLocks noGrp="1"/>
          </p:cNvSpPr>
          <p:nvPr/>
        </p:nvSpPr>
        <p:spPr>
          <a:xfrm>
            <a:off x="1158292" y="1962874"/>
            <a:ext cx="28398" cy="28398"/>
          </a:xfrm>
          <a:prstGeom prst="ellipse">
            <a:avLst/>
          </a:prstGeom>
          <a:solidFill>
            <a:srgbClr val="7F8C97">
              <a:alpha val="48000"/>
            </a:srgbClr>
          </a:solidFill>
          <a:ln w="0">
            <a:noFill/>
            <a:prstDash val="solid"/>
          </a:ln>
        </p:spPr>
      </p:sp>
      <p:sp>
        <p:nvSpPr>
          <p:cNvPr id="45" name="03_assume_matched_5342">
            <a:extLst>
              <a:ext uri="{FF2B5EF4-FFF2-40B4-BE49-F238E27FC236}">
                <a16:creationId xmlns:a16="http://schemas.microsoft.com/office/drawing/2014/main" id="{D54E677F-BBA3-4706-90D7-BD64DDF76FAC}"/>
              </a:ext>
            </a:extLst>
          </p:cNvPr>
          <p:cNvSpPr>
            <a:spLocks noGrp="1"/>
          </p:cNvSpPr>
          <p:nvPr/>
        </p:nvSpPr>
        <p:spPr>
          <a:xfrm>
            <a:off x="1071227" y="1670439"/>
            <a:ext cx="28398" cy="28398"/>
          </a:xfrm>
          <a:prstGeom prst="ellipse">
            <a:avLst/>
          </a:prstGeom>
          <a:solidFill>
            <a:srgbClr val="7F8C97">
              <a:alpha val="48000"/>
            </a:srgbClr>
          </a:solidFill>
          <a:ln w="0">
            <a:noFill/>
            <a:prstDash val="solid"/>
          </a:ln>
        </p:spPr>
      </p:sp>
      <p:sp>
        <p:nvSpPr>
          <p:cNvPr id="46" name="03_assume_matched_5343">
            <a:extLst>
              <a:ext uri="{FF2B5EF4-FFF2-40B4-BE49-F238E27FC236}">
                <a16:creationId xmlns:a16="http://schemas.microsoft.com/office/drawing/2014/main" id="{C9F9EF1B-91E8-43A0-9F7E-EB77EE7B15FD}"/>
              </a:ext>
            </a:extLst>
          </p:cNvPr>
          <p:cNvSpPr>
            <a:spLocks noGrp="1"/>
          </p:cNvSpPr>
          <p:nvPr/>
        </p:nvSpPr>
        <p:spPr>
          <a:xfrm>
            <a:off x="1150233" y="1962874"/>
            <a:ext cx="28398" cy="28398"/>
          </a:xfrm>
          <a:prstGeom prst="ellipse">
            <a:avLst/>
          </a:prstGeom>
          <a:solidFill>
            <a:srgbClr val="7F8C97">
              <a:alpha val="48000"/>
            </a:srgbClr>
          </a:solidFill>
          <a:ln w="0">
            <a:noFill/>
            <a:prstDash val="solid"/>
          </a:ln>
        </p:spPr>
      </p:sp>
      <p:sp>
        <p:nvSpPr>
          <p:cNvPr id="47" name="03_assume_matched_5344">
            <a:extLst>
              <a:ext uri="{FF2B5EF4-FFF2-40B4-BE49-F238E27FC236}">
                <a16:creationId xmlns:a16="http://schemas.microsoft.com/office/drawing/2014/main" id="{8BBC4380-2BD7-4C06-8FB0-5BF0BA419CC8}"/>
              </a:ext>
            </a:extLst>
          </p:cNvPr>
          <p:cNvSpPr>
            <a:spLocks noGrp="1"/>
          </p:cNvSpPr>
          <p:nvPr/>
        </p:nvSpPr>
        <p:spPr>
          <a:xfrm>
            <a:off x="1151384" y="1767917"/>
            <a:ext cx="28398" cy="28398"/>
          </a:xfrm>
          <a:prstGeom prst="ellipse">
            <a:avLst/>
          </a:prstGeom>
          <a:solidFill>
            <a:srgbClr val="7F8C97">
              <a:alpha val="48000"/>
            </a:srgbClr>
          </a:solidFill>
          <a:ln w="0">
            <a:noFill/>
            <a:prstDash val="solid"/>
          </a:ln>
        </p:spPr>
      </p:sp>
      <p:sp>
        <p:nvSpPr>
          <p:cNvPr id="48" name="03_assume_matched_5345">
            <a:extLst>
              <a:ext uri="{FF2B5EF4-FFF2-40B4-BE49-F238E27FC236}">
                <a16:creationId xmlns:a16="http://schemas.microsoft.com/office/drawing/2014/main" id="{69451912-7B5F-4E45-B44F-41331BD78727}"/>
              </a:ext>
            </a:extLst>
          </p:cNvPr>
          <p:cNvSpPr>
            <a:spLocks noGrp="1"/>
          </p:cNvSpPr>
          <p:nvPr/>
        </p:nvSpPr>
        <p:spPr>
          <a:xfrm>
            <a:off x="1155126" y="1962874"/>
            <a:ext cx="28398" cy="28398"/>
          </a:xfrm>
          <a:prstGeom prst="ellipse">
            <a:avLst/>
          </a:prstGeom>
          <a:solidFill>
            <a:srgbClr val="7F8C97">
              <a:alpha val="48000"/>
            </a:srgbClr>
          </a:solidFill>
          <a:ln w="0">
            <a:noFill/>
            <a:prstDash val="solid"/>
          </a:ln>
        </p:spPr>
      </p:sp>
      <p:sp>
        <p:nvSpPr>
          <p:cNvPr id="49" name="03_assume_matched_5346">
            <a:extLst>
              <a:ext uri="{FF2B5EF4-FFF2-40B4-BE49-F238E27FC236}">
                <a16:creationId xmlns:a16="http://schemas.microsoft.com/office/drawing/2014/main" id="{3E4105BA-24D9-49AF-B935-8177CFCC9293}"/>
              </a:ext>
            </a:extLst>
          </p:cNvPr>
          <p:cNvSpPr>
            <a:spLocks noGrp="1"/>
          </p:cNvSpPr>
          <p:nvPr/>
        </p:nvSpPr>
        <p:spPr>
          <a:xfrm>
            <a:off x="1072378" y="1962874"/>
            <a:ext cx="28398" cy="28398"/>
          </a:xfrm>
          <a:prstGeom prst="ellipse">
            <a:avLst/>
          </a:prstGeom>
          <a:solidFill>
            <a:srgbClr val="7F8C97">
              <a:alpha val="48000"/>
            </a:srgbClr>
          </a:solidFill>
          <a:ln w="0">
            <a:noFill/>
            <a:prstDash val="solid"/>
          </a:ln>
        </p:spPr>
      </p:sp>
      <p:sp>
        <p:nvSpPr>
          <p:cNvPr id="50" name="03_assume_matched_5347">
            <a:extLst>
              <a:ext uri="{FF2B5EF4-FFF2-40B4-BE49-F238E27FC236}">
                <a16:creationId xmlns:a16="http://schemas.microsoft.com/office/drawing/2014/main" id="{6DF9A589-1DEB-4A0C-A740-FFC8E05FEF67}"/>
              </a:ext>
            </a:extLst>
          </p:cNvPr>
          <p:cNvSpPr>
            <a:spLocks noGrp="1"/>
          </p:cNvSpPr>
          <p:nvPr/>
        </p:nvSpPr>
        <p:spPr>
          <a:xfrm>
            <a:off x="1050648" y="1670439"/>
            <a:ext cx="28398" cy="28398"/>
          </a:xfrm>
          <a:prstGeom prst="ellipse">
            <a:avLst/>
          </a:prstGeom>
          <a:solidFill>
            <a:srgbClr val="7F8C97">
              <a:alpha val="48000"/>
            </a:srgbClr>
          </a:solidFill>
          <a:ln w="0">
            <a:noFill/>
            <a:prstDash val="solid"/>
          </a:ln>
        </p:spPr>
      </p:sp>
      <p:sp>
        <p:nvSpPr>
          <p:cNvPr id="51" name="03_assume_matched_5348">
            <a:extLst>
              <a:ext uri="{FF2B5EF4-FFF2-40B4-BE49-F238E27FC236}">
                <a16:creationId xmlns:a16="http://schemas.microsoft.com/office/drawing/2014/main" id="{3722F55C-8302-4EEF-96D1-9D10EA95A052}"/>
              </a:ext>
            </a:extLst>
          </p:cNvPr>
          <p:cNvSpPr>
            <a:spLocks noGrp="1"/>
          </p:cNvSpPr>
          <p:nvPr/>
        </p:nvSpPr>
        <p:spPr>
          <a:xfrm>
            <a:off x="1134403" y="1962874"/>
            <a:ext cx="28398" cy="28398"/>
          </a:xfrm>
          <a:prstGeom prst="ellipse">
            <a:avLst/>
          </a:prstGeom>
          <a:solidFill>
            <a:srgbClr val="7F8C97">
              <a:alpha val="48000"/>
            </a:srgbClr>
          </a:solidFill>
          <a:ln w="0">
            <a:noFill/>
            <a:prstDash val="solid"/>
          </a:ln>
        </p:spPr>
      </p:sp>
      <p:sp>
        <p:nvSpPr>
          <p:cNvPr id="52" name="03_assume_matched_5349">
            <a:extLst>
              <a:ext uri="{FF2B5EF4-FFF2-40B4-BE49-F238E27FC236}">
                <a16:creationId xmlns:a16="http://schemas.microsoft.com/office/drawing/2014/main" id="{E8615919-36DB-41BE-B83D-180634294552}"/>
              </a:ext>
            </a:extLst>
          </p:cNvPr>
          <p:cNvSpPr>
            <a:spLocks noGrp="1"/>
          </p:cNvSpPr>
          <p:nvPr/>
        </p:nvSpPr>
        <p:spPr>
          <a:xfrm>
            <a:off x="1043884" y="1962874"/>
            <a:ext cx="28398" cy="28398"/>
          </a:xfrm>
          <a:prstGeom prst="ellipse">
            <a:avLst/>
          </a:prstGeom>
          <a:solidFill>
            <a:srgbClr val="7F8C97">
              <a:alpha val="48000"/>
            </a:srgbClr>
          </a:solidFill>
          <a:ln w="0">
            <a:noFill/>
            <a:prstDash val="solid"/>
          </a:ln>
        </p:spPr>
      </p:sp>
      <p:sp>
        <p:nvSpPr>
          <p:cNvPr id="53" name="03_assume_matched_5350">
            <a:extLst>
              <a:ext uri="{FF2B5EF4-FFF2-40B4-BE49-F238E27FC236}">
                <a16:creationId xmlns:a16="http://schemas.microsoft.com/office/drawing/2014/main" id="{8D3E61B3-BC16-4F45-9A27-208E24CF9CC5}"/>
              </a:ext>
            </a:extLst>
          </p:cNvPr>
          <p:cNvSpPr>
            <a:spLocks noGrp="1"/>
          </p:cNvSpPr>
          <p:nvPr/>
        </p:nvSpPr>
        <p:spPr>
          <a:xfrm>
            <a:off x="1138000" y="1728926"/>
            <a:ext cx="28398" cy="28398"/>
          </a:xfrm>
          <a:prstGeom prst="ellipse">
            <a:avLst/>
          </a:prstGeom>
          <a:solidFill>
            <a:srgbClr val="7F8C97">
              <a:alpha val="48000"/>
            </a:srgbClr>
          </a:solidFill>
          <a:ln w="0">
            <a:noFill/>
            <a:prstDash val="solid"/>
          </a:ln>
        </p:spPr>
      </p:sp>
      <p:sp>
        <p:nvSpPr>
          <p:cNvPr id="54" name="03_assume_matched_5351">
            <a:extLst>
              <a:ext uri="{FF2B5EF4-FFF2-40B4-BE49-F238E27FC236}">
                <a16:creationId xmlns:a16="http://schemas.microsoft.com/office/drawing/2014/main" id="{CC6E3204-C5C3-48FB-B952-A17F06C8A794}"/>
              </a:ext>
            </a:extLst>
          </p:cNvPr>
          <p:cNvSpPr>
            <a:spLocks noGrp="1"/>
          </p:cNvSpPr>
          <p:nvPr/>
        </p:nvSpPr>
        <p:spPr>
          <a:xfrm>
            <a:off x="1045179" y="1962874"/>
            <a:ext cx="28398" cy="28398"/>
          </a:xfrm>
          <a:prstGeom prst="ellipse">
            <a:avLst/>
          </a:prstGeom>
          <a:solidFill>
            <a:srgbClr val="7F8C97">
              <a:alpha val="48000"/>
            </a:srgbClr>
          </a:solidFill>
          <a:ln w="0">
            <a:noFill/>
            <a:prstDash val="solid"/>
          </a:ln>
        </p:spPr>
      </p:sp>
      <p:sp>
        <p:nvSpPr>
          <p:cNvPr id="55" name="03_assume_matched_5352">
            <a:extLst>
              <a:ext uri="{FF2B5EF4-FFF2-40B4-BE49-F238E27FC236}">
                <a16:creationId xmlns:a16="http://schemas.microsoft.com/office/drawing/2014/main" id="{7B2B6D3B-5E67-478A-A8FF-D33AF65205EA}"/>
              </a:ext>
            </a:extLst>
          </p:cNvPr>
          <p:cNvSpPr>
            <a:spLocks noGrp="1"/>
          </p:cNvSpPr>
          <p:nvPr/>
        </p:nvSpPr>
        <p:spPr>
          <a:xfrm>
            <a:off x="1165631" y="1962874"/>
            <a:ext cx="28398" cy="28398"/>
          </a:xfrm>
          <a:prstGeom prst="ellipse">
            <a:avLst/>
          </a:prstGeom>
          <a:solidFill>
            <a:srgbClr val="7F8C97">
              <a:alpha val="48000"/>
            </a:srgbClr>
          </a:solidFill>
          <a:ln w="0">
            <a:noFill/>
            <a:prstDash val="solid"/>
          </a:ln>
        </p:spPr>
      </p:sp>
      <p:sp>
        <p:nvSpPr>
          <p:cNvPr id="56" name="03_assume_matched_5353">
            <a:extLst>
              <a:ext uri="{FF2B5EF4-FFF2-40B4-BE49-F238E27FC236}">
                <a16:creationId xmlns:a16="http://schemas.microsoft.com/office/drawing/2014/main" id="{F2FC6DF3-90C0-4295-AF9F-7ABCEAC74319}"/>
              </a:ext>
            </a:extLst>
          </p:cNvPr>
          <p:cNvSpPr>
            <a:spLocks noGrp="1"/>
          </p:cNvSpPr>
          <p:nvPr/>
        </p:nvSpPr>
        <p:spPr>
          <a:xfrm>
            <a:off x="1143613" y="1962874"/>
            <a:ext cx="28398" cy="28398"/>
          </a:xfrm>
          <a:prstGeom prst="ellipse">
            <a:avLst/>
          </a:prstGeom>
          <a:solidFill>
            <a:srgbClr val="7F8C97">
              <a:alpha val="48000"/>
            </a:srgbClr>
          </a:solidFill>
          <a:ln w="0">
            <a:noFill/>
            <a:prstDash val="solid"/>
          </a:ln>
        </p:spPr>
      </p:sp>
      <p:sp>
        <p:nvSpPr>
          <p:cNvPr id="57" name="03_assume_matched_5354">
            <a:extLst>
              <a:ext uri="{FF2B5EF4-FFF2-40B4-BE49-F238E27FC236}">
                <a16:creationId xmlns:a16="http://schemas.microsoft.com/office/drawing/2014/main" id="{2818A7F4-E425-4767-90CC-2B4F41BF1191}"/>
              </a:ext>
            </a:extLst>
          </p:cNvPr>
          <p:cNvSpPr>
            <a:spLocks noGrp="1"/>
          </p:cNvSpPr>
          <p:nvPr/>
        </p:nvSpPr>
        <p:spPr>
          <a:xfrm>
            <a:off x="1091518" y="1962874"/>
            <a:ext cx="28398" cy="28398"/>
          </a:xfrm>
          <a:prstGeom prst="ellipse">
            <a:avLst/>
          </a:prstGeom>
          <a:solidFill>
            <a:srgbClr val="7F8C97">
              <a:alpha val="48000"/>
            </a:srgbClr>
          </a:solidFill>
          <a:ln w="0">
            <a:noFill/>
            <a:prstDash val="solid"/>
          </a:ln>
        </p:spPr>
      </p:sp>
      <p:sp>
        <p:nvSpPr>
          <p:cNvPr id="58" name="03_assume_matched_5355">
            <a:extLst>
              <a:ext uri="{FF2B5EF4-FFF2-40B4-BE49-F238E27FC236}">
                <a16:creationId xmlns:a16="http://schemas.microsoft.com/office/drawing/2014/main" id="{BB0840F4-618F-44A2-977A-DE1FEF877AC3}"/>
              </a:ext>
            </a:extLst>
          </p:cNvPr>
          <p:cNvSpPr>
            <a:spLocks noGrp="1"/>
          </p:cNvSpPr>
          <p:nvPr/>
        </p:nvSpPr>
        <p:spPr>
          <a:xfrm>
            <a:off x="1067197" y="1962874"/>
            <a:ext cx="28398" cy="28398"/>
          </a:xfrm>
          <a:prstGeom prst="ellipse">
            <a:avLst/>
          </a:prstGeom>
          <a:solidFill>
            <a:srgbClr val="7F8C97">
              <a:alpha val="48000"/>
            </a:srgbClr>
          </a:solidFill>
          <a:ln w="0">
            <a:noFill/>
            <a:prstDash val="solid"/>
          </a:ln>
        </p:spPr>
      </p:sp>
      <p:sp>
        <p:nvSpPr>
          <p:cNvPr id="59" name="03_assume_matched_5356">
            <a:extLst>
              <a:ext uri="{FF2B5EF4-FFF2-40B4-BE49-F238E27FC236}">
                <a16:creationId xmlns:a16="http://schemas.microsoft.com/office/drawing/2014/main" id="{2A893BC5-748A-4784-9047-599CE5CD92EB}"/>
              </a:ext>
            </a:extLst>
          </p:cNvPr>
          <p:cNvSpPr>
            <a:spLocks noGrp="1"/>
          </p:cNvSpPr>
          <p:nvPr/>
        </p:nvSpPr>
        <p:spPr>
          <a:xfrm>
            <a:off x="1169660" y="1962874"/>
            <a:ext cx="28398" cy="28398"/>
          </a:xfrm>
          <a:prstGeom prst="ellipse">
            <a:avLst/>
          </a:prstGeom>
          <a:solidFill>
            <a:srgbClr val="7F8C97">
              <a:alpha val="48000"/>
            </a:srgbClr>
          </a:solidFill>
          <a:ln w="0">
            <a:noFill/>
            <a:prstDash val="solid"/>
          </a:ln>
        </p:spPr>
      </p:sp>
      <p:sp>
        <p:nvSpPr>
          <p:cNvPr id="60" name="03_assume_matched_5357">
            <a:extLst>
              <a:ext uri="{FF2B5EF4-FFF2-40B4-BE49-F238E27FC236}">
                <a16:creationId xmlns:a16="http://schemas.microsoft.com/office/drawing/2014/main" id="{F9651D41-DC9D-49A1-8CEC-D12585C3BBB8}"/>
              </a:ext>
            </a:extLst>
          </p:cNvPr>
          <p:cNvSpPr>
            <a:spLocks noGrp="1"/>
          </p:cNvSpPr>
          <p:nvPr/>
        </p:nvSpPr>
        <p:spPr>
          <a:xfrm>
            <a:off x="1117422" y="1962874"/>
            <a:ext cx="28398" cy="28398"/>
          </a:xfrm>
          <a:prstGeom prst="ellipse">
            <a:avLst/>
          </a:prstGeom>
          <a:solidFill>
            <a:srgbClr val="7F8C97">
              <a:alpha val="48000"/>
            </a:srgbClr>
          </a:solidFill>
          <a:ln w="0">
            <a:noFill/>
            <a:prstDash val="solid"/>
          </a:ln>
        </p:spPr>
      </p:sp>
      <p:sp>
        <p:nvSpPr>
          <p:cNvPr id="61" name="03_assume_matched_5358">
            <a:extLst>
              <a:ext uri="{FF2B5EF4-FFF2-40B4-BE49-F238E27FC236}">
                <a16:creationId xmlns:a16="http://schemas.microsoft.com/office/drawing/2014/main" id="{6F12B79E-0F42-4375-9520-EF3DFFB4FE0F}"/>
              </a:ext>
            </a:extLst>
          </p:cNvPr>
          <p:cNvSpPr>
            <a:spLocks noGrp="1"/>
          </p:cNvSpPr>
          <p:nvPr/>
        </p:nvSpPr>
        <p:spPr>
          <a:xfrm>
            <a:off x="1150233" y="1962874"/>
            <a:ext cx="28398" cy="28398"/>
          </a:xfrm>
          <a:prstGeom prst="ellipse">
            <a:avLst/>
          </a:prstGeom>
          <a:solidFill>
            <a:srgbClr val="7F8C97">
              <a:alpha val="48000"/>
            </a:srgbClr>
          </a:solidFill>
          <a:ln w="0">
            <a:noFill/>
            <a:prstDash val="solid"/>
          </a:ln>
        </p:spPr>
      </p:sp>
      <p:sp>
        <p:nvSpPr>
          <p:cNvPr id="62" name="03_assume_matched_5359">
            <a:extLst>
              <a:ext uri="{FF2B5EF4-FFF2-40B4-BE49-F238E27FC236}">
                <a16:creationId xmlns:a16="http://schemas.microsoft.com/office/drawing/2014/main" id="{DC1B6568-5C0B-4586-B4BA-8971270E8AE6}"/>
              </a:ext>
            </a:extLst>
          </p:cNvPr>
          <p:cNvSpPr>
            <a:spLocks noGrp="1"/>
          </p:cNvSpPr>
          <p:nvPr/>
        </p:nvSpPr>
        <p:spPr>
          <a:xfrm>
            <a:off x="1049353" y="1962874"/>
            <a:ext cx="28398" cy="28398"/>
          </a:xfrm>
          <a:prstGeom prst="ellipse">
            <a:avLst/>
          </a:prstGeom>
          <a:solidFill>
            <a:srgbClr val="7F8C97">
              <a:alpha val="48000"/>
            </a:srgbClr>
          </a:solidFill>
          <a:ln w="0">
            <a:noFill/>
            <a:prstDash val="solid"/>
          </a:ln>
        </p:spPr>
      </p:sp>
      <p:sp>
        <p:nvSpPr>
          <p:cNvPr id="63" name="03_assume_matched_5360">
            <a:extLst>
              <a:ext uri="{FF2B5EF4-FFF2-40B4-BE49-F238E27FC236}">
                <a16:creationId xmlns:a16="http://schemas.microsoft.com/office/drawing/2014/main" id="{A04C1E6E-1CAA-4150-976D-B80F69EE39C4}"/>
              </a:ext>
            </a:extLst>
          </p:cNvPr>
          <p:cNvSpPr>
            <a:spLocks noGrp="1"/>
          </p:cNvSpPr>
          <p:nvPr/>
        </p:nvSpPr>
        <p:spPr>
          <a:xfrm>
            <a:off x="1141310" y="1962874"/>
            <a:ext cx="28398" cy="28398"/>
          </a:xfrm>
          <a:prstGeom prst="ellipse">
            <a:avLst/>
          </a:prstGeom>
          <a:solidFill>
            <a:srgbClr val="7F8C97">
              <a:alpha val="48000"/>
            </a:srgbClr>
          </a:solidFill>
          <a:ln w="0">
            <a:noFill/>
            <a:prstDash val="solid"/>
          </a:ln>
        </p:spPr>
      </p:sp>
      <p:sp>
        <p:nvSpPr>
          <p:cNvPr id="64" name="03_assume_matched_5361">
            <a:extLst>
              <a:ext uri="{FF2B5EF4-FFF2-40B4-BE49-F238E27FC236}">
                <a16:creationId xmlns:a16="http://schemas.microsoft.com/office/drawing/2014/main" id="{0C34C574-6EE8-4C3B-8DF4-C6B32DF77CA0}"/>
              </a:ext>
            </a:extLst>
          </p:cNvPr>
          <p:cNvSpPr>
            <a:spLocks noGrp="1"/>
          </p:cNvSpPr>
          <p:nvPr/>
        </p:nvSpPr>
        <p:spPr>
          <a:xfrm>
            <a:off x="1120444" y="1962874"/>
            <a:ext cx="28398" cy="28398"/>
          </a:xfrm>
          <a:prstGeom prst="ellipse">
            <a:avLst/>
          </a:prstGeom>
          <a:solidFill>
            <a:srgbClr val="7F8C97">
              <a:alpha val="48000"/>
            </a:srgbClr>
          </a:solidFill>
          <a:ln w="0">
            <a:noFill/>
            <a:prstDash val="solid"/>
          </a:ln>
        </p:spPr>
      </p:sp>
      <p:sp>
        <p:nvSpPr>
          <p:cNvPr id="65" name="03_assume_matched_5362">
            <a:extLst>
              <a:ext uri="{FF2B5EF4-FFF2-40B4-BE49-F238E27FC236}">
                <a16:creationId xmlns:a16="http://schemas.microsoft.com/office/drawing/2014/main" id="{FECAD47A-3325-4C45-B4E9-FA2997027677}"/>
              </a:ext>
            </a:extLst>
          </p:cNvPr>
          <p:cNvSpPr>
            <a:spLocks noGrp="1"/>
          </p:cNvSpPr>
          <p:nvPr/>
        </p:nvSpPr>
        <p:spPr>
          <a:xfrm>
            <a:off x="1029061" y="1670439"/>
            <a:ext cx="28398" cy="28398"/>
          </a:xfrm>
          <a:prstGeom prst="ellipse">
            <a:avLst/>
          </a:prstGeom>
          <a:solidFill>
            <a:srgbClr val="7F8C97">
              <a:alpha val="48000"/>
            </a:srgbClr>
          </a:solidFill>
          <a:ln w="0">
            <a:noFill/>
            <a:prstDash val="solid"/>
          </a:ln>
        </p:spPr>
      </p:sp>
      <p:sp>
        <p:nvSpPr>
          <p:cNvPr id="66" name="03_assume_matched_5363">
            <a:extLst>
              <a:ext uri="{FF2B5EF4-FFF2-40B4-BE49-F238E27FC236}">
                <a16:creationId xmlns:a16="http://schemas.microsoft.com/office/drawing/2014/main" id="{767C8A07-E9DC-4500-A5B6-25482225588B}"/>
              </a:ext>
            </a:extLst>
          </p:cNvPr>
          <p:cNvSpPr>
            <a:spLocks noGrp="1"/>
          </p:cNvSpPr>
          <p:nvPr/>
        </p:nvSpPr>
        <p:spPr>
          <a:xfrm>
            <a:off x="1088352" y="1962874"/>
            <a:ext cx="28398" cy="28398"/>
          </a:xfrm>
          <a:prstGeom prst="ellipse">
            <a:avLst/>
          </a:prstGeom>
          <a:solidFill>
            <a:srgbClr val="7F8C97">
              <a:alpha val="48000"/>
            </a:srgbClr>
          </a:solidFill>
          <a:ln w="0">
            <a:noFill/>
            <a:prstDash val="solid"/>
          </a:ln>
        </p:spPr>
      </p:sp>
      <p:sp>
        <p:nvSpPr>
          <p:cNvPr id="67" name="03_assume_matched_5364">
            <a:extLst>
              <a:ext uri="{FF2B5EF4-FFF2-40B4-BE49-F238E27FC236}">
                <a16:creationId xmlns:a16="http://schemas.microsoft.com/office/drawing/2014/main" id="{CF97E270-D6BE-4C50-BF32-CEA14F06812B}"/>
              </a:ext>
            </a:extLst>
          </p:cNvPr>
          <p:cNvSpPr>
            <a:spLocks noGrp="1"/>
          </p:cNvSpPr>
          <p:nvPr/>
        </p:nvSpPr>
        <p:spPr>
          <a:xfrm>
            <a:off x="1070507" y="1962874"/>
            <a:ext cx="28398" cy="28398"/>
          </a:xfrm>
          <a:prstGeom prst="ellipse">
            <a:avLst/>
          </a:prstGeom>
          <a:solidFill>
            <a:srgbClr val="7F8C97">
              <a:alpha val="48000"/>
            </a:srgbClr>
          </a:solidFill>
          <a:ln w="0">
            <a:noFill/>
            <a:prstDash val="solid"/>
          </a:ln>
        </p:spPr>
      </p:sp>
      <p:sp>
        <p:nvSpPr>
          <p:cNvPr id="68" name="03_assume_matched_5365">
            <a:extLst>
              <a:ext uri="{FF2B5EF4-FFF2-40B4-BE49-F238E27FC236}">
                <a16:creationId xmlns:a16="http://schemas.microsoft.com/office/drawing/2014/main" id="{84F2F300-F81B-48C5-A750-DA6082C88EBD}"/>
              </a:ext>
            </a:extLst>
          </p:cNvPr>
          <p:cNvSpPr>
            <a:spLocks noGrp="1"/>
          </p:cNvSpPr>
          <p:nvPr/>
        </p:nvSpPr>
        <p:spPr>
          <a:xfrm>
            <a:off x="1102743" y="1962874"/>
            <a:ext cx="28398" cy="28398"/>
          </a:xfrm>
          <a:prstGeom prst="ellipse">
            <a:avLst/>
          </a:prstGeom>
          <a:solidFill>
            <a:srgbClr val="7F8C97">
              <a:alpha val="48000"/>
            </a:srgbClr>
          </a:solidFill>
          <a:ln w="0">
            <a:noFill/>
            <a:prstDash val="solid"/>
          </a:ln>
        </p:spPr>
      </p:sp>
      <p:sp>
        <p:nvSpPr>
          <p:cNvPr id="69" name="03_assume_matched_5366">
            <a:extLst>
              <a:ext uri="{FF2B5EF4-FFF2-40B4-BE49-F238E27FC236}">
                <a16:creationId xmlns:a16="http://schemas.microsoft.com/office/drawing/2014/main" id="{02A32F9F-4B1F-48BC-8B3F-4B2F14CE53FE}"/>
              </a:ext>
            </a:extLst>
          </p:cNvPr>
          <p:cNvSpPr>
            <a:spLocks noGrp="1"/>
          </p:cNvSpPr>
          <p:nvPr/>
        </p:nvSpPr>
        <p:spPr>
          <a:xfrm>
            <a:off x="1084610" y="1914134"/>
            <a:ext cx="28398" cy="28398"/>
          </a:xfrm>
          <a:prstGeom prst="ellipse">
            <a:avLst/>
          </a:prstGeom>
          <a:solidFill>
            <a:srgbClr val="7F8C97">
              <a:alpha val="48000"/>
            </a:srgbClr>
          </a:solidFill>
          <a:ln w="0">
            <a:noFill/>
            <a:prstDash val="solid"/>
          </a:ln>
        </p:spPr>
      </p:sp>
      <p:sp>
        <p:nvSpPr>
          <p:cNvPr id="70" name="03_assume_matched_5367">
            <a:extLst>
              <a:ext uri="{FF2B5EF4-FFF2-40B4-BE49-F238E27FC236}">
                <a16:creationId xmlns:a16="http://schemas.microsoft.com/office/drawing/2014/main" id="{F717A4FA-00CB-4041-8751-32052275F147}"/>
              </a:ext>
            </a:extLst>
          </p:cNvPr>
          <p:cNvSpPr>
            <a:spLocks noGrp="1"/>
          </p:cNvSpPr>
          <p:nvPr/>
        </p:nvSpPr>
        <p:spPr>
          <a:xfrm>
            <a:off x="1146779" y="1962874"/>
            <a:ext cx="28398" cy="28398"/>
          </a:xfrm>
          <a:prstGeom prst="ellipse">
            <a:avLst/>
          </a:prstGeom>
          <a:solidFill>
            <a:srgbClr val="7F8C97">
              <a:alpha val="48000"/>
            </a:srgbClr>
          </a:solidFill>
          <a:ln w="0">
            <a:noFill/>
            <a:prstDash val="solid"/>
          </a:ln>
        </p:spPr>
      </p:sp>
      <p:sp>
        <p:nvSpPr>
          <p:cNvPr id="71" name="03_assume_matched_5368">
            <a:extLst>
              <a:ext uri="{FF2B5EF4-FFF2-40B4-BE49-F238E27FC236}">
                <a16:creationId xmlns:a16="http://schemas.microsoft.com/office/drawing/2014/main" id="{50A24D2A-59C2-414F-8FF0-7D92CB340017}"/>
              </a:ext>
            </a:extLst>
          </p:cNvPr>
          <p:cNvSpPr>
            <a:spLocks noGrp="1"/>
          </p:cNvSpPr>
          <p:nvPr/>
        </p:nvSpPr>
        <p:spPr>
          <a:xfrm>
            <a:off x="1044891" y="1787413"/>
            <a:ext cx="28398" cy="28398"/>
          </a:xfrm>
          <a:prstGeom prst="ellipse">
            <a:avLst/>
          </a:prstGeom>
          <a:solidFill>
            <a:srgbClr val="7F8C97">
              <a:alpha val="48000"/>
            </a:srgbClr>
          </a:solidFill>
          <a:ln w="0">
            <a:noFill/>
            <a:prstDash val="solid"/>
          </a:ln>
        </p:spPr>
      </p:sp>
      <p:sp>
        <p:nvSpPr>
          <p:cNvPr id="72" name="03_assume_matched_5369">
            <a:extLst>
              <a:ext uri="{FF2B5EF4-FFF2-40B4-BE49-F238E27FC236}">
                <a16:creationId xmlns:a16="http://schemas.microsoft.com/office/drawing/2014/main" id="{D1DB3B3B-8426-43AF-BC61-B215EAC608C3}"/>
              </a:ext>
            </a:extLst>
          </p:cNvPr>
          <p:cNvSpPr>
            <a:spLocks noGrp="1"/>
          </p:cNvSpPr>
          <p:nvPr/>
        </p:nvSpPr>
        <p:spPr>
          <a:xfrm>
            <a:off x="1051511" y="1962874"/>
            <a:ext cx="28398" cy="28398"/>
          </a:xfrm>
          <a:prstGeom prst="ellipse">
            <a:avLst/>
          </a:prstGeom>
          <a:solidFill>
            <a:srgbClr val="7F8C97">
              <a:alpha val="48000"/>
            </a:srgbClr>
          </a:solidFill>
          <a:ln w="0">
            <a:noFill/>
            <a:prstDash val="solid"/>
          </a:ln>
        </p:spPr>
      </p:sp>
      <p:sp>
        <p:nvSpPr>
          <p:cNvPr id="73" name="03_assume_matched_5370">
            <a:extLst>
              <a:ext uri="{FF2B5EF4-FFF2-40B4-BE49-F238E27FC236}">
                <a16:creationId xmlns:a16="http://schemas.microsoft.com/office/drawing/2014/main" id="{44119BBB-D2C4-440B-9F82-CAC4F04B15AD}"/>
              </a:ext>
            </a:extLst>
          </p:cNvPr>
          <p:cNvSpPr>
            <a:spLocks noGrp="1"/>
          </p:cNvSpPr>
          <p:nvPr/>
        </p:nvSpPr>
        <p:spPr>
          <a:xfrm>
            <a:off x="1111377" y="1816656"/>
            <a:ext cx="28398" cy="28398"/>
          </a:xfrm>
          <a:prstGeom prst="ellipse">
            <a:avLst/>
          </a:prstGeom>
          <a:solidFill>
            <a:srgbClr val="7F8C97">
              <a:alpha val="48000"/>
            </a:srgbClr>
          </a:solidFill>
          <a:ln w="0">
            <a:noFill/>
            <a:prstDash val="solid"/>
          </a:ln>
        </p:spPr>
      </p:sp>
      <p:sp>
        <p:nvSpPr>
          <p:cNvPr id="74" name="03_assume_matched_5371">
            <a:extLst>
              <a:ext uri="{FF2B5EF4-FFF2-40B4-BE49-F238E27FC236}">
                <a16:creationId xmlns:a16="http://schemas.microsoft.com/office/drawing/2014/main" id="{6C74684B-E02B-47A4-9230-7F500E00CB15}"/>
              </a:ext>
            </a:extLst>
          </p:cNvPr>
          <p:cNvSpPr>
            <a:spLocks noGrp="1"/>
          </p:cNvSpPr>
          <p:nvPr/>
        </p:nvSpPr>
        <p:spPr>
          <a:xfrm>
            <a:off x="1110082" y="1670439"/>
            <a:ext cx="28398" cy="28398"/>
          </a:xfrm>
          <a:prstGeom prst="ellipse">
            <a:avLst/>
          </a:prstGeom>
          <a:solidFill>
            <a:srgbClr val="7F8C97">
              <a:alpha val="48000"/>
            </a:srgbClr>
          </a:solidFill>
          <a:ln w="0">
            <a:noFill/>
            <a:prstDash val="solid"/>
          </a:ln>
        </p:spPr>
      </p:sp>
      <p:sp>
        <p:nvSpPr>
          <p:cNvPr id="75" name="03_assume_matched_5372">
            <a:extLst>
              <a:ext uri="{FF2B5EF4-FFF2-40B4-BE49-F238E27FC236}">
                <a16:creationId xmlns:a16="http://schemas.microsoft.com/office/drawing/2014/main" id="{33698111-C8BC-4675-8C40-F77951416ACA}"/>
              </a:ext>
            </a:extLst>
          </p:cNvPr>
          <p:cNvSpPr>
            <a:spLocks noGrp="1"/>
          </p:cNvSpPr>
          <p:nvPr/>
        </p:nvSpPr>
        <p:spPr>
          <a:xfrm>
            <a:off x="1156853" y="1962874"/>
            <a:ext cx="28398" cy="28398"/>
          </a:xfrm>
          <a:prstGeom prst="ellipse">
            <a:avLst/>
          </a:prstGeom>
          <a:solidFill>
            <a:srgbClr val="7F8C97">
              <a:alpha val="48000"/>
            </a:srgbClr>
          </a:solidFill>
          <a:ln w="0">
            <a:noFill/>
            <a:prstDash val="solid"/>
          </a:ln>
        </p:spPr>
      </p:sp>
      <p:sp>
        <p:nvSpPr>
          <p:cNvPr id="76" name="03_assume_matched_5373">
            <a:extLst>
              <a:ext uri="{FF2B5EF4-FFF2-40B4-BE49-F238E27FC236}">
                <a16:creationId xmlns:a16="http://schemas.microsoft.com/office/drawing/2014/main" id="{178B372A-5E78-4755-BA61-040421023628}"/>
              </a:ext>
            </a:extLst>
          </p:cNvPr>
          <p:cNvSpPr>
            <a:spLocks noGrp="1"/>
          </p:cNvSpPr>
          <p:nvPr/>
        </p:nvSpPr>
        <p:spPr>
          <a:xfrm>
            <a:off x="1135122" y="1962874"/>
            <a:ext cx="28398" cy="28398"/>
          </a:xfrm>
          <a:prstGeom prst="ellipse">
            <a:avLst/>
          </a:prstGeom>
          <a:solidFill>
            <a:srgbClr val="7F8C97">
              <a:alpha val="48000"/>
            </a:srgbClr>
          </a:solidFill>
          <a:ln w="0">
            <a:noFill/>
            <a:prstDash val="solid"/>
          </a:ln>
        </p:spPr>
      </p:sp>
      <p:sp>
        <p:nvSpPr>
          <p:cNvPr id="77" name="03_assume_matched_5374">
            <a:extLst>
              <a:ext uri="{FF2B5EF4-FFF2-40B4-BE49-F238E27FC236}">
                <a16:creationId xmlns:a16="http://schemas.microsoft.com/office/drawing/2014/main" id="{79B2FA13-1BB8-49FD-9EAA-891EE3C5F457}"/>
              </a:ext>
            </a:extLst>
          </p:cNvPr>
          <p:cNvSpPr>
            <a:spLocks noGrp="1"/>
          </p:cNvSpPr>
          <p:nvPr/>
        </p:nvSpPr>
        <p:spPr>
          <a:xfrm>
            <a:off x="1067197" y="1962874"/>
            <a:ext cx="28398" cy="28398"/>
          </a:xfrm>
          <a:prstGeom prst="ellipse">
            <a:avLst/>
          </a:prstGeom>
          <a:solidFill>
            <a:srgbClr val="7F8C97">
              <a:alpha val="48000"/>
            </a:srgbClr>
          </a:solidFill>
          <a:ln w="0">
            <a:noFill/>
            <a:prstDash val="solid"/>
          </a:ln>
        </p:spPr>
      </p:sp>
      <p:sp>
        <p:nvSpPr>
          <p:cNvPr id="78" name="03_assume_matched_5375">
            <a:extLst>
              <a:ext uri="{FF2B5EF4-FFF2-40B4-BE49-F238E27FC236}">
                <a16:creationId xmlns:a16="http://schemas.microsoft.com/office/drawing/2014/main" id="{5A5097FA-621E-44FE-9FA2-AC2DC641D02C}"/>
              </a:ext>
            </a:extLst>
          </p:cNvPr>
          <p:cNvSpPr>
            <a:spLocks noGrp="1"/>
          </p:cNvSpPr>
          <p:nvPr/>
        </p:nvSpPr>
        <p:spPr>
          <a:xfrm>
            <a:off x="1138000" y="1962874"/>
            <a:ext cx="28398" cy="28398"/>
          </a:xfrm>
          <a:prstGeom prst="ellipse">
            <a:avLst/>
          </a:prstGeom>
          <a:solidFill>
            <a:srgbClr val="7F8C97">
              <a:alpha val="48000"/>
            </a:srgbClr>
          </a:solidFill>
          <a:ln w="0">
            <a:noFill/>
            <a:prstDash val="solid"/>
          </a:ln>
        </p:spPr>
      </p:sp>
      <p:sp>
        <p:nvSpPr>
          <p:cNvPr id="79" name="03_assume_matched_5376">
            <a:extLst>
              <a:ext uri="{FF2B5EF4-FFF2-40B4-BE49-F238E27FC236}">
                <a16:creationId xmlns:a16="http://schemas.microsoft.com/office/drawing/2014/main" id="{71F3B833-A937-43CF-8CAF-B4E1B15131D0}"/>
              </a:ext>
            </a:extLst>
          </p:cNvPr>
          <p:cNvSpPr>
            <a:spLocks noGrp="1"/>
          </p:cNvSpPr>
          <p:nvPr/>
        </p:nvSpPr>
        <p:spPr>
          <a:xfrm>
            <a:off x="1126344" y="1962874"/>
            <a:ext cx="28398" cy="28398"/>
          </a:xfrm>
          <a:prstGeom prst="ellipse">
            <a:avLst/>
          </a:prstGeom>
          <a:solidFill>
            <a:srgbClr val="7F8C97">
              <a:alpha val="48000"/>
            </a:srgbClr>
          </a:solidFill>
          <a:ln w="0">
            <a:noFill/>
            <a:prstDash val="solid"/>
          </a:ln>
        </p:spPr>
      </p:sp>
      <p:sp>
        <p:nvSpPr>
          <p:cNvPr id="80" name="03_assume_matched_5377">
            <a:extLst>
              <a:ext uri="{FF2B5EF4-FFF2-40B4-BE49-F238E27FC236}">
                <a16:creationId xmlns:a16="http://schemas.microsoft.com/office/drawing/2014/main" id="{CA740B73-4FFD-4754-9398-D834A1CE0344}"/>
              </a:ext>
            </a:extLst>
          </p:cNvPr>
          <p:cNvSpPr>
            <a:spLocks noGrp="1"/>
          </p:cNvSpPr>
          <p:nvPr/>
        </p:nvSpPr>
        <p:spPr>
          <a:xfrm>
            <a:off x="1132532" y="1962874"/>
            <a:ext cx="28398" cy="28398"/>
          </a:xfrm>
          <a:prstGeom prst="ellipse">
            <a:avLst/>
          </a:prstGeom>
          <a:solidFill>
            <a:srgbClr val="7F8C97">
              <a:alpha val="48000"/>
            </a:srgbClr>
          </a:solidFill>
          <a:ln w="0">
            <a:noFill/>
            <a:prstDash val="solid"/>
          </a:ln>
        </p:spPr>
      </p:sp>
      <p:sp>
        <p:nvSpPr>
          <p:cNvPr id="81" name="03_assume_matched_5378">
            <a:extLst>
              <a:ext uri="{FF2B5EF4-FFF2-40B4-BE49-F238E27FC236}">
                <a16:creationId xmlns:a16="http://schemas.microsoft.com/office/drawing/2014/main" id="{2EDE8454-2C53-4731-A975-299688CD4F69}"/>
              </a:ext>
            </a:extLst>
          </p:cNvPr>
          <p:cNvSpPr>
            <a:spLocks noGrp="1"/>
          </p:cNvSpPr>
          <p:nvPr/>
        </p:nvSpPr>
        <p:spPr>
          <a:xfrm>
            <a:off x="1145915" y="1962874"/>
            <a:ext cx="28398" cy="28398"/>
          </a:xfrm>
          <a:prstGeom prst="ellipse">
            <a:avLst/>
          </a:prstGeom>
          <a:solidFill>
            <a:srgbClr val="7F8C97">
              <a:alpha val="48000"/>
            </a:srgbClr>
          </a:solidFill>
          <a:ln w="0">
            <a:noFill/>
            <a:prstDash val="solid"/>
          </a:ln>
        </p:spPr>
      </p:sp>
      <p:sp>
        <p:nvSpPr>
          <p:cNvPr id="82" name="03_assume_matched_5379">
            <a:extLst>
              <a:ext uri="{FF2B5EF4-FFF2-40B4-BE49-F238E27FC236}">
                <a16:creationId xmlns:a16="http://schemas.microsoft.com/office/drawing/2014/main" id="{AD19B507-A251-4011-84F0-F0FB9D3CBD8D}"/>
              </a:ext>
            </a:extLst>
          </p:cNvPr>
          <p:cNvSpPr>
            <a:spLocks noGrp="1"/>
          </p:cNvSpPr>
          <p:nvPr/>
        </p:nvSpPr>
        <p:spPr>
          <a:xfrm>
            <a:off x="1054533" y="1670439"/>
            <a:ext cx="28398" cy="28398"/>
          </a:xfrm>
          <a:prstGeom prst="ellipse">
            <a:avLst/>
          </a:prstGeom>
          <a:solidFill>
            <a:srgbClr val="7F8C97">
              <a:alpha val="48000"/>
            </a:srgbClr>
          </a:solidFill>
          <a:ln w="0">
            <a:noFill/>
            <a:prstDash val="solid"/>
          </a:ln>
        </p:spPr>
      </p:sp>
      <p:sp>
        <p:nvSpPr>
          <p:cNvPr id="83" name="03_assume_matched_5380">
            <a:extLst>
              <a:ext uri="{FF2B5EF4-FFF2-40B4-BE49-F238E27FC236}">
                <a16:creationId xmlns:a16="http://schemas.microsoft.com/office/drawing/2014/main" id="{6FD1D5B2-83B3-4DEB-9266-1D6DB3D8B8C7}"/>
              </a:ext>
            </a:extLst>
          </p:cNvPr>
          <p:cNvSpPr>
            <a:spLocks noGrp="1"/>
          </p:cNvSpPr>
          <p:nvPr/>
        </p:nvSpPr>
        <p:spPr>
          <a:xfrm>
            <a:off x="1043740" y="1962874"/>
            <a:ext cx="28398" cy="28398"/>
          </a:xfrm>
          <a:prstGeom prst="ellipse">
            <a:avLst/>
          </a:prstGeom>
          <a:solidFill>
            <a:srgbClr val="7F8C97">
              <a:alpha val="48000"/>
            </a:srgbClr>
          </a:solidFill>
          <a:ln w="0">
            <a:noFill/>
            <a:prstDash val="solid"/>
          </a:ln>
        </p:spPr>
      </p:sp>
      <p:sp>
        <p:nvSpPr>
          <p:cNvPr id="84" name="03_assume_matched_5381">
            <a:extLst>
              <a:ext uri="{FF2B5EF4-FFF2-40B4-BE49-F238E27FC236}">
                <a16:creationId xmlns:a16="http://schemas.microsoft.com/office/drawing/2014/main" id="{5E3B26B9-8AC6-40CC-A24F-EF1126BB5AD8}"/>
              </a:ext>
            </a:extLst>
          </p:cNvPr>
          <p:cNvSpPr>
            <a:spLocks noGrp="1"/>
          </p:cNvSpPr>
          <p:nvPr/>
        </p:nvSpPr>
        <p:spPr>
          <a:xfrm>
            <a:off x="1126632" y="1962874"/>
            <a:ext cx="28398" cy="28398"/>
          </a:xfrm>
          <a:prstGeom prst="ellipse">
            <a:avLst/>
          </a:prstGeom>
          <a:solidFill>
            <a:srgbClr val="7F8C97">
              <a:alpha val="48000"/>
            </a:srgbClr>
          </a:solidFill>
          <a:ln w="0">
            <a:noFill/>
            <a:prstDash val="solid"/>
          </a:ln>
        </p:spPr>
      </p:sp>
      <p:sp>
        <p:nvSpPr>
          <p:cNvPr id="85" name="03_assume_matched_5382">
            <a:extLst>
              <a:ext uri="{FF2B5EF4-FFF2-40B4-BE49-F238E27FC236}">
                <a16:creationId xmlns:a16="http://schemas.microsoft.com/office/drawing/2014/main" id="{0F8FCDD3-8C91-463F-9488-9D6B7DFDA608}"/>
              </a:ext>
            </a:extLst>
          </p:cNvPr>
          <p:cNvSpPr>
            <a:spLocks noGrp="1"/>
          </p:cNvSpPr>
          <p:nvPr/>
        </p:nvSpPr>
        <p:spPr>
          <a:xfrm>
            <a:off x="1163760" y="1921097"/>
            <a:ext cx="28398" cy="28398"/>
          </a:xfrm>
          <a:prstGeom prst="ellipse">
            <a:avLst/>
          </a:prstGeom>
          <a:solidFill>
            <a:srgbClr val="7F8C97">
              <a:alpha val="48000"/>
            </a:srgbClr>
          </a:solidFill>
          <a:ln w="0">
            <a:noFill/>
            <a:prstDash val="solid"/>
          </a:ln>
        </p:spPr>
      </p:sp>
      <p:sp>
        <p:nvSpPr>
          <p:cNvPr id="86" name="03_assume_matched_5383">
            <a:extLst>
              <a:ext uri="{FF2B5EF4-FFF2-40B4-BE49-F238E27FC236}">
                <a16:creationId xmlns:a16="http://schemas.microsoft.com/office/drawing/2014/main" id="{09D774BB-E4DB-4EDC-A6CE-E7B3F8DD2E3B}"/>
              </a:ext>
            </a:extLst>
          </p:cNvPr>
          <p:cNvSpPr>
            <a:spLocks noGrp="1"/>
          </p:cNvSpPr>
          <p:nvPr/>
        </p:nvSpPr>
        <p:spPr>
          <a:xfrm>
            <a:off x="1169948" y="1670439"/>
            <a:ext cx="28398" cy="28398"/>
          </a:xfrm>
          <a:prstGeom prst="ellipse">
            <a:avLst/>
          </a:prstGeom>
          <a:solidFill>
            <a:srgbClr val="7F8C97">
              <a:alpha val="48000"/>
            </a:srgbClr>
          </a:solidFill>
          <a:ln w="0">
            <a:noFill/>
            <a:prstDash val="solid"/>
          </a:ln>
        </p:spPr>
      </p:sp>
      <p:sp>
        <p:nvSpPr>
          <p:cNvPr id="87" name="03_assume_matched_5384">
            <a:extLst>
              <a:ext uri="{FF2B5EF4-FFF2-40B4-BE49-F238E27FC236}">
                <a16:creationId xmlns:a16="http://schemas.microsoft.com/office/drawing/2014/main" id="{4FEC72EC-61C9-48DE-A870-772171AF8903}"/>
              </a:ext>
            </a:extLst>
          </p:cNvPr>
          <p:cNvSpPr>
            <a:spLocks noGrp="1"/>
          </p:cNvSpPr>
          <p:nvPr/>
        </p:nvSpPr>
        <p:spPr>
          <a:xfrm>
            <a:off x="1081013" y="1962874"/>
            <a:ext cx="28398" cy="28398"/>
          </a:xfrm>
          <a:prstGeom prst="ellipse">
            <a:avLst/>
          </a:prstGeom>
          <a:solidFill>
            <a:srgbClr val="7F8C97">
              <a:alpha val="48000"/>
            </a:srgbClr>
          </a:solidFill>
          <a:ln w="0">
            <a:noFill/>
            <a:prstDash val="solid"/>
          </a:ln>
        </p:spPr>
      </p:sp>
      <p:sp>
        <p:nvSpPr>
          <p:cNvPr id="88" name="03_assume_matched_5385">
            <a:extLst>
              <a:ext uri="{FF2B5EF4-FFF2-40B4-BE49-F238E27FC236}">
                <a16:creationId xmlns:a16="http://schemas.microsoft.com/office/drawing/2014/main" id="{3AED86F2-D650-4095-A15F-515F1EB84C03}"/>
              </a:ext>
            </a:extLst>
          </p:cNvPr>
          <p:cNvSpPr>
            <a:spLocks noGrp="1"/>
          </p:cNvSpPr>
          <p:nvPr/>
        </p:nvSpPr>
        <p:spPr>
          <a:xfrm>
            <a:off x="1133827" y="1962874"/>
            <a:ext cx="28398" cy="28398"/>
          </a:xfrm>
          <a:prstGeom prst="ellipse">
            <a:avLst/>
          </a:prstGeom>
          <a:solidFill>
            <a:srgbClr val="7F8C97">
              <a:alpha val="48000"/>
            </a:srgbClr>
          </a:solidFill>
          <a:ln w="0">
            <a:noFill/>
            <a:prstDash val="solid"/>
          </a:ln>
        </p:spPr>
      </p:sp>
      <p:sp>
        <p:nvSpPr>
          <p:cNvPr id="89" name="03_assume_matched_5386">
            <a:extLst>
              <a:ext uri="{FF2B5EF4-FFF2-40B4-BE49-F238E27FC236}">
                <a16:creationId xmlns:a16="http://schemas.microsoft.com/office/drawing/2014/main" id="{8A430353-1A1D-41F7-8787-0ADFA017F9CC}"/>
              </a:ext>
            </a:extLst>
          </p:cNvPr>
          <p:cNvSpPr>
            <a:spLocks noGrp="1"/>
          </p:cNvSpPr>
          <p:nvPr/>
        </p:nvSpPr>
        <p:spPr>
          <a:xfrm>
            <a:off x="1144764" y="1962874"/>
            <a:ext cx="28398" cy="28398"/>
          </a:xfrm>
          <a:prstGeom prst="ellipse">
            <a:avLst/>
          </a:prstGeom>
          <a:solidFill>
            <a:srgbClr val="7F8C97">
              <a:alpha val="48000"/>
            </a:srgbClr>
          </a:solidFill>
          <a:ln w="0">
            <a:noFill/>
            <a:prstDash val="solid"/>
          </a:ln>
        </p:spPr>
      </p:sp>
      <p:sp>
        <p:nvSpPr>
          <p:cNvPr id="90" name="03_assume_matched_5387">
            <a:extLst>
              <a:ext uri="{FF2B5EF4-FFF2-40B4-BE49-F238E27FC236}">
                <a16:creationId xmlns:a16="http://schemas.microsoft.com/office/drawing/2014/main" id="{C22F22CA-5000-4464-99AF-806BC68ACF94}"/>
              </a:ext>
            </a:extLst>
          </p:cNvPr>
          <p:cNvSpPr>
            <a:spLocks noGrp="1"/>
          </p:cNvSpPr>
          <p:nvPr/>
        </p:nvSpPr>
        <p:spPr>
          <a:xfrm>
            <a:off x="1162177" y="1962874"/>
            <a:ext cx="28398" cy="28398"/>
          </a:xfrm>
          <a:prstGeom prst="ellipse">
            <a:avLst/>
          </a:prstGeom>
          <a:solidFill>
            <a:srgbClr val="7F8C97">
              <a:alpha val="48000"/>
            </a:srgbClr>
          </a:solidFill>
          <a:ln w="0">
            <a:noFill/>
            <a:prstDash val="solid"/>
          </a:ln>
        </p:spPr>
      </p:sp>
      <p:sp>
        <p:nvSpPr>
          <p:cNvPr id="91" name="03_assume_matched_5388">
            <a:extLst>
              <a:ext uri="{FF2B5EF4-FFF2-40B4-BE49-F238E27FC236}">
                <a16:creationId xmlns:a16="http://schemas.microsoft.com/office/drawing/2014/main" id="{56F33414-1DC6-44C5-8D41-CC45788CF57C}"/>
              </a:ext>
            </a:extLst>
          </p:cNvPr>
          <p:cNvSpPr>
            <a:spLocks noGrp="1"/>
          </p:cNvSpPr>
          <p:nvPr/>
        </p:nvSpPr>
        <p:spPr>
          <a:xfrm>
            <a:off x="1146923" y="1962874"/>
            <a:ext cx="28398" cy="28398"/>
          </a:xfrm>
          <a:prstGeom prst="ellipse">
            <a:avLst/>
          </a:prstGeom>
          <a:solidFill>
            <a:srgbClr val="7F8C97">
              <a:alpha val="48000"/>
            </a:srgbClr>
          </a:solidFill>
          <a:ln w="0">
            <a:noFill/>
            <a:prstDash val="solid"/>
          </a:ln>
        </p:spPr>
      </p:sp>
      <p:sp>
        <p:nvSpPr>
          <p:cNvPr id="92" name="03_assume_matched_5389">
            <a:extLst>
              <a:ext uri="{FF2B5EF4-FFF2-40B4-BE49-F238E27FC236}">
                <a16:creationId xmlns:a16="http://schemas.microsoft.com/office/drawing/2014/main" id="{A33265C5-4E1A-461A-B5E5-0E8D6B44AD13}"/>
              </a:ext>
            </a:extLst>
          </p:cNvPr>
          <p:cNvSpPr>
            <a:spLocks noGrp="1"/>
          </p:cNvSpPr>
          <p:nvPr/>
        </p:nvSpPr>
        <p:spPr>
          <a:xfrm>
            <a:off x="1125193" y="1962874"/>
            <a:ext cx="28398" cy="28398"/>
          </a:xfrm>
          <a:prstGeom prst="ellipse">
            <a:avLst/>
          </a:prstGeom>
          <a:solidFill>
            <a:srgbClr val="7F8C97">
              <a:alpha val="48000"/>
            </a:srgbClr>
          </a:solidFill>
          <a:ln w="0">
            <a:noFill/>
            <a:prstDash val="solid"/>
          </a:ln>
        </p:spPr>
      </p:sp>
      <p:sp>
        <p:nvSpPr>
          <p:cNvPr id="93" name="03_assume_matched_5390">
            <a:extLst>
              <a:ext uri="{FF2B5EF4-FFF2-40B4-BE49-F238E27FC236}">
                <a16:creationId xmlns:a16="http://schemas.microsoft.com/office/drawing/2014/main" id="{8FCBD7AD-07AA-423E-9D3D-D156A44A84DB}"/>
              </a:ext>
            </a:extLst>
          </p:cNvPr>
          <p:cNvSpPr>
            <a:spLocks noGrp="1"/>
          </p:cNvSpPr>
          <p:nvPr/>
        </p:nvSpPr>
        <p:spPr>
          <a:xfrm>
            <a:off x="1036976" y="1670439"/>
            <a:ext cx="28398" cy="28398"/>
          </a:xfrm>
          <a:prstGeom prst="ellipse">
            <a:avLst/>
          </a:prstGeom>
          <a:solidFill>
            <a:srgbClr val="7F8C97">
              <a:alpha val="48000"/>
            </a:srgbClr>
          </a:solidFill>
          <a:ln w="0">
            <a:noFill/>
            <a:prstDash val="solid"/>
          </a:ln>
        </p:spPr>
      </p:sp>
      <p:sp>
        <p:nvSpPr>
          <p:cNvPr id="94" name="03_assume_matched_5391">
            <a:extLst>
              <a:ext uri="{FF2B5EF4-FFF2-40B4-BE49-F238E27FC236}">
                <a16:creationId xmlns:a16="http://schemas.microsoft.com/office/drawing/2014/main" id="{6456B38A-1631-4DB5-A8DF-75F05B3B2469}"/>
              </a:ext>
            </a:extLst>
          </p:cNvPr>
          <p:cNvSpPr>
            <a:spLocks noGrp="1"/>
          </p:cNvSpPr>
          <p:nvPr/>
        </p:nvSpPr>
        <p:spPr>
          <a:xfrm>
            <a:off x="1050936" y="1962874"/>
            <a:ext cx="28398" cy="28398"/>
          </a:xfrm>
          <a:prstGeom prst="ellipse">
            <a:avLst/>
          </a:prstGeom>
          <a:solidFill>
            <a:srgbClr val="7F8C97">
              <a:alpha val="48000"/>
            </a:srgbClr>
          </a:solidFill>
          <a:ln w="0">
            <a:noFill/>
            <a:prstDash val="solid"/>
          </a:ln>
        </p:spPr>
      </p:sp>
      <p:sp>
        <p:nvSpPr>
          <p:cNvPr id="95" name="03_assume_matched_5392">
            <a:extLst>
              <a:ext uri="{FF2B5EF4-FFF2-40B4-BE49-F238E27FC236}">
                <a16:creationId xmlns:a16="http://schemas.microsoft.com/office/drawing/2014/main" id="{D9FF4FF4-E548-487A-971C-6EE75484EDF9}"/>
              </a:ext>
            </a:extLst>
          </p:cNvPr>
          <p:cNvSpPr>
            <a:spLocks noGrp="1"/>
          </p:cNvSpPr>
          <p:nvPr/>
        </p:nvSpPr>
        <p:spPr>
          <a:xfrm>
            <a:off x="1112097" y="1670439"/>
            <a:ext cx="28398" cy="28398"/>
          </a:xfrm>
          <a:prstGeom prst="ellipse">
            <a:avLst/>
          </a:prstGeom>
          <a:solidFill>
            <a:srgbClr val="7F8C97">
              <a:alpha val="48000"/>
            </a:srgbClr>
          </a:solidFill>
          <a:ln w="0">
            <a:noFill/>
            <a:prstDash val="solid"/>
          </a:ln>
        </p:spPr>
      </p:sp>
      <p:sp>
        <p:nvSpPr>
          <p:cNvPr id="96" name="03_assume_matched_5393">
            <a:extLst>
              <a:ext uri="{FF2B5EF4-FFF2-40B4-BE49-F238E27FC236}">
                <a16:creationId xmlns:a16="http://schemas.microsoft.com/office/drawing/2014/main" id="{34B59DF6-D875-4526-9FD5-D63CC804C6AB}"/>
              </a:ext>
            </a:extLst>
          </p:cNvPr>
          <p:cNvSpPr>
            <a:spLocks noGrp="1"/>
          </p:cNvSpPr>
          <p:nvPr/>
        </p:nvSpPr>
        <p:spPr>
          <a:xfrm>
            <a:off x="1056980" y="1962874"/>
            <a:ext cx="28398" cy="28398"/>
          </a:xfrm>
          <a:prstGeom prst="ellipse">
            <a:avLst/>
          </a:prstGeom>
          <a:solidFill>
            <a:srgbClr val="7F8C97">
              <a:alpha val="48000"/>
            </a:srgbClr>
          </a:solidFill>
          <a:ln w="0">
            <a:noFill/>
            <a:prstDash val="solid"/>
          </a:ln>
        </p:spPr>
      </p:sp>
      <p:sp>
        <p:nvSpPr>
          <p:cNvPr id="97" name="03_assume_matched_5394">
            <a:extLst>
              <a:ext uri="{FF2B5EF4-FFF2-40B4-BE49-F238E27FC236}">
                <a16:creationId xmlns:a16="http://schemas.microsoft.com/office/drawing/2014/main" id="{6623C193-F33B-4FF9-9F13-DDAF714925F9}"/>
              </a:ext>
            </a:extLst>
          </p:cNvPr>
          <p:cNvSpPr>
            <a:spLocks noGrp="1"/>
          </p:cNvSpPr>
          <p:nvPr/>
        </p:nvSpPr>
        <p:spPr>
          <a:xfrm>
            <a:off x="1083027" y="1962874"/>
            <a:ext cx="28398" cy="28398"/>
          </a:xfrm>
          <a:prstGeom prst="ellipse">
            <a:avLst/>
          </a:prstGeom>
          <a:solidFill>
            <a:srgbClr val="7F8C97">
              <a:alpha val="48000"/>
            </a:srgbClr>
          </a:solidFill>
          <a:ln w="0">
            <a:noFill/>
            <a:prstDash val="solid"/>
          </a:ln>
        </p:spPr>
      </p:sp>
      <p:sp>
        <p:nvSpPr>
          <p:cNvPr id="98" name="03_assume_matched_5395">
            <a:extLst>
              <a:ext uri="{FF2B5EF4-FFF2-40B4-BE49-F238E27FC236}">
                <a16:creationId xmlns:a16="http://schemas.microsoft.com/office/drawing/2014/main" id="{10F626B6-9CBE-41F0-A9FF-C555BF65134D}"/>
              </a:ext>
            </a:extLst>
          </p:cNvPr>
          <p:cNvSpPr>
            <a:spLocks noGrp="1"/>
          </p:cNvSpPr>
          <p:nvPr/>
        </p:nvSpPr>
        <p:spPr>
          <a:xfrm>
            <a:off x="1032083" y="1962874"/>
            <a:ext cx="28398" cy="28398"/>
          </a:xfrm>
          <a:prstGeom prst="ellipse">
            <a:avLst/>
          </a:prstGeom>
          <a:solidFill>
            <a:srgbClr val="7F8C97">
              <a:alpha val="48000"/>
            </a:srgbClr>
          </a:solidFill>
          <a:ln w="0">
            <a:noFill/>
            <a:prstDash val="solid"/>
          </a:ln>
        </p:spPr>
      </p:sp>
      <p:sp>
        <p:nvSpPr>
          <p:cNvPr id="99" name="03_assume_matched_5396">
            <a:extLst>
              <a:ext uri="{FF2B5EF4-FFF2-40B4-BE49-F238E27FC236}">
                <a16:creationId xmlns:a16="http://schemas.microsoft.com/office/drawing/2014/main" id="{F6DB866F-2822-480C-8920-85F06DAB7F73}"/>
              </a:ext>
            </a:extLst>
          </p:cNvPr>
          <p:cNvSpPr>
            <a:spLocks noGrp="1"/>
          </p:cNvSpPr>
          <p:nvPr/>
        </p:nvSpPr>
        <p:spPr>
          <a:xfrm>
            <a:off x="1527570" y="1730426"/>
            <a:ext cx="28398" cy="28398"/>
          </a:xfrm>
          <a:prstGeom prst="ellipse">
            <a:avLst/>
          </a:prstGeom>
          <a:solidFill>
            <a:srgbClr val="7F8C97">
              <a:alpha val="48000"/>
            </a:srgbClr>
          </a:solidFill>
          <a:ln w="0">
            <a:noFill/>
            <a:prstDash val="solid"/>
          </a:ln>
        </p:spPr>
      </p:sp>
      <p:sp>
        <p:nvSpPr>
          <p:cNvPr id="100" name="03_assume_matched_5397">
            <a:extLst>
              <a:ext uri="{FF2B5EF4-FFF2-40B4-BE49-F238E27FC236}">
                <a16:creationId xmlns:a16="http://schemas.microsoft.com/office/drawing/2014/main" id="{90869238-2357-4A88-927A-E9DE200F2BB1}"/>
              </a:ext>
            </a:extLst>
          </p:cNvPr>
          <p:cNvSpPr>
            <a:spLocks noGrp="1"/>
          </p:cNvSpPr>
          <p:nvPr/>
        </p:nvSpPr>
        <p:spPr>
          <a:xfrm>
            <a:off x="1516057" y="1962874"/>
            <a:ext cx="28398" cy="28398"/>
          </a:xfrm>
          <a:prstGeom prst="ellipse">
            <a:avLst/>
          </a:prstGeom>
          <a:solidFill>
            <a:srgbClr val="7F8C97">
              <a:alpha val="48000"/>
            </a:srgbClr>
          </a:solidFill>
          <a:ln w="0">
            <a:noFill/>
            <a:prstDash val="solid"/>
          </a:ln>
        </p:spPr>
      </p:sp>
      <p:sp>
        <p:nvSpPr>
          <p:cNvPr id="101" name="03_assume_matched_5398">
            <a:extLst>
              <a:ext uri="{FF2B5EF4-FFF2-40B4-BE49-F238E27FC236}">
                <a16:creationId xmlns:a16="http://schemas.microsoft.com/office/drawing/2014/main" id="{19FCF991-6633-4EA8-861A-4EBC0E5796EA}"/>
              </a:ext>
            </a:extLst>
          </p:cNvPr>
          <p:cNvSpPr>
            <a:spLocks noGrp="1"/>
          </p:cNvSpPr>
          <p:nvPr/>
        </p:nvSpPr>
        <p:spPr>
          <a:xfrm>
            <a:off x="1458925" y="1962874"/>
            <a:ext cx="28398" cy="28398"/>
          </a:xfrm>
          <a:prstGeom prst="ellipse">
            <a:avLst/>
          </a:prstGeom>
          <a:solidFill>
            <a:srgbClr val="7F8C97">
              <a:alpha val="48000"/>
            </a:srgbClr>
          </a:solidFill>
          <a:ln w="0">
            <a:noFill/>
            <a:prstDash val="solid"/>
          </a:ln>
        </p:spPr>
      </p:sp>
      <p:sp>
        <p:nvSpPr>
          <p:cNvPr id="102" name="03_assume_matched_5399">
            <a:extLst>
              <a:ext uri="{FF2B5EF4-FFF2-40B4-BE49-F238E27FC236}">
                <a16:creationId xmlns:a16="http://schemas.microsoft.com/office/drawing/2014/main" id="{943578D2-F59B-4217-BB73-5B89388B6389}"/>
              </a:ext>
            </a:extLst>
          </p:cNvPr>
          <p:cNvSpPr>
            <a:spLocks noGrp="1"/>
          </p:cNvSpPr>
          <p:nvPr/>
        </p:nvSpPr>
        <p:spPr>
          <a:xfrm>
            <a:off x="1537787" y="1378004"/>
            <a:ext cx="28398" cy="28398"/>
          </a:xfrm>
          <a:prstGeom prst="ellipse">
            <a:avLst/>
          </a:prstGeom>
          <a:solidFill>
            <a:srgbClr val="7F8C97">
              <a:alpha val="48000"/>
            </a:srgbClr>
          </a:solidFill>
          <a:ln w="0">
            <a:noFill/>
            <a:prstDash val="solid"/>
          </a:ln>
        </p:spPr>
      </p:sp>
      <p:sp>
        <p:nvSpPr>
          <p:cNvPr id="103" name="03_assume_matched_5400">
            <a:extLst>
              <a:ext uri="{FF2B5EF4-FFF2-40B4-BE49-F238E27FC236}">
                <a16:creationId xmlns:a16="http://schemas.microsoft.com/office/drawing/2014/main" id="{D5C86408-B153-4676-B321-CA601AE0A0E5}"/>
              </a:ext>
            </a:extLst>
          </p:cNvPr>
          <p:cNvSpPr>
            <a:spLocks noGrp="1"/>
          </p:cNvSpPr>
          <p:nvPr/>
        </p:nvSpPr>
        <p:spPr>
          <a:xfrm>
            <a:off x="1505552" y="1545110"/>
            <a:ext cx="28398" cy="28398"/>
          </a:xfrm>
          <a:prstGeom prst="ellipse">
            <a:avLst/>
          </a:prstGeom>
          <a:solidFill>
            <a:srgbClr val="7F8C97">
              <a:alpha val="48000"/>
            </a:srgbClr>
          </a:solidFill>
          <a:ln w="0">
            <a:noFill/>
            <a:prstDash val="solid"/>
          </a:ln>
        </p:spPr>
      </p:sp>
      <p:sp>
        <p:nvSpPr>
          <p:cNvPr id="104" name="03_assume_matched_5401">
            <a:extLst>
              <a:ext uri="{FF2B5EF4-FFF2-40B4-BE49-F238E27FC236}">
                <a16:creationId xmlns:a16="http://schemas.microsoft.com/office/drawing/2014/main" id="{E3B833B3-1190-427F-9F42-B7230C623073}"/>
              </a:ext>
            </a:extLst>
          </p:cNvPr>
          <p:cNvSpPr>
            <a:spLocks noGrp="1"/>
          </p:cNvSpPr>
          <p:nvPr/>
        </p:nvSpPr>
        <p:spPr>
          <a:xfrm>
            <a:off x="1410284" y="1697024"/>
            <a:ext cx="28398" cy="28398"/>
          </a:xfrm>
          <a:prstGeom prst="ellipse">
            <a:avLst/>
          </a:prstGeom>
          <a:solidFill>
            <a:srgbClr val="7F8C97">
              <a:alpha val="48000"/>
            </a:srgbClr>
          </a:solidFill>
          <a:ln w="0">
            <a:noFill/>
            <a:prstDash val="solid"/>
          </a:ln>
        </p:spPr>
      </p:sp>
      <p:sp>
        <p:nvSpPr>
          <p:cNvPr id="105" name="03_assume_matched_5402">
            <a:extLst>
              <a:ext uri="{FF2B5EF4-FFF2-40B4-BE49-F238E27FC236}">
                <a16:creationId xmlns:a16="http://schemas.microsoft.com/office/drawing/2014/main" id="{A827A321-71CE-4205-9699-670E881A4F5B}"/>
              </a:ext>
            </a:extLst>
          </p:cNvPr>
          <p:cNvSpPr>
            <a:spLocks noGrp="1"/>
          </p:cNvSpPr>
          <p:nvPr/>
        </p:nvSpPr>
        <p:spPr>
          <a:xfrm>
            <a:off x="1440936" y="1962874"/>
            <a:ext cx="28398" cy="28398"/>
          </a:xfrm>
          <a:prstGeom prst="ellipse">
            <a:avLst/>
          </a:prstGeom>
          <a:solidFill>
            <a:srgbClr val="7F8C97">
              <a:alpha val="48000"/>
            </a:srgbClr>
          </a:solidFill>
          <a:ln w="0">
            <a:noFill/>
            <a:prstDash val="solid"/>
          </a:ln>
        </p:spPr>
      </p:sp>
      <p:sp>
        <p:nvSpPr>
          <p:cNvPr id="106" name="03_assume_matched_5403">
            <a:extLst>
              <a:ext uri="{FF2B5EF4-FFF2-40B4-BE49-F238E27FC236}">
                <a16:creationId xmlns:a16="http://schemas.microsoft.com/office/drawing/2014/main" id="{23695D4C-0502-4411-A504-DE73D17E2150}"/>
              </a:ext>
            </a:extLst>
          </p:cNvPr>
          <p:cNvSpPr>
            <a:spLocks noGrp="1"/>
          </p:cNvSpPr>
          <p:nvPr/>
        </p:nvSpPr>
        <p:spPr>
          <a:xfrm>
            <a:off x="1409996" y="1962874"/>
            <a:ext cx="28398" cy="28398"/>
          </a:xfrm>
          <a:prstGeom prst="ellipse">
            <a:avLst/>
          </a:prstGeom>
          <a:solidFill>
            <a:srgbClr val="7F8C97">
              <a:alpha val="48000"/>
            </a:srgbClr>
          </a:solidFill>
          <a:ln w="0">
            <a:noFill/>
            <a:prstDash val="solid"/>
          </a:ln>
        </p:spPr>
      </p:sp>
      <p:sp>
        <p:nvSpPr>
          <p:cNvPr id="107" name="03_assume_matched_5404">
            <a:extLst>
              <a:ext uri="{FF2B5EF4-FFF2-40B4-BE49-F238E27FC236}">
                <a16:creationId xmlns:a16="http://schemas.microsoft.com/office/drawing/2014/main" id="{A7A9C0E5-26A1-46C2-BEBA-A7332834BA9A}"/>
              </a:ext>
            </a:extLst>
          </p:cNvPr>
          <p:cNvSpPr>
            <a:spLocks noGrp="1"/>
          </p:cNvSpPr>
          <p:nvPr/>
        </p:nvSpPr>
        <p:spPr>
          <a:xfrm>
            <a:off x="1491305" y="1962874"/>
            <a:ext cx="28398" cy="28398"/>
          </a:xfrm>
          <a:prstGeom prst="ellipse">
            <a:avLst/>
          </a:prstGeom>
          <a:solidFill>
            <a:srgbClr val="7F8C97">
              <a:alpha val="48000"/>
            </a:srgbClr>
          </a:solidFill>
          <a:ln w="0">
            <a:noFill/>
            <a:prstDash val="solid"/>
          </a:ln>
        </p:spPr>
      </p:sp>
      <p:sp>
        <p:nvSpPr>
          <p:cNvPr id="108" name="03_assume_matched_5405">
            <a:extLst>
              <a:ext uri="{FF2B5EF4-FFF2-40B4-BE49-F238E27FC236}">
                <a16:creationId xmlns:a16="http://schemas.microsoft.com/office/drawing/2014/main" id="{F6439309-C6DD-4880-BD70-9DBE46A4A24F}"/>
              </a:ext>
            </a:extLst>
          </p:cNvPr>
          <p:cNvSpPr>
            <a:spLocks noGrp="1"/>
          </p:cNvSpPr>
          <p:nvPr/>
        </p:nvSpPr>
        <p:spPr>
          <a:xfrm>
            <a:off x="1472596" y="1962874"/>
            <a:ext cx="28398" cy="28398"/>
          </a:xfrm>
          <a:prstGeom prst="ellipse">
            <a:avLst/>
          </a:prstGeom>
          <a:solidFill>
            <a:srgbClr val="7F8C97">
              <a:alpha val="48000"/>
            </a:srgbClr>
          </a:solidFill>
          <a:ln w="0">
            <a:noFill/>
            <a:prstDash val="solid"/>
          </a:ln>
        </p:spPr>
      </p:sp>
      <p:sp>
        <p:nvSpPr>
          <p:cNvPr id="109" name="03_assume_matched_5406">
            <a:extLst>
              <a:ext uri="{FF2B5EF4-FFF2-40B4-BE49-F238E27FC236}">
                <a16:creationId xmlns:a16="http://schemas.microsoft.com/office/drawing/2014/main" id="{E43DB65E-7777-4B19-B7CF-C68F163100F6}"/>
              </a:ext>
            </a:extLst>
          </p:cNvPr>
          <p:cNvSpPr>
            <a:spLocks noGrp="1"/>
          </p:cNvSpPr>
          <p:nvPr/>
        </p:nvSpPr>
        <p:spPr>
          <a:xfrm>
            <a:off x="1457342" y="1962874"/>
            <a:ext cx="28398" cy="28398"/>
          </a:xfrm>
          <a:prstGeom prst="ellipse">
            <a:avLst/>
          </a:prstGeom>
          <a:solidFill>
            <a:srgbClr val="7F8C97">
              <a:alpha val="48000"/>
            </a:srgbClr>
          </a:solidFill>
          <a:ln w="0">
            <a:noFill/>
            <a:prstDash val="solid"/>
          </a:ln>
        </p:spPr>
      </p:sp>
      <p:sp>
        <p:nvSpPr>
          <p:cNvPr id="110" name="03_assume_matched_5407">
            <a:extLst>
              <a:ext uri="{FF2B5EF4-FFF2-40B4-BE49-F238E27FC236}">
                <a16:creationId xmlns:a16="http://schemas.microsoft.com/office/drawing/2014/main" id="{E723C89B-5C92-4352-B240-EBBE784B4C99}"/>
              </a:ext>
            </a:extLst>
          </p:cNvPr>
          <p:cNvSpPr>
            <a:spLocks noGrp="1"/>
          </p:cNvSpPr>
          <p:nvPr/>
        </p:nvSpPr>
        <p:spPr>
          <a:xfrm>
            <a:off x="1443095" y="1962874"/>
            <a:ext cx="28398" cy="28398"/>
          </a:xfrm>
          <a:prstGeom prst="ellipse">
            <a:avLst/>
          </a:prstGeom>
          <a:solidFill>
            <a:srgbClr val="7F8C97">
              <a:alpha val="48000"/>
            </a:srgbClr>
          </a:solidFill>
          <a:ln w="0">
            <a:noFill/>
            <a:prstDash val="solid"/>
          </a:ln>
        </p:spPr>
      </p:sp>
      <p:sp>
        <p:nvSpPr>
          <p:cNvPr id="111" name="03_assume_matched_5408">
            <a:extLst>
              <a:ext uri="{FF2B5EF4-FFF2-40B4-BE49-F238E27FC236}">
                <a16:creationId xmlns:a16="http://schemas.microsoft.com/office/drawing/2014/main" id="{B94FEA18-5675-4734-87FD-ACAC3548D8F6}"/>
              </a:ext>
            </a:extLst>
          </p:cNvPr>
          <p:cNvSpPr>
            <a:spLocks noGrp="1"/>
          </p:cNvSpPr>
          <p:nvPr/>
        </p:nvSpPr>
        <p:spPr>
          <a:xfrm>
            <a:off x="1459501" y="1962874"/>
            <a:ext cx="28398" cy="28398"/>
          </a:xfrm>
          <a:prstGeom prst="ellipse">
            <a:avLst/>
          </a:prstGeom>
          <a:solidFill>
            <a:srgbClr val="7F8C97">
              <a:alpha val="48000"/>
            </a:srgbClr>
          </a:solidFill>
          <a:ln w="0">
            <a:noFill/>
            <a:prstDash val="solid"/>
          </a:ln>
        </p:spPr>
      </p:sp>
      <p:sp>
        <p:nvSpPr>
          <p:cNvPr id="112" name="03_assume_matched_5409">
            <a:extLst>
              <a:ext uri="{FF2B5EF4-FFF2-40B4-BE49-F238E27FC236}">
                <a16:creationId xmlns:a16="http://schemas.microsoft.com/office/drawing/2014/main" id="{827B6980-3EA3-4DA4-92E3-84919765F1A9}"/>
              </a:ext>
            </a:extLst>
          </p:cNvPr>
          <p:cNvSpPr>
            <a:spLocks noGrp="1"/>
          </p:cNvSpPr>
          <p:nvPr/>
        </p:nvSpPr>
        <p:spPr>
          <a:xfrm>
            <a:off x="1544695" y="1816656"/>
            <a:ext cx="28398" cy="28398"/>
          </a:xfrm>
          <a:prstGeom prst="ellipse">
            <a:avLst/>
          </a:prstGeom>
          <a:solidFill>
            <a:srgbClr val="7F8C97">
              <a:alpha val="48000"/>
            </a:srgbClr>
          </a:solidFill>
          <a:ln w="0">
            <a:noFill/>
            <a:prstDash val="solid"/>
          </a:ln>
        </p:spPr>
      </p:sp>
      <p:sp>
        <p:nvSpPr>
          <p:cNvPr id="113" name="03_assume_matched_5410">
            <a:extLst>
              <a:ext uri="{FF2B5EF4-FFF2-40B4-BE49-F238E27FC236}">
                <a16:creationId xmlns:a16="http://schemas.microsoft.com/office/drawing/2014/main" id="{4A16E290-9412-4156-AEF0-FB103B51A17A}"/>
              </a:ext>
            </a:extLst>
          </p:cNvPr>
          <p:cNvSpPr>
            <a:spLocks noGrp="1"/>
          </p:cNvSpPr>
          <p:nvPr/>
        </p:nvSpPr>
        <p:spPr>
          <a:xfrm>
            <a:off x="1499651" y="1572961"/>
            <a:ext cx="28398" cy="28398"/>
          </a:xfrm>
          <a:prstGeom prst="ellipse">
            <a:avLst/>
          </a:prstGeom>
          <a:solidFill>
            <a:srgbClr val="7F8C97">
              <a:alpha val="48000"/>
            </a:srgbClr>
          </a:solidFill>
          <a:ln w="0">
            <a:noFill/>
            <a:prstDash val="solid"/>
          </a:ln>
        </p:spPr>
      </p:sp>
      <p:sp>
        <p:nvSpPr>
          <p:cNvPr id="114" name="03_assume_matched_5411">
            <a:extLst>
              <a:ext uri="{FF2B5EF4-FFF2-40B4-BE49-F238E27FC236}">
                <a16:creationId xmlns:a16="http://schemas.microsoft.com/office/drawing/2014/main" id="{A29F22EC-8839-4CCB-A29F-C2B3CCB639C5}"/>
              </a:ext>
            </a:extLst>
          </p:cNvPr>
          <p:cNvSpPr>
            <a:spLocks noGrp="1"/>
          </p:cNvSpPr>
          <p:nvPr/>
        </p:nvSpPr>
        <p:spPr>
          <a:xfrm>
            <a:off x="1509437" y="1962874"/>
            <a:ext cx="28398" cy="28398"/>
          </a:xfrm>
          <a:prstGeom prst="ellipse">
            <a:avLst/>
          </a:prstGeom>
          <a:solidFill>
            <a:srgbClr val="7F8C97">
              <a:alpha val="48000"/>
            </a:srgbClr>
          </a:solidFill>
          <a:ln w="0">
            <a:noFill/>
            <a:prstDash val="solid"/>
          </a:ln>
        </p:spPr>
      </p:sp>
      <p:sp>
        <p:nvSpPr>
          <p:cNvPr id="115" name="03_assume_matched_5412">
            <a:extLst>
              <a:ext uri="{FF2B5EF4-FFF2-40B4-BE49-F238E27FC236}">
                <a16:creationId xmlns:a16="http://schemas.microsoft.com/office/drawing/2014/main" id="{05784C20-6826-49B6-A554-CB918B37CEF0}"/>
              </a:ext>
            </a:extLst>
          </p:cNvPr>
          <p:cNvSpPr>
            <a:spLocks noGrp="1"/>
          </p:cNvSpPr>
          <p:nvPr/>
        </p:nvSpPr>
        <p:spPr>
          <a:xfrm>
            <a:off x="1446261" y="1865395"/>
            <a:ext cx="28398" cy="28398"/>
          </a:xfrm>
          <a:prstGeom prst="ellipse">
            <a:avLst/>
          </a:prstGeom>
          <a:solidFill>
            <a:srgbClr val="7F8C97">
              <a:alpha val="48000"/>
            </a:srgbClr>
          </a:solidFill>
          <a:ln w="0">
            <a:noFill/>
            <a:prstDash val="solid"/>
          </a:ln>
        </p:spPr>
      </p:sp>
      <p:sp>
        <p:nvSpPr>
          <p:cNvPr id="116" name="03_assume_matched_5413">
            <a:extLst>
              <a:ext uri="{FF2B5EF4-FFF2-40B4-BE49-F238E27FC236}">
                <a16:creationId xmlns:a16="http://schemas.microsoft.com/office/drawing/2014/main" id="{93A9BAFD-C58E-4208-9B29-1281D4695B9C}"/>
              </a:ext>
            </a:extLst>
          </p:cNvPr>
          <p:cNvSpPr>
            <a:spLocks noGrp="1"/>
          </p:cNvSpPr>
          <p:nvPr/>
        </p:nvSpPr>
        <p:spPr>
          <a:xfrm>
            <a:off x="1536636" y="1962874"/>
            <a:ext cx="28398" cy="28398"/>
          </a:xfrm>
          <a:prstGeom prst="ellipse">
            <a:avLst/>
          </a:prstGeom>
          <a:solidFill>
            <a:srgbClr val="7F8C97">
              <a:alpha val="48000"/>
            </a:srgbClr>
          </a:solidFill>
          <a:ln w="0">
            <a:noFill/>
            <a:prstDash val="solid"/>
          </a:ln>
        </p:spPr>
      </p:sp>
      <p:sp>
        <p:nvSpPr>
          <p:cNvPr id="117" name="03_assume_matched_5414">
            <a:extLst>
              <a:ext uri="{FF2B5EF4-FFF2-40B4-BE49-F238E27FC236}">
                <a16:creationId xmlns:a16="http://schemas.microsoft.com/office/drawing/2014/main" id="{A2591AF5-4E73-44FE-B8DC-EE7556D3BDA0}"/>
              </a:ext>
            </a:extLst>
          </p:cNvPr>
          <p:cNvSpPr>
            <a:spLocks noGrp="1"/>
          </p:cNvSpPr>
          <p:nvPr/>
        </p:nvSpPr>
        <p:spPr>
          <a:xfrm>
            <a:off x="1509725" y="1643854"/>
            <a:ext cx="28398" cy="28398"/>
          </a:xfrm>
          <a:prstGeom prst="ellipse">
            <a:avLst/>
          </a:prstGeom>
          <a:solidFill>
            <a:srgbClr val="7F8C97">
              <a:alpha val="48000"/>
            </a:srgbClr>
          </a:solidFill>
          <a:ln w="0">
            <a:noFill/>
            <a:prstDash val="solid"/>
          </a:ln>
        </p:spPr>
      </p:sp>
      <p:sp>
        <p:nvSpPr>
          <p:cNvPr id="118" name="03_assume_matched_5415">
            <a:extLst>
              <a:ext uri="{FF2B5EF4-FFF2-40B4-BE49-F238E27FC236}">
                <a16:creationId xmlns:a16="http://schemas.microsoft.com/office/drawing/2014/main" id="{5BFA0162-E9F8-4AB1-ACBF-AEA955D32A8B}"/>
              </a:ext>
            </a:extLst>
          </p:cNvPr>
          <p:cNvSpPr>
            <a:spLocks noGrp="1"/>
          </p:cNvSpPr>
          <p:nvPr/>
        </p:nvSpPr>
        <p:spPr>
          <a:xfrm>
            <a:off x="1427553" y="1962874"/>
            <a:ext cx="28398" cy="28398"/>
          </a:xfrm>
          <a:prstGeom prst="ellipse">
            <a:avLst/>
          </a:prstGeom>
          <a:solidFill>
            <a:srgbClr val="7F8C97">
              <a:alpha val="48000"/>
            </a:srgbClr>
          </a:solidFill>
          <a:ln w="0">
            <a:noFill/>
            <a:prstDash val="solid"/>
          </a:ln>
        </p:spPr>
      </p:sp>
      <p:sp>
        <p:nvSpPr>
          <p:cNvPr id="119" name="03_assume_matched_5416">
            <a:extLst>
              <a:ext uri="{FF2B5EF4-FFF2-40B4-BE49-F238E27FC236}">
                <a16:creationId xmlns:a16="http://schemas.microsoft.com/office/drawing/2014/main" id="{422F0144-5ACD-483B-8363-C09BE0C5207E}"/>
              </a:ext>
            </a:extLst>
          </p:cNvPr>
          <p:cNvSpPr>
            <a:spLocks noGrp="1"/>
          </p:cNvSpPr>
          <p:nvPr/>
        </p:nvSpPr>
        <p:spPr>
          <a:xfrm>
            <a:off x="1434892" y="1962874"/>
            <a:ext cx="28398" cy="28398"/>
          </a:xfrm>
          <a:prstGeom prst="ellipse">
            <a:avLst/>
          </a:prstGeom>
          <a:solidFill>
            <a:srgbClr val="7F8C97">
              <a:alpha val="48000"/>
            </a:srgbClr>
          </a:solidFill>
          <a:ln w="0">
            <a:noFill/>
            <a:prstDash val="solid"/>
          </a:ln>
        </p:spPr>
      </p:sp>
      <p:sp>
        <p:nvSpPr>
          <p:cNvPr id="120" name="03_assume_matched_5417">
            <a:extLst>
              <a:ext uri="{FF2B5EF4-FFF2-40B4-BE49-F238E27FC236}">
                <a16:creationId xmlns:a16="http://schemas.microsoft.com/office/drawing/2014/main" id="{E9A7A536-BF3A-4E7D-9507-E4CAE1F30461}"/>
              </a:ext>
            </a:extLst>
          </p:cNvPr>
          <p:cNvSpPr>
            <a:spLocks noGrp="1"/>
          </p:cNvSpPr>
          <p:nvPr/>
        </p:nvSpPr>
        <p:spPr>
          <a:xfrm>
            <a:off x="1446117" y="1816656"/>
            <a:ext cx="28398" cy="28398"/>
          </a:xfrm>
          <a:prstGeom prst="ellipse">
            <a:avLst/>
          </a:prstGeom>
          <a:solidFill>
            <a:srgbClr val="7F8C97">
              <a:alpha val="48000"/>
            </a:srgbClr>
          </a:solidFill>
          <a:ln w="0">
            <a:noFill/>
            <a:prstDash val="solid"/>
          </a:ln>
        </p:spPr>
      </p:sp>
      <p:sp>
        <p:nvSpPr>
          <p:cNvPr id="121" name="03_assume_matched_5418">
            <a:extLst>
              <a:ext uri="{FF2B5EF4-FFF2-40B4-BE49-F238E27FC236}">
                <a16:creationId xmlns:a16="http://schemas.microsoft.com/office/drawing/2014/main" id="{D15974AF-7C43-45A8-80E9-E42F198EFCD9}"/>
              </a:ext>
            </a:extLst>
          </p:cNvPr>
          <p:cNvSpPr>
            <a:spLocks noGrp="1"/>
          </p:cNvSpPr>
          <p:nvPr/>
        </p:nvSpPr>
        <p:spPr>
          <a:xfrm>
            <a:off x="1535485" y="1962874"/>
            <a:ext cx="28398" cy="28398"/>
          </a:xfrm>
          <a:prstGeom prst="ellipse">
            <a:avLst/>
          </a:prstGeom>
          <a:solidFill>
            <a:srgbClr val="7F8C97">
              <a:alpha val="48000"/>
            </a:srgbClr>
          </a:solidFill>
          <a:ln w="0">
            <a:noFill/>
            <a:prstDash val="solid"/>
          </a:ln>
        </p:spPr>
      </p:sp>
      <p:sp>
        <p:nvSpPr>
          <p:cNvPr id="122" name="03_assume_matched_5419">
            <a:extLst>
              <a:ext uri="{FF2B5EF4-FFF2-40B4-BE49-F238E27FC236}">
                <a16:creationId xmlns:a16="http://schemas.microsoft.com/office/drawing/2014/main" id="{B26DF873-66A2-4E7D-BE52-01E82D1121B3}"/>
              </a:ext>
            </a:extLst>
          </p:cNvPr>
          <p:cNvSpPr>
            <a:spLocks noGrp="1"/>
          </p:cNvSpPr>
          <p:nvPr/>
        </p:nvSpPr>
        <p:spPr>
          <a:xfrm>
            <a:off x="1448420" y="1670439"/>
            <a:ext cx="28398" cy="28398"/>
          </a:xfrm>
          <a:prstGeom prst="ellipse">
            <a:avLst/>
          </a:prstGeom>
          <a:solidFill>
            <a:srgbClr val="7F8C97">
              <a:alpha val="48000"/>
            </a:srgbClr>
          </a:solidFill>
          <a:ln w="0">
            <a:noFill/>
            <a:prstDash val="solid"/>
          </a:ln>
        </p:spPr>
      </p:sp>
      <p:sp>
        <p:nvSpPr>
          <p:cNvPr id="123" name="03_assume_matched_5420">
            <a:extLst>
              <a:ext uri="{FF2B5EF4-FFF2-40B4-BE49-F238E27FC236}">
                <a16:creationId xmlns:a16="http://schemas.microsoft.com/office/drawing/2014/main" id="{BEB3B8C4-2049-476A-A506-475FE5DD4256}"/>
              </a:ext>
            </a:extLst>
          </p:cNvPr>
          <p:cNvSpPr>
            <a:spLocks noGrp="1"/>
          </p:cNvSpPr>
          <p:nvPr/>
        </p:nvSpPr>
        <p:spPr>
          <a:xfrm>
            <a:off x="1527426" y="1962874"/>
            <a:ext cx="28398" cy="28398"/>
          </a:xfrm>
          <a:prstGeom prst="ellipse">
            <a:avLst/>
          </a:prstGeom>
          <a:solidFill>
            <a:srgbClr val="7F8C97">
              <a:alpha val="48000"/>
            </a:srgbClr>
          </a:solidFill>
          <a:ln w="0">
            <a:noFill/>
            <a:prstDash val="solid"/>
          </a:ln>
        </p:spPr>
      </p:sp>
      <p:sp>
        <p:nvSpPr>
          <p:cNvPr id="124" name="03_assume_matched_5421">
            <a:extLst>
              <a:ext uri="{FF2B5EF4-FFF2-40B4-BE49-F238E27FC236}">
                <a16:creationId xmlns:a16="http://schemas.microsoft.com/office/drawing/2014/main" id="{2AEA3C91-2AB7-473E-A30B-6EED69F94173}"/>
              </a:ext>
            </a:extLst>
          </p:cNvPr>
          <p:cNvSpPr>
            <a:spLocks noGrp="1"/>
          </p:cNvSpPr>
          <p:nvPr/>
        </p:nvSpPr>
        <p:spPr>
          <a:xfrm>
            <a:off x="1528577" y="1670439"/>
            <a:ext cx="28398" cy="28398"/>
          </a:xfrm>
          <a:prstGeom prst="ellipse">
            <a:avLst/>
          </a:prstGeom>
          <a:solidFill>
            <a:srgbClr val="7F8C97">
              <a:alpha val="48000"/>
            </a:srgbClr>
          </a:solidFill>
          <a:ln w="0">
            <a:noFill/>
            <a:prstDash val="solid"/>
          </a:ln>
        </p:spPr>
      </p:sp>
      <p:sp>
        <p:nvSpPr>
          <p:cNvPr id="125" name="03_assume_matched_5422">
            <a:extLst>
              <a:ext uri="{FF2B5EF4-FFF2-40B4-BE49-F238E27FC236}">
                <a16:creationId xmlns:a16="http://schemas.microsoft.com/office/drawing/2014/main" id="{C4DC0BF7-9B3E-4382-9DC4-3FA245B3B1EB}"/>
              </a:ext>
            </a:extLst>
          </p:cNvPr>
          <p:cNvSpPr>
            <a:spLocks noGrp="1"/>
          </p:cNvSpPr>
          <p:nvPr/>
        </p:nvSpPr>
        <p:spPr>
          <a:xfrm>
            <a:off x="1532319" y="1962874"/>
            <a:ext cx="28398" cy="28398"/>
          </a:xfrm>
          <a:prstGeom prst="ellipse">
            <a:avLst/>
          </a:prstGeom>
          <a:solidFill>
            <a:srgbClr val="7F8C97">
              <a:alpha val="48000"/>
            </a:srgbClr>
          </a:solidFill>
          <a:ln w="0">
            <a:noFill/>
            <a:prstDash val="solid"/>
          </a:ln>
        </p:spPr>
      </p:sp>
      <p:sp>
        <p:nvSpPr>
          <p:cNvPr id="126" name="03_assume_matched_5423">
            <a:extLst>
              <a:ext uri="{FF2B5EF4-FFF2-40B4-BE49-F238E27FC236}">
                <a16:creationId xmlns:a16="http://schemas.microsoft.com/office/drawing/2014/main" id="{5D8A9341-4086-4C11-AE2F-A656E8D3267C}"/>
              </a:ext>
            </a:extLst>
          </p:cNvPr>
          <p:cNvSpPr>
            <a:spLocks noGrp="1"/>
          </p:cNvSpPr>
          <p:nvPr/>
        </p:nvSpPr>
        <p:spPr>
          <a:xfrm>
            <a:off x="1449571" y="1962874"/>
            <a:ext cx="28398" cy="28398"/>
          </a:xfrm>
          <a:prstGeom prst="ellipse">
            <a:avLst/>
          </a:prstGeom>
          <a:solidFill>
            <a:srgbClr val="7F8C97">
              <a:alpha val="48000"/>
            </a:srgbClr>
          </a:solidFill>
          <a:ln w="0">
            <a:noFill/>
            <a:prstDash val="solid"/>
          </a:ln>
        </p:spPr>
      </p:sp>
      <p:sp>
        <p:nvSpPr>
          <p:cNvPr id="127" name="03_assume_matched_5424">
            <a:extLst>
              <a:ext uri="{FF2B5EF4-FFF2-40B4-BE49-F238E27FC236}">
                <a16:creationId xmlns:a16="http://schemas.microsoft.com/office/drawing/2014/main" id="{15C3C678-CF33-4C66-9AA7-F3233196706C}"/>
              </a:ext>
            </a:extLst>
          </p:cNvPr>
          <p:cNvSpPr>
            <a:spLocks noGrp="1"/>
          </p:cNvSpPr>
          <p:nvPr/>
        </p:nvSpPr>
        <p:spPr>
          <a:xfrm>
            <a:off x="1427841" y="1378004"/>
            <a:ext cx="28398" cy="28398"/>
          </a:xfrm>
          <a:prstGeom prst="ellipse">
            <a:avLst/>
          </a:prstGeom>
          <a:solidFill>
            <a:srgbClr val="7F8C97">
              <a:alpha val="48000"/>
            </a:srgbClr>
          </a:solidFill>
          <a:ln w="0">
            <a:noFill/>
            <a:prstDash val="solid"/>
          </a:ln>
        </p:spPr>
      </p:sp>
      <p:sp>
        <p:nvSpPr>
          <p:cNvPr id="128" name="03_assume_matched_5425">
            <a:extLst>
              <a:ext uri="{FF2B5EF4-FFF2-40B4-BE49-F238E27FC236}">
                <a16:creationId xmlns:a16="http://schemas.microsoft.com/office/drawing/2014/main" id="{62D7A641-31A5-481D-8271-88A82F48D94E}"/>
              </a:ext>
            </a:extLst>
          </p:cNvPr>
          <p:cNvSpPr>
            <a:spLocks noGrp="1"/>
          </p:cNvSpPr>
          <p:nvPr/>
        </p:nvSpPr>
        <p:spPr>
          <a:xfrm>
            <a:off x="1511596" y="1962874"/>
            <a:ext cx="28398" cy="28398"/>
          </a:xfrm>
          <a:prstGeom prst="ellipse">
            <a:avLst/>
          </a:prstGeom>
          <a:solidFill>
            <a:srgbClr val="7F8C97">
              <a:alpha val="48000"/>
            </a:srgbClr>
          </a:solidFill>
          <a:ln w="0">
            <a:noFill/>
            <a:prstDash val="solid"/>
          </a:ln>
        </p:spPr>
      </p:sp>
      <p:sp>
        <p:nvSpPr>
          <p:cNvPr id="129" name="03_assume_matched_5426">
            <a:extLst>
              <a:ext uri="{FF2B5EF4-FFF2-40B4-BE49-F238E27FC236}">
                <a16:creationId xmlns:a16="http://schemas.microsoft.com/office/drawing/2014/main" id="{72A0CAA7-D027-443C-A6A5-A1017810A00C}"/>
              </a:ext>
            </a:extLst>
          </p:cNvPr>
          <p:cNvSpPr>
            <a:spLocks noGrp="1"/>
          </p:cNvSpPr>
          <p:nvPr/>
        </p:nvSpPr>
        <p:spPr>
          <a:xfrm>
            <a:off x="1421077" y="1962874"/>
            <a:ext cx="28398" cy="28398"/>
          </a:xfrm>
          <a:prstGeom prst="ellipse">
            <a:avLst/>
          </a:prstGeom>
          <a:solidFill>
            <a:srgbClr val="7F8C97">
              <a:alpha val="48000"/>
            </a:srgbClr>
          </a:solidFill>
          <a:ln w="0">
            <a:noFill/>
            <a:prstDash val="solid"/>
          </a:ln>
        </p:spPr>
      </p:sp>
      <p:sp>
        <p:nvSpPr>
          <p:cNvPr id="130" name="03_assume_matched_5427">
            <a:extLst>
              <a:ext uri="{FF2B5EF4-FFF2-40B4-BE49-F238E27FC236}">
                <a16:creationId xmlns:a16="http://schemas.microsoft.com/office/drawing/2014/main" id="{9B626080-13D5-4508-B150-41E229CC4412}"/>
              </a:ext>
            </a:extLst>
          </p:cNvPr>
          <p:cNvSpPr>
            <a:spLocks noGrp="1"/>
          </p:cNvSpPr>
          <p:nvPr/>
        </p:nvSpPr>
        <p:spPr>
          <a:xfrm>
            <a:off x="1515193" y="1378004"/>
            <a:ext cx="28398" cy="28398"/>
          </a:xfrm>
          <a:prstGeom prst="ellipse">
            <a:avLst/>
          </a:prstGeom>
          <a:solidFill>
            <a:srgbClr val="7F8C97">
              <a:alpha val="48000"/>
            </a:srgbClr>
          </a:solidFill>
          <a:ln w="0">
            <a:noFill/>
            <a:prstDash val="solid"/>
          </a:ln>
        </p:spPr>
      </p:sp>
      <p:sp>
        <p:nvSpPr>
          <p:cNvPr id="131" name="03_assume_matched_5428">
            <a:extLst>
              <a:ext uri="{FF2B5EF4-FFF2-40B4-BE49-F238E27FC236}">
                <a16:creationId xmlns:a16="http://schemas.microsoft.com/office/drawing/2014/main" id="{CB54493F-DAC6-4A9E-9A4C-C45C3CD58521}"/>
              </a:ext>
            </a:extLst>
          </p:cNvPr>
          <p:cNvSpPr>
            <a:spLocks noGrp="1"/>
          </p:cNvSpPr>
          <p:nvPr/>
        </p:nvSpPr>
        <p:spPr>
          <a:xfrm>
            <a:off x="1422372" y="1962874"/>
            <a:ext cx="28398" cy="28398"/>
          </a:xfrm>
          <a:prstGeom prst="ellipse">
            <a:avLst/>
          </a:prstGeom>
          <a:solidFill>
            <a:srgbClr val="7F8C97">
              <a:alpha val="48000"/>
            </a:srgbClr>
          </a:solidFill>
          <a:ln w="0">
            <a:noFill/>
            <a:prstDash val="solid"/>
          </a:ln>
        </p:spPr>
      </p:sp>
      <p:sp>
        <p:nvSpPr>
          <p:cNvPr id="132" name="03_assume_matched_5429">
            <a:extLst>
              <a:ext uri="{FF2B5EF4-FFF2-40B4-BE49-F238E27FC236}">
                <a16:creationId xmlns:a16="http://schemas.microsoft.com/office/drawing/2014/main" id="{2965BA1D-099B-4F9C-937B-DDC01149976B}"/>
              </a:ext>
            </a:extLst>
          </p:cNvPr>
          <p:cNvSpPr>
            <a:spLocks noGrp="1"/>
          </p:cNvSpPr>
          <p:nvPr/>
        </p:nvSpPr>
        <p:spPr>
          <a:xfrm>
            <a:off x="1542824" y="1962874"/>
            <a:ext cx="28398" cy="28398"/>
          </a:xfrm>
          <a:prstGeom prst="ellipse">
            <a:avLst/>
          </a:prstGeom>
          <a:solidFill>
            <a:srgbClr val="7F8C97">
              <a:alpha val="48000"/>
            </a:srgbClr>
          </a:solidFill>
          <a:ln w="0">
            <a:noFill/>
            <a:prstDash val="solid"/>
          </a:ln>
        </p:spPr>
      </p:sp>
      <p:sp>
        <p:nvSpPr>
          <p:cNvPr id="133" name="03_assume_matched_5430">
            <a:extLst>
              <a:ext uri="{FF2B5EF4-FFF2-40B4-BE49-F238E27FC236}">
                <a16:creationId xmlns:a16="http://schemas.microsoft.com/office/drawing/2014/main" id="{A017194E-A156-4309-ADE7-FBB1B4F935AF}"/>
              </a:ext>
            </a:extLst>
          </p:cNvPr>
          <p:cNvSpPr>
            <a:spLocks noGrp="1"/>
          </p:cNvSpPr>
          <p:nvPr/>
        </p:nvSpPr>
        <p:spPr>
          <a:xfrm>
            <a:off x="1520806" y="1378004"/>
            <a:ext cx="28398" cy="28398"/>
          </a:xfrm>
          <a:prstGeom prst="ellipse">
            <a:avLst/>
          </a:prstGeom>
          <a:solidFill>
            <a:srgbClr val="7F8C97">
              <a:alpha val="48000"/>
            </a:srgbClr>
          </a:solidFill>
          <a:ln w="0">
            <a:noFill/>
            <a:prstDash val="solid"/>
          </a:ln>
        </p:spPr>
      </p:sp>
      <p:sp>
        <p:nvSpPr>
          <p:cNvPr id="134" name="03_assume_matched_5431">
            <a:extLst>
              <a:ext uri="{FF2B5EF4-FFF2-40B4-BE49-F238E27FC236}">
                <a16:creationId xmlns:a16="http://schemas.microsoft.com/office/drawing/2014/main" id="{783F2A32-FD1E-4F48-B376-9A7F517F24F7}"/>
              </a:ext>
            </a:extLst>
          </p:cNvPr>
          <p:cNvSpPr>
            <a:spLocks noGrp="1"/>
          </p:cNvSpPr>
          <p:nvPr/>
        </p:nvSpPr>
        <p:spPr>
          <a:xfrm>
            <a:off x="1468711" y="1378004"/>
            <a:ext cx="28398" cy="28398"/>
          </a:xfrm>
          <a:prstGeom prst="ellipse">
            <a:avLst/>
          </a:prstGeom>
          <a:solidFill>
            <a:srgbClr val="7F8C97">
              <a:alpha val="48000"/>
            </a:srgbClr>
          </a:solidFill>
          <a:ln w="0">
            <a:noFill/>
            <a:prstDash val="solid"/>
          </a:ln>
        </p:spPr>
      </p:sp>
      <p:sp>
        <p:nvSpPr>
          <p:cNvPr id="135" name="03_assume_matched_5432">
            <a:extLst>
              <a:ext uri="{FF2B5EF4-FFF2-40B4-BE49-F238E27FC236}">
                <a16:creationId xmlns:a16="http://schemas.microsoft.com/office/drawing/2014/main" id="{32B6B530-10E7-4D8B-B71E-B563E69736DE}"/>
              </a:ext>
            </a:extLst>
          </p:cNvPr>
          <p:cNvSpPr>
            <a:spLocks noGrp="1"/>
          </p:cNvSpPr>
          <p:nvPr/>
        </p:nvSpPr>
        <p:spPr>
          <a:xfrm>
            <a:off x="1444390" y="1962874"/>
            <a:ext cx="28398" cy="28398"/>
          </a:xfrm>
          <a:prstGeom prst="ellipse">
            <a:avLst/>
          </a:prstGeom>
          <a:solidFill>
            <a:srgbClr val="7F8C97">
              <a:alpha val="48000"/>
            </a:srgbClr>
          </a:solidFill>
          <a:ln w="0">
            <a:noFill/>
            <a:prstDash val="solid"/>
          </a:ln>
        </p:spPr>
      </p:sp>
      <p:sp>
        <p:nvSpPr>
          <p:cNvPr id="136" name="03_assume_matched_5433">
            <a:extLst>
              <a:ext uri="{FF2B5EF4-FFF2-40B4-BE49-F238E27FC236}">
                <a16:creationId xmlns:a16="http://schemas.microsoft.com/office/drawing/2014/main" id="{6F19067E-655C-4450-9C34-6D6EE71FABD1}"/>
              </a:ext>
            </a:extLst>
          </p:cNvPr>
          <p:cNvSpPr>
            <a:spLocks noGrp="1"/>
          </p:cNvSpPr>
          <p:nvPr/>
        </p:nvSpPr>
        <p:spPr>
          <a:xfrm>
            <a:off x="1546853" y="1962874"/>
            <a:ext cx="28398" cy="28398"/>
          </a:xfrm>
          <a:prstGeom prst="ellipse">
            <a:avLst/>
          </a:prstGeom>
          <a:solidFill>
            <a:srgbClr val="7F8C97">
              <a:alpha val="48000"/>
            </a:srgbClr>
          </a:solidFill>
          <a:ln w="0">
            <a:noFill/>
            <a:prstDash val="solid"/>
          </a:ln>
        </p:spPr>
      </p:sp>
      <p:sp>
        <p:nvSpPr>
          <p:cNvPr id="137" name="03_assume_matched_5434">
            <a:extLst>
              <a:ext uri="{FF2B5EF4-FFF2-40B4-BE49-F238E27FC236}">
                <a16:creationId xmlns:a16="http://schemas.microsoft.com/office/drawing/2014/main" id="{E60AB352-12FC-435D-B375-086D1344A029}"/>
              </a:ext>
            </a:extLst>
          </p:cNvPr>
          <p:cNvSpPr>
            <a:spLocks noGrp="1"/>
          </p:cNvSpPr>
          <p:nvPr/>
        </p:nvSpPr>
        <p:spPr>
          <a:xfrm>
            <a:off x="1494614" y="1962874"/>
            <a:ext cx="28398" cy="28398"/>
          </a:xfrm>
          <a:prstGeom prst="ellipse">
            <a:avLst/>
          </a:prstGeom>
          <a:solidFill>
            <a:srgbClr val="7F8C97">
              <a:alpha val="48000"/>
            </a:srgbClr>
          </a:solidFill>
          <a:ln w="0">
            <a:noFill/>
            <a:prstDash val="solid"/>
          </a:ln>
        </p:spPr>
      </p:sp>
      <p:sp>
        <p:nvSpPr>
          <p:cNvPr id="138" name="03_assume_matched_5435">
            <a:extLst>
              <a:ext uri="{FF2B5EF4-FFF2-40B4-BE49-F238E27FC236}">
                <a16:creationId xmlns:a16="http://schemas.microsoft.com/office/drawing/2014/main" id="{EE8E3B94-C69C-4380-9612-490235429017}"/>
              </a:ext>
            </a:extLst>
          </p:cNvPr>
          <p:cNvSpPr>
            <a:spLocks noGrp="1"/>
          </p:cNvSpPr>
          <p:nvPr/>
        </p:nvSpPr>
        <p:spPr>
          <a:xfrm>
            <a:off x="1527426" y="1962874"/>
            <a:ext cx="28398" cy="28398"/>
          </a:xfrm>
          <a:prstGeom prst="ellipse">
            <a:avLst/>
          </a:prstGeom>
          <a:solidFill>
            <a:srgbClr val="7F8C97">
              <a:alpha val="48000"/>
            </a:srgbClr>
          </a:solidFill>
          <a:ln w="0">
            <a:noFill/>
            <a:prstDash val="solid"/>
          </a:ln>
        </p:spPr>
      </p:sp>
      <p:sp>
        <p:nvSpPr>
          <p:cNvPr id="139" name="03_assume_matched_5436">
            <a:extLst>
              <a:ext uri="{FF2B5EF4-FFF2-40B4-BE49-F238E27FC236}">
                <a16:creationId xmlns:a16="http://schemas.microsoft.com/office/drawing/2014/main" id="{1782BFCC-9188-4A94-A37F-F9E97F559F8F}"/>
              </a:ext>
            </a:extLst>
          </p:cNvPr>
          <p:cNvSpPr>
            <a:spLocks noGrp="1"/>
          </p:cNvSpPr>
          <p:nvPr/>
        </p:nvSpPr>
        <p:spPr>
          <a:xfrm>
            <a:off x="1426546" y="1962874"/>
            <a:ext cx="28398" cy="28398"/>
          </a:xfrm>
          <a:prstGeom prst="ellipse">
            <a:avLst/>
          </a:prstGeom>
          <a:solidFill>
            <a:srgbClr val="7F8C97">
              <a:alpha val="48000"/>
            </a:srgbClr>
          </a:solidFill>
          <a:ln w="0">
            <a:noFill/>
            <a:prstDash val="solid"/>
          </a:ln>
        </p:spPr>
      </p:sp>
      <p:sp>
        <p:nvSpPr>
          <p:cNvPr id="140" name="03_assume_matched_5437">
            <a:extLst>
              <a:ext uri="{FF2B5EF4-FFF2-40B4-BE49-F238E27FC236}">
                <a16:creationId xmlns:a16="http://schemas.microsoft.com/office/drawing/2014/main" id="{CAB4585B-FDBC-4B64-9E6D-A5E3B29C9791}"/>
              </a:ext>
            </a:extLst>
          </p:cNvPr>
          <p:cNvSpPr>
            <a:spLocks noGrp="1"/>
          </p:cNvSpPr>
          <p:nvPr/>
        </p:nvSpPr>
        <p:spPr>
          <a:xfrm>
            <a:off x="1518503" y="1962874"/>
            <a:ext cx="28398" cy="28398"/>
          </a:xfrm>
          <a:prstGeom prst="ellipse">
            <a:avLst/>
          </a:prstGeom>
          <a:solidFill>
            <a:srgbClr val="7F8C97">
              <a:alpha val="48000"/>
            </a:srgbClr>
          </a:solidFill>
          <a:ln w="0">
            <a:noFill/>
            <a:prstDash val="solid"/>
          </a:ln>
        </p:spPr>
      </p:sp>
      <p:sp>
        <p:nvSpPr>
          <p:cNvPr id="141" name="03_assume_matched_5438">
            <a:extLst>
              <a:ext uri="{FF2B5EF4-FFF2-40B4-BE49-F238E27FC236}">
                <a16:creationId xmlns:a16="http://schemas.microsoft.com/office/drawing/2014/main" id="{E51D2E56-8A84-4514-8C8F-FB73ECC76A91}"/>
              </a:ext>
            </a:extLst>
          </p:cNvPr>
          <p:cNvSpPr>
            <a:spLocks noGrp="1"/>
          </p:cNvSpPr>
          <p:nvPr/>
        </p:nvSpPr>
        <p:spPr>
          <a:xfrm>
            <a:off x="1497637" y="1962874"/>
            <a:ext cx="28398" cy="28398"/>
          </a:xfrm>
          <a:prstGeom prst="ellipse">
            <a:avLst/>
          </a:prstGeom>
          <a:solidFill>
            <a:srgbClr val="7F8C97">
              <a:alpha val="48000"/>
            </a:srgbClr>
          </a:solidFill>
          <a:ln w="0">
            <a:noFill/>
            <a:prstDash val="solid"/>
          </a:ln>
        </p:spPr>
      </p:sp>
      <p:sp>
        <p:nvSpPr>
          <p:cNvPr id="142" name="03_assume_matched_5439">
            <a:extLst>
              <a:ext uri="{FF2B5EF4-FFF2-40B4-BE49-F238E27FC236}">
                <a16:creationId xmlns:a16="http://schemas.microsoft.com/office/drawing/2014/main" id="{2409EE93-F1F5-4F4E-939D-D54655E91468}"/>
              </a:ext>
            </a:extLst>
          </p:cNvPr>
          <p:cNvSpPr>
            <a:spLocks noGrp="1"/>
          </p:cNvSpPr>
          <p:nvPr/>
        </p:nvSpPr>
        <p:spPr>
          <a:xfrm>
            <a:off x="1406254" y="1670439"/>
            <a:ext cx="28398" cy="28398"/>
          </a:xfrm>
          <a:prstGeom prst="ellipse">
            <a:avLst/>
          </a:prstGeom>
          <a:solidFill>
            <a:srgbClr val="7F8C97">
              <a:alpha val="48000"/>
            </a:srgbClr>
          </a:solidFill>
          <a:ln w="0">
            <a:noFill/>
            <a:prstDash val="solid"/>
          </a:ln>
        </p:spPr>
      </p:sp>
      <p:sp>
        <p:nvSpPr>
          <p:cNvPr id="143" name="03_assume_matched_5440">
            <a:extLst>
              <a:ext uri="{FF2B5EF4-FFF2-40B4-BE49-F238E27FC236}">
                <a16:creationId xmlns:a16="http://schemas.microsoft.com/office/drawing/2014/main" id="{1D081618-A9E2-4792-BD14-CB4C344A8232}"/>
              </a:ext>
            </a:extLst>
          </p:cNvPr>
          <p:cNvSpPr>
            <a:spLocks noGrp="1"/>
          </p:cNvSpPr>
          <p:nvPr/>
        </p:nvSpPr>
        <p:spPr>
          <a:xfrm>
            <a:off x="1465545" y="1962874"/>
            <a:ext cx="28398" cy="28398"/>
          </a:xfrm>
          <a:prstGeom prst="ellipse">
            <a:avLst/>
          </a:prstGeom>
          <a:solidFill>
            <a:srgbClr val="7F8C97">
              <a:alpha val="48000"/>
            </a:srgbClr>
          </a:solidFill>
          <a:ln w="0">
            <a:noFill/>
            <a:prstDash val="solid"/>
          </a:ln>
        </p:spPr>
      </p:sp>
      <p:sp>
        <p:nvSpPr>
          <p:cNvPr id="144" name="03_assume_matched_5441">
            <a:extLst>
              <a:ext uri="{FF2B5EF4-FFF2-40B4-BE49-F238E27FC236}">
                <a16:creationId xmlns:a16="http://schemas.microsoft.com/office/drawing/2014/main" id="{22F8AA4F-7033-49BC-839C-C0B13A365FBD}"/>
              </a:ext>
            </a:extLst>
          </p:cNvPr>
          <p:cNvSpPr>
            <a:spLocks noGrp="1"/>
          </p:cNvSpPr>
          <p:nvPr/>
        </p:nvSpPr>
        <p:spPr>
          <a:xfrm>
            <a:off x="1447700" y="1962874"/>
            <a:ext cx="28398" cy="28398"/>
          </a:xfrm>
          <a:prstGeom prst="ellipse">
            <a:avLst/>
          </a:prstGeom>
          <a:solidFill>
            <a:srgbClr val="7F8C97">
              <a:alpha val="48000"/>
            </a:srgbClr>
          </a:solidFill>
          <a:ln w="0">
            <a:noFill/>
            <a:prstDash val="solid"/>
          </a:ln>
        </p:spPr>
      </p:sp>
      <p:sp>
        <p:nvSpPr>
          <p:cNvPr id="145" name="03_assume_matched_5442">
            <a:extLst>
              <a:ext uri="{FF2B5EF4-FFF2-40B4-BE49-F238E27FC236}">
                <a16:creationId xmlns:a16="http://schemas.microsoft.com/office/drawing/2014/main" id="{E60DECDD-64CE-4F97-9E59-2E46AE6575BE}"/>
              </a:ext>
            </a:extLst>
          </p:cNvPr>
          <p:cNvSpPr>
            <a:spLocks noGrp="1"/>
          </p:cNvSpPr>
          <p:nvPr/>
        </p:nvSpPr>
        <p:spPr>
          <a:xfrm>
            <a:off x="1479936" y="1962874"/>
            <a:ext cx="28398" cy="28398"/>
          </a:xfrm>
          <a:prstGeom prst="ellipse">
            <a:avLst/>
          </a:prstGeom>
          <a:solidFill>
            <a:srgbClr val="7F8C97">
              <a:alpha val="48000"/>
            </a:srgbClr>
          </a:solidFill>
          <a:ln w="0">
            <a:noFill/>
            <a:prstDash val="solid"/>
          </a:ln>
        </p:spPr>
      </p:sp>
      <p:sp>
        <p:nvSpPr>
          <p:cNvPr id="146" name="03_assume_matched_5443">
            <a:extLst>
              <a:ext uri="{FF2B5EF4-FFF2-40B4-BE49-F238E27FC236}">
                <a16:creationId xmlns:a16="http://schemas.microsoft.com/office/drawing/2014/main" id="{2757E963-0491-4AAE-877F-A4D762BBCB3B}"/>
              </a:ext>
            </a:extLst>
          </p:cNvPr>
          <p:cNvSpPr>
            <a:spLocks noGrp="1"/>
          </p:cNvSpPr>
          <p:nvPr/>
        </p:nvSpPr>
        <p:spPr>
          <a:xfrm>
            <a:off x="1461803" y="1914134"/>
            <a:ext cx="28398" cy="28398"/>
          </a:xfrm>
          <a:prstGeom prst="ellipse">
            <a:avLst/>
          </a:prstGeom>
          <a:solidFill>
            <a:srgbClr val="7F8C97">
              <a:alpha val="48000"/>
            </a:srgbClr>
          </a:solidFill>
          <a:ln w="0">
            <a:noFill/>
            <a:prstDash val="solid"/>
          </a:ln>
        </p:spPr>
      </p:sp>
      <p:sp>
        <p:nvSpPr>
          <p:cNvPr id="147" name="03_assume_matched_5444">
            <a:extLst>
              <a:ext uri="{FF2B5EF4-FFF2-40B4-BE49-F238E27FC236}">
                <a16:creationId xmlns:a16="http://schemas.microsoft.com/office/drawing/2014/main" id="{26EB98F0-9ECB-4FF6-BB8F-43BCE5142D68}"/>
              </a:ext>
            </a:extLst>
          </p:cNvPr>
          <p:cNvSpPr>
            <a:spLocks noGrp="1"/>
          </p:cNvSpPr>
          <p:nvPr/>
        </p:nvSpPr>
        <p:spPr>
          <a:xfrm>
            <a:off x="1523972" y="1962874"/>
            <a:ext cx="28398" cy="28398"/>
          </a:xfrm>
          <a:prstGeom prst="ellipse">
            <a:avLst/>
          </a:prstGeom>
          <a:solidFill>
            <a:srgbClr val="7F8C97">
              <a:alpha val="48000"/>
            </a:srgbClr>
          </a:solidFill>
          <a:ln w="0">
            <a:noFill/>
            <a:prstDash val="solid"/>
          </a:ln>
        </p:spPr>
      </p:sp>
      <p:sp>
        <p:nvSpPr>
          <p:cNvPr id="148" name="03_assume_matched_5445">
            <a:extLst>
              <a:ext uri="{FF2B5EF4-FFF2-40B4-BE49-F238E27FC236}">
                <a16:creationId xmlns:a16="http://schemas.microsoft.com/office/drawing/2014/main" id="{5D1E0BCA-0620-4EFC-9D03-8D928C417062}"/>
              </a:ext>
            </a:extLst>
          </p:cNvPr>
          <p:cNvSpPr>
            <a:spLocks noGrp="1"/>
          </p:cNvSpPr>
          <p:nvPr/>
        </p:nvSpPr>
        <p:spPr>
          <a:xfrm>
            <a:off x="1422084" y="1728926"/>
            <a:ext cx="28398" cy="28398"/>
          </a:xfrm>
          <a:prstGeom prst="ellipse">
            <a:avLst/>
          </a:prstGeom>
          <a:solidFill>
            <a:srgbClr val="7F8C97">
              <a:alpha val="48000"/>
            </a:srgbClr>
          </a:solidFill>
          <a:ln w="0">
            <a:noFill/>
            <a:prstDash val="solid"/>
          </a:ln>
        </p:spPr>
      </p:sp>
      <p:sp>
        <p:nvSpPr>
          <p:cNvPr id="149" name="03_assume_matched_5446">
            <a:extLst>
              <a:ext uri="{FF2B5EF4-FFF2-40B4-BE49-F238E27FC236}">
                <a16:creationId xmlns:a16="http://schemas.microsoft.com/office/drawing/2014/main" id="{D2A8C6A8-4655-4ACB-A5AE-D1AF7D8CA538}"/>
              </a:ext>
            </a:extLst>
          </p:cNvPr>
          <p:cNvSpPr>
            <a:spLocks noGrp="1"/>
          </p:cNvSpPr>
          <p:nvPr/>
        </p:nvSpPr>
        <p:spPr>
          <a:xfrm>
            <a:off x="1428704" y="1962874"/>
            <a:ext cx="28398" cy="28398"/>
          </a:xfrm>
          <a:prstGeom prst="ellipse">
            <a:avLst/>
          </a:prstGeom>
          <a:solidFill>
            <a:srgbClr val="7F8C97">
              <a:alpha val="48000"/>
            </a:srgbClr>
          </a:solidFill>
          <a:ln w="0">
            <a:noFill/>
            <a:prstDash val="solid"/>
          </a:ln>
        </p:spPr>
      </p:sp>
      <p:sp>
        <p:nvSpPr>
          <p:cNvPr id="150" name="03_assume_matched_5447">
            <a:extLst>
              <a:ext uri="{FF2B5EF4-FFF2-40B4-BE49-F238E27FC236}">
                <a16:creationId xmlns:a16="http://schemas.microsoft.com/office/drawing/2014/main" id="{12F9AA40-3D3A-4A7A-95EB-FB65F6041656}"/>
              </a:ext>
            </a:extLst>
          </p:cNvPr>
          <p:cNvSpPr>
            <a:spLocks noGrp="1"/>
          </p:cNvSpPr>
          <p:nvPr/>
        </p:nvSpPr>
        <p:spPr>
          <a:xfrm>
            <a:off x="1488570" y="1670439"/>
            <a:ext cx="28398" cy="28398"/>
          </a:xfrm>
          <a:prstGeom prst="ellipse">
            <a:avLst/>
          </a:prstGeom>
          <a:solidFill>
            <a:srgbClr val="7F8C97">
              <a:alpha val="48000"/>
            </a:srgbClr>
          </a:solidFill>
          <a:ln w="0">
            <a:noFill/>
            <a:prstDash val="solid"/>
          </a:ln>
        </p:spPr>
      </p:sp>
      <p:sp>
        <p:nvSpPr>
          <p:cNvPr id="151" name="03_assume_matched_5448">
            <a:extLst>
              <a:ext uri="{FF2B5EF4-FFF2-40B4-BE49-F238E27FC236}">
                <a16:creationId xmlns:a16="http://schemas.microsoft.com/office/drawing/2014/main" id="{D240F039-2B22-4625-AE51-D82CCEDFB359}"/>
              </a:ext>
            </a:extLst>
          </p:cNvPr>
          <p:cNvSpPr>
            <a:spLocks noGrp="1"/>
          </p:cNvSpPr>
          <p:nvPr/>
        </p:nvSpPr>
        <p:spPr>
          <a:xfrm>
            <a:off x="1487275" y="1670439"/>
            <a:ext cx="28398" cy="28398"/>
          </a:xfrm>
          <a:prstGeom prst="ellipse">
            <a:avLst/>
          </a:prstGeom>
          <a:solidFill>
            <a:srgbClr val="7F8C97">
              <a:alpha val="48000"/>
            </a:srgbClr>
          </a:solidFill>
          <a:ln w="0">
            <a:noFill/>
            <a:prstDash val="solid"/>
          </a:ln>
        </p:spPr>
      </p:sp>
      <p:sp>
        <p:nvSpPr>
          <p:cNvPr id="152" name="03_assume_matched_5449">
            <a:extLst>
              <a:ext uri="{FF2B5EF4-FFF2-40B4-BE49-F238E27FC236}">
                <a16:creationId xmlns:a16="http://schemas.microsoft.com/office/drawing/2014/main" id="{A0997518-0185-4EE3-9FFE-757135ED080D}"/>
              </a:ext>
            </a:extLst>
          </p:cNvPr>
          <p:cNvSpPr>
            <a:spLocks noGrp="1"/>
          </p:cNvSpPr>
          <p:nvPr/>
        </p:nvSpPr>
        <p:spPr>
          <a:xfrm>
            <a:off x="1534046" y="1962874"/>
            <a:ext cx="28398" cy="28398"/>
          </a:xfrm>
          <a:prstGeom prst="ellipse">
            <a:avLst/>
          </a:prstGeom>
          <a:solidFill>
            <a:srgbClr val="7F8C97">
              <a:alpha val="48000"/>
            </a:srgbClr>
          </a:solidFill>
          <a:ln w="0">
            <a:noFill/>
            <a:prstDash val="solid"/>
          </a:ln>
        </p:spPr>
      </p:sp>
      <p:sp>
        <p:nvSpPr>
          <p:cNvPr id="153" name="03_assume_matched_5450">
            <a:extLst>
              <a:ext uri="{FF2B5EF4-FFF2-40B4-BE49-F238E27FC236}">
                <a16:creationId xmlns:a16="http://schemas.microsoft.com/office/drawing/2014/main" id="{6C3FD5B9-1309-48E9-B7D7-B03F50921B18}"/>
              </a:ext>
            </a:extLst>
          </p:cNvPr>
          <p:cNvSpPr>
            <a:spLocks noGrp="1"/>
          </p:cNvSpPr>
          <p:nvPr/>
        </p:nvSpPr>
        <p:spPr>
          <a:xfrm>
            <a:off x="1512315" y="1962874"/>
            <a:ext cx="28398" cy="28398"/>
          </a:xfrm>
          <a:prstGeom prst="ellipse">
            <a:avLst/>
          </a:prstGeom>
          <a:solidFill>
            <a:srgbClr val="7F8C97">
              <a:alpha val="48000"/>
            </a:srgbClr>
          </a:solidFill>
          <a:ln w="0">
            <a:noFill/>
            <a:prstDash val="solid"/>
          </a:ln>
        </p:spPr>
      </p:sp>
      <p:sp>
        <p:nvSpPr>
          <p:cNvPr id="154" name="03_assume_matched_5451">
            <a:extLst>
              <a:ext uri="{FF2B5EF4-FFF2-40B4-BE49-F238E27FC236}">
                <a16:creationId xmlns:a16="http://schemas.microsoft.com/office/drawing/2014/main" id="{2CB4D91C-5D03-4BA3-97E0-DFDE1A45D447}"/>
              </a:ext>
            </a:extLst>
          </p:cNvPr>
          <p:cNvSpPr>
            <a:spLocks noGrp="1"/>
          </p:cNvSpPr>
          <p:nvPr/>
        </p:nvSpPr>
        <p:spPr>
          <a:xfrm>
            <a:off x="1444390" y="1962874"/>
            <a:ext cx="28398" cy="28398"/>
          </a:xfrm>
          <a:prstGeom prst="ellipse">
            <a:avLst/>
          </a:prstGeom>
          <a:solidFill>
            <a:srgbClr val="7F8C97">
              <a:alpha val="48000"/>
            </a:srgbClr>
          </a:solidFill>
          <a:ln w="0">
            <a:noFill/>
            <a:prstDash val="solid"/>
          </a:ln>
        </p:spPr>
      </p:sp>
      <p:sp>
        <p:nvSpPr>
          <p:cNvPr id="155" name="03_assume_matched_5452">
            <a:extLst>
              <a:ext uri="{FF2B5EF4-FFF2-40B4-BE49-F238E27FC236}">
                <a16:creationId xmlns:a16="http://schemas.microsoft.com/office/drawing/2014/main" id="{01CA39B6-E7D9-4C37-8BDE-701F2D5814E5}"/>
              </a:ext>
            </a:extLst>
          </p:cNvPr>
          <p:cNvSpPr>
            <a:spLocks noGrp="1"/>
          </p:cNvSpPr>
          <p:nvPr/>
        </p:nvSpPr>
        <p:spPr>
          <a:xfrm>
            <a:off x="1515193" y="1962874"/>
            <a:ext cx="28398" cy="28398"/>
          </a:xfrm>
          <a:prstGeom prst="ellipse">
            <a:avLst/>
          </a:prstGeom>
          <a:solidFill>
            <a:srgbClr val="7F8C97">
              <a:alpha val="48000"/>
            </a:srgbClr>
          </a:solidFill>
          <a:ln w="0">
            <a:noFill/>
            <a:prstDash val="solid"/>
          </a:ln>
        </p:spPr>
      </p:sp>
      <p:sp>
        <p:nvSpPr>
          <p:cNvPr id="156" name="03_assume_matched_5453">
            <a:extLst>
              <a:ext uri="{FF2B5EF4-FFF2-40B4-BE49-F238E27FC236}">
                <a16:creationId xmlns:a16="http://schemas.microsoft.com/office/drawing/2014/main" id="{73F21793-2088-4AC9-BB6D-10572B7D4911}"/>
              </a:ext>
            </a:extLst>
          </p:cNvPr>
          <p:cNvSpPr>
            <a:spLocks noGrp="1"/>
          </p:cNvSpPr>
          <p:nvPr/>
        </p:nvSpPr>
        <p:spPr>
          <a:xfrm>
            <a:off x="1503537" y="1962874"/>
            <a:ext cx="28398" cy="28398"/>
          </a:xfrm>
          <a:prstGeom prst="ellipse">
            <a:avLst/>
          </a:prstGeom>
          <a:solidFill>
            <a:srgbClr val="7F8C97">
              <a:alpha val="48000"/>
            </a:srgbClr>
          </a:solidFill>
          <a:ln w="0">
            <a:noFill/>
            <a:prstDash val="solid"/>
          </a:ln>
        </p:spPr>
      </p:sp>
      <p:sp>
        <p:nvSpPr>
          <p:cNvPr id="157" name="03_assume_matched_5454">
            <a:extLst>
              <a:ext uri="{FF2B5EF4-FFF2-40B4-BE49-F238E27FC236}">
                <a16:creationId xmlns:a16="http://schemas.microsoft.com/office/drawing/2014/main" id="{26F332AF-E280-4D2A-AB96-3905E3D966A5}"/>
              </a:ext>
            </a:extLst>
          </p:cNvPr>
          <p:cNvSpPr>
            <a:spLocks noGrp="1"/>
          </p:cNvSpPr>
          <p:nvPr/>
        </p:nvSpPr>
        <p:spPr>
          <a:xfrm>
            <a:off x="1509725" y="1962874"/>
            <a:ext cx="28398" cy="28398"/>
          </a:xfrm>
          <a:prstGeom prst="ellipse">
            <a:avLst/>
          </a:prstGeom>
          <a:solidFill>
            <a:srgbClr val="7F8C97">
              <a:alpha val="48000"/>
            </a:srgbClr>
          </a:solidFill>
          <a:ln w="0">
            <a:noFill/>
            <a:prstDash val="solid"/>
          </a:ln>
        </p:spPr>
      </p:sp>
      <p:sp>
        <p:nvSpPr>
          <p:cNvPr id="158" name="03_assume_matched_5455">
            <a:extLst>
              <a:ext uri="{FF2B5EF4-FFF2-40B4-BE49-F238E27FC236}">
                <a16:creationId xmlns:a16="http://schemas.microsoft.com/office/drawing/2014/main" id="{1439447F-651B-4ED5-8B5D-11E10B4CCEF7}"/>
              </a:ext>
            </a:extLst>
          </p:cNvPr>
          <p:cNvSpPr>
            <a:spLocks noGrp="1"/>
          </p:cNvSpPr>
          <p:nvPr/>
        </p:nvSpPr>
        <p:spPr>
          <a:xfrm>
            <a:off x="1523108" y="1962874"/>
            <a:ext cx="28398" cy="28398"/>
          </a:xfrm>
          <a:prstGeom prst="ellipse">
            <a:avLst/>
          </a:prstGeom>
          <a:solidFill>
            <a:srgbClr val="7F8C97">
              <a:alpha val="48000"/>
            </a:srgbClr>
          </a:solidFill>
          <a:ln w="0">
            <a:noFill/>
            <a:prstDash val="solid"/>
          </a:ln>
        </p:spPr>
      </p:sp>
      <p:sp>
        <p:nvSpPr>
          <p:cNvPr id="159" name="03_assume_matched_5456">
            <a:extLst>
              <a:ext uri="{FF2B5EF4-FFF2-40B4-BE49-F238E27FC236}">
                <a16:creationId xmlns:a16="http://schemas.microsoft.com/office/drawing/2014/main" id="{881238D3-8DB2-4311-AA0D-2F24573D8567}"/>
              </a:ext>
            </a:extLst>
          </p:cNvPr>
          <p:cNvSpPr>
            <a:spLocks noGrp="1"/>
          </p:cNvSpPr>
          <p:nvPr/>
        </p:nvSpPr>
        <p:spPr>
          <a:xfrm>
            <a:off x="1431726" y="1378004"/>
            <a:ext cx="28398" cy="28398"/>
          </a:xfrm>
          <a:prstGeom prst="ellipse">
            <a:avLst/>
          </a:prstGeom>
          <a:solidFill>
            <a:srgbClr val="7F8C97">
              <a:alpha val="48000"/>
            </a:srgbClr>
          </a:solidFill>
          <a:ln w="0">
            <a:noFill/>
            <a:prstDash val="solid"/>
          </a:ln>
        </p:spPr>
      </p:sp>
      <p:sp>
        <p:nvSpPr>
          <p:cNvPr id="160" name="03_assume_matched_5457">
            <a:extLst>
              <a:ext uri="{FF2B5EF4-FFF2-40B4-BE49-F238E27FC236}">
                <a16:creationId xmlns:a16="http://schemas.microsoft.com/office/drawing/2014/main" id="{E539E483-E895-4E61-89E8-A3DFD494D2FF}"/>
              </a:ext>
            </a:extLst>
          </p:cNvPr>
          <p:cNvSpPr>
            <a:spLocks noGrp="1"/>
          </p:cNvSpPr>
          <p:nvPr/>
        </p:nvSpPr>
        <p:spPr>
          <a:xfrm>
            <a:off x="1420933" y="1962874"/>
            <a:ext cx="28398" cy="28398"/>
          </a:xfrm>
          <a:prstGeom prst="ellipse">
            <a:avLst/>
          </a:prstGeom>
          <a:solidFill>
            <a:srgbClr val="7F8C97">
              <a:alpha val="48000"/>
            </a:srgbClr>
          </a:solidFill>
          <a:ln w="0">
            <a:noFill/>
            <a:prstDash val="solid"/>
          </a:ln>
        </p:spPr>
      </p:sp>
      <p:sp>
        <p:nvSpPr>
          <p:cNvPr id="161" name="03_assume_matched_5458">
            <a:extLst>
              <a:ext uri="{FF2B5EF4-FFF2-40B4-BE49-F238E27FC236}">
                <a16:creationId xmlns:a16="http://schemas.microsoft.com/office/drawing/2014/main" id="{C2BE5457-A192-41C2-B2DB-48667957D458}"/>
              </a:ext>
            </a:extLst>
          </p:cNvPr>
          <p:cNvSpPr>
            <a:spLocks noGrp="1"/>
          </p:cNvSpPr>
          <p:nvPr/>
        </p:nvSpPr>
        <p:spPr>
          <a:xfrm>
            <a:off x="1503825" y="1962874"/>
            <a:ext cx="28398" cy="28398"/>
          </a:xfrm>
          <a:prstGeom prst="ellipse">
            <a:avLst/>
          </a:prstGeom>
          <a:solidFill>
            <a:srgbClr val="7F8C97">
              <a:alpha val="48000"/>
            </a:srgbClr>
          </a:solidFill>
          <a:ln w="0">
            <a:noFill/>
            <a:prstDash val="solid"/>
          </a:ln>
        </p:spPr>
      </p:sp>
      <p:sp>
        <p:nvSpPr>
          <p:cNvPr id="162" name="03_assume_matched_5459">
            <a:extLst>
              <a:ext uri="{FF2B5EF4-FFF2-40B4-BE49-F238E27FC236}">
                <a16:creationId xmlns:a16="http://schemas.microsoft.com/office/drawing/2014/main" id="{6B4EBB25-21C8-44BF-9783-DA485CEC29EE}"/>
              </a:ext>
            </a:extLst>
          </p:cNvPr>
          <p:cNvSpPr>
            <a:spLocks noGrp="1"/>
          </p:cNvSpPr>
          <p:nvPr/>
        </p:nvSpPr>
        <p:spPr>
          <a:xfrm>
            <a:off x="1540953" y="1921097"/>
            <a:ext cx="28398" cy="28398"/>
          </a:xfrm>
          <a:prstGeom prst="ellipse">
            <a:avLst/>
          </a:prstGeom>
          <a:solidFill>
            <a:srgbClr val="7F8C97">
              <a:alpha val="48000"/>
            </a:srgbClr>
          </a:solidFill>
          <a:ln w="0">
            <a:noFill/>
            <a:prstDash val="solid"/>
          </a:ln>
        </p:spPr>
      </p:sp>
      <p:sp>
        <p:nvSpPr>
          <p:cNvPr id="163" name="03_assume_matched_5460">
            <a:extLst>
              <a:ext uri="{FF2B5EF4-FFF2-40B4-BE49-F238E27FC236}">
                <a16:creationId xmlns:a16="http://schemas.microsoft.com/office/drawing/2014/main" id="{B88D8B9C-94F5-41A1-970A-9944265DC4A1}"/>
              </a:ext>
            </a:extLst>
          </p:cNvPr>
          <p:cNvSpPr>
            <a:spLocks noGrp="1"/>
          </p:cNvSpPr>
          <p:nvPr/>
        </p:nvSpPr>
        <p:spPr>
          <a:xfrm>
            <a:off x="1547141" y="1475483"/>
            <a:ext cx="28398" cy="28398"/>
          </a:xfrm>
          <a:prstGeom prst="ellipse">
            <a:avLst/>
          </a:prstGeom>
          <a:solidFill>
            <a:srgbClr val="7F8C97">
              <a:alpha val="48000"/>
            </a:srgbClr>
          </a:solidFill>
          <a:ln w="0">
            <a:noFill/>
            <a:prstDash val="solid"/>
          </a:ln>
        </p:spPr>
      </p:sp>
      <p:sp>
        <p:nvSpPr>
          <p:cNvPr id="164" name="03_assume_matched_5461">
            <a:extLst>
              <a:ext uri="{FF2B5EF4-FFF2-40B4-BE49-F238E27FC236}">
                <a16:creationId xmlns:a16="http://schemas.microsoft.com/office/drawing/2014/main" id="{FB9B39CF-D0E9-403E-8BED-BD874966FC0B}"/>
              </a:ext>
            </a:extLst>
          </p:cNvPr>
          <p:cNvSpPr>
            <a:spLocks noGrp="1"/>
          </p:cNvSpPr>
          <p:nvPr/>
        </p:nvSpPr>
        <p:spPr>
          <a:xfrm>
            <a:off x="1458206" y="1962874"/>
            <a:ext cx="28398" cy="28398"/>
          </a:xfrm>
          <a:prstGeom prst="ellipse">
            <a:avLst/>
          </a:prstGeom>
          <a:solidFill>
            <a:srgbClr val="7F8C97">
              <a:alpha val="48000"/>
            </a:srgbClr>
          </a:solidFill>
          <a:ln w="0">
            <a:noFill/>
            <a:prstDash val="solid"/>
          </a:ln>
        </p:spPr>
      </p:sp>
      <p:sp>
        <p:nvSpPr>
          <p:cNvPr id="165" name="03_assume_matched_5462">
            <a:extLst>
              <a:ext uri="{FF2B5EF4-FFF2-40B4-BE49-F238E27FC236}">
                <a16:creationId xmlns:a16="http://schemas.microsoft.com/office/drawing/2014/main" id="{A97DD97D-64F6-4AA9-802F-19AE41BE613F}"/>
              </a:ext>
            </a:extLst>
          </p:cNvPr>
          <p:cNvSpPr>
            <a:spLocks noGrp="1"/>
          </p:cNvSpPr>
          <p:nvPr/>
        </p:nvSpPr>
        <p:spPr>
          <a:xfrm>
            <a:off x="1511020" y="1962874"/>
            <a:ext cx="28398" cy="28398"/>
          </a:xfrm>
          <a:prstGeom prst="ellipse">
            <a:avLst/>
          </a:prstGeom>
          <a:solidFill>
            <a:srgbClr val="7F8C97">
              <a:alpha val="48000"/>
            </a:srgbClr>
          </a:solidFill>
          <a:ln w="0">
            <a:noFill/>
            <a:prstDash val="solid"/>
          </a:ln>
        </p:spPr>
      </p:sp>
      <p:sp>
        <p:nvSpPr>
          <p:cNvPr id="166" name="03_assume_matched_5463">
            <a:extLst>
              <a:ext uri="{FF2B5EF4-FFF2-40B4-BE49-F238E27FC236}">
                <a16:creationId xmlns:a16="http://schemas.microsoft.com/office/drawing/2014/main" id="{A9E4CE68-71A2-4908-A162-054E78FBAC32}"/>
              </a:ext>
            </a:extLst>
          </p:cNvPr>
          <p:cNvSpPr>
            <a:spLocks noGrp="1"/>
          </p:cNvSpPr>
          <p:nvPr/>
        </p:nvSpPr>
        <p:spPr>
          <a:xfrm>
            <a:off x="1521957" y="1378004"/>
            <a:ext cx="28398" cy="28398"/>
          </a:xfrm>
          <a:prstGeom prst="ellipse">
            <a:avLst/>
          </a:prstGeom>
          <a:solidFill>
            <a:srgbClr val="7F8C97">
              <a:alpha val="48000"/>
            </a:srgbClr>
          </a:solidFill>
          <a:ln w="0">
            <a:noFill/>
            <a:prstDash val="solid"/>
          </a:ln>
        </p:spPr>
      </p:sp>
      <p:sp>
        <p:nvSpPr>
          <p:cNvPr id="167" name="03_assume_matched_5464">
            <a:extLst>
              <a:ext uri="{FF2B5EF4-FFF2-40B4-BE49-F238E27FC236}">
                <a16:creationId xmlns:a16="http://schemas.microsoft.com/office/drawing/2014/main" id="{DBCA7B7A-22F1-4928-9D8B-0010072BC140}"/>
              </a:ext>
            </a:extLst>
          </p:cNvPr>
          <p:cNvSpPr>
            <a:spLocks noGrp="1"/>
          </p:cNvSpPr>
          <p:nvPr/>
        </p:nvSpPr>
        <p:spPr>
          <a:xfrm>
            <a:off x="1539370" y="1378004"/>
            <a:ext cx="28398" cy="28398"/>
          </a:xfrm>
          <a:prstGeom prst="ellipse">
            <a:avLst/>
          </a:prstGeom>
          <a:solidFill>
            <a:srgbClr val="7F8C97">
              <a:alpha val="48000"/>
            </a:srgbClr>
          </a:solidFill>
          <a:ln w="0">
            <a:noFill/>
            <a:prstDash val="solid"/>
          </a:ln>
        </p:spPr>
      </p:sp>
      <p:sp>
        <p:nvSpPr>
          <p:cNvPr id="168" name="03_assume_matched_5465">
            <a:extLst>
              <a:ext uri="{FF2B5EF4-FFF2-40B4-BE49-F238E27FC236}">
                <a16:creationId xmlns:a16="http://schemas.microsoft.com/office/drawing/2014/main" id="{A3EC96A6-9C34-4378-BEBD-479B711561E5}"/>
              </a:ext>
            </a:extLst>
          </p:cNvPr>
          <p:cNvSpPr>
            <a:spLocks noGrp="1"/>
          </p:cNvSpPr>
          <p:nvPr/>
        </p:nvSpPr>
        <p:spPr>
          <a:xfrm>
            <a:off x="1524116" y="1378004"/>
            <a:ext cx="28398" cy="28398"/>
          </a:xfrm>
          <a:prstGeom prst="ellipse">
            <a:avLst/>
          </a:prstGeom>
          <a:solidFill>
            <a:srgbClr val="7F8C97">
              <a:alpha val="48000"/>
            </a:srgbClr>
          </a:solidFill>
          <a:ln w="0">
            <a:noFill/>
            <a:prstDash val="solid"/>
          </a:ln>
        </p:spPr>
      </p:sp>
      <p:sp>
        <p:nvSpPr>
          <p:cNvPr id="169" name="03_assume_matched_5466">
            <a:extLst>
              <a:ext uri="{FF2B5EF4-FFF2-40B4-BE49-F238E27FC236}">
                <a16:creationId xmlns:a16="http://schemas.microsoft.com/office/drawing/2014/main" id="{FCA17719-80BC-406D-8175-BE9C7CCEC859}"/>
              </a:ext>
            </a:extLst>
          </p:cNvPr>
          <p:cNvSpPr>
            <a:spLocks noGrp="1"/>
          </p:cNvSpPr>
          <p:nvPr/>
        </p:nvSpPr>
        <p:spPr>
          <a:xfrm>
            <a:off x="1502386" y="1962874"/>
            <a:ext cx="28398" cy="28398"/>
          </a:xfrm>
          <a:prstGeom prst="ellipse">
            <a:avLst/>
          </a:prstGeom>
          <a:solidFill>
            <a:srgbClr val="7F8C97">
              <a:alpha val="48000"/>
            </a:srgbClr>
          </a:solidFill>
          <a:ln w="0">
            <a:noFill/>
            <a:prstDash val="solid"/>
          </a:ln>
        </p:spPr>
      </p:sp>
      <p:sp>
        <p:nvSpPr>
          <p:cNvPr id="170" name="03_assume_matched_5467">
            <a:extLst>
              <a:ext uri="{FF2B5EF4-FFF2-40B4-BE49-F238E27FC236}">
                <a16:creationId xmlns:a16="http://schemas.microsoft.com/office/drawing/2014/main" id="{C815EEC3-8B01-4DF1-A673-BAA931906D20}"/>
              </a:ext>
            </a:extLst>
          </p:cNvPr>
          <p:cNvSpPr>
            <a:spLocks noGrp="1"/>
          </p:cNvSpPr>
          <p:nvPr/>
        </p:nvSpPr>
        <p:spPr>
          <a:xfrm>
            <a:off x="1414169" y="1378004"/>
            <a:ext cx="28398" cy="28398"/>
          </a:xfrm>
          <a:prstGeom prst="ellipse">
            <a:avLst/>
          </a:prstGeom>
          <a:solidFill>
            <a:srgbClr val="7F8C97">
              <a:alpha val="48000"/>
            </a:srgbClr>
          </a:solidFill>
          <a:ln w="0">
            <a:noFill/>
            <a:prstDash val="solid"/>
          </a:ln>
        </p:spPr>
      </p:sp>
      <p:sp>
        <p:nvSpPr>
          <p:cNvPr id="171" name="03_assume_matched_5468">
            <a:extLst>
              <a:ext uri="{FF2B5EF4-FFF2-40B4-BE49-F238E27FC236}">
                <a16:creationId xmlns:a16="http://schemas.microsoft.com/office/drawing/2014/main" id="{14E70648-9EC8-4CD3-8BF0-E5196267D93D}"/>
              </a:ext>
            </a:extLst>
          </p:cNvPr>
          <p:cNvSpPr>
            <a:spLocks noGrp="1"/>
          </p:cNvSpPr>
          <p:nvPr/>
        </p:nvSpPr>
        <p:spPr>
          <a:xfrm>
            <a:off x="1428129" y="1962874"/>
            <a:ext cx="28398" cy="28398"/>
          </a:xfrm>
          <a:prstGeom prst="ellipse">
            <a:avLst/>
          </a:prstGeom>
          <a:solidFill>
            <a:srgbClr val="7F8C97">
              <a:alpha val="48000"/>
            </a:srgbClr>
          </a:solidFill>
          <a:ln w="0">
            <a:noFill/>
            <a:prstDash val="solid"/>
          </a:ln>
        </p:spPr>
      </p:sp>
      <p:sp>
        <p:nvSpPr>
          <p:cNvPr id="172" name="03_assume_matched_5469">
            <a:extLst>
              <a:ext uri="{FF2B5EF4-FFF2-40B4-BE49-F238E27FC236}">
                <a16:creationId xmlns:a16="http://schemas.microsoft.com/office/drawing/2014/main" id="{8DC2D227-1137-44BF-93A4-A19808B174E4}"/>
              </a:ext>
            </a:extLst>
          </p:cNvPr>
          <p:cNvSpPr>
            <a:spLocks noGrp="1"/>
          </p:cNvSpPr>
          <p:nvPr/>
        </p:nvSpPr>
        <p:spPr>
          <a:xfrm>
            <a:off x="1489290" y="1378004"/>
            <a:ext cx="28398" cy="28398"/>
          </a:xfrm>
          <a:prstGeom prst="ellipse">
            <a:avLst/>
          </a:prstGeom>
          <a:solidFill>
            <a:srgbClr val="7F8C97">
              <a:alpha val="48000"/>
            </a:srgbClr>
          </a:solidFill>
          <a:ln w="0">
            <a:noFill/>
            <a:prstDash val="solid"/>
          </a:ln>
        </p:spPr>
      </p:sp>
      <p:sp>
        <p:nvSpPr>
          <p:cNvPr id="173" name="03_assume_matched_5470">
            <a:extLst>
              <a:ext uri="{FF2B5EF4-FFF2-40B4-BE49-F238E27FC236}">
                <a16:creationId xmlns:a16="http://schemas.microsoft.com/office/drawing/2014/main" id="{7BE6A729-ABE3-4D5D-99CA-5F1651873E00}"/>
              </a:ext>
            </a:extLst>
          </p:cNvPr>
          <p:cNvSpPr>
            <a:spLocks noGrp="1"/>
          </p:cNvSpPr>
          <p:nvPr/>
        </p:nvSpPr>
        <p:spPr>
          <a:xfrm>
            <a:off x="1434173" y="1962874"/>
            <a:ext cx="28398" cy="28398"/>
          </a:xfrm>
          <a:prstGeom prst="ellipse">
            <a:avLst/>
          </a:prstGeom>
          <a:solidFill>
            <a:srgbClr val="7F8C97">
              <a:alpha val="48000"/>
            </a:srgbClr>
          </a:solidFill>
          <a:ln w="0">
            <a:noFill/>
            <a:prstDash val="solid"/>
          </a:ln>
        </p:spPr>
      </p:sp>
      <p:sp>
        <p:nvSpPr>
          <p:cNvPr id="174" name="03_assume_matched_5471">
            <a:extLst>
              <a:ext uri="{FF2B5EF4-FFF2-40B4-BE49-F238E27FC236}">
                <a16:creationId xmlns:a16="http://schemas.microsoft.com/office/drawing/2014/main" id="{8B607D60-3341-41BF-B3C2-915D84CB30CB}"/>
              </a:ext>
            </a:extLst>
          </p:cNvPr>
          <p:cNvSpPr>
            <a:spLocks noGrp="1"/>
          </p:cNvSpPr>
          <p:nvPr/>
        </p:nvSpPr>
        <p:spPr>
          <a:xfrm>
            <a:off x="1460220" y="1962874"/>
            <a:ext cx="28398" cy="28398"/>
          </a:xfrm>
          <a:prstGeom prst="ellipse">
            <a:avLst/>
          </a:prstGeom>
          <a:solidFill>
            <a:srgbClr val="7F8C97">
              <a:alpha val="48000"/>
            </a:srgbClr>
          </a:solidFill>
          <a:ln w="0">
            <a:noFill/>
            <a:prstDash val="solid"/>
          </a:ln>
        </p:spPr>
      </p:sp>
      <p:sp>
        <p:nvSpPr>
          <p:cNvPr id="175" name="03_assume_matched_5472">
            <a:extLst>
              <a:ext uri="{FF2B5EF4-FFF2-40B4-BE49-F238E27FC236}">
                <a16:creationId xmlns:a16="http://schemas.microsoft.com/office/drawing/2014/main" id="{41E03E15-5CC2-4D91-8E75-130001EF3271}"/>
              </a:ext>
            </a:extLst>
          </p:cNvPr>
          <p:cNvSpPr>
            <a:spLocks noGrp="1"/>
          </p:cNvSpPr>
          <p:nvPr/>
        </p:nvSpPr>
        <p:spPr>
          <a:xfrm>
            <a:off x="1409276" y="1962874"/>
            <a:ext cx="28398" cy="28398"/>
          </a:xfrm>
          <a:prstGeom prst="ellipse">
            <a:avLst/>
          </a:prstGeom>
          <a:solidFill>
            <a:srgbClr val="7F8C97">
              <a:alpha val="48000"/>
            </a:srgbClr>
          </a:solidFill>
          <a:ln w="0">
            <a:noFill/>
            <a:prstDash val="solid"/>
          </a:ln>
        </p:spPr>
      </p:sp>
      <p:sp>
        <p:nvSpPr>
          <p:cNvPr id="176" name="03_assume_matched_5473">
            <a:extLst>
              <a:ext uri="{FF2B5EF4-FFF2-40B4-BE49-F238E27FC236}">
                <a16:creationId xmlns:a16="http://schemas.microsoft.com/office/drawing/2014/main" id="{3EDC23F5-9524-4658-B023-4F8A76EAB3AE}"/>
              </a:ext>
            </a:extLst>
          </p:cNvPr>
          <p:cNvSpPr>
            <a:spLocks noGrp="1"/>
          </p:cNvSpPr>
          <p:nvPr/>
        </p:nvSpPr>
        <p:spPr>
          <a:xfrm>
            <a:off x="2281956" y="1647944"/>
            <a:ext cx="28398" cy="28398"/>
          </a:xfrm>
          <a:prstGeom prst="ellipse">
            <a:avLst/>
          </a:prstGeom>
          <a:solidFill>
            <a:srgbClr val="7F8C97">
              <a:alpha val="48000"/>
            </a:srgbClr>
          </a:solidFill>
          <a:ln w="0">
            <a:noFill/>
            <a:prstDash val="solid"/>
          </a:ln>
        </p:spPr>
      </p:sp>
      <p:sp>
        <p:nvSpPr>
          <p:cNvPr id="177" name="03_assume_matched_5474">
            <a:extLst>
              <a:ext uri="{FF2B5EF4-FFF2-40B4-BE49-F238E27FC236}">
                <a16:creationId xmlns:a16="http://schemas.microsoft.com/office/drawing/2014/main" id="{22532ED4-8B47-4B1F-AEBF-AEFC302EF307}"/>
              </a:ext>
            </a:extLst>
          </p:cNvPr>
          <p:cNvSpPr>
            <a:spLocks noGrp="1"/>
          </p:cNvSpPr>
          <p:nvPr/>
        </p:nvSpPr>
        <p:spPr>
          <a:xfrm>
            <a:off x="2270443" y="1962874"/>
            <a:ext cx="28398" cy="28398"/>
          </a:xfrm>
          <a:prstGeom prst="ellipse">
            <a:avLst/>
          </a:prstGeom>
          <a:solidFill>
            <a:srgbClr val="7F8C97">
              <a:alpha val="48000"/>
            </a:srgbClr>
          </a:solidFill>
          <a:ln w="0">
            <a:noFill/>
            <a:prstDash val="solid"/>
          </a:ln>
        </p:spPr>
      </p:sp>
      <p:sp>
        <p:nvSpPr>
          <p:cNvPr id="178" name="03_assume_matched_5475">
            <a:extLst>
              <a:ext uri="{FF2B5EF4-FFF2-40B4-BE49-F238E27FC236}">
                <a16:creationId xmlns:a16="http://schemas.microsoft.com/office/drawing/2014/main" id="{4F728759-856F-4BE4-BB0C-1783DB065338}"/>
              </a:ext>
            </a:extLst>
          </p:cNvPr>
          <p:cNvSpPr>
            <a:spLocks noGrp="1"/>
          </p:cNvSpPr>
          <p:nvPr/>
        </p:nvSpPr>
        <p:spPr>
          <a:xfrm>
            <a:off x="2213311" y="1962874"/>
            <a:ext cx="28398" cy="28398"/>
          </a:xfrm>
          <a:prstGeom prst="ellipse">
            <a:avLst/>
          </a:prstGeom>
          <a:solidFill>
            <a:srgbClr val="7F8C97">
              <a:alpha val="48000"/>
            </a:srgbClr>
          </a:solidFill>
          <a:ln w="0">
            <a:noFill/>
            <a:prstDash val="solid"/>
          </a:ln>
        </p:spPr>
      </p:sp>
      <p:sp>
        <p:nvSpPr>
          <p:cNvPr id="179" name="03_assume_matched_5476">
            <a:extLst>
              <a:ext uri="{FF2B5EF4-FFF2-40B4-BE49-F238E27FC236}">
                <a16:creationId xmlns:a16="http://schemas.microsoft.com/office/drawing/2014/main" id="{D35F3916-EE0C-4646-ABD7-9561B067CBA6}"/>
              </a:ext>
            </a:extLst>
          </p:cNvPr>
          <p:cNvSpPr>
            <a:spLocks noGrp="1"/>
          </p:cNvSpPr>
          <p:nvPr/>
        </p:nvSpPr>
        <p:spPr>
          <a:xfrm>
            <a:off x="2292173" y="1378004"/>
            <a:ext cx="28398" cy="28398"/>
          </a:xfrm>
          <a:prstGeom prst="ellipse">
            <a:avLst/>
          </a:prstGeom>
          <a:solidFill>
            <a:srgbClr val="7F8C97">
              <a:alpha val="48000"/>
            </a:srgbClr>
          </a:solidFill>
          <a:ln w="0">
            <a:noFill/>
            <a:prstDash val="solid"/>
          </a:ln>
        </p:spPr>
      </p:sp>
      <p:sp>
        <p:nvSpPr>
          <p:cNvPr id="180" name="03_assume_matched_5477">
            <a:extLst>
              <a:ext uri="{FF2B5EF4-FFF2-40B4-BE49-F238E27FC236}">
                <a16:creationId xmlns:a16="http://schemas.microsoft.com/office/drawing/2014/main" id="{DE608966-0C34-4E2E-9857-28E7C3AD539E}"/>
              </a:ext>
            </a:extLst>
          </p:cNvPr>
          <p:cNvSpPr>
            <a:spLocks noGrp="1"/>
          </p:cNvSpPr>
          <p:nvPr/>
        </p:nvSpPr>
        <p:spPr>
          <a:xfrm>
            <a:off x="2259938" y="1545110"/>
            <a:ext cx="28398" cy="28398"/>
          </a:xfrm>
          <a:prstGeom prst="ellipse">
            <a:avLst/>
          </a:prstGeom>
          <a:solidFill>
            <a:srgbClr val="7F8C97">
              <a:alpha val="48000"/>
            </a:srgbClr>
          </a:solidFill>
          <a:ln w="0">
            <a:noFill/>
            <a:prstDash val="solid"/>
          </a:ln>
        </p:spPr>
      </p:sp>
      <p:sp>
        <p:nvSpPr>
          <p:cNvPr id="181" name="03_assume_matched_5478">
            <a:extLst>
              <a:ext uri="{FF2B5EF4-FFF2-40B4-BE49-F238E27FC236}">
                <a16:creationId xmlns:a16="http://schemas.microsoft.com/office/drawing/2014/main" id="{9A9013E1-03E9-4A91-BBC8-EA628165705A}"/>
              </a:ext>
            </a:extLst>
          </p:cNvPr>
          <p:cNvSpPr>
            <a:spLocks noGrp="1"/>
          </p:cNvSpPr>
          <p:nvPr/>
        </p:nvSpPr>
        <p:spPr>
          <a:xfrm>
            <a:off x="2164670" y="1697024"/>
            <a:ext cx="28398" cy="28398"/>
          </a:xfrm>
          <a:prstGeom prst="ellipse">
            <a:avLst/>
          </a:prstGeom>
          <a:solidFill>
            <a:srgbClr val="7F8C97">
              <a:alpha val="48000"/>
            </a:srgbClr>
          </a:solidFill>
          <a:ln w="0">
            <a:noFill/>
            <a:prstDash val="solid"/>
          </a:ln>
        </p:spPr>
      </p:sp>
      <p:sp>
        <p:nvSpPr>
          <p:cNvPr id="182" name="03_assume_matched_5479">
            <a:extLst>
              <a:ext uri="{FF2B5EF4-FFF2-40B4-BE49-F238E27FC236}">
                <a16:creationId xmlns:a16="http://schemas.microsoft.com/office/drawing/2014/main" id="{10CCFF26-4AB1-4DD6-98AE-3EA1B9BD683F}"/>
              </a:ext>
            </a:extLst>
          </p:cNvPr>
          <p:cNvSpPr>
            <a:spLocks noGrp="1"/>
          </p:cNvSpPr>
          <p:nvPr/>
        </p:nvSpPr>
        <p:spPr>
          <a:xfrm>
            <a:off x="2195322" y="1962874"/>
            <a:ext cx="28398" cy="28398"/>
          </a:xfrm>
          <a:prstGeom prst="ellipse">
            <a:avLst/>
          </a:prstGeom>
          <a:solidFill>
            <a:srgbClr val="7F8C97">
              <a:alpha val="48000"/>
            </a:srgbClr>
          </a:solidFill>
          <a:ln w="0">
            <a:noFill/>
            <a:prstDash val="solid"/>
          </a:ln>
        </p:spPr>
      </p:sp>
      <p:sp>
        <p:nvSpPr>
          <p:cNvPr id="183" name="03_assume_matched_5480">
            <a:extLst>
              <a:ext uri="{FF2B5EF4-FFF2-40B4-BE49-F238E27FC236}">
                <a16:creationId xmlns:a16="http://schemas.microsoft.com/office/drawing/2014/main" id="{D3BE1AFE-51FC-4A57-BE6B-48C7B2E5B4D8}"/>
              </a:ext>
            </a:extLst>
          </p:cNvPr>
          <p:cNvSpPr>
            <a:spLocks noGrp="1"/>
          </p:cNvSpPr>
          <p:nvPr/>
        </p:nvSpPr>
        <p:spPr>
          <a:xfrm>
            <a:off x="2164382" y="1962874"/>
            <a:ext cx="28398" cy="28398"/>
          </a:xfrm>
          <a:prstGeom prst="ellipse">
            <a:avLst/>
          </a:prstGeom>
          <a:solidFill>
            <a:srgbClr val="7F8C97">
              <a:alpha val="48000"/>
            </a:srgbClr>
          </a:solidFill>
          <a:ln w="0">
            <a:noFill/>
            <a:prstDash val="solid"/>
          </a:ln>
        </p:spPr>
      </p:sp>
      <p:sp>
        <p:nvSpPr>
          <p:cNvPr id="184" name="03_assume_matched_5481">
            <a:extLst>
              <a:ext uri="{FF2B5EF4-FFF2-40B4-BE49-F238E27FC236}">
                <a16:creationId xmlns:a16="http://schemas.microsoft.com/office/drawing/2014/main" id="{E00023CE-DF63-4525-8ADC-0FFBC45E10F6}"/>
              </a:ext>
            </a:extLst>
          </p:cNvPr>
          <p:cNvSpPr>
            <a:spLocks noGrp="1"/>
          </p:cNvSpPr>
          <p:nvPr/>
        </p:nvSpPr>
        <p:spPr>
          <a:xfrm>
            <a:off x="2245691" y="1962874"/>
            <a:ext cx="28398" cy="28398"/>
          </a:xfrm>
          <a:prstGeom prst="ellipse">
            <a:avLst/>
          </a:prstGeom>
          <a:solidFill>
            <a:srgbClr val="7F8C97">
              <a:alpha val="48000"/>
            </a:srgbClr>
          </a:solidFill>
          <a:ln w="0">
            <a:noFill/>
            <a:prstDash val="solid"/>
          </a:ln>
        </p:spPr>
      </p:sp>
      <p:sp>
        <p:nvSpPr>
          <p:cNvPr id="185" name="03_assume_matched_5482">
            <a:extLst>
              <a:ext uri="{FF2B5EF4-FFF2-40B4-BE49-F238E27FC236}">
                <a16:creationId xmlns:a16="http://schemas.microsoft.com/office/drawing/2014/main" id="{1F1A9415-BD59-451A-B188-F3887A58DEA7}"/>
              </a:ext>
            </a:extLst>
          </p:cNvPr>
          <p:cNvSpPr>
            <a:spLocks noGrp="1"/>
          </p:cNvSpPr>
          <p:nvPr/>
        </p:nvSpPr>
        <p:spPr>
          <a:xfrm>
            <a:off x="2226982" y="1962874"/>
            <a:ext cx="28398" cy="28398"/>
          </a:xfrm>
          <a:prstGeom prst="ellipse">
            <a:avLst/>
          </a:prstGeom>
          <a:solidFill>
            <a:srgbClr val="7F8C97">
              <a:alpha val="48000"/>
            </a:srgbClr>
          </a:solidFill>
          <a:ln w="0">
            <a:noFill/>
            <a:prstDash val="solid"/>
          </a:ln>
        </p:spPr>
      </p:sp>
      <p:sp>
        <p:nvSpPr>
          <p:cNvPr id="186" name="03_assume_matched_5483">
            <a:extLst>
              <a:ext uri="{FF2B5EF4-FFF2-40B4-BE49-F238E27FC236}">
                <a16:creationId xmlns:a16="http://schemas.microsoft.com/office/drawing/2014/main" id="{00C68D7E-650F-4777-A617-D9C12C5AE37D}"/>
              </a:ext>
            </a:extLst>
          </p:cNvPr>
          <p:cNvSpPr>
            <a:spLocks noGrp="1"/>
          </p:cNvSpPr>
          <p:nvPr/>
        </p:nvSpPr>
        <p:spPr>
          <a:xfrm>
            <a:off x="2211728" y="1962874"/>
            <a:ext cx="28398" cy="28398"/>
          </a:xfrm>
          <a:prstGeom prst="ellipse">
            <a:avLst/>
          </a:prstGeom>
          <a:solidFill>
            <a:srgbClr val="7F8C97">
              <a:alpha val="48000"/>
            </a:srgbClr>
          </a:solidFill>
          <a:ln w="0">
            <a:noFill/>
            <a:prstDash val="solid"/>
          </a:ln>
        </p:spPr>
      </p:sp>
      <p:sp>
        <p:nvSpPr>
          <p:cNvPr id="187" name="03_assume_matched_5484">
            <a:extLst>
              <a:ext uri="{FF2B5EF4-FFF2-40B4-BE49-F238E27FC236}">
                <a16:creationId xmlns:a16="http://schemas.microsoft.com/office/drawing/2014/main" id="{26B19325-84AC-4CE3-A5C6-21DFB402067D}"/>
              </a:ext>
            </a:extLst>
          </p:cNvPr>
          <p:cNvSpPr>
            <a:spLocks noGrp="1"/>
          </p:cNvSpPr>
          <p:nvPr/>
        </p:nvSpPr>
        <p:spPr>
          <a:xfrm>
            <a:off x="2197481" y="1962874"/>
            <a:ext cx="28398" cy="28398"/>
          </a:xfrm>
          <a:prstGeom prst="ellipse">
            <a:avLst/>
          </a:prstGeom>
          <a:solidFill>
            <a:srgbClr val="7F8C97">
              <a:alpha val="48000"/>
            </a:srgbClr>
          </a:solidFill>
          <a:ln w="0">
            <a:noFill/>
            <a:prstDash val="solid"/>
          </a:ln>
        </p:spPr>
      </p:sp>
      <p:sp>
        <p:nvSpPr>
          <p:cNvPr id="188" name="03_assume_matched_5485">
            <a:extLst>
              <a:ext uri="{FF2B5EF4-FFF2-40B4-BE49-F238E27FC236}">
                <a16:creationId xmlns:a16="http://schemas.microsoft.com/office/drawing/2014/main" id="{857190F9-14DA-4ECB-A5A3-BDCD4A256776}"/>
              </a:ext>
            </a:extLst>
          </p:cNvPr>
          <p:cNvSpPr>
            <a:spLocks noGrp="1"/>
          </p:cNvSpPr>
          <p:nvPr/>
        </p:nvSpPr>
        <p:spPr>
          <a:xfrm>
            <a:off x="2213887" y="1962874"/>
            <a:ext cx="28398" cy="28398"/>
          </a:xfrm>
          <a:prstGeom prst="ellipse">
            <a:avLst/>
          </a:prstGeom>
          <a:solidFill>
            <a:srgbClr val="7F8C97">
              <a:alpha val="48000"/>
            </a:srgbClr>
          </a:solidFill>
          <a:ln w="0">
            <a:noFill/>
            <a:prstDash val="solid"/>
          </a:ln>
        </p:spPr>
      </p:sp>
      <p:sp>
        <p:nvSpPr>
          <p:cNvPr id="189" name="03_assume_matched_5486">
            <a:extLst>
              <a:ext uri="{FF2B5EF4-FFF2-40B4-BE49-F238E27FC236}">
                <a16:creationId xmlns:a16="http://schemas.microsoft.com/office/drawing/2014/main" id="{5321F5C9-EC71-4A8D-B905-E70088B1D196}"/>
              </a:ext>
            </a:extLst>
          </p:cNvPr>
          <p:cNvSpPr>
            <a:spLocks noGrp="1"/>
          </p:cNvSpPr>
          <p:nvPr/>
        </p:nvSpPr>
        <p:spPr>
          <a:xfrm>
            <a:off x="2299081" y="1816656"/>
            <a:ext cx="28398" cy="28398"/>
          </a:xfrm>
          <a:prstGeom prst="ellipse">
            <a:avLst/>
          </a:prstGeom>
          <a:solidFill>
            <a:srgbClr val="7F8C97">
              <a:alpha val="48000"/>
            </a:srgbClr>
          </a:solidFill>
          <a:ln w="0">
            <a:noFill/>
            <a:prstDash val="solid"/>
          </a:ln>
        </p:spPr>
      </p:sp>
      <p:sp>
        <p:nvSpPr>
          <p:cNvPr id="190" name="03_assume_matched_5487">
            <a:extLst>
              <a:ext uri="{FF2B5EF4-FFF2-40B4-BE49-F238E27FC236}">
                <a16:creationId xmlns:a16="http://schemas.microsoft.com/office/drawing/2014/main" id="{437D088B-A88C-40EE-98E3-778CEC6F5701}"/>
              </a:ext>
            </a:extLst>
          </p:cNvPr>
          <p:cNvSpPr>
            <a:spLocks noGrp="1"/>
          </p:cNvSpPr>
          <p:nvPr/>
        </p:nvSpPr>
        <p:spPr>
          <a:xfrm>
            <a:off x="2254037" y="1572961"/>
            <a:ext cx="28398" cy="28398"/>
          </a:xfrm>
          <a:prstGeom prst="ellipse">
            <a:avLst/>
          </a:prstGeom>
          <a:solidFill>
            <a:srgbClr val="7F8C97">
              <a:alpha val="48000"/>
            </a:srgbClr>
          </a:solidFill>
          <a:ln w="0">
            <a:noFill/>
            <a:prstDash val="solid"/>
          </a:ln>
        </p:spPr>
      </p:sp>
      <p:sp>
        <p:nvSpPr>
          <p:cNvPr id="191" name="03_assume_matched_5488">
            <a:extLst>
              <a:ext uri="{FF2B5EF4-FFF2-40B4-BE49-F238E27FC236}">
                <a16:creationId xmlns:a16="http://schemas.microsoft.com/office/drawing/2014/main" id="{3E778151-FDAD-42BF-8096-7C8516A0FCCF}"/>
              </a:ext>
            </a:extLst>
          </p:cNvPr>
          <p:cNvSpPr>
            <a:spLocks noGrp="1"/>
          </p:cNvSpPr>
          <p:nvPr/>
        </p:nvSpPr>
        <p:spPr>
          <a:xfrm>
            <a:off x="2263823" y="1962874"/>
            <a:ext cx="28398" cy="28398"/>
          </a:xfrm>
          <a:prstGeom prst="ellipse">
            <a:avLst/>
          </a:prstGeom>
          <a:solidFill>
            <a:srgbClr val="7F8C97">
              <a:alpha val="48000"/>
            </a:srgbClr>
          </a:solidFill>
          <a:ln w="0">
            <a:noFill/>
            <a:prstDash val="solid"/>
          </a:ln>
        </p:spPr>
      </p:sp>
      <p:sp>
        <p:nvSpPr>
          <p:cNvPr id="192" name="03_assume_matched_5489">
            <a:extLst>
              <a:ext uri="{FF2B5EF4-FFF2-40B4-BE49-F238E27FC236}">
                <a16:creationId xmlns:a16="http://schemas.microsoft.com/office/drawing/2014/main" id="{BAE8AD7B-7E54-4123-AD9F-844B40B9CF8F}"/>
              </a:ext>
            </a:extLst>
          </p:cNvPr>
          <p:cNvSpPr>
            <a:spLocks noGrp="1"/>
          </p:cNvSpPr>
          <p:nvPr/>
        </p:nvSpPr>
        <p:spPr>
          <a:xfrm>
            <a:off x="2200647" y="1865395"/>
            <a:ext cx="28398" cy="28398"/>
          </a:xfrm>
          <a:prstGeom prst="ellipse">
            <a:avLst/>
          </a:prstGeom>
          <a:solidFill>
            <a:srgbClr val="7F8C97">
              <a:alpha val="48000"/>
            </a:srgbClr>
          </a:solidFill>
          <a:ln w="0">
            <a:noFill/>
            <a:prstDash val="solid"/>
          </a:ln>
        </p:spPr>
      </p:sp>
      <p:sp>
        <p:nvSpPr>
          <p:cNvPr id="193" name="03_assume_matched_5490">
            <a:extLst>
              <a:ext uri="{FF2B5EF4-FFF2-40B4-BE49-F238E27FC236}">
                <a16:creationId xmlns:a16="http://schemas.microsoft.com/office/drawing/2014/main" id="{EDBDDB71-6B9A-4DB6-8B10-505327E1349D}"/>
              </a:ext>
            </a:extLst>
          </p:cNvPr>
          <p:cNvSpPr>
            <a:spLocks noGrp="1"/>
          </p:cNvSpPr>
          <p:nvPr/>
        </p:nvSpPr>
        <p:spPr>
          <a:xfrm>
            <a:off x="2291022" y="1962874"/>
            <a:ext cx="28398" cy="28398"/>
          </a:xfrm>
          <a:prstGeom prst="ellipse">
            <a:avLst/>
          </a:prstGeom>
          <a:solidFill>
            <a:srgbClr val="7F8C97">
              <a:alpha val="48000"/>
            </a:srgbClr>
          </a:solidFill>
          <a:ln w="0">
            <a:noFill/>
            <a:prstDash val="solid"/>
          </a:ln>
        </p:spPr>
      </p:sp>
      <p:sp>
        <p:nvSpPr>
          <p:cNvPr id="194" name="03_assume_matched_5491">
            <a:extLst>
              <a:ext uri="{FF2B5EF4-FFF2-40B4-BE49-F238E27FC236}">
                <a16:creationId xmlns:a16="http://schemas.microsoft.com/office/drawing/2014/main" id="{D4B5636D-4309-4A16-8334-6141CC6561B8}"/>
              </a:ext>
            </a:extLst>
          </p:cNvPr>
          <p:cNvSpPr>
            <a:spLocks noGrp="1"/>
          </p:cNvSpPr>
          <p:nvPr/>
        </p:nvSpPr>
        <p:spPr>
          <a:xfrm>
            <a:off x="2264111" y="1590684"/>
            <a:ext cx="28398" cy="28398"/>
          </a:xfrm>
          <a:prstGeom prst="ellipse">
            <a:avLst/>
          </a:prstGeom>
          <a:solidFill>
            <a:srgbClr val="7F8C97">
              <a:alpha val="48000"/>
            </a:srgbClr>
          </a:solidFill>
          <a:ln w="0">
            <a:noFill/>
            <a:prstDash val="solid"/>
          </a:ln>
        </p:spPr>
      </p:sp>
      <p:sp>
        <p:nvSpPr>
          <p:cNvPr id="195" name="03_assume_matched_5492">
            <a:extLst>
              <a:ext uri="{FF2B5EF4-FFF2-40B4-BE49-F238E27FC236}">
                <a16:creationId xmlns:a16="http://schemas.microsoft.com/office/drawing/2014/main" id="{E3D436BD-263A-448E-9674-377871FD8305}"/>
              </a:ext>
            </a:extLst>
          </p:cNvPr>
          <p:cNvSpPr>
            <a:spLocks noGrp="1"/>
          </p:cNvSpPr>
          <p:nvPr/>
        </p:nvSpPr>
        <p:spPr>
          <a:xfrm>
            <a:off x="2181939" y="1962874"/>
            <a:ext cx="28398" cy="28398"/>
          </a:xfrm>
          <a:prstGeom prst="ellipse">
            <a:avLst/>
          </a:prstGeom>
          <a:solidFill>
            <a:srgbClr val="7F8C97">
              <a:alpha val="48000"/>
            </a:srgbClr>
          </a:solidFill>
          <a:ln w="0">
            <a:noFill/>
            <a:prstDash val="solid"/>
          </a:ln>
        </p:spPr>
      </p:sp>
      <p:sp>
        <p:nvSpPr>
          <p:cNvPr id="196" name="03_assume_matched_5493">
            <a:extLst>
              <a:ext uri="{FF2B5EF4-FFF2-40B4-BE49-F238E27FC236}">
                <a16:creationId xmlns:a16="http://schemas.microsoft.com/office/drawing/2014/main" id="{488D87EC-D32A-449A-9C11-4F104C0E2F09}"/>
              </a:ext>
            </a:extLst>
          </p:cNvPr>
          <p:cNvSpPr>
            <a:spLocks noGrp="1"/>
          </p:cNvSpPr>
          <p:nvPr/>
        </p:nvSpPr>
        <p:spPr>
          <a:xfrm>
            <a:off x="2189278" y="1962874"/>
            <a:ext cx="28398" cy="28398"/>
          </a:xfrm>
          <a:prstGeom prst="ellipse">
            <a:avLst/>
          </a:prstGeom>
          <a:solidFill>
            <a:srgbClr val="7F8C97">
              <a:alpha val="48000"/>
            </a:srgbClr>
          </a:solidFill>
          <a:ln w="0">
            <a:noFill/>
            <a:prstDash val="solid"/>
          </a:ln>
        </p:spPr>
      </p:sp>
      <p:sp>
        <p:nvSpPr>
          <p:cNvPr id="197" name="03_assume_matched_5494">
            <a:extLst>
              <a:ext uri="{FF2B5EF4-FFF2-40B4-BE49-F238E27FC236}">
                <a16:creationId xmlns:a16="http://schemas.microsoft.com/office/drawing/2014/main" id="{E347285A-34CE-4BAE-B454-552BF50EA64A}"/>
              </a:ext>
            </a:extLst>
          </p:cNvPr>
          <p:cNvSpPr>
            <a:spLocks noGrp="1"/>
          </p:cNvSpPr>
          <p:nvPr/>
        </p:nvSpPr>
        <p:spPr>
          <a:xfrm>
            <a:off x="2200503" y="1816656"/>
            <a:ext cx="28398" cy="28398"/>
          </a:xfrm>
          <a:prstGeom prst="ellipse">
            <a:avLst/>
          </a:prstGeom>
          <a:solidFill>
            <a:srgbClr val="7F8C97">
              <a:alpha val="48000"/>
            </a:srgbClr>
          </a:solidFill>
          <a:ln w="0">
            <a:noFill/>
            <a:prstDash val="solid"/>
          </a:ln>
        </p:spPr>
      </p:sp>
      <p:sp>
        <p:nvSpPr>
          <p:cNvPr id="198" name="03_assume_matched_5495">
            <a:extLst>
              <a:ext uri="{FF2B5EF4-FFF2-40B4-BE49-F238E27FC236}">
                <a16:creationId xmlns:a16="http://schemas.microsoft.com/office/drawing/2014/main" id="{4C2E9CA4-AFEA-46A5-BE70-5AFDC9FE8751}"/>
              </a:ext>
            </a:extLst>
          </p:cNvPr>
          <p:cNvSpPr>
            <a:spLocks noGrp="1"/>
          </p:cNvSpPr>
          <p:nvPr/>
        </p:nvSpPr>
        <p:spPr>
          <a:xfrm>
            <a:off x="2289871" y="1962874"/>
            <a:ext cx="28398" cy="28398"/>
          </a:xfrm>
          <a:prstGeom prst="ellipse">
            <a:avLst/>
          </a:prstGeom>
          <a:solidFill>
            <a:srgbClr val="7F8C97">
              <a:alpha val="48000"/>
            </a:srgbClr>
          </a:solidFill>
          <a:ln w="0">
            <a:noFill/>
            <a:prstDash val="solid"/>
          </a:ln>
        </p:spPr>
      </p:sp>
      <p:sp>
        <p:nvSpPr>
          <p:cNvPr id="199" name="03_assume_matched_5496">
            <a:extLst>
              <a:ext uri="{FF2B5EF4-FFF2-40B4-BE49-F238E27FC236}">
                <a16:creationId xmlns:a16="http://schemas.microsoft.com/office/drawing/2014/main" id="{D153DD21-F192-4B79-8DC6-E3D8E579E8AD}"/>
              </a:ext>
            </a:extLst>
          </p:cNvPr>
          <p:cNvSpPr>
            <a:spLocks noGrp="1"/>
          </p:cNvSpPr>
          <p:nvPr/>
        </p:nvSpPr>
        <p:spPr>
          <a:xfrm>
            <a:off x="2202806" y="1670439"/>
            <a:ext cx="28398" cy="28398"/>
          </a:xfrm>
          <a:prstGeom prst="ellipse">
            <a:avLst/>
          </a:prstGeom>
          <a:solidFill>
            <a:srgbClr val="7F8C97">
              <a:alpha val="48000"/>
            </a:srgbClr>
          </a:solidFill>
          <a:ln w="0">
            <a:noFill/>
            <a:prstDash val="solid"/>
          </a:ln>
        </p:spPr>
      </p:sp>
      <p:sp>
        <p:nvSpPr>
          <p:cNvPr id="200" name="03_assume_matched_5497">
            <a:extLst>
              <a:ext uri="{FF2B5EF4-FFF2-40B4-BE49-F238E27FC236}">
                <a16:creationId xmlns:a16="http://schemas.microsoft.com/office/drawing/2014/main" id="{A7A55CBF-0F89-4393-AF9A-655B350D1037}"/>
              </a:ext>
            </a:extLst>
          </p:cNvPr>
          <p:cNvSpPr>
            <a:spLocks noGrp="1"/>
          </p:cNvSpPr>
          <p:nvPr/>
        </p:nvSpPr>
        <p:spPr>
          <a:xfrm>
            <a:off x="2281812" y="1962874"/>
            <a:ext cx="28398" cy="28398"/>
          </a:xfrm>
          <a:prstGeom prst="ellipse">
            <a:avLst/>
          </a:prstGeom>
          <a:solidFill>
            <a:srgbClr val="7F8C97">
              <a:alpha val="48000"/>
            </a:srgbClr>
          </a:solidFill>
          <a:ln w="0">
            <a:noFill/>
            <a:prstDash val="solid"/>
          </a:ln>
        </p:spPr>
      </p:sp>
      <p:sp>
        <p:nvSpPr>
          <p:cNvPr id="201" name="03_assume_matched_5498">
            <a:extLst>
              <a:ext uri="{FF2B5EF4-FFF2-40B4-BE49-F238E27FC236}">
                <a16:creationId xmlns:a16="http://schemas.microsoft.com/office/drawing/2014/main" id="{FF109431-AEB0-4472-B890-B4E583FEB32A}"/>
              </a:ext>
            </a:extLst>
          </p:cNvPr>
          <p:cNvSpPr>
            <a:spLocks noGrp="1"/>
          </p:cNvSpPr>
          <p:nvPr/>
        </p:nvSpPr>
        <p:spPr>
          <a:xfrm>
            <a:off x="2282963" y="1670439"/>
            <a:ext cx="28398" cy="28398"/>
          </a:xfrm>
          <a:prstGeom prst="ellipse">
            <a:avLst/>
          </a:prstGeom>
          <a:solidFill>
            <a:srgbClr val="7F8C97">
              <a:alpha val="48000"/>
            </a:srgbClr>
          </a:solidFill>
          <a:ln w="0">
            <a:noFill/>
            <a:prstDash val="solid"/>
          </a:ln>
        </p:spPr>
      </p:sp>
      <p:sp>
        <p:nvSpPr>
          <p:cNvPr id="202" name="03_assume_matched_5499">
            <a:extLst>
              <a:ext uri="{FF2B5EF4-FFF2-40B4-BE49-F238E27FC236}">
                <a16:creationId xmlns:a16="http://schemas.microsoft.com/office/drawing/2014/main" id="{D8725D61-21B8-4CD9-8B6D-1A94560EA605}"/>
              </a:ext>
            </a:extLst>
          </p:cNvPr>
          <p:cNvSpPr>
            <a:spLocks noGrp="1"/>
          </p:cNvSpPr>
          <p:nvPr/>
        </p:nvSpPr>
        <p:spPr>
          <a:xfrm>
            <a:off x="2286705" y="1962874"/>
            <a:ext cx="28398" cy="28398"/>
          </a:xfrm>
          <a:prstGeom prst="ellipse">
            <a:avLst/>
          </a:prstGeom>
          <a:solidFill>
            <a:srgbClr val="7F8C97">
              <a:alpha val="48000"/>
            </a:srgbClr>
          </a:solidFill>
          <a:ln w="0">
            <a:noFill/>
            <a:prstDash val="solid"/>
          </a:ln>
        </p:spPr>
      </p:sp>
      <p:sp>
        <p:nvSpPr>
          <p:cNvPr id="203" name="03_assume_matched_5500">
            <a:extLst>
              <a:ext uri="{FF2B5EF4-FFF2-40B4-BE49-F238E27FC236}">
                <a16:creationId xmlns:a16="http://schemas.microsoft.com/office/drawing/2014/main" id="{552B00AF-BD46-420E-9EC3-945FAA105BEF}"/>
              </a:ext>
            </a:extLst>
          </p:cNvPr>
          <p:cNvSpPr>
            <a:spLocks noGrp="1"/>
          </p:cNvSpPr>
          <p:nvPr/>
        </p:nvSpPr>
        <p:spPr>
          <a:xfrm>
            <a:off x="2203957" y="1962874"/>
            <a:ext cx="28398" cy="28398"/>
          </a:xfrm>
          <a:prstGeom prst="ellipse">
            <a:avLst/>
          </a:prstGeom>
          <a:solidFill>
            <a:srgbClr val="7F8C97">
              <a:alpha val="48000"/>
            </a:srgbClr>
          </a:solidFill>
          <a:ln w="0">
            <a:noFill/>
            <a:prstDash val="solid"/>
          </a:ln>
        </p:spPr>
      </p:sp>
      <p:sp>
        <p:nvSpPr>
          <p:cNvPr id="204" name="03_assume_matched_5501">
            <a:extLst>
              <a:ext uri="{FF2B5EF4-FFF2-40B4-BE49-F238E27FC236}">
                <a16:creationId xmlns:a16="http://schemas.microsoft.com/office/drawing/2014/main" id="{651C44D4-33DE-4318-B0F0-EFC300BA4076}"/>
              </a:ext>
            </a:extLst>
          </p:cNvPr>
          <p:cNvSpPr>
            <a:spLocks noGrp="1"/>
          </p:cNvSpPr>
          <p:nvPr/>
        </p:nvSpPr>
        <p:spPr>
          <a:xfrm>
            <a:off x="2182227" y="1378004"/>
            <a:ext cx="28398" cy="28398"/>
          </a:xfrm>
          <a:prstGeom prst="ellipse">
            <a:avLst/>
          </a:prstGeom>
          <a:solidFill>
            <a:srgbClr val="7F8C97">
              <a:alpha val="48000"/>
            </a:srgbClr>
          </a:solidFill>
          <a:ln w="0">
            <a:noFill/>
            <a:prstDash val="solid"/>
          </a:ln>
        </p:spPr>
      </p:sp>
      <p:sp>
        <p:nvSpPr>
          <p:cNvPr id="205" name="03_assume_matched_5502">
            <a:extLst>
              <a:ext uri="{FF2B5EF4-FFF2-40B4-BE49-F238E27FC236}">
                <a16:creationId xmlns:a16="http://schemas.microsoft.com/office/drawing/2014/main" id="{A6271BCC-A4C7-475D-BBE2-AE24463B1FC8}"/>
              </a:ext>
            </a:extLst>
          </p:cNvPr>
          <p:cNvSpPr>
            <a:spLocks noGrp="1"/>
          </p:cNvSpPr>
          <p:nvPr/>
        </p:nvSpPr>
        <p:spPr>
          <a:xfrm>
            <a:off x="2265982" y="1962874"/>
            <a:ext cx="28398" cy="28398"/>
          </a:xfrm>
          <a:prstGeom prst="ellipse">
            <a:avLst/>
          </a:prstGeom>
          <a:solidFill>
            <a:srgbClr val="7F8C97">
              <a:alpha val="48000"/>
            </a:srgbClr>
          </a:solidFill>
          <a:ln w="0">
            <a:noFill/>
            <a:prstDash val="solid"/>
          </a:ln>
        </p:spPr>
      </p:sp>
      <p:sp>
        <p:nvSpPr>
          <p:cNvPr id="206" name="03_assume_matched_5503">
            <a:extLst>
              <a:ext uri="{FF2B5EF4-FFF2-40B4-BE49-F238E27FC236}">
                <a16:creationId xmlns:a16="http://schemas.microsoft.com/office/drawing/2014/main" id="{DE29EE45-E8BB-432F-B567-9F80EAE18F23}"/>
              </a:ext>
            </a:extLst>
          </p:cNvPr>
          <p:cNvSpPr>
            <a:spLocks noGrp="1"/>
          </p:cNvSpPr>
          <p:nvPr/>
        </p:nvSpPr>
        <p:spPr>
          <a:xfrm>
            <a:off x="2175463" y="1962874"/>
            <a:ext cx="28398" cy="28398"/>
          </a:xfrm>
          <a:prstGeom prst="ellipse">
            <a:avLst/>
          </a:prstGeom>
          <a:solidFill>
            <a:srgbClr val="7F8C97">
              <a:alpha val="48000"/>
            </a:srgbClr>
          </a:solidFill>
          <a:ln w="0">
            <a:noFill/>
            <a:prstDash val="solid"/>
          </a:ln>
        </p:spPr>
      </p:sp>
      <p:sp>
        <p:nvSpPr>
          <p:cNvPr id="207" name="03_assume_matched_5504">
            <a:extLst>
              <a:ext uri="{FF2B5EF4-FFF2-40B4-BE49-F238E27FC236}">
                <a16:creationId xmlns:a16="http://schemas.microsoft.com/office/drawing/2014/main" id="{9F02D39F-F204-48DD-B6CD-E655BBE26B1D}"/>
              </a:ext>
            </a:extLst>
          </p:cNvPr>
          <p:cNvSpPr>
            <a:spLocks noGrp="1"/>
          </p:cNvSpPr>
          <p:nvPr/>
        </p:nvSpPr>
        <p:spPr>
          <a:xfrm>
            <a:off x="2269579" y="1378004"/>
            <a:ext cx="28398" cy="28398"/>
          </a:xfrm>
          <a:prstGeom prst="ellipse">
            <a:avLst/>
          </a:prstGeom>
          <a:solidFill>
            <a:srgbClr val="7F8C97">
              <a:alpha val="48000"/>
            </a:srgbClr>
          </a:solidFill>
          <a:ln w="0">
            <a:noFill/>
            <a:prstDash val="solid"/>
          </a:ln>
        </p:spPr>
      </p:sp>
      <p:sp>
        <p:nvSpPr>
          <p:cNvPr id="208" name="03_assume_matched_5505">
            <a:extLst>
              <a:ext uri="{FF2B5EF4-FFF2-40B4-BE49-F238E27FC236}">
                <a16:creationId xmlns:a16="http://schemas.microsoft.com/office/drawing/2014/main" id="{8BB0322D-4AAC-4A68-9D49-A4AB600CD9D6}"/>
              </a:ext>
            </a:extLst>
          </p:cNvPr>
          <p:cNvSpPr>
            <a:spLocks noGrp="1"/>
          </p:cNvSpPr>
          <p:nvPr/>
        </p:nvSpPr>
        <p:spPr>
          <a:xfrm>
            <a:off x="2176758" y="1962874"/>
            <a:ext cx="28398" cy="28398"/>
          </a:xfrm>
          <a:prstGeom prst="ellipse">
            <a:avLst/>
          </a:prstGeom>
          <a:solidFill>
            <a:srgbClr val="7F8C97">
              <a:alpha val="48000"/>
            </a:srgbClr>
          </a:solidFill>
          <a:ln w="0">
            <a:noFill/>
            <a:prstDash val="solid"/>
          </a:ln>
        </p:spPr>
      </p:sp>
      <p:sp>
        <p:nvSpPr>
          <p:cNvPr id="209" name="03_assume_matched_5506">
            <a:extLst>
              <a:ext uri="{FF2B5EF4-FFF2-40B4-BE49-F238E27FC236}">
                <a16:creationId xmlns:a16="http://schemas.microsoft.com/office/drawing/2014/main" id="{2C32B036-92C4-492E-BEAD-F33F9E3EA29F}"/>
              </a:ext>
            </a:extLst>
          </p:cNvPr>
          <p:cNvSpPr>
            <a:spLocks noGrp="1"/>
          </p:cNvSpPr>
          <p:nvPr/>
        </p:nvSpPr>
        <p:spPr>
          <a:xfrm>
            <a:off x="2297210" y="1962874"/>
            <a:ext cx="28398" cy="28398"/>
          </a:xfrm>
          <a:prstGeom prst="ellipse">
            <a:avLst/>
          </a:prstGeom>
          <a:solidFill>
            <a:srgbClr val="7F8C97">
              <a:alpha val="48000"/>
            </a:srgbClr>
          </a:solidFill>
          <a:ln w="0">
            <a:noFill/>
            <a:prstDash val="solid"/>
          </a:ln>
        </p:spPr>
      </p:sp>
      <p:sp>
        <p:nvSpPr>
          <p:cNvPr id="210" name="03_assume_matched_5507">
            <a:extLst>
              <a:ext uri="{FF2B5EF4-FFF2-40B4-BE49-F238E27FC236}">
                <a16:creationId xmlns:a16="http://schemas.microsoft.com/office/drawing/2014/main" id="{1BDC3B4A-91EF-4AC8-B385-D09F39B1DA0E}"/>
              </a:ext>
            </a:extLst>
          </p:cNvPr>
          <p:cNvSpPr>
            <a:spLocks noGrp="1"/>
          </p:cNvSpPr>
          <p:nvPr/>
        </p:nvSpPr>
        <p:spPr>
          <a:xfrm>
            <a:off x="2275192" y="1378004"/>
            <a:ext cx="28398" cy="28398"/>
          </a:xfrm>
          <a:prstGeom prst="ellipse">
            <a:avLst/>
          </a:prstGeom>
          <a:solidFill>
            <a:srgbClr val="7F8C97">
              <a:alpha val="48000"/>
            </a:srgbClr>
          </a:solidFill>
          <a:ln w="0">
            <a:noFill/>
            <a:prstDash val="solid"/>
          </a:ln>
        </p:spPr>
      </p:sp>
      <p:sp>
        <p:nvSpPr>
          <p:cNvPr id="211" name="03_assume_matched_5508">
            <a:extLst>
              <a:ext uri="{FF2B5EF4-FFF2-40B4-BE49-F238E27FC236}">
                <a16:creationId xmlns:a16="http://schemas.microsoft.com/office/drawing/2014/main" id="{45EEAF2C-5F5C-4B99-A065-8825C4194EA7}"/>
              </a:ext>
            </a:extLst>
          </p:cNvPr>
          <p:cNvSpPr>
            <a:spLocks noGrp="1"/>
          </p:cNvSpPr>
          <p:nvPr/>
        </p:nvSpPr>
        <p:spPr>
          <a:xfrm>
            <a:off x="2223097" y="1378004"/>
            <a:ext cx="28398" cy="28398"/>
          </a:xfrm>
          <a:prstGeom prst="ellipse">
            <a:avLst/>
          </a:prstGeom>
          <a:solidFill>
            <a:srgbClr val="7F8C97">
              <a:alpha val="48000"/>
            </a:srgbClr>
          </a:solidFill>
          <a:ln w="0">
            <a:noFill/>
            <a:prstDash val="solid"/>
          </a:ln>
        </p:spPr>
      </p:sp>
      <p:sp>
        <p:nvSpPr>
          <p:cNvPr id="212" name="03_assume_matched_5509">
            <a:extLst>
              <a:ext uri="{FF2B5EF4-FFF2-40B4-BE49-F238E27FC236}">
                <a16:creationId xmlns:a16="http://schemas.microsoft.com/office/drawing/2014/main" id="{03AEB11E-3DE0-49F3-BF34-DC28409D1049}"/>
              </a:ext>
            </a:extLst>
          </p:cNvPr>
          <p:cNvSpPr>
            <a:spLocks noGrp="1"/>
          </p:cNvSpPr>
          <p:nvPr/>
        </p:nvSpPr>
        <p:spPr>
          <a:xfrm>
            <a:off x="2198776" y="1962874"/>
            <a:ext cx="28398" cy="28398"/>
          </a:xfrm>
          <a:prstGeom prst="ellipse">
            <a:avLst/>
          </a:prstGeom>
          <a:solidFill>
            <a:srgbClr val="7F8C97">
              <a:alpha val="48000"/>
            </a:srgbClr>
          </a:solidFill>
          <a:ln w="0">
            <a:noFill/>
            <a:prstDash val="solid"/>
          </a:ln>
        </p:spPr>
      </p:sp>
      <p:sp>
        <p:nvSpPr>
          <p:cNvPr id="213" name="03_assume_matched_5510">
            <a:extLst>
              <a:ext uri="{FF2B5EF4-FFF2-40B4-BE49-F238E27FC236}">
                <a16:creationId xmlns:a16="http://schemas.microsoft.com/office/drawing/2014/main" id="{B2D0131C-8338-4A4C-989A-76BA6D1B8A73}"/>
              </a:ext>
            </a:extLst>
          </p:cNvPr>
          <p:cNvSpPr>
            <a:spLocks noGrp="1"/>
          </p:cNvSpPr>
          <p:nvPr/>
        </p:nvSpPr>
        <p:spPr>
          <a:xfrm>
            <a:off x="2301239" y="1962874"/>
            <a:ext cx="28398" cy="28398"/>
          </a:xfrm>
          <a:prstGeom prst="ellipse">
            <a:avLst/>
          </a:prstGeom>
          <a:solidFill>
            <a:srgbClr val="7F8C97">
              <a:alpha val="48000"/>
            </a:srgbClr>
          </a:solidFill>
          <a:ln w="0">
            <a:noFill/>
            <a:prstDash val="solid"/>
          </a:ln>
        </p:spPr>
      </p:sp>
      <p:sp>
        <p:nvSpPr>
          <p:cNvPr id="214" name="03_assume_matched_5511">
            <a:extLst>
              <a:ext uri="{FF2B5EF4-FFF2-40B4-BE49-F238E27FC236}">
                <a16:creationId xmlns:a16="http://schemas.microsoft.com/office/drawing/2014/main" id="{FF21DDA5-74B7-4CD0-B7E3-A1413C01B344}"/>
              </a:ext>
            </a:extLst>
          </p:cNvPr>
          <p:cNvSpPr>
            <a:spLocks noGrp="1"/>
          </p:cNvSpPr>
          <p:nvPr/>
        </p:nvSpPr>
        <p:spPr>
          <a:xfrm>
            <a:off x="2249000" y="1962874"/>
            <a:ext cx="28398" cy="28398"/>
          </a:xfrm>
          <a:prstGeom prst="ellipse">
            <a:avLst/>
          </a:prstGeom>
          <a:solidFill>
            <a:srgbClr val="7F8C97">
              <a:alpha val="48000"/>
            </a:srgbClr>
          </a:solidFill>
          <a:ln w="0">
            <a:noFill/>
            <a:prstDash val="solid"/>
          </a:ln>
        </p:spPr>
      </p:sp>
      <p:sp>
        <p:nvSpPr>
          <p:cNvPr id="215" name="03_assume_matched_5512">
            <a:extLst>
              <a:ext uri="{FF2B5EF4-FFF2-40B4-BE49-F238E27FC236}">
                <a16:creationId xmlns:a16="http://schemas.microsoft.com/office/drawing/2014/main" id="{D3D78566-5A66-4157-AC91-606BBF1DFB65}"/>
              </a:ext>
            </a:extLst>
          </p:cNvPr>
          <p:cNvSpPr>
            <a:spLocks noGrp="1"/>
          </p:cNvSpPr>
          <p:nvPr/>
        </p:nvSpPr>
        <p:spPr>
          <a:xfrm>
            <a:off x="2281812" y="1962874"/>
            <a:ext cx="28398" cy="28398"/>
          </a:xfrm>
          <a:prstGeom prst="ellipse">
            <a:avLst/>
          </a:prstGeom>
          <a:solidFill>
            <a:srgbClr val="7F8C97">
              <a:alpha val="48000"/>
            </a:srgbClr>
          </a:solidFill>
          <a:ln w="0">
            <a:noFill/>
            <a:prstDash val="solid"/>
          </a:ln>
        </p:spPr>
      </p:sp>
      <p:sp>
        <p:nvSpPr>
          <p:cNvPr id="216" name="03_assume_matched_5513">
            <a:extLst>
              <a:ext uri="{FF2B5EF4-FFF2-40B4-BE49-F238E27FC236}">
                <a16:creationId xmlns:a16="http://schemas.microsoft.com/office/drawing/2014/main" id="{C3F40FDE-3ED0-44C4-B3CA-79C633559D0C}"/>
              </a:ext>
            </a:extLst>
          </p:cNvPr>
          <p:cNvSpPr>
            <a:spLocks noGrp="1"/>
          </p:cNvSpPr>
          <p:nvPr/>
        </p:nvSpPr>
        <p:spPr>
          <a:xfrm>
            <a:off x="2180932" y="1962874"/>
            <a:ext cx="28398" cy="28398"/>
          </a:xfrm>
          <a:prstGeom prst="ellipse">
            <a:avLst/>
          </a:prstGeom>
          <a:solidFill>
            <a:srgbClr val="7F8C97">
              <a:alpha val="48000"/>
            </a:srgbClr>
          </a:solidFill>
          <a:ln w="0">
            <a:noFill/>
            <a:prstDash val="solid"/>
          </a:ln>
        </p:spPr>
      </p:sp>
      <p:sp>
        <p:nvSpPr>
          <p:cNvPr id="217" name="03_assume_matched_5514">
            <a:extLst>
              <a:ext uri="{FF2B5EF4-FFF2-40B4-BE49-F238E27FC236}">
                <a16:creationId xmlns:a16="http://schemas.microsoft.com/office/drawing/2014/main" id="{9421E99C-DC8F-48D0-A4A7-FDE15F6B9C65}"/>
              </a:ext>
            </a:extLst>
          </p:cNvPr>
          <p:cNvSpPr>
            <a:spLocks noGrp="1"/>
          </p:cNvSpPr>
          <p:nvPr/>
        </p:nvSpPr>
        <p:spPr>
          <a:xfrm>
            <a:off x="2272889" y="1962874"/>
            <a:ext cx="28398" cy="28398"/>
          </a:xfrm>
          <a:prstGeom prst="ellipse">
            <a:avLst/>
          </a:prstGeom>
          <a:solidFill>
            <a:srgbClr val="7F8C97">
              <a:alpha val="48000"/>
            </a:srgbClr>
          </a:solidFill>
          <a:ln w="0">
            <a:noFill/>
            <a:prstDash val="solid"/>
          </a:ln>
        </p:spPr>
      </p:sp>
      <p:sp>
        <p:nvSpPr>
          <p:cNvPr id="218" name="03_assume_matched_5515">
            <a:extLst>
              <a:ext uri="{FF2B5EF4-FFF2-40B4-BE49-F238E27FC236}">
                <a16:creationId xmlns:a16="http://schemas.microsoft.com/office/drawing/2014/main" id="{DD535358-B308-40E3-9B1F-BE04CD29F60B}"/>
              </a:ext>
            </a:extLst>
          </p:cNvPr>
          <p:cNvSpPr>
            <a:spLocks noGrp="1"/>
          </p:cNvSpPr>
          <p:nvPr/>
        </p:nvSpPr>
        <p:spPr>
          <a:xfrm>
            <a:off x="2252023" y="1962874"/>
            <a:ext cx="28398" cy="28398"/>
          </a:xfrm>
          <a:prstGeom prst="ellipse">
            <a:avLst/>
          </a:prstGeom>
          <a:solidFill>
            <a:srgbClr val="7F8C97">
              <a:alpha val="48000"/>
            </a:srgbClr>
          </a:solidFill>
          <a:ln w="0">
            <a:noFill/>
            <a:prstDash val="solid"/>
          </a:ln>
        </p:spPr>
      </p:sp>
      <p:sp>
        <p:nvSpPr>
          <p:cNvPr id="219" name="03_assume_matched_5516">
            <a:extLst>
              <a:ext uri="{FF2B5EF4-FFF2-40B4-BE49-F238E27FC236}">
                <a16:creationId xmlns:a16="http://schemas.microsoft.com/office/drawing/2014/main" id="{16886B21-C56C-4133-B8F5-1E9CBEEF39B6}"/>
              </a:ext>
            </a:extLst>
          </p:cNvPr>
          <p:cNvSpPr>
            <a:spLocks noGrp="1"/>
          </p:cNvSpPr>
          <p:nvPr/>
        </p:nvSpPr>
        <p:spPr>
          <a:xfrm>
            <a:off x="2160640" y="1670439"/>
            <a:ext cx="28398" cy="28398"/>
          </a:xfrm>
          <a:prstGeom prst="ellipse">
            <a:avLst/>
          </a:prstGeom>
          <a:solidFill>
            <a:srgbClr val="7F8C97">
              <a:alpha val="48000"/>
            </a:srgbClr>
          </a:solidFill>
          <a:ln w="0">
            <a:noFill/>
            <a:prstDash val="solid"/>
          </a:ln>
        </p:spPr>
      </p:sp>
      <p:sp>
        <p:nvSpPr>
          <p:cNvPr id="220" name="03_assume_matched_5517">
            <a:extLst>
              <a:ext uri="{FF2B5EF4-FFF2-40B4-BE49-F238E27FC236}">
                <a16:creationId xmlns:a16="http://schemas.microsoft.com/office/drawing/2014/main" id="{351F5D8D-CADC-4661-AA71-450D1821C24D}"/>
              </a:ext>
            </a:extLst>
          </p:cNvPr>
          <p:cNvSpPr>
            <a:spLocks noGrp="1"/>
          </p:cNvSpPr>
          <p:nvPr/>
        </p:nvSpPr>
        <p:spPr>
          <a:xfrm>
            <a:off x="2219931" y="1962874"/>
            <a:ext cx="28398" cy="28398"/>
          </a:xfrm>
          <a:prstGeom prst="ellipse">
            <a:avLst/>
          </a:prstGeom>
          <a:solidFill>
            <a:srgbClr val="7F8C97">
              <a:alpha val="48000"/>
            </a:srgbClr>
          </a:solidFill>
          <a:ln w="0">
            <a:noFill/>
            <a:prstDash val="solid"/>
          </a:ln>
        </p:spPr>
      </p:sp>
      <p:sp>
        <p:nvSpPr>
          <p:cNvPr id="221" name="03_assume_matched_5518">
            <a:extLst>
              <a:ext uri="{FF2B5EF4-FFF2-40B4-BE49-F238E27FC236}">
                <a16:creationId xmlns:a16="http://schemas.microsoft.com/office/drawing/2014/main" id="{634E9D01-5335-4F7D-9502-77683D18AE5D}"/>
              </a:ext>
            </a:extLst>
          </p:cNvPr>
          <p:cNvSpPr>
            <a:spLocks noGrp="1"/>
          </p:cNvSpPr>
          <p:nvPr/>
        </p:nvSpPr>
        <p:spPr>
          <a:xfrm>
            <a:off x="2202086" y="1962874"/>
            <a:ext cx="28398" cy="28398"/>
          </a:xfrm>
          <a:prstGeom prst="ellipse">
            <a:avLst/>
          </a:prstGeom>
          <a:solidFill>
            <a:srgbClr val="7F8C97">
              <a:alpha val="48000"/>
            </a:srgbClr>
          </a:solidFill>
          <a:ln w="0">
            <a:noFill/>
            <a:prstDash val="solid"/>
          </a:ln>
        </p:spPr>
      </p:sp>
      <p:sp>
        <p:nvSpPr>
          <p:cNvPr id="222" name="03_assume_matched_5519">
            <a:extLst>
              <a:ext uri="{FF2B5EF4-FFF2-40B4-BE49-F238E27FC236}">
                <a16:creationId xmlns:a16="http://schemas.microsoft.com/office/drawing/2014/main" id="{24B7B44C-679B-4928-A610-9DEA7A77C96F}"/>
              </a:ext>
            </a:extLst>
          </p:cNvPr>
          <p:cNvSpPr>
            <a:spLocks noGrp="1"/>
          </p:cNvSpPr>
          <p:nvPr/>
        </p:nvSpPr>
        <p:spPr>
          <a:xfrm>
            <a:off x="2234322" y="1962874"/>
            <a:ext cx="28398" cy="28398"/>
          </a:xfrm>
          <a:prstGeom prst="ellipse">
            <a:avLst/>
          </a:prstGeom>
          <a:solidFill>
            <a:srgbClr val="7F8C97">
              <a:alpha val="48000"/>
            </a:srgbClr>
          </a:solidFill>
          <a:ln w="0">
            <a:noFill/>
            <a:prstDash val="solid"/>
          </a:ln>
        </p:spPr>
      </p:sp>
      <p:sp>
        <p:nvSpPr>
          <p:cNvPr id="223" name="03_assume_matched_5520">
            <a:extLst>
              <a:ext uri="{FF2B5EF4-FFF2-40B4-BE49-F238E27FC236}">
                <a16:creationId xmlns:a16="http://schemas.microsoft.com/office/drawing/2014/main" id="{595034F6-A33B-4E68-9A00-5B46EBDCFA81}"/>
              </a:ext>
            </a:extLst>
          </p:cNvPr>
          <p:cNvSpPr>
            <a:spLocks noGrp="1"/>
          </p:cNvSpPr>
          <p:nvPr/>
        </p:nvSpPr>
        <p:spPr>
          <a:xfrm>
            <a:off x="2216189" y="1914134"/>
            <a:ext cx="28398" cy="28398"/>
          </a:xfrm>
          <a:prstGeom prst="ellipse">
            <a:avLst/>
          </a:prstGeom>
          <a:solidFill>
            <a:srgbClr val="7F8C97">
              <a:alpha val="48000"/>
            </a:srgbClr>
          </a:solidFill>
          <a:ln w="0">
            <a:noFill/>
            <a:prstDash val="solid"/>
          </a:ln>
        </p:spPr>
      </p:sp>
      <p:sp>
        <p:nvSpPr>
          <p:cNvPr id="224" name="03_assume_matched_5521">
            <a:extLst>
              <a:ext uri="{FF2B5EF4-FFF2-40B4-BE49-F238E27FC236}">
                <a16:creationId xmlns:a16="http://schemas.microsoft.com/office/drawing/2014/main" id="{06113D72-5D11-4CF6-B9FA-C0856E491743}"/>
              </a:ext>
            </a:extLst>
          </p:cNvPr>
          <p:cNvSpPr>
            <a:spLocks noGrp="1"/>
          </p:cNvSpPr>
          <p:nvPr/>
        </p:nvSpPr>
        <p:spPr>
          <a:xfrm>
            <a:off x="2278358" y="1962874"/>
            <a:ext cx="28398" cy="28398"/>
          </a:xfrm>
          <a:prstGeom prst="ellipse">
            <a:avLst/>
          </a:prstGeom>
          <a:solidFill>
            <a:srgbClr val="7F8C97">
              <a:alpha val="48000"/>
            </a:srgbClr>
          </a:solidFill>
          <a:ln w="0">
            <a:noFill/>
            <a:prstDash val="solid"/>
          </a:ln>
        </p:spPr>
      </p:sp>
      <p:sp>
        <p:nvSpPr>
          <p:cNvPr id="225" name="03_assume_matched_5522">
            <a:extLst>
              <a:ext uri="{FF2B5EF4-FFF2-40B4-BE49-F238E27FC236}">
                <a16:creationId xmlns:a16="http://schemas.microsoft.com/office/drawing/2014/main" id="{2AA720A5-3335-4CDD-B62A-3EC3D3E01E68}"/>
              </a:ext>
            </a:extLst>
          </p:cNvPr>
          <p:cNvSpPr>
            <a:spLocks noGrp="1"/>
          </p:cNvSpPr>
          <p:nvPr/>
        </p:nvSpPr>
        <p:spPr>
          <a:xfrm>
            <a:off x="2176470" y="1728926"/>
            <a:ext cx="28398" cy="28398"/>
          </a:xfrm>
          <a:prstGeom prst="ellipse">
            <a:avLst/>
          </a:prstGeom>
          <a:solidFill>
            <a:srgbClr val="7F8C97">
              <a:alpha val="48000"/>
            </a:srgbClr>
          </a:solidFill>
          <a:ln w="0">
            <a:noFill/>
            <a:prstDash val="solid"/>
          </a:ln>
        </p:spPr>
      </p:sp>
      <p:sp>
        <p:nvSpPr>
          <p:cNvPr id="226" name="03_assume_matched_5523">
            <a:extLst>
              <a:ext uri="{FF2B5EF4-FFF2-40B4-BE49-F238E27FC236}">
                <a16:creationId xmlns:a16="http://schemas.microsoft.com/office/drawing/2014/main" id="{CFC5947F-F4E8-4483-8D91-5EE6F9D298D5}"/>
              </a:ext>
            </a:extLst>
          </p:cNvPr>
          <p:cNvSpPr>
            <a:spLocks noGrp="1"/>
          </p:cNvSpPr>
          <p:nvPr/>
        </p:nvSpPr>
        <p:spPr>
          <a:xfrm>
            <a:off x="2183090" y="1962874"/>
            <a:ext cx="28398" cy="28398"/>
          </a:xfrm>
          <a:prstGeom prst="ellipse">
            <a:avLst/>
          </a:prstGeom>
          <a:solidFill>
            <a:srgbClr val="7F8C97">
              <a:alpha val="48000"/>
            </a:srgbClr>
          </a:solidFill>
          <a:ln w="0">
            <a:noFill/>
            <a:prstDash val="solid"/>
          </a:ln>
        </p:spPr>
      </p:sp>
      <p:sp>
        <p:nvSpPr>
          <p:cNvPr id="227" name="03_assume_matched_5524">
            <a:extLst>
              <a:ext uri="{FF2B5EF4-FFF2-40B4-BE49-F238E27FC236}">
                <a16:creationId xmlns:a16="http://schemas.microsoft.com/office/drawing/2014/main" id="{0420D3D2-A966-4309-8FC2-F133A5499CF6}"/>
              </a:ext>
            </a:extLst>
          </p:cNvPr>
          <p:cNvSpPr>
            <a:spLocks noGrp="1"/>
          </p:cNvSpPr>
          <p:nvPr/>
        </p:nvSpPr>
        <p:spPr>
          <a:xfrm>
            <a:off x="2242956" y="1670439"/>
            <a:ext cx="28398" cy="28398"/>
          </a:xfrm>
          <a:prstGeom prst="ellipse">
            <a:avLst/>
          </a:prstGeom>
          <a:solidFill>
            <a:srgbClr val="7F8C97">
              <a:alpha val="48000"/>
            </a:srgbClr>
          </a:solidFill>
          <a:ln w="0">
            <a:noFill/>
            <a:prstDash val="solid"/>
          </a:ln>
        </p:spPr>
      </p:sp>
      <p:sp>
        <p:nvSpPr>
          <p:cNvPr id="228" name="03_assume_matched_5525">
            <a:extLst>
              <a:ext uri="{FF2B5EF4-FFF2-40B4-BE49-F238E27FC236}">
                <a16:creationId xmlns:a16="http://schemas.microsoft.com/office/drawing/2014/main" id="{A31612D4-44E7-4C9D-8DF9-847A7837D77B}"/>
              </a:ext>
            </a:extLst>
          </p:cNvPr>
          <p:cNvSpPr>
            <a:spLocks noGrp="1"/>
          </p:cNvSpPr>
          <p:nvPr/>
        </p:nvSpPr>
        <p:spPr>
          <a:xfrm>
            <a:off x="2241661" y="1670439"/>
            <a:ext cx="28398" cy="28398"/>
          </a:xfrm>
          <a:prstGeom prst="ellipse">
            <a:avLst/>
          </a:prstGeom>
          <a:solidFill>
            <a:srgbClr val="7F8C97">
              <a:alpha val="48000"/>
            </a:srgbClr>
          </a:solidFill>
          <a:ln w="0">
            <a:noFill/>
            <a:prstDash val="solid"/>
          </a:ln>
        </p:spPr>
      </p:sp>
      <p:sp>
        <p:nvSpPr>
          <p:cNvPr id="229" name="03_assume_matched_5526">
            <a:extLst>
              <a:ext uri="{FF2B5EF4-FFF2-40B4-BE49-F238E27FC236}">
                <a16:creationId xmlns:a16="http://schemas.microsoft.com/office/drawing/2014/main" id="{07C92E77-47AA-47BE-B176-D89DF00BA3B7}"/>
              </a:ext>
            </a:extLst>
          </p:cNvPr>
          <p:cNvSpPr>
            <a:spLocks noGrp="1"/>
          </p:cNvSpPr>
          <p:nvPr/>
        </p:nvSpPr>
        <p:spPr>
          <a:xfrm>
            <a:off x="2288432" y="1962874"/>
            <a:ext cx="28398" cy="28398"/>
          </a:xfrm>
          <a:prstGeom prst="ellipse">
            <a:avLst/>
          </a:prstGeom>
          <a:solidFill>
            <a:srgbClr val="7F8C97">
              <a:alpha val="48000"/>
            </a:srgbClr>
          </a:solidFill>
          <a:ln w="0">
            <a:noFill/>
            <a:prstDash val="solid"/>
          </a:ln>
        </p:spPr>
      </p:sp>
      <p:sp>
        <p:nvSpPr>
          <p:cNvPr id="230" name="03_assume_matched_5527">
            <a:extLst>
              <a:ext uri="{FF2B5EF4-FFF2-40B4-BE49-F238E27FC236}">
                <a16:creationId xmlns:a16="http://schemas.microsoft.com/office/drawing/2014/main" id="{D52BFF80-C342-4E62-B0FE-6304BD4915D3}"/>
              </a:ext>
            </a:extLst>
          </p:cNvPr>
          <p:cNvSpPr>
            <a:spLocks noGrp="1"/>
          </p:cNvSpPr>
          <p:nvPr/>
        </p:nvSpPr>
        <p:spPr>
          <a:xfrm>
            <a:off x="2266701" y="1816656"/>
            <a:ext cx="28398" cy="28398"/>
          </a:xfrm>
          <a:prstGeom prst="ellipse">
            <a:avLst/>
          </a:prstGeom>
          <a:solidFill>
            <a:srgbClr val="7F8C97">
              <a:alpha val="48000"/>
            </a:srgbClr>
          </a:solidFill>
          <a:ln w="0">
            <a:noFill/>
            <a:prstDash val="solid"/>
          </a:ln>
        </p:spPr>
      </p:sp>
      <p:sp>
        <p:nvSpPr>
          <p:cNvPr id="231" name="03_assume_matched_5528">
            <a:extLst>
              <a:ext uri="{FF2B5EF4-FFF2-40B4-BE49-F238E27FC236}">
                <a16:creationId xmlns:a16="http://schemas.microsoft.com/office/drawing/2014/main" id="{220967F9-5B42-47F2-B0A2-59355AC139C9}"/>
              </a:ext>
            </a:extLst>
          </p:cNvPr>
          <p:cNvSpPr>
            <a:spLocks noGrp="1"/>
          </p:cNvSpPr>
          <p:nvPr/>
        </p:nvSpPr>
        <p:spPr>
          <a:xfrm>
            <a:off x="2198776" y="1962874"/>
            <a:ext cx="28398" cy="28398"/>
          </a:xfrm>
          <a:prstGeom prst="ellipse">
            <a:avLst/>
          </a:prstGeom>
          <a:solidFill>
            <a:srgbClr val="7F8C97">
              <a:alpha val="48000"/>
            </a:srgbClr>
          </a:solidFill>
          <a:ln w="0">
            <a:noFill/>
            <a:prstDash val="solid"/>
          </a:ln>
        </p:spPr>
      </p:sp>
      <p:sp>
        <p:nvSpPr>
          <p:cNvPr id="232" name="03_assume_matched_5529">
            <a:extLst>
              <a:ext uri="{FF2B5EF4-FFF2-40B4-BE49-F238E27FC236}">
                <a16:creationId xmlns:a16="http://schemas.microsoft.com/office/drawing/2014/main" id="{C9439179-ED62-4EBA-B27A-07251A72D769}"/>
              </a:ext>
            </a:extLst>
          </p:cNvPr>
          <p:cNvSpPr>
            <a:spLocks noGrp="1"/>
          </p:cNvSpPr>
          <p:nvPr/>
        </p:nvSpPr>
        <p:spPr>
          <a:xfrm>
            <a:off x="2269579" y="1962874"/>
            <a:ext cx="28398" cy="28398"/>
          </a:xfrm>
          <a:prstGeom prst="ellipse">
            <a:avLst/>
          </a:prstGeom>
          <a:solidFill>
            <a:srgbClr val="7F8C97">
              <a:alpha val="48000"/>
            </a:srgbClr>
          </a:solidFill>
          <a:ln w="0">
            <a:noFill/>
            <a:prstDash val="solid"/>
          </a:ln>
        </p:spPr>
      </p:sp>
      <p:sp>
        <p:nvSpPr>
          <p:cNvPr id="233" name="03_assume_matched_5530">
            <a:extLst>
              <a:ext uri="{FF2B5EF4-FFF2-40B4-BE49-F238E27FC236}">
                <a16:creationId xmlns:a16="http://schemas.microsoft.com/office/drawing/2014/main" id="{ABDAA1D5-FA1F-4673-ACD9-DB4063B74C65}"/>
              </a:ext>
            </a:extLst>
          </p:cNvPr>
          <p:cNvSpPr>
            <a:spLocks noGrp="1"/>
          </p:cNvSpPr>
          <p:nvPr/>
        </p:nvSpPr>
        <p:spPr>
          <a:xfrm>
            <a:off x="2257923" y="1962874"/>
            <a:ext cx="28398" cy="28398"/>
          </a:xfrm>
          <a:prstGeom prst="ellipse">
            <a:avLst/>
          </a:prstGeom>
          <a:solidFill>
            <a:srgbClr val="7F8C97">
              <a:alpha val="48000"/>
            </a:srgbClr>
          </a:solidFill>
          <a:ln w="0">
            <a:noFill/>
            <a:prstDash val="solid"/>
          </a:ln>
        </p:spPr>
      </p:sp>
      <p:sp>
        <p:nvSpPr>
          <p:cNvPr id="234" name="03_assume_matched_5531">
            <a:extLst>
              <a:ext uri="{FF2B5EF4-FFF2-40B4-BE49-F238E27FC236}">
                <a16:creationId xmlns:a16="http://schemas.microsoft.com/office/drawing/2014/main" id="{BB2A111B-0953-479C-9034-B765391C04D5}"/>
              </a:ext>
            </a:extLst>
          </p:cNvPr>
          <p:cNvSpPr>
            <a:spLocks noGrp="1"/>
          </p:cNvSpPr>
          <p:nvPr/>
        </p:nvSpPr>
        <p:spPr>
          <a:xfrm>
            <a:off x="2264111" y="1962874"/>
            <a:ext cx="28398" cy="28398"/>
          </a:xfrm>
          <a:prstGeom prst="ellipse">
            <a:avLst/>
          </a:prstGeom>
          <a:solidFill>
            <a:srgbClr val="7F8C97">
              <a:alpha val="48000"/>
            </a:srgbClr>
          </a:solidFill>
          <a:ln w="0">
            <a:noFill/>
            <a:prstDash val="solid"/>
          </a:ln>
        </p:spPr>
      </p:sp>
      <p:sp>
        <p:nvSpPr>
          <p:cNvPr id="235" name="03_assume_matched_5532">
            <a:extLst>
              <a:ext uri="{FF2B5EF4-FFF2-40B4-BE49-F238E27FC236}">
                <a16:creationId xmlns:a16="http://schemas.microsoft.com/office/drawing/2014/main" id="{313CF00A-DA37-42DE-B159-4A541DDD3D89}"/>
              </a:ext>
            </a:extLst>
          </p:cNvPr>
          <p:cNvSpPr>
            <a:spLocks noGrp="1"/>
          </p:cNvSpPr>
          <p:nvPr/>
        </p:nvSpPr>
        <p:spPr>
          <a:xfrm>
            <a:off x="2277494" y="1962874"/>
            <a:ext cx="28398" cy="28398"/>
          </a:xfrm>
          <a:prstGeom prst="ellipse">
            <a:avLst/>
          </a:prstGeom>
          <a:solidFill>
            <a:srgbClr val="7F8C97">
              <a:alpha val="48000"/>
            </a:srgbClr>
          </a:solidFill>
          <a:ln w="0">
            <a:noFill/>
            <a:prstDash val="solid"/>
          </a:ln>
        </p:spPr>
      </p:sp>
      <p:sp>
        <p:nvSpPr>
          <p:cNvPr id="236" name="03_assume_matched_5533">
            <a:extLst>
              <a:ext uri="{FF2B5EF4-FFF2-40B4-BE49-F238E27FC236}">
                <a16:creationId xmlns:a16="http://schemas.microsoft.com/office/drawing/2014/main" id="{8956FE45-9FC0-4B04-8146-D87A125B8D05}"/>
              </a:ext>
            </a:extLst>
          </p:cNvPr>
          <p:cNvSpPr>
            <a:spLocks noGrp="1"/>
          </p:cNvSpPr>
          <p:nvPr/>
        </p:nvSpPr>
        <p:spPr>
          <a:xfrm>
            <a:off x="2186112" y="1378004"/>
            <a:ext cx="28398" cy="28398"/>
          </a:xfrm>
          <a:prstGeom prst="ellipse">
            <a:avLst/>
          </a:prstGeom>
          <a:solidFill>
            <a:srgbClr val="7F8C97">
              <a:alpha val="48000"/>
            </a:srgbClr>
          </a:solidFill>
          <a:ln w="0">
            <a:noFill/>
            <a:prstDash val="solid"/>
          </a:ln>
        </p:spPr>
      </p:sp>
      <p:sp>
        <p:nvSpPr>
          <p:cNvPr id="237" name="03_assume_matched_5534">
            <a:extLst>
              <a:ext uri="{FF2B5EF4-FFF2-40B4-BE49-F238E27FC236}">
                <a16:creationId xmlns:a16="http://schemas.microsoft.com/office/drawing/2014/main" id="{2783EFFE-CC6C-40D9-8322-816EF482BC39}"/>
              </a:ext>
            </a:extLst>
          </p:cNvPr>
          <p:cNvSpPr>
            <a:spLocks noGrp="1"/>
          </p:cNvSpPr>
          <p:nvPr/>
        </p:nvSpPr>
        <p:spPr>
          <a:xfrm>
            <a:off x="2175319" y="1962874"/>
            <a:ext cx="28398" cy="28398"/>
          </a:xfrm>
          <a:prstGeom prst="ellipse">
            <a:avLst/>
          </a:prstGeom>
          <a:solidFill>
            <a:srgbClr val="7F8C97">
              <a:alpha val="48000"/>
            </a:srgbClr>
          </a:solidFill>
          <a:ln w="0">
            <a:noFill/>
            <a:prstDash val="solid"/>
          </a:ln>
        </p:spPr>
      </p:sp>
      <p:sp>
        <p:nvSpPr>
          <p:cNvPr id="238" name="03_assume_matched_5535">
            <a:extLst>
              <a:ext uri="{FF2B5EF4-FFF2-40B4-BE49-F238E27FC236}">
                <a16:creationId xmlns:a16="http://schemas.microsoft.com/office/drawing/2014/main" id="{A7065777-18B9-4DE5-A7A6-810E91BCC6EC}"/>
              </a:ext>
            </a:extLst>
          </p:cNvPr>
          <p:cNvSpPr>
            <a:spLocks noGrp="1"/>
          </p:cNvSpPr>
          <p:nvPr/>
        </p:nvSpPr>
        <p:spPr>
          <a:xfrm>
            <a:off x="2258211" y="1962874"/>
            <a:ext cx="28398" cy="28398"/>
          </a:xfrm>
          <a:prstGeom prst="ellipse">
            <a:avLst/>
          </a:prstGeom>
          <a:solidFill>
            <a:srgbClr val="7F8C97">
              <a:alpha val="48000"/>
            </a:srgbClr>
          </a:solidFill>
          <a:ln w="0">
            <a:noFill/>
            <a:prstDash val="solid"/>
          </a:ln>
        </p:spPr>
      </p:sp>
      <p:sp>
        <p:nvSpPr>
          <p:cNvPr id="239" name="03_assume_matched_5536">
            <a:extLst>
              <a:ext uri="{FF2B5EF4-FFF2-40B4-BE49-F238E27FC236}">
                <a16:creationId xmlns:a16="http://schemas.microsoft.com/office/drawing/2014/main" id="{212D395C-9392-4933-B674-3B214CA4DD61}"/>
              </a:ext>
            </a:extLst>
          </p:cNvPr>
          <p:cNvSpPr>
            <a:spLocks noGrp="1"/>
          </p:cNvSpPr>
          <p:nvPr/>
        </p:nvSpPr>
        <p:spPr>
          <a:xfrm>
            <a:off x="2295339" y="1921097"/>
            <a:ext cx="28398" cy="28398"/>
          </a:xfrm>
          <a:prstGeom prst="ellipse">
            <a:avLst/>
          </a:prstGeom>
          <a:solidFill>
            <a:srgbClr val="7F8C97">
              <a:alpha val="48000"/>
            </a:srgbClr>
          </a:solidFill>
          <a:ln w="0">
            <a:noFill/>
            <a:prstDash val="solid"/>
          </a:ln>
        </p:spPr>
      </p:sp>
      <p:sp>
        <p:nvSpPr>
          <p:cNvPr id="240" name="03_assume_matched_5537">
            <a:extLst>
              <a:ext uri="{FF2B5EF4-FFF2-40B4-BE49-F238E27FC236}">
                <a16:creationId xmlns:a16="http://schemas.microsoft.com/office/drawing/2014/main" id="{F900741A-D9F4-412E-91FA-986A5D3AAB30}"/>
              </a:ext>
            </a:extLst>
          </p:cNvPr>
          <p:cNvSpPr>
            <a:spLocks noGrp="1"/>
          </p:cNvSpPr>
          <p:nvPr/>
        </p:nvSpPr>
        <p:spPr>
          <a:xfrm>
            <a:off x="2301527" y="1378004"/>
            <a:ext cx="28398" cy="28398"/>
          </a:xfrm>
          <a:prstGeom prst="ellipse">
            <a:avLst/>
          </a:prstGeom>
          <a:solidFill>
            <a:srgbClr val="7F8C97">
              <a:alpha val="48000"/>
            </a:srgbClr>
          </a:solidFill>
          <a:ln w="0">
            <a:noFill/>
            <a:prstDash val="solid"/>
          </a:ln>
        </p:spPr>
      </p:sp>
      <p:sp>
        <p:nvSpPr>
          <p:cNvPr id="241" name="03_assume_matched_5538">
            <a:extLst>
              <a:ext uri="{FF2B5EF4-FFF2-40B4-BE49-F238E27FC236}">
                <a16:creationId xmlns:a16="http://schemas.microsoft.com/office/drawing/2014/main" id="{0C262FB4-5FD6-401D-9363-EC208A8060BE}"/>
              </a:ext>
            </a:extLst>
          </p:cNvPr>
          <p:cNvSpPr>
            <a:spLocks noGrp="1"/>
          </p:cNvSpPr>
          <p:nvPr/>
        </p:nvSpPr>
        <p:spPr>
          <a:xfrm>
            <a:off x="2212591" y="1962874"/>
            <a:ext cx="28398" cy="28398"/>
          </a:xfrm>
          <a:prstGeom prst="ellipse">
            <a:avLst/>
          </a:prstGeom>
          <a:solidFill>
            <a:srgbClr val="7F8C97">
              <a:alpha val="48000"/>
            </a:srgbClr>
          </a:solidFill>
          <a:ln w="0">
            <a:noFill/>
            <a:prstDash val="solid"/>
          </a:ln>
        </p:spPr>
      </p:sp>
      <p:sp>
        <p:nvSpPr>
          <p:cNvPr id="242" name="03_assume_matched_5539">
            <a:extLst>
              <a:ext uri="{FF2B5EF4-FFF2-40B4-BE49-F238E27FC236}">
                <a16:creationId xmlns:a16="http://schemas.microsoft.com/office/drawing/2014/main" id="{9D569471-BA1F-4612-BBC3-4BE7820CE467}"/>
              </a:ext>
            </a:extLst>
          </p:cNvPr>
          <p:cNvSpPr>
            <a:spLocks noGrp="1"/>
          </p:cNvSpPr>
          <p:nvPr/>
        </p:nvSpPr>
        <p:spPr>
          <a:xfrm>
            <a:off x="2265406" y="1962874"/>
            <a:ext cx="28398" cy="28398"/>
          </a:xfrm>
          <a:prstGeom prst="ellipse">
            <a:avLst/>
          </a:prstGeom>
          <a:solidFill>
            <a:srgbClr val="7F8C97">
              <a:alpha val="48000"/>
            </a:srgbClr>
          </a:solidFill>
          <a:ln w="0">
            <a:noFill/>
            <a:prstDash val="solid"/>
          </a:ln>
        </p:spPr>
      </p:sp>
      <p:sp>
        <p:nvSpPr>
          <p:cNvPr id="243" name="03_assume_matched_5540">
            <a:extLst>
              <a:ext uri="{FF2B5EF4-FFF2-40B4-BE49-F238E27FC236}">
                <a16:creationId xmlns:a16="http://schemas.microsoft.com/office/drawing/2014/main" id="{B955C5E1-CE38-44DD-804A-22E21E6A734E}"/>
              </a:ext>
            </a:extLst>
          </p:cNvPr>
          <p:cNvSpPr>
            <a:spLocks noGrp="1"/>
          </p:cNvSpPr>
          <p:nvPr/>
        </p:nvSpPr>
        <p:spPr>
          <a:xfrm>
            <a:off x="2276343" y="1378004"/>
            <a:ext cx="28398" cy="28398"/>
          </a:xfrm>
          <a:prstGeom prst="ellipse">
            <a:avLst/>
          </a:prstGeom>
          <a:solidFill>
            <a:srgbClr val="7F8C97">
              <a:alpha val="48000"/>
            </a:srgbClr>
          </a:solidFill>
          <a:ln w="0">
            <a:noFill/>
            <a:prstDash val="solid"/>
          </a:ln>
        </p:spPr>
      </p:sp>
      <p:sp>
        <p:nvSpPr>
          <p:cNvPr id="244" name="03_assume_matched_5541">
            <a:extLst>
              <a:ext uri="{FF2B5EF4-FFF2-40B4-BE49-F238E27FC236}">
                <a16:creationId xmlns:a16="http://schemas.microsoft.com/office/drawing/2014/main" id="{962B83DB-98D2-4BCC-9A28-8075FD369165}"/>
              </a:ext>
            </a:extLst>
          </p:cNvPr>
          <p:cNvSpPr>
            <a:spLocks noGrp="1"/>
          </p:cNvSpPr>
          <p:nvPr/>
        </p:nvSpPr>
        <p:spPr>
          <a:xfrm>
            <a:off x="2293756" y="1378004"/>
            <a:ext cx="28398" cy="28398"/>
          </a:xfrm>
          <a:prstGeom prst="ellipse">
            <a:avLst/>
          </a:prstGeom>
          <a:solidFill>
            <a:srgbClr val="7F8C97">
              <a:alpha val="48000"/>
            </a:srgbClr>
          </a:solidFill>
          <a:ln w="0">
            <a:noFill/>
            <a:prstDash val="solid"/>
          </a:ln>
        </p:spPr>
      </p:sp>
      <p:sp>
        <p:nvSpPr>
          <p:cNvPr id="245" name="03_assume_matched_5542">
            <a:extLst>
              <a:ext uri="{FF2B5EF4-FFF2-40B4-BE49-F238E27FC236}">
                <a16:creationId xmlns:a16="http://schemas.microsoft.com/office/drawing/2014/main" id="{18496B2A-4972-4317-BB32-DDE0E5D1262E}"/>
              </a:ext>
            </a:extLst>
          </p:cNvPr>
          <p:cNvSpPr>
            <a:spLocks noGrp="1"/>
          </p:cNvSpPr>
          <p:nvPr/>
        </p:nvSpPr>
        <p:spPr>
          <a:xfrm>
            <a:off x="2278502" y="1378004"/>
            <a:ext cx="28398" cy="28398"/>
          </a:xfrm>
          <a:prstGeom prst="ellipse">
            <a:avLst/>
          </a:prstGeom>
          <a:solidFill>
            <a:srgbClr val="7F8C97">
              <a:alpha val="48000"/>
            </a:srgbClr>
          </a:solidFill>
          <a:ln w="0">
            <a:noFill/>
            <a:prstDash val="solid"/>
          </a:ln>
        </p:spPr>
      </p:sp>
      <p:sp>
        <p:nvSpPr>
          <p:cNvPr id="246" name="03_assume_matched_5543">
            <a:extLst>
              <a:ext uri="{FF2B5EF4-FFF2-40B4-BE49-F238E27FC236}">
                <a16:creationId xmlns:a16="http://schemas.microsoft.com/office/drawing/2014/main" id="{9C7E845A-189A-44A8-AA72-D2B6102D7003}"/>
              </a:ext>
            </a:extLst>
          </p:cNvPr>
          <p:cNvSpPr>
            <a:spLocks noGrp="1"/>
          </p:cNvSpPr>
          <p:nvPr/>
        </p:nvSpPr>
        <p:spPr>
          <a:xfrm>
            <a:off x="2256772" y="1962874"/>
            <a:ext cx="28398" cy="28398"/>
          </a:xfrm>
          <a:prstGeom prst="ellipse">
            <a:avLst/>
          </a:prstGeom>
          <a:solidFill>
            <a:srgbClr val="7F8C97">
              <a:alpha val="48000"/>
            </a:srgbClr>
          </a:solidFill>
          <a:ln w="0">
            <a:noFill/>
            <a:prstDash val="solid"/>
          </a:ln>
        </p:spPr>
      </p:sp>
      <p:sp>
        <p:nvSpPr>
          <p:cNvPr id="247" name="03_assume_matched_5544">
            <a:extLst>
              <a:ext uri="{FF2B5EF4-FFF2-40B4-BE49-F238E27FC236}">
                <a16:creationId xmlns:a16="http://schemas.microsoft.com/office/drawing/2014/main" id="{0BD0B185-FD36-4D21-9326-522437E003B1}"/>
              </a:ext>
            </a:extLst>
          </p:cNvPr>
          <p:cNvSpPr>
            <a:spLocks noGrp="1"/>
          </p:cNvSpPr>
          <p:nvPr/>
        </p:nvSpPr>
        <p:spPr>
          <a:xfrm>
            <a:off x="2168555" y="1378004"/>
            <a:ext cx="28398" cy="28398"/>
          </a:xfrm>
          <a:prstGeom prst="ellipse">
            <a:avLst/>
          </a:prstGeom>
          <a:solidFill>
            <a:srgbClr val="7F8C97">
              <a:alpha val="48000"/>
            </a:srgbClr>
          </a:solidFill>
          <a:ln w="0">
            <a:noFill/>
            <a:prstDash val="solid"/>
          </a:ln>
        </p:spPr>
      </p:sp>
      <p:sp>
        <p:nvSpPr>
          <p:cNvPr id="248" name="03_assume_matched_5545">
            <a:extLst>
              <a:ext uri="{FF2B5EF4-FFF2-40B4-BE49-F238E27FC236}">
                <a16:creationId xmlns:a16="http://schemas.microsoft.com/office/drawing/2014/main" id="{D2F74A2E-A7F5-447F-9E22-F9E849BAEB7D}"/>
              </a:ext>
            </a:extLst>
          </p:cNvPr>
          <p:cNvSpPr>
            <a:spLocks noGrp="1"/>
          </p:cNvSpPr>
          <p:nvPr/>
        </p:nvSpPr>
        <p:spPr>
          <a:xfrm>
            <a:off x="2182515" y="1962874"/>
            <a:ext cx="28398" cy="28398"/>
          </a:xfrm>
          <a:prstGeom prst="ellipse">
            <a:avLst/>
          </a:prstGeom>
          <a:solidFill>
            <a:srgbClr val="7F8C97">
              <a:alpha val="48000"/>
            </a:srgbClr>
          </a:solidFill>
          <a:ln w="0">
            <a:noFill/>
            <a:prstDash val="solid"/>
          </a:ln>
        </p:spPr>
      </p:sp>
      <p:sp>
        <p:nvSpPr>
          <p:cNvPr id="249" name="03_assume_matched_5546">
            <a:extLst>
              <a:ext uri="{FF2B5EF4-FFF2-40B4-BE49-F238E27FC236}">
                <a16:creationId xmlns:a16="http://schemas.microsoft.com/office/drawing/2014/main" id="{D5A745C8-A1D5-4CAF-90BB-5C8F7AFBC953}"/>
              </a:ext>
            </a:extLst>
          </p:cNvPr>
          <p:cNvSpPr>
            <a:spLocks noGrp="1"/>
          </p:cNvSpPr>
          <p:nvPr/>
        </p:nvSpPr>
        <p:spPr>
          <a:xfrm>
            <a:off x="2243676" y="1378004"/>
            <a:ext cx="28398" cy="28398"/>
          </a:xfrm>
          <a:prstGeom prst="ellipse">
            <a:avLst/>
          </a:prstGeom>
          <a:solidFill>
            <a:srgbClr val="7F8C97">
              <a:alpha val="48000"/>
            </a:srgbClr>
          </a:solidFill>
          <a:ln w="0">
            <a:noFill/>
            <a:prstDash val="solid"/>
          </a:ln>
        </p:spPr>
      </p:sp>
      <p:sp>
        <p:nvSpPr>
          <p:cNvPr id="250" name="03_assume_matched_5547">
            <a:extLst>
              <a:ext uri="{FF2B5EF4-FFF2-40B4-BE49-F238E27FC236}">
                <a16:creationId xmlns:a16="http://schemas.microsoft.com/office/drawing/2014/main" id="{3D1A4EC8-FC27-4B58-B5A0-AC5E6676A233}"/>
              </a:ext>
            </a:extLst>
          </p:cNvPr>
          <p:cNvSpPr>
            <a:spLocks noGrp="1"/>
          </p:cNvSpPr>
          <p:nvPr/>
        </p:nvSpPr>
        <p:spPr>
          <a:xfrm>
            <a:off x="2188559" y="1962874"/>
            <a:ext cx="28398" cy="28398"/>
          </a:xfrm>
          <a:prstGeom prst="ellipse">
            <a:avLst/>
          </a:prstGeom>
          <a:solidFill>
            <a:srgbClr val="7F8C97">
              <a:alpha val="48000"/>
            </a:srgbClr>
          </a:solidFill>
          <a:ln w="0">
            <a:noFill/>
            <a:prstDash val="solid"/>
          </a:ln>
        </p:spPr>
      </p:sp>
      <p:sp>
        <p:nvSpPr>
          <p:cNvPr id="251" name="03_assume_matched_5548">
            <a:extLst>
              <a:ext uri="{FF2B5EF4-FFF2-40B4-BE49-F238E27FC236}">
                <a16:creationId xmlns:a16="http://schemas.microsoft.com/office/drawing/2014/main" id="{9F0A81F4-1C88-47B7-96CF-BDAC4E757454}"/>
              </a:ext>
            </a:extLst>
          </p:cNvPr>
          <p:cNvSpPr>
            <a:spLocks noGrp="1"/>
          </p:cNvSpPr>
          <p:nvPr/>
        </p:nvSpPr>
        <p:spPr>
          <a:xfrm>
            <a:off x="2214606" y="1962874"/>
            <a:ext cx="28398" cy="28398"/>
          </a:xfrm>
          <a:prstGeom prst="ellipse">
            <a:avLst/>
          </a:prstGeom>
          <a:solidFill>
            <a:srgbClr val="7F8C97">
              <a:alpha val="48000"/>
            </a:srgbClr>
          </a:solidFill>
          <a:ln w="0">
            <a:noFill/>
            <a:prstDash val="solid"/>
          </a:ln>
        </p:spPr>
      </p:sp>
      <p:sp>
        <p:nvSpPr>
          <p:cNvPr id="252" name="03_assume_matched_5549">
            <a:extLst>
              <a:ext uri="{FF2B5EF4-FFF2-40B4-BE49-F238E27FC236}">
                <a16:creationId xmlns:a16="http://schemas.microsoft.com/office/drawing/2014/main" id="{C91B21EF-EF7D-4619-8940-614C87C32D6E}"/>
              </a:ext>
            </a:extLst>
          </p:cNvPr>
          <p:cNvSpPr>
            <a:spLocks noGrp="1"/>
          </p:cNvSpPr>
          <p:nvPr/>
        </p:nvSpPr>
        <p:spPr>
          <a:xfrm>
            <a:off x="2163662" y="1962874"/>
            <a:ext cx="28398" cy="28398"/>
          </a:xfrm>
          <a:prstGeom prst="ellipse">
            <a:avLst/>
          </a:prstGeom>
          <a:solidFill>
            <a:srgbClr val="7F8C97">
              <a:alpha val="48000"/>
            </a:srgbClr>
          </a:solidFill>
          <a:ln w="0">
            <a:noFill/>
            <a:prstDash val="solid"/>
          </a:ln>
        </p:spPr>
      </p:sp>
      <p:sp>
        <p:nvSpPr>
          <p:cNvPr id="253" name="03_assume_matched_5550">
            <a:extLst>
              <a:ext uri="{FF2B5EF4-FFF2-40B4-BE49-F238E27FC236}">
                <a16:creationId xmlns:a16="http://schemas.microsoft.com/office/drawing/2014/main" id="{59F56AF8-5402-4C8F-98E8-FCEBD24650B5}"/>
              </a:ext>
            </a:extLst>
          </p:cNvPr>
          <p:cNvSpPr>
            <a:spLocks noGrp="1"/>
          </p:cNvSpPr>
          <p:nvPr/>
        </p:nvSpPr>
        <p:spPr>
          <a:xfrm>
            <a:off x="3036342" y="1602954"/>
            <a:ext cx="28398" cy="28398"/>
          </a:xfrm>
          <a:prstGeom prst="ellipse">
            <a:avLst/>
          </a:prstGeom>
          <a:solidFill>
            <a:srgbClr val="7F8C97">
              <a:alpha val="48000"/>
            </a:srgbClr>
          </a:solidFill>
          <a:ln w="0">
            <a:noFill/>
            <a:prstDash val="solid"/>
          </a:ln>
        </p:spPr>
      </p:sp>
      <p:sp>
        <p:nvSpPr>
          <p:cNvPr id="254" name="03_assume_matched_5551">
            <a:extLst>
              <a:ext uri="{FF2B5EF4-FFF2-40B4-BE49-F238E27FC236}">
                <a16:creationId xmlns:a16="http://schemas.microsoft.com/office/drawing/2014/main" id="{B65B14D2-0213-49F5-9F9F-4A1D25EE43E4}"/>
              </a:ext>
            </a:extLst>
          </p:cNvPr>
          <p:cNvSpPr>
            <a:spLocks noGrp="1"/>
          </p:cNvSpPr>
          <p:nvPr/>
        </p:nvSpPr>
        <p:spPr>
          <a:xfrm>
            <a:off x="3024829" y="1962874"/>
            <a:ext cx="28398" cy="28398"/>
          </a:xfrm>
          <a:prstGeom prst="ellipse">
            <a:avLst/>
          </a:prstGeom>
          <a:solidFill>
            <a:srgbClr val="7F8C97">
              <a:alpha val="48000"/>
            </a:srgbClr>
          </a:solidFill>
          <a:ln w="0">
            <a:noFill/>
            <a:prstDash val="solid"/>
          </a:ln>
        </p:spPr>
      </p:sp>
      <p:sp>
        <p:nvSpPr>
          <p:cNvPr id="255" name="03_assume_matched_5552">
            <a:extLst>
              <a:ext uri="{FF2B5EF4-FFF2-40B4-BE49-F238E27FC236}">
                <a16:creationId xmlns:a16="http://schemas.microsoft.com/office/drawing/2014/main" id="{1FD9FE40-BCBF-4F54-87BF-592084A41DB9}"/>
              </a:ext>
            </a:extLst>
          </p:cNvPr>
          <p:cNvSpPr>
            <a:spLocks noGrp="1"/>
          </p:cNvSpPr>
          <p:nvPr/>
        </p:nvSpPr>
        <p:spPr>
          <a:xfrm>
            <a:off x="2967697" y="1962874"/>
            <a:ext cx="28398" cy="28398"/>
          </a:xfrm>
          <a:prstGeom prst="ellipse">
            <a:avLst/>
          </a:prstGeom>
          <a:solidFill>
            <a:srgbClr val="7F8C97">
              <a:alpha val="48000"/>
            </a:srgbClr>
          </a:solidFill>
          <a:ln w="0">
            <a:noFill/>
            <a:prstDash val="solid"/>
          </a:ln>
        </p:spPr>
      </p:sp>
      <p:sp>
        <p:nvSpPr>
          <p:cNvPr id="256" name="03_assume_matched_5553">
            <a:extLst>
              <a:ext uri="{FF2B5EF4-FFF2-40B4-BE49-F238E27FC236}">
                <a16:creationId xmlns:a16="http://schemas.microsoft.com/office/drawing/2014/main" id="{B4A3C09A-3F62-412C-8D85-2C84481D5039}"/>
              </a:ext>
            </a:extLst>
          </p:cNvPr>
          <p:cNvSpPr>
            <a:spLocks noGrp="1"/>
          </p:cNvSpPr>
          <p:nvPr/>
        </p:nvSpPr>
        <p:spPr>
          <a:xfrm>
            <a:off x="3046559" y="1378004"/>
            <a:ext cx="28398" cy="28398"/>
          </a:xfrm>
          <a:prstGeom prst="ellipse">
            <a:avLst/>
          </a:prstGeom>
          <a:solidFill>
            <a:srgbClr val="7F8C97">
              <a:alpha val="48000"/>
            </a:srgbClr>
          </a:solidFill>
          <a:ln w="0">
            <a:noFill/>
            <a:prstDash val="solid"/>
          </a:ln>
        </p:spPr>
      </p:sp>
      <p:sp>
        <p:nvSpPr>
          <p:cNvPr id="257" name="03_assume_matched_5554">
            <a:extLst>
              <a:ext uri="{FF2B5EF4-FFF2-40B4-BE49-F238E27FC236}">
                <a16:creationId xmlns:a16="http://schemas.microsoft.com/office/drawing/2014/main" id="{3FA80151-27E1-423A-A9A9-327E2CF3F153}"/>
              </a:ext>
            </a:extLst>
          </p:cNvPr>
          <p:cNvSpPr>
            <a:spLocks noGrp="1"/>
          </p:cNvSpPr>
          <p:nvPr/>
        </p:nvSpPr>
        <p:spPr>
          <a:xfrm>
            <a:off x="3014324" y="1545110"/>
            <a:ext cx="28398" cy="28398"/>
          </a:xfrm>
          <a:prstGeom prst="ellipse">
            <a:avLst/>
          </a:prstGeom>
          <a:solidFill>
            <a:srgbClr val="7F8C97">
              <a:alpha val="48000"/>
            </a:srgbClr>
          </a:solidFill>
          <a:ln w="0">
            <a:noFill/>
            <a:prstDash val="solid"/>
          </a:ln>
        </p:spPr>
      </p:sp>
      <p:sp>
        <p:nvSpPr>
          <p:cNvPr id="258" name="03_assume_matched_5555">
            <a:extLst>
              <a:ext uri="{FF2B5EF4-FFF2-40B4-BE49-F238E27FC236}">
                <a16:creationId xmlns:a16="http://schemas.microsoft.com/office/drawing/2014/main" id="{DD0A12DF-D83A-4BB1-BB29-837BE84D4CB7}"/>
              </a:ext>
            </a:extLst>
          </p:cNvPr>
          <p:cNvSpPr>
            <a:spLocks noGrp="1"/>
          </p:cNvSpPr>
          <p:nvPr/>
        </p:nvSpPr>
        <p:spPr>
          <a:xfrm>
            <a:off x="2919056" y="1697024"/>
            <a:ext cx="28398" cy="28398"/>
          </a:xfrm>
          <a:prstGeom prst="ellipse">
            <a:avLst/>
          </a:prstGeom>
          <a:solidFill>
            <a:srgbClr val="7F8C97">
              <a:alpha val="48000"/>
            </a:srgbClr>
          </a:solidFill>
          <a:ln w="0">
            <a:noFill/>
            <a:prstDash val="solid"/>
          </a:ln>
        </p:spPr>
      </p:sp>
      <p:sp>
        <p:nvSpPr>
          <p:cNvPr id="259" name="03_assume_matched_5556">
            <a:extLst>
              <a:ext uri="{FF2B5EF4-FFF2-40B4-BE49-F238E27FC236}">
                <a16:creationId xmlns:a16="http://schemas.microsoft.com/office/drawing/2014/main" id="{1F66F6B7-0FCA-4C5C-ADB2-F9CE8E617817}"/>
              </a:ext>
            </a:extLst>
          </p:cNvPr>
          <p:cNvSpPr>
            <a:spLocks noGrp="1"/>
          </p:cNvSpPr>
          <p:nvPr/>
        </p:nvSpPr>
        <p:spPr>
          <a:xfrm>
            <a:off x="2949708" y="1962874"/>
            <a:ext cx="28398" cy="28398"/>
          </a:xfrm>
          <a:prstGeom prst="ellipse">
            <a:avLst/>
          </a:prstGeom>
          <a:solidFill>
            <a:srgbClr val="7F8C97">
              <a:alpha val="48000"/>
            </a:srgbClr>
          </a:solidFill>
          <a:ln w="0">
            <a:noFill/>
            <a:prstDash val="solid"/>
          </a:ln>
        </p:spPr>
      </p:sp>
      <p:sp>
        <p:nvSpPr>
          <p:cNvPr id="260" name="03_assume_matched_5557">
            <a:extLst>
              <a:ext uri="{FF2B5EF4-FFF2-40B4-BE49-F238E27FC236}">
                <a16:creationId xmlns:a16="http://schemas.microsoft.com/office/drawing/2014/main" id="{CE595998-DA90-47BB-B15A-8AD32A9BBE75}"/>
              </a:ext>
            </a:extLst>
          </p:cNvPr>
          <p:cNvSpPr>
            <a:spLocks noGrp="1"/>
          </p:cNvSpPr>
          <p:nvPr/>
        </p:nvSpPr>
        <p:spPr>
          <a:xfrm>
            <a:off x="2918768" y="1962874"/>
            <a:ext cx="28398" cy="28398"/>
          </a:xfrm>
          <a:prstGeom prst="ellipse">
            <a:avLst/>
          </a:prstGeom>
          <a:solidFill>
            <a:srgbClr val="7F8C97">
              <a:alpha val="48000"/>
            </a:srgbClr>
          </a:solidFill>
          <a:ln w="0">
            <a:noFill/>
            <a:prstDash val="solid"/>
          </a:ln>
        </p:spPr>
      </p:sp>
      <p:sp>
        <p:nvSpPr>
          <p:cNvPr id="261" name="03_assume_matched_5558">
            <a:extLst>
              <a:ext uri="{FF2B5EF4-FFF2-40B4-BE49-F238E27FC236}">
                <a16:creationId xmlns:a16="http://schemas.microsoft.com/office/drawing/2014/main" id="{1CAF7252-6E26-4AD3-8325-E4C10072461D}"/>
              </a:ext>
            </a:extLst>
          </p:cNvPr>
          <p:cNvSpPr>
            <a:spLocks noGrp="1"/>
          </p:cNvSpPr>
          <p:nvPr/>
        </p:nvSpPr>
        <p:spPr>
          <a:xfrm>
            <a:off x="3000077" y="1962874"/>
            <a:ext cx="28398" cy="28398"/>
          </a:xfrm>
          <a:prstGeom prst="ellipse">
            <a:avLst/>
          </a:prstGeom>
          <a:solidFill>
            <a:srgbClr val="7F8C97">
              <a:alpha val="48000"/>
            </a:srgbClr>
          </a:solidFill>
          <a:ln w="0">
            <a:noFill/>
            <a:prstDash val="solid"/>
          </a:ln>
        </p:spPr>
      </p:sp>
      <p:sp>
        <p:nvSpPr>
          <p:cNvPr id="262" name="03_assume_matched_5559">
            <a:extLst>
              <a:ext uri="{FF2B5EF4-FFF2-40B4-BE49-F238E27FC236}">
                <a16:creationId xmlns:a16="http://schemas.microsoft.com/office/drawing/2014/main" id="{06098BF7-AECE-49D5-93DE-98D2E62429CF}"/>
              </a:ext>
            </a:extLst>
          </p:cNvPr>
          <p:cNvSpPr>
            <a:spLocks noGrp="1"/>
          </p:cNvSpPr>
          <p:nvPr/>
        </p:nvSpPr>
        <p:spPr>
          <a:xfrm>
            <a:off x="2981368" y="1962874"/>
            <a:ext cx="28398" cy="28398"/>
          </a:xfrm>
          <a:prstGeom prst="ellipse">
            <a:avLst/>
          </a:prstGeom>
          <a:solidFill>
            <a:srgbClr val="7F8C97">
              <a:alpha val="48000"/>
            </a:srgbClr>
          </a:solidFill>
          <a:ln w="0">
            <a:noFill/>
            <a:prstDash val="solid"/>
          </a:ln>
        </p:spPr>
      </p:sp>
      <p:sp>
        <p:nvSpPr>
          <p:cNvPr id="263" name="03_assume_matched_5560">
            <a:extLst>
              <a:ext uri="{FF2B5EF4-FFF2-40B4-BE49-F238E27FC236}">
                <a16:creationId xmlns:a16="http://schemas.microsoft.com/office/drawing/2014/main" id="{1D8D362E-7412-461D-9B25-7FC56B14EBFC}"/>
              </a:ext>
            </a:extLst>
          </p:cNvPr>
          <p:cNvSpPr>
            <a:spLocks noGrp="1"/>
          </p:cNvSpPr>
          <p:nvPr/>
        </p:nvSpPr>
        <p:spPr>
          <a:xfrm>
            <a:off x="2966114" y="1962874"/>
            <a:ext cx="28398" cy="28398"/>
          </a:xfrm>
          <a:prstGeom prst="ellipse">
            <a:avLst/>
          </a:prstGeom>
          <a:solidFill>
            <a:srgbClr val="7F8C97">
              <a:alpha val="48000"/>
            </a:srgbClr>
          </a:solidFill>
          <a:ln w="0">
            <a:noFill/>
            <a:prstDash val="solid"/>
          </a:ln>
        </p:spPr>
      </p:sp>
      <p:sp>
        <p:nvSpPr>
          <p:cNvPr id="264" name="03_assume_matched_5561">
            <a:extLst>
              <a:ext uri="{FF2B5EF4-FFF2-40B4-BE49-F238E27FC236}">
                <a16:creationId xmlns:a16="http://schemas.microsoft.com/office/drawing/2014/main" id="{70C9E9B3-96BA-4873-AF19-0FC31BB5674C}"/>
              </a:ext>
            </a:extLst>
          </p:cNvPr>
          <p:cNvSpPr>
            <a:spLocks noGrp="1"/>
          </p:cNvSpPr>
          <p:nvPr/>
        </p:nvSpPr>
        <p:spPr>
          <a:xfrm>
            <a:off x="2951867" y="1962874"/>
            <a:ext cx="28398" cy="28398"/>
          </a:xfrm>
          <a:prstGeom prst="ellipse">
            <a:avLst/>
          </a:prstGeom>
          <a:solidFill>
            <a:srgbClr val="7F8C97">
              <a:alpha val="48000"/>
            </a:srgbClr>
          </a:solidFill>
          <a:ln w="0">
            <a:noFill/>
            <a:prstDash val="solid"/>
          </a:ln>
        </p:spPr>
      </p:sp>
      <p:sp>
        <p:nvSpPr>
          <p:cNvPr id="265" name="03_assume_matched_5562">
            <a:extLst>
              <a:ext uri="{FF2B5EF4-FFF2-40B4-BE49-F238E27FC236}">
                <a16:creationId xmlns:a16="http://schemas.microsoft.com/office/drawing/2014/main" id="{371B2A6D-AB0C-4B4D-9E93-58C886FCF988}"/>
              </a:ext>
            </a:extLst>
          </p:cNvPr>
          <p:cNvSpPr>
            <a:spLocks noGrp="1"/>
          </p:cNvSpPr>
          <p:nvPr/>
        </p:nvSpPr>
        <p:spPr>
          <a:xfrm>
            <a:off x="2968273" y="1962874"/>
            <a:ext cx="28398" cy="28398"/>
          </a:xfrm>
          <a:prstGeom prst="ellipse">
            <a:avLst/>
          </a:prstGeom>
          <a:solidFill>
            <a:srgbClr val="7F8C97">
              <a:alpha val="48000"/>
            </a:srgbClr>
          </a:solidFill>
          <a:ln w="0">
            <a:noFill/>
            <a:prstDash val="solid"/>
          </a:ln>
        </p:spPr>
      </p:sp>
      <p:sp>
        <p:nvSpPr>
          <p:cNvPr id="266" name="03_assume_matched_5563">
            <a:extLst>
              <a:ext uri="{FF2B5EF4-FFF2-40B4-BE49-F238E27FC236}">
                <a16:creationId xmlns:a16="http://schemas.microsoft.com/office/drawing/2014/main" id="{6F5CD090-3412-44AA-94A6-500677990E32}"/>
              </a:ext>
            </a:extLst>
          </p:cNvPr>
          <p:cNvSpPr>
            <a:spLocks noGrp="1"/>
          </p:cNvSpPr>
          <p:nvPr/>
        </p:nvSpPr>
        <p:spPr>
          <a:xfrm>
            <a:off x="3053467" y="1816656"/>
            <a:ext cx="28398" cy="28398"/>
          </a:xfrm>
          <a:prstGeom prst="ellipse">
            <a:avLst/>
          </a:prstGeom>
          <a:solidFill>
            <a:srgbClr val="7F8C97">
              <a:alpha val="48000"/>
            </a:srgbClr>
          </a:solidFill>
          <a:ln w="0">
            <a:noFill/>
            <a:prstDash val="solid"/>
          </a:ln>
        </p:spPr>
      </p:sp>
      <p:sp>
        <p:nvSpPr>
          <p:cNvPr id="267" name="03_assume_matched_5564">
            <a:extLst>
              <a:ext uri="{FF2B5EF4-FFF2-40B4-BE49-F238E27FC236}">
                <a16:creationId xmlns:a16="http://schemas.microsoft.com/office/drawing/2014/main" id="{4038EEBA-7344-4560-B645-589301FFD97B}"/>
              </a:ext>
            </a:extLst>
          </p:cNvPr>
          <p:cNvSpPr>
            <a:spLocks noGrp="1"/>
          </p:cNvSpPr>
          <p:nvPr/>
        </p:nvSpPr>
        <p:spPr>
          <a:xfrm>
            <a:off x="3008423" y="1572961"/>
            <a:ext cx="28398" cy="28398"/>
          </a:xfrm>
          <a:prstGeom prst="ellipse">
            <a:avLst/>
          </a:prstGeom>
          <a:solidFill>
            <a:srgbClr val="7F8C97">
              <a:alpha val="48000"/>
            </a:srgbClr>
          </a:solidFill>
          <a:ln w="0">
            <a:noFill/>
            <a:prstDash val="solid"/>
          </a:ln>
        </p:spPr>
      </p:sp>
      <p:sp>
        <p:nvSpPr>
          <p:cNvPr id="268" name="03_assume_matched_5565">
            <a:extLst>
              <a:ext uri="{FF2B5EF4-FFF2-40B4-BE49-F238E27FC236}">
                <a16:creationId xmlns:a16="http://schemas.microsoft.com/office/drawing/2014/main" id="{A97F7A6E-B117-4670-B9B1-3E5B82026296}"/>
              </a:ext>
            </a:extLst>
          </p:cNvPr>
          <p:cNvSpPr>
            <a:spLocks noGrp="1"/>
          </p:cNvSpPr>
          <p:nvPr/>
        </p:nvSpPr>
        <p:spPr>
          <a:xfrm>
            <a:off x="3018209" y="1962874"/>
            <a:ext cx="28398" cy="28398"/>
          </a:xfrm>
          <a:prstGeom prst="ellipse">
            <a:avLst/>
          </a:prstGeom>
          <a:solidFill>
            <a:srgbClr val="7F8C97">
              <a:alpha val="48000"/>
            </a:srgbClr>
          </a:solidFill>
          <a:ln w="0">
            <a:noFill/>
            <a:prstDash val="solid"/>
          </a:ln>
        </p:spPr>
      </p:sp>
      <p:sp>
        <p:nvSpPr>
          <p:cNvPr id="269" name="03_assume_matched_5566">
            <a:extLst>
              <a:ext uri="{FF2B5EF4-FFF2-40B4-BE49-F238E27FC236}">
                <a16:creationId xmlns:a16="http://schemas.microsoft.com/office/drawing/2014/main" id="{416225D4-90D9-4FE5-9C60-69FCDF851251}"/>
              </a:ext>
            </a:extLst>
          </p:cNvPr>
          <p:cNvSpPr>
            <a:spLocks noGrp="1"/>
          </p:cNvSpPr>
          <p:nvPr/>
        </p:nvSpPr>
        <p:spPr>
          <a:xfrm>
            <a:off x="2955033" y="1865395"/>
            <a:ext cx="28398" cy="28398"/>
          </a:xfrm>
          <a:prstGeom prst="ellipse">
            <a:avLst/>
          </a:prstGeom>
          <a:solidFill>
            <a:srgbClr val="7F8C97">
              <a:alpha val="48000"/>
            </a:srgbClr>
          </a:solidFill>
          <a:ln w="0">
            <a:noFill/>
            <a:prstDash val="solid"/>
          </a:ln>
        </p:spPr>
      </p:sp>
      <p:sp>
        <p:nvSpPr>
          <p:cNvPr id="270" name="03_assume_matched_5567">
            <a:extLst>
              <a:ext uri="{FF2B5EF4-FFF2-40B4-BE49-F238E27FC236}">
                <a16:creationId xmlns:a16="http://schemas.microsoft.com/office/drawing/2014/main" id="{0FEEA34E-B3DC-447D-A069-B0ED4C3A0BAB}"/>
              </a:ext>
            </a:extLst>
          </p:cNvPr>
          <p:cNvSpPr>
            <a:spLocks noGrp="1"/>
          </p:cNvSpPr>
          <p:nvPr/>
        </p:nvSpPr>
        <p:spPr>
          <a:xfrm>
            <a:off x="3045408" y="1962874"/>
            <a:ext cx="28398" cy="28398"/>
          </a:xfrm>
          <a:prstGeom prst="ellipse">
            <a:avLst/>
          </a:prstGeom>
          <a:solidFill>
            <a:srgbClr val="7F8C97">
              <a:alpha val="48000"/>
            </a:srgbClr>
          </a:solidFill>
          <a:ln w="0">
            <a:noFill/>
            <a:prstDash val="solid"/>
          </a:ln>
        </p:spPr>
      </p:sp>
      <p:sp>
        <p:nvSpPr>
          <p:cNvPr id="271" name="03_assume_matched_5568">
            <a:extLst>
              <a:ext uri="{FF2B5EF4-FFF2-40B4-BE49-F238E27FC236}">
                <a16:creationId xmlns:a16="http://schemas.microsoft.com/office/drawing/2014/main" id="{770FCE9D-E4BB-4CA1-AC02-15EAD81E4DB8}"/>
              </a:ext>
            </a:extLst>
          </p:cNvPr>
          <p:cNvSpPr>
            <a:spLocks noGrp="1"/>
          </p:cNvSpPr>
          <p:nvPr/>
        </p:nvSpPr>
        <p:spPr>
          <a:xfrm>
            <a:off x="3018497" y="1590684"/>
            <a:ext cx="28398" cy="28398"/>
          </a:xfrm>
          <a:prstGeom prst="ellipse">
            <a:avLst/>
          </a:prstGeom>
          <a:solidFill>
            <a:srgbClr val="7F8C97">
              <a:alpha val="48000"/>
            </a:srgbClr>
          </a:solidFill>
          <a:ln w="0">
            <a:noFill/>
            <a:prstDash val="solid"/>
          </a:ln>
        </p:spPr>
      </p:sp>
      <p:sp>
        <p:nvSpPr>
          <p:cNvPr id="272" name="03_assume_matched_5569">
            <a:extLst>
              <a:ext uri="{FF2B5EF4-FFF2-40B4-BE49-F238E27FC236}">
                <a16:creationId xmlns:a16="http://schemas.microsoft.com/office/drawing/2014/main" id="{F9818497-5194-4D8E-B907-408FC5B5F539}"/>
              </a:ext>
            </a:extLst>
          </p:cNvPr>
          <p:cNvSpPr>
            <a:spLocks noGrp="1"/>
          </p:cNvSpPr>
          <p:nvPr/>
        </p:nvSpPr>
        <p:spPr>
          <a:xfrm>
            <a:off x="2936325" y="1962874"/>
            <a:ext cx="28398" cy="28398"/>
          </a:xfrm>
          <a:prstGeom prst="ellipse">
            <a:avLst/>
          </a:prstGeom>
          <a:solidFill>
            <a:srgbClr val="7F8C97">
              <a:alpha val="48000"/>
            </a:srgbClr>
          </a:solidFill>
          <a:ln w="0">
            <a:noFill/>
            <a:prstDash val="solid"/>
          </a:ln>
        </p:spPr>
      </p:sp>
      <p:sp>
        <p:nvSpPr>
          <p:cNvPr id="273" name="03_assume_matched_5570">
            <a:extLst>
              <a:ext uri="{FF2B5EF4-FFF2-40B4-BE49-F238E27FC236}">
                <a16:creationId xmlns:a16="http://schemas.microsoft.com/office/drawing/2014/main" id="{EB5087BB-C0D9-448A-921A-1AE199190D68}"/>
              </a:ext>
            </a:extLst>
          </p:cNvPr>
          <p:cNvSpPr>
            <a:spLocks noGrp="1"/>
          </p:cNvSpPr>
          <p:nvPr/>
        </p:nvSpPr>
        <p:spPr>
          <a:xfrm>
            <a:off x="2943664" y="1962874"/>
            <a:ext cx="28398" cy="28398"/>
          </a:xfrm>
          <a:prstGeom prst="ellipse">
            <a:avLst/>
          </a:prstGeom>
          <a:solidFill>
            <a:srgbClr val="7F8C97">
              <a:alpha val="48000"/>
            </a:srgbClr>
          </a:solidFill>
          <a:ln w="0">
            <a:noFill/>
            <a:prstDash val="solid"/>
          </a:ln>
        </p:spPr>
      </p:sp>
      <p:sp>
        <p:nvSpPr>
          <p:cNvPr id="274" name="03_assume_matched_5571">
            <a:extLst>
              <a:ext uri="{FF2B5EF4-FFF2-40B4-BE49-F238E27FC236}">
                <a16:creationId xmlns:a16="http://schemas.microsoft.com/office/drawing/2014/main" id="{3A069DE0-CDBF-4455-A8FF-24E592AE28FB}"/>
              </a:ext>
            </a:extLst>
          </p:cNvPr>
          <p:cNvSpPr>
            <a:spLocks noGrp="1"/>
          </p:cNvSpPr>
          <p:nvPr/>
        </p:nvSpPr>
        <p:spPr>
          <a:xfrm>
            <a:off x="2954889" y="1816656"/>
            <a:ext cx="28398" cy="28398"/>
          </a:xfrm>
          <a:prstGeom prst="ellipse">
            <a:avLst/>
          </a:prstGeom>
          <a:solidFill>
            <a:srgbClr val="7F8C97">
              <a:alpha val="48000"/>
            </a:srgbClr>
          </a:solidFill>
          <a:ln w="0">
            <a:noFill/>
            <a:prstDash val="solid"/>
          </a:ln>
        </p:spPr>
      </p:sp>
      <p:sp>
        <p:nvSpPr>
          <p:cNvPr id="275" name="03_assume_matched_5572">
            <a:extLst>
              <a:ext uri="{FF2B5EF4-FFF2-40B4-BE49-F238E27FC236}">
                <a16:creationId xmlns:a16="http://schemas.microsoft.com/office/drawing/2014/main" id="{59840176-C46C-4CB5-A30A-BCEBE235E262}"/>
              </a:ext>
            </a:extLst>
          </p:cNvPr>
          <p:cNvSpPr>
            <a:spLocks noGrp="1"/>
          </p:cNvSpPr>
          <p:nvPr/>
        </p:nvSpPr>
        <p:spPr>
          <a:xfrm>
            <a:off x="3044257" y="1962874"/>
            <a:ext cx="28398" cy="28398"/>
          </a:xfrm>
          <a:prstGeom prst="ellipse">
            <a:avLst/>
          </a:prstGeom>
          <a:solidFill>
            <a:srgbClr val="7F8C97">
              <a:alpha val="48000"/>
            </a:srgbClr>
          </a:solidFill>
          <a:ln w="0">
            <a:noFill/>
            <a:prstDash val="solid"/>
          </a:ln>
        </p:spPr>
      </p:sp>
      <p:sp>
        <p:nvSpPr>
          <p:cNvPr id="276" name="03_assume_matched_5573">
            <a:extLst>
              <a:ext uri="{FF2B5EF4-FFF2-40B4-BE49-F238E27FC236}">
                <a16:creationId xmlns:a16="http://schemas.microsoft.com/office/drawing/2014/main" id="{56678051-D2CD-4A89-863C-5348FFC8A3CC}"/>
              </a:ext>
            </a:extLst>
          </p:cNvPr>
          <p:cNvSpPr>
            <a:spLocks noGrp="1"/>
          </p:cNvSpPr>
          <p:nvPr/>
        </p:nvSpPr>
        <p:spPr>
          <a:xfrm>
            <a:off x="2957192" y="1670439"/>
            <a:ext cx="28398" cy="28398"/>
          </a:xfrm>
          <a:prstGeom prst="ellipse">
            <a:avLst/>
          </a:prstGeom>
          <a:solidFill>
            <a:srgbClr val="7F8C97">
              <a:alpha val="48000"/>
            </a:srgbClr>
          </a:solidFill>
          <a:ln w="0">
            <a:noFill/>
            <a:prstDash val="solid"/>
          </a:ln>
        </p:spPr>
      </p:sp>
      <p:sp>
        <p:nvSpPr>
          <p:cNvPr id="277" name="03_assume_matched_5574">
            <a:extLst>
              <a:ext uri="{FF2B5EF4-FFF2-40B4-BE49-F238E27FC236}">
                <a16:creationId xmlns:a16="http://schemas.microsoft.com/office/drawing/2014/main" id="{B1CB6852-9F51-4DB0-86DA-CE397627ABEB}"/>
              </a:ext>
            </a:extLst>
          </p:cNvPr>
          <p:cNvSpPr>
            <a:spLocks noGrp="1"/>
          </p:cNvSpPr>
          <p:nvPr/>
        </p:nvSpPr>
        <p:spPr>
          <a:xfrm>
            <a:off x="3036198" y="1962874"/>
            <a:ext cx="28398" cy="28398"/>
          </a:xfrm>
          <a:prstGeom prst="ellipse">
            <a:avLst/>
          </a:prstGeom>
          <a:solidFill>
            <a:srgbClr val="7F8C97">
              <a:alpha val="48000"/>
            </a:srgbClr>
          </a:solidFill>
          <a:ln w="0">
            <a:noFill/>
            <a:prstDash val="solid"/>
          </a:ln>
        </p:spPr>
      </p:sp>
      <p:sp>
        <p:nvSpPr>
          <p:cNvPr id="278" name="03_assume_matched_5575">
            <a:extLst>
              <a:ext uri="{FF2B5EF4-FFF2-40B4-BE49-F238E27FC236}">
                <a16:creationId xmlns:a16="http://schemas.microsoft.com/office/drawing/2014/main" id="{4D13E3C8-30F7-4500-860D-347D137073AC}"/>
              </a:ext>
            </a:extLst>
          </p:cNvPr>
          <p:cNvSpPr>
            <a:spLocks noGrp="1"/>
          </p:cNvSpPr>
          <p:nvPr/>
        </p:nvSpPr>
        <p:spPr>
          <a:xfrm>
            <a:off x="3037349" y="1670439"/>
            <a:ext cx="28398" cy="28398"/>
          </a:xfrm>
          <a:prstGeom prst="ellipse">
            <a:avLst/>
          </a:prstGeom>
          <a:solidFill>
            <a:srgbClr val="7F8C97">
              <a:alpha val="48000"/>
            </a:srgbClr>
          </a:solidFill>
          <a:ln w="0">
            <a:noFill/>
            <a:prstDash val="solid"/>
          </a:ln>
        </p:spPr>
      </p:sp>
      <p:sp>
        <p:nvSpPr>
          <p:cNvPr id="279" name="03_assume_matched_5576">
            <a:extLst>
              <a:ext uri="{FF2B5EF4-FFF2-40B4-BE49-F238E27FC236}">
                <a16:creationId xmlns:a16="http://schemas.microsoft.com/office/drawing/2014/main" id="{235E5224-D31C-465C-8BDB-87704BB1786B}"/>
              </a:ext>
            </a:extLst>
          </p:cNvPr>
          <p:cNvSpPr>
            <a:spLocks noGrp="1"/>
          </p:cNvSpPr>
          <p:nvPr/>
        </p:nvSpPr>
        <p:spPr>
          <a:xfrm>
            <a:off x="3041091" y="1962874"/>
            <a:ext cx="28398" cy="28398"/>
          </a:xfrm>
          <a:prstGeom prst="ellipse">
            <a:avLst/>
          </a:prstGeom>
          <a:solidFill>
            <a:srgbClr val="7F8C97">
              <a:alpha val="48000"/>
            </a:srgbClr>
          </a:solidFill>
          <a:ln w="0">
            <a:noFill/>
            <a:prstDash val="solid"/>
          </a:ln>
        </p:spPr>
      </p:sp>
      <p:sp>
        <p:nvSpPr>
          <p:cNvPr id="280" name="03_assume_matched_5577">
            <a:extLst>
              <a:ext uri="{FF2B5EF4-FFF2-40B4-BE49-F238E27FC236}">
                <a16:creationId xmlns:a16="http://schemas.microsoft.com/office/drawing/2014/main" id="{F997EF4C-E55A-434D-B3A3-C07889974533}"/>
              </a:ext>
            </a:extLst>
          </p:cNvPr>
          <p:cNvSpPr>
            <a:spLocks noGrp="1"/>
          </p:cNvSpPr>
          <p:nvPr/>
        </p:nvSpPr>
        <p:spPr>
          <a:xfrm>
            <a:off x="2958343" y="1962874"/>
            <a:ext cx="28398" cy="28398"/>
          </a:xfrm>
          <a:prstGeom prst="ellipse">
            <a:avLst/>
          </a:prstGeom>
          <a:solidFill>
            <a:srgbClr val="7F8C97">
              <a:alpha val="48000"/>
            </a:srgbClr>
          </a:solidFill>
          <a:ln w="0">
            <a:noFill/>
            <a:prstDash val="solid"/>
          </a:ln>
        </p:spPr>
      </p:sp>
      <p:sp>
        <p:nvSpPr>
          <p:cNvPr id="281" name="03_assume_matched_5578">
            <a:extLst>
              <a:ext uri="{FF2B5EF4-FFF2-40B4-BE49-F238E27FC236}">
                <a16:creationId xmlns:a16="http://schemas.microsoft.com/office/drawing/2014/main" id="{6F1097B9-D3C8-41AB-AEA0-D29E4348D26E}"/>
              </a:ext>
            </a:extLst>
          </p:cNvPr>
          <p:cNvSpPr>
            <a:spLocks noGrp="1"/>
          </p:cNvSpPr>
          <p:nvPr/>
        </p:nvSpPr>
        <p:spPr>
          <a:xfrm>
            <a:off x="2936613" y="1378004"/>
            <a:ext cx="28398" cy="28398"/>
          </a:xfrm>
          <a:prstGeom prst="ellipse">
            <a:avLst/>
          </a:prstGeom>
          <a:solidFill>
            <a:srgbClr val="7F8C97">
              <a:alpha val="48000"/>
            </a:srgbClr>
          </a:solidFill>
          <a:ln w="0">
            <a:noFill/>
            <a:prstDash val="solid"/>
          </a:ln>
        </p:spPr>
      </p:sp>
      <p:sp>
        <p:nvSpPr>
          <p:cNvPr id="282" name="03_assume_matched_5579">
            <a:extLst>
              <a:ext uri="{FF2B5EF4-FFF2-40B4-BE49-F238E27FC236}">
                <a16:creationId xmlns:a16="http://schemas.microsoft.com/office/drawing/2014/main" id="{ABC26487-0F91-4784-B5F9-E4E5BA26A0DB}"/>
              </a:ext>
            </a:extLst>
          </p:cNvPr>
          <p:cNvSpPr>
            <a:spLocks noGrp="1"/>
          </p:cNvSpPr>
          <p:nvPr/>
        </p:nvSpPr>
        <p:spPr>
          <a:xfrm>
            <a:off x="3020368" y="1378004"/>
            <a:ext cx="28398" cy="28398"/>
          </a:xfrm>
          <a:prstGeom prst="ellipse">
            <a:avLst/>
          </a:prstGeom>
          <a:solidFill>
            <a:srgbClr val="7F8C97">
              <a:alpha val="48000"/>
            </a:srgbClr>
          </a:solidFill>
          <a:ln w="0">
            <a:noFill/>
            <a:prstDash val="solid"/>
          </a:ln>
        </p:spPr>
      </p:sp>
      <p:sp>
        <p:nvSpPr>
          <p:cNvPr id="283" name="03_assume_matched_5580">
            <a:extLst>
              <a:ext uri="{FF2B5EF4-FFF2-40B4-BE49-F238E27FC236}">
                <a16:creationId xmlns:a16="http://schemas.microsoft.com/office/drawing/2014/main" id="{FE35FCE8-3B4F-49BE-B6CE-188C368FA420}"/>
              </a:ext>
            </a:extLst>
          </p:cNvPr>
          <p:cNvSpPr>
            <a:spLocks noGrp="1"/>
          </p:cNvSpPr>
          <p:nvPr/>
        </p:nvSpPr>
        <p:spPr>
          <a:xfrm>
            <a:off x="2929849" y="1962874"/>
            <a:ext cx="28398" cy="28398"/>
          </a:xfrm>
          <a:prstGeom prst="ellipse">
            <a:avLst/>
          </a:prstGeom>
          <a:solidFill>
            <a:srgbClr val="7F8C97">
              <a:alpha val="48000"/>
            </a:srgbClr>
          </a:solidFill>
          <a:ln w="0">
            <a:noFill/>
            <a:prstDash val="solid"/>
          </a:ln>
        </p:spPr>
      </p:sp>
      <p:sp>
        <p:nvSpPr>
          <p:cNvPr id="284" name="03_assume_matched_5581">
            <a:extLst>
              <a:ext uri="{FF2B5EF4-FFF2-40B4-BE49-F238E27FC236}">
                <a16:creationId xmlns:a16="http://schemas.microsoft.com/office/drawing/2014/main" id="{2C2325EE-11CD-4A49-9D30-06A4B57D9385}"/>
              </a:ext>
            </a:extLst>
          </p:cNvPr>
          <p:cNvSpPr>
            <a:spLocks noGrp="1"/>
          </p:cNvSpPr>
          <p:nvPr/>
        </p:nvSpPr>
        <p:spPr>
          <a:xfrm>
            <a:off x="3023965" y="1378004"/>
            <a:ext cx="28398" cy="28398"/>
          </a:xfrm>
          <a:prstGeom prst="ellipse">
            <a:avLst/>
          </a:prstGeom>
          <a:solidFill>
            <a:srgbClr val="7F8C97">
              <a:alpha val="48000"/>
            </a:srgbClr>
          </a:solidFill>
          <a:ln w="0">
            <a:noFill/>
            <a:prstDash val="solid"/>
          </a:ln>
        </p:spPr>
      </p:sp>
      <p:sp>
        <p:nvSpPr>
          <p:cNvPr id="285" name="03_assume_matched_5582">
            <a:extLst>
              <a:ext uri="{FF2B5EF4-FFF2-40B4-BE49-F238E27FC236}">
                <a16:creationId xmlns:a16="http://schemas.microsoft.com/office/drawing/2014/main" id="{45558718-4515-4FE1-A2AE-A5C7F81E2D78}"/>
              </a:ext>
            </a:extLst>
          </p:cNvPr>
          <p:cNvSpPr>
            <a:spLocks noGrp="1"/>
          </p:cNvSpPr>
          <p:nvPr/>
        </p:nvSpPr>
        <p:spPr>
          <a:xfrm>
            <a:off x="2931144" y="1962874"/>
            <a:ext cx="28398" cy="28398"/>
          </a:xfrm>
          <a:prstGeom prst="ellipse">
            <a:avLst/>
          </a:prstGeom>
          <a:solidFill>
            <a:srgbClr val="7F8C97">
              <a:alpha val="48000"/>
            </a:srgbClr>
          </a:solidFill>
          <a:ln w="0">
            <a:noFill/>
            <a:prstDash val="solid"/>
          </a:ln>
        </p:spPr>
      </p:sp>
      <p:sp>
        <p:nvSpPr>
          <p:cNvPr id="286" name="03_assume_matched_5583">
            <a:extLst>
              <a:ext uri="{FF2B5EF4-FFF2-40B4-BE49-F238E27FC236}">
                <a16:creationId xmlns:a16="http://schemas.microsoft.com/office/drawing/2014/main" id="{2F0BFD76-BD74-41F4-9177-52421EC2BCEC}"/>
              </a:ext>
            </a:extLst>
          </p:cNvPr>
          <p:cNvSpPr>
            <a:spLocks noGrp="1"/>
          </p:cNvSpPr>
          <p:nvPr/>
        </p:nvSpPr>
        <p:spPr>
          <a:xfrm>
            <a:off x="3051596" y="1962874"/>
            <a:ext cx="28398" cy="28398"/>
          </a:xfrm>
          <a:prstGeom prst="ellipse">
            <a:avLst/>
          </a:prstGeom>
          <a:solidFill>
            <a:srgbClr val="7F8C97">
              <a:alpha val="48000"/>
            </a:srgbClr>
          </a:solidFill>
          <a:ln w="0">
            <a:noFill/>
            <a:prstDash val="solid"/>
          </a:ln>
        </p:spPr>
      </p:sp>
      <p:sp>
        <p:nvSpPr>
          <p:cNvPr id="287" name="03_assume_matched_5584">
            <a:extLst>
              <a:ext uri="{FF2B5EF4-FFF2-40B4-BE49-F238E27FC236}">
                <a16:creationId xmlns:a16="http://schemas.microsoft.com/office/drawing/2014/main" id="{4B35EF3D-4676-48AC-9F56-8D6CAE8C80D1}"/>
              </a:ext>
            </a:extLst>
          </p:cNvPr>
          <p:cNvSpPr>
            <a:spLocks noGrp="1"/>
          </p:cNvSpPr>
          <p:nvPr/>
        </p:nvSpPr>
        <p:spPr>
          <a:xfrm>
            <a:off x="3029578" y="1378004"/>
            <a:ext cx="28398" cy="28398"/>
          </a:xfrm>
          <a:prstGeom prst="ellipse">
            <a:avLst/>
          </a:prstGeom>
          <a:solidFill>
            <a:srgbClr val="7F8C97">
              <a:alpha val="48000"/>
            </a:srgbClr>
          </a:solidFill>
          <a:ln w="0">
            <a:noFill/>
            <a:prstDash val="solid"/>
          </a:ln>
        </p:spPr>
      </p:sp>
      <p:sp>
        <p:nvSpPr>
          <p:cNvPr id="288" name="03_assume_matched_5585">
            <a:extLst>
              <a:ext uri="{FF2B5EF4-FFF2-40B4-BE49-F238E27FC236}">
                <a16:creationId xmlns:a16="http://schemas.microsoft.com/office/drawing/2014/main" id="{8470854E-2AF8-440B-B354-92654860A1C3}"/>
              </a:ext>
            </a:extLst>
          </p:cNvPr>
          <p:cNvSpPr>
            <a:spLocks noGrp="1"/>
          </p:cNvSpPr>
          <p:nvPr/>
        </p:nvSpPr>
        <p:spPr>
          <a:xfrm>
            <a:off x="2977483" y="1378004"/>
            <a:ext cx="28398" cy="28398"/>
          </a:xfrm>
          <a:prstGeom prst="ellipse">
            <a:avLst/>
          </a:prstGeom>
          <a:solidFill>
            <a:srgbClr val="7F8C97">
              <a:alpha val="48000"/>
            </a:srgbClr>
          </a:solidFill>
          <a:ln w="0">
            <a:noFill/>
            <a:prstDash val="solid"/>
          </a:ln>
        </p:spPr>
      </p:sp>
      <p:sp>
        <p:nvSpPr>
          <p:cNvPr id="289" name="03_assume_matched_5586">
            <a:extLst>
              <a:ext uri="{FF2B5EF4-FFF2-40B4-BE49-F238E27FC236}">
                <a16:creationId xmlns:a16="http://schemas.microsoft.com/office/drawing/2014/main" id="{2123DC87-7465-413E-84D8-BDA8DDC1157A}"/>
              </a:ext>
            </a:extLst>
          </p:cNvPr>
          <p:cNvSpPr>
            <a:spLocks noGrp="1"/>
          </p:cNvSpPr>
          <p:nvPr/>
        </p:nvSpPr>
        <p:spPr>
          <a:xfrm>
            <a:off x="2953162" y="1962874"/>
            <a:ext cx="28398" cy="28398"/>
          </a:xfrm>
          <a:prstGeom prst="ellipse">
            <a:avLst/>
          </a:prstGeom>
          <a:solidFill>
            <a:srgbClr val="7F8C97">
              <a:alpha val="48000"/>
            </a:srgbClr>
          </a:solidFill>
          <a:ln w="0">
            <a:noFill/>
            <a:prstDash val="solid"/>
          </a:ln>
        </p:spPr>
      </p:sp>
      <p:sp>
        <p:nvSpPr>
          <p:cNvPr id="290" name="03_assume_matched_5587">
            <a:extLst>
              <a:ext uri="{FF2B5EF4-FFF2-40B4-BE49-F238E27FC236}">
                <a16:creationId xmlns:a16="http://schemas.microsoft.com/office/drawing/2014/main" id="{AA0E3789-D9A4-43CF-B2F6-EE18F55F0C77}"/>
              </a:ext>
            </a:extLst>
          </p:cNvPr>
          <p:cNvSpPr>
            <a:spLocks noGrp="1"/>
          </p:cNvSpPr>
          <p:nvPr/>
        </p:nvSpPr>
        <p:spPr>
          <a:xfrm>
            <a:off x="3055625" y="1962874"/>
            <a:ext cx="28398" cy="28398"/>
          </a:xfrm>
          <a:prstGeom prst="ellipse">
            <a:avLst/>
          </a:prstGeom>
          <a:solidFill>
            <a:srgbClr val="7F8C97">
              <a:alpha val="48000"/>
            </a:srgbClr>
          </a:solidFill>
          <a:ln w="0">
            <a:noFill/>
            <a:prstDash val="solid"/>
          </a:ln>
        </p:spPr>
      </p:sp>
      <p:sp>
        <p:nvSpPr>
          <p:cNvPr id="291" name="03_assume_matched_5588">
            <a:extLst>
              <a:ext uri="{FF2B5EF4-FFF2-40B4-BE49-F238E27FC236}">
                <a16:creationId xmlns:a16="http://schemas.microsoft.com/office/drawing/2014/main" id="{7481883E-66FD-4A2E-9A80-9480377A5AFE}"/>
              </a:ext>
            </a:extLst>
          </p:cNvPr>
          <p:cNvSpPr>
            <a:spLocks noGrp="1"/>
          </p:cNvSpPr>
          <p:nvPr/>
        </p:nvSpPr>
        <p:spPr>
          <a:xfrm>
            <a:off x="3003386" y="1962874"/>
            <a:ext cx="28398" cy="28398"/>
          </a:xfrm>
          <a:prstGeom prst="ellipse">
            <a:avLst/>
          </a:prstGeom>
          <a:solidFill>
            <a:srgbClr val="7F8C97">
              <a:alpha val="48000"/>
            </a:srgbClr>
          </a:solidFill>
          <a:ln w="0">
            <a:noFill/>
            <a:prstDash val="solid"/>
          </a:ln>
        </p:spPr>
      </p:sp>
      <p:sp>
        <p:nvSpPr>
          <p:cNvPr id="292" name="03_assume_matched_5589">
            <a:extLst>
              <a:ext uri="{FF2B5EF4-FFF2-40B4-BE49-F238E27FC236}">
                <a16:creationId xmlns:a16="http://schemas.microsoft.com/office/drawing/2014/main" id="{17B28DE3-78F0-478B-A71D-3907F1D4DFCE}"/>
              </a:ext>
            </a:extLst>
          </p:cNvPr>
          <p:cNvSpPr>
            <a:spLocks noGrp="1"/>
          </p:cNvSpPr>
          <p:nvPr/>
        </p:nvSpPr>
        <p:spPr>
          <a:xfrm>
            <a:off x="3036198" y="1962874"/>
            <a:ext cx="28398" cy="28398"/>
          </a:xfrm>
          <a:prstGeom prst="ellipse">
            <a:avLst/>
          </a:prstGeom>
          <a:solidFill>
            <a:srgbClr val="7F8C97">
              <a:alpha val="48000"/>
            </a:srgbClr>
          </a:solidFill>
          <a:ln w="0">
            <a:noFill/>
            <a:prstDash val="solid"/>
          </a:ln>
        </p:spPr>
      </p:sp>
      <p:sp>
        <p:nvSpPr>
          <p:cNvPr id="293" name="03_assume_matched_5590">
            <a:extLst>
              <a:ext uri="{FF2B5EF4-FFF2-40B4-BE49-F238E27FC236}">
                <a16:creationId xmlns:a16="http://schemas.microsoft.com/office/drawing/2014/main" id="{64215B46-A297-473A-B881-B1008D854BA9}"/>
              </a:ext>
            </a:extLst>
          </p:cNvPr>
          <p:cNvSpPr>
            <a:spLocks noGrp="1"/>
          </p:cNvSpPr>
          <p:nvPr/>
        </p:nvSpPr>
        <p:spPr>
          <a:xfrm>
            <a:off x="2935317" y="1962874"/>
            <a:ext cx="28398" cy="28398"/>
          </a:xfrm>
          <a:prstGeom prst="ellipse">
            <a:avLst/>
          </a:prstGeom>
          <a:solidFill>
            <a:srgbClr val="7F8C97">
              <a:alpha val="48000"/>
            </a:srgbClr>
          </a:solidFill>
          <a:ln w="0">
            <a:noFill/>
            <a:prstDash val="solid"/>
          </a:ln>
        </p:spPr>
      </p:sp>
      <p:sp>
        <p:nvSpPr>
          <p:cNvPr id="294" name="03_assume_matched_5591">
            <a:extLst>
              <a:ext uri="{FF2B5EF4-FFF2-40B4-BE49-F238E27FC236}">
                <a16:creationId xmlns:a16="http://schemas.microsoft.com/office/drawing/2014/main" id="{EABDA3DF-925F-4E77-9D56-31DD868A4A86}"/>
              </a:ext>
            </a:extLst>
          </p:cNvPr>
          <p:cNvSpPr>
            <a:spLocks noGrp="1"/>
          </p:cNvSpPr>
          <p:nvPr/>
        </p:nvSpPr>
        <p:spPr>
          <a:xfrm>
            <a:off x="3027275" y="1962874"/>
            <a:ext cx="28398" cy="28398"/>
          </a:xfrm>
          <a:prstGeom prst="ellipse">
            <a:avLst/>
          </a:prstGeom>
          <a:solidFill>
            <a:srgbClr val="7F8C97">
              <a:alpha val="48000"/>
            </a:srgbClr>
          </a:solidFill>
          <a:ln w="0">
            <a:noFill/>
            <a:prstDash val="solid"/>
          </a:ln>
        </p:spPr>
      </p:sp>
      <p:sp>
        <p:nvSpPr>
          <p:cNvPr id="295" name="03_assume_matched_5592">
            <a:extLst>
              <a:ext uri="{FF2B5EF4-FFF2-40B4-BE49-F238E27FC236}">
                <a16:creationId xmlns:a16="http://schemas.microsoft.com/office/drawing/2014/main" id="{0DE40A73-8845-42FC-B7A1-2E410D7665D5}"/>
              </a:ext>
            </a:extLst>
          </p:cNvPr>
          <p:cNvSpPr>
            <a:spLocks noGrp="1"/>
          </p:cNvSpPr>
          <p:nvPr/>
        </p:nvSpPr>
        <p:spPr>
          <a:xfrm>
            <a:off x="3006409" y="1962874"/>
            <a:ext cx="28398" cy="28398"/>
          </a:xfrm>
          <a:prstGeom prst="ellipse">
            <a:avLst/>
          </a:prstGeom>
          <a:solidFill>
            <a:srgbClr val="7F8C97">
              <a:alpha val="48000"/>
            </a:srgbClr>
          </a:solidFill>
          <a:ln w="0">
            <a:noFill/>
            <a:prstDash val="solid"/>
          </a:ln>
        </p:spPr>
      </p:sp>
      <p:sp>
        <p:nvSpPr>
          <p:cNvPr id="296" name="03_assume_matched_5593">
            <a:extLst>
              <a:ext uri="{FF2B5EF4-FFF2-40B4-BE49-F238E27FC236}">
                <a16:creationId xmlns:a16="http://schemas.microsoft.com/office/drawing/2014/main" id="{12FDE57B-2F20-414E-A20A-A400CEF509C0}"/>
              </a:ext>
            </a:extLst>
          </p:cNvPr>
          <p:cNvSpPr>
            <a:spLocks noGrp="1"/>
          </p:cNvSpPr>
          <p:nvPr/>
        </p:nvSpPr>
        <p:spPr>
          <a:xfrm>
            <a:off x="2915026" y="1670439"/>
            <a:ext cx="28398" cy="28398"/>
          </a:xfrm>
          <a:prstGeom prst="ellipse">
            <a:avLst/>
          </a:prstGeom>
          <a:solidFill>
            <a:srgbClr val="7F8C97">
              <a:alpha val="48000"/>
            </a:srgbClr>
          </a:solidFill>
          <a:ln w="0">
            <a:noFill/>
            <a:prstDash val="solid"/>
          </a:ln>
        </p:spPr>
      </p:sp>
      <p:sp>
        <p:nvSpPr>
          <p:cNvPr id="297" name="03_assume_matched_5594">
            <a:extLst>
              <a:ext uri="{FF2B5EF4-FFF2-40B4-BE49-F238E27FC236}">
                <a16:creationId xmlns:a16="http://schemas.microsoft.com/office/drawing/2014/main" id="{7E4A83DC-1E95-40DE-8F09-3165F744115E}"/>
              </a:ext>
            </a:extLst>
          </p:cNvPr>
          <p:cNvSpPr>
            <a:spLocks noGrp="1"/>
          </p:cNvSpPr>
          <p:nvPr/>
        </p:nvSpPr>
        <p:spPr>
          <a:xfrm>
            <a:off x="2974317" y="1962874"/>
            <a:ext cx="28398" cy="28398"/>
          </a:xfrm>
          <a:prstGeom prst="ellipse">
            <a:avLst/>
          </a:prstGeom>
          <a:solidFill>
            <a:srgbClr val="7F8C97">
              <a:alpha val="48000"/>
            </a:srgbClr>
          </a:solidFill>
          <a:ln w="0">
            <a:noFill/>
            <a:prstDash val="solid"/>
          </a:ln>
        </p:spPr>
      </p:sp>
      <p:sp>
        <p:nvSpPr>
          <p:cNvPr id="298" name="03_assume_matched_5595">
            <a:extLst>
              <a:ext uri="{FF2B5EF4-FFF2-40B4-BE49-F238E27FC236}">
                <a16:creationId xmlns:a16="http://schemas.microsoft.com/office/drawing/2014/main" id="{60DAF87D-F713-4180-B35C-F30D4AAD0786}"/>
              </a:ext>
            </a:extLst>
          </p:cNvPr>
          <p:cNvSpPr>
            <a:spLocks noGrp="1"/>
          </p:cNvSpPr>
          <p:nvPr/>
        </p:nvSpPr>
        <p:spPr>
          <a:xfrm>
            <a:off x="2956472" y="1962874"/>
            <a:ext cx="28398" cy="28398"/>
          </a:xfrm>
          <a:prstGeom prst="ellipse">
            <a:avLst/>
          </a:prstGeom>
          <a:solidFill>
            <a:srgbClr val="7F8C97">
              <a:alpha val="48000"/>
            </a:srgbClr>
          </a:solidFill>
          <a:ln w="0">
            <a:noFill/>
            <a:prstDash val="solid"/>
          </a:ln>
        </p:spPr>
      </p:sp>
      <p:sp>
        <p:nvSpPr>
          <p:cNvPr id="299" name="03_assume_matched_5596">
            <a:extLst>
              <a:ext uri="{FF2B5EF4-FFF2-40B4-BE49-F238E27FC236}">
                <a16:creationId xmlns:a16="http://schemas.microsoft.com/office/drawing/2014/main" id="{442D9C9E-4EA2-473C-B8A2-9B05D3325467}"/>
              </a:ext>
            </a:extLst>
          </p:cNvPr>
          <p:cNvSpPr>
            <a:spLocks noGrp="1"/>
          </p:cNvSpPr>
          <p:nvPr/>
        </p:nvSpPr>
        <p:spPr>
          <a:xfrm>
            <a:off x="2988708" y="1962874"/>
            <a:ext cx="28398" cy="28398"/>
          </a:xfrm>
          <a:prstGeom prst="ellipse">
            <a:avLst/>
          </a:prstGeom>
          <a:solidFill>
            <a:srgbClr val="7F8C97">
              <a:alpha val="48000"/>
            </a:srgbClr>
          </a:solidFill>
          <a:ln w="0">
            <a:noFill/>
            <a:prstDash val="solid"/>
          </a:ln>
        </p:spPr>
      </p:sp>
      <p:sp>
        <p:nvSpPr>
          <p:cNvPr id="300" name="03_assume_matched_5597">
            <a:extLst>
              <a:ext uri="{FF2B5EF4-FFF2-40B4-BE49-F238E27FC236}">
                <a16:creationId xmlns:a16="http://schemas.microsoft.com/office/drawing/2014/main" id="{24F2FFE6-6CFE-4F55-B36B-6206EE6AB015}"/>
              </a:ext>
            </a:extLst>
          </p:cNvPr>
          <p:cNvSpPr>
            <a:spLocks noGrp="1"/>
          </p:cNvSpPr>
          <p:nvPr/>
        </p:nvSpPr>
        <p:spPr>
          <a:xfrm>
            <a:off x="2970575" y="1914134"/>
            <a:ext cx="28398" cy="28398"/>
          </a:xfrm>
          <a:prstGeom prst="ellipse">
            <a:avLst/>
          </a:prstGeom>
          <a:solidFill>
            <a:srgbClr val="7F8C97">
              <a:alpha val="48000"/>
            </a:srgbClr>
          </a:solidFill>
          <a:ln w="0">
            <a:noFill/>
            <a:prstDash val="solid"/>
          </a:ln>
        </p:spPr>
      </p:sp>
      <p:sp>
        <p:nvSpPr>
          <p:cNvPr id="301" name="03_assume_matched_5598">
            <a:extLst>
              <a:ext uri="{FF2B5EF4-FFF2-40B4-BE49-F238E27FC236}">
                <a16:creationId xmlns:a16="http://schemas.microsoft.com/office/drawing/2014/main" id="{5A6C917E-4AFC-47FD-A1ED-416342E6D6AA}"/>
              </a:ext>
            </a:extLst>
          </p:cNvPr>
          <p:cNvSpPr>
            <a:spLocks noGrp="1"/>
          </p:cNvSpPr>
          <p:nvPr/>
        </p:nvSpPr>
        <p:spPr>
          <a:xfrm>
            <a:off x="3032744" y="1962874"/>
            <a:ext cx="28398" cy="28398"/>
          </a:xfrm>
          <a:prstGeom prst="ellipse">
            <a:avLst/>
          </a:prstGeom>
          <a:solidFill>
            <a:srgbClr val="7F8C97">
              <a:alpha val="48000"/>
            </a:srgbClr>
          </a:solidFill>
          <a:ln w="0">
            <a:noFill/>
            <a:prstDash val="solid"/>
          </a:ln>
        </p:spPr>
      </p:sp>
      <p:sp>
        <p:nvSpPr>
          <p:cNvPr id="302" name="03_assume_matched_5599">
            <a:extLst>
              <a:ext uri="{FF2B5EF4-FFF2-40B4-BE49-F238E27FC236}">
                <a16:creationId xmlns:a16="http://schemas.microsoft.com/office/drawing/2014/main" id="{CF383D65-48A2-49E5-A527-02D8A23980D3}"/>
              </a:ext>
            </a:extLst>
          </p:cNvPr>
          <p:cNvSpPr>
            <a:spLocks noGrp="1"/>
          </p:cNvSpPr>
          <p:nvPr/>
        </p:nvSpPr>
        <p:spPr>
          <a:xfrm>
            <a:off x="2930856" y="1728926"/>
            <a:ext cx="28398" cy="28398"/>
          </a:xfrm>
          <a:prstGeom prst="ellipse">
            <a:avLst/>
          </a:prstGeom>
          <a:solidFill>
            <a:srgbClr val="7F8C97">
              <a:alpha val="48000"/>
            </a:srgbClr>
          </a:solidFill>
          <a:ln w="0">
            <a:noFill/>
            <a:prstDash val="solid"/>
          </a:ln>
        </p:spPr>
      </p:sp>
      <p:sp>
        <p:nvSpPr>
          <p:cNvPr id="303" name="03_assume_matched_5600">
            <a:extLst>
              <a:ext uri="{FF2B5EF4-FFF2-40B4-BE49-F238E27FC236}">
                <a16:creationId xmlns:a16="http://schemas.microsoft.com/office/drawing/2014/main" id="{633FE6D1-47A7-4BA6-95B9-B4CA89180A7F}"/>
              </a:ext>
            </a:extLst>
          </p:cNvPr>
          <p:cNvSpPr>
            <a:spLocks noGrp="1"/>
          </p:cNvSpPr>
          <p:nvPr/>
        </p:nvSpPr>
        <p:spPr>
          <a:xfrm>
            <a:off x="2937476" y="1962874"/>
            <a:ext cx="28398" cy="28398"/>
          </a:xfrm>
          <a:prstGeom prst="ellipse">
            <a:avLst/>
          </a:prstGeom>
          <a:solidFill>
            <a:srgbClr val="7F8C97">
              <a:alpha val="48000"/>
            </a:srgbClr>
          </a:solidFill>
          <a:ln w="0">
            <a:noFill/>
            <a:prstDash val="solid"/>
          </a:ln>
        </p:spPr>
      </p:sp>
      <p:sp>
        <p:nvSpPr>
          <p:cNvPr id="304" name="03_assume_matched_5601">
            <a:extLst>
              <a:ext uri="{FF2B5EF4-FFF2-40B4-BE49-F238E27FC236}">
                <a16:creationId xmlns:a16="http://schemas.microsoft.com/office/drawing/2014/main" id="{0D5ADC61-279C-451F-A2A9-0BF1998728FF}"/>
              </a:ext>
            </a:extLst>
          </p:cNvPr>
          <p:cNvSpPr>
            <a:spLocks noGrp="1"/>
          </p:cNvSpPr>
          <p:nvPr/>
        </p:nvSpPr>
        <p:spPr>
          <a:xfrm>
            <a:off x="2997342" y="1670439"/>
            <a:ext cx="28398" cy="28398"/>
          </a:xfrm>
          <a:prstGeom prst="ellipse">
            <a:avLst/>
          </a:prstGeom>
          <a:solidFill>
            <a:srgbClr val="7F8C97">
              <a:alpha val="48000"/>
            </a:srgbClr>
          </a:solidFill>
          <a:ln w="0">
            <a:noFill/>
            <a:prstDash val="solid"/>
          </a:ln>
        </p:spPr>
      </p:sp>
      <p:sp>
        <p:nvSpPr>
          <p:cNvPr id="305" name="03_assume_matched_5602">
            <a:extLst>
              <a:ext uri="{FF2B5EF4-FFF2-40B4-BE49-F238E27FC236}">
                <a16:creationId xmlns:a16="http://schemas.microsoft.com/office/drawing/2014/main" id="{74748650-2523-4053-994A-8FE81BF4EC0E}"/>
              </a:ext>
            </a:extLst>
          </p:cNvPr>
          <p:cNvSpPr>
            <a:spLocks noGrp="1"/>
          </p:cNvSpPr>
          <p:nvPr/>
        </p:nvSpPr>
        <p:spPr>
          <a:xfrm>
            <a:off x="2996047" y="1670439"/>
            <a:ext cx="28398" cy="28398"/>
          </a:xfrm>
          <a:prstGeom prst="ellipse">
            <a:avLst/>
          </a:prstGeom>
          <a:solidFill>
            <a:srgbClr val="7F8C97">
              <a:alpha val="48000"/>
            </a:srgbClr>
          </a:solidFill>
          <a:ln w="0">
            <a:noFill/>
            <a:prstDash val="solid"/>
          </a:ln>
        </p:spPr>
      </p:sp>
      <p:sp>
        <p:nvSpPr>
          <p:cNvPr id="306" name="03_assume_matched_5603">
            <a:extLst>
              <a:ext uri="{FF2B5EF4-FFF2-40B4-BE49-F238E27FC236}">
                <a16:creationId xmlns:a16="http://schemas.microsoft.com/office/drawing/2014/main" id="{A00DEF8B-7C13-4FF4-9383-E28926AAF3B7}"/>
              </a:ext>
            </a:extLst>
          </p:cNvPr>
          <p:cNvSpPr>
            <a:spLocks noGrp="1"/>
          </p:cNvSpPr>
          <p:nvPr/>
        </p:nvSpPr>
        <p:spPr>
          <a:xfrm>
            <a:off x="3042817" y="1962874"/>
            <a:ext cx="28398" cy="28398"/>
          </a:xfrm>
          <a:prstGeom prst="ellipse">
            <a:avLst/>
          </a:prstGeom>
          <a:solidFill>
            <a:srgbClr val="7F8C97">
              <a:alpha val="48000"/>
            </a:srgbClr>
          </a:solidFill>
          <a:ln w="0">
            <a:noFill/>
            <a:prstDash val="solid"/>
          </a:ln>
        </p:spPr>
      </p:sp>
      <p:sp>
        <p:nvSpPr>
          <p:cNvPr id="307" name="03_assume_matched_5604">
            <a:extLst>
              <a:ext uri="{FF2B5EF4-FFF2-40B4-BE49-F238E27FC236}">
                <a16:creationId xmlns:a16="http://schemas.microsoft.com/office/drawing/2014/main" id="{E42B45FB-32C6-470B-88C4-199118D0248D}"/>
              </a:ext>
            </a:extLst>
          </p:cNvPr>
          <p:cNvSpPr>
            <a:spLocks noGrp="1"/>
          </p:cNvSpPr>
          <p:nvPr/>
        </p:nvSpPr>
        <p:spPr>
          <a:xfrm>
            <a:off x="3021087" y="1816656"/>
            <a:ext cx="28398" cy="28398"/>
          </a:xfrm>
          <a:prstGeom prst="ellipse">
            <a:avLst/>
          </a:prstGeom>
          <a:solidFill>
            <a:srgbClr val="7F8C97">
              <a:alpha val="48000"/>
            </a:srgbClr>
          </a:solidFill>
          <a:ln w="0">
            <a:noFill/>
            <a:prstDash val="solid"/>
          </a:ln>
        </p:spPr>
      </p:sp>
      <p:sp>
        <p:nvSpPr>
          <p:cNvPr id="308" name="03_assume_matched_5605">
            <a:extLst>
              <a:ext uri="{FF2B5EF4-FFF2-40B4-BE49-F238E27FC236}">
                <a16:creationId xmlns:a16="http://schemas.microsoft.com/office/drawing/2014/main" id="{BBF92629-1534-4796-B856-EF3B7130D7A3}"/>
              </a:ext>
            </a:extLst>
          </p:cNvPr>
          <p:cNvSpPr>
            <a:spLocks noGrp="1"/>
          </p:cNvSpPr>
          <p:nvPr/>
        </p:nvSpPr>
        <p:spPr>
          <a:xfrm>
            <a:off x="2953162" y="1962874"/>
            <a:ext cx="28398" cy="28398"/>
          </a:xfrm>
          <a:prstGeom prst="ellipse">
            <a:avLst/>
          </a:prstGeom>
          <a:solidFill>
            <a:srgbClr val="7F8C97">
              <a:alpha val="48000"/>
            </a:srgbClr>
          </a:solidFill>
          <a:ln w="0">
            <a:noFill/>
            <a:prstDash val="solid"/>
          </a:ln>
        </p:spPr>
      </p:sp>
      <p:sp>
        <p:nvSpPr>
          <p:cNvPr id="309" name="03_assume_matched_5606">
            <a:extLst>
              <a:ext uri="{FF2B5EF4-FFF2-40B4-BE49-F238E27FC236}">
                <a16:creationId xmlns:a16="http://schemas.microsoft.com/office/drawing/2014/main" id="{08C4C392-E67F-43AB-A861-1A07C2FD805F}"/>
              </a:ext>
            </a:extLst>
          </p:cNvPr>
          <p:cNvSpPr>
            <a:spLocks noGrp="1"/>
          </p:cNvSpPr>
          <p:nvPr/>
        </p:nvSpPr>
        <p:spPr>
          <a:xfrm>
            <a:off x="3023965" y="1962874"/>
            <a:ext cx="28398" cy="28398"/>
          </a:xfrm>
          <a:prstGeom prst="ellipse">
            <a:avLst/>
          </a:prstGeom>
          <a:solidFill>
            <a:srgbClr val="7F8C97">
              <a:alpha val="48000"/>
            </a:srgbClr>
          </a:solidFill>
          <a:ln w="0">
            <a:noFill/>
            <a:prstDash val="solid"/>
          </a:ln>
        </p:spPr>
      </p:sp>
      <p:sp>
        <p:nvSpPr>
          <p:cNvPr id="310" name="03_assume_matched_5607">
            <a:extLst>
              <a:ext uri="{FF2B5EF4-FFF2-40B4-BE49-F238E27FC236}">
                <a16:creationId xmlns:a16="http://schemas.microsoft.com/office/drawing/2014/main" id="{C7C5864F-EC07-4153-B889-DE7FE0CD228B}"/>
              </a:ext>
            </a:extLst>
          </p:cNvPr>
          <p:cNvSpPr>
            <a:spLocks noGrp="1"/>
          </p:cNvSpPr>
          <p:nvPr/>
        </p:nvSpPr>
        <p:spPr>
          <a:xfrm>
            <a:off x="3012309" y="1962874"/>
            <a:ext cx="28398" cy="28398"/>
          </a:xfrm>
          <a:prstGeom prst="ellipse">
            <a:avLst/>
          </a:prstGeom>
          <a:solidFill>
            <a:srgbClr val="7F8C97">
              <a:alpha val="48000"/>
            </a:srgbClr>
          </a:solidFill>
          <a:ln w="0">
            <a:noFill/>
            <a:prstDash val="solid"/>
          </a:ln>
        </p:spPr>
      </p:sp>
      <p:sp>
        <p:nvSpPr>
          <p:cNvPr id="311" name="03_assume_matched_5608">
            <a:extLst>
              <a:ext uri="{FF2B5EF4-FFF2-40B4-BE49-F238E27FC236}">
                <a16:creationId xmlns:a16="http://schemas.microsoft.com/office/drawing/2014/main" id="{A1E2354B-E2AA-48FC-9EC0-B56FF21ACBA4}"/>
              </a:ext>
            </a:extLst>
          </p:cNvPr>
          <p:cNvSpPr>
            <a:spLocks noGrp="1"/>
          </p:cNvSpPr>
          <p:nvPr/>
        </p:nvSpPr>
        <p:spPr>
          <a:xfrm>
            <a:off x="3018497" y="1962874"/>
            <a:ext cx="28398" cy="28398"/>
          </a:xfrm>
          <a:prstGeom prst="ellipse">
            <a:avLst/>
          </a:prstGeom>
          <a:solidFill>
            <a:srgbClr val="7F8C97">
              <a:alpha val="48000"/>
            </a:srgbClr>
          </a:solidFill>
          <a:ln w="0">
            <a:noFill/>
            <a:prstDash val="solid"/>
          </a:ln>
        </p:spPr>
      </p:sp>
      <p:sp>
        <p:nvSpPr>
          <p:cNvPr id="312" name="03_assume_matched_5609">
            <a:extLst>
              <a:ext uri="{FF2B5EF4-FFF2-40B4-BE49-F238E27FC236}">
                <a16:creationId xmlns:a16="http://schemas.microsoft.com/office/drawing/2014/main" id="{2ABF8DA4-6D85-4C59-AA86-61B866CFAFC5}"/>
              </a:ext>
            </a:extLst>
          </p:cNvPr>
          <p:cNvSpPr>
            <a:spLocks noGrp="1"/>
          </p:cNvSpPr>
          <p:nvPr/>
        </p:nvSpPr>
        <p:spPr>
          <a:xfrm>
            <a:off x="3031880" y="1962874"/>
            <a:ext cx="28398" cy="28398"/>
          </a:xfrm>
          <a:prstGeom prst="ellipse">
            <a:avLst/>
          </a:prstGeom>
          <a:solidFill>
            <a:srgbClr val="7F8C97">
              <a:alpha val="48000"/>
            </a:srgbClr>
          </a:solidFill>
          <a:ln w="0">
            <a:noFill/>
            <a:prstDash val="solid"/>
          </a:ln>
        </p:spPr>
      </p:sp>
      <p:sp>
        <p:nvSpPr>
          <p:cNvPr id="313" name="03_assume_matched_5610">
            <a:extLst>
              <a:ext uri="{FF2B5EF4-FFF2-40B4-BE49-F238E27FC236}">
                <a16:creationId xmlns:a16="http://schemas.microsoft.com/office/drawing/2014/main" id="{D26520F7-6C61-449C-8C0A-735E529FE367}"/>
              </a:ext>
            </a:extLst>
          </p:cNvPr>
          <p:cNvSpPr>
            <a:spLocks noGrp="1"/>
          </p:cNvSpPr>
          <p:nvPr/>
        </p:nvSpPr>
        <p:spPr>
          <a:xfrm>
            <a:off x="2940498" y="1378004"/>
            <a:ext cx="28398" cy="28398"/>
          </a:xfrm>
          <a:prstGeom prst="ellipse">
            <a:avLst/>
          </a:prstGeom>
          <a:solidFill>
            <a:srgbClr val="7F8C97">
              <a:alpha val="48000"/>
            </a:srgbClr>
          </a:solidFill>
          <a:ln w="0">
            <a:noFill/>
            <a:prstDash val="solid"/>
          </a:ln>
        </p:spPr>
      </p:sp>
      <p:sp>
        <p:nvSpPr>
          <p:cNvPr id="314" name="03_assume_matched_5611">
            <a:extLst>
              <a:ext uri="{FF2B5EF4-FFF2-40B4-BE49-F238E27FC236}">
                <a16:creationId xmlns:a16="http://schemas.microsoft.com/office/drawing/2014/main" id="{C4317B6F-A50F-4AA2-B71B-1906BB2A384D}"/>
              </a:ext>
            </a:extLst>
          </p:cNvPr>
          <p:cNvSpPr>
            <a:spLocks noGrp="1"/>
          </p:cNvSpPr>
          <p:nvPr/>
        </p:nvSpPr>
        <p:spPr>
          <a:xfrm>
            <a:off x="2929705" y="1962874"/>
            <a:ext cx="28398" cy="28398"/>
          </a:xfrm>
          <a:prstGeom prst="ellipse">
            <a:avLst/>
          </a:prstGeom>
          <a:solidFill>
            <a:srgbClr val="7F8C97">
              <a:alpha val="48000"/>
            </a:srgbClr>
          </a:solidFill>
          <a:ln w="0">
            <a:noFill/>
            <a:prstDash val="solid"/>
          </a:ln>
        </p:spPr>
      </p:sp>
      <p:sp>
        <p:nvSpPr>
          <p:cNvPr id="315" name="03_assume_matched_5612">
            <a:extLst>
              <a:ext uri="{FF2B5EF4-FFF2-40B4-BE49-F238E27FC236}">
                <a16:creationId xmlns:a16="http://schemas.microsoft.com/office/drawing/2014/main" id="{ED224B17-B4B4-4DA9-893C-D17A59785BB1}"/>
              </a:ext>
            </a:extLst>
          </p:cNvPr>
          <p:cNvSpPr>
            <a:spLocks noGrp="1"/>
          </p:cNvSpPr>
          <p:nvPr/>
        </p:nvSpPr>
        <p:spPr>
          <a:xfrm>
            <a:off x="3012597" y="1962874"/>
            <a:ext cx="28398" cy="28398"/>
          </a:xfrm>
          <a:prstGeom prst="ellipse">
            <a:avLst/>
          </a:prstGeom>
          <a:solidFill>
            <a:srgbClr val="7F8C97">
              <a:alpha val="48000"/>
            </a:srgbClr>
          </a:solidFill>
          <a:ln w="0">
            <a:noFill/>
            <a:prstDash val="solid"/>
          </a:ln>
        </p:spPr>
      </p:sp>
      <p:sp>
        <p:nvSpPr>
          <p:cNvPr id="316" name="03_assume_matched_5613">
            <a:extLst>
              <a:ext uri="{FF2B5EF4-FFF2-40B4-BE49-F238E27FC236}">
                <a16:creationId xmlns:a16="http://schemas.microsoft.com/office/drawing/2014/main" id="{9C308A35-E219-4012-A4E0-F6FE77E26E35}"/>
              </a:ext>
            </a:extLst>
          </p:cNvPr>
          <p:cNvSpPr>
            <a:spLocks noGrp="1"/>
          </p:cNvSpPr>
          <p:nvPr/>
        </p:nvSpPr>
        <p:spPr>
          <a:xfrm>
            <a:off x="3049725" y="1921097"/>
            <a:ext cx="28398" cy="28398"/>
          </a:xfrm>
          <a:prstGeom prst="ellipse">
            <a:avLst/>
          </a:prstGeom>
          <a:solidFill>
            <a:srgbClr val="7F8C97">
              <a:alpha val="48000"/>
            </a:srgbClr>
          </a:solidFill>
          <a:ln w="0">
            <a:noFill/>
            <a:prstDash val="solid"/>
          </a:ln>
        </p:spPr>
      </p:sp>
      <p:sp>
        <p:nvSpPr>
          <p:cNvPr id="317" name="03_assume_matched_5614">
            <a:extLst>
              <a:ext uri="{FF2B5EF4-FFF2-40B4-BE49-F238E27FC236}">
                <a16:creationId xmlns:a16="http://schemas.microsoft.com/office/drawing/2014/main" id="{4EA7B9CD-CAE0-4D90-AA9F-07730E8443B5}"/>
              </a:ext>
            </a:extLst>
          </p:cNvPr>
          <p:cNvSpPr>
            <a:spLocks noGrp="1"/>
          </p:cNvSpPr>
          <p:nvPr/>
        </p:nvSpPr>
        <p:spPr>
          <a:xfrm>
            <a:off x="3055913" y="1378004"/>
            <a:ext cx="28398" cy="28398"/>
          </a:xfrm>
          <a:prstGeom prst="ellipse">
            <a:avLst/>
          </a:prstGeom>
          <a:solidFill>
            <a:srgbClr val="7F8C97">
              <a:alpha val="48000"/>
            </a:srgbClr>
          </a:solidFill>
          <a:ln w="0">
            <a:noFill/>
            <a:prstDash val="solid"/>
          </a:ln>
        </p:spPr>
      </p:sp>
      <p:sp>
        <p:nvSpPr>
          <p:cNvPr id="318" name="03_assume_matched_5615">
            <a:extLst>
              <a:ext uri="{FF2B5EF4-FFF2-40B4-BE49-F238E27FC236}">
                <a16:creationId xmlns:a16="http://schemas.microsoft.com/office/drawing/2014/main" id="{1DA7CB9F-10CA-4DB7-874F-0305FCD5AE10}"/>
              </a:ext>
            </a:extLst>
          </p:cNvPr>
          <p:cNvSpPr>
            <a:spLocks noGrp="1"/>
          </p:cNvSpPr>
          <p:nvPr/>
        </p:nvSpPr>
        <p:spPr>
          <a:xfrm>
            <a:off x="2966977" y="1962874"/>
            <a:ext cx="28398" cy="28398"/>
          </a:xfrm>
          <a:prstGeom prst="ellipse">
            <a:avLst/>
          </a:prstGeom>
          <a:solidFill>
            <a:srgbClr val="7F8C97">
              <a:alpha val="48000"/>
            </a:srgbClr>
          </a:solidFill>
          <a:ln w="0">
            <a:noFill/>
            <a:prstDash val="solid"/>
          </a:ln>
        </p:spPr>
      </p:sp>
      <p:sp>
        <p:nvSpPr>
          <p:cNvPr id="319" name="03_assume_matched_5616">
            <a:extLst>
              <a:ext uri="{FF2B5EF4-FFF2-40B4-BE49-F238E27FC236}">
                <a16:creationId xmlns:a16="http://schemas.microsoft.com/office/drawing/2014/main" id="{19C10291-C40A-45B0-91F8-B5CF2116489D}"/>
              </a:ext>
            </a:extLst>
          </p:cNvPr>
          <p:cNvSpPr>
            <a:spLocks noGrp="1"/>
          </p:cNvSpPr>
          <p:nvPr/>
        </p:nvSpPr>
        <p:spPr>
          <a:xfrm>
            <a:off x="3019792" y="1962874"/>
            <a:ext cx="28398" cy="28398"/>
          </a:xfrm>
          <a:prstGeom prst="ellipse">
            <a:avLst/>
          </a:prstGeom>
          <a:solidFill>
            <a:srgbClr val="7F8C97">
              <a:alpha val="48000"/>
            </a:srgbClr>
          </a:solidFill>
          <a:ln w="0">
            <a:noFill/>
            <a:prstDash val="solid"/>
          </a:ln>
        </p:spPr>
      </p:sp>
      <p:sp>
        <p:nvSpPr>
          <p:cNvPr id="320" name="03_assume_matched_5617">
            <a:extLst>
              <a:ext uri="{FF2B5EF4-FFF2-40B4-BE49-F238E27FC236}">
                <a16:creationId xmlns:a16="http://schemas.microsoft.com/office/drawing/2014/main" id="{458F56EC-8833-4BDB-9231-D7B1B56277FE}"/>
              </a:ext>
            </a:extLst>
          </p:cNvPr>
          <p:cNvSpPr>
            <a:spLocks noGrp="1"/>
          </p:cNvSpPr>
          <p:nvPr/>
        </p:nvSpPr>
        <p:spPr>
          <a:xfrm>
            <a:off x="3030729" y="1378004"/>
            <a:ext cx="28398" cy="28398"/>
          </a:xfrm>
          <a:prstGeom prst="ellipse">
            <a:avLst/>
          </a:prstGeom>
          <a:solidFill>
            <a:srgbClr val="7F8C97">
              <a:alpha val="48000"/>
            </a:srgbClr>
          </a:solidFill>
          <a:ln w="0">
            <a:noFill/>
            <a:prstDash val="solid"/>
          </a:ln>
        </p:spPr>
      </p:sp>
      <p:sp>
        <p:nvSpPr>
          <p:cNvPr id="321" name="03_assume_matched_5618">
            <a:extLst>
              <a:ext uri="{FF2B5EF4-FFF2-40B4-BE49-F238E27FC236}">
                <a16:creationId xmlns:a16="http://schemas.microsoft.com/office/drawing/2014/main" id="{D297BB7A-6348-4E83-BE35-6764111B179D}"/>
              </a:ext>
            </a:extLst>
          </p:cNvPr>
          <p:cNvSpPr>
            <a:spLocks noGrp="1"/>
          </p:cNvSpPr>
          <p:nvPr/>
        </p:nvSpPr>
        <p:spPr>
          <a:xfrm>
            <a:off x="3048142" y="1378004"/>
            <a:ext cx="28398" cy="28398"/>
          </a:xfrm>
          <a:prstGeom prst="ellipse">
            <a:avLst/>
          </a:prstGeom>
          <a:solidFill>
            <a:srgbClr val="7F8C97">
              <a:alpha val="48000"/>
            </a:srgbClr>
          </a:solidFill>
          <a:ln w="0">
            <a:noFill/>
            <a:prstDash val="solid"/>
          </a:ln>
        </p:spPr>
      </p:sp>
      <p:sp>
        <p:nvSpPr>
          <p:cNvPr id="322" name="03_assume_matched_5619">
            <a:extLst>
              <a:ext uri="{FF2B5EF4-FFF2-40B4-BE49-F238E27FC236}">
                <a16:creationId xmlns:a16="http://schemas.microsoft.com/office/drawing/2014/main" id="{654B1C5D-7AF1-4D86-8CDF-1200D2E7EC10}"/>
              </a:ext>
            </a:extLst>
          </p:cNvPr>
          <p:cNvSpPr>
            <a:spLocks noGrp="1"/>
          </p:cNvSpPr>
          <p:nvPr/>
        </p:nvSpPr>
        <p:spPr>
          <a:xfrm>
            <a:off x="3032888" y="1378004"/>
            <a:ext cx="28398" cy="28398"/>
          </a:xfrm>
          <a:prstGeom prst="ellipse">
            <a:avLst/>
          </a:prstGeom>
          <a:solidFill>
            <a:srgbClr val="7F8C97">
              <a:alpha val="48000"/>
            </a:srgbClr>
          </a:solidFill>
          <a:ln w="0">
            <a:noFill/>
            <a:prstDash val="solid"/>
          </a:ln>
        </p:spPr>
      </p:sp>
      <p:sp>
        <p:nvSpPr>
          <p:cNvPr id="323" name="03_assume_matched_5620">
            <a:extLst>
              <a:ext uri="{FF2B5EF4-FFF2-40B4-BE49-F238E27FC236}">
                <a16:creationId xmlns:a16="http://schemas.microsoft.com/office/drawing/2014/main" id="{8858D531-FEBB-4360-A9B7-F88BA288E1CF}"/>
              </a:ext>
            </a:extLst>
          </p:cNvPr>
          <p:cNvSpPr>
            <a:spLocks noGrp="1"/>
          </p:cNvSpPr>
          <p:nvPr/>
        </p:nvSpPr>
        <p:spPr>
          <a:xfrm>
            <a:off x="3011158" y="1962874"/>
            <a:ext cx="28398" cy="28398"/>
          </a:xfrm>
          <a:prstGeom prst="ellipse">
            <a:avLst/>
          </a:prstGeom>
          <a:solidFill>
            <a:srgbClr val="7F8C97">
              <a:alpha val="48000"/>
            </a:srgbClr>
          </a:solidFill>
          <a:ln w="0">
            <a:noFill/>
            <a:prstDash val="solid"/>
          </a:ln>
        </p:spPr>
      </p:sp>
      <p:sp>
        <p:nvSpPr>
          <p:cNvPr id="324" name="03_assume_matched_5621">
            <a:extLst>
              <a:ext uri="{FF2B5EF4-FFF2-40B4-BE49-F238E27FC236}">
                <a16:creationId xmlns:a16="http://schemas.microsoft.com/office/drawing/2014/main" id="{753AA770-D6BB-4413-A597-B2D7241BC6DB}"/>
              </a:ext>
            </a:extLst>
          </p:cNvPr>
          <p:cNvSpPr>
            <a:spLocks noGrp="1"/>
          </p:cNvSpPr>
          <p:nvPr/>
        </p:nvSpPr>
        <p:spPr>
          <a:xfrm>
            <a:off x="2922941" y="1378004"/>
            <a:ext cx="28398" cy="28398"/>
          </a:xfrm>
          <a:prstGeom prst="ellipse">
            <a:avLst/>
          </a:prstGeom>
          <a:solidFill>
            <a:srgbClr val="7F8C97">
              <a:alpha val="48000"/>
            </a:srgbClr>
          </a:solidFill>
          <a:ln w="0">
            <a:noFill/>
            <a:prstDash val="solid"/>
          </a:ln>
        </p:spPr>
      </p:sp>
      <p:sp>
        <p:nvSpPr>
          <p:cNvPr id="325" name="03_assume_matched_5622">
            <a:extLst>
              <a:ext uri="{FF2B5EF4-FFF2-40B4-BE49-F238E27FC236}">
                <a16:creationId xmlns:a16="http://schemas.microsoft.com/office/drawing/2014/main" id="{A3389CD8-46C9-4898-89DC-0F3E70D6A416}"/>
              </a:ext>
            </a:extLst>
          </p:cNvPr>
          <p:cNvSpPr>
            <a:spLocks noGrp="1"/>
          </p:cNvSpPr>
          <p:nvPr/>
        </p:nvSpPr>
        <p:spPr>
          <a:xfrm>
            <a:off x="2936900" y="1962874"/>
            <a:ext cx="28398" cy="28398"/>
          </a:xfrm>
          <a:prstGeom prst="ellipse">
            <a:avLst/>
          </a:prstGeom>
          <a:solidFill>
            <a:srgbClr val="7F8C97">
              <a:alpha val="48000"/>
            </a:srgbClr>
          </a:solidFill>
          <a:ln w="0">
            <a:noFill/>
            <a:prstDash val="solid"/>
          </a:ln>
        </p:spPr>
      </p:sp>
      <p:sp>
        <p:nvSpPr>
          <p:cNvPr id="326" name="03_assume_matched_5623">
            <a:extLst>
              <a:ext uri="{FF2B5EF4-FFF2-40B4-BE49-F238E27FC236}">
                <a16:creationId xmlns:a16="http://schemas.microsoft.com/office/drawing/2014/main" id="{16647BA6-E45B-46FA-8173-DCBDE99A2586}"/>
              </a:ext>
            </a:extLst>
          </p:cNvPr>
          <p:cNvSpPr>
            <a:spLocks noGrp="1"/>
          </p:cNvSpPr>
          <p:nvPr/>
        </p:nvSpPr>
        <p:spPr>
          <a:xfrm>
            <a:off x="2998062" y="1378004"/>
            <a:ext cx="28398" cy="28398"/>
          </a:xfrm>
          <a:prstGeom prst="ellipse">
            <a:avLst/>
          </a:prstGeom>
          <a:solidFill>
            <a:srgbClr val="7F8C97">
              <a:alpha val="48000"/>
            </a:srgbClr>
          </a:solidFill>
          <a:ln w="0">
            <a:noFill/>
            <a:prstDash val="solid"/>
          </a:ln>
        </p:spPr>
      </p:sp>
      <p:sp>
        <p:nvSpPr>
          <p:cNvPr id="327" name="03_assume_matched_5624">
            <a:extLst>
              <a:ext uri="{FF2B5EF4-FFF2-40B4-BE49-F238E27FC236}">
                <a16:creationId xmlns:a16="http://schemas.microsoft.com/office/drawing/2014/main" id="{903D7BAC-8CCD-4E3D-A461-CE2FD5448285}"/>
              </a:ext>
            </a:extLst>
          </p:cNvPr>
          <p:cNvSpPr>
            <a:spLocks noGrp="1"/>
          </p:cNvSpPr>
          <p:nvPr/>
        </p:nvSpPr>
        <p:spPr>
          <a:xfrm>
            <a:off x="2942945" y="1962874"/>
            <a:ext cx="28398" cy="28398"/>
          </a:xfrm>
          <a:prstGeom prst="ellipse">
            <a:avLst/>
          </a:prstGeom>
          <a:solidFill>
            <a:srgbClr val="7F8C97">
              <a:alpha val="48000"/>
            </a:srgbClr>
          </a:solidFill>
          <a:ln w="0">
            <a:noFill/>
            <a:prstDash val="solid"/>
          </a:ln>
        </p:spPr>
      </p:sp>
      <p:sp>
        <p:nvSpPr>
          <p:cNvPr id="328" name="03_assume_matched_5625">
            <a:extLst>
              <a:ext uri="{FF2B5EF4-FFF2-40B4-BE49-F238E27FC236}">
                <a16:creationId xmlns:a16="http://schemas.microsoft.com/office/drawing/2014/main" id="{5B0B4E30-11AC-43EB-884B-46475722ED00}"/>
              </a:ext>
            </a:extLst>
          </p:cNvPr>
          <p:cNvSpPr>
            <a:spLocks noGrp="1"/>
          </p:cNvSpPr>
          <p:nvPr/>
        </p:nvSpPr>
        <p:spPr>
          <a:xfrm>
            <a:off x="2968992" y="1962874"/>
            <a:ext cx="28398" cy="28398"/>
          </a:xfrm>
          <a:prstGeom prst="ellipse">
            <a:avLst/>
          </a:prstGeom>
          <a:solidFill>
            <a:srgbClr val="7F8C97">
              <a:alpha val="48000"/>
            </a:srgbClr>
          </a:solidFill>
          <a:ln w="0">
            <a:noFill/>
            <a:prstDash val="solid"/>
          </a:ln>
        </p:spPr>
      </p:sp>
      <p:sp>
        <p:nvSpPr>
          <p:cNvPr id="329" name="03_assume_matched_5626">
            <a:extLst>
              <a:ext uri="{FF2B5EF4-FFF2-40B4-BE49-F238E27FC236}">
                <a16:creationId xmlns:a16="http://schemas.microsoft.com/office/drawing/2014/main" id="{BDA73C04-9421-4A6D-86FD-CB659C8903FC}"/>
              </a:ext>
            </a:extLst>
          </p:cNvPr>
          <p:cNvSpPr>
            <a:spLocks noGrp="1"/>
          </p:cNvSpPr>
          <p:nvPr/>
        </p:nvSpPr>
        <p:spPr>
          <a:xfrm>
            <a:off x="2918048" y="1962874"/>
            <a:ext cx="28398" cy="28398"/>
          </a:xfrm>
          <a:prstGeom prst="ellipse">
            <a:avLst/>
          </a:prstGeom>
          <a:solidFill>
            <a:srgbClr val="7F8C97">
              <a:alpha val="48000"/>
            </a:srgbClr>
          </a:solidFill>
          <a:ln w="0">
            <a:noFill/>
            <a:prstDash val="solid"/>
          </a:ln>
        </p:spPr>
      </p:sp>
      <p:sp>
        <p:nvSpPr>
          <p:cNvPr id="330" name="03_assume_matched_5627">
            <a:extLst>
              <a:ext uri="{FF2B5EF4-FFF2-40B4-BE49-F238E27FC236}">
                <a16:creationId xmlns:a16="http://schemas.microsoft.com/office/drawing/2014/main" id="{F798C146-3764-40E3-BC9D-D32A5A3DF2BD}"/>
              </a:ext>
            </a:extLst>
          </p:cNvPr>
          <p:cNvSpPr>
            <a:spLocks noGrp="1"/>
          </p:cNvSpPr>
          <p:nvPr/>
        </p:nvSpPr>
        <p:spPr>
          <a:xfrm>
            <a:off x="712800" y="1362960"/>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331" name="03_assume_matched_5628">
            <a:extLst>
              <a:ext uri="{FF2B5EF4-FFF2-40B4-BE49-F238E27FC236}">
                <a16:creationId xmlns:a16="http://schemas.microsoft.com/office/drawing/2014/main" id="{3BBC6EF1-8F18-4164-8BC4-ABC7A5F33108}"/>
              </a:ext>
            </a:extLst>
          </p:cNvPr>
          <p:cNvSpPr>
            <a:spLocks noGrp="1"/>
          </p:cNvSpPr>
          <p:nvPr/>
        </p:nvSpPr>
        <p:spPr>
          <a:xfrm>
            <a:off x="712800" y="2006316"/>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332" name="text_5629">
            <a:extLst>
              <a:ext uri="{FF2B5EF4-FFF2-40B4-BE49-F238E27FC236}">
                <a16:creationId xmlns:a16="http://schemas.microsoft.com/office/drawing/2014/main" id="{22729552-8480-4327-A1D5-1965C7F8A475}"/>
              </a:ext>
            </a:extLst>
          </p:cNvPr>
          <p:cNvSpPr>
            <a:spLocks noGrp="1"/>
          </p:cNvSpPr>
          <p:nvPr/>
        </p:nvSpPr>
        <p:spPr>
          <a:xfrm>
            <a:off x="370611" y="1064024"/>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a</a:t>
            </a:r>
          </a:p>
        </p:txBody>
      </p:sp>
      <p:sp>
        <p:nvSpPr>
          <p:cNvPr id="333" name="text_5630">
            <a:extLst>
              <a:ext uri="{FF2B5EF4-FFF2-40B4-BE49-F238E27FC236}">
                <a16:creationId xmlns:a16="http://schemas.microsoft.com/office/drawing/2014/main" id="{93E75DDE-057F-4E84-86C5-3911B3899D03}"/>
              </a:ext>
            </a:extLst>
          </p:cNvPr>
          <p:cNvSpPr>
            <a:spLocks noGrp="1"/>
          </p:cNvSpPr>
          <p:nvPr/>
        </p:nvSpPr>
        <p:spPr>
          <a:xfrm>
            <a:off x="712800" y="1163379"/>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b="0">
                <a:solidFill>
                  <a:srgbClr val="273744"/>
                </a:solidFill>
                <a:latin typeface="Arial"/>
                <a:ea typeface="Arial"/>
                <a:cs typeface="Arial"/>
              </a:rPr>
              <a:t>Top-1, RMSD &lt;2 Å</a:t>
            </a:r>
          </a:p>
        </p:txBody>
      </p:sp>
      <p:sp>
        <p:nvSpPr>
          <p:cNvPr id="334" name="03_assume_matched_5631">
            <a:extLst>
              <a:ext uri="{FF2B5EF4-FFF2-40B4-BE49-F238E27FC236}">
                <a16:creationId xmlns:a16="http://schemas.microsoft.com/office/drawing/2014/main" id="{D0F11AC0-19C8-4D4E-B968-A7B3FC45D67B}"/>
              </a:ext>
            </a:extLst>
          </p:cNvPr>
          <p:cNvSpPr>
            <a:spLocks noGrp="1"/>
          </p:cNvSpPr>
          <p:nvPr/>
        </p:nvSpPr>
        <p:spPr>
          <a:xfrm>
            <a:off x="735432" y="1824713"/>
            <a:ext cx="2263158" cy="152360"/>
          </a:xfrm>
          <a:custGeom>
            <a:avLst/>
            <a:gdLst/>
            <a:ahLst/>
            <a:cxnLst/>
            <a:rect l="0" t="0" r="0" b="0"/>
            <a:pathLst>
              <a:path w="2263158" h="152360">
                <a:moveTo>
                  <a:pt x="0" y="152360"/>
                </a:moveTo>
                <a:lnTo>
                  <a:pt x="62865" y="151970"/>
                </a:lnTo>
                <a:lnTo>
                  <a:pt x="62865" y="150704"/>
                </a:lnTo>
                <a:lnTo>
                  <a:pt x="96716" y="149328"/>
                </a:lnTo>
                <a:lnTo>
                  <a:pt x="96716" y="149231"/>
                </a:lnTo>
                <a:lnTo>
                  <a:pt x="125731" y="149133"/>
                </a:lnTo>
                <a:lnTo>
                  <a:pt x="125731" y="145968"/>
                </a:lnTo>
                <a:lnTo>
                  <a:pt x="150877" y="145180"/>
                </a:lnTo>
                <a:lnTo>
                  <a:pt x="150877" y="143661"/>
                </a:lnTo>
                <a:lnTo>
                  <a:pt x="188596" y="143466"/>
                </a:lnTo>
                <a:lnTo>
                  <a:pt x="188596" y="133339"/>
                </a:lnTo>
                <a:lnTo>
                  <a:pt x="209552" y="131958"/>
                </a:lnTo>
                <a:lnTo>
                  <a:pt x="209552" y="131536"/>
                </a:lnTo>
                <a:lnTo>
                  <a:pt x="226316" y="130256"/>
                </a:lnTo>
                <a:lnTo>
                  <a:pt x="226316" y="129496"/>
                </a:lnTo>
                <a:lnTo>
                  <a:pt x="251462" y="129302"/>
                </a:lnTo>
                <a:lnTo>
                  <a:pt x="251462" y="124238"/>
                </a:lnTo>
                <a:lnTo>
                  <a:pt x="274322" y="123598"/>
                </a:lnTo>
                <a:lnTo>
                  <a:pt x="274322" y="122217"/>
                </a:lnTo>
                <a:lnTo>
                  <a:pt x="301754" y="121600"/>
                </a:lnTo>
                <a:lnTo>
                  <a:pt x="301754" y="120081"/>
                </a:lnTo>
                <a:lnTo>
                  <a:pt x="342903" y="118704"/>
                </a:lnTo>
                <a:lnTo>
                  <a:pt x="342903" y="118013"/>
                </a:lnTo>
                <a:lnTo>
                  <a:pt x="377193" y="117818"/>
                </a:lnTo>
                <a:lnTo>
                  <a:pt x="377193" y="91107"/>
                </a:lnTo>
                <a:lnTo>
                  <a:pt x="411483" y="90912"/>
                </a:lnTo>
                <a:lnTo>
                  <a:pt x="411483" y="89531"/>
                </a:lnTo>
                <a:lnTo>
                  <a:pt x="452632" y="88446"/>
                </a:lnTo>
                <a:lnTo>
                  <a:pt x="452632" y="86927"/>
                </a:lnTo>
                <a:lnTo>
                  <a:pt x="502924" y="85944"/>
                </a:lnTo>
                <a:lnTo>
                  <a:pt x="502924" y="84581"/>
                </a:lnTo>
                <a:lnTo>
                  <a:pt x="548644" y="83496"/>
                </a:lnTo>
                <a:lnTo>
                  <a:pt x="548644" y="82805"/>
                </a:lnTo>
                <a:lnTo>
                  <a:pt x="565789" y="82708"/>
                </a:lnTo>
                <a:lnTo>
                  <a:pt x="565789" y="77011"/>
                </a:lnTo>
                <a:lnTo>
                  <a:pt x="603509" y="76914"/>
                </a:lnTo>
                <a:lnTo>
                  <a:pt x="603509" y="74635"/>
                </a:lnTo>
                <a:lnTo>
                  <a:pt x="628655" y="74635"/>
                </a:lnTo>
                <a:lnTo>
                  <a:pt x="628655" y="72103"/>
                </a:lnTo>
                <a:lnTo>
                  <a:pt x="754386" y="72103"/>
                </a:lnTo>
                <a:lnTo>
                  <a:pt x="754386" y="13107"/>
                </a:lnTo>
                <a:lnTo>
                  <a:pt x="880117" y="12912"/>
                </a:lnTo>
                <a:lnTo>
                  <a:pt x="880117" y="11646"/>
                </a:lnTo>
                <a:lnTo>
                  <a:pt x="1218623" y="10274"/>
                </a:lnTo>
                <a:lnTo>
                  <a:pt x="1218623" y="10176"/>
                </a:lnTo>
                <a:lnTo>
                  <a:pt x="1320175" y="10176"/>
                </a:lnTo>
                <a:lnTo>
                  <a:pt x="1320175" y="8277"/>
                </a:lnTo>
                <a:lnTo>
                  <a:pt x="2263158" y="7596"/>
                </a:lnTo>
                <a:lnTo>
                  <a:pt x="2263158" y="0"/>
                </a:lnTo>
                <a:lnTo>
                  <a:pt x="2263158" y="0"/>
                </a:lnTo>
              </a:path>
            </a:pathLst>
          </a:custGeom>
          <a:noFill/>
          <a:ln w="22860">
            <a:solidFill>
              <a:srgbClr val="00878B"/>
            </a:solidFill>
            <a:prstDash val="solid"/>
          </a:ln>
        </p:spPr>
      </p:sp>
      <p:sp>
        <p:nvSpPr>
          <p:cNvPr id="335" name="03_assume_matched_5632">
            <a:extLst>
              <a:ext uri="{FF2B5EF4-FFF2-40B4-BE49-F238E27FC236}">
                <a16:creationId xmlns:a16="http://schemas.microsoft.com/office/drawing/2014/main" id="{9CA1E97F-428B-4EA2-8AA0-9272FE7CD2EF}"/>
              </a:ext>
            </a:extLst>
          </p:cNvPr>
          <p:cNvSpPr>
            <a:spLocks noGrp="1"/>
          </p:cNvSpPr>
          <p:nvPr/>
        </p:nvSpPr>
        <p:spPr>
          <a:xfrm>
            <a:off x="735432" y="1977073"/>
            <a:ext cx="2263158" cy="191"/>
          </a:xfrm>
          <a:custGeom>
            <a:avLst/>
            <a:gdLst/>
            <a:ahLst/>
            <a:cxnLst/>
            <a:rect l="0" t="0" r="0" b="0"/>
            <a:pathLst>
              <a:path w="2263158" h="191">
                <a:moveTo>
                  <a:pt x="0" y="0"/>
                </a:moveTo>
                <a:lnTo>
                  <a:pt x="2263158" y="0"/>
                </a:lnTo>
                <a:lnTo>
                  <a:pt x="2263158" y="0"/>
                </a:lnTo>
              </a:path>
            </a:pathLst>
          </a:custGeom>
          <a:noFill/>
          <a:ln w="13335">
            <a:solidFill>
              <a:srgbClr val="3A64C8"/>
            </a:solidFill>
            <a:prstDash val="solid"/>
          </a:ln>
        </p:spPr>
      </p:sp>
      <p:sp>
        <p:nvSpPr>
          <p:cNvPr id="336" name="03_assume_matched_5633">
            <a:extLst>
              <a:ext uri="{FF2B5EF4-FFF2-40B4-BE49-F238E27FC236}">
                <a16:creationId xmlns:a16="http://schemas.microsoft.com/office/drawing/2014/main" id="{2D5B30F6-3F21-43FA-BCAF-9459402C7509}"/>
              </a:ext>
            </a:extLst>
          </p:cNvPr>
          <p:cNvSpPr>
            <a:spLocks noGrp="1"/>
          </p:cNvSpPr>
          <p:nvPr/>
        </p:nvSpPr>
        <p:spPr>
          <a:xfrm>
            <a:off x="1091035" y="1894230"/>
            <a:ext cx="43180" cy="43180"/>
          </a:xfrm>
          <a:prstGeom prst="ellipse">
            <a:avLst/>
          </a:prstGeom>
          <a:solidFill>
            <a:srgbClr val="00878B"/>
          </a:solidFill>
          <a:ln w="4445">
            <a:solidFill>
              <a:srgbClr val="FFFFFF"/>
            </a:solidFill>
            <a:prstDash val="solid"/>
          </a:ln>
        </p:spPr>
      </p:sp>
      <p:sp>
        <p:nvSpPr>
          <p:cNvPr id="337" name="03_assume_matched_5634">
            <a:extLst>
              <a:ext uri="{FF2B5EF4-FFF2-40B4-BE49-F238E27FC236}">
                <a16:creationId xmlns:a16="http://schemas.microsoft.com/office/drawing/2014/main" id="{93055420-C3B0-49F2-8A6B-D4349AC9702F}"/>
              </a:ext>
            </a:extLst>
          </p:cNvPr>
          <p:cNvSpPr>
            <a:spLocks noGrp="1"/>
          </p:cNvSpPr>
          <p:nvPr/>
        </p:nvSpPr>
        <p:spPr>
          <a:xfrm>
            <a:off x="1468228" y="1816229"/>
            <a:ext cx="43180" cy="43180"/>
          </a:xfrm>
          <a:prstGeom prst="ellipse">
            <a:avLst/>
          </a:prstGeom>
          <a:solidFill>
            <a:srgbClr val="00878B"/>
          </a:solidFill>
          <a:ln w="4445">
            <a:solidFill>
              <a:srgbClr val="FFFFFF"/>
            </a:solidFill>
            <a:prstDash val="solid"/>
          </a:ln>
        </p:spPr>
      </p:sp>
      <p:sp>
        <p:nvSpPr>
          <p:cNvPr id="338" name="03_assume_matched_5635">
            <a:extLst>
              <a:ext uri="{FF2B5EF4-FFF2-40B4-BE49-F238E27FC236}">
                <a16:creationId xmlns:a16="http://schemas.microsoft.com/office/drawing/2014/main" id="{5B8598D1-AE5D-48F6-9DB2-D7C675AEB28C}"/>
              </a:ext>
            </a:extLst>
          </p:cNvPr>
          <p:cNvSpPr>
            <a:spLocks noGrp="1"/>
          </p:cNvSpPr>
          <p:nvPr/>
        </p:nvSpPr>
        <p:spPr>
          <a:xfrm>
            <a:off x="2222614" y="1811303"/>
            <a:ext cx="43180" cy="43180"/>
          </a:xfrm>
          <a:prstGeom prst="ellipse">
            <a:avLst/>
          </a:prstGeom>
          <a:solidFill>
            <a:srgbClr val="00878B"/>
          </a:solidFill>
          <a:ln w="4445">
            <a:solidFill>
              <a:srgbClr val="FFFFFF"/>
            </a:solidFill>
            <a:prstDash val="solid"/>
          </a:ln>
        </p:spPr>
      </p:sp>
      <p:sp>
        <p:nvSpPr>
          <p:cNvPr id="339" name="03_assume_matched_5636">
            <a:extLst>
              <a:ext uri="{FF2B5EF4-FFF2-40B4-BE49-F238E27FC236}">
                <a16:creationId xmlns:a16="http://schemas.microsoft.com/office/drawing/2014/main" id="{68E80BD6-F76D-44FC-87DC-55458582F4F4}"/>
              </a:ext>
            </a:extLst>
          </p:cNvPr>
          <p:cNvSpPr>
            <a:spLocks noGrp="1"/>
          </p:cNvSpPr>
          <p:nvPr/>
        </p:nvSpPr>
        <p:spPr>
          <a:xfrm>
            <a:off x="2976999" y="1803123"/>
            <a:ext cx="43180" cy="43180"/>
          </a:xfrm>
          <a:prstGeom prst="ellipse">
            <a:avLst/>
          </a:prstGeom>
          <a:solidFill>
            <a:srgbClr val="00878B"/>
          </a:solidFill>
          <a:ln w="4445">
            <a:solidFill>
              <a:srgbClr val="FFFFFF"/>
            </a:solidFill>
            <a:prstDash val="solid"/>
          </a:ln>
        </p:spPr>
      </p:sp>
      <p:sp>
        <p:nvSpPr>
          <p:cNvPr id="340" name="03_assume_matched_5637">
            <a:extLst>
              <a:ext uri="{FF2B5EF4-FFF2-40B4-BE49-F238E27FC236}">
                <a16:creationId xmlns:a16="http://schemas.microsoft.com/office/drawing/2014/main" id="{AA122842-15DA-4D4C-8987-0BFA9574D40B}"/>
              </a:ext>
            </a:extLst>
          </p:cNvPr>
          <p:cNvSpPr>
            <a:spLocks noGrp="1"/>
          </p:cNvSpPr>
          <p:nvPr/>
        </p:nvSpPr>
        <p:spPr>
          <a:xfrm>
            <a:off x="1076704"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1" name="03_assume_matched_5638">
            <a:extLst>
              <a:ext uri="{FF2B5EF4-FFF2-40B4-BE49-F238E27FC236}">
                <a16:creationId xmlns:a16="http://schemas.microsoft.com/office/drawing/2014/main" id="{14897D34-58D2-4E20-B718-F8F95D46F6C2}"/>
              </a:ext>
            </a:extLst>
          </p:cNvPr>
          <p:cNvSpPr>
            <a:spLocks noGrp="1"/>
          </p:cNvSpPr>
          <p:nvPr/>
        </p:nvSpPr>
        <p:spPr>
          <a:xfrm>
            <a:off x="1453897"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2" name="03_assume_matched_5639">
            <a:extLst>
              <a:ext uri="{FF2B5EF4-FFF2-40B4-BE49-F238E27FC236}">
                <a16:creationId xmlns:a16="http://schemas.microsoft.com/office/drawing/2014/main" id="{2CDA6E3A-75B3-4A02-919A-D8AACD480445}"/>
              </a:ext>
            </a:extLst>
          </p:cNvPr>
          <p:cNvSpPr>
            <a:spLocks noGrp="1"/>
          </p:cNvSpPr>
          <p:nvPr/>
        </p:nvSpPr>
        <p:spPr>
          <a:xfrm>
            <a:off x="2208282"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3" name="03_assume_matched_5640">
            <a:extLst>
              <a:ext uri="{FF2B5EF4-FFF2-40B4-BE49-F238E27FC236}">
                <a16:creationId xmlns:a16="http://schemas.microsoft.com/office/drawing/2014/main" id="{E31EAC22-4776-4FB7-A7F2-E6D41CE8190D}"/>
              </a:ext>
            </a:extLst>
          </p:cNvPr>
          <p:cNvSpPr>
            <a:spLocks noGrp="1"/>
          </p:cNvSpPr>
          <p:nvPr/>
        </p:nvSpPr>
        <p:spPr>
          <a:xfrm>
            <a:off x="2962668"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4" name="03_assume_matched_5641">
            <a:extLst>
              <a:ext uri="{FF2B5EF4-FFF2-40B4-BE49-F238E27FC236}">
                <a16:creationId xmlns:a16="http://schemas.microsoft.com/office/drawing/2014/main" id="{C280AECA-5B8A-41E8-BF25-485CAE63BBB9}"/>
              </a:ext>
            </a:extLst>
          </p:cNvPr>
          <p:cNvSpPr>
            <a:spLocks noGrp="1"/>
          </p:cNvSpPr>
          <p:nvPr/>
        </p:nvSpPr>
        <p:spPr>
          <a:xfrm>
            <a:off x="3841389" y="1362960"/>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345" name="03_assume_matched_5642">
            <a:extLst>
              <a:ext uri="{FF2B5EF4-FFF2-40B4-BE49-F238E27FC236}">
                <a16:creationId xmlns:a16="http://schemas.microsoft.com/office/drawing/2014/main" id="{6BCACF38-219B-474E-BDDF-6AF88302DD60}"/>
              </a:ext>
            </a:extLst>
          </p:cNvPr>
          <p:cNvSpPr>
            <a:spLocks noGrp="1"/>
          </p:cNvSpPr>
          <p:nvPr/>
        </p:nvSpPr>
        <p:spPr>
          <a:xfrm>
            <a:off x="4143144" y="1392203"/>
            <a:ext cx="196140" cy="584869"/>
          </a:xfrm>
          <a:custGeom>
            <a:avLst/>
            <a:gdLst/>
            <a:ahLst/>
            <a:cxnLst/>
            <a:rect l="0" t="0" r="0" b="0"/>
            <a:pathLst>
              <a:path w="196140" h="584869">
                <a:moveTo>
                  <a:pt x="196140" y="584869"/>
                </a:moveTo>
                <a:lnTo>
                  <a:pt x="0" y="584869"/>
                </a:lnTo>
                <a:lnTo>
                  <a:pt x="1110" y="579995"/>
                </a:lnTo>
                <a:lnTo>
                  <a:pt x="4362" y="575121"/>
                </a:lnTo>
                <a:lnTo>
                  <a:pt x="9535" y="570247"/>
                </a:lnTo>
                <a:lnTo>
                  <a:pt x="16289" y="565373"/>
                </a:lnTo>
                <a:lnTo>
                  <a:pt x="24199" y="560500"/>
                </a:lnTo>
                <a:lnTo>
                  <a:pt x="32800" y="555626"/>
                </a:lnTo>
                <a:lnTo>
                  <a:pt x="41631" y="550752"/>
                </a:lnTo>
                <a:lnTo>
                  <a:pt x="50274" y="545878"/>
                </a:lnTo>
                <a:lnTo>
                  <a:pt x="58382" y="541004"/>
                </a:lnTo>
                <a:lnTo>
                  <a:pt x="65699" y="536130"/>
                </a:lnTo>
                <a:lnTo>
                  <a:pt x="72066" y="531256"/>
                </a:lnTo>
                <a:lnTo>
                  <a:pt x="77415" y="526382"/>
                </a:lnTo>
                <a:lnTo>
                  <a:pt x="81755" y="521508"/>
                </a:lnTo>
                <a:lnTo>
                  <a:pt x="85156" y="516634"/>
                </a:lnTo>
                <a:lnTo>
                  <a:pt x="87731" y="511760"/>
                </a:lnTo>
                <a:lnTo>
                  <a:pt x="89614" y="506887"/>
                </a:lnTo>
                <a:lnTo>
                  <a:pt x="90944" y="502013"/>
                </a:lnTo>
                <a:lnTo>
                  <a:pt x="91854" y="497139"/>
                </a:lnTo>
                <a:lnTo>
                  <a:pt x="92465" y="492265"/>
                </a:lnTo>
                <a:lnTo>
                  <a:pt x="92875" y="487391"/>
                </a:lnTo>
                <a:lnTo>
                  <a:pt x="93162" y="482517"/>
                </a:lnTo>
                <a:lnTo>
                  <a:pt x="93384" y="477643"/>
                </a:lnTo>
                <a:lnTo>
                  <a:pt x="93579" y="472769"/>
                </a:lnTo>
                <a:lnTo>
                  <a:pt x="93768" y="467895"/>
                </a:lnTo>
                <a:lnTo>
                  <a:pt x="93962" y="463021"/>
                </a:lnTo>
                <a:lnTo>
                  <a:pt x="94157" y="458147"/>
                </a:lnTo>
                <a:lnTo>
                  <a:pt x="94348" y="453274"/>
                </a:lnTo>
                <a:lnTo>
                  <a:pt x="94521" y="448400"/>
                </a:lnTo>
                <a:lnTo>
                  <a:pt x="94663" y="443526"/>
                </a:lnTo>
                <a:lnTo>
                  <a:pt x="94761" y="438652"/>
                </a:lnTo>
                <a:lnTo>
                  <a:pt x="94805" y="433778"/>
                </a:lnTo>
                <a:lnTo>
                  <a:pt x="94787" y="428904"/>
                </a:lnTo>
                <a:lnTo>
                  <a:pt x="94705" y="424030"/>
                </a:lnTo>
                <a:lnTo>
                  <a:pt x="94561" y="419156"/>
                </a:lnTo>
                <a:lnTo>
                  <a:pt x="94361" y="414282"/>
                </a:lnTo>
                <a:lnTo>
                  <a:pt x="94115" y="409408"/>
                </a:lnTo>
                <a:lnTo>
                  <a:pt x="93836" y="404534"/>
                </a:lnTo>
                <a:lnTo>
                  <a:pt x="93536" y="399661"/>
                </a:lnTo>
                <a:lnTo>
                  <a:pt x="93227" y="394787"/>
                </a:lnTo>
                <a:lnTo>
                  <a:pt x="92919" y="389913"/>
                </a:lnTo>
                <a:lnTo>
                  <a:pt x="92617" y="385039"/>
                </a:lnTo>
                <a:lnTo>
                  <a:pt x="92322" y="380165"/>
                </a:lnTo>
                <a:lnTo>
                  <a:pt x="92029" y="375291"/>
                </a:lnTo>
                <a:lnTo>
                  <a:pt x="91731" y="370417"/>
                </a:lnTo>
                <a:lnTo>
                  <a:pt x="91413" y="365543"/>
                </a:lnTo>
                <a:lnTo>
                  <a:pt x="91060" y="360669"/>
                </a:lnTo>
                <a:lnTo>
                  <a:pt x="90656" y="355795"/>
                </a:lnTo>
                <a:lnTo>
                  <a:pt x="90188" y="350921"/>
                </a:lnTo>
                <a:lnTo>
                  <a:pt x="89644" y="346048"/>
                </a:lnTo>
                <a:lnTo>
                  <a:pt x="89021" y="341174"/>
                </a:lnTo>
                <a:lnTo>
                  <a:pt x="88325" y="336300"/>
                </a:lnTo>
                <a:lnTo>
                  <a:pt x="87571" y="331426"/>
                </a:lnTo>
                <a:lnTo>
                  <a:pt x="86785" y="326552"/>
                </a:lnTo>
                <a:lnTo>
                  <a:pt x="86005" y="321678"/>
                </a:lnTo>
                <a:lnTo>
                  <a:pt x="85273" y="316804"/>
                </a:lnTo>
                <a:lnTo>
                  <a:pt x="84640" y="311930"/>
                </a:lnTo>
                <a:lnTo>
                  <a:pt x="84154" y="307056"/>
                </a:lnTo>
                <a:lnTo>
                  <a:pt x="83861" y="302182"/>
                </a:lnTo>
                <a:lnTo>
                  <a:pt x="83795" y="297308"/>
                </a:lnTo>
                <a:lnTo>
                  <a:pt x="83978" y="292435"/>
                </a:lnTo>
                <a:lnTo>
                  <a:pt x="84414" y="287561"/>
                </a:lnTo>
                <a:lnTo>
                  <a:pt x="85091" y="282687"/>
                </a:lnTo>
                <a:lnTo>
                  <a:pt x="85980" y="277813"/>
                </a:lnTo>
                <a:lnTo>
                  <a:pt x="87037" y="272939"/>
                </a:lnTo>
                <a:lnTo>
                  <a:pt x="88212" y="268065"/>
                </a:lnTo>
                <a:lnTo>
                  <a:pt x="89448" y="263191"/>
                </a:lnTo>
                <a:lnTo>
                  <a:pt x="90691" y="258317"/>
                </a:lnTo>
                <a:lnTo>
                  <a:pt x="91892" y="253443"/>
                </a:lnTo>
                <a:lnTo>
                  <a:pt x="93010" y="248569"/>
                </a:lnTo>
                <a:lnTo>
                  <a:pt x="94017" y="243695"/>
                </a:lnTo>
                <a:lnTo>
                  <a:pt x="94896" y="238822"/>
                </a:lnTo>
                <a:lnTo>
                  <a:pt x="95639" y="233948"/>
                </a:lnTo>
                <a:lnTo>
                  <a:pt x="96250" y="229074"/>
                </a:lnTo>
                <a:lnTo>
                  <a:pt x="96737" y="224200"/>
                </a:lnTo>
                <a:lnTo>
                  <a:pt x="97116" y="219326"/>
                </a:lnTo>
                <a:lnTo>
                  <a:pt x="97403" y="214452"/>
                </a:lnTo>
                <a:lnTo>
                  <a:pt x="97614" y="209578"/>
                </a:lnTo>
                <a:lnTo>
                  <a:pt x="97765" y="204704"/>
                </a:lnTo>
                <a:lnTo>
                  <a:pt x="97871" y="199830"/>
                </a:lnTo>
                <a:lnTo>
                  <a:pt x="97943" y="194956"/>
                </a:lnTo>
                <a:lnTo>
                  <a:pt x="97991" y="190082"/>
                </a:lnTo>
                <a:lnTo>
                  <a:pt x="98022" y="185209"/>
                </a:lnTo>
                <a:lnTo>
                  <a:pt x="98041" y="180335"/>
                </a:lnTo>
                <a:lnTo>
                  <a:pt x="98053" y="175461"/>
                </a:lnTo>
                <a:lnTo>
                  <a:pt x="98061" y="170587"/>
                </a:lnTo>
                <a:lnTo>
                  <a:pt x="98065" y="165713"/>
                </a:lnTo>
                <a:lnTo>
                  <a:pt x="98067" y="160839"/>
                </a:lnTo>
                <a:lnTo>
                  <a:pt x="98069" y="155965"/>
                </a:lnTo>
                <a:lnTo>
                  <a:pt x="98069"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1" y="146217"/>
                </a:lnTo>
                <a:lnTo>
                  <a:pt x="98071" y="151091"/>
                </a:lnTo>
                <a:lnTo>
                  <a:pt x="98072" y="155965"/>
                </a:lnTo>
                <a:lnTo>
                  <a:pt x="98073" y="160839"/>
                </a:lnTo>
                <a:lnTo>
                  <a:pt x="98076" y="165713"/>
                </a:lnTo>
                <a:lnTo>
                  <a:pt x="98080" y="170587"/>
                </a:lnTo>
                <a:lnTo>
                  <a:pt x="98087" y="175461"/>
                </a:lnTo>
                <a:lnTo>
                  <a:pt x="98099" y="180335"/>
                </a:lnTo>
                <a:lnTo>
                  <a:pt x="98119" y="185209"/>
                </a:lnTo>
                <a:lnTo>
                  <a:pt x="98150" y="190082"/>
                </a:lnTo>
                <a:lnTo>
                  <a:pt x="98197" y="194956"/>
                </a:lnTo>
                <a:lnTo>
                  <a:pt x="98269" y="199830"/>
                </a:lnTo>
                <a:lnTo>
                  <a:pt x="98375" y="204704"/>
                </a:lnTo>
                <a:lnTo>
                  <a:pt x="98526" y="209578"/>
                </a:lnTo>
                <a:lnTo>
                  <a:pt x="98737" y="214452"/>
                </a:lnTo>
                <a:lnTo>
                  <a:pt x="99024" y="219326"/>
                </a:lnTo>
                <a:lnTo>
                  <a:pt x="99403" y="224200"/>
                </a:lnTo>
                <a:lnTo>
                  <a:pt x="99891" y="229074"/>
                </a:lnTo>
                <a:lnTo>
                  <a:pt x="100502" y="233948"/>
                </a:lnTo>
                <a:lnTo>
                  <a:pt x="101245" y="238822"/>
                </a:lnTo>
                <a:lnTo>
                  <a:pt x="102123" y="243695"/>
                </a:lnTo>
                <a:lnTo>
                  <a:pt x="103130" y="248569"/>
                </a:lnTo>
                <a:lnTo>
                  <a:pt x="104249" y="253443"/>
                </a:lnTo>
                <a:lnTo>
                  <a:pt x="105449" y="258317"/>
                </a:lnTo>
                <a:lnTo>
                  <a:pt x="106692" y="263191"/>
                </a:lnTo>
                <a:lnTo>
                  <a:pt x="107928" y="268065"/>
                </a:lnTo>
                <a:lnTo>
                  <a:pt x="109103" y="272939"/>
                </a:lnTo>
                <a:lnTo>
                  <a:pt x="110161" y="277813"/>
                </a:lnTo>
                <a:lnTo>
                  <a:pt x="111049" y="282687"/>
                </a:lnTo>
                <a:lnTo>
                  <a:pt x="111726" y="287561"/>
                </a:lnTo>
                <a:lnTo>
                  <a:pt x="112163" y="292435"/>
                </a:lnTo>
                <a:lnTo>
                  <a:pt x="112346" y="297308"/>
                </a:lnTo>
                <a:lnTo>
                  <a:pt x="112280" y="302182"/>
                </a:lnTo>
                <a:lnTo>
                  <a:pt x="111986" y="307056"/>
                </a:lnTo>
                <a:lnTo>
                  <a:pt x="111501" y="311930"/>
                </a:lnTo>
                <a:lnTo>
                  <a:pt x="110867" y="316804"/>
                </a:lnTo>
                <a:lnTo>
                  <a:pt x="110136" y="321678"/>
                </a:lnTo>
                <a:lnTo>
                  <a:pt x="109355" y="326552"/>
                </a:lnTo>
                <a:lnTo>
                  <a:pt x="108569" y="331426"/>
                </a:lnTo>
                <a:lnTo>
                  <a:pt x="107815" y="336300"/>
                </a:lnTo>
                <a:lnTo>
                  <a:pt x="107119" y="341174"/>
                </a:lnTo>
                <a:lnTo>
                  <a:pt x="106496" y="346048"/>
                </a:lnTo>
                <a:lnTo>
                  <a:pt x="105953" y="350921"/>
                </a:lnTo>
                <a:lnTo>
                  <a:pt x="105484" y="355795"/>
                </a:lnTo>
                <a:lnTo>
                  <a:pt x="105080" y="360669"/>
                </a:lnTo>
                <a:lnTo>
                  <a:pt x="104728" y="365543"/>
                </a:lnTo>
                <a:lnTo>
                  <a:pt x="104410" y="370417"/>
                </a:lnTo>
                <a:lnTo>
                  <a:pt x="104111" y="375291"/>
                </a:lnTo>
                <a:lnTo>
                  <a:pt x="103819" y="380165"/>
                </a:lnTo>
                <a:lnTo>
                  <a:pt x="103524" y="385039"/>
                </a:lnTo>
                <a:lnTo>
                  <a:pt x="103222" y="389913"/>
                </a:lnTo>
                <a:lnTo>
                  <a:pt x="102914" y="394787"/>
                </a:lnTo>
                <a:lnTo>
                  <a:pt x="102605" y="399661"/>
                </a:lnTo>
                <a:lnTo>
                  <a:pt x="102305" y="404534"/>
                </a:lnTo>
                <a:lnTo>
                  <a:pt x="102026" y="409408"/>
                </a:lnTo>
                <a:lnTo>
                  <a:pt x="101780" y="414282"/>
                </a:lnTo>
                <a:lnTo>
                  <a:pt x="101580" y="419156"/>
                </a:lnTo>
                <a:lnTo>
                  <a:pt x="101435" y="424030"/>
                </a:lnTo>
                <a:lnTo>
                  <a:pt x="101353" y="428904"/>
                </a:lnTo>
                <a:lnTo>
                  <a:pt x="101335" y="433778"/>
                </a:lnTo>
                <a:lnTo>
                  <a:pt x="101379" y="438652"/>
                </a:lnTo>
                <a:lnTo>
                  <a:pt x="101477" y="443526"/>
                </a:lnTo>
                <a:lnTo>
                  <a:pt x="101619" y="448400"/>
                </a:lnTo>
                <a:lnTo>
                  <a:pt x="101792" y="453274"/>
                </a:lnTo>
                <a:lnTo>
                  <a:pt x="101983" y="458147"/>
                </a:lnTo>
                <a:lnTo>
                  <a:pt x="102179" y="463021"/>
                </a:lnTo>
                <a:lnTo>
                  <a:pt x="102372" y="467895"/>
                </a:lnTo>
                <a:lnTo>
                  <a:pt x="102562" y="472769"/>
                </a:lnTo>
                <a:lnTo>
                  <a:pt x="102756" y="477643"/>
                </a:lnTo>
                <a:lnTo>
                  <a:pt x="102978" y="482517"/>
                </a:lnTo>
                <a:lnTo>
                  <a:pt x="103266" y="487391"/>
                </a:lnTo>
                <a:lnTo>
                  <a:pt x="103676" y="492265"/>
                </a:lnTo>
                <a:lnTo>
                  <a:pt x="104286" y="497139"/>
                </a:lnTo>
                <a:lnTo>
                  <a:pt x="105197" y="502013"/>
                </a:lnTo>
                <a:lnTo>
                  <a:pt x="106527" y="506887"/>
                </a:lnTo>
                <a:lnTo>
                  <a:pt x="108409" y="511760"/>
                </a:lnTo>
                <a:lnTo>
                  <a:pt x="110984" y="516634"/>
                </a:lnTo>
                <a:lnTo>
                  <a:pt x="114386" y="521508"/>
                </a:lnTo>
                <a:lnTo>
                  <a:pt x="118725" y="526382"/>
                </a:lnTo>
                <a:lnTo>
                  <a:pt x="124074" y="531256"/>
                </a:lnTo>
                <a:lnTo>
                  <a:pt x="130441" y="536130"/>
                </a:lnTo>
                <a:lnTo>
                  <a:pt x="137759" y="541004"/>
                </a:lnTo>
                <a:lnTo>
                  <a:pt x="145867" y="545878"/>
                </a:lnTo>
                <a:lnTo>
                  <a:pt x="154509" y="550752"/>
                </a:lnTo>
                <a:lnTo>
                  <a:pt x="163340" y="555626"/>
                </a:lnTo>
                <a:lnTo>
                  <a:pt x="171941" y="560500"/>
                </a:lnTo>
                <a:lnTo>
                  <a:pt x="179851" y="565373"/>
                </a:lnTo>
                <a:lnTo>
                  <a:pt x="186605" y="570247"/>
                </a:lnTo>
                <a:lnTo>
                  <a:pt x="191779" y="575121"/>
                </a:lnTo>
                <a:lnTo>
                  <a:pt x="195031"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346" name="03_assume_matched_5643">
            <a:extLst>
              <a:ext uri="{FF2B5EF4-FFF2-40B4-BE49-F238E27FC236}">
                <a16:creationId xmlns:a16="http://schemas.microsoft.com/office/drawing/2014/main" id="{81FC3FC7-047C-4784-890D-E729AF2913D0}"/>
              </a:ext>
            </a:extLst>
          </p:cNvPr>
          <p:cNvSpPr>
            <a:spLocks noGrp="1"/>
          </p:cNvSpPr>
          <p:nvPr/>
        </p:nvSpPr>
        <p:spPr>
          <a:xfrm>
            <a:off x="4520337" y="1392203"/>
            <a:ext cx="196140" cy="584869"/>
          </a:xfrm>
          <a:custGeom>
            <a:avLst/>
            <a:gdLst/>
            <a:ahLst/>
            <a:cxnLst/>
            <a:rect l="0" t="0" r="0" b="0"/>
            <a:pathLst>
              <a:path w="196140" h="584869">
                <a:moveTo>
                  <a:pt x="196140" y="584869"/>
                </a:moveTo>
                <a:lnTo>
                  <a:pt x="0" y="584869"/>
                </a:lnTo>
                <a:lnTo>
                  <a:pt x="1107" y="579995"/>
                </a:lnTo>
                <a:lnTo>
                  <a:pt x="4351" y="575121"/>
                </a:lnTo>
                <a:lnTo>
                  <a:pt x="9510" y="570247"/>
                </a:lnTo>
                <a:lnTo>
                  <a:pt x="16244" y="565373"/>
                </a:lnTo>
                <a:lnTo>
                  <a:pt x="24126" y="560500"/>
                </a:lnTo>
                <a:lnTo>
                  <a:pt x="32691" y="555626"/>
                </a:lnTo>
                <a:lnTo>
                  <a:pt x="41478" y="550752"/>
                </a:lnTo>
                <a:lnTo>
                  <a:pt x="50067" y="545878"/>
                </a:lnTo>
                <a:lnTo>
                  <a:pt x="58111" y="541004"/>
                </a:lnTo>
                <a:lnTo>
                  <a:pt x="65356" y="536130"/>
                </a:lnTo>
                <a:lnTo>
                  <a:pt x="71641" y="531256"/>
                </a:lnTo>
                <a:lnTo>
                  <a:pt x="76900" y="526382"/>
                </a:lnTo>
                <a:lnTo>
                  <a:pt x="81145" y="521508"/>
                </a:lnTo>
                <a:lnTo>
                  <a:pt x="84450" y="516634"/>
                </a:lnTo>
                <a:lnTo>
                  <a:pt x="86929" y="511760"/>
                </a:lnTo>
                <a:lnTo>
                  <a:pt x="88719" y="506887"/>
                </a:lnTo>
                <a:lnTo>
                  <a:pt x="89966" y="502013"/>
                </a:lnTo>
                <a:lnTo>
                  <a:pt x="90806" y="497139"/>
                </a:lnTo>
                <a:lnTo>
                  <a:pt x="91362" y="492265"/>
                </a:lnTo>
                <a:lnTo>
                  <a:pt x="91736" y="487391"/>
                </a:lnTo>
                <a:lnTo>
                  <a:pt x="92008" y="482517"/>
                </a:lnTo>
                <a:lnTo>
                  <a:pt x="92237" y="477643"/>
                </a:lnTo>
                <a:lnTo>
                  <a:pt x="92463" y="472769"/>
                </a:lnTo>
                <a:lnTo>
                  <a:pt x="92705" y="467895"/>
                </a:lnTo>
                <a:lnTo>
                  <a:pt x="92974" y="463021"/>
                </a:lnTo>
                <a:lnTo>
                  <a:pt x="93266" y="458147"/>
                </a:lnTo>
                <a:lnTo>
                  <a:pt x="93573" y="453274"/>
                </a:lnTo>
                <a:lnTo>
                  <a:pt x="93880" y="448400"/>
                </a:lnTo>
                <a:lnTo>
                  <a:pt x="94175" y="443526"/>
                </a:lnTo>
                <a:lnTo>
                  <a:pt x="94442" y="438652"/>
                </a:lnTo>
                <a:lnTo>
                  <a:pt x="94672" y="433778"/>
                </a:lnTo>
                <a:lnTo>
                  <a:pt x="94858" y="428904"/>
                </a:lnTo>
                <a:lnTo>
                  <a:pt x="94999" y="424030"/>
                </a:lnTo>
                <a:lnTo>
                  <a:pt x="95096" y="419156"/>
                </a:lnTo>
                <a:lnTo>
                  <a:pt x="95158" y="414282"/>
                </a:lnTo>
                <a:lnTo>
                  <a:pt x="95196" y="409408"/>
                </a:lnTo>
                <a:lnTo>
                  <a:pt x="95222" y="404534"/>
                </a:lnTo>
                <a:lnTo>
                  <a:pt x="95249" y="399661"/>
                </a:lnTo>
                <a:lnTo>
                  <a:pt x="95290" y="394787"/>
                </a:lnTo>
                <a:lnTo>
                  <a:pt x="95355" y="389913"/>
                </a:lnTo>
                <a:lnTo>
                  <a:pt x="95448" y="385039"/>
                </a:lnTo>
                <a:lnTo>
                  <a:pt x="95572" y="380165"/>
                </a:lnTo>
                <a:lnTo>
                  <a:pt x="95723" y="375291"/>
                </a:lnTo>
                <a:lnTo>
                  <a:pt x="95894" y="370417"/>
                </a:lnTo>
                <a:lnTo>
                  <a:pt x="96076" y="365543"/>
                </a:lnTo>
                <a:lnTo>
                  <a:pt x="96256" y="360669"/>
                </a:lnTo>
                <a:lnTo>
                  <a:pt x="96422" y="355795"/>
                </a:lnTo>
                <a:lnTo>
                  <a:pt x="96563" y="350921"/>
                </a:lnTo>
                <a:lnTo>
                  <a:pt x="96668" y="346048"/>
                </a:lnTo>
                <a:lnTo>
                  <a:pt x="96730" y="341174"/>
                </a:lnTo>
                <a:lnTo>
                  <a:pt x="96745" y="336300"/>
                </a:lnTo>
                <a:lnTo>
                  <a:pt x="96714" y="331426"/>
                </a:lnTo>
                <a:lnTo>
                  <a:pt x="96638" y="326552"/>
                </a:lnTo>
                <a:lnTo>
                  <a:pt x="96526" y="321678"/>
                </a:lnTo>
                <a:lnTo>
                  <a:pt x="96386" y="316804"/>
                </a:lnTo>
                <a:lnTo>
                  <a:pt x="96231" y="311930"/>
                </a:lnTo>
                <a:lnTo>
                  <a:pt x="96073" y="307056"/>
                </a:lnTo>
                <a:lnTo>
                  <a:pt x="95926" y="302182"/>
                </a:lnTo>
                <a:lnTo>
                  <a:pt x="95802" y="297308"/>
                </a:lnTo>
                <a:lnTo>
                  <a:pt x="95710" y="292435"/>
                </a:lnTo>
                <a:lnTo>
                  <a:pt x="95659" y="287561"/>
                </a:lnTo>
                <a:lnTo>
                  <a:pt x="95652" y="282687"/>
                </a:lnTo>
                <a:lnTo>
                  <a:pt x="95689" y="277813"/>
                </a:lnTo>
                <a:lnTo>
                  <a:pt x="95766" y="272939"/>
                </a:lnTo>
                <a:lnTo>
                  <a:pt x="95875" y="268065"/>
                </a:lnTo>
                <a:lnTo>
                  <a:pt x="96007" y="263191"/>
                </a:lnTo>
                <a:lnTo>
                  <a:pt x="96148" y="258317"/>
                </a:lnTo>
                <a:lnTo>
                  <a:pt x="96287" y="253443"/>
                </a:lnTo>
                <a:lnTo>
                  <a:pt x="96410" y="248569"/>
                </a:lnTo>
                <a:lnTo>
                  <a:pt x="96507" y="243695"/>
                </a:lnTo>
                <a:lnTo>
                  <a:pt x="96569" y="238822"/>
                </a:lnTo>
                <a:lnTo>
                  <a:pt x="96589" y="233948"/>
                </a:lnTo>
                <a:lnTo>
                  <a:pt x="96565" y="229074"/>
                </a:lnTo>
                <a:lnTo>
                  <a:pt x="96495" y="224200"/>
                </a:lnTo>
                <a:lnTo>
                  <a:pt x="96384" y="219326"/>
                </a:lnTo>
                <a:lnTo>
                  <a:pt x="96236" y="214452"/>
                </a:lnTo>
                <a:lnTo>
                  <a:pt x="96058" y="209578"/>
                </a:lnTo>
                <a:lnTo>
                  <a:pt x="95859" y="204704"/>
                </a:lnTo>
                <a:lnTo>
                  <a:pt x="95650" y="199830"/>
                </a:lnTo>
                <a:lnTo>
                  <a:pt x="95441" y="194956"/>
                </a:lnTo>
                <a:lnTo>
                  <a:pt x="95243" y="190082"/>
                </a:lnTo>
                <a:lnTo>
                  <a:pt x="95067" y="185209"/>
                </a:lnTo>
                <a:lnTo>
                  <a:pt x="94920" y="180335"/>
                </a:lnTo>
                <a:lnTo>
                  <a:pt x="94810" y="175461"/>
                </a:lnTo>
                <a:lnTo>
                  <a:pt x="94743" y="170587"/>
                </a:lnTo>
                <a:lnTo>
                  <a:pt x="94720" y="165713"/>
                </a:lnTo>
                <a:lnTo>
                  <a:pt x="94741" y="160839"/>
                </a:lnTo>
                <a:lnTo>
                  <a:pt x="94801" y="155965"/>
                </a:lnTo>
                <a:lnTo>
                  <a:pt x="94895" y="151091"/>
                </a:lnTo>
                <a:lnTo>
                  <a:pt x="95013" y="146217"/>
                </a:lnTo>
                <a:lnTo>
                  <a:pt x="95146" y="141343"/>
                </a:lnTo>
                <a:lnTo>
                  <a:pt x="95282" y="136469"/>
                </a:lnTo>
                <a:lnTo>
                  <a:pt x="95411" y="131596"/>
                </a:lnTo>
                <a:lnTo>
                  <a:pt x="95522" y="126722"/>
                </a:lnTo>
                <a:lnTo>
                  <a:pt x="95606" y="121848"/>
                </a:lnTo>
                <a:lnTo>
                  <a:pt x="95655" y="116974"/>
                </a:lnTo>
                <a:lnTo>
                  <a:pt x="95660" y="112100"/>
                </a:lnTo>
                <a:lnTo>
                  <a:pt x="95612" y="107226"/>
                </a:lnTo>
                <a:lnTo>
                  <a:pt x="95496" y="102352"/>
                </a:lnTo>
                <a:lnTo>
                  <a:pt x="95294" y="97478"/>
                </a:lnTo>
                <a:lnTo>
                  <a:pt x="94980" y="92604"/>
                </a:lnTo>
                <a:lnTo>
                  <a:pt x="94517" y="87730"/>
                </a:lnTo>
                <a:lnTo>
                  <a:pt x="93860" y="82856"/>
                </a:lnTo>
                <a:lnTo>
                  <a:pt x="92951" y="77983"/>
                </a:lnTo>
                <a:lnTo>
                  <a:pt x="91724" y="73109"/>
                </a:lnTo>
                <a:lnTo>
                  <a:pt x="90110" y="68235"/>
                </a:lnTo>
                <a:lnTo>
                  <a:pt x="88040" y="63361"/>
                </a:lnTo>
                <a:lnTo>
                  <a:pt x="85456" y="58487"/>
                </a:lnTo>
                <a:lnTo>
                  <a:pt x="82322" y="53613"/>
                </a:lnTo>
                <a:lnTo>
                  <a:pt x="78632" y="48739"/>
                </a:lnTo>
                <a:lnTo>
                  <a:pt x="74426" y="43865"/>
                </a:lnTo>
                <a:lnTo>
                  <a:pt x="69790" y="38991"/>
                </a:lnTo>
                <a:lnTo>
                  <a:pt x="64867" y="34117"/>
                </a:lnTo>
                <a:lnTo>
                  <a:pt x="59850" y="29243"/>
                </a:lnTo>
                <a:lnTo>
                  <a:pt x="54971" y="24370"/>
                </a:lnTo>
                <a:lnTo>
                  <a:pt x="50488" y="19496"/>
                </a:lnTo>
                <a:lnTo>
                  <a:pt x="46663" y="14622"/>
                </a:lnTo>
                <a:lnTo>
                  <a:pt x="43734" y="9748"/>
                </a:lnTo>
                <a:lnTo>
                  <a:pt x="41893" y="4874"/>
                </a:lnTo>
                <a:lnTo>
                  <a:pt x="41265" y="0"/>
                </a:lnTo>
                <a:lnTo>
                  <a:pt x="154875" y="0"/>
                </a:lnTo>
                <a:lnTo>
                  <a:pt x="154875" y="0"/>
                </a:lnTo>
                <a:lnTo>
                  <a:pt x="154247" y="4874"/>
                </a:lnTo>
                <a:lnTo>
                  <a:pt x="152406" y="9748"/>
                </a:lnTo>
                <a:lnTo>
                  <a:pt x="149477" y="14622"/>
                </a:lnTo>
                <a:lnTo>
                  <a:pt x="145652" y="19496"/>
                </a:lnTo>
                <a:lnTo>
                  <a:pt x="141170" y="24370"/>
                </a:lnTo>
                <a:lnTo>
                  <a:pt x="136291" y="29243"/>
                </a:lnTo>
                <a:lnTo>
                  <a:pt x="131273" y="34117"/>
                </a:lnTo>
                <a:lnTo>
                  <a:pt x="126350" y="38991"/>
                </a:lnTo>
                <a:lnTo>
                  <a:pt x="121714" y="43865"/>
                </a:lnTo>
                <a:lnTo>
                  <a:pt x="117508" y="48739"/>
                </a:lnTo>
                <a:lnTo>
                  <a:pt x="113819" y="53613"/>
                </a:lnTo>
                <a:lnTo>
                  <a:pt x="110684" y="58487"/>
                </a:lnTo>
                <a:lnTo>
                  <a:pt x="108101" y="63361"/>
                </a:lnTo>
                <a:lnTo>
                  <a:pt x="106030" y="68235"/>
                </a:lnTo>
                <a:lnTo>
                  <a:pt x="104416" y="73109"/>
                </a:lnTo>
                <a:lnTo>
                  <a:pt x="103190" y="77983"/>
                </a:lnTo>
                <a:lnTo>
                  <a:pt x="102280" y="82856"/>
                </a:lnTo>
                <a:lnTo>
                  <a:pt x="101623" y="87730"/>
                </a:lnTo>
                <a:lnTo>
                  <a:pt x="101161" y="92604"/>
                </a:lnTo>
                <a:lnTo>
                  <a:pt x="100846" y="97478"/>
                </a:lnTo>
                <a:lnTo>
                  <a:pt x="100645" y="102352"/>
                </a:lnTo>
                <a:lnTo>
                  <a:pt x="100529" y="107226"/>
                </a:lnTo>
                <a:lnTo>
                  <a:pt x="100480" y="112100"/>
                </a:lnTo>
                <a:lnTo>
                  <a:pt x="100485" y="116974"/>
                </a:lnTo>
                <a:lnTo>
                  <a:pt x="100534" y="121848"/>
                </a:lnTo>
                <a:lnTo>
                  <a:pt x="100618" y="126722"/>
                </a:lnTo>
                <a:lnTo>
                  <a:pt x="100729" y="131596"/>
                </a:lnTo>
                <a:lnTo>
                  <a:pt x="100858" y="136469"/>
                </a:lnTo>
                <a:lnTo>
                  <a:pt x="100994" y="141343"/>
                </a:lnTo>
                <a:lnTo>
                  <a:pt x="101127" y="146217"/>
                </a:lnTo>
                <a:lnTo>
                  <a:pt x="101245" y="151091"/>
                </a:lnTo>
                <a:lnTo>
                  <a:pt x="101339" y="155965"/>
                </a:lnTo>
                <a:lnTo>
                  <a:pt x="101400" y="160839"/>
                </a:lnTo>
                <a:lnTo>
                  <a:pt x="101421" y="165713"/>
                </a:lnTo>
                <a:lnTo>
                  <a:pt x="101398" y="170587"/>
                </a:lnTo>
                <a:lnTo>
                  <a:pt x="101330" y="175461"/>
                </a:lnTo>
                <a:lnTo>
                  <a:pt x="101221" y="180335"/>
                </a:lnTo>
                <a:lnTo>
                  <a:pt x="101074" y="185209"/>
                </a:lnTo>
                <a:lnTo>
                  <a:pt x="100897" y="190082"/>
                </a:lnTo>
                <a:lnTo>
                  <a:pt x="100699" y="194956"/>
                </a:lnTo>
                <a:lnTo>
                  <a:pt x="100490" y="199830"/>
                </a:lnTo>
                <a:lnTo>
                  <a:pt x="100281" y="204704"/>
                </a:lnTo>
                <a:lnTo>
                  <a:pt x="100083" y="209578"/>
                </a:lnTo>
                <a:lnTo>
                  <a:pt x="99905" y="214452"/>
                </a:lnTo>
                <a:lnTo>
                  <a:pt x="99756" y="219326"/>
                </a:lnTo>
                <a:lnTo>
                  <a:pt x="99645" y="224200"/>
                </a:lnTo>
                <a:lnTo>
                  <a:pt x="99576" y="229074"/>
                </a:lnTo>
                <a:lnTo>
                  <a:pt x="99551" y="233948"/>
                </a:lnTo>
                <a:lnTo>
                  <a:pt x="99571" y="238822"/>
                </a:lnTo>
                <a:lnTo>
                  <a:pt x="99633" y="243695"/>
                </a:lnTo>
                <a:lnTo>
                  <a:pt x="99730" y="248569"/>
                </a:lnTo>
                <a:lnTo>
                  <a:pt x="99853" y="253443"/>
                </a:lnTo>
                <a:lnTo>
                  <a:pt x="99992" y="258317"/>
                </a:lnTo>
                <a:lnTo>
                  <a:pt x="100133" y="263191"/>
                </a:lnTo>
                <a:lnTo>
                  <a:pt x="100265" y="268065"/>
                </a:lnTo>
                <a:lnTo>
                  <a:pt x="100374" y="272939"/>
                </a:lnTo>
                <a:lnTo>
                  <a:pt x="100451" y="277813"/>
                </a:lnTo>
                <a:lnTo>
                  <a:pt x="100488" y="282687"/>
                </a:lnTo>
                <a:lnTo>
                  <a:pt x="100481" y="287561"/>
                </a:lnTo>
                <a:lnTo>
                  <a:pt x="100430" y="292435"/>
                </a:lnTo>
                <a:lnTo>
                  <a:pt x="100339" y="297308"/>
                </a:lnTo>
                <a:lnTo>
                  <a:pt x="100214" y="302182"/>
                </a:lnTo>
                <a:lnTo>
                  <a:pt x="100067" y="307056"/>
                </a:lnTo>
                <a:lnTo>
                  <a:pt x="99909" y="311930"/>
                </a:lnTo>
                <a:lnTo>
                  <a:pt x="99754" y="316804"/>
                </a:lnTo>
                <a:lnTo>
                  <a:pt x="99614" y="321678"/>
                </a:lnTo>
                <a:lnTo>
                  <a:pt x="99502" y="326552"/>
                </a:lnTo>
                <a:lnTo>
                  <a:pt x="99427" y="331426"/>
                </a:lnTo>
                <a:lnTo>
                  <a:pt x="99395" y="336300"/>
                </a:lnTo>
                <a:lnTo>
                  <a:pt x="99410" y="341174"/>
                </a:lnTo>
                <a:lnTo>
                  <a:pt x="99473" y="346048"/>
                </a:lnTo>
                <a:lnTo>
                  <a:pt x="99578" y="350921"/>
                </a:lnTo>
                <a:lnTo>
                  <a:pt x="99718" y="355795"/>
                </a:lnTo>
                <a:lnTo>
                  <a:pt x="99885" y="360669"/>
                </a:lnTo>
                <a:lnTo>
                  <a:pt x="100065" y="365543"/>
                </a:lnTo>
                <a:lnTo>
                  <a:pt x="100246" y="370417"/>
                </a:lnTo>
                <a:lnTo>
                  <a:pt x="100417" y="375291"/>
                </a:lnTo>
                <a:lnTo>
                  <a:pt x="100568" y="380165"/>
                </a:lnTo>
                <a:lnTo>
                  <a:pt x="100692" y="385039"/>
                </a:lnTo>
                <a:lnTo>
                  <a:pt x="100785" y="389913"/>
                </a:lnTo>
                <a:lnTo>
                  <a:pt x="100850" y="394787"/>
                </a:lnTo>
                <a:lnTo>
                  <a:pt x="100891" y="399661"/>
                </a:lnTo>
                <a:lnTo>
                  <a:pt x="100919" y="404534"/>
                </a:lnTo>
                <a:lnTo>
                  <a:pt x="100945" y="409408"/>
                </a:lnTo>
                <a:lnTo>
                  <a:pt x="100982" y="414282"/>
                </a:lnTo>
                <a:lnTo>
                  <a:pt x="101044" y="419156"/>
                </a:lnTo>
                <a:lnTo>
                  <a:pt x="101142" y="424030"/>
                </a:lnTo>
                <a:lnTo>
                  <a:pt x="101282" y="428904"/>
                </a:lnTo>
                <a:lnTo>
                  <a:pt x="101468" y="433778"/>
                </a:lnTo>
                <a:lnTo>
                  <a:pt x="101698" y="438652"/>
                </a:lnTo>
                <a:lnTo>
                  <a:pt x="101966" y="443526"/>
                </a:lnTo>
                <a:lnTo>
                  <a:pt x="102260" y="448400"/>
                </a:lnTo>
                <a:lnTo>
                  <a:pt x="102568" y="453274"/>
                </a:lnTo>
                <a:lnTo>
                  <a:pt x="102874" y="458147"/>
                </a:lnTo>
                <a:lnTo>
                  <a:pt x="103166" y="463021"/>
                </a:lnTo>
                <a:lnTo>
                  <a:pt x="103435" y="467895"/>
                </a:lnTo>
                <a:lnTo>
                  <a:pt x="103678" y="472769"/>
                </a:lnTo>
                <a:lnTo>
                  <a:pt x="103903" y="477643"/>
                </a:lnTo>
                <a:lnTo>
                  <a:pt x="104132" y="482517"/>
                </a:lnTo>
                <a:lnTo>
                  <a:pt x="104405" y="487391"/>
                </a:lnTo>
                <a:lnTo>
                  <a:pt x="104779" y="492265"/>
                </a:lnTo>
                <a:lnTo>
                  <a:pt x="105334" y="497139"/>
                </a:lnTo>
                <a:lnTo>
                  <a:pt x="106174" y="502013"/>
                </a:lnTo>
                <a:lnTo>
                  <a:pt x="107421" y="506887"/>
                </a:lnTo>
                <a:lnTo>
                  <a:pt x="109212" y="511760"/>
                </a:lnTo>
                <a:lnTo>
                  <a:pt x="111691" y="516634"/>
                </a:lnTo>
                <a:lnTo>
                  <a:pt x="114995" y="521508"/>
                </a:lnTo>
                <a:lnTo>
                  <a:pt x="119240" y="526382"/>
                </a:lnTo>
                <a:lnTo>
                  <a:pt x="124499" y="531256"/>
                </a:lnTo>
                <a:lnTo>
                  <a:pt x="130785" y="536130"/>
                </a:lnTo>
                <a:lnTo>
                  <a:pt x="138029" y="541004"/>
                </a:lnTo>
                <a:lnTo>
                  <a:pt x="146074" y="545878"/>
                </a:lnTo>
                <a:lnTo>
                  <a:pt x="154662" y="550752"/>
                </a:lnTo>
                <a:lnTo>
                  <a:pt x="163449" y="555626"/>
                </a:lnTo>
                <a:lnTo>
                  <a:pt x="172014" y="560500"/>
                </a:lnTo>
                <a:lnTo>
                  <a:pt x="179897" y="565373"/>
                </a:lnTo>
                <a:lnTo>
                  <a:pt x="186630" y="570247"/>
                </a:lnTo>
                <a:lnTo>
                  <a:pt x="191790" y="575121"/>
                </a:lnTo>
                <a:lnTo>
                  <a:pt x="195034"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347" name="03_assume_matched_5644">
            <a:extLst>
              <a:ext uri="{FF2B5EF4-FFF2-40B4-BE49-F238E27FC236}">
                <a16:creationId xmlns:a16="http://schemas.microsoft.com/office/drawing/2014/main" id="{AED4765D-DBCF-4E6F-A93A-F225ECDDD011}"/>
              </a:ext>
            </a:extLst>
          </p:cNvPr>
          <p:cNvSpPr>
            <a:spLocks noGrp="1"/>
          </p:cNvSpPr>
          <p:nvPr/>
        </p:nvSpPr>
        <p:spPr>
          <a:xfrm>
            <a:off x="5274723" y="1392203"/>
            <a:ext cx="196140" cy="584869"/>
          </a:xfrm>
          <a:custGeom>
            <a:avLst/>
            <a:gdLst/>
            <a:ahLst/>
            <a:cxnLst/>
            <a:rect l="0" t="0" r="0" b="0"/>
            <a:pathLst>
              <a:path w="196140" h="584869">
                <a:moveTo>
                  <a:pt x="196140" y="584869"/>
                </a:moveTo>
                <a:lnTo>
                  <a:pt x="0" y="584869"/>
                </a:lnTo>
                <a:lnTo>
                  <a:pt x="1106" y="579995"/>
                </a:lnTo>
                <a:lnTo>
                  <a:pt x="4347" y="575121"/>
                </a:lnTo>
                <a:lnTo>
                  <a:pt x="9501" y="570247"/>
                </a:lnTo>
                <a:lnTo>
                  <a:pt x="16227" y="565373"/>
                </a:lnTo>
                <a:lnTo>
                  <a:pt x="24099" y="560500"/>
                </a:lnTo>
                <a:lnTo>
                  <a:pt x="32651" y="555626"/>
                </a:lnTo>
                <a:lnTo>
                  <a:pt x="41420" y="550752"/>
                </a:lnTo>
                <a:lnTo>
                  <a:pt x="49989" y="545878"/>
                </a:lnTo>
                <a:lnTo>
                  <a:pt x="58010" y="541004"/>
                </a:lnTo>
                <a:lnTo>
                  <a:pt x="65227" y="536130"/>
                </a:lnTo>
                <a:lnTo>
                  <a:pt x="71481" y="531256"/>
                </a:lnTo>
                <a:lnTo>
                  <a:pt x="76706" y="526382"/>
                </a:lnTo>
                <a:lnTo>
                  <a:pt x="80916" y="521508"/>
                </a:lnTo>
                <a:lnTo>
                  <a:pt x="84183" y="516634"/>
                </a:lnTo>
                <a:lnTo>
                  <a:pt x="86626" y="511760"/>
                </a:lnTo>
                <a:lnTo>
                  <a:pt x="88381" y="506887"/>
                </a:lnTo>
                <a:lnTo>
                  <a:pt x="89595" y="502013"/>
                </a:lnTo>
                <a:lnTo>
                  <a:pt x="90405" y="497139"/>
                </a:lnTo>
                <a:lnTo>
                  <a:pt x="90936" y="492265"/>
                </a:lnTo>
                <a:lnTo>
                  <a:pt x="91290" y="487391"/>
                </a:lnTo>
                <a:lnTo>
                  <a:pt x="91547" y="482517"/>
                </a:lnTo>
                <a:lnTo>
                  <a:pt x="91764" y="477643"/>
                </a:lnTo>
                <a:lnTo>
                  <a:pt x="91979" y="472769"/>
                </a:lnTo>
                <a:lnTo>
                  <a:pt x="92212" y="467895"/>
                </a:lnTo>
                <a:lnTo>
                  <a:pt x="92467" y="463021"/>
                </a:lnTo>
                <a:lnTo>
                  <a:pt x="92741" y="458147"/>
                </a:lnTo>
                <a:lnTo>
                  <a:pt x="93020" y="453274"/>
                </a:lnTo>
                <a:lnTo>
                  <a:pt x="93289" y="448400"/>
                </a:lnTo>
                <a:lnTo>
                  <a:pt x="93530" y="443526"/>
                </a:lnTo>
                <a:lnTo>
                  <a:pt x="93729" y="438652"/>
                </a:lnTo>
                <a:lnTo>
                  <a:pt x="93875" y="433778"/>
                </a:lnTo>
                <a:lnTo>
                  <a:pt x="93963" y="428904"/>
                </a:lnTo>
                <a:lnTo>
                  <a:pt x="93995" y="424030"/>
                </a:lnTo>
                <a:lnTo>
                  <a:pt x="93979" y="419156"/>
                </a:lnTo>
                <a:lnTo>
                  <a:pt x="93927" y="414282"/>
                </a:lnTo>
                <a:lnTo>
                  <a:pt x="93858" y="409408"/>
                </a:lnTo>
                <a:lnTo>
                  <a:pt x="93792" y="404534"/>
                </a:lnTo>
                <a:lnTo>
                  <a:pt x="93748" y="399661"/>
                </a:lnTo>
                <a:lnTo>
                  <a:pt x="93742" y="394787"/>
                </a:lnTo>
                <a:lnTo>
                  <a:pt x="93788" y="389913"/>
                </a:lnTo>
                <a:lnTo>
                  <a:pt x="93891" y="385039"/>
                </a:lnTo>
                <a:lnTo>
                  <a:pt x="94050" y="380165"/>
                </a:lnTo>
                <a:lnTo>
                  <a:pt x="94256" y="375291"/>
                </a:lnTo>
                <a:lnTo>
                  <a:pt x="94497" y="370417"/>
                </a:lnTo>
                <a:lnTo>
                  <a:pt x="94752" y="365543"/>
                </a:lnTo>
                <a:lnTo>
                  <a:pt x="95001" y="360669"/>
                </a:lnTo>
                <a:lnTo>
                  <a:pt x="95222" y="355795"/>
                </a:lnTo>
                <a:lnTo>
                  <a:pt x="95396" y="350921"/>
                </a:lnTo>
                <a:lnTo>
                  <a:pt x="95508" y="346048"/>
                </a:lnTo>
                <a:lnTo>
                  <a:pt x="95548" y="341174"/>
                </a:lnTo>
                <a:lnTo>
                  <a:pt x="95512" y="336300"/>
                </a:lnTo>
                <a:lnTo>
                  <a:pt x="95405" y="331426"/>
                </a:lnTo>
                <a:lnTo>
                  <a:pt x="95237" y="326552"/>
                </a:lnTo>
                <a:lnTo>
                  <a:pt x="95025" y="321678"/>
                </a:lnTo>
                <a:lnTo>
                  <a:pt x="94790" y="316804"/>
                </a:lnTo>
                <a:lnTo>
                  <a:pt x="94556" y="311930"/>
                </a:lnTo>
                <a:lnTo>
                  <a:pt x="94346" y="307056"/>
                </a:lnTo>
                <a:lnTo>
                  <a:pt x="94182" y="302182"/>
                </a:lnTo>
                <a:lnTo>
                  <a:pt x="94082" y="297308"/>
                </a:lnTo>
                <a:lnTo>
                  <a:pt x="94059" y="292435"/>
                </a:lnTo>
                <a:lnTo>
                  <a:pt x="94118" y="287561"/>
                </a:lnTo>
                <a:lnTo>
                  <a:pt x="94259" y="282687"/>
                </a:lnTo>
                <a:lnTo>
                  <a:pt x="94473" y="277813"/>
                </a:lnTo>
                <a:lnTo>
                  <a:pt x="94748" y="272939"/>
                </a:lnTo>
                <a:lnTo>
                  <a:pt x="95067" y="268065"/>
                </a:lnTo>
                <a:lnTo>
                  <a:pt x="95410" y="263191"/>
                </a:lnTo>
                <a:lnTo>
                  <a:pt x="95758" y="258317"/>
                </a:lnTo>
                <a:lnTo>
                  <a:pt x="96091" y="253443"/>
                </a:lnTo>
                <a:lnTo>
                  <a:pt x="96394" y="248569"/>
                </a:lnTo>
                <a:lnTo>
                  <a:pt x="96653" y="243695"/>
                </a:lnTo>
                <a:lnTo>
                  <a:pt x="96859" y="238822"/>
                </a:lnTo>
                <a:lnTo>
                  <a:pt x="97006" y="233948"/>
                </a:lnTo>
                <a:lnTo>
                  <a:pt x="97090" y="229074"/>
                </a:lnTo>
                <a:lnTo>
                  <a:pt x="97113" y="224200"/>
                </a:lnTo>
                <a:lnTo>
                  <a:pt x="97076" y="219326"/>
                </a:lnTo>
                <a:lnTo>
                  <a:pt x="96986" y="214452"/>
                </a:lnTo>
                <a:lnTo>
                  <a:pt x="96849" y="209578"/>
                </a:lnTo>
                <a:lnTo>
                  <a:pt x="96675" y="204704"/>
                </a:lnTo>
                <a:lnTo>
                  <a:pt x="96474" y="199830"/>
                </a:lnTo>
                <a:lnTo>
                  <a:pt x="96259" y="194956"/>
                </a:lnTo>
                <a:lnTo>
                  <a:pt x="96043" y="190082"/>
                </a:lnTo>
                <a:lnTo>
                  <a:pt x="95838" y="185209"/>
                </a:lnTo>
                <a:lnTo>
                  <a:pt x="95656" y="180335"/>
                </a:lnTo>
                <a:lnTo>
                  <a:pt x="95507" y="175461"/>
                </a:lnTo>
                <a:lnTo>
                  <a:pt x="95399" y="170587"/>
                </a:lnTo>
                <a:lnTo>
                  <a:pt x="95336" y="165713"/>
                </a:lnTo>
                <a:lnTo>
                  <a:pt x="95317" y="160839"/>
                </a:lnTo>
                <a:lnTo>
                  <a:pt x="95340" y="155965"/>
                </a:lnTo>
                <a:lnTo>
                  <a:pt x="95399" y="151091"/>
                </a:lnTo>
                <a:lnTo>
                  <a:pt x="95484" y="146217"/>
                </a:lnTo>
                <a:lnTo>
                  <a:pt x="95586" y="141343"/>
                </a:lnTo>
                <a:lnTo>
                  <a:pt x="95695" y="136469"/>
                </a:lnTo>
                <a:lnTo>
                  <a:pt x="95802" y="131596"/>
                </a:lnTo>
                <a:lnTo>
                  <a:pt x="95897" y="126722"/>
                </a:lnTo>
                <a:lnTo>
                  <a:pt x="95974" y="121848"/>
                </a:lnTo>
                <a:lnTo>
                  <a:pt x="96025" y="116974"/>
                </a:lnTo>
                <a:lnTo>
                  <a:pt x="96044" y="112100"/>
                </a:lnTo>
                <a:lnTo>
                  <a:pt x="96018" y="107226"/>
                </a:lnTo>
                <a:lnTo>
                  <a:pt x="95930" y="102352"/>
                </a:lnTo>
                <a:lnTo>
                  <a:pt x="95756" y="97478"/>
                </a:lnTo>
                <a:lnTo>
                  <a:pt x="95458" y="92604"/>
                </a:lnTo>
                <a:lnTo>
                  <a:pt x="94986" y="87730"/>
                </a:lnTo>
                <a:lnTo>
                  <a:pt x="94278" y="82856"/>
                </a:lnTo>
                <a:lnTo>
                  <a:pt x="93255" y="77983"/>
                </a:lnTo>
                <a:lnTo>
                  <a:pt x="91830" y="73109"/>
                </a:lnTo>
                <a:lnTo>
                  <a:pt x="89910" y="68235"/>
                </a:lnTo>
                <a:lnTo>
                  <a:pt x="87407" y="63361"/>
                </a:lnTo>
                <a:lnTo>
                  <a:pt x="84247" y="58487"/>
                </a:lnTo>
                <a:lnTo>
                  <a:pt x="80383" y="53613"/>
                </a:lnTo>
                <a:lnTo>
                  <a:pt x="75811" y="48739"/>
                </a:lnTo>
                <a:lnTo>
                  <a:pt x="70582" y="43865"/>
                </a:lnTo>
                <a:lnTo>
                  <a:pt x="64808" y="38991"/>
                </a:lnTo>
                <a:lnTo>
                  <a:pt x="58670" y="34117"/>
                </a:lnTo>
                <a:lnTo>
                  <a:pt x="52411" y="29243"/>
                </a:lnTo>
                <a:lnTo>
                  <a:pt x="46324" y="24370"/>
                </a:lnTo>
                <a:lnTo>
                  <a:pt x="40733" y="19496"/>
                </a:lnTo>
                <a:lnTo>
                  <a:pt x="35963" y="14622"/>
                </a:lnTo>
                <a:lnTo>
                  <a:pt x="32311" y="9748"/>
                </a:lnTo>
                <a:lnTo>
                  <a:pt x="30016" y="4874"/>
                </a:lnTo>
                <a:lnTo>
                  <a:pt x="29234" y="0"/>
                </a:lnTo>
                <a:lnTo>
                  <a:pt x="166907" y="0"/>
                </a:lnTo>
                <a:lnTo>
                  <a:pt x="166907" y="0"/>
                </a:lnTo>
                <a:lnTo>
                  <a:pt x="166124" y="4874"/>
                </a:lnTo>
                <a:lnTo>
                  <a:pt x="163829" y="9748"/>
                </a:lnTo>
                <a:lnTo>
                  <a:pt x="160177" y="14622"/>
                </a:lnTo>
                <a:lnTo>
                  <a:pt x="155407" y="19496"/>
                </a:lnTo>
                <a:lnTo>
                  <a:pt x="149816" y="24370"/>
                </a:lnTo>
                <a:lnTo>
                  <a:pt x="143729" y="29243"/>
                </a:lnTo>
                <a:lnTo>
                  <a:pt x="137470" y="34117"/>
                </a:lnTo>
                <a:lnTo>
                  <a:pt x="131332" y="38991"/>
                </a:lnTo>
                <a:lnTo>
                  <a:pt x="125559" y="43865"/>
                </a:lnTo>
                <a:lnTo>
                  <a:pt x="120329" y="48739"/>
                </a:lnTo>
                <a:lnTo>
                  <a:pt x="115758" y="53613"/>
                </a:lnTo>
                <a:lnTo>
                  <a:pt x="111894" y="58487"/>
                </a:lnTo>
                <a:lnTo>
                  <a:pt x="108733" y="63361"/>
                </a:lnTo>
                <a:lnTo>
                  <a:pt x="106230" y="68235"/>
                </a:lnTo>
                <a:lnTo>
                  <a:pt x="104311" y="73109"/>
                </a:lnTo>
                <a:lnTo>
                  <a:pt x="102886" y="77983"/>
                </a:lnTo>
                <a:lnTo>
                  <a:pt x="101863" y="82856"/>
                </a:lnTo>
                <a:lnTo>
                  <a:pt x="101154" y="87730"/>
                </a:lnTo>
                <a:lnTo>
                  <a:pt x="100683" y="92604"/>
                </a:lnTo>
                <a:lnTo>
                  <a:pt x="100385" y="97478"/>
                </a:lnTo>
                <a:lnTo>
                  <a:pt x="100210" y="102352"/>
                </a:lnTo>
                <a:lnTo>
                  <a:pt x="100123" y="107226"/>
                </a:lnTo>
                <a:lnTo>
                  <a:pt x="100096" y="112100"/>
                </a:lnTo>
                <a:lnTo>
                  <a:pt x="100115" y="116974"/>
                </a:lnTo>
                <a:lnTo>
                  <a:pt x="100167" y="121848"/>
                </a:lnTo>
                <a:lnTo>
                  <a:pt x="100244" y="126722"/>
                </a:lnTo>
                <a:lnTo>
                  <a:pt x="100339" y="131596"/>
                </a:lnTo>
                <a:lnTo>
                  <a:pt x="100445" y="136469"/>
                </a:lnTo>
                <a:lnTo>
                  <a:pt x="100554" y="141343"/>
                </a:lnTo>
                <a:lnTo>
                  <a:pt x="100656" y="146217"/>
                </a:lnTo>
                <a:lnTo>
                  <a:pt x="100741" y="151091"/>
                </a:lnTo>
                <a:lnTo>
                  <a:pt x="100800" y="155965"/>
                </a:lnTo>
                <a:lnTo>
                  <a:pt x="100823" y="160839"/>
                </a:lnTo>
                <a:lnTo>
                  <a:pt x="100805" y="165713"/>
                </a:lnTo>
                <a:lnTo>
                  <a:pt x="100741" y="170587"/>
                </a:lnTo>
                <a:lnTo>
                  <a:pt x="100633" y="175461"/>
                </a:lnTo>
                <a:lnTo>
                  <a:pt x="100485" y="180335"/>
                </a:lnTo>
                <a:lnTo>
                  <a:pt x="100303" y="185209"/>
                </a:lnTo>
                <a:lnTo>
                  <a:pt x="100098" y="190082"/>
                </a:lnTo>
                <a:lnTo>
                  <a:pt x="99881" y="194956"/>
                </a:lnTo>
                <a:lnTo>
                  <a:pt x="99666" y="199830"/>
                </a:lnTo>
                <a:lnTo>
                  <a:pt x="99466" y="204704"/>
                </a:lnTo>
                <a:lnTo>
                  <a:pt x="99291" y="209578"/>
                </a:lnTo>
                <a:lnTo>
                  <a:pt x="99154" y="214452"/>
                </a:lnTo>
                <a:lnTo>
                  <a:pt x="99064" y="219326"/>
                </a:lnTo>
                <a:lnTo>
                  <a:pt x="99027" y="224200"/>
                </a:lnTo>
                <a:lnTo>
                  <a:pt x="99050" y="229074"/>
                </a:lnTo>
                <a:lnTo>
                  <a:pt x="99134" y="233948"/>
                </a:lnTo>
                <a:lnTo>
                  <a:pt x="99281" y="238822"/>
                </a:lnTo>
                <a:lnTo>
                  <a:pt x="99487" y="243695"/>
                </a:lnTo>
                <a:lnTo>
                  <a:pt x="99746" y="248569"/>
                </a:lnTo>
                <a:lnTo>
                  <a:pt x="100049" y="253443"/>
                </a:lnTo>
                <a:lnTo>
                  <a:pt x="100383" y="258317"/>
                </a:lnTo>
                <a:lnTo>
                  <a:pt x="100730" y="263191"/>
                </a:lnTo>
                <a:lnTo>
                  <a:pt x="101073" y="268065"/>
                </a:lnTo>
                <a:lnTo>
                  <a:pt x="101392" y="272939"/>
                </a:lnTo>
                <a:lnTo>
                  <a:pt x="101667" y="277813"/>
                </a:lnTo>
                <a:lnTo>
                  <a:pt x="101882" y="282687"/>
                </a:lnTo>
                <a:lnTo>
                  <a:pt x="102022" y="287561"/>
                </a:lnTo>
                <a:lnTo>
                  <a:pt x="102082" y="292435"/>
                </a:lnTo>
                <a:lnTo>
                  <a:pt x="102058" y="297308"/>
                </a:lnTo>
                <a:lnTo>
                  <a:pt x="101959" y="302182"/>
                </a:lnTo>
                <a:lnTo>
                  <a:pt x="101795" y="307056"/>
                </a:lnTo>
                <a:lnTo>
                  <a:pt x="101584" y="311930"/>
                </a:lnTo>
                <a:lnTo>
                  <a:pt x="101350" y="316804"/>
                </a:lnTo>
                <a:lnTo>
                  <a:pt x="101115" y="321678"/>
                </a:lnTo>
                <a:lnTo>
                  <a:pt x="100903" y="326552"/>
                </a:lnTo>
                <a:lnTo>
                  <a:pt x="100736" y="331426"/>
                </a:lnTo>
                <a:lnTo>
                  <a:pt x="100629" y="336300"/>
                </a:lnTo>
                <a:lnTo>
                  <a:pt x="100593" y="341174"/>
                </a:lnTo>
                <a:lnTo>
                  <a:pt x="100632" y="346048"/>
                </a:lnTo>
                <a:lnTo>
                  <a:pt x="100744" y="350921"/>
                </a:lnTo>
                <a:lnTo>
                  <a:pt x="100918" y="355795"/>
                </a:lnTo>
                <a:lnTo>
                  <a:pt x="101139" y="360669"/>
                </a:lnTo>
                <a:lnTo>
                  <a:pt x="101388" y="365543"/>
                </a:lnTo>
                <a:lnTo>
                  <a:pt x="101643" y="370417"/>
                </a:lnTo>
                <a:lnTo>
                  <a:pt x="101884" y="375291"/>
                </a:lnTo>
                <a:lnTo>
                  <a:pt x="102091" y="380165"/>
                </a:lnTo>
                <a:lnTo>
                  <a:pt x="102249" y="385039"/>
                </a:lnTo>
                <a:lnTo>
                  <a:pt x="102352" y="389913"/>
                </a:lnTo>
                <a:lnTo>
                  <a:pt x="102398" y="394787"/>
                </a:lnTo>
                <a:lnTo>
                  <a:pt x="102393" y="399661"/>
                </a:lnTo>
                <a:lnTo>
                  <a:pt x="102348" y="404534"/>
                </a:lnTo>
                <a:lnTo>
                  <a:pt x="102282" y="409408"/>
                </a:lnTo>
                <a:lnTo>
                  <a:pt x="102213" y="414282"/>
                </a:lnTo>
                <a:lnTo>
                  <a:pt x="102162" y="419156"/>
                </a:lnTo>
                <a:lnTo>
                  <a:pt x="102145" y="424030"/>
                </a:lnTo>
                <a:lnTo>
                  <a:pt x="102177" y="428904"/>
                </a:lnTo>
                <a:lnTo>
                  <a:pt x="102265" y="433778"/>
                </a:lnTo>
                <a:lnTo>
                  <a:pt x="102412" y="438652"/>
                </a:lnTo>
                <a:lnTo>
                  <a:pt x="102611" y="443526"/>
                </a:lnTo>
                <a:lnTo>
                  <a:pt x="102852" y="448400"/>
                </a:lnTo>
                <a:lnTo>
                  <a:pt x="103120" y="453274"/>
                </a:lnTo>
                <a:lnTo>
                  <a:pt x="103399" y="458147"/>
                </a:lnTo>
                <a:lnTo>
                  <a:pt x="103673" y="463021"/>
                </a:lnTo>
                <a:lnTo>
                  <a:pt x="103929" y="467895"/>
                </a:lnTo>
                <a:lnTo>
                  <a:pt x="104161" y="472769"/>
                </a:lnTo>
                <a:lnTo>
                  <a:pt x="104377" y="477643"/>
                </a:lnTo>
                <a:lnTo>
                  <a:pt x="104594" y="482517"/>
                </a:lnTo>
                <a:lnTo>
                  <a:pt x="104850" y="487391"/>
                </a:lnTo>
                <a:lnTo>
                  <a:pt x="105204" y="492265"/>
                </a:lnTo>
                <a:lnTo>
                  <a:pt x="105735" y="497139"/>
                </a:lnTo>
                <a:lnTo>
                  <a:pt x="106546" y="502013"/>
                </a:lnTo>
                <a:lnTo>
                  <a:pt x="107759" y="506887"/>
                </a:lnTo>
                <a:lnTo>
                  <a:pt x="109515" y="511760"/>
                </a:lnTo>
                <a:lnTo>
                  <a:pt x="111957" y="516634"/>
                </a:lnTo>
                <a:lnTo>
                  <a:pt x="115225" y="521508"/>
                </a:lnTo>
                <a:lnTo>
                  <a:pt x="119434" y="526382"/>
                </a:lnTo>
                <a:lnTo>
                  <a:pt x="124659" y="531256"/>
                </a:lnTo>
                <a:lnTo>
                  <a:pt x="130914" y="536130"/>
                </a:lnTo>
                <a:lnTo>
                  <a:pt x="138131" y="541004"/>
                </a:lnTo>
                <a:lnTo>
                  <a:pt x="146151" y="545878"/>
                </a:lnTo>
                <a:lnTo>
                  <a:pt x="154720" y="550752"/>
                </a:lnTo>
                <a:lnTo>
                  <a:pt x="163490" y="555626"/>
                </a:lnTo>
                <a:lnTo>
                  <a:pt x="172042" y="560500"/>
                </a:lnTo>
                <a:lnTo>
                  <a:pt x="179914" y="565373"/>
                </a:lnTo>
                <a:lnTo>
                  <a:pt x="186639" y="570247"/>
                </a:lnTo>
                <a:lnTo>
                  <a:pt x="191794" y="575121"/>
                </a:lnTo>
                <a:lnTo>
                  <a:pt x="195035"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348" name="03_assume_matched_5645">
            <a:extLst>
              <a:ext uri="{FF2B5EF4-FFF2-40B4-BE49-F238E27FC236}">
                <a16:creationId xmlns:a16="http://schemas.microsoft.com/office/drawing/2014/main" id="{C46D5BF0-54B8-4494-B5CD-7F8FD6DCA4F2}"/>
              </a:ext>
            </a:extLst>
          </p:cNvPr>
          <p:cNvSpPr>
            <a:spLocks noGrp="1"/>
          </p:cNvSpPr>
          <p:nvPr/>
        </p:nvSpPr>
        <p:spPr>
          <a:xfrm>
            <a:off x="6029109" y="1392203"/>
            <a:ext cx="196140" cy="584869"/>
          </a:xfrm>
          <a:custGeom>
            <a:avLst/>
            <a:gdLst/>
            <a:ahLst/>
            <a:cxnLst/>
            <a:rect l="0" t="0" r="0" b="0"/>
            <a:pathLst>
              <a:path w="196140" h="584869">
                <a:moveTo>
                  <a:pt x="196140" y="584869"/>
                </a:moveTo>
                <a:lnTo>
                  <a:pt x="0" y="584869"/>
                </a:lnTo>
                <a:lnTo>
                  <a:pt x="1105" y="579995"/>
                </a:lnTo>
                <a:lnTo>
                  <a:pt x="4345" y="575121"/>
                </a:lnTo>
                <a:lnTo>
                  <a:pt x="9497" y="570247"/>
                </a:lnTo>
                <a:lnTo>
                  <a:pt x="16220" y="565373"/>
                </a:lnTo>
                <a:lnTo>
                  <a:pt x="24088" y="560500"/>
                </a:lnTo>
                <a:lnTo>
                  <a:pt x="32635" y="555626"/>
                </a:lnTo>
                <a:lnTo>
                  <a:pt x="41399" y="550752"/>
                </a:lnTo>
                <a:lnTo>
                  <a:pt x="49960" y="545878"/>
                </a:lnTo>
                <a:lnTo>
                  <a:pt x="57972" y="541004"/>
                </a:lnTo>
                <a:lnTo>
                  <a:pt x="65179" y="536130"/>
                </a:lnTo>
                <a:lnTo>
                  <a:pt x="71422" y="531256"/>
                </a:lnTo>
                <a:lnTo>
                  <a:pt x="76635" y="526382"/>
                </a:lnTo>
                <a:lnTo>
                  <a:pt x="80831" y="521508"/>
                </a:lnTo>
                <a:lnTo>
                  <a:pt x="84086" y="516634"/>
                </a:lnTo>
                <a:lnTo>
                  <a:pt x="86515" y="511760"/>
                </a:lnTo>
                <a:lnTo>
                  <a:pt x="88258" y="506887"/>
                </a:lnTo>
                <a:lnTo>
                  <a:pt x="89461" y="502013"/>
                </a:lnTo>
                <a:lnTo>
                  <a:pt x="90264" y="497139"/>
                </a:lnTo>
                <a:lnTo>
                  <a:pt x="90790" y="492265"/>
                </a:lnTo>
                <a:lnTo>
                  <a:pt x="91143" y="487391"/>
                </a:lnTo>
                <a:lnTo>
                  <a:pt x="91404" y="482517"/>
                </a:lnTo>
                <a:lnTo>
                  <a:pt x="91632" y="477643"/>
                </a:lnTo>
                <a:lnTo>
                  <a:pt x="91866" y="472769"/>
                </a:lnTo>
                <a:lnTo>
                  <a:pt x="92125" y="467895"/>
                </a:lnTo>
                <a:lnTo>
                  <a:pt x="92417" y="463021"/>
                </a:lnTo>
                <a:lnTo>
                  <a:pt x="92738" y="458147"/>
                </a:lnTo>
                <a:lnTo>
                  <a:pt x="93076" y="453274"/>
                </a:lnTo>
                <a:lnTo>
                  <a:pt x="93417" y="448400"/>
                </a:lnTo>
                <a:lnTo>
                  <a:pt x="93743" y="443526"/>
                </a:lnTo>
                <a:lnTo>
                  <a:pt x="94040" y="438652"/>
                </a:lnTo>
                <a:lnTo>
                  <a:pt x="94295" y="433778"/>
                </a:lnTo>
                <a:lnTo>
                  <a:pt x="94502" y="428904"/>
                </a:lnTo>
                <a:lnTo>
                  <a:pt x="94658" y="424030"/>
                </a:lnTo>
                <a:lnTo>
                  <a:pt x="94766" y="419156"/>
                </a:lnTo>
                <a:lnTo>
                  <a:pt x="94834" y="414282"/>
                </a:lnTo>
                <a:lnTo>
                  <a:pt x="94875" y="409408"/>
                </a:lnTo>
                <a:lnTo>
                  <a:pt x="94903" y="404534"/>
                </a:lnTo>
                <a:lnTo>
                  <a:pt x="94932" y="399661"/>
                </a:lnTo>
                <a:lnTo>
                  <a:pt x="94975" y="394787"/>
                </a:lnTo>
                <a:lnTo>
                  <a:pt x="95043" y="389913"/>
                </a:lnTo>
                <a:lnTo>
                  <a:pt x="95141" y="385039"/>
                </a:lnTo>
                <a:lnTo>
                  <a:pt x="95270" y="380165"/>
                </a:lnTo>
                <a:lnTo>
                  <a:pt x="95427" y="375291"/>
                </a:lnTo>
                <a:lnTo>
                  <a:pt x="95602" y="370417"/>
                </a:lnTo>
                <a:lnTo>
                  <a:pt x="95784" y="365543"/>
                </a:lnTo>
                <a:lnTo>
                  <a:pt x="95959" y="360669"/>
                </a:lnTo>
                <a:lnTo>
                  <a:pt x="96114" y="355795"/>
                </a:lnTo>
                <a:lnTo>
                  <a:pt x="96235" y="350921"/>
                </a:lnTo>
                <a:lnTo>
                  <a:pt x="96313" y="346048"/>
                </a:lnTo>
                <a:lnTo>
                  <a:pt x="96341" y="341174"/>
                </a:lnTo>
                <a:lnTo>
                  <a:pt x="96317" y="336300"/>
                </a:lnTo>
                <a:lnTo>
                  <a:pt x="96243" y="331426"/>
                </a:lnTo>
                <a:lnTo>
                  <a:pt x="96129" y="326552"/>
                </a:lnTo>
                <a:lnTo>
                  <a:pt x="95983" y="321678"/>
                </a:lnTo>
                <a:lnTo>
                  <a:pt x="95822" y="316804"/>
                </a:lnTo>
                <a:lnTo>
                  <a:pt x="95661" y="311930"/>
                </a:lnTo>
                <a:lnTo>
                  <a:pt x="95515" y="307056"/>
                </a:lnTo>
                <a:lnTo>
                  <a:pt x="95401" y="302182"/>
                </a:lnTo>
                <a:lnTo>
                  <a:pt x="95329" y="297308"/>
                </a:lnTo>
                <a:lnTo>
                  <a:pt x="95309" y="292435"/>
                </a:lnTo>
                <a:lnTo>
                  <a:pt x="95342" y="287561"/>
                </a:lnTo>
                <a:lnTo>
                  <a:pt x="95428" y="282687"/>
                </a:lnTo>
                <a:lnTo>
                  <a:pt x="95560" y="277813"/>
                </a:lnTo>
                <a:lnTo>
                  <a:pt x="95728" y="272939"/>
                </a:lnTo>
                <a:lnTo>
                  <a:pt x="95918" y="268065"/>
                </a:lnTo>
                <a:lnTo>
                  <a:pt x="96117" y="263191"/>
                </a:lnTo>
                <a:lnTo>
                  <a:pt x="96309" y="258317"/>
                </a:lnTo>
                <a:lnTo>
                  <a:pt x="96480" y="253443"/>
                </a:lnTo>
                <a:lnTo>
                  <a:pt x="96618" y="248569"/>
                </a:lnTo>
                <a:lnTo>
                  <a:pt x="96715" y="243695"/>
                </a:lnTo>
                <a:lnTo>
                  <a:pt x="96765" y="238822"/>
                </a:lnTo>
                <a:lnTo>
                  <a:pt x="96765" y="233948"/>
                </a:lnTo>
                <a:lnTo>
                  <a:pt x="96714" y="229074"/>
                </a:lnTo>
                <a:lnTo>
                  <a:pt x="96616" y="224200"/>
                </a:lnTo>
                <a:lnTo>
                  <a:pt x="96476" y="219326"/>
                </a:lnTo>
                <a:lnTo>
                  <a:pt x="96298" y="214452"/>
                </a:lnTo>
                <a:lnTo>
                  <a:pt x="96089" y="209578"/>
                </a:lnTo>
                <a:lnTo>
                  <a:pt x="95857" y="204704"/>
                </a:lnTo>
                <a:lnTo>
                  <a:pt x="95607" y="199830"/>
                </a:lnTo>
                <a:lnTo>
                  <a:pt x="95346" y="194956"/>
                </a:lnTo>
                <a:lnTo>
                  <a:pt x="95080" y="190082"/>
                </a:lnTo>
                <a:lnTo>
                  <a:pt x="94815" y="185209"/>
                </a:lnTo>
                <a:lnTo>
                  <a:pt x="94558" y="180335"/>
                </a:lnTo>
                <a:lnTo>
                  <a:pt x="94313" y="175461"/>
                </a:lnTo>
                <a:lnTo>
                  <a:pt x="94088" y="170587"/>
                </a:lnTo>
                <a:lnTo>
                  <a:pt x="93888" y="165713"/>
                </a:lnTo>
                <a:lnTo>
                  <a:pt x="93719" y="160839"/>
                </a:lnTo>
                <a:lnTo>
                  <a:pt x="93587" y="155965"/>
                </a:lnTo>
                <a:lnTo>
                  <a:pt x="93496" y="151091"/>
                </a:lnTo>
                <a:lnTo>
                  <a:pt x="93448" y="146217"/>
                </a:lnTo>
                <a:lnTo>
                  <a:pt x="93446" y="141343"/>
                </a:lnTo>
                <a:lnTo>
                  <a:pt x="93489" y="136469"/>
                </a:lnTo>
                <a:lnTo>
                  <a:pt x="93574" y="131596"/>
                </a:lnTo>
                <a:lnTo>
                  <a:pt x="93695" y="126722"/>
                </a:lnTo>
                <a:lnTo>
                  <a:pt x="93845" y="121848"/>
                </a:lnTo>
                <a:lnTo>
                  <a:pt x="94011" y="116974"/>
                </a:lnTo>
                <a:lnTo>
                  <a:pt x="94178" y="112100"/>
                </a:lnTo>
                <a:lnTo>
                  <a:pt x="94323" y="107226"/>
                </a:lnTo>
                <a:lnTo>
                  <a:pt x="94419" y="102352"/>
                </a:lnTo>
                <a:lnTo>
                  <a:pt x="94428" y="97478"/>
                </a:lnTo>
                <a:lnTo>
                  <a:pt x="94301" y="92604"/>
                </a:lnTo>
                <a:lnTo>
                  <a:pt x="93977" y="87730"/>
                </a:lnTo>
                <a:lnTo>
                  <a:pt x="93384" y="82856"/>
                </a:lnTo>
                <a:lnTo>
                  <a:pt x="92434" y="77983"/>
                </a:lnTo>
                <a:lnTo>
                  <a:pt x="91033" y="73109"/>
                </a:lnTo>
                <a:lnTo>
                  <a:pt x="89082" y="68235"/>
                </a:lnTo>
                <a:lnTo>
                  <a:pt x="86488" y="63361"/>
                </a:lnTo>
                <a:lnTo>
                  <a:pt x="83175" y="58487"/>
                </a:lnTo>
                <a:lnTo>
                  <a:pt x="79096" y="53613"/>
                </a:lnTo>
                <a:lnTo>
                  <a:pt x="74250" y="48739"/>
                </a:lnTo>
                <a:lnTo>
                  <a:pt x="68691" y="43865"/>
                </a:lnTo>
                <a:lnTo>
                  <a:pt x="62545" y="38991"/>
                </a:lnTo>
                <a:lnTo>
                  <a:pt x="56004" y="34117"/>
                </a:lnTo>
                <a:lnTo>
                  <a:pt x="49331" y="29243"/>
                </a:lnTo>
                <a:lnTo>
                  <a:pt x="42839" y="24370"/>
                </a:lnTo>
                <a:lnTo>
                  <a:pt x="36874" y="19496"/>
                </a:lnTo>
                <a:lnTo>
                  <a:pt x="31784" y="14622"/>
                </a:lnTo>
                <a:lnTo>
                  <a:pt x="27887" y="9748"/>
                </a:lnTo>
                <a:lnTo>
                  <a:pt x="25439" y="4874"/>
                </a:lnTo>
                <a:lnTo>
                  <a:pt x="24603" y="0"/>
                </a:lnTo>
                <a:lnTo>
                  <a:pt x="171537" y="0"/>
                </a:lnTo>
                <a:lnTo>
                  <a:pt x="171537" y="0"/>
                </a:lnTo>
                <a:lnTo>
                  <a:pt x="170702" y="4874"/>
                </a:lnTo>
                <a:lnTo>
                  <a:pt x="168253" y="9748"/>
                </a:lnTo>
                <a:lnTo>
                  <a:pt x="164356" y="14622"/>
                </a:lnTo>
                <a:lnTo>
                  <a:pt x="159266" y="19496"/>
                </a:lnTo>
                <a:lnTo>
                  <a:pt x="153302" y="24370"/>
                </a:lnTo>
                <a:lnTo>
                  <a:pt x="146810" y="29243"/>
                </a:lnTo>
                <a:lnTo>
                  <a:pt x="140136" y="34117"/>
                </a:lnTo>
                <a:lnTo>
                  <a:pt x="133596" y="38991"/>
                </a:lnTo>
                <a:lnTo>
                  <a:pt x="127449" y="43865"/>
                </a:lnTo>
                <a:lnTo>
                  <a:pt x="121891" y="48739"/>
                </a:lnTo>
                <a:lnTo>
                  <a:pt x="117044" y="53613"/>
                </a:lnTo>
                <a:lnTo>
                  <a:pt x="112965" y="58487"/>
                </a:lnTo>
                <a:lnTo>
                  <a:pt x="109652" y="63361"/>
                </a:lnTo>
                <a:lnTo>
                  <a:pt x="107058" y="68235"/>
                </a:lnTo>
                <a:lnTo>
                  <a:pt x="105108" y="73109"/>
                </a:lnTo>
                <a:lnTo>
                  <a:pt x="103707" y="77983"/>
                </a:lnTo>
                <a:lnTo>
                  <a:pt x="102757" y="82856"/>
                </a:lnTo>
                <a:lnTo>
                  <a:pt x="102163" y="87730"/>
                </a:lnTo>
                <a:lnTo>
                  <a:pt x="101840" y="92604"/>
                </a:lnTo>
                <a:lnTo>
                  <a:pt x="101712" y="97478"/>
                </a:lnTo>
                <a:lnTo>
                  <a:pt x="101721" y="102352"/>
                </a:lnTo>
                <a:lnTo>
                  <a:pt x="101817" y="107226"/>
                </a:lnTo>
                <a:lnTo>
                  <a:pt x="101963" y="112100"/>
                </a:lnTo>
                <a:lnTo>
                  <a:pt x="102129" y="116974"/>
                </a:lnTo>
                <a:lnTo>
                  <a:pt x="102295" y="121848"/>
                </a:lnTo>
                <a:lnTo>
                  <a:pt x="102445" y="126722"/>
                </a:lnTo>
                <a:lnTo>
                  <a:pt x="102566" y="131596"/>
                </a:lnTo>
                <a:lnTo>
                  <a:pt x="102651" y="136469"/>
                </a:lnTo>
                <a:lnTo>
                  <a:pt x="102694" y="141343"/>
                </a:lnTo>
                <a:lnTo>
                  <a:pt x="102692" y="146217"/>
                </a:lnTo>
                <a:lnTo>
                  <a:pt x="102645" y="151091"/>
                </a:lnTo>
                <a:lnTo>
                  <a:pt x="102553" y="155965"/>
                </a:lnTo>
                <a:lnTo>
                  <a:pt x="102421" y="160839"/>
                </a:lnTo>
                <a:lnTo>
                  <a:pt x="102252" y="165713"/>
                </a:lnTo>
                <a:lnTo>
                  <a:pt x="102052" y="170587"/>
                </a:lnTo>
                <a:lnTo>
                  <a:pt x="101827" y="175461"/>
                </a:lnTo>
                <a:lnTo>
                  <a:pt x="101582" y="180335"/>
                </a:lnTo>
                <a:lnTo>
                  <a:pt x="101325" y="185209"/>
                </a:lnTo>
                <a:lnTo>
                  <a:pt x="101060" y="190082"/>
                </a:lnTo>
                <a:lnTo>
                  <a:pt x="100795" y="194956"/>
                </a:lnTo>
                <a:lnTo>
                  <a:pt x="100534" y="199830"/>
                </a:lnTo>
                <a:lnTo>
                  <a:pt x="100284" y="204704"/>
                </a:lnTo>
                <a:lnTo>
                  <a:pt x="100051" y="209578"/>
                </a:lnTo>
                <a:lnTo>
                  <a:pt x="99843" y="214452"/>
                </a:lnTo>
                <a:lnTo>
                  <a:pt x="99665" y="219326"/>
                </a:lnTo>
                <a:lnTo>
                  <a:pt x="99524" y="224200"/>
                </a:lnTo>
                <a:lnTo>
                  <a:pt x="99426" y="229074"/>
                </a:lnTo>
                <a:lnTo>
                  <a:pt x="99376" y="233948"/>
                </a:lnTo>
                <a:lnTo>
                  <a:pt x="99375" y="238822"/>
                </a:lnTo>
                <a:lnTo>
                  <a:pt x="99425" y="243695"/>
                </a:lnTo>
                <a:lnTo>
                  <a:pt x="99522" y="248569"/>
                </a:lnTo>
                <a:lnTo>
                  <a:pt x="99661" y="253443"/>
                </a:lnTo>
                <a:lnTo>
                  <a:pt x="99832" y="258317"/>
                </a:lnTo>
                <a:lnTo>
                  <a:pt x="100024" y="263191"/>
                </a:lnTo>
                <a:lnTo>
                  <a:pt x="100222" y="268065"/>
                </a:lnTo>
                <a:lnTo>
                  <a:pt x="100413" y="272939"/>
                </a:lnTo>
                <a:lnTo>
                  <a:pt x="100581" y="277813"/>
                </a:lnTo>
                <a:lnTo>
                  <a:pt x="100713" y="282687"/>
                </a:lnTo>
                <a:lnTo>
                  <a:pt x="100798" y="287561"/>
                </a:lnTo>
                <a:lnTo>
                  <a:pt x="100832" y="292435"/>
                </a:lnTo>
                <a:lnTo>
                  <a:pt x="100811" y="297308"/>
                </a:lnTo>
                <a:lnTo>
                  <a:pt x="100739" y="302182"/>
                </a:lnTo>
                <a:lnTo>
                  <a:pt x="100625" y="307056"/>
                </a:lnTo>
                <a:lnTo>
                  <a:pt x="100480" y="311930"/>
                </a:lnTo>
                <a:lnTo>
                  <a:pt x="100318" y="316804"/>
                </a:lnTo>
                <a:lnTo>
                  <a:pt x="100157" y="321678"/>
                </a:lnTo>
                <a:lnTo>
                  <a:pt x="100012" y="326552"/>
                </a:lnTo>
                <a:lnTo>
                  <a:pt x="99897" y="331426"/>
                </a:lnTo>
                <a:lnTo>
                  <a:pt x="99824" y="336300"/>
                </a:lnTo>
                <a:lnTo>
                  <a:pt x="99800" y="341174"/>
                </a:lnTo>
                <a:lnTo>
                  <a:pt x="99828" y="346048"/>
                </a:lnTo>
                <a:lnTo>
                  <a:pt x="99905" y="350921"/>
                </a:lnTo>
                <a:lnTo>
                  <a:pt x="100027" y="355795"/>
                </a:lnTo>
                <a:lnTo>
                  <a:pt x="100181" y="360669"/>
                </a:lnTo>
                <a:lnTo>
                  <a:pt x="100357" y="365543"/>
                </a:lnTo>
                <a:lnTo>
                  <a:pt x="100539" y="370417"/>
                </a:lnTo>
                <a:lnTo>
                  <a:pt x="100714" y="375291"/>
                </a:lnTo>
                <a:lnTo>
                  <a:pt x="100870" y="380165"/>
                </a:lnTo>
                <a:lnTo>
                  <a:pt x="100999" y="385039"/>
                </a:lnTo>
                <a:lnTo>
                  <a:pt x="101097" y="389913"/>
                </a:lnTo>
                <a:lnTo>
                  <a:pt x="101165" y="394787"/>
                </a:lnTo>
                <a:lnTo>
                  <a:pt x="101208" y="399661"/>
                </a:lnTo>
                <a:lnTo>
                  <a:pt x="101237" y="404534"/>
                </a:lnTo>
                <a:lnTo>
                  <a:pt x="101265" y="409408"/>
                </a:lnTo>
                <a:lnTo>
                  <a:pt x="101306" y="414282"/>
                </a:lnTo>
                <a:lnTo>
                  <a:pt x="101375" y="419156"/>
                </a:lnTo>
                <a:lnTo>
                  <a:pt x="101483" y="424030"/>
                </a:lnTo>
                <a:lnTo>
                  <a:pt x="101638" y="428904"/>
                </a:lnTo>
                <a:lnTo>
                  <a:pt x="101845" y="433778"/>
                </a:lnTo>
                <a:lnTo>
                  <a:pt x="102100" y="438652"/>
                </a:lnTo>
                <a:lnTo>
                  <a:pt x="102397" y="443526"/>
                </a:lnTo>
                <a:lnTo>
                  <a:pt x="102724" y="448400"/>
                </a:lnTo>
                <a:lnTo>
                  <a:pt x="103064" y="453274"/>
                </a:lnTo>
                <a:lnTo>
                  <a:pt x="103403" y="458147"/>
                </a:lnTo>
                <a:lnTo>
                  <a:pt x="103723" y="463021"/>
                </a:lnTo>
                <a:lnTo>
                  <a:pt x="104016" y="467895"/>
                </a:lnTo>
                <a:lnTo>
                  <a:pt x="104275" y="472769"/>
                </a:lnTo>
                <a:lnTo>
                  <a:pt x="104508" y="477643"/>
                </a:lnTo>
                <a:lnTo>
                  <a:pt x="104736" y="482517"/>
                </a:lnTo>
                <a:lnTo>
                  <a:pt x="104997" y="487391"/>
                </a:lnTo>
                <a:lnTo>
                  <a:pt x="105350" y="492265"/>
                </a:lnTo>
                <a:lnTo>
                  <a:pt x="105876" y="497139"/>
                </a:lnTo>
                <a:lnTo>
                  <a:pt x="106679" y="502013"/>
                </a:lnTo>
                <a:lnTo>
                  <a:pt x="107882" y="506887"/>
                </a:lnTo>
                <a:lnTo>
                  <a:pt x="109626" y="511760"/>
                </a:lnTo>
                <a:lnTo>
                  <a:pt x="112055" y="516634"/>
                </a:lnTo>
                <a:lnTo>
                  <a:pt x="115309" y="521508"/>
                </a:lnTo>
                <a:lnTo>
                  <a:pt x="119505" y="526382"/>
                </a:lnTo>
                <a:lnTo>
                  <a:pt x="124719" y="531256"/>
                </a:lnTo>
                <a:lnTo>
                  <a:pt x="130962" y="536130"/>
                </a:lnTo>
                <a:lnTo>
                  <a:pt x="138168" y="541004"/>
                </a:lnTo>
                <a:lnTo>
                  <a:pt x="146180" y="545878"/>
                </a:lnTo>
                <a:lnTo>
                  <a:pt x="154741" y="550752"/>
                </a:lnTo>
                <a:lnTo>
                  <a:pt x="163505" y="555626"/>
                </a:lnTo>
                <a:lnTo>
                  <a:pt x="172052" y="560500"/>
                </a:lnTo>
                <a:lnTo>
                  <a:pt x="179920" y="565373"/>
                </a:lnTo>
                <a:lnTo>
                  <a:pt x="186643" y="570247"/>
                </a:lnTo>
                <a:lnTo>
                  <a:pt x="191795" y="575121"/>
                </a:lnTo>
                <a:lnTo>
                  <a:pt x="195035"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349" name="03_assume_matched_5646">
            <a:extLst>
              <a:ext uri="{FF2B5EF4-FFF2-40B4-BE49-F238E27FC236}">
                <a16:creationId xmlns:a16="http://schemas.microsoft.com/office/drawing/2014/main" id="{E3F72CB7-1FDB-4BF2-8886-2FA02EF87801}"/>
              </a:ext>
            </a:extLst>
          </p:cNvPr>
          <p:cNvSpPr>
            <a:spLocks noGrp="1"/>
          </p:cNvSpPr>
          <p:nvPr/>
        </p:nvSpPr>
        <p:spPr>
          <a:xfrm>
            <a:off x="3864021"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50" name="03_assume_matched_5647">
            <a:extLst>
              <a:ext uri="{FF2B5EF4-FFF2-40B4-BE49-F238E27FC236}">
                <a16:creationId xmlns:a16="http://schemas.microsoft.com/office/drawing/2014/main" id="{0B83E69D-4827-48FA-AB34-DAD092A8DF03}"/>
              </a:ext>
            </a:extLst>
          </p:cNvPr>
          <p:cNvSpPr>
            <a:spLocks noGrp="1"/>
          </p:cNvSpPr>
          <p:nvPr/>
        </p:nvSpPr>
        <p:spPr>
          <a:xfrm>
            <a:off x="4241214"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51" name="03_assume_matched_5648">
            <a:extLst>
              <a:ext uri="{FF2B5EF4-FFF2-40B4-BE49-F238E27FC236}">
                <a16:creationId xmlns:a16="http://schemas.microsoft.com/office/drawing/2014/main" id="{DACB1F9F-229B-4A7F-A4BA-39C20ECCDBD4}"/>
              </a:ext>
            </a:extLst>
          </p:cNvPr>
          <p:cNvSpPr>
            <a:spLocks noGrp="1"/>
          </p:cNvSpPr>
          <p:nvPr/>
        </p:nvSpPr>
        <p:spPr>
          <a:xfrm>
            <a:off x="4618407"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52" name="03_assume_matched_5649">
            <a:extLst>
              <a:ext uri="{FF2B5EF4-FFF2-40B4-BE49-F238E27FC236}">
                <a16:creationId xmlns:a16="http://schemas.microsoft.com/office/drawing/2014/main" id="{17847E2A-9E18-45F1-AE42-51AF9EF82B99}"/>
              </a:ext>
            </a:extLst>
          </p:cNvPr>
          <p:cNvSpPr>
            <a:spLocks noGrp="1"/>
          </p:cNvSpPr>
          <p:nvPr/>
        </p:nvSpPr>
        <p:spPr>
          <a:xfrm>
            <a:off x="5372793"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53" name="03_assume_matched_5650">
            <a:extLst>
              <a:ext uri="{FF2B5EF4-FFF2-40B4-BE49-F238E27FC236}">
                <a16:creationId xmlns:a16="http://schemas.microsoft.com/office/drawing/2014/main" id="{2C1A2B31-4380-46D6-8FFC-DA1AF7C9D168}"/>
              </a:ext>
            </a:extLst>
          </p:cNvPr>
          <p:cNvSpPr>
            <a:spLocks noGrp="1"/>
          </p:cNvSpPr>
          <p:nvPr/>
        </p:nvSpPr>
        <p:spPr>
          <a:xfrm>
            <a:off x="6127179"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54" name="03_assume_matched_5651">
            <a:extLst>
              <a:ext uri="{FF2B5EF4-FFF2-40B4-BE49-F238E27FC236}">
                <a16:creationId xmlns:a16="http://schemas.microsoft.com/office/drawing/2014/main" id="{F042996C-F62F-4677-ACD6-8BF96F1C8AC3}"/>
              </a:ext>
            </a:extLst>
          </p:cNvPr>
          <p:cNvSpPr>
            <a:spLocks noGrp="1"/>
          </p:cNvSpPr>
          <p:nvPr/>
        </p:nvSpPr>
        <p:spPr>
          <a:xfrm>
            <a:off x="3841389" y="1977073"/>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55" name="03_assume_matched_5652">
            <a:extLst>
              <a:ext uri="{FF2B5EF4-FFF2-40B4-BE49-F238E27FC236}">
                <a16:creationId xmlns:a16="http://schemas.microsoft.com/office/drawing/2014/main" id="{CD8E6A96-F1B0-4C1D-82FA-3A333EC7C866}"/>
              </a:ext>
            </a:extLst>
          </p:cNvPr>
          <p:cNvSpPr>
            <a:spLocks noGrp="1"/>
          </p:cNvSpPr>
          <p:nvPr/>
        </p:nvSpPr>
        <p:spPr>
          <a:xfrm>
            <a:off x="3803289" y="197707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56" name="text_5653">
            <a:extLst>
              <a:ext uri="{FF2B5EF4-FFF2-40B4-BE49-F238E27FC236}">
                <a16:creationId xmlns:a16="http://schemas.microsoft.com/office/drawing/2014/main" id="{A749B63E-4834-40FC-99EC-BC8651C77F22}"/>
              </a:ext>
            </a:extLst>
          </p:cNvPr>
          <p:cNvSpPr>
            <a:spLocks noGrp="1"/>
          </p:cNvSpPr>
          <p:nvPr/>
        </p:nvSpPr>
        <p:spPr>
          <a:xfrm>
            <a:off x="3713643" y="1937012"/>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357" name="03_assume_matched_5654">
            <a:extLst>
              <a:ext uri="{FF2B5EF4-FFF2-40B4-BE49-F238E27FC236}">
                <a16:creationId xmlns:a16="http://schemas.microsoft.com/office/drawing/2014/main" id="{52260581-8A6E-4A5B-B312-DA87BFAD1C9B}"/>
              </a:ext>
            </a:extLst>
          </p:cNvPr>
          <p:cNvSpPr>
            <a:spLocks noGrp="1"/>
          </p:cNvSpPr>
          <p:nvPr/>
        </p:nvSpPr>
        <p:spPr>
          <a:xfrm>
            <a:off x="3841389" y="1684638"/>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58" name="03_assume_matched_5655">
            <a:extLst>
              <a:ext uri="{FF2B5EF4-FFF2-40B4-BE49-F238E27FC236}">
                <a16:creationId xmlns:a16="http://schemas.microsoft.com/office/drawing/2014/main" id="{77BCBDE0-1DE7-4B89-9314-BE5E7EF25728}"/>
              </a:ext>
            </a:extLst>
          </p:cNvPr>
          <p:cNvSpPr>
            <a:spLocks noGrp="1"/>
          </p:cNvSpPr>
          <p:nvPr/>
        </p:nvSpPr>
        <p:spPr>
          <a:xfrm>
            <a:off x="3803289" y="1684638"/>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59" name="text_5656">
            <a:extLst>
              <a:ext uri="{FF2B5EF4-FFF2-40B4-BE49-F238E27FC236}">
                <a16:creationId xmlns:a16="http://schemas.microsoft.com/office/drawing/2014/main" id="{7CE5D095-ED30-4794-9CBE-C6AA0A9D4D0D}"/>
              </a:ext>
            </a:extLst>
          </p:cNvPr>
          <p:cNvSpPr>
            <a:spLocks noGrp="1"/>
          </p:cNvSpPr>
          <p:nvPr/>
        </p:nvSpPr>
        <p:spPr>
          <a:xfrm>
            <a:off x="3662096" y="1644577"/>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360" name="03_assume_matched_5657">
            <a:extLst>
              <a:ext uri="{FF2B5EF4-FFF2-40B4-BE49-F238E27FC236}">
                <a16:creationId xmlns:a16="http://schemas.microsoft.com/office/drawing/2014/main" id="{2E5E323B-48B3-49BD-9895-2D071867D79E}"/>
              </a:ext>
            </a:extLst>
          </p:cNvPr>
          <p:cNvSpPr>
            <a:spLocks noGrp="1"/>
          </p:cNvSpPr>
          <p:nvPr/>
        </p:nvSpPr>
        <p:spPr>
          <a:xfrm>
            <a:off x="3841389" y="1392203"/>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61" name="03_assume_matched_5658">
            <a:extLst>
              <a:ext uri="{FF2B5EF4-FFF2-40B4-BE49-F238E27FC236}">
                <a16:creationId xmlns:a16="http://schemas.microsoft.com/office/drawing/2014/main" id="{7B81A9E9-32F4-491B-A564-A4E3D55C8DBA}"/>
              </a:ext>
            </a:extLst>
          </p:cNvPr>
          <p:cNvSpPr>
            <a:spLocks noGrp="1"/>
          </p:cNvSpPr>
          <p:nvPr/>
        </p:nvSpPr>
        <p:spPr>
          <a:xfrm>
            <a:off x="3803289" y="139220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62" name="text_5659">
            <a:extLst>
              <a:ext uri="{FF2B5EF4-FFF2-40B4-BE49-F238E27FC236}">
                <a16:creationId xmlns:a16="http://schemas.microsoft.com/office/drawing/2014/main" id="{ACF215CF-C037-475D-9276-E9F4FA00D7F1}"/>
              </a:ext>
            </a:extLst>
          </p:cNvPr>
          <p:cNvSpPr>
            <a:spLocks noGrp="1"/>
          </p:cNvSpPr>
          <p:nvPr/>
        </p:nvSpPr>
        <p:spPr>
          <a:xfrm>
            <a:off x="3610549" y="1352143"/>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363" name="03_assume_matched_5660">
            <a:extLst>
              <a:ext uri="{FF2B5EF4-FFF2-40B4-BE49-F238E27FC236}">
                <a16:creationId xmlns:a16="http://schemas.microsoft.com/office/drawing/2014/main" id="{9144E6C6-ED60-422E-91A8-1BA9AF4CD3EA}"/>
              </a:ext>
            </a:extLst>
          </p:cNvPr>
          <p:cNvSpPr>
            <a:spLocks noGrp="1"/>
          </p:cNvSpPr>
          <p:nvPr/>
        </p:nvSpPr>
        <p:spPr>
          <a:xfrm>
            <a:off x="4278966" y="1722927"/>
            <a:ext cx="28398" cy="28398"/>
          </a:xfrm>
          <a:prstGeom prst="ellipse">
            <a:avLst/>
          </a:prstGeom>
          <a:solidFill>
            <a:srgbClr val="7F8C97">
              <a:alpha val="48000"/>
            </a:srgbClr>
          </a:solidFill>
          <a:ln w="0">
            <a:noFill/>
            <a:prstDash val="solid"/>
          </a:ln>
        </p:spPr>
      </p:sp>
      <p:sp>
        <p:nvSpPr>
          <p:cNvPr id="364" name="03_assume_matched_5661">
            <a:extLst>
              <a:ext uri="{FF2B5EF4-FFF2-40B4-BE49-F238E27FC236}">
                <a16:creationId xmlns:a16="http://schemas.microsoft.com/office/drawing/2014/main" id="{2D25A545-6195-4C24-A4B9-AF0240C7435D}"/>
              </a:ext>
            </a:extLst>
          </p:cNvPr>
          <p:cNvSpPr>
            <a:spLocks noGrp="1"/>
          </p:cNvSpPr>
          <p:nvPr/>
        </p:nvSpPr>
        <p:spPr>
          <a:xfrm>
            <a:off x="4267453" y="1962874"/>
            <a:ext cx="28398" cy="28398"/>
          </a:xfrm>
          <a:prstGeom prst="ellipse">
            <a:avLst/>
          </a:prstGeom>
          <a:solidFill>
            <a:srgbClr val="7F8C97">
              <a:alpha val="48000"/>
            </a:srgbClr>
          </a:solidFill>
          <a:ln w="0">
            <a:noFill/>
            <a:prstDash val="solid"/>
          </a:ln>
        </p:spPr>
      </p:sp>
      <p:sp>
        <p:nvSpPr>
          <p:cNvPr id="365" name="03_assume_matched_5662">
            <a:extLst>
              <a:ext uri="{FF2B5EF4-FFF2-40B4-BE49-F238E27FC236}">
                <a16:creationId xmlns:a16="http://schemas.microsoft.com/office/drawing/2014/main" id="{C3A06AD6-D084-436E-B704-75BD1DCE7A5F}"/>
              </a:ext>
            </a:extLst>
          </p:cNvPr>
          <p:cNvSpPr>
            <a:spLocks noGrp="1"/>
          </p:cNvSpPr>
          <p:nvPr/>
        </p:nvSpPr>
        <p:spPr>
          <a:xfrm>
            <a:off x="4210322" y="1962874"/>
            <a:ext cx="28398" cy="28398"/>
          </a:xfrm>
          <a:prstGeom prst="ellipse">
            <a:avLst/>
          </a:prstGeom>
          <a:solidFill>
            <a:srgbClr val="7F8C97">
              <a:alpha val="48000"/>
            </a:srgbClr>
          </a:solidFill>
          <a:ln w="0">
            <a:noFill/>
            <a:prstDash val="solid"/>
          </a:ln>
        </p:spPr>
      </p:sp>
      <p:sp>
        <p:nvSpPr>
          <p:cNvPr id="366" name="03_assume_matched_5663">
            <a:extLst>
              <a:ext uri="{FF2B5EF4-FFF2-40B4-BE49-F238E27FC236}">
                <a16:creationId xmlns:a16="http://schemas.microsoft.com/office/drawing/2014/main" id="{EEE63129-7578-43C7-93F2-B70A7FD39691}"/>
              </a:ext>
            </a:extLst>
          </p:cNvPr>
          <p:cNvSpPr>
            <a:spLocks noGrp="1"/>
          </p:cNvSpPr>
          <p:nvPr/>
        </p:nvSpPr>
        <p:spPr>
          <a:xfrm>
            <a:off x="4289184" y="1670439"/>
            <a:ext cx="28398" cy="28398"/>
          </a:xfrm>
          <a:prstGeom prst="ellipse">
            <a:avLst/>
          </a:prstGeom>
          <a:solidFill>
            <a:srgbClr val="7F8C97">
              <a:alpha val="48000"/>
            </a:srgbClr>
          </a:solidFill>
          <a:ln w="0">
            <a:noFill/>
            <a:prstDash val="solid"/>
          </a:ln>
        </p:spPr>
      </p:sp>
      <p:sp>
        <p:nvSpPr>
          <p:cNvPr id="367" name="03_assume_matched_5664">
            <a:extLst>
              <a:ext uri="{FF2B5EF4-FFF2-40B4-BE49-F238E27FC236}">
                <a16:creationId xmlns:a16="http://schemas.microsoft.com/office/drawing/2014/main" id="{FF4A9C98-119C-44B0-8DA6-F454E474AB99}"/>
              </a:ext>
            </a:extLst>
          </p:cNvPr>
          <p:cNvSpPr>
            <a:spLocks noGrp="1"/>
          </p:cNvSpPr>
          <p:nvPr/>
        </p:nvSpPr>
        <p:spPr>
          <a:xfrm>
            <a:off x="4256948" y="1712215"/>
            <a:ext cx="28398" cy="28398"/>
          </a:xfrm>
          <a:prstGeom prst="ellipse">
            <a:avLst/>
          </a:prstGeom>
          <a:solidFill>
            <a:srgbClr val="7F8C97">
              <a:alpha val="48000"/>
            </a:srgbClr>
          </a:solidFill>
          <a:ln w="0">
            <a:noFill/>
            <a:prstDash val="solid"/>
          </a:ln>
        </p:spPr>
      </p:sp>
      <p:sp>
        <p:nvSpPr>
          <p:cNvPr id="368" name="03_assume_matched_5665">
            <a:extLst>
              <a:ext uri="{FF2B5EF4-FFF2-40B4-BE49-F238E27FC236}">
                <a16:creationId xmlns:a16="http://schemas.microsoft.com/office/drawing/2014/main" id="{E4E39721-BA39-45FB-99C1-0D96E4A1B6AB}"/>
              </a:ext>
            </a:extLst>
          </p:cNvPr>
          <p:cNvSpPr>
            <a:spLocks noGrp="1"/>
          </p:cNvSpPr>
          <p:nvPr/>
        </p:nvSpPr>
        <p:spPr>
          <a:xfrm>
            <a:off x="4161680" y="1697024"/>
            <a:ext cx="28398" cy="28398"/>
          </a:xfrm>
          <a:prstGeom prst="ellipse">
            <a:avLst/>
          </a:prstGeom>
          <a:solidFill>
            <a:srgbClr val="7F8C97">
              <a:alpha val="48000"/>
            </a:srgbClr>
          </a:solidFill>
          <a:ln w="0">
            <a:noFill/>
            <a:prstDash val="solid"/>
          </a:ln>
        </p:spPr>
      </p:sp>
      <p:sp>
        <p:nvSpPr>
          <p:cNvPr id="369" name="03_assume_matched_5666">
            <a:extLst>
              <a:ext uri="{FF2B5EF4-FFF2-40B4-BE49-F238E27FC236}">
                <a16:creationId xmlns:a16="http://schemas.microsoft.com/office/drawing/2014/main" id="{E855A471-FC34-4B5F-AF92-3D5881DB618F}"/>
              </a:ext>
            </a:extLst>
          </p:cNvPr>
          <p:cNvSpPr>
            <a:spLocks noGrp="1"/>
          </p:cNvSpPr>
          <p:nvPr/>
        </p:nvSpPr>
        <p:spPr>
          <a:xfrm>
            <a:off x="4192333" y="1962874"/>
            <a:ext cx="28398" cy="28398"/>
          </a:xfrm>
          <a:prstGeom prst="ellipse">
            <a:avLst/>
          </a:prstGeom>
          <a:solidFill>
            <a:srgbClr val="7F8C97">
              <a:alpha val="48000"/>
            </a:srgbClr>
          </a:solidFill>
          <a:ln w="0">
            <a:noFill/>
            <a:prstDash val="solid"/>
          </a:ln>
        </p:spPr>
      </p:sp>
      <p:sp>
        <p:nvSpPr>
          <p:cNvPr id="370" name="03_assume_matched_5667">
            <a:extLst>
              <a:ext uri="{FF2B5EF4-FFF2-40B4-BE49-F238E27FC236}">
                <a16:creationId xmlns:a16="http://schemas.microsoft.com/office/drawing/2014/main" id="{CBBCD78F-1588-441C-81A5-7F06213F5D4F}"/>
              </a:ext>
            </a:extLst>
          </p:cNvPr>
          <p:cNvSpPr>
            <a:spLocks noGrp="1"/>
          </p:cNvSpPr>
          <p:nvPr/>
        </p:nvSpPr>
        <p:spPr>
          <a:xfrm>
            <a:off x="4161393" y="1962874"/>
            <a:ext cx="28398" cy="28398"/>
          </a:xfrm>
          <a:prstGeom prst="ellipse">
            <a:avLst/>
          </a:prstGeom>
          <a:solidFill>
            <a:srgbClr val="7F8C97">
              <a:alpha val="48000"/>
            </a:srgbClr>
          </a:solidFill>
          <a:ln w="0">
            <a:noFill/>
            <a:prstDash val="solid"/>
          </a:ln>
        </p:spPr>
      </p:sp>
      <p:sp>
        <p:nvSpPr>
          <p:cNvPr id="371" name="03_assume_matched_5668">
            <a:extLst>
              <a:ext uri="{FF2B5EF4-FFF2-40B4-BE49-F238E27FC236}">
                <a16:creationId xmlns:a16="http://schemas.microsoft.com/office/drawing/2014/main" id="{C0CB6DAD-FA62-478E-A701-47BB3EBACC74}"/>
              </a:ext>
            </a:extLst>
          </p:cNvPr>
          <p:cNvSpPr>
            <a:spLocks noGrp="1"/>
          </p:cNvSpPr>
          <p:nvPr/>
        </p:nvSpPr>
        <p:spPr>
          <a:xfrm>
            <a:off x="4242701" y="1962874"/>
            <a:ext cx="28398" cy="28398"/>
          </a:xfrm>
          <a:prstGeom prst="ellipse">
            <a:avLst/>
          </a:prstGeom>
          <a:solidFill>
            <a:srgbClr val="7F8C97">
              <a:alpha val="48000"/>
            </a:srgbClr>
          </a:solidFill>
          <a:ln w="0">
            <a:noFill/>
            <a:prstDash val="solid"/>
          </a:ln>
        </p:spPr>
      </p:sp>
      <p:sp>
        <p:nvSpPr>
          <p:cNvPr id="372" name="03_assume_matched_5669">
            <a:extLst>
              <a:ext uri="{FF2B5EF4-FFF2-40B4-BE49-F238E27FC236}">
                <a16:creationId xmlns:a16="http://schemas.microsoft.com/office/drawing/2014/main" id="{EA4F2E71-FE89-4AF1-B2DC-FBDD377A5D88}"/>
              </a:ext>
            </a:extLst>
          </p:cNvPr>
          <p:cNvSpPr>
            <a:spLocks noGrp="1"/>
          </p:cNvSpPr>
          <p:nvPr/>
        </p:nvSpPr>
        <p:spPr>
          <a:xfrm>
            <a:off x="4223993" y="1962874"/>
            <a:ext cx="28398" cy="28398"/>
          </a:xfrm>
          <a:prstGeom prst="ellipse">
            <a:avLst/>
          </a:prstGeom>
          <a:solidFill>
            <a:srgbClr val="7F8C97">
              <a:alpha val="48000"/>
            </a:srgbClr>
          </a:solidFill>
          <a:ln w="0">
            <a:noFill/>
            <a:prstDash val="solid"/>
          </a:ln>
        </p:spPr>
      </p:sp>
      <p:sp>
        <p:nvSpPr>
          <p:cNvPr id="373" name="03_assume_matched_5670">
            <a:extLst>
              <a:ext uri="{FF2B5EF4-FFF2-40B4-BE49-F238E27FC236}">
                <a16:creationId xmlns:a16="http://schemas.microsoft.com/office/drawing/2014/main" id="{449D98D8-EC3A-4CD8-9054-1FE87721EA43}"/>
              </a:ext>
            </a:extLst>
          </p:cNvPr>
          <p:cNvSpPr>
            <a:spLocks noGrp="1"/>
          </p:cNvSpPr>
          <p:nvPr/>
        </p:nvSpPr>
        <p:spPr>
          <a:xfrm>
            <a:off x="4208739" y="1962874"/>
            <a:ext cx="28398" cy="28398"/>
          </a:xfrm>
          <a:prstGeom prst="ellipse">
            <a:avLst/>
          </a:prstGeom>
          <a:solidFill>
            <a:srgbClr val="7F8C97">
              <a:alpha val="48000"/>
            </a:srgbClr>
          </a:solidFill>
          <a:ln w="0">
            <a:noFill/>
            <a:prstDash val="solid"/>
          </a:ln>
        </p:spPr>
      </p:sp>
      <p:sp>
        <p:nvSpPr>
          <p:cNvPr id="374" name="03_assume_matched_5671">
            <a:extLst>
              <a:ext uri="{FF2B5EF4-FFF2-40B4-BE49-F238E27FC236}">
                <a16:creationId xmlns:a16="http://schemas.microsoft.com/office/drawing/2014/main" id="{DBC5C391-A626-435C-A6ED-1C8961DF598A}"/>
              </a:ext>
            </a:extLst>
          </p:cNvPr>
          <p:cNvSpPr>
            <a:spLocks noGrp="1"/>
          </p:cNvSpPr>
          <p:nvPr/>
        </p:nvSpPr>
        <p:spPr>
          <a:xfrm>
            <a:off x="4194492" y="1962874"/>
            <a:ext cx="28398" cy="28398"/>
          </a:xfrm>
          <a:prstGeom prst="ellipse">
            <a:avLst/>
          </a:prstGeom>
          <a:solidFill>
            <a:srgbClr val="7F8C97">
              <a:alpha val="48000"/>
            </a:srgbClr>
          </a:solidFill>
          <a:ln w="0">
            <a:noFill/>
            <a:prstDash val="solid"/>
          </a:ln>
        </p:spPr>
      </p:sp>
      <p:sp>
        <p:nvSpPr>
          <p:cNvPr id="375" name="03_assume_matched_5672">
            <a:extLst>
              <a:ext uri="{FF2B5EF4-FFF2-40B4-BE49-F238E27FC236}">
                <a16:creationId xmlns:a16="http://schemas.microsoft.com/office/drawing/2014/main" id="{18F0608C-573F-4EDD-8B06-2383B2284AD1}"/>
              </a:ext>
            </a:extLst>
          </p:cNvPr>
          <p:cNvSpPr>
            <a:spLocks noGrp="1"/>
          </p:cNvSpPr>
          <p:nvPr/>
        </p:nvSpPr>
        <p:spPr>
          <a:xfrm>
            <a:off x="4210897" y="1962874"/>
            <a:ext cx="28398" cy="28398"/>
          </a:xfrm>
          <a:prstGeom prst="ellipse">
            <a:avLst/>
          </a:prstGeom>
          <a:solidFill>
            <a:srgbClr val="7F8C97">
              <a:alpha val="48000"/>
            </a:srgbClr>
          </a:solidFill>
          <a:ln w="0">
            <a:noFill/>
            <a:prstDash val="solid"/>
          </a:ln>
        </p:spPr>
      </p:sp>
      <p:sp>
        <p:nvSpPr>
          <p:cNvPr id="376" name="03_assume_matched_5673">
            <a:extLst>
              <a:ext uri="{FF2B5EF4-FFF2-40B4-BE49-F238E27FC236}">
                <a16:creationId xmlns:a16="http://schemas.microsoft.com/office/drawing/2014/main" id="{95584565-3874-4EBF-AE1D-A3FABED58D1C}"/>
              </a:ext>
            </a:extLst>
          </p:cNvPr>
          <p:cNvSpPr>
            <a:spLocks noGrp="1"/>
          </p:cNvSpPr>
          <p:nvPr/>
        </p:nvSpPr>
        <p:spPr>
          <a:xfrm>
            <a:off x="4296091" y="1670439"/>
            <a:ext cx="28398" cy="28398"/>
          </a:xfrm>
          <a:prstGeom prst="ellipse">
            <a:avLst/>
          </a:prstGeom>
          <a:solidFill>
            <a:srgbClr val="7F8C97">
              <a:alpha val="48000"/>
            </a:srgbClr>
          </a:solidFill>
          <a:ln w="0">
            <a:noFill/>
            <a:prstDash val="solid"/>
          </a:ln>
        </p:spPr>
      </p:sp>
      <p:sp>
        <p:nvSpPr>
          <p:cNvPr id="377" name="03_assume_matched_5674">
            <a:extLst>
              <a:ext uri="{FF2B5EF4-FFF2-40B4-BE49-F238E27FC236}">
                <a16:creationId xmlns:a16="http://schemas.microsoft.com/office/drawing/2014/main" id="{071811C2-A3BC-420A-82E4-0999F47FC86C}"/>
              </a:ext>
            </a:extLst>
          </p:cNvPr>
          <p:cNvSpPr>
            <a:spLocks noGrp="1"/>
          </p:cNvSpPr>
          <p:nvPr/>
        </p:nvSpPr>
        <p:spPr>
          <a:xfrm>
            <a:off x="4251048" y="1767917"/>
            <a:ext cx="28398" cy="28398"/>
          </a:xfrm>
          <a:prstGeom prst="ellipse">
            <a:avLst/>
          </a:prstGeom>
          <a:solidFill>
            <a:srgbClr val="7F8C97">
              <a:alpha val="48000"/>
            </a:srgbClr>
          </a:solidFill>
          <a:ln w="0">
            <a:noFill/>
            <a:prstDash val="solid"/>
          </a:ln>
        </p:spPr>
      </p:sp>
      <p:sp>
        <p:nvSpPr>
          <p:cNvPr id="378" name="03_assume_matched_5675">
            <a:extLst>
              <a:ext uri="{FF2B5EF4-FFF2-40B4-BE49-F238E27FC236}">
                <a16:creationId xmlns:a16="http://schemas.microsoft.com/office/drawing/2014/main" id="{1E962BEA-ED2F-4E5B-A20D-9CEDB6F2ECCA}"/>
              </a:ext>
            </a:extLst>
          </p:cNvPr>
          <p:cNvSpPr>
            <a:spLocks noGrp="1"/>
          </p:cNvSpPr>
          <p:nvPr/>
        </p:nvSpPr>
        <p:spPr>
          <a:xfrm>
            <a:off x="4260834" y="1962874"/>
            <a:ext cx="28398" cy="28398"/>
          </a:xfrm>
          <a:prstGeom prst="ellipse">
            <a:avLst/>
          </a:prstGeom>
          <a:solidFill>
            <a:srgbClr val="7F8C97">
              <a:alpha val="48000"/>
            </a:srgbClr>
          </a:solidFill>
          <a:ln w="0">
            <a:noFill/>
            <a:prstDash val="solid"/>
          </a:ln>
        </p:spPr>
      </p:sp>
      <p:sp>
        <p:nvSpPr>
          <p:cNvPr id="379" name="03_assume_matched_5676">
            <a:extLst>
              <a:ext uri="{FF2B5EF4-FFF2-40B4-BE49-F238E27FC236}">
                <a16:creationId xmlns:a16="http://schemas.microsoft.com/office/drawing/2014/main" id="{5B932D9F-20DD-4164-859C-8DCF0F6A7F14}"/>
              </a:ext>
            </a:extLst>
          </p:cNvPr>
          <p:cNvSpPr>
            <a:spLocks noGrp="1"/>
          </p:cNvSpPr>
          <p:nvPr/>
        </p:nvSpPr>
        <p:spPr>
          <a:xfrm>
            <a:off x="4197658" y="1832903"/>
            <a:ext cx="28398" cy="28398"/>
          </a:xfrm>
          <a:prstGeom prst="ellipse">
            <a:avLst/>
          </a:prstGeom>
          <a:solidFill>
            <a:srgbClr val="7F8C97">
              <a:alpha val="48000"/>
            </a:srgbClr>
          </a:solidFill>
          <a:ln w="0">
            <a:noFill/>
            <a:prstDash val="solid"/>
          </a:ln>
        </p:spPr>
      </p:sp>
      <p:sp>
        <p:nvSpPr>
          <p:cNvPr id="380" name="03_assume_matched_5677">
            <a:extLst>
              <a:ext uri="{FF2B5EF4-FFF2-40B4-BE49-F238E27FC236}">
                <a16:creationId xmlns:a16="http://schemas.microsoft.com/office/drawing/2014/main" id="{D7564B18-0ED6-46CF-9A25-D6DC2F4212F0}"/>
              </a:ext>
            </a:extLst>
          </p:cNvPr>
          <p:cNvSpPr>
            <a:spLocks noGrp="1"/>
          </p:cNvSpPr>
          <p:nvPr/>
        </p:nvSpPr>
        <p:spPr>
          <a:xfrm>
            <a:off x="4288032" y="1962874"/>
            <a:ext cx="28398" cy="28398"/>
          </a:xfrm>
          <a:prstGeom prst="ellipse">
            <a:avLst/>
          </a:prstGeom>
          <a:solidFill>
            <a:srgbClr val="7F8C97">
              <a:alpha val="48000"/>
            </a:srgbClr>
          </a:solidFill>
          <a:ln w="0">
            <a:noFill/>
            <a:prstDash val="solid"/>
          </a:ln>
        </p:spPr>
      </p:sp>
      <p:sp>
        <p:nvSpPr>
          <p:cNvPr id="381" name="03_assume_matched_5678">
            <a:extLst>
              <a:ext uri="{FF2B5EF4-FFF2-40B4-BE49-F238E27FC236}">
                <a16:creationId xmlns:a16="http://schemas.microsoft.com/office/drawing/2014/main" id="{A3A1D8EC-15A0-4064-8189-D4A11AEB1764}"/>
              </a:ext>
            </a:extLst>
          </p:cNvPr>
          <p:cNvSpPr>
            <a:spLocks noGrp="1"/>
          </p:cNvSpPr>
          <p:nvPr/>
        </p:nvSpPr>
        <p:spPr>
          <a:xfrm>
            <a:off x="4261121" y="1750194"/>
            <a:ext cx="28398" cy="28398"/>
          </a:xfrm>
          <a:prstGeom prst="ellipse">
            <a:avLst/>
          </a:prstGeom>
          <a:solidFill>
            <a:srgbClr val="7F8C97">
              <a:alpha val="48000"/>
            </a:srgbClr>
          </a:solidFill>
          <a:ln w="0">
            <a:noFill/>
            <a:prstDash val="solid"/>
          </a:ln>
        </p:spPr>
      </p:sp>
      <p:sp>
        <p:nvSpPr>
          <p:cNvPr id="382" name="03_assume_matched_5679">
            <a:extLst>
              <a:ext uri="{FF2B5EF4-FFF2-40B4-BE49-F238E27FC236}">
                <a16:creationId xmlns:a16="http://schemas.microsoft.com/office/drawing/2014/main" id="{C96FBEDB-9011-4B3F-9E15-51AB1D7EF389}"/>
              </a:ext>
            </a:extLst>
          </p:cNvPr>
          <p:cNvSpPr>
            <a:spLocks noGrp="1"/>
          </p:cNvSpPr>
          <p:nvPr/>
        </p:nvSpPr>
        <p:spPr>
          <a:xfrm>
            <a:off x="4178949" y="1962874"/>
            <a:ext cx="28398" cy="28398"/>
          </a:xfrm>
          <a:prstGeom prst="ellipse">
            <a:avLst/>
          </a:prstGeom>
          <a:solidFill>
            <a:srgbClr val="7F8C97">
              <a:alpha val="48000"/>
            </a:srgbClr>
          </a:solidFill>
          <a:ln w="0">
            <a:noFill/>
            <a:prstDash val="solid"/>
          </a:ln>
        </p:spPr>
      </p:sp>
      <p:sp>
        <p:nvSpPr>
          <p:cNvPr id="383" name="03_assume_matched_5680">
            <a:extLst>
              <a:ext uri="{FF2B5EF4-FFF2-40B4-BE49-F238E27FC236}">
                <a16:creationId xmlns:a16="http://schemas.microsoft.com/office/drawing/2014/main" id="{38ED7672-70FC-4486-B96A-2EDFB0F773A3}"/>
              </a:ext>
            </a:extLst>
          </p:cNvPr>
          <p:cNvSpPr>
            <a:spLocks noGrp="1"/>
          </p:cNvSpPr>
          <p:nvPr/>
        </p:nvSpPr>
        <p:spPr>
          <a:xfrm>
            <a:off x="4186289" y="1962874"/>
            <a:ext cx="28398" cy="28398"/>
          </a:xfrm>
          <a:prstGeom prst="ellipse">
            <a:avLst/>
          </a:prstGeom>
          <a:solidFill>
            <a:srgbClr val="7F8C97">
              <a:alpha val="48000"/>
            </a:srgbClr>
          </a:solidFill>
          <a:ln w="0">
            <a:noFill/>
            <a:prstDash val="solid"/>
          </a:ln>
        </p:spPr>
      </p:sp>
      <p:sp>
        <p:nvSpPr>
          <p:cNvPr id="384" name="03_assume_matched_5681">
            <a:extLst>
              <a:ext uri="{FF2B5EF4-FFF2-40B4-BE49-F238E27FC236}">
                <a16:creationId xmlns:a16="http://schemas.microsoft.com/office/drawing/2014/main" id="{1032F7C8-F8DF-4301-8855-9BFFDA0EC8F7}"/>
              </a:ext>
            </a:extLst>
          </p:cNvPr>
          <p:cNvSpPr>
            <a:spLocks noGrp="1"/>
          </p:cNvSpPr>
          <p:nvPr/>
        </p:nvSpPr>
        <p:spPr>
          <a:xfrm>
            <a:off x="4197514" y="1767917"/>
            <a:ext cx="28398" cy="28398"/>
          </a:xfrm>
          <a:prstGeom prst="ellipse">
            <a:avLst/>
          </a:prstGeom>
          <a:solidFill>
            <a:srgbClr val="7F8C97">
              <a:alpha val="48000"/>
            </a:srgbClr>
          </a:solidFill>
          <a:ln w="0">
            <a:noFill/>
            <a:prstDash val="solid"/>
          </a:ln>
        </p:spPr>
      </p:sp>
      <p:sp>
        <p:nvSpPr>
          <p:cNvPr id="385" name="03_assume_matched_5682">
            <a:extLst>
              <a:ext uri="{FF2B5EF4-FFF2-40B4-BE49-F238E27FC236}">
                <a16:creationId xmlns:a16="http://schemas.microsoft.com/office/drawing/2014/main" id="{92DDFE24-DE2A-42B8-9C4A-3096A968F7E8}"/>
              </a:ext>
            </a:extLst>
          </p:cNvPr>
          <p:cNvSpPr>
            <a:spLocks noGrp="1"/>
          </p:cNvSpPr>
          <p:nvPr/>
        </p:nvSpPr>
        <p:spPr>
          <a:xfrm>
            <a:off x="4286881" y="1962874"/>
            <a:ext cx="28398" cy="28398"/>
          </a:xfrm>
          <a:prstGeom prst="ellipse">
            <a:avLst/>
          </a:prstGeom>
          <a:solidFill>
            <a:srgbClr val="7F8C97">
              <a:alpha val="48000"/>
            </a:srgbClr>
          </a:solidFill>
          <a:ln w="0">
            <a:noFill/>
            <a:prstDash val="solid"/>
          </a:ln>
        </p:spPr>
      </p:sp>
      <p:sp>
        <p:nvSpPr>
          <p:cNvPr id="386" name="03_assume_matched_5683">
            <a:extLst>
              <a:ext uri="{FF2B5EF4-FFF2-40B4-BE49-F238E27FC236}">
                <a16:creationId xmlns:a16="http://schemas.microsoft.com/office/drawing/2014/main" id="{201F8891-01AE-4029-AF42-F9AAF4D9E18B}"/>
              </a:ext>
            </a:extLst>
          </p:cNvPr>
          <p:cNvSpPr>
            <a:spLocks noGrp="1"/>
          </p:cNvSpPr>
          <p:nvPr/>
        </p:nvSpPr>
        <p:spPr>
          <a:xfrm>
            <a:off x="4199816" y="1670439"/>
            <a:ext cx="28398" cy="28398"/>
          </a:xfrm>
          <a:prstGeom prst="ellipse">
            <a:avLst/>
          </a:prstGeom>
          <a:solidFill>
            <a:srgbClr val="7F8C97">
              <a:alpha val="48000"/>
            </a:srgbClr>
          </a:solidFill>
          <a:ln w="0">
            <a:noFill/>
            <a:prstDash val="solid"/>
          </a:ln>
        </p:spPr>
      </p:sp>
      <p:sp>
        <p:nvSpPr>
          <p:cNvPr id="387" name="03_assume_matched_5684">
            <a:extLst>
              <a:ext uri="{FF2B5EF4-FFF2-40B4-BE49-F238E27FC236}">
                <a16:creationId xmlns:a16="http://schemas.microsoft.com/office/drawing/2014/main" id="{7FD9A133-AD24-4F75-AB3C-CD2C51729577}"/>
              </a:ext>
            </a:extLst>
          </p:cNvPr>
          <p:cNvSpPr>
            <a:spLocks noGrp="1"/>
          </p:cNvSpPr>
          <p:nvPr/>
        </p:nvSpPr>
        <p:spPr>
          <a:xfrm>
            <a:off x="4278822" y="1962874"/>
            <a:ext cx="28398" cy="28398"/>
          </a:xfrm>
          <a:prstGeom prst="ellipse">
            <a:avLst/>
          </a:prstGeom>
          <a:solidFill>
            <a:srgbClr val="7F8C97">
              <a:alpha val="48000"/>
            </a:srgbClr>
          </a:solidFill>
          <a:ln w="0">
            <a:noFill/>
            <a:prstDash val="solid"/>
          </a:ln>
        </p:spPr>
      </p:sp>
      <p:sp>
        <p:nvSpPr>
          <p:cNvPr id="388" name="03_assume_matched_5685">
            <a:extLst>
              <a:ext uri="{FF2B5EF4-FFF2-40B4-BE49-F238E27FC236}">
                <a16:creationId xmlns:a16="http://schemas.microsoft.com/office/drawing/2014/main" id="{508F5F25-3B78-43DF-A4EF-F590197DBE99}"/>
              </a:ext>
            </a:extLst>
          </p:cNvPr>
          <p:cNvSpPr>
            <a:spLocks noGrp="1"/>
          </p:cNvSpPr>
          <p:nvPr/>
        </p:nvSpPr>
        <p:spPr>
          <a:xfrm>
            <a:off x="4279974" y="1670439"/>
            <a:ext cx="28398" cy="28398"/>
          </a:xfrm>
          <a:prstGeom prst="ellipse">
            <a:avLst/>
          </a:prstGeom>
          <a:solidFill>
            <a:srgbClr val="7F8C97">
              <a:alpha val="48000"/>
            </a:srgbClr>
          </a:solidFill>
          <a:ln w="0">
            <a:noFill/>
            <a:prstDash val="solid"/>
          </a:ln>
        </p:spPr>
      </p:sp>
      <p:sp>
        <p:nvSpPr>
          <p:cNvPr id="389" name="03_assume_matched_5686">
            <a:extLst>
              <a:ext uri="{FF2B5EF4-FFF2-40B4-BE49-F238E27FC236}">
                <a16:creationId xmlns:a16="http://schemas.microsoft.com/office/drawing/2014/main" id="{9622F81E-F5B1-4CC0-941F-D10ABF63E731}"/>
              </a:ext>
            </a:extLst>
          </p:cNvPr>
          <p:cNvSpPr>
            <a:spLocks noGrp="1"/>
          </p:cNvSpPr>
          <p:nvPr/>
        </p:nvSpPr>
        <p:spPr>
          <a:xfrm>
            <a:off x="4283715" y="1962874"/>
            <a:ext cx="28398" cy="28398"/>
          </a:xfrm>
          <a:prstGeom prst="ellipse">
            <a:avLst/>
          </a:prstGeom>
          <a:solidFill>
            <a:srgbClr val="7F8C97">
              <a:alpha val="48000"/>
            </a:srgbClr>
          </a:solidFill>
          <a:ln w="0">
            <a:noFill/>
            <a:prstDash val="solid"/>
          </a:ln>
        </p:spPr>
      </p:sp>
      <p:sp>
        <p:nvSpPr>
          <p:cNvPr id="390" name="03_assume_matched_5687">
            <a:extLst>
              <a:ext uri="{FF2B5EF4-FFF2-40B4-BE49-F238E27FC236}">
                <a16:creationId xmlns:a16="http://schemas.microsoft.com/office/drawing/2014/main" id="{814FAFD9-89C7-4F82-91D2-3DBE5217FEE5}"/>
              </a:ext>
            </a:extLst>
          </p:cNvPr>
          <p:cNvSpPr>
            <a:spLocks noGrp="1"/>
          </p:cNvSpPr>
          <p:nvPr/>
        </p:nvSpPr>
        <p:spPr>
          <a:xfrm>
            <a:off x="4200967" y="1962874"/>
            <a:ext cx="28398" cy="28398"/>
          </a:xfrm>
          <a:prstGeom prst="ellipse">
            <a:avLst/>
          </a:prstGeom>
          <a:solidFill>
            <a:srgbClr val="7F8C97">
              <a:alpha val="48000"/>
            </a:srgbClr>
          </a:solidFill>
          <a:ln w="0">
            <a:noFill/>
            <a:prstDash val="solid"/>
          </a:ln>
        </p:spPr>
      </p:sp>
      <p:sp>
        <p:nvSpPr>
          <p:cNvPr id="391" name="03_assume_matched_5688">
            <a:extLst>
              <a:ext uri="{FF2B5EF4-FFF2-40B4-BE49-F238E27FC236}">
                <a16:creationId xmlns:a16="http://schemas.microsoft.com/office/drawing/2014/main" id="{51695A29-4C24-43B8-B1D9-4C498D2FF752}"/>
              </a:ext>
            </a:extLst>
          </p:cNvPr>
          <p:cNvSpPr>
            <a:spLocks noGrp="1"/>
          </p:cNvSpPr>
          <p:nvPr/>
        </p:nvSpPr>
        <p:spPr>
          <a:xfrm>
            <a:off x="4179237" y="1670439"/>
            <a:ext cx="28398" cy="28398"/>
          </a:xfrm>
          <a:prstGeom prst="ellipse">
            <a:avLst/>
          </a:prstGeom>
          <a:solidFill>
            <a:srgbClr val="7F8C97">
              <a:alpha val="48000"/>
            </a:srgbClr>
          </a:solidFill>
          <a:ln w="0">
            <a:noFill/>
            <a:prstDash val="solid"/>
          </a:ln>
        </p:spPr>
      </p:sp>
      <p:sp>
        <p:nvSpPr>
          <p:cNvPr id="392" name="03_assume_matched_5689">
            <a:extLst>
              <a:ext uri="{FF2B5EF4-FFF2-40B4-BE49-F238E27FC236}">
                <a16:creationId xmlns:a16="http://schemas.microsoft.com/office/drawing/2014/main" id="{DF2F1F61-C139-427C-8021-64A35FB63410}"/>
              </a:ext>
            </a:extLst>
          </p:cNvPr>
          <p:cNvSpPr>
            <a:spLocks noGrp="1"/>
          </p:cNvSpPr>
          <p:nvPr/>
        </p:nvSpPr>
        <p:spPr>
          <a:xfrm>
            <a:off x="4262992" y="1962874"/>
            <a:ext cx="28398" cy="28398"/>
          </a:xfrm>
          <a:prstGeom prst="ellipse">
            <a:avLst/>
          </a:prstGeom>
          <a:solidFill>
            <a:srgbClr val="7F8C97">
              <a:alpha val="48000"/>
            </a:srgbClr>
          </a:solidFill>
          <a:ln w="0">
            <a:noFill/>
            <a:prstDash val="solid"/>
          </a:ln>
        </p:spPr>
      </p:sp>
      <p:sp>
        <p:nvSpPr>
          <p:cNvPr id="393" name="03_assume_matched_5690">
            <a:extLst>
              <a:ext uri="{FF2B5EF4-FFF2-40B4-BE49-F238E27FC236}">
                <a16:creationId xmlns:a16="http://schemas.microsoft.com/office/drawing/2014/main" id="{FD066BCC-C305-402A-B669-AF7EF84DBA63}"/>
              </a:ext>
            </a:extLst>
          </p:cNvPr>
          <p:cNvSpPr>
            <a:spLocks noGrp="1"/>
          </p:cNvSpPr>
          <p:nvPr/>
        </p:nvSpPr>
        <p:spPr>
          <a:xfrm>
            <a:off x="4172474" y="1962874"/>
            <a:ext cx="28398" cy="28398"/>
          </a:xfrm>
          <a:prstGeom prst="ellipse">
            <a:avLst/>
          </a:prstGeom>
          <a:solidFill>
            <a:srgbClr val="7F8C97">
              <a:alpha val="48000"/>
            </a:srgbClr>
          </a:solidFill>
          <a:ln w="0">
            <a:noFill/>
            <a:prstDash val="solid"/>
          </a:ln>
        </p:spPr>
      </p:sp>
      <p:sp>
        <p:nvSpPr>
          <p:cNvPr id="394" name="03_assume_matched_5691">
            <a:extLst>
              <a:ext uri="{FF2B5EF4-FFF2-40B4-BE49-F238E27FC236}">
                <a16:creationId xmlns:a16="http://schemas.microsoft.com/office/drawing/2014/main" id="{63E253BD-B708-4651-9D2C-3DEE2D004747}"/>
              </a:ext>
            </a:extLst>
          </p:cNvPr>
          <p:cNvSpPr>
            <a:spLocks noGrp="1"/>
          </p:cNvSpPr>
          <p:nvPr/>
        </p:nvSpPr>
        <p:spPr>
          <a:xfrm>
            <a:off x="4266590" y="1728926"/>
            <a:ext cx="28398" cy="28398"/>
          </a:xfrm>
          <a:prstGeom prst="ellipse">
            <a:avLst/>
          </a:prstGeom>
          <a:solidFill>
            <a:srgbClr val="7F8C97">
              <a:alpha val="48000"/>
            </a:srgbClr>
          </a:solidFill>
          <a:ln w="0">
            <a:noFill/>
            <a:prstDash val="solid"/>
          </a:ln>
        </p:spPr>
      </p:sp>
      <p:sp>
        <p:nvSpPr>
          <p:cNvPr id="395" name="03_assume_matched_5692">
            <a:extLst>
              <a:ext uri="{FF2B5EF4-FFF2-40B4-BE49-F238E27FC236}">
                <a16:creationId xmlns:a16="http://schemas.microsoft.com/office/drawing/2014/main" id="{D43C83D6-018C-40F3-8CA2-180C7385A21F}"/>
              </a:ext>
            </a:extLst>
          </p:cNvPr>
          <p:cNvSpPr>
            <a:spLocks noGrp="1"/>
          </p:cNvSpPr>
          <p:nvPr/>
        </p:nvSpPr>
        <p:spPr>
          <a:xfrm>
            <a:off x="4173769" y="1962874"/>
            <a:ext cx="28398" cy="28398"/>
          </a:xfrm>
          <a:prstGeom prst="ellipse">
            <a:avLst/>
          </a:prstGeom>
          <a:solidFill>
            <a:srgbClr val="7F8C97">
              <a:alpha val="48000"/>
            </a:srgbClr>
          </a:solidFill>
          <a:ln w="0">
            <a:noFill/>
            <a:prstDash val="solid"/>
          </a:ln>
        </p:spPr>
      </p:sp>
      <p:sp>
        <p:nvSpPr>
          <p:cNvPr id="396" name="03_assume_matched_5693">
            <a:extLst>
              <a:ext uri="{FF2B5EF4-FFF2-40B4-BE49-F238E27FC236}">
                <a16:creationId xmlns:a16="http://schemas.microsoft.com/office/drawing/2014/main" id="{3C682ADB-A6AE-4E34-AF14-DB66ACA2D1C8}"/>
              </a:ext>
            </a:extLst>
          </p:cNvPr>
          <p:cNvSpPr>
            <a:spLocks noGrp="1"/>
          </p:cNvSpPr>
          <p:nvPr/>
        </p:nvSpPr>
        <p:spPr>
          <a:xfrm>
            <a:off x="4294220" y="1962874"/>
            <a:ext cx="28398" cy="28398"/>
          </a:xfrm>
          <a:prstGeom prst="ellipse">
            <a:avLst/>
          </a:prstGeom>
          <a:solidFill>
            <a:srgbClr val="7F8C97">
              <a:alpha val="48000"/>
            </a:srgbClr>
          </a:solidFill>
          <a:ln w="0">
            <a:noFill/>
            <a:prstDash val="solid"/>
          </a:ln>
        </p:spPr>
      </p:sp>
      <p:sp>
        <p:nvSpPr>
          <p:cNvPr id="397" name="03_assume_matched_5694">
            <a:extLst>
              <a:ext uri="{FF2B5EF4-FFF2-40B4-BE49-F238E27FC236}">
                <a16:creationId xmlns:a16="http://schemas.microsoft.com/office/drawing/2014/main" id="{3EA87EDB-9448-450C-ACAF-21F193F3B727}"/>
              </a:ext>
            </a:extLst>
          </p:cNvPr>
          <p:cNvSpPr>
            <a:spLocks noGrp="1"/>
          </p:cNvSpPr>
          <p:nvPr/>
        </p:nvSpPr>
        <p:spPr>
          <a:xfrm>
            <a:off x="4272202" y="1962874"/>
            <a:ext cx="28398" cy="28398"/>
          </a:xfrm>
          <a:prstGeom prst="ellipse">
            <a:avLst/>
          </a:prstGeom>
          <a:solidFill>
            <a:srgbClr val="7F8C97">
              <a:alpha val="48000"/>
            </a:srgbClr>
          </a:solidFill>
          <a:ln w="0">
            <a:noFill/>
            <a:prstDash val="solid"/>
          </a:ln>
        </p:spPr>
      </p:sp>
      <p:sp>
        <p:nvSpPr>
          <p:cNvPr id="398" name="03_assume_matched_5695">
            <a:extLst>
              <a:ext uri="{FF2B5EF4-FFF2-40B4-BE49-F238E27FC236}">
                <a16:creationId xmlns:a16="http://schemas.microsoft.com/office/drawing/2014/main" id="{FFED6145-1A39-40F2-BC53-B7D2FCD41968}"/>
              </a:ext>
            </a:extLst>
          </p:cNvPr>
          <p:cNvSpPr>
            <a:spLocks noGrp="1"/>
          </p:cNvSpPr>
          <p:nvPr/>
        </p:nvSpPr>
        <p:spPr>
          <a:xfrm>
            <a:off x="4220107" y="1962874"/>
            <a:ext cx="28398" cy="28398"/>
          </a:xfrm>
          <a:prstGeom prst="ellipse">
            <a:avLst/>
          </a:prstGeom>
          <a:solidFill>
            <a:srgbClr val="7F8C97">
              <a:alpha val="48000"/>
            </a:srgbClr>
          </a:solidFill>
          <a:ln w="0">
            <a:noFill/>
            <a:prstDash val="solid"/>
          </a:ln>
        </p:spPr>
      </p:sp>
      <p:sp>
        <p:nvSpPr>
          <p:cNvPr id="399" name="03_assume_matched_5696">
            <a:extLst>
              <a:ext uri="{FF2B5EF4-FFF2-40B4-BE49-F238E27FC236}">
                <a16:creationId xmlns:a16="http://schemas.microsoft.com/office/drawing/2014/main" id="{0FDA0BF0-4F7E-44F8-B1FA-FB32B6771B23}"/>
              </a:ext>
            </a:extLst>
          </p:cNvPr>
          <p:cNvSpPr>
            <a:spLocks noGrp="1"/>
          </p:cNvSpPr>
          <p:nvPr/>
        </p:nvSpPr>
        <p:spPr>
          <a:xfrm>
            <a:off x="4195787" y="1962874"/>
            <a:ext cx="28398" cy="28398"/>
          </a:xfrm>
          <a:prstGeom prst="ellipse">
            <a:avLst/>
          </a:prstGeom>
          <a:solidFill>
            <a:srgbClr val="7F8C97">
              <a:alpha val="48000"/>
            </a:srgbClr>
          </a:solidFill>
          <a:ln w="0">
            <a:noFill/>
            <a:prstDash val="solid"/>
          </a:ln>
        </p:spPr>
      </p:sp>
      <p:sp>
        <p:nvSpPr>
          <p:cNvPr id="400" name="03_assume_matched_5697">
            <a:extLst>
              <a:ext uri="{FF2B5EF4-FFF2-40B4-BE49-F238E27FC236}">
                <a16:creationId xmlns:a16="http://schemas.microsoft.com/office/drawing/2014/main" id="{AC791866-2BC1-4FD9-8F15-76BEF3FAF48E}"/>
              </a:ext>
            </a:extLst>
          </p:cNvPr>
          <p:cNvSpPr>
            <a:spLocks noGrp="1"/>
          </p:cNvSpPr>
          <p:nvPr/>
        </p:nvSpPr>
        <p:spPr>
          <a:xfrm>
            <a:off x="4298250" y="1962874"/>
            <a:ext cx="28398" cy="28398"/>
          </a:xfrm>
          <a:prstGeom prst="ellipse">
            <a:avLst/>
          </a:prstGeom>
          <a:solidFill>
            <a:srgbClr val="7F8C97">
              <a:alpha val="48000"/>
            </a:srgbClr>
          </a:solidFill>
          <a:ln w="0">
            <a:noFill/>
            <a:prstDash val="solid"/>
          </a:ln>
        </p:spPr>
      </p:sp>
      <p:sp>
        <p:nvSpPr>
          <p:cNvPr id="401" name="03_assume_matched_5698">
            <a:extLst>
              <a:ext uri="{FF2B5EF4-FFF2-40B4-BE49-F238E27FC236}">
                <a16:creationId xmlns:a16="http://schemas.microsoft.com/office/drawing/2014/main" id="{1F18DA55-9353-48E9-AA8C-036510F7B5C2}"/>
              </a:ext>
            </a:extLst>
          </p:cNvPr>
          <p:cNvSpPr>
            <a:spLocks noGrp="1"/>
          </p:cNvSpPr>
          <p:nvPr/>
        </p:nvSpPr>
        <p:spPr>
          <a:xfrm>
            <a:off x="4246011" y="1962874"/>
            <a:ext cx="28398" cy="28398"/>
          </a:xfrm>
          <a:prstGeom prst="ellipse">
            <a:avLst/>
          </a:prstGeom>
          <a:solidFill>
            <a:srgbClr val="7F8C97">
              <a:alpha val="48000"/>
            </a:srgbClr>
          </a:solidFill>
          <a:ln w="0">
            <a:noFill/>
            <a:prstDash val="solid"/>
          </a:ln>
        </p:spPr>
      </p:sp>
      <p:sp>
        <p:nvSpPr>
          <p:cNvPr id="402" name="03_assume_matched_5699">
            <a:extLst>
              <a:ext uri="{FF2B5EF4-FFF2-40B4-BE49-F238E27FC236}">
                <a16:creationId xmlns:a16="http://schemas.microsoft.com/office/drawing/2014/main" id="{5741A016-C2E5-459C-9D97-A902C59B3D06}"/>
              </a:ext>
            </a:extLst>
          </p:cNvPr>
          <p:cNvSpPr>
            <a:spLocks noGrp="1"/>
          </p:cNvSpPr>
          <p:nvPr/>
        </p:nvSpPr>
        <p:spPr>
          <a:xfrm>
            <a:off x="4278822" y="1962874"/>
            <a:ext cx="28398" cy="28398"/>
          </a:xfrm>
          <a:prstGeom prst="ellipse">
            <a:avLst/>
          </a:prstGeom>
          <a:solidFill>
            <a:srgbClr val="7F8C97">
              <a:alpha val="48000"/>
            </a:srgbClr>
          </a:solidFill>
          <a:ln w="0">
            <a:noFill/>
            <a:prstDash val="solid"/>
          </a:ln>
        </p:spPr>
      </p:sp>
      <p:sp>
        <p:nvSpPr>
          <p:cNvPr id="403" name="03_assume_matched_5700">
            <a:extLst>
              <a:ext uri="{FF2B5EF4-FFF2-40B4-BE49-F238E27FC236}">
                <a16:creationId xmlns:a16="http://schemas.microsoft.com/office/drawing/2014/main" id="{6C0BD1B5-BDF1-4584-9E81-9221C8B97F64}"/>
              </a:ext>
            </a:extLst>
          </p:cNvPr>
          <p:cNvSpPr>
            <a:spLocks noGrp="1"/>
          </p:cNvSpPr>
          <p:nvPr/>
        </p:nvSpPr>
        <p:spPr>
          <a:xfrm>
            <a:off x="4177942" y="1845900"/>
            <a:ext cx="28398" cy="28398"/>
          </a:xfrm>
          <a:prstGeom prst="ellipse">
            <a:avLst/>
          </a:prstGeom>
          <a:solidFill>
            <a:srgbClr val="7F8C97">
              <a:alpha val="48000"/>
            </a:srgbClr>
          </a:solidFill>
          <a:ln w="0">
            <a:noFill/>
            <a:prstDash val="solid"/>
          </a:ln>
        </p:spPr>
      </p:sp>
      <p:sp>
        <p:nvSpPr>
          <p:cNvPr id="404" name="03_assume_matched_5701">
            <a:extLst>
              <a:ext uri="{FF2B5EF4-FFF2-40B4-BE49-F238E27FC236}">
                <a16:creationId xmlns:a16="http://schemas.microsoft.com/office/drawing/2014/main" id="{21C176AF-5EC9-4715-BD48-F9FFD6113CC3}"/>
              </a:ext>
            </a:extLst>
          </p:cNvPr>
          <p:cNvSpPr>
            <a:spLocks noGrp="1"/>
          </p:cNvSpPr>
          <p:nvPr/>
        </p:nvSpPr>
        <p:spPr>
          <a:xfrm>
            <a:off x="4269900" y="1962874"/>
            <a:ext cx="28398" cy="28398"/>
          </a:xfrm>
          <a:prstGeom prst="ellipse">
            <a:avLst/>
          </a:prstGeom>
          <a:solidFill>
            <a:srgbClr val="7F8C97">
              <a:alpha val="48000"/>
            </a:srgbClr>
          </a:solidFill>
          <a:ln w="0">
            <a:noFill/>
            <a:prstDash val="solid"/>
          </a:ln>
        </p:spPr>
      </p:sp>
      <p:sp>
        <p:nvSpPr>
          <p:cNvPr id="405" name="03_assume_matched_5702">
            <a:extLst>
              <a:ext uri="{FF2B5EF4-FFF2-40B4-BE49-F238E27FC236}">
                <a16:creationId xmlns:a16="http://schemas.microsoft.com/office/drawing/2014/main" id="{E2A19442-DF11-41C6-9354-C0DCB4451550}"/>
              </a:ext>
            </a:extLst>
          </p:cNvPr>
          <p:cNvSpPr>
            <a:spLocks noGrp="1"/>
          </p:cNvSpPr>
          <p:nvPr/>
        </p:nvSpPr>
        <p:spPr>
          <a:xfrm>
            <a:off x="4249033" y="1962874"/>
            <a:ext cx="28398" cy="28398"/>
          </a:xfrm>
          <a:prstGeom prst="ellipse">
            <a:avLst/>
          </a:prstGeom>
          <a:solidFill>
            <a:srgbClr val="7F8C97">
              <a:alpha val="48000"/>
            </a:srgbClr>
          </a:solidFill>
          <a:ln w="0">
            <a:noFill/>
            <a:prstDash val="solid"/>
          </a:ln>
        </p:spPr>
      </p:sp>
      <p:sp>
        <p:nvSpPr>
          <p:cNvPr id="406" name="03_assume_matched_5703">
            <a:extLst>
              <a:ext uri="{FF2B5EF4-FFF2-40B4-BE49-F238E27FC236}">
                <a16:creationId xmlns:a16="http://schemas.microsoft.com/office/drawing/2014/main" id="{BF28F30F-8BC4-419F-BEB2-6C47FA7C202C}"/>
              </a:ext>
            </a:extLst>
          </p:cNvPr>
          <p:cNvSpPr>
            <a:spLocks noGrp="1"/>
          </p:cNvSpPr>
          <p:nvPr/>
        </p:nvSpPr>
        <p:spPr>
          <a:xfrm>
            <a:off x="4157651" y="1670439"/>
            <a:ext cx="28398" cy="28398"/>
          </a:xfrm>
          <a:prstGeom prst="ellipse">
            <a:avLst/>
          </a:prstGeom>
          <a:solidFill>
            <a:srgbClr val="7F8C97">
              <a:alpha val="48000"/>
            </a:srgbClr>
          </a:solidFill>
          <a:ln w="0">
            <a:noFill/>
            <a:prstDash val="solid"/>
          </a:ln>
        </p:spPr>
      </p:sp>
      <p:sp>
        <p:nvSpPr>
          <p:cNvPr id="407" name="03_assume_matched_5704">
            <a:extLst>
              <a:ext uri="{FF2B5EF4-FFF2-40B4-BE49-F238E27FC236}">
                <a16:creationId xmlns:a16="http://schemas.microsoft.com/office/drawing/2014/main" id="{C0B374DC-D374-4853-8466-C7E3C0084AFA}"/>
              </a:ext>
            </a:extLst>
          </p:cNvPr>
          <p:cNvSpPr>
            <a:spLocks noGrp="1"/>
          </p:cNvSpPr>
          <p:nvPr/>
        </p:nvSpPr>
        <p:spPr>
          <a:xfrm>
            <a:off x="4216941" y="1962874"/>
            <a:ext cx="28398" cy="28398"/>
          </a:xfrm>
          <a:prstGeom prst="ellipse">
            <a:avLst/>
          </a:prstGeom>
          <a:solidFill>
            <a:srgbClr val="7F8C97">
              <a:alpha val="48000"/>
            </a:srgbClr>
          </a:solidFill>
          <a:ln w="0">
            <a:noFill/>
            <a:prstDash val="solid"/>
          </a:ln>
        </p:spPr>
      </p:sp>
      <p:sp>
        <p:nvSpPr>
          <p:cNvPr id="408" name="03_assume_matched_5705">
            <a:extLst>
              <a:ext uri="{FF2B5EF4-FFF2-40B4-BE49-F238E27FC236}">
                <a16:creationId xmlns:a16="http://schemas.microsoft.com/office/drawing/2014/main" id="{4C1B5BB9-BA36-4024-ADE7-EDE8472D3324}"/>
              </a:ext>
            </a:extLst>
          </p:cNvPr>
          <p:cNvSpPr>
            <a:spLocks noGrp="1"/>
          </p:cNvSpPr>
          <p:nvPr/>
        </p:nvSpPr>
        <p:spPr>
          <a:xfrm>
            <a:off x="4199097" y="1962874"/>
            <a:ext cx="28398" cy="28398"/>
          </a:xfrm>
          <a:prstGeom prst="ellipse">
            <a:avLst/>
          </a:prstGeom>
          <a:solidFill>
            <a:srgbClr val="7F8C97">
              <a:alpha val="48000"/>
            </a:srgbClr>
          </a:solidFill>
          <a:ln w="0">
            <a:noFill/>
            <a:prstDash val="solid"/>
          </a:ln>
        </p:spPr>
      </p:sp>
      <p:sp>
        <p:nvSpPr>
          <p:cNvPr id="409" name="03_assume_matched_5706">
            <a:extLst>
              <a:ext uri="{FF2B5EF4-FFF2-40B4-BE49-F238E27FC236}">
                <a16:creationId xmlns:a16="http://schemas.microsoft.com/office/drawing/2014/main" id="{F21E6ADF-97AE-4E34-AED4-0899CF3C8FE4}"/>
              </a:ext>
            </a:extLst>
          </p:cNvPr>
          <p:cNvSpPr>
            <a:spLocks noGrp="1"/>
          </p:cNvSpPr>
          <p:nvPr/>
        </p:nvSpPr>
        <p:spPr>
          <a:xfrm>
            <a:off x="4231332" y="1767917"/>
            <a:ext cx="28398" cy="28398"/>
          </a:xfrm>
          <a:prstGeom prst="ellipse">
            <a:avLst/>
          </a:prstGeom>
          <a:solidFill>
            <a:srgbClr val="7F8C97">
              <a:alpha val="48000"/>
            </a:srgbClr>
          </a:solidFill>
          <a:ln w="0">
            <a:noFill/>
            <a:prstDash val="solid"/>
          </a:ln>
        </p:spPr>
      </p:sp>
      <p:sp>
        <p:nvSpPr>
          <p:cNvPr id="410" name="03_assume_matched_5707">
            <a:extLst>
              <a:ext uri="{FF2B5EF4-FFF2-40B4-BE49-F238E27FC236}">
                <a16:creationId xmlns:a16="http://schemas.microsoft.com/office/drawing/2014/main" id="{5DA5C8E9-EC0B-4328-B088-82E722F4B286}"/>
              </a:ext>
            </a:extLst>
          </p:cNvPr>
          <p:cNvSpPr>
            <a:spLocks noGrp="1"/>
          </p:cNvSpPr>
          <p:nvPr/>
        </p:nvSpPr>
        <p:spPr>
          <a:xfrm>
            <a:off x="4213200" y="1865395"/>
            <a:ext cx="28398" cy="28398"/>
          </a:xfrm>
          <a:prstGeom prst="ellipse">
            <a:avLst/>
          </a:prstGeom>
          <a:solidFill>
            <a:srgbClr val="7F8C97">
              <a:alpha val="48000"/>
            </a:srgbClr>
          </a:solidFill>
          <a:ln w="0">
            <a:noFill/>
            <a:prstDash val="solid"/>
          </a:ln>
        </p:spPr>
      </p:sp>
      <p:sp>
        <p:nvSpPr>
          <p:cNvPr id="411" name="03_assume_matched_5708">
            <a:extLst>
              <a:ext uri="{FF2B5EF4-FFF2-40B4-BE49-F238E27FC236}">
                <a16:creationId xmlns:a16="http://schemas.microsoft.com/office/drawing/2014/main" id="{976AF7A3-AE9B-4EA2-A955-1AAD0E27709F}"/>
              </a:ext>
            </a:extLst>
          </p:cNvPr>
          <p:cNvSpPr>
            <a:spLocks noGrp="1"/>
          </p:cNvSpPr>
          <p:nvPr/>
        </p:nvSpPr>
        <p:spPr>
          <a:xfrm>
            <a:off x="4275368" y="1962874"/>
            <a:ext cx="28398" cy="28398"/>
          </a:xfrm>
          <a:prstGeom prst="ellipse">
            <a:avLst/>
          </a:prstGeom>
          <a:solidFill>
            <a:srgbClr val="7F8C97">
              <a:alpha val="48000"/>
            </a:srgbClr>
          </a:solidFill>
          <a:ln w="0">
            <a:noFill/>
            <a:prstDash val="solid"/>
          </a:ln>
        </p:spPr>
      </p:sp>
      <p:sp>
        <p:nvSpPr>
          <p:cNvPr id="412" name="03_assume_matched_5709">
            <a:extLst>
              <a:ext uri="{FF2B5EF4-FFF2-40B4-BE49-F238E27FC236}">
                <a16:creationId xmlns:a16="http://schemas.microsoft.com/office/drawing/2014/main" id="{D1C155EB-6CB1-488B-87A6-2263604C0D22}"/>
              </a:ext>
            </a:extLst>
          </p:cNvPr>
          <p:cNvSpPr>
            <a:spLocks noGrp="1"/>
          </p:cNvSpPr>
          <p:nvPr/>
        </p:nvSpPr>
        <p:spPr>
          <a:xfrm>
            <a:off x="4173481" y="1670439"/>
            <a:ext cx="28398" cy="28398"/>
          </a:xfrm>
          <a:prstGeom prst="ellipse">
            <a:avLst/>
          </a:prstGeom>
          <a:solidFill>
            <a:srgbClr val="7F8C97">
              <a:alpha val="48000"/>
            </a:srgbClr>
          </a:solidFill>
          <a:ln w="0">
            <a:noFill/>
            <a:prstDash val="solid"/>
          </a:ln>
        </p:spPr>
      </p:sp>
      <p:sp>
        <p:nvSpPr>
          <p:cNvPr id="413" name="03_assume_matched_5710">
            <a:extLst>
              <a:ext uri="{FF2B5EF4-FFF2-40B4-BE49-F238E27FC236}">
                <a16:creationId xmlns:a16="http://schemas.microsoft.com/office/drawing/2014/main" id="{8B59F6EE-74D9-4D69-AB05-2A378EE243C1}"/>
              </a:ext>
            </a:extLst>
          </p:cNvPr>
          <p:cNvSpPr>
            <a:spLocks noGrp="1"/>
          </p:cNvSpPr>
          <p:nvPr/>
        </p:nvSpPr>
        <p:spPr>
          <a:xfrm>
            <a:off x="4180101" y="1962874"/>
            <a:ext cx="28398" cy="28398"/>
          </a:xfrm>
          <a:prstGeom prst="ellipse">
            <a:avLst/>
          </a:prstGeom>
          <a:solidFill>
            <a:srgbClr val="7F8C97">
              <a:alpha val="48000"/>
            </a:srgbClr>
          </a:solidFill>
          <a:ln w="0">
            <a:noFill/>
            <a:prstDash val="solid"/>
          </a:ln>
        </p:spPr>
      </p:sp>
      <p:sp>
        <p:nvSpPr>
          <p:cNvPr id="414" name="03_assume_matched_5711">
            <a:extLst>
              <a:ext uri="{FF2B5EF4-FFF2-40B4-BE49-F238E27FC236}">
                <a16:creationId xmlns:a16="http://schemas.microsoft.com/office/drawing/2014/main" id="{67861402-3068-463B-846A-058A46753534}"/>
              </a:ext>
            </a:extLst>
          </p:cNvPr>
          <p:cNvSpPr>
            <a:spLocks noGrp="1"/>
          </p:cNvSpPr>
          <p:nvPr/>
        </p:nvSpPr>
        <p:spPr>
          <a:xfrm>
            <a:off x="4239967" y="1670439"/>
            <a:ext cx="28398" cy="28398"/>
          </a:xfrm>
          <a:prstGeom prst="ellipse">
            <a:avLst/>
          </a:prstGeom>
          <a:solidFill>
            <a:srgbClr val="7F8C97">
              <a:alpha val="48000"/>
            </a:srgbClr>
          </a:solidFill>
          <a:ln w="0">
            <a:noFill/>
            <a:prstDash val="solid"/>
          </a:ln>
        </p:spPr>
      </p:sp>
      <p:sp>
        <p:nvSpPr>
          <p:cNvPr id="415" name="03_assume_matched_5712">
            <a:extLst>
              <a:ext uri="{FF2B5EF4-FFF2-40B4-BE49-F238E27FC236}">
                <a16:creationId xmlns:a16="http://schemas.microsoft.com/office/drawing/2014/main" id="{46DB0FD7-817E-4224-A4DF-D65F2E790099}"/>
              </a:ext>
            </a:extLst>
          </p:cNvPr>
          <p:cNvSpPr>
            <a:spLocks noGrp="1"/>
          </p:cNvSpPr>
          <p:nvPr/>
        </p:nvSpPr>
        <p:spPr>
          <a:xfrm>
            <a:off x="4238672" y="1670439"/>
            <a:ext cx="28398" cy="28398"/>
          </a:xfrm>
          <a:prstGeom prst="ellipse">
            <a:avLst/>
          </a:prstGeom>
          <a:solidFill>
            <a:srgbClr val="7F8C97">
              <a:alpha val="48000"/>
            </a:srgbClr>
          </a:solidFill>
          <a:ln w="0">
            <a:noFill/>
            <a:prstDash val="solid"/>
          </a:ln>
        </p:spPr>
      </p:sp>
      <p:sp>
        <p:nvSpPr>
          <p:cNvPr id="416" name="03_assume_matched_5713">
            <a:extLst>
              <a:ext uri="{FF2B5EF4-FFF2-40B4-BE49-F238E27FC236}">
                <a16:creationId xmlns:a16="http://schemas.microsoft.com/office/drawing/2014/main" id="{09DAD299-EC90-4573-80F7-17B09C869E2D}"/>
              </a:ext>
            </a:extLst>
          </p:cNvPr>
          <p:cNvSpPr>
            <a:spLocks noGrp="1"/>
          </p:cNvSpPr>
          <p:nvPr/>
        </p:nvSpPr>
        <p:spPr>
          <a:xfrm>
            <a:off x="4285442" y="1962874"/>
            <a:ext cx="28398" cy="28398"/>
          </a:xfrm>
          <a:prstGeom prst="ellipse">
            <a:avLst/>
          </a:prstGeom>
          <a:solidFill>
            <a:srgbClr val="7F8C97">
              <a:alpha val="48000"/>
            </a:srgbClr>
          </a:solidFill>
          <a:ln w="0">
            <a:noFill/>
            <a:prstDash val="solid"/>
          </a:ln>
        </p:spPr>
      </p:sp>
      <p:sp>
        <p:nvSpPr>
          <p:cNvPr id="417" name="03_assume_matched_5714">
            <a:extLst>
              <a:ext uri="{FF2B5EF4-FFF2-40B4-BE49-F238E27FC236}">
                <a16:creationId xmlns:a16="http://schemas.microsoft.com/office/drawing/2014/main" id="{4BB2DD5E-60F3-485A-96E3-600DC07BE462}"/>
              </a:ext>
            </a:extLst>
          </p:cNvPr>
          <p:cNvSpPr>
            <a:spLocks noGrp="1"/>
          </p:cNvSpPr>
          <p:nvPr/>
        </p:nvSpPr>
        <p:spPr>
          <a:xfrm>
            <a:off x="4263712" y="1962874"/>
            <a:ext cx="28398" cy="28398"/>
          </a:xfrm>
          <a:prstGeom prst="ellipse">
            <a:avLst/>
          </a:prstGeom>
          <a:solidFill>
            <a:srgbClr val="7F8C97">
              <a:alpha val="48000"/>
            </a:srgbClr>
          </a:solidFill>
          <a:ln w="0">
            <a:noFill/>
            <a:prstDash val="solid"/>
          </a:ln>
        </p:spPr>
      </p:sp>
      <p:sp>
        <p:nvSpPr>
          <p:cNvPr id="418" name="03_assume_matched_5715">
            <a:extLst>
              <a:ext uri="{FF2B5EF4-FFF2-40B4-BE49-F238E27FC236}">
                <a16:creationId xmlns:a16="http://schemas.microsoft.com/office/drawing/2014/main" id="{E064CBC2-6366-4FF8-8630-B0CD9C51CD21}"/>
              </a:ext>
            </a:extLst>
          </p:cNvPr>
          <p:cNvSpPr>
            <a:spLocks noGrp="1"/>
          </p:cNvSpPr>
          <p:nvPr/>
        </p:nvSpPr>
        <p:spPr>
          <a:xfrm>
            <a:off x="4195787" y="1962874"/>
            <a:ext cx="28398" cy="28398"/>
          </a:xfrm>
          <a:prstGeom prst="ellipse">
            <a:avLst/>
          </a:prstGeom>
          <a:solidFill>
            <a:srgbClr val="7F8C97">
              <a:alpha val="48000"/>
            </a:srgbClr>
          </a:solidFill>
          <a:ln w="0">
            <a:noFill/>
            <a:prstDash val="solid"/>
          </a:ln>
        </p:spPr>
      </p:sp>
      <p:sp>
        <p:nvSpPr>
          <p:cNvPr id="419" name="03_assume_matched_5716">
            <a:extLst>
              <a:ext uri="{FF2B5EF4-FFF2-40B4-BE49-F238E27FC236}">
                <a16:creationId xmlns:a16="http://schemas.microsoft.com/office/drawing/2014/main" id="{4DF82FA2-2660-4552-9A14-2F218476ED49}"/>
              </a:ext>
            </a:extLst>
          </p:cNvPr>
          <p:cNvSpPr>
            <a:spLocks noGrp="1"/>
          </p:cNvSpPr>
          <p:nvPr/>
        </p:nvSpPr>
        <p:spPr>
          <a:xfrm>
            <a:off x="4266590" y="1962874"/>
            <a:ext cx="28398" cy="28398"/>
          </a:xfrm>
          <a:prstGeom prst="ellipse">
            <a:avLst/>
          </a:prstGeom>
          <a:solidFill>
            <a:srgbClr val="7F8C97">
              <a:alpha val="48000"/>
            </a:srgbClr>
          </a:solidFill>
          <a:ln w="0">
            <a:noFill/>
            <a:prstDash val="solid"/>
          </a:ln>
        </p:spPr>
      </p:sp>
      <p:sp>
        <p:nvSpPr>
          <p:cNvPr id="420" name="03_assume_matched_5717">
            <a:extLst>
              <a:ext uri="{FF2B5EF4-FFF2-40B4-BE49-F238E27FC236}">
                <a16:creationId xmlns:a16="http://schemas.microsoft.com/office/drawing/2014/main" id="{DF4DF24D-117E-4EEB-8688-18D41FFA6CD8}"/>
              </a:ext>
            </a:extLst>
          </p:cNvPr>
          <p:cNvSpPr>
            <a:spLocks noGrp="1"/>
          </p:cNvSpPr>
          <p:nvPr/>
        </p:nvSpPr>
        <p:spPr>
          <a:xfrm>
            <a:off x="4254933" y="1962874"/>
            <a:ext cx="28398" cy="28398"/>
          </a:xfrm>
          <a:prstGeom prst="ellipse">
            <a:avLst/>
          </a:prstGeom>
          <a:solidFill>
            <a:srgbClr val="7F8C97">
              <a:alpha val="48000"/>
            </a:srgbClr>
          </a:solidFill>
          <a:ln w="0">
            <a:noFill/>
            <a:prstDash val="solid"/>
          </a:ln>
        </p:spPr>
      </p:sp>
      <p:sp>
        <p:nvSpPr>
          <p:cNvPr id="421" name="03_assume_matched_5718">
            <a:extLst>
              <a:ext uri="{FF2B5EF4-FFF2-40B4-BE49-F238E27FC236}">
                <a16:creationId xmlns:a16="http://schemas.microsoft.com/office/drawing/2014/main" id="{B89F11EA-5293-4E25-814E-DC7F39E25445}"/>
              </a:ext>
            </a:extLst>
          </p:cNvPr>
          <p:cNvSpPr>
            <a:spLocks noGrp="1"/>
          </p:cNvSpPr>
          <p:nvPr/>
        </p:nvSpPr>
        <p:spPr>
          <a:xfrm>
            <a:off x="4261121" y="1962874"/>
            <a:ext cx="28398" cy="28398"/>
          </a:xfrm>
          <a:prstGeom prst="ellipse">
            <a:avLst/>
          </a:prstGeom>
          <a:solidFill>
            <a:srgbClr val="7F8C97">
              <a:alpha val="48000"/>
            </a:srgbClr>
          </a:solidFill>
          <a:ln w="0">
            <a:noFill/>
            <a:prstDash val="solid"/>
          </a:ln>
        </p:spPr>
      </p:sp>
      <p:sp>
        <p:nvSpPr>
          <p:cNvPr id="422" name="03_assume_matched_5719">
            <a:extLst>
              <a:ext uri="{FF2B5EF4-FFF2-40B4-BE49-F238E27FC236}">
                <a16:creationId xmlns:a16="http://schemas.microsoft.com/office/drawing/2014/main" id="{69644677-1AAB-4D77-8CC2-C649F860FBE8}"/>
              </a:ext>
            </a:extLst>
          </p:cNvPr>
          <p:cNvSpPr>
            <a:spLocks noGrp="1"/>
          </p:cNvSpPr>
          <p:nvPr/>
        </p:nvSpPr>
        <p:spPr>
          <a:xfrm>
            <a:off x="4274505" y="1962874"/>
            <a:ext cx="28398" cy="28398"/>
          </a:xfrm>
          <a:prstGeom prst="ellipse">
            <a:avLst/>
          </a:prstGeom>
          <a:solidFill>
            <a:srgbClr val="7F8C97">
              <a:alpha val="48000"/>
            </a:srgbClr>
          </a:solidFill>
          <a:ln w="0">
            <a:noFill/>
            <a:prstDash val="solid"/>
          </a:ln>
        </p:spPr>
      </p:sp>
      <p:sp>
        <p:nvSpPr>
          <p:cNvPr id="423" name="03_assume_matched_5720">
            <a:extLst>
              <a:ext uri="{FF2B5EF4-FFF2-40B4-BE49-F238E27FC236}">
                <a16:creationId xmlns:a16="http://schemas.microsoft.com/office/drawing/2014/main" id="{A4BF46A1-BB21-4C3A-A11D-7780514CF4C4}"/>
              </a:ext>
            </a:extLst>
          </p:cNvPr>
          <p:cNvSpPr>
            <a:spLocks noGrp="1"/>
          </p:cNvSpPr>
          <p:nvPr/>
        </p:nvSpPr>
        <p:spPr>
          <a:xfrm>
            <a:off x="4183123" y="1670439"/>
            <a:ext cx="28398" cy="28398"/>
          </a:xfrm>
          <a:prstGeom prst="ellipse">
            <a:avLst/>
          </a:prstGeom>
          <a:solidFill>
            <a:srgbClr val="7F8C97">
              <a:alpha val="48000"/>
            </a:srgbClr>
          </a:solidFill>
          <a:ln w="0">
            <a:noFill/>
            <a:prstDash val="solid"/>
          </a:ln>
        </p:spPr>
      </p:sp>
      <p:sp>
        <p:nvSpPr>
          <p:cNvPr id="424" name="03_assume_matched_5721">
            <a:extLst>
              <a:ext uri="{FF2B5EF4-FFF2-40B4-BE49-F238E27FC236}">
                <a16:creationId xmlns:a16="http://schemas.microsoft.com/office/drawing/2014/main" id="{FF28784A-F7B7-4297-B48E-49DCA7B81559}"/>
              </a:ext>
            </a:extLst>
          </p:cNvPr>
          <p:cNvSpPr>
            <a:spLocks noGrp="1"/>
          </p:cNvSpPr>
          <p:nvPr/>
        </p:nvSpPr>
        <p:spPr>
          <a:xfrm>
            <a:off x="4172330" y="1865395"/>
            <a:ext cx="28398" cy="28398"/>
          </a:xfrm>
          <a:prstGeom prst="ellipse">
            <a:avLst/>
          </a:prstGeom>
          <a:solidFill>
            <a:srgbClr val="7F8C97">
              <a:alpha val="48000"/>
            </a:srgbClr>
          </a:solidFill>
          <a:ln w="0">
            <a:noFill/>
            <a:prstDash val="solid"/>
          </a:ln>
        </p:spPr>
      </p:sp>
      <p:sp>
        <p:nvSpPr>
          <p:cNvPr id="425" name="03_assume_matched_5722">
            <a:extLst>
              <a:ext uri="{FF2B5EF4-FFF2-40B4-BE49-F238E27FC236}">
                <a16:creationId xmlns:a16="http://schemas.microsoft.com/office/drawing/2014/main" id="{7DC79C9F-1EFD-4752-9707-7AB35A468BA3}"/>
              </a:ext>
            </a:extLst>
          </p:cNvPr>
          <p:cNvSpPr>
            <a:spLocks noGrp="1"/>
          </p:cNvSpPr>
          <p:nvPr/>
        </p:nvSpPr>
        <p:spPr>
          <a:xfrm>
            <a:off x="4255221" y="1962874"/>
            <a:ext cx="28398" cy="28398"/>
          </a:xfrm>
          <a:prstGeom prst="ellipse">
            <a:avLst/>
          </a:prstGeom>
          <a:solidFill>
            <a:srgbClr val="7F8C97">
              <a:alpha val="48000"/>
            </a:srgbClr>
          </a:solidFill>
          <a:ln w="0">
            <a:noFill/>
            <a:prstDash val="solid"/>
          </a:ln>
        </p:spPr>
      </p:sp>
      <p:sp>
        <p:nvSpPr>
          <p:cNvPr id="426" name="03_assume_matched_5723">
            <a:extLst>
              <a:ext uri="{FF2B5EF4-FFF2-40B4-BE49-F238E27FC236}">
                <a16:creationId xmlns:a16="http://schemas.microsoft.com/office/drawing/2014/main" id="{1A604F9F-17E5-4976-BBCA-8F1EA3748787}"/>
              </a:ext>
            </a:extLst>
          </p:cNvPr>
          <p:cNvSpPr>
            <a:spLocks noGrp="1"/>
          </p:cNvSpPr>
          <p:nvPr/>
        </p:nvSpPr>
        <p:spPr>
          <a:xfrm>
            <a:off x="4292350" y="1879321"/>
            <a:ext cx="28398" cy="28398"/>
          </a:xfrm>
          <a:prstGeom prst="ellipse">
            <a:avLst/>
          </a:prstGeom>
          <a:solidFill>
            <a:srgbClr val="7F8C97">
              <a:alpha val="48000"/>
            </a:srgbClr>
          </a:solidFill>
          <a:ln w="0">
            <a:noFill/>
            <a:prstDash val="solid"/>
          </a:ln>
        </p:spPr>
      </p:sp>
      <p:sp>
        <p:nvSpPr>
          <p:cNvPr id="427" name="03_assume_matched_5724">
            <a:extLst>
              <a:ext uri="{FF2B5EF4-FFF2-40B4-BE49-F238E27FC236}">
                <a16:creationId xmlns:a16="http://schemas.microsoft.com/office/drawing/2014/main" id="{A4DF7D09-1107-417E-92C4-6678B1ED0247}"/>
              </a:ext>
            </a:extLst>
          </p:cNvPr>
          <p:cNvSpPr>
            <a:spLocks noGrp="1"/>
          </p:cNvSpPr>
          <p:nvPr/>
        </p:nvSpPr>
        <p:spPr>
          <a:xfrm>
            <a:off x="4298538" y="1670439"/>
            <a:ext cx="28398" cy="28398"/>
          </a:xfrm>
          <a:prstGeom prst="ellipse">
            <a:avLst/>
          </a:prstGeom>
          <a:solidFill>
            <a:srgbClr val="7F8C97">
              <a:alpha val="48000"/>
            </a:srgbClr>
          </a:solidFill>
          <a:ln w="0">
            <a:noFill/>
            <a:prstDash val="solid"/>
          </a:ln>
        </p:spPr>
      </p:sp>
      <p:sp>
        <p:nvSpPr>
          <p:cNvPr id="428" name="03_assume_matched_5725">
            <a:extLst>
              <a:ext uri="{FF2B5EF4-FFF2-40B4-BE49-F238E27FC236}">
                <a16:creationId xmlns:a16="http://schemas.microsoft.com/office/drawing/2014/main" id="{62712390-86E3-4254-9592-71D1BAAE2C1D}"/>
              </a:ext>
            </a:extLst>
          </p:cNvPr>
          <p:cNvSpPr>
            <a:spLocks noGrp="1"/>
          </p:cNvSpPr>
          <p:nvPr/>
        </p:nvSpPr>
        <p:spPr>
          <a:xfrm>
            <a:off x="4209602" y="1962874"/>
            <a:ext cx="28398" cy="28398"/>
          </a:xfrm>
          <a:prstGeom prst="ellipse">
            <a:avLst/>
          </a:prstGeom>
          <a:solidFill>
            <a:srgbClr val="7F8C97">
              <a:alpha val="48000"/>
            </a:srgbClr>
          </a:solidFill>
          <a:ln w="0">
            <a:noFill/>
            <a:prstDash val="solid"/>
          </a:ln>
        </p:spPr>
      </p:sp>
      <p:sp>
        <p:nvSpPr>
          <p:cNvPr id="429" name="03_assume_matched_5726">
            <a:extLst>
              <a:ext uri="{FF2B5EF4-FFF2-40B4-BE49-F238E27FC236}">
                <a16:creationId xmlns:a16="http://schemas.microsoft.com/office/drawing/2014/main" id="{88AB69E4-0AF1-46C5-9AC9-1D0F6D9AE4E9}"/>
              </a:ext>
            </a:extLst>
          </p:cNvPr>
          <p:cNvSpPr>
            <a:spLocks noGrp="1"/>
          </p:cNvSpPr>
          <p:nvPr/>
        </p:nvSpPr>
        <p:spPr>
          <a:xfrm>
            <a:off x="4262417" y="1962874"/>
            <a:ext cx="28398" cy="28398"/>
          </a:xfrm>
          <a:prstGeom prst="ellipse">
            <a:avLst/>
          </a:prstGeom>
          <a:solidFill>
            <a:srgbClr val="7F8C97">
              <a:alpha val="48000"/>
            </a:srgbClr>
          </a:solidFill>
          <a:ln w="0">
            <a:noFill/>
            <a:prstDash val="solid"/>
          </a:ln>
        </p:spPr>
      </p:sp>
      <p:sp>
        <p:nvSpPr>
          <p:cNvPr id="430" name="03_assume_matched_5727">
            <a:extLst>
              <a:ext uri="{FF2B5EF4-FFF2-40B4-BE49-F238E27FC236}">
                <a16:creationId xmlns:a16="http://schemas.microsoft.com/office/drawing/2014/main" id="{041F5DA4-A0C0-4EA7-81CA-80C82CCAE0F2}"/>
              </a:ext>
            </a:extLst>
          </p:cNvPr>
          <p:cNvSpPr>
            <a:spLocks noGrp="1"/>
          </p:cNvSpPr>
          <p:nvPr/>
        </p:nvSpPr>
        <p:spPr>
          <a:xfrm>
            <a:off x="4273354" y="1962874"/>
            <a:ext cx="28398" cy="28398"/>
          </a:xfrm>
          <a:prstGeom prst="ellipse">
            <a:avLst/>
          </a:prstGeom>
          <a:solidFill>
            <a:srgbClr val="7F8C97">
              <a:alpha val="48000"/>
            </a:srgbClr>
          </a:solidFill>
          <a:ln w="0">
            <a:noFill/>
            <a:prstDash val="solid"/>
          </a:ln>
        </p:spPr>
      </p:sp>
      <p:sp>
        <p:nvSpPr>
          <p:cNvPr id="431" name="03_assume_matched_5728">
            <a:extLst>
              <a:ext uri="{FF2B5EF4-FFF2-40B4-BE49-F238E27FC236}">
                <a16:creationId xmlns:a16="http://schemas.microsoft.com/office/drawing/2014/main" id="{15E08E26-D30D-4072-B7CE-B27DC07CEAE1}"/>
              </a:ext>
            </a:extLst>
          </p:cNvPr>
          <p:cNvSpPr>
            <a:spLocks noGrp="1"/>
          </p:cNvSpPr>
          <p:nvPr/>
        </p:nvSpPr>
        <p:spPr>
          <a:xfrm>
            <a:off x="4290767" y="1962874"/>
            <a:ext cx="28398" cy="28398"/>
          </a:xfrm>
          <a:prstGeom prst="ellipse">
            <a:avLst/>
          </a:prstGeom>
          <a:solidFill>
            <a:srgbClr val="7F8C97">
              <a:alpha val="48000"/>
            </a:srgbClr>
          </a:solidFill>
          <a:ln w="0">
            <a:noFill/>
            <a:prstDash val="solid"/>
          </a:ln>
        </p:spPr>
      </p:sp>
      <p:sp>
        <p:nvSpPr>
          <p:cNvPr id="432" name="03_assume_matched_5729">
            <a:extLst>
              <a:ext uri="{FF2B5EF4-FFF2-40B4-BE49-F238E27FC236}">
                <a16:creationId xmlns:a16="http://schemas.microsoft.com/office/drawing/2014/main" id="{74CE7852-6543-417B-93B4-3A60885B1B05}"/>
              </a:ext>
            </a:extLst>
          </p:cNvPr>
          <p:cNvSpPr>
            <a:spLocks noGrp="1"/>
          </p:cNvSpPr>
          <p:nvPr/>
        </p:nvSpPr>
        <p:spPr>
          <a:xfrm>
            <a:off x="4275512" y="1962874"/>
            <a:ext cx="28398" cy="28398"/>
          </a:xfrm>
          <a:prstGeom prst="ellipse">
            <a:avLst/>
          </a:prstGeom>
          <a:solidFill>
            <a:srgbClr val="7F8C97">
              <a:alpha val="48000"/>
            </a:srgbClr>
          </a:solidFill>
          <a:ln w="0">
            <a:noFill/>
            <a:prstDash val="solid"/>
          </a:ln>
        </p:spPr>
      </p:sp>
      <p:sp>
        <p:nvSpPr>
          <p:cNvPr id="433" name="03_assume_matched_5730">
            <a:extLst>
              <a:ext uri="{FF2B5EF4-FFF2-40B4-BE49-F238E27FC236}">
                <a16:creationId xmlns:a16="http://schemas.microsoft.com/office/drawing/2014/main" id="{3ECDF493-4B34-430A-BC27-F0C7C0E2B6BD}"/>
              </a:ext>
            </a:extLst>
          </p:cNvPr>
          <p:cNvSpPr>
            <a:spLocks noGrp="1"/>
          </p:cNvSpPr>
          <p:nvPr/>
        </p:nvSpPr>
        <p:spPr>
          <a:xfrm>
            <a:off x="4253782" y="1962874"/>
            <a:ext cx="28398" cy="28398"/>
          </a:xfrm>
          <a:prstGeom prst="ellipse">
            <a:avLst/>
          </a:prstGeom>
          <a:solidFill>
            <a:srgbClr val="7F8C97">
              <a:alpha val="48000"/>
            </a:srgbClr>
          </a:solidFill>
          <a:ln w="0">
            <a:noFill/>
            <a:prstDash val="solid"/>
          </a:ln>
        </p:spPr>
      </p:sp>
      <p:sp>
        <p:nvSpPr>
          <p:cNvPr id="434" name="03_assume_matched_5731">
            <a:extLst>
              <a:ext uri="{FF2B5EF4-FFF2-40B4-BE49-F238E27FC236}">
                <a16:creationId xmlns:a16="http://schemas.microsoft.com/office/drawing/2014/main" id="{69C9DDFB-C20C-4550-8552-1DBDF2DDCF13}"/>
              </a:ext>
            </a:extLst>
          </p:cNvPr>
          <p:cNvSpPr>
            <a:spLocks noGrp="1"/>
          </p:cNvSpPr>
          <p:nvPr/>
        </p:nvSpPr>
        <p:spPr>
          <a:xfrm>
            <a:off x="4165566" y="1670439"/>
            <a:ext cx="28398" cy="28398"/>
          </a:xfrm>
          <a:prstGeom prst="ellipse">
            <a:avLst/>
          </a:prstGeom>
          <a:solidFill>
            <a:srgbClr val="7F8C97">
              <a:alpha val="48000"/>
            </a:srgbClr>
          </a:solidFill>
          <a:ln w="0">
            <a:noFill/>
            <a:prstDash val="solid"/>
          </a:ln>
        </p:spPr>
      </p:sp>
      <p:sp>
        <p:nvSpPr>
          <p:cNvPr id="435" name="03_assume_matched_5732">
            <a:extLst>
              <a:ext uri="{FF2B5EF4-FFF2-40B4-BE49-F238E27FC236}">
                <a16:creationId xmlns:a16="http://schemas.microsoft.com/office/drawing/2014/main" id="{B543778B-204E-49C0-A547-83275AA1F8FD}"/>
              </a:ext>
            </a:extLst>
          </p:cNvPr>
          <p:cNvSpPr>
            <a:spLocks noGrp="1"/>
          </p:cNvSpPr>
          <p:nvPr/>
        </p:nvSpPr>
        <p:spPr>
          <a:xfrm>
            <a:off x="4179525" y="1962874"/>
            <a:ext cx="28398" cy="28398"/>
          </a:xfrm>
          <a:prstGeom prst="ellipse">
            <a:avLst/>
          </a:prstGeom>
          <a:solidFill>
            <a:srgbClr val="7F8C97">
              <a:alpha val="48000"/>
            </a:srgbClr>
          </a:solidFill>
          <a:ln w="0">
            <a:noFill/>
            <a:prstDash val="solid"/>
          </a:ln>
        </p:spPr>
      </p:sp>
      <p:sp>
        <p:nvSpPr>
          <p:cNvPr id="436" name="03_assume_matched_5733">
            <a:extLst>
              <a:ext uri="{FF2B5EF4-FFF2-40B4-BE49-F238E27FC236}">
                <a16:creationId xmlns:a16="http://schemas.microsoft.com/office/drawing/2014/main" id="{160B2481-08EC-4BD5-9618-88CBC6CD1839}"/>
              </a:ext>
            </a:extLst>
          </p:cNvPr>
          <p:cNvSpPr>
            <a:spLocks noGrp="1"/>
          </p:cNvSpPr>
          <p:nvPr/>
        </p:nvSpPr>
        <p:spPr>
          <a:xfrm>
            <a:off x="4240686" y="1670439"/>
            <a:ext cx="28398" cy="28398"/>
          </a:xfrm>
          <a:prstGeom prst="ellipse">
            <a:avLst/>
          </a:prstGeom>
          <a:solidFill>
            <a:srgbClr val="7F8C97">
              <a:alpha val="48000"/>
            </a:srgbClr>
          </a:solidFill>
          <a:ln w="0">
            <a:noFill/>
            <a:prstDash val="solid"/>
          </a:ln>
        </p:spPr>
      </p:sp>
      <p:sp>
        <p:nvSpPr>
          <p:cNvPr id="437" name="03_assume_matched_5734">
            <a:extLst>
              <a:ext uri="{FF2B5EF4-FFF2-40B4-BE49-F238E27FC236}">
                <a16:creationId xmlns:a16="http://schemas.microsoft.com/office/drawing/2014/main" id="{FD931304-E0E3-474D-AAB3-C8BDD527E9DB}"/>
              </a:ext>
            </a:extLst>
          </p:cNvPr>
          <p:cNvSpPr>
            <a:spLocks noGrp="1"/>
          </p:cNvSpPr>
          <p:nvPr/>
        </p:nvSpPr>
        <p:spPr>
          <a:xfrm>
            <a:off x="4185569" y="1962874"/>
            <a:ext cx="28398" cy="28398"/>
          </a:xfrm>
          <a:prstGeom prst="ellipse">
            <a:avLst/>
          </a:prstGeom>
          <a:solidFill>
            <a:srgbClr val="7F8C97">
              <a:alpha val="48000"/>
            </a:srgbClr>
          </a:solidFill>
          <a:ln w="0">
            <a:noFill/>
            <a:prstDash val="solid"/>
          </a:ln>
        </p:spPr>
      </p:sp>
      <p:sp>
        <p:nvSpPr>
          <p:cNvPr id="438" name="03_assume_matched_5735">
            <a:extLst>
              <a:ext uri="{FF2B5EF4-FFF2-40B4-BE49-F238E27FC236}">
                <a16:creationId xmlns:a16="http://schemas.microsoft.com/office/drawing/2014/main" id="{2FE0E3A8-55E2-4E4A-8E2F-12089FB898A5}"/>
              </a:ext>
            </a:extLst>
          </p:cNvPr>
          <p:cNvSpPr>
            <a:spLocks noGrp="1"/>
          </p:cNvSpPr>
          <p:nvPr/>
        </p:nvSpPr>
        <p:spPr>
          <a:xfrm>
            <a:off x="4211617" y="1962874"/>
            <a:ext cx="28398" cy="28398"/>
          </a:xfrm>
          <a:prstGeom prst="ellipse">
            <a:avLst/>
          </a:prstGeom>
          <a:solidFill>
            <a:srgbClr val="7F8C97">
              <a:alpha val="48000"/>
            </a:srgbClr>
          </a:solidFill>
          <a:ln w="0">
            <a:noFill/>
            <a:prstDash val="solid"/>
          </a:ln>
        </p:spPr>
      </p:sp>
      <p:sp>
        <p:nvSpPr>
          <p:cNvPr id="439" name="03_assume_matched_5736">
            <a:extLst>
              <a:ext uri="{FF2B5EF4-FFF2-40B4-BE49-F238E27FC236}">
                <a16:creationId xmlns:a16="http://schemas.microsoft.com/office/drawing/2014/main" id="{ECCFEBB6-55F7-4C5A-995F-5B5BB86B079E}"/>
              </a:ext>
            </a:extLst>
          </p:cNvPr>
          <p:cNvSpPr>
            <a:spLocks noGrp="1"/>
          </p:cNvSpPr>
          <p:nvPr/>
        </p:nvSpPr>
        <p:spPr>
          <a:xfrm>
            <a:off x="4160673" y="1962874"/>
            <a:ext cx="28398" cy="28398"/>
          </a:xfrm>
          <a:prstGeom prst="ellipse">
            <a:avLst/>
          </a:prstGeom>
          <a:solidFill>
            <a:srgbClr val="7F8C97">
              <a:alpha val="48000"/>
            </a:srgbClr>
          </a:solidFill>
          <a:ln w="0">
            <a:noFill/>
            <a:prstDash val="solid"/>
          </a:ln>
        </p:spPr>
      </p:sp>
      <p:sp>
        <p:nvSpPr>
          <p:cNvPr id="440" name="03_assume_matched_5737">
            <a:extLst>
              <a:ext uri="{FF2B5EF4-FFF2-40B4-BE49-F238E27FC236}">
                <a16:creationId xmlns:a16="http://schemas.microsoft.com/office/drawing/2014/main" id="{6A4736AF-BE50-4570-A181-43BD08AEFBCC}"/>
              </a:ext>
            </a:extLst>
          </p:cNvPr>
          <p:cNvSpPr>
            <a:spLocks noGrp="1"/>
          </p:cNvSpPr>
          <p:nvPr/>
        </p:nvSpPr>
        <p:spPr>
          <a:xfrm>
            <a:off x="4656159" y="1655442"/>
            <a:ext cx="28398" cy="28398"/>
          </a:xfrm>
          <a:prstGeom prst="ellipse">
            <a:avLst/>
          </a:prstGeom>
          <a:solidFill>
            <a:srgbClr val="7F8C97">
              <a:alpha val="48000"/>
            </a:srgbClr>
          </a:solidFill>
          <a:ln w="0">
            <a:noFill/>
            <a:prstDash val="solid"/>
          </a:ln>
        </p:spPr>
      </p:sp>
      <p:sp>
        <p:nvSpPr>
          <p:cNvPr id="441" name="03_assume_matched_5738">
            <a:extLst>
              <a:ext uri="{FF2B5EF4-FFF2-40B4-BE49-F238E27FC236}">
                <a16:creationId xmlns:a16="http://schemas.microsoft.com/office/drawing/2014/main" id="{90709B41-5F9E-4EC3-82AF-10BC85959F09}"/>
              </a:ext>
            </a:extLst>
          </p:cNvPr>
          <p:cNvSpPr>
            <a:spLocks noGrp="1"/>
          </p:cNvSpPr>
          <p:nvPr/>
        </p:nvSpPr>
        <p:spPr>
          <a:xfrm>
            <a:off x="4644646" y="1962874"/>
            <a:ext cx="28398" cy="28398"/>
          </a:xfrm>
          <a:prstGeom prst="ellipse">
            <a:avLst/>
          </a:prstGeom>
          <a:solidFill>
            <a:srgbClr val="7F8C97">
              <a:alpha val="48000"/>
            </a:srgbClr>
          </a:solidFill>
          <a:ln w="0">
            <a:noFill/>
            <a:prstDash val="solid"/>
          </a:ln>
        </p:spPr>
      </p:sp>
      <p:sp>
        <p:nvSpPr>
          <p:cNvPr id="442" name="03_assume_matched_5739">
            <a:extLst>
              <a:ext uri="{FF2B5EF4-FFF2-40B4-BE49-F238E27FC236}">
                <a16:creationId xmlns:a16="http://schemas.microsoft.com/office/drawing/2014/main" id="{1E5EDF11-81F1-4942-AD01-C8207D732977}"/>
              </a:ext>
            </a:extLst>
          </p:cNvPr>
          <p:cNvSpPr>
            <a:spLocks noGrp="1"/>
          </p:cNvSpPr>
          <p:nvPr/>
        </p:nvSpPr>
        <p:spPr>
          <a:xfrm>
            <a:off x="4587515" y="1962874"/>
            <a:ext cx="28398" cy="28398"/>
          </a:xfrm>
          <a:prstGeom prst="ellipse">
            <a:avLst/>
          </a:prstGeom>
          <a:solidFill>
            <a:srgbClr val="7F8C97">
              <a:alpha val="48000"/>
            </a:srgbClr>
          </a:solidFill>
          <a:ln w="0">
            <a:noFill/>
            <a:prstDash val="solid"/>
          </a:ln>
        </p:spPr>
      </p:sp>
      <p:sp>
        <p:nvSpPr>
          <p:cNvPr id="443" name="03_assume_matched_5740">
            <a:extLst>
              <a:ext uri="{FF2B5EF4-FFF2-40B4-BE49-F238E27FC236}">
                <a16:creationId xmlns:a16="http://schemas.microsoft.com/office/drawing/2014/main" id="{AD812E06-EE4A-4063-A52E-5E51B939E032}"/>
              </a:ext>
            </a:extLst>
          </p:cNvPr>
          <p:cNvSpPr>
            <a:spLocks noGrp="1"/>
          </p:cNvSpPr>
          <p:nvPr/>
        </p:nvSpPr>
        <p:spPr>
          <a:xfrm>
            <a:off x="4666377" y="1378004"/>
            <a:ext cx="28398" cy="28398"/>
          </a:xfrm>
          <a:prstGeom prst="ellipse">
            <a:avLst/>
          </a:prstGeom>
          <a:solidFill>
            <a:srgbClr val="7F8C97">
              <a:alpha val="48000"/>
            </a:srgbClr>
          </a:solidFill>
          <a:ln w="0">
            <a:noFill/>
            <a:prstDash val="solid"/>
          </a:ln>
        </p:spPr>
      </p:sp>
      <p:sp>
        <p:nvSpPr>
          <p:cNvPr id="444" name="03_assume_matched_5741">
            <a:extLst>
              <a:ext uri="{FF2B5EF4-FFF2-40B4-BE49-F238E27FC236}">
                <a16:creationId xmlns:a16="http://schemas.microsoft.com/office/drawing/2014/main" id="{37CE6106-81A4-4DCA-A686-08B4367A336F}"/>
              </a:ext>
            </a:extLst>
          </p:cNvPr>
          <p:cNvSpPr>
            <a:spLocks noGrp="1"/>
          </p:cNvSpPr>
          <p:nvPr/>
        </p:nvSpPr>
        <p:spPr>
          <a:xfrm>
            <a:off x="4634141" y="1378004"/>
            <a:ext cx="28398" cy="28398"/>
          </a:xfrm>
          <a:prstGeom prst="ellipse">
            <a:avLst/>
          </a:prstGeom>
          <a:solidFill>
            <a:srgbClr val="7F8C97">
              <a:alpha val="48000"/>
            </a:srgbClr>
          </a:solidFill>
          <a:ln w="0">
            <a:noFill/>
            <a:prstDash val="solid"/>
          </a:ln>
        </p:spPr>
      </p:sp>
      <p:sp>
        <p:nvSpPr>
          <p:cNvPr id="445" name="03_assume_matched_5742">
            <a:extLst>
              <a:ext uri="{FF2B5EF4-FFF2-40B4-BE49-F238E27FC236}">
                <a16:creationId xmlns:a16="http://schemas.microsoft.com/office/drawing/2014/main" id="{947578C8-2A94-4005-8BA5-948BFBE90318}"/>
              </a:ext>
            </a:extLst>
          </p:cNvPr>
          <p:cNvSpPr>
            <a:spLocks noGrp="1"/>
          </p:cNvSpPr>
          <p:nvPr/>
        </p:nvSpPr>
        <p:spPr>
          <a:xfrm>
            <a:off x="4538873" y="1537514"/>
            <a:ext cx="28398" cy="28398"/>
          </a:xfrm>
          <a:prstGeom prst="ellipse">
            <a:avLst/>
          </a:prstGeom>
          <a:solidFill>
            <a:srgbClr val="7F8C97">
              <a:alpha val="48000"/>
            </a:srgbClr>
          </a:solidFill>
          <a:ln w="0">
            <a:noFill/>
            <a:prstDash val="solid"/>
          </a:ln>
        </p:spPr>
      </p:sp>
      <p:sp>
        <p:nvSpPr>
          <p:cNvPr id="446" name="03_assume_matched_5743">
            <a:extLst>
              <a:ext uri="{FF2B5EF4-FFF2-40B4-BE49-F238E27FC236}">
                <a16:creationId xmlns:a16="http://schemas.microsoft.com/office/drawing/2014/main" id="{A9CA008E-4664-4E18-BA65-8FF9DF4C34DC}"/>
              </a:ext>
            </a:extLst>
          </p:cNvPr>
          <p:cNvSpPr>
            <a:spLocks noGrp="1"/>
          </p:cNvSpPr>
          <p:nvPr/>
        </p:nvSpPr>
        <p:spPr>
          <a:xfrm>
            <a:off x="4569526" y="1962874"/>
            <a:ext cx="28398" cy="28398"/>
          </a:xfrm>
          <a:prstGeom prst="ellipse">
            <a:avLst/>
          </a:prstGeom>
          <a:solidFill>
            <a:srgbClr val="7F8C97">
              <a:alpha val="48000"/>
            </a:srgbClr>
          </a:solidFill>
          <a:ln w="0">
            <a:noFill/>
            <a:prstDash val="solid"/>
          </a:ln>
        </p:spPr>
      </p:sp>
      <p:sp>
        <p:nvSpPr>
          <p:cNvPr id="447" name="03_assume_matched_5744">
            <a:extLst>
              <a:ext uri="{FF2B5EF4-FFF2-40B4-BE49-F238E27FC236}">
                <a16:creationId xmlns:a16="http://schemas.microsoft.com/office/drawing/2014/main" id="{F05F5172-3F14-400E-A473-9DC9FB7BE09C}"/>
              </a:ext>
            </a:extLst>
          </p:cNvPr>
          <p:cNvSpPr>
            <a:spLocks noGrp="1"/>
          </p:cNvSpPr>
          <p:nvPr/>
        </p:nvSpPr>
        <p:spPr>
          <a:xfrm>
            <a:off x="4538585" y="1962874"/>
            <a:ext cx="28398" cy="28398"/>
          </a:xfrm>
          <a:prstGeom prst="ellipse">
            <a:avLst/>
          </a:prstGeom>
          <a:solidFill>
            <a:srgbClr val="7F8C97">
              <a:alpha val="48000"/>
            </a:srgbClr>
          </a:solidFill>
          <a:ln w="0">
            <a:noFill/>
            <a:prstDash val="solid"/>
          </a:ln>
        </p:spPr>
      </p:sp>
      <p:sp>
        <p:nvSpPr>
          <p:cNvPr id="448" name="03_assume_matched_5745">
            <a:extLst>
              <a:ext uri="{FF2B5EF4-FFF2-40B4-BE49-F238E27FC236}">
                <a16:creationId xmlns:a16="http://schemas.microsoft.com/office/drawing/2014/main" id="{6AA5E8CE-8152-40CE-94BD-C9EC8CB79EBD}"/>
              </a:ext>
            </a:extLst>
          </p:cNvPr>
          <p:cNvSpPr>
            <a:spLocks noGrp="1"/>
          </p:cNvSpPr>
          <p:nvPr/>
        </p:nvSpPr>
        <p:spPr>
          <a:xfrm>
            <a:off x="4619894" y="1962874"/>
            <a:ext cx="28398" cy="28398"/>
          </a:xfrm>
          <a:prstGeom prst="ellipse">
            <a:avLst/>
          </a:prstGeom>
          <a:solidFill>
            <a:srgbClr val="7F8C97">
              <a:alpha val="48000"/>
            </a:srgbClr>
          </a:solidFill>
          <a:ln w="0">
            <a:noFill/>
            <a:prstDash val="solid"/>
          </a:ln>
        </p:spPr>
      </p:sp>
      <p:sp>
        <p:nvSpPr>
          <p:cNvPr id="449" name="03_assume_matched_5746">
            <a:extLst>
              <a:ext uri="{FF2B5EF4-FFF2-40B4-BE49-F238E27FC236}">
                <a16:creationId xmlns:a16="http://schemas.microsoft.com/office/drawing/2014/main" id="{CD4259F0-A0CE-4B1E-999D-2F70E0E8A11B}"/>
              </a:ext>
            </a:extLst>
          </p:cNvPr>
          <p:cNvSpPr>
            <a:spLocks noGrp="1"/>
          </p:cNvSpPr>
          <p:nvPr/>
        </p:nvSpPr>
        <p:spPr>
          <a:xfrm>
            <a:off x="4601186" y="1962874"/>
            <a:ext cx="28398" cy="28398"/>
          </a:xfrm>
          <a:prstGeom prst="ellipse">
            <a:avLst/>
          </a:prstGeom>
          <a:solidFill>
            <a:srgbClr val="7F8C97">
              <a:alpha val="48000"/>
            </a:srgbClr>
          </a:solidFill>
          <a:ln w="0">
            <a:noFill/>
            <a:prstDash val="solid"/>
          </a:ln>
        </p:spPr>
      </p:sp>
      <p:sp>
        <p:nvSpPr>
          <p:cNvPr id="450" name="03_assume_matched_5747">
            <a:extLst>
              <a:ext uri="{FF2B5EF4-FFF2-40B4-BE49-F238E27FC236}">
                <a16:creationId xmlns:a16="http://schemas.microsoft.com/office/drawing/2014/main" id="{A2F963FD-B912-4B16-87C7-8963C7C0BF7A}"/>
              </a:ext>
            </a:extLst>
          </p:cNvPr>
          <p:cNvSpPr>
            <a:spLocks noGrp="1"/>
          </p:cNvSpPr>
          <p:nvPr/>
        </p:nvSpPr>
        <p:spPr>
          <a:xfrm>
            <a:off x="4585932" y="1962874"/>
            <a:ext cx="28398" cy="28398"/>
          </a:xfrm>
          <a:prstGeom prst="ellipse">
            <a:avLst/>
          </a:prstGeom>
          <a:solidFill>
            <a:srgbClr val="7F8C97">
              <a:alpha val="48000"/>
            </a:srgbClr>
          </a:solidFill>
          <a:ln w="0">
            <a:noFill/>
            <a:prstDash val="solid"/>
          </a:ln>
        </p:spPr>
      </p:sp>
      <p:sp>
        <p:nvSpPr>
          <p:cNvPr id="451" name="03_assume_matched_5748">
            <a:extLst>
              <a:ext uri="{FF2B5EF4-FFF2-40B4-BE49-F238E27FC236}">
                <a16:creationId xmlns:a16="http://schemas.microsoft.com/office/drawing/2014/main" id="{1B06868F-00FF-436B-8611-EA41BE494B20}"/>
              </a:ext>
            </a:extLst>
          </p:cNvPr>
          <p:cNvSpPr>
            <a:spLocks noGrp="1"/>
          </p:cNvSpPr>
          <p:nvPr/>
        </p:nvSpPr>
        <p:spPr>
          <a:xfrm>
            <a:off x="4571685" y="1962874"/>
            <a:ext cx="28398" cy="28398"/>
          </a:xfrm>
          <a:prstGeom prst="ellipse">
            <a:avLst/>
          </a:prstGeom>
          <a:solidFill>
            <a:srgbClr val="7F8C97">
              <a:alpha val="48000"/>
            </a:srgbClr>
          </a:solidFill>
          <a:ln w="0">
            <a:noFill/>
            <a:prstDash val="solid"/>
          </a:ln>
        </p:spPr>
      </p:sp>
      <p:sp>
        <p:nvSpPr>
          <p:cNvPr id="452" name="03_assume_matched_5749">
            <a:extLst>
              <a:ext uri="{FF2B5EF4-FFF2-40B4-BE49-F238E27FC236}">
                <a16:creationId xmlns:a16="http://schemas.microsoft.com/office/drawing/2014/main" id="{78FC8D70-843D-4A87-AE4B-893E1AA46C1E}"/>
              </a:ext>
            </a:extLst>
          </p:cNvPr>
          <p:cNvSpPr>
            <a:spLocks noGrp="1"/>
          </p:cNvSpPr>
          <p:nvPr/>
        </p:nvSpPr>
        <p:spPr>
          <a:xfrm>
            <a:off x="4588090" y="1962874"/>
            <a:ext cx="28398" cy="28398"/>
          </a:xfrm>
          <a:prstGeom prst="ellipse">
            <a:avLst/>
          </a:prstGeom>
          <a:solidFill>
            <a:srgbClr val="7F8C97">
              <a:alpha val="48000"/>
            </a:srgbClr>
          </a:solidFill>
          <a:ln w="0">
            <a:noFill/>
            <a:prstDash val="solid"/>
          </a:ln>
        </p:spPr>
      </p:sp>
      <p:sp>
        <p:nvSpPr>
          <p:cNvPr id="453" name="03_assume_matched_5750">
            <a:extLst>
              <a:ext uri="{FF2B5EF4-FFF2-40B4-BE49-F238E27FC236}">
                <a16:creationId xmlns:a16="http://schemas.microsoft.com/office/drawing/2014/main" id="{032DE4FF-B214-4F5D-89C4-D57AA5EF840D}"/>
              </a:ext>
            </a:extLst>
          </p:cNvPr>
          <p:cNvSpPr>
            <a:spLocks noGrp="1"/>
          </p:cNvSpPr>
          <p:nvPr/>
        </p:nvSpPr>
        <p:spPr>
          <a:xfrm>
            <a:off x="4673284" y="1670439"/>
            <a:ext cx="28398" cy="28398"/>
          </a:xfrm>
          <a:prstGeom prst="ellipse">
            <a:avLst/>
          </a:prstGeom>
          <a:solidFill>
            <a:srgbClr val="7F8C97">
              <a:alpha val="48000"/>
            </a:srgbClr>
          </a:solidFill>
          <a:ln w="0">
            <a:noFill/>
            <a:prstDash val="solid"/>
          </a:ln>
        </p:spPr>
      </p:sp>
      <p:sp>
        <p:nvSpPr>
          <p:cNvPr id="454" name="03_assume_matched_5751">
            <a:extLst>
              <a:ext uri="{FF2B5EF4-FFF2-40B4-BE49-F238E27FC236}">
                <a16:creationId xmlns:a16="http://schemas.microsoft.com/office/drawing/2014/main" id="{BA987CF4-9D7C-4505-A204-E6827CBAF7FC}"/>
              </a:ext>
            </a:extLst>
          </p:cNvPr>
          <p:cNvSpPr>
            <a:spLocks noGrp="1"/>
          </p:cNvSpPr>
          <p:nvPr/>
        </p:nvSpPr>
        <p:spPr>
          <a:xfrm>
            <a:off x="4628241" y="1378004"/>
            <a:ext cx="28398" cy="28398"/>
          </a:xfrm>
          <a:prstGeom prst="ellipse">
            <a:avLst/>
          </a:prstGeom>
          <a:solidFill>
            <a:srgbClr val="7F8C97">
              <a:alpha val="48000"/>
            </a:srgbClr>
          </a:solidFill>
          <a:ln w="0">
            <a:noFill/>
            <a:prstDash val="solid"/>
          </a:ln>
        </p:spPr>
      </p:sp>
      <p:sp>
        <p:nvSpPr>
          <p:cNvPr id="455" name="03_assume_matched_5752">
            <a:extLst>
              <a:ext uri="{FF2B5EF4-FFF2-40B4-BE49-F238E27FC236}">
                <a16:creationId xmlns:a16="http://schemas.microsoft.com/office/drawing/2014/main" id="{57FDF772-DD0A-4FF9-BA6D-F16ECC49B507}"/>
              </a:ext>
            </a:extLst>
          </p:cNvPr>
          <p:cNvSpPr>
            <a:spLocks noGrp="1"/>
          </p:cNvSpPr>
          <p:nvPr/>
        </p:nvSpPr>
        <p:spPr>
          <a:xfrm>
            <a:off x="4638027" y="1962874"/>
            <a:ext cx="28398" cy="28398"/>
          </a:xfrm>
          <a:prstGeom prst="ellipse">
            <a:avLst/>
          </a:prstGeom>
          <a:solidFill>
            <a:srgbClr val="7F8C97">
              <a:alpha val="48000"/>
            </a:srgbClr>
          </a:solidFill>
          <a:ln w="0">
            <a:noFill/>
            <a:prstDash val="solid"/>
          </a:ln>
        </p:spPr>
      </p:sp>
      <p:sp>
        <p:nvSpPr>
          <p:cNvPr id="456" name="03_assume_matched_5753">
            <a:extLst>
              <a:ext uri="{FF2B5EF4-FFF2-40B4-BE49-F238E27FC236}">
                <a16:creationId xmlns:a16="http://schemas.microsoft.com/office/drawing/2014/main" id="{C10814D6-5ABB-40AD-8EB9-CD057D114693}"/>
              </a:ext>
            </a:extLst>
          </p:cNvPr>
          <p:cNvSpPr>
            <a:spLocks noGrp="1"/>
          </p:cNvSpPr>
          <p:nvPr/>
        </p:nvSpPr>
        <p:spPr>
          <a:xfrm>
            <a:off x="4574851" y="1832903"/>
            <a:ext cx="28398" cy="28398"/>
          </a:xfrm>
          <a:prstGeom prst="ellipse">
            <a:avLst/>
          </a:prstGeom>
          <a:solidFill>
            <a:srgbClr val="7F8C97">
              <a:alpha val="48000"/>
            </a:srgbClr>
          </a:solidFill>
          <a:ln w="0">
            <a:noFill/>
            <a:prstDash val="solid"/>
          </a:ln>
        </p:spPr>
      </p:sp>
      <p:sp>
        <p:nvSpPr>
          <p:cNvPr id="457" name="03_assume_matched_5754">
            <a:extLst>
              <a:ext uri="{FF2B5EF4-FFF2-40B4-BE49-F238E27FC236}">
                <a16:creationId xmlns:a16="http://schemas.microsoft.com/office/drawing/2014/main" id="{530434B2-D2F6-448C-8C38-D50850858F0F}"/>
              </a:ext>
            </a:extLst>
          </p:cNvPr>
          <p:cNvSpPr>
            <a:spLocks noGrp="1"/>
          </p:cNvSpPr>
          <p:nvPr/>
        </p:nvSpPr>
        <p:spPr>
          <a:xfrm>
            <a:off x="4665225" y="1962874"/>
            <a:ext cx="28398" cy="28398"/>
          </a:xfrm>
          <a:prstGeom prst="ellipse">
            <a:avLst/>
          </a:prstGeom>
          <a:solidFill>
            <a:srgbClr val="7F8C97">
              <a:alpha val="48000"/>
            </a:srgbClr>
          </a:solidFill>
          <a:ln w="0">
            <a:noFill/>
            <a:prstDash val="solid"/>
          </a:ln>
        </p:spPr>
      </p:sp>
      <p:sp>
        <p:nvSpPr>
          <p:cNvPr id="458" name="03_assume_matched_5755">
            <a:extLst>
              <a:ext uri="{FF2B5EF4-FFF2-40B4-BE49-F238E27FC236}">
                <a16:creationId xmlns:a16="http://schemas.microsoft.com/office/drawing/2014/main" id="{A0267108-A26D-4E25-AE62-370E20158E0A}"/>
              </a:ext>
            </a:extLst>
          </p:cNvPr>
          <p:cNvSpPr>
            <a:spLocks noGrp="1"/>
          </p:cNvSpPr>
          <p:nvPr/>
        </p:nvSpPr>
        <p:spPr>
          <a:xfrm>
            <a:off x="4638314" y="1537514"/>
            <a:ext cx="28398" cy="28398"/>
          </a:xfrm>
          <a:prstGeom prst="ellipse">
            <a:avLst/>
          </a:prstGeom>
          <a:solidFill>
            <a:srgbClr val="7F8C97">
              <a:alpha val="48000"/>
            </a:srgbClr>
          </a:solidFill>
          <a:ln w="0">
            <a:noFill/>
            <a:prstDash val="solid"/>
          </a:ln>
        </p:spPr>
      </p:sp>
      <p:sp>
        <p:nvSpPr>
          <p:cNvPr id="459" name="03_assume_matched_5756">
            <a:extLst>
              <a:ext uri="{FF2B5EF4-FFF2-40B4-BE49-F238E27FC236}">
                <a16:creationId xmlns:a16="http://schemas.microsoft.com/office/drawing/2014/main" id="{B8422200-77CD-4753-9CEE-FA42E5A664F0}"/>
              </a:ext>
            </a:extLst>
          </p:cNvPr>
          <p:cNvSpPr>
            <a:spLocks noGrp="1"/>
          </p:cNvSpPr>
          <p:nvPr/>
        </p:nvSpPr>
        <p:spPr>
          <a:xfrm>
            <a:off x="4556142" y="1962874"/>
            <a:ext cx="28398" cy="28398"/>
          </a:xfrm>
          <a:prstGeom prst="ellipse">
            <a:avLst/>
          </a:prstGeom>
          <a:solidFill>
            <a:srgbClr val="7F8C97">
              <a:alpha val="48000"/>
            </a:srgbClr>
          </a:solidFill>
          <a:ln w="0">
            <a:noFill/>
            <a:prstDash val="solid"/>
          </a:ln>
        </p:spPr>
      </p:sp>
      <p:sp>
        <p:nvSpPr>
          <p:cNvPr id="460" name="03_assume_matched_5757">
            <a:extLst>
              <a:ext uri="{FF2B5EF4-FFF2-40B4-BE49-F238E27FC236}">
                <a16:creationId xmlns:a16="http://schemas.microsoft.com/office/drawing/2014/main" id="{B0CB3E4D-11AE-43F8-8B6C-1E7F91B8E709}"/>
              </a:ext>
            </a:extLst>
          </p:cNvPr>
          <p:cNvSpPr>
            <a:spLocks noGrp="1"/>
          </p:cNvSpPr>
          <p:nvPr/>
        </p:nvSpPr>
        <p:spPr>
          <a:xfrm>
            <a:off x="4563482" y="1962874"/>
            <a:ext cx="28398" cy="28398"/>
          </a:xfrm>
          <a:prstGeom prst="ellipse">
            <a:avLst/>
          </a:prstGeom>
          <a:solidFill>
            <a:srgbClr val="7F8C97">
              <a:alpha val="48000"/>
            </a:srgbClr>
          </a:solidFill>
          <a:ln w="0">
            <a:noFill/>
            <a:prstDash val="solid"/>
          </a:ln>
        </p:spPr>
      </p:sp>
      <p:sp>
        <p:nvSpPr>
          <p:cNvPr id="461" name="03_assume_matched_5758">
            <a:extLst>
              <a:ext uri="{FF2B5EF4-FFF2-40B4-BE49-F238E27FC236}">
                <a16:creationId xmlns:a16="http://schemas.microsoft.com/office/drawing/2014/main" id="{C5A9A9BB-C3C7-4AEA-893F-A36FE7F08687}"/>
              </a:ext>
            </a:extLst>
          </p:cNvPr>
          <p:cNvSpPr>
            <a:spLocks noGrp="1"/>
          </p:cNvSpPr>
          <p:nvPr/>
        </p:nvSpPr>
        <p:spPr>
          <a:xfrm>
            <a:off x="4574707" y="1767917"/>
            <a:ext cx="28398" cy="28398"/>
          </a:xfrm>
          <a:prstGeom prst="ellipse">
            <a:avLst/>
          </a:prstGeom>
          <a:solidFill>
            <a:srgbClr val="7F8C97">
              <a:alpha val="48000"/>
            </a:srgbClr>
          </a:solidFill>
          <a:ln w="0">
            <a:noFill/>
            <a:prstDash val="solid"/>
          </a:ln>
        </p:spPr>
      </p:sp>
      <p:sp>
        <p:nvSpPr>
          <p:cNvPr id="462" name="03_assume_matched_5759">
            <a:extLst>
              <a:ext uri="{FF2B5EF4-FFF2-40B4-BE49-F238E27FC236}">
                <a16:creationId xmlns:a16="http://schemas.microsoft.com/office/drawing/2014/main" id="{E9950DB9-66FD-40A9-B415-0CC36306574B}"/>
              </a:ext>
            </a:extLst>
          </p:cNvPr>
          <p:cNvSpPr>
            <a:spLocks noGrp="1"/>
          </p:cNvSpPr>
          <p:nvPr/>
        </p:nvSpPr>
        <p:spPr>
          <a:xfrm>
            <a:off x="4664074" y="1962874"/>
            <a:ext cx="28398" cy="28398"/>
          </a:xfrm>
          <a:prstGeom prst="ellipse">
            <a:avLst/>
          </a:prstGeom>
          <a:solidFill>
            <a:srgbClr val="7F8C97">
              <a:alpha val="48000"/>
            </a:srgbClr>
          </a:solidFill>
          <a:ln w="0">
            <a:noFill/>
            <a:prstDash val="solid"/>
          </a:ln>
        </p:spPr>
      </p:sp>
      <p:sp>
        <p:nvSpPr>
          <p:cNvPr id="463" name="03_assume_matched_5760">
            <a:extLst>
              <a:ext uri="{FF2B5EF4-FFF2-40B4-BE49-F238E27FC236}">
                <a16:creationId xmlns:a16="http://schemas.microsoft.com/office/drawing/2014/main" id="{43A36F8A-57E9-4A0F-A63D-AC765880B656}"/>
              </a:ext>
            </a:extLst>
          </p:cNvPr>
          <p:cNvSpPr>
            <a:spLocks noGrp="1"/>
          </p:cNvSpPr>
          <p:nvPr/>
        </p:nvSpPr>
        <p:spPr>
          <a:xfrm>
            <a:off x="4577009" y="1378004"/>
            <a:ext cx="28398" cy="28398"/>
          </a:xfrm>
          <a:prstGeom prst="ellipse">
            <a:avLst/>
          </a:prstGeom>
          <a:solidFill>
            <a:srgbClr val="7F8C97">
              <a:alpha val="48000"/>
            </a:srgbClr>
          </a:solidFill>
          <a:ln w="0">
            <a:noFill/>
            <a:prstDash val="solid"/>
          </a:ln>
        </p:spPr>
      </p:sp>
      <p:sp>
        <p:nvSpPr>
          <p:cNvPr id="464" name="03_assume_matched_5761">
            <a:extLst>
              <a:ext uri="{FF2B5EF4-FFF2-40B4-BE49-F238E27FC236}">
                <a16:creationId xmlns:a16="http://schemas.microsoft.com/office/drawing/2014/main" id="{86D486F8-E665-45CC-8CCF-6169F647BE68}"/>
              </a:ext>
            </a:extLst>
          </p:cNvPr>
          <p:cNvSpPr>
            <a:spLocks noGrp="1"/>
          </p:cNvSpPr>
          <p:nvPr/>
        </p:nvSpPr>
        <p:spPr>
          <a:xfrm>
            <a:off x="4656015" y="1962874"/>
            <a:ext cx="28398" cy="28398"/>
          </a:xfrm>
          <a:prstGeom prst="ellipse">
            <a:avLst/>
          </a:prstGeom>
          <a:solidFill>
            <a:srgbClr val="7F8C97">
              <a:alpha val="48000"/>
            </a:srgbClr>
          </a:solidFill>
          <a:ln w="0">
            <a:noFill/>
            <a:prstDash val="solid"/>
          </a:ln>
        </p:spPr>
      </p:sp>
      <p:sp>
        <p:nvSpPr>
          <p:cNvPr id="465" name="03_assume_matched_5762">
            <a:extLst>
              <a:ext uri="{FF2B5EF4-FFF2-40B4-BE49-F238E27FC236}">
                <a16:creationId xmlns:a16="http://schemas.microsoft.com/office/drawing/2014/main" id="{1C49297C-A088-411D-9F71-6AD8609F0433}"/>
              </a:ext>
            </a:extLst>
          </p:cNvPr>
          <p:cNvSpPr>
            <a:spLocks noGrp="1"/>
          </p:cNvSpPr>
          <p:nvPr/>
        </p:nvSpPr>
        <p:spPr>
          <a:xfrm>
            <a:off x="4657166" y="1378004"/>
            <a:ext cx="28398" cy="28398"/>
          </a:xfrm>
          <a:prstGeom prst="ellipse">
            <a:avLst/>
          </a:prstGeom>
          <a:solidFill>
            <a:srgbClr val="7F8C97">
              <a:alpha val="48000"/>
            </a:srgbClr>
          </a:solidFill>
          <a:ln w="0">
            <a:noFill/>
            <a:prstDash val="solid"/>
          </a:ln>
        </p:spPr>
      </p:sp>
      <p:sp>
        <p:nvSpPr>
          <p:cNvPr id="466" name="03_assume_matched_5763">
            <a:extLst>
              <a:ext uri="{FF2B5EF4-FFF2-40B4-BE49-F238E27FC236}">
                <a16:creationId xmlns:a16="http://schemas.microsoft.com/office/drawing/2014/main" id="{258BE999-F4C5-4216-AF26-3A1DDA595768}"/>
              </a:ext>
            </a:extLst>
          </p:cNvPr>
          <p:cNvSpPr>
            <a:spLocks noGrp="1"/>
          </p:cNvSpPr>
          <p:nvPr/>
        </p:nvSpPr>
        <p:spPr>
          <a:xfrm>
            <a:off x="4660908" y="1962874"/>
            <a:ext cx="28398" cy="28398"/>
          </a:xfrm>
          <a:prstGeom prst="ellipse">
            <a:avLst/>
          </a:prstGeom>
          <a:solidFill>
            <a:srgbClr val="7F8C97">
              <a:alpha val="48000"/>
            </a:srgbClr>
          </a:solidFill>
          <a:ln w="0">
            <a:noFill/>
            <a:prstDash val="solid"/>
          </a:ln>
        </p:spPr>
      </p:sp>
      <p:sp>
        <p:nvSpPr>
          <p:cNvPr id="467" name="03_assume_matched_5764">
            <a:extLst>
              <a:ext uri="{FF2B5EF4-FFF2-40B4-BE49-F238E27FC236}">
                <a16:creationId xmlns:a16="http://schemas.microsoft.com/office/drawing/2014/main" id="{B03107DE-6F59-4970-A038-9C9D379BABB0}"/>
              </a:ext>
            </a:extLst>
          </p:cNvPr>
          <p:cNvSpPr>
            <a:spLocks noGrp="1"/>
          </p:cNvSpPr>
          <p:nvPr/>
        </p:nvSpPr>
        <p:spPr>
          <a:xfrm>
            <a:off x="4578160" y="1962874"/>
            <a:ext cx="28398" cy="28398"/>
          </a:xfrm>
          <a:prstGeom prst="ellipse">
            <a:avLst/>
          </a:prstGeom>
          <a:solidFill>
            <a:srgbClr val="7F8C97">
              <a:alpha val="48000"/>
            </a:srgbClr>
          </a:solidFill>
          <a:ln w="0">
            <a:noFill/>
            <a:prstDash val="solid"/>
          </a:ln>
        </p:spPr>
      </p:sp>
      <p:sp>
        <p:nvSpPr>
          <p:cNvPr id="468" name="03_assume_matched_5765">
            <a:extLst>
              <a:ext uri="{FF2B5EF4-FFF2-40B4-BE49-F238E27FC236}">
                <a16:creationId xmlns:a16="http://schemas.microsoft.com/office/drawing/2014/main" id="{8A7A06F1-4D24-46B2-A29F-D9C4A86924DA}"/>
              </a:ext>
            </a:extLst>
          </p:cNvPr>
          <p:cNvSpPr>
            <a:spLocks noGrp="1"/>
          </p:cNvSpPr>
          <p:nvPr/>
        </p:nvSpPr>
        <p:spPr>
          <a:xfrm>
            <a:off x="4556430" y="1378004"/>
            <a:ext cx="28398" cy="28398"/>
          </a:xfrm>
          <a:prstGeom prst="ellipse">
            <a:avLst/>
          </a:prstGeom>
          <a:solidFill>
            <a:srgbClr val="7F8C97">
              <a:alpha val="48000"/>
            </a:srgbClr>
          </a:solidFill>
          <a:ln w="0">
            <a:noFill/>
            <a:prstDash val="solid"/>
          </a:ln>
        </p:spPr>
      </p:sp>
      <p:sp>
        <p:nvSpPr>
          <p:cNvPr id="469" name="03_assume_matched_5766">
            <a:extLst>
              <a:ext uri="{FF2B5EF4-FFF2-40B4-BE49-F238E27FC236}">
                <a16:creationId xmlns:a16="http://schemas.microsoft.com/office/drawing/2014/main" id="{0CE48715-EE68-4DDD-B340-985DA3077664}"/>
              </a:ext>
            </a:extLst>
          </p:cNvPr>
          <p:cNvSpPr>
            <a:spLocks noGrp="1"/>
          </p:cNvSpPr>
          <p:nvPr/>
        </p:nvSpPr>
        <p:spPr>
          <a:xfrm>
            <a:off x="4640185" y="1962874"/>
            <a:ext cx="28398" cy="28398"/>
          </a:xfrm>
          <a:prstGeom prst="ellipse">
            <a:avLst/>
          </a:prstGeom>
          <a:solidFill>
            <a:srgbClr val="7F8C97">
              <a:alpha val="48000"/>
            </a:srgbClr>
          </a:solidFill>
          <a:ln w="0">
            <a:noFill/>
            <a:prstDash val="solid"/>
          </a:ln>
        </p:spPr>
      </p:sp>
      <p:sp>
        <p:nvSpPr>
          <p:cNvPr id="470" name="03_assume_matched_5767">
            <a:extLst>
              <a:ext uri="{FF2B5EF4-FFF2-40B4-BE49-F238E27FC236}">
                <a16:creationId xmlns:a16="http://schemas.microsoft.com/office/drawing/2014/main" id="{4D76ACC8-CE5E-4145-9CE5-3ED81AF8F072}"/>
              </a:ext>
            </a:extLst>
          </p:cNvPr>
          <p:cNvSpPr>
            <a:spLocks noGrp="1"/>
          </p:cNvSpPr>
          <p:nvPr/>
        </p:nvSpPr>
        <p:spPr>
          <a:xfrm>
            <a:off x="4549666" y="1962874"/>
            <a:ext cx="28398" cy="28398"/>
          </a:xfrm>
          <a:prstGeom prst="ellipse">
            <a:avLst/>
          </a:prstGeom>
          <a:solidFill>
            <a:srgbClr val="7F8C97">
              <a:alpha val="48000"/>
            </a:srgbClr>
          </a:solidFill>
          <a:ln w="0">
            <a:noFill/>
            <a:prstDash val="solid"/>
          </a:ln>
        </p:spPr>
      </p:sp>
      <p:sp>
        <p:nvSpPr>
          <p:cNvPr id="471" name="03_assume_matched_5768">
            <a:extLst>
              <a:ext uri="{FF2B5EF4-FFF2-40B4-BE49-F238E27FC236}">
                <a16:creationId xmlns:a16="http://schemas.microsoft.com/office/drawing/2014/main" id="{A7E01B5D-D354-4276-89AC-00789584CF31}"/>
              </a:ext>
            </a:extLst>
          </p:cNvPr>
          <p:cNvSpPr>
            <a:spLocks noGrp="1"/>
          </p:cNvSpPr>
          <p:nvPr/>
        </p:nvSpPr>
        <p:spPr>
          <a:xfrm>
            <a:off x="4643783" y="1378004"/>
            <a:ext cx="28398" cy="28398"/>
          </a:xfrm>
          <a:prstGeom prst="ellipse">
            <a:avLst/>
          </a:prstGeom>
          <a:solidFill>
            <a:srgbClr val="7F8C97">
              <a:alpha val="48000"/>
            </a:srgbClr>
          </a:solidFill>
          <a:ln w="0">
            <a:noFill/>
            <a:prstDash val="solid"/>
          </a:ln>
        </p:spPr>
      </p:sp>
      <p:sp>
        <p:nvSpPr>
          <p:cNvPr id="472" name="03_assume_matched_5769">
            <a:extLst>
              <a:ext uri="{FF2B5EF4-FFF2-40B4-BE49-F238E27FC236}">
                <a16:creationId xmlns:a16="http://schemas.microsoft.com/office/drawing/2014/main" id="{45EF7CB6-DCB4-4EED-8380-4E7619BCF37E}"/>
              </a:ext>
            </a:extLst>
          </p:cNvPr>
          <p:cNvSpPr>
            <a:spLocks noGrp="1"/>
          </p:cNvSpPr>
          <p:nvPr/>
        </p:nvSpPr>
        <p:spPr>
          <a:xfrm>
            <a:off x="4550962" y="1962874"/>
            <a:ext cx="28398" cy="28398"/>
          </a:xfrm>
          <a:prstGeom prst="ellipse">
            <a:avLst/>
          </a:prstGeom>
          <a:solidFill>
            <a:srgbClr val="7F8C97">
              <a:alpha val="48000"/>
            </a:srgbClr>
          </a:solidFill>
          <a:ln w="0">
            <a:noFill/>
            <a:prstDash val="solid"/>
          </a:ln>
        </p:spPr>
      </p:sp>
      <p:sp>
        <p:nvSpPr>
          <p:cNvPr id="473" name="03_assume_matched_5770">
            <a:extLst>
              <a:ext uri="{FF2B5EF4-FFF2-40B4-BE49-F238E27FC236}">
                <a16:creationId xmlns:a16="http://schemas.microsoft.com/office/drawing/2014/main" id="{FC840339-B984-4F0A-B91D-19AD906B780D}"/>
              </a:ext>
            </a:extLst>
          </p:cNvPr>
          <p:cNvSpPr>
            <a:spLocks noGrp="1"/>
          </p:cNvSpPr>
          <p:nvPr/>
        </p:nvSpPr>
        <p:spPr>
          <a:xfrm>
            <a:off x="4671413" y="1378004"/>
            <a:ext cx="28398" cy="28398"/>
          </a:xfrm>
          <a:prstGeom prst="ellipse">
            <a:avLst/>
          </a:prstGeom>
          <a:solidFill>
            <a:srgbClr val="7F8C97">
              <a:alpha val="48000"/>
            </a:srgbClr>
          </a:solidFill>
          <a:ln w="0">
            <a:noFill/>
            <a:prstDash val="solid"/>
          </a:ln>
        </p:spPr>
      </p:sp>
      <p:sp>
        <p:nvSpPr>
          <p:cNvPr id="474" name="03_assume_matched_5771">
            <a:extLst>
              <a:ext uri="{FF2B5EF4-FFF2-40B4-BE49-F238E27FC236}">
                <a16:creationId xmlns:a16="http://schemas.microsoft.com/office/drawing/2014/main" id="{E6821B11-E00B-4EBF-B2D8-3571524E4462}"/>
              </a:ext>
            </a:extLst>
          </p:cNvPr>
          <p:cNvSpPr>
            <a:spLocks noGrp="1"/>
          </p:cNvSpPr>
          <p:nvPr/>
        </p:nvSpPr>
        <p:spPr>
          <a:xfrm>
            <a:off x="4649395" y="1378004"/>
            <a:ext cx="28398" cy="28398"/>
          </a:xfrm>
          <a:prstGeom prst="ellipse">
            <a:avLst/>
          </a:prstGeom>
          <a:solidFill>
            <a:srgbClr val="7F8C97">
              <a:alpha val="48000"/>
            </a:srgbClr>
          </a:solidFill>
          <a:ln w="0">
            <a:noFill/>
            <a:prstDash val="solid"/>
          </a:ln>
        </p:spPr>
      </p:sp>
      <p:sp>
        <p:nvSpPr>
          <p:cNvPr id="475" name="03_assume_matched_5772">
            <a:extLst>
              <a:ext uri="{FF2B5EF4-FFF2-40B4-BE49-F238E27FC236}">
                <a16:creationId xmlns:a16="http://schemas.microsoft.com/office/drawing/2014/main" id="{91B9CA30-887D-46AA-ADD6-8E1A6C6FC42A}"/>
              </a:ext>
            </a:extLst>
          </p:cNvPr>
          <p:cNvSpPr>
            <a:spLocks noGrp="1"/>
          </p:cNvSpPr>
          <p:nvPr/>
        </p:nvSpPr>
        <p:spPr>
          <a:xfrm>
            <a:off x="4597300" y="1378004"/>
            <a:ext cx="28398" cy="28398"/>
          </a:xfrm>
          <a:prstGeom prst="ellipse">
            <a:avLst/>
          </a:prstGeom>
          <a:solidFill>
            <a:srgbClr val="7F8C97">
              <a:alpha val="48000"/>
            </a:srgbClr>
          </a:solidFill>
          <a:ln w="0">
            <a:noFill/>
            <a:prstDash val="solid"/>
          </a:ln>
        </p:spPr>
      </p:sp>
      <p:sp>
        <p:nvSpPr>
          <p:cNvPr id="476" name="03_assume_matched_5773">
            <a:extLst>
              <a:ext uri="{FF2B5EF4-FFF2-40B4-BE49-F238E27FC236}">
                <a16:creationId xmlns:a16="http://schemas.microsoft.com/office/drawing/2014/main" id="{FF7CF0A7-E271-4828-9740-05A20FB3AAA7}"/>
              </a:ext>
            </a:extLst>
          </p:cNvPr>
          <p:cNvSpPr>
            <a:spLocks noGrp="1"/>
          </p:cNvSpPr>
          <p:nvPr/>
        </p:nvSpPr>
        <p:spPr>
          <a:xfrm>
            <a:off x="4572980" y="1962874"/>
            <a:ext cx="28398" cy="28398"/>
          </a:xfrm>
          <a:prstGeom prst="ellipse">
            <a:avLst/>
          </a:prstGeom>
          <a:solidFill>
            <a:srgbClr val="7F8C97">
              <a:alpha val="48000"/>
            </a:srgbClr>
          </a:solidFill>
          <a:ln w="0">
            <a:noFill/>
            <a:prstDash val="solid"/>
          </a:ln>
        </p:spPr>
      </p:sp>
      <p:sp>
        <p:nvSpPr>
          <p:cNvPr id="477" name="03_assume_matched_5774">
            <a:extLst>
              <a:ext uri="{FF2B5EF4-FFF2-40B4-BE49-F238E27FC236}">
                <a16:creationId xmlns:a16="http://schemas.microsoft.com/office/drawing/2014/main" id="{F84EC43A-47DA-442B-8D36-86C47684B341}"/>
              </a:ext>
            </a:extLst>
          </p:cNvPr>
          <p:cNvSpPr>
            <a:spLocks noGrp="1"/>
          </p:cNvSpPr>
          <p:nvPr/>
        </p:nvSpPr>
        <p:spPr>
          <a:xfrm>
            <a:off x="4675443" y="1962874"/>
            <a:ext cx="28398" cy="28398"/>
          </a:xfrm>
          <a:prstGeom prst="ellipse">
            <a:avLst/>
          </a:prstGeom>
          <a:solidFill>
            <a:srgbClr val="7F8C97">
              <a:alpha val="48000"/>
            </a:srgbClr>
          </a:solidFill>
          <a:ln w="0">
            <a:noFill/>
            <a:prstDash val="solid"/>
          </a:ln>
        </p:spPr>
      </p:sp>
      <p:sp>
        <p:nvSpPr>
          <p:cNvPr id="478" name="03_assume_matched_5775">
            <a:extLst>
              <a:ext uri="{FF2B5EF4-FFF2-40B4-BE49-F238E27FC236}">
                <a16:creationId xmlns:a16="http://schemas.microsoft.com/office/drawing/2014/main" id="{6C1ED194-DCD0-4271-B3A9-DE66CD39AF9E}"/>
              </a:ext>
            </a:extLst>
          </p:cNvPr>
          <p:cNvSpPr>
            <a:spLocks noGrp="1"/>
          </p:cNvSpPr>
          <p:nvPr/>
        </p:nvSpPr>
        <p:spPr>
          <a:xfrm>
            <a:off x="4623204" y="1962874"/>
            <a:ext cx="28398" cy="28398"/>
          </a:xfrm>
          <a:prstGeom prst="ellipse">
            <a:avLst/>
          </a:prstGeom>
          <a:solidFill>
            <a:srgbClr val="7F8C97">
              <a:alpha val="48000"/>
            </a:srgbClr>
          </a:solidFill>
          <a:ln w="0">
            <a:noFill/>
            <a:prstDash val="solid"/>
          </a:ln>
        </p:spPr>
      </p:sp>
      <p:sp>
        <p:nvSpPr>
          <p:cNvPr id="479" name="03_assume_matched_5776">
            <a:extLst>
              <a:ext uri="{FF2B5EF4-FFF2-40B4-BE49-F238E27FC236}">
                <a16:creationId xmlns:a16="http://schemas.microsoft.com/office/drawing/2014/main" id="{6B3303F7-EE04-4BD9-9222-AD716884FFCA}"/>
              </a:ext>
            </a:extLst>
          </p:cNvPr>
          <p:cNvSpPr>
            <a:spLocks noGrp="1"/>
          </p:cNvSpPr>
          <p:nvPr/>
        </p:nvSpPr>
        <p:spPr>
          <a:xfrm>
            <a:off x="4656015" y="1962874"/>
            <a:ext cx="28398" cy="28398"/>
          </a:xfrm>
          <a:prstGeom prst="ellipse">
            <a:avLst/>
          </a:prstGeom>
          <a:solidFill>
            <a:srgbClr val="7F8C97">
              <a:alpha val="48000"/>
            </a:srgbClr>
          </a:solidFill>
          <a:ln w="0">
            <a:noFill/>
            <a:prstDash val="solid"/>
          </a:ln>
        </p:spPr>
      </p:sp>
      <p:sp>
        <p:nvSpPr>
          <p:cNvPr id="480" name="03_assume_matched_5777">
            <a:extLst>
              <a:ext uri="{FF2B5EF4-FFF2-40B4-BE49-F238E27FC236}">
                <a16:creationId xmlns:a16="http://schemas.microsoft.com/office/drawing/2014/main" id="{9FBAFBE6-C596-4811-91D3-AF6EEC5565A5}"/>
              </a:ext>
            </a:extLst>
          </p:cNvPr>
          <p:cNvSpPr>
            <a:spLocks noGrp="1"/>
          </p:cNvSpPr>
          <p:nvPr/>
        </p:nvSpPr>
        <p:spPr>
          <a:xfrm>
            <a:off x="4555135" y="1845900"/>
            <a:ext cx="28398" cy="28398"/>
          </a:xfrm>
          <a:prstGeom prst="ellipse">
            <a:avLst/>
          </a:prstGeom>
          <a:solidFill>
            <a:srgbClr val="7F8C97">
              <a:alpha val="48000"/>
            </a:srgbClr>
          </a:solidFill>
          <a:ln w="0">
            <a:noFill/>
            <a:prstDash val="solid"/>
          </a:ln>
        </p:spPr>
      </p:sp>
      <p:sp>
        <p:nvSpPr>
          <p:cNvPr id="481" name="03_assume_matched_5778">
            <a:extLst>
              <a:ext uri="{FF2B5EF4-FFF2-40B4-BE49-F238E27FC236}">
                <a16:creationId xmlns:a16="http://schemas.microsoft.com/office/drawing/2014/main" id="{261FBF67-D265-4AE4-A03A-F5BAB9D8C5FA}"/>
              </a:ext>
            </a:extLst>
          </p:cNvPr>
          <p:cNvSpPr>
            <a:spLocks noGrp="1"/>
          </p:cNvSpPr>
          <p:nvPr/>
        </p:nvSpPr>
        <p:spPr>
          <a:xfrm>
            <a:off x="4647093" y="1962874"/>
            <a:ext cx="28398" cy="28398"/>
          </a:xfrm>
          <a:prstGeom prst="ellipse">
            <a:avLst/>
          </a:prstGeom>
          <a:solidFill>
            <a:srgbClr val="7F8C97">
              <a:alpha val="48000"/>
            </a:srgbClr>
          </a:solidFill>
          <a:ln w="0">
            <a:noFill/>
            <a:prstDash val="solid"/>
          </a:ln>
        </p:spPr>
      </p:sp>
      <p:sp>
        <p:nvSpPr>
          <p:cNvPr id="482" name="03_assume_matched_5779">
            <a:extLst>
              <a:ext uri="{FF2B5EF4-FFF2-40B4-BE49-F238E27FC236}">
                <a16:creationId xmlns:a16="http://schemas.microsoft.com/office/drawing/2014/main" id="{91DC1432-2E15-4A86-A96F-F22BA07203A0}"/>
              </a:ext>
            </a:extLst>
          </p:cNvPr>
          <p:cNvSpPr>
            <a:spLocks noGrp="1"/>
          </p:cNvSpPr>
          <p:nvPr/>
        </p:nvSpPr>
        <p:spPr>
          <a:xfrm>
            <a:off x="4626226" y="1962874"/>
            <a:ext cx="28398" cy="28398"/>
          </a:xfrm>
          <a:prstGeom prst="ellipse">
            <a:avLst/>
          </a:prstGeom>
          <a:solidFill>
            <a:srgbClr val="7F8C97">
              <a:alpha val="48000"/>
            </a:srgbClr>
          </a:solidFill>
          <a:ln w="0">
            <a:noFill/>
            <a:prstDash val="solid"/>
          </a:ln>
        </p:spPr>
      </p:sp>
      <p:sp>
        <p:nvSpPr>
          <p:cNvPr id="483" name="03_assume_matched_5780">
            <a:extLst>
              <a:ext uri="{FF2B5EF4-FFF2-40B4-BE49-F238E27FC236}">
                <a16:creationId xmlns:a16="http://schemas.microsoft.com/office/drawing/2014/main" id="{9B4C58EF-E832-4601-AE60-E339468FE8D5}"/>
              </a:ext>
            </a:extLst>
          </p:cNvPr>
          <p:cNvSpPr>
            <a:spLocks noGrp="1"/>
          </p:cNvSpPr>
          <p:nvPr/>
        </p:nvSpPr>
        <p:spPr>
          <a:xfrm>
            <a:off x="4534844" y="1378004"/>
            <a:ext cx="28398" cy="28398"/>
          </a:xfrm>
          <a:prstGeom prst="ellipse">
            <a:avLst/>
          </a:prstGeom>
          <a:solidFill>
            <a:srgbClr val="7F8C97">
              <a:alpha val="48000"/>
            </a:srgbClr>
          </a:solidFill>
          <a:ln w="0">
            <a:noFill/>
            <a:prstDash val="solid"/>
          </a:ln>
        </p:spPr>
      </p:sp>
      <p:sp>
        <p:nvSpPr>
          <p:cNvPr id="484" name="03_assume_matched_5781">
            <a:extLst>
              <a:ext uri="{FF2B5EF4-FFF2-40B4-BE49-F238E27FC236}">
                <a16:creationId xmlns:a16="http://schemas.microsoft.com/office/drawing/2014/main" id="{440D437A-62A5-44BD-88A6-4B04BDB1BC21}"/>
              </a:ext>
            </a:extLst>
          </p:cNvPr>
          <p:cNvSpPr>
            <a:spLocks noGrp="1"/>
          </p:cNvSpPr>
          <p:nvPr/>
        </p:nvSpPr>
        <p:spPr>
          <a:xfrm>
            <a:off x="4594134" y="1962874"/>
            <a:ext cx="28398" cy="28398"/>
          </a:xfrm>
          <a:prstGeom prst="ellipse">
            <a:avLst/>
          </a:prstGeom>
          <a:solidFill>
            <a:srgbClr val="7F8C97">
              <a:alpha val="48000"/>
            </a:srgbClr>
          </a:solidFill>
          <a:ln w="0">
            <a:noFill/>
            <a:prstDash val="solid"/>
          </a:ln>
        </p:spPr>
      </p:sp>
      <p:sp>
        <p:nvSpPr>
          <p:cNvPr id="485" name="03_assume_matched_5782">
            <a:extLst>
              <a:ext uri="{FF2B5EF4-FFF2-40B4-BE49-F238E27FC236}">
                <a16:creationId xmlns:a16="http://schemas.microsoft.com/office/drawing/2014/main" id="{F95365C9-A07D-425B-A37C-F75BD2D9AEC5}"/>
              </a:ext>
            </a:extLst>
          </p:cNvPr>
          <p:cNvSpPr>
            <a:spLocks noGrp="1"/>
          </p:cNvSpPr>
          <p:nvPr/>
        </p:nvSpPr>
        <p:spPr>
          <a:xfrm>
            <a:off x="4576290" y="1962874"/>
            <a:ext cx="28398" cy="28398"/>
          </a:xfrm>
          <a:prstGeom prst="ellipse">
            <a:avLst/>
          </a:prstGeom>
          <a:solidFill>
            <a:srgbClr val="7F8C97">
              <a:alpha val="48000"/>
            </a:srgbClr>
          </a:solidFill>
          <a:ln w="0">
            <a:noFill/>
            <a:prstDash val="solid"/>
          </a:ln>
        </p:spPr>
      </p:sp>
      <p:sp>
        <p:nvSpPr>
          <p:cNvPr id="486" name="03_assume_matched_5783">
            <a:extLst>
              <a:ext uri="{FF2B5EF4-FFF2-40B4-BE49-F238E27FC236}">
                <a16:creationId xmlns:a16="http://schemas.microsoft.com/office/drawing/2014/main" id="{A34862F8-E14B-450E-BA24-C9EDD4FE36E7}"/>
              </a:ext>
            </a:extLst>
          </p:cNvPr>
          <p:cNvSpPr>
            <a:spLocks noGrp="1"/>
          </p:cNvSpPr>
          <p:nvPr/>
        </p:nvSpPr>
        <p:spPr>
          <a:xfrm>
            <a:off x="4608525" y="1572961"/>
            <a:ext cx="28398" cy="28398"/>
          </a:xfrm>
          <a:prstGeom prst="ellipse">
            <a:avLst/>
          </a:prstGeom>
          <a:solidFill>
            <a:srgbClr val="7F8C97">
              <a:alpha val="48000"/>
            </a:srgbClr>
          </a:solidFill>
          <a:ln w="0">
            <a:noFill/>
            <a:prstDash val="solid"/>
          </a:ln>
        </p:spPr>
      </p:sp>
      <p:sp>
        <p:nvSpPr>
          <p:cNvPr id="487" name="03_assume_matched_5784">
            <a:extLst>
              <a:ext uri="{FF2B5EF4-FFF2-40B4-BE49-F238E27FC236}">
                <a16:creationId xmlns:a16="http://schemas.microsoft.com/office/drawing/2014/main" id="{38A524A9-F4D5-4C46-898E-89B61D73A52A}"/>
              </a:ext>
            </a:extLst>
          </p:cNvPr>
          <p:cNvSpPr>
            <a:spLocks noGrp="1"/>
          </p:cNvSpPr>
          <p:nvPr/>
        </p:nvSpPr>
        <p:spPr>
          <a:xfrm>
            <a:off x="4590393" y="1865395"/>
            <a:ext cx="28398" cy="28398"/>
          </a:xfrm>
          <a:prstGeom prst="ellipse">
            <a:avLst/>
          </a:prstGeom>
          <a:solidFill>
            <a:srgbClr val="7F8C97">
              <a:alpha val="48000"/>
            </a:srgbClr>
          </a:solidFill>
          <a:ln w="0">
            <a:noFill/>
            <a:prstDash val="solid"/>
          </a:ln>
        </p:spPr>
      </p:sp>
      <p:sp>
        <p:nvSpPr>
          <p:cNvPr id="488" name="03_assume_matched_5785">
            <a:extLst>
              <a:ext uri="{FF2B5EF4-FFF2-40B4-BE49-F238E27FC236}">
                <a16:creationId xmlns:a16="http://schemas.microsoft.com/office/drawing/2014/main" id="{548C9794-F9C7-4A00-BD16-8EF70416218C}"/>
              </a:ext>
            </a:extLst>
          </p:cNvPr>
          <p:cNvSpPr>
            <a:spLocks noGrp="1"/>
          </p:cNvSpPr>
          <p:nvPr/>
        </p:nvSpPr>
        <p:spPr>
          <a:xfrm>
            <a:off x="4652561" y="1962874"/>
            <a:ext cx="28398" cy="28398"/>
          </a:xfrm>
          <a:prstGeom prst="ellipse">
            <a:avLst/>
          </a:prstGeom>
          <a:solidFill>
            <a:srgbClr val="7F8C97">
              <a:alpha val="48000"/>
            </a:srgbClr>
          </a:solidFill>
          <a:ln w="0">
            <a:noFill/>
            <a:prstDash val="solid"/>
          </a:ln>
        </p:spPr>
      </p:sp>
      <p:sp>
        <p:nvSpPr>
          <p:cNvPr id="489" name="03_assume_matched_5786">
            <a:extLst>
              <a:ext uri="{FF2B5EF4-FFF2-40B4-BE49-F238E27FC236}">
                <a16:creationId xmlns:a16="http://schemas.microsoft.com/office/drawing/2014/main" id="{EA87649A-8519-4AF2-9017-10AD60A2BF39}"/>
              </a:ext>
            </a:extLst>
          </p:cNvPr>
          <p:cNvSpPr>
            <a:spLocks noGrp="1"/>
          </p:cNvSpPr>
          <p:nvPr/>
        </p:nvSpPr>
        <p:spPr>
          <a:xfrm>
            <a:off x="4550674" y="1436491"/>
            <a:ext cx="28398" cy="28398"/>
          </a:xfrm>
          <a:prstGeom prst="ellipse">
            <a:avLst/>
          </a:prstGeom>
          <a:solidFill>
            <a:srgbClr val="7F8C97">
              <a:alpha val="48000"/>
            </a:srgbClr>
          </a:solidFill>
          <a:ln w="0">
            <a:noFill/>
            <a:prstDash val="solid"/>
          </a:ln>
        </p:spPr>
      </p:sp>
      <p:sp>
        <p:nvSpPr>
          <p:cNvPr id="490" name="03_assume_matched_5787">
            <a:extLst>
              <a:ext uri="{FF2B5EF4-FFF2-40B4-BE49-F238E27FC236}">
                <a16:creationId xmlns:a16="http://schemas.microsoft.com/office/drawing/2014/main" id="{8C349257-1FD3-4472-8974-8AA4412DB84B}"/>
              </a:ext>
            </a:extLst>
          </p:cNvPr>
          <p:cNvSpPr>
            <a:spLocks noGrp="1"/>
          </p:cNvSpPr>
          <p:nvPr/>
        </p:nvSpPr>
        <p:spPr>
          <a:xfrm>
            <a:off x="4557294" y="1962874"/>
            <a:ext cx="28398" cy="28398"/>
          </a:xfrm>
          <a:prstGeom prst="ellipse">
            <a:avLst/>
          </a:prstGeom>
          <a:solidFill>
            <a:srgbClr val="7F8C97">
              <a:alpha val="48000"/>
            </a:srgbClr>
          </a:solidFill>
          <a:ln w="0">
            <a:noFill/>
            <a:prstDash val="solid"/>
          </a:ln>
        </p:spPr>
      </p:sp>
      <p:sp>
        <p:nvSpPr>
          <p:cNvPr id="491" name="03_assume_matched_5788">
            <a:extLst>
              <a:ext uri="{FF2B5EF4-FFF2-40B4-BE49-F238E27FC236}">
                <a16:creationId xmlns:a16="http://schemas.microsoft.com/office/drawing/2014/main" id="{5AA0DFCD-A12E-433E-A5C4-2F2A3DA43FD6}"/>
              </a:ext>
            </a:extLst>
          </p:cNvPr>
          <p:cNvSpPr>
            <a:spLocks noGrp="1"/>
          </p:cNvSpPr>
          <p:nvPr/>
        </p:nvSpPr>
        <p:spPr>
          <a:xfrm>
            <a:off x="4617160" y="1378004"/>
            <a:ext cx="28398" cy="28398"/>
          </a:xfrm>
          <a:prstGeom prst="ellipse">
            <a:avLst/>
          </a:prstGeom>
          <a:solidFill>
            <a:srgbClr val="7F8C97">
              <a:alpha val="48000"/>
            </a:srgbClr>
          </a:solidFill>
          <a:ln w="0">
            <a:noFill/>
            <a:prstDash val="solid"/>
          </a:ln>
        </p:spPr>
      </p:sp>
      <p:sp>
        <p:nvSpPr>
          <p:cNvPr id="492" name="03_assume_matched_5789">
            <a:extLst>
              <a:ext uri="{FF2B5EF4-FFF2-40B4-BE49-F238E27FC236}">
                <a16:creationId xmlns:a16="http://schemas.microsoft.com/office/drawing/2014/main" id="{4282CBF7-7809-4F85-8BA9-BF768A4D8268}"/>
              </a:ext>
            </a:extLst>
          </p:cNvPr>
          <p:cNvSpPr>
            <a:spLocks noGrp="1"/>
          </p:cNvSpPr>
          <p:nvPr/>
        </p:nvSpPr>
        <p:spPr>
          <a:xfrm>
            <a:off x="4615865" y="1378004"/>
            <a:ext cx="28398" cy="28398"/>
          </a:xfrm>
          <a:prstGeom prst="ellipse">
            <a:avLst/>
          </a:prstGeom>
          <a:solidFill>
            <a:srgbClr val="7F8C97">
              <a:alpha val="48000"/>
            </a:srgbClr>
          </a:solidFill>
          <a:ln w="0">
            <a:noFill/>
            <a:prstDash val="solid"/>
          </a:ln>
        </p:spPr>
      </p:sp>
      <p:sp>
        <p:nvSpPr>
          <p:cNvPr id="493" name="03_assume_matched_5790">
            <a:extLst>
              <a:ext uri="{FF2B5EF4-FFF2-40B4-BE49-F238E27FC236}">
                <a16:creationId xmlns:a16="http://schemas.microsoft.com/office/drawing/2014/main" id="{E9CD003B-EB10-4395-97C9-EBC9FFCE4B08}"/>
              </a:ext>
            </a:extLst>
          </p:cNvPr>
          <p:cNvSpPr>
            <a:spLocks noGrp="1"/>
          </p:cNvSpPr>
          <p:nvPr/>
        </p:nvSpPr>
        <p:spPr>
          <a:xfrm>
            <a:off x="4662635" y="1378004"/>
            <a:ext cx="28398" cy="28398"/>
          </a:xfrm>
          <a:prstGeom prst="ellipse">
            <a:avLst/>
          </a:prstGeom>
          <a:solidFill>
            <a:srgbClr val="7F8C97">
              <a:alpha val="48000"/>
            </a:srgbClr>
          </a:solidFill>
          <a:ln w="0">
            <a:noFill/>
            <a:prstDash val="solid"/>
          </a:ln>
        </p:spPr>
      </p:sp>
      <p:sp>
        <p:nvSpPr>
          <p:cNvPr id="494" name="03_assume_matched_5791">
            <a:extLst>
              <a:ext uri="{FF2B5EF4-FFF2-40B4-BE49-F238E27FC236}">
                <a16:creationId xmlns:a16="http://schemas.microsoft.com/office/drawing/2014/main" id="{8494EF93-F5F7-45B9-BD19-301A7EC93FD2}"/>
              </a:ext>
            </a:extLst>
          </p:cNvPr>
          <p:cNvSpPr>
            <a:spLocks noGrp="1"/>
          </p:cNvSpPr>
          <p:nvPr/>
        </p:nvSpPr>
        <p:spPr>
          <a:xfrm>
            <a:off x="4640905" y="1962874"/>
            <a:ext cx="28398" cy="28398"/>
          </a:xfrm>
          <a:prstGeom prst="ellipse">
            <a:avLst/>
          </a:prstGeom>
          <a:solidFill>
            <a:srgbClr val="7F8C97">
              <a:alpha val="48000"/>
            </a:srgbClr>
          </a:solidFill>
          <a:ln w="0">
            <a:noFill/>
            <a:prstDash val="solid"/>
          </a:ln>
        </p:spPr>
      </p:sp>
      <p:sp>
        <p:nvSpPr>
          <p:cNvPr id="495" name="03_assume_matched_5792">
            <a:extLst>
              <a:ext uri="{FF2B5EF4-FFF2-40B4-BE49-F238E27FC236}">
                <a16:creationId xmlns:a16="http://schemas.microsoft.com/office/drawing/2014/main" id="{353A37F3-8C9B-4F10-AAA8-1828B7B5FD31}"/>
              </a:ext>
            </a:extLst>
          </p:cNvPr>
          <p:cNvSpPr>
            <a:spLocks noGrp="1"/>
          </p:cNvSpPr>
          <p:nvPr/>
        </p:nvSpPr>
        <p:spPr>
          <a:xfrm>
            <a:off x="4572980" y="1962874"/>
            <a:ext cx="28398" cy="28398"/>
          </a:xfrm>
          <a:prstGeom prst="ellipse">
            <a:avLst/>
          </a:prstGeom>
          <a:solidFill>
            <a:srgbClr val="7F8C97">
              <a:alpha val="48000"/>
            </a:srgbClr>
          </a:solidFill>
          <a:ln w="0">
            <a:noFill/>
            <a:prstDash val="solid"/>
          </a:ln>
        </p:spPr>
      </p:sp>
      <p:sp>
        <p:nvSpPr>
          <p:cNvPr id="496" name="03_assume_matched_5793">
            <a:extLst>
              <a:ext uri="{FF2B5EF4-FFF2-40B4-BE49-F238E27FC236}">
                <a16:creationId xmlns:a16="http://schemas.microsoft.com/office/drawing/2014/main" id="{F2513E78-9F66-431D-BA7F-22DBCF0C4D54}"/>
              </a:ext>
            </a:extLst>
          </p:cNvPr>
          <p:cNvSpPr>
            <a:spLocks noGrp="1"/>
          </p:cNvSpPr>
          <p:nvPr/>
        </p:nvSpPr>
        <p:spPr>
          <a:xfrm>
            <a:off x="4643783" y="1962874"/>
            <a:ext cx="28398" cy="28398"/>
          </a:xfrm>
          <a:prstGeom prst="ellipse">
            <a:avLst/>
          </a:prstGeom>
          <a:solidFill>
            <a:srgbClr val="7F8C97">
              <a:alpha val="48000"/>
            </a:srgbClr>
          </a:solidFill>
          <a:ln w="0">
            <a:noFill/>
            <a:prstDash val="solid"/>
          </a:ln>
        </p:spPr>
      </p:sp>
      <p:sp>
        <p:nvSpPr>
          <p:cNvPr id="497" name="03_assume_matched_5794">
            <a:extLst>
              <a:ext uri="{FF2B5EF4-FFF2-40B4-BE49-F238E27FC236}">
                <a16:creationId xmlns:a16="http://schemas.microsoft.com/office/drawing/2014/main" id="{EA027850-E2A3-4484-8A5E-4D383EE3E444}"/>
              </a:ext>
            </a:extLst>
          </p:cNvPr>
          <p:cNvSpPr>
            <a:spLocks noGrp="1"/>
          </p:cNvSpPr>
          <p:nvPr/>
        </p:nvSpPr>
        <p:spPr>
          <a:xfrm>
            <a:off x="4632126" y="1767917"/>
            <a:ext cx="28398" cy="28398"/>
          </a:xfrm>
          <a:prstGeom prst="ellipse">
            <a:avLst/>
          </a:prstGeom>
          <a:solidFill>
            <a:srgbClr val="7F8C97">
              <a:alpha val="48000"/>
            </a:srgbClr>
          </a:solidFill>
          <a:ln w="0">
            <a:noFill/>
            <a:prstDash val="solid"/>
          </a:ln>
        </p:spPr>
      </p:sp>
      <p:sp>
        <p:nvSpPr>
          <p:cNvPr id="498" name="03_assume_matched_5795">
            <a:extLst>
              <a:ext uri="{FF2B5EF4-FFF2-40B4-BE49-F238E27FC236}">
                <a16:creationId xmlns:a16="http://schemas.microsoft.com/office/drawing/2014/main" id="{9A18A3E3-10DD-4175-BF54-D0B5BA8C894B}"/>
              </a:ext>
            </a:extLst>
          </p:cNvPr>
          <p:cNvSpPr>
            <a:spLocks noGrp="1"/>
          </p:cNvSpPr>
          <p:nvPr/>
        </p:nvSpPr>
        <p:spPr>
          <a:xfrm>
            <a:off x="4638314" y="1962874"/>
            <a:ext cx="28398" cy="28398"/>
          </a:xfrm>
          <a:prstGeom prst="ellipse">
            <a:avLst/>
          </a:prstGeom>
          <a:solidFill>
            <a:srgbClr val="7F8C97">
              <a:alpha val="48000"/>
            </a:srgbClr>
          </a:solidFill>
          <a:ln w="0">
            <a:noFill/>
            <a:prstDash val="solid"/>
          </a:ln>
        </p:spPr>
      </p:sp>
      <p:sp>
        <p:nvSpPr>
          <p:cNvPr id="499" name="03_assume_matched_5796">
            <a:extLst>
              <a:ext uri="{FF2B5EF4-FFF2-40B4-BE49-F238E27FC236}">
                <a16:creationId xmlns:a16="http://schemas.microsoft.com/office/drawing/2014/main" id="{0AC86073-AD72-4548-AAD5-06BF68A67925}"/>
              </a:ext>
            </a:extLst>
          </p:cNvPr>
          <p:cNvSpPr>
            <a:spLocks noGrp="1"/>
          </p:cNvSpPr>
          <p:nvPr/>
        </p:nvSpPr>
        <p:spPr>
          <a:xfrm>
            <a:off x="4651698" y="1962874"/>
            <a:ext cx="28398" cy="28398"/>
          </a:xfrm>
          <a:prstGeom prst="ellipse">
            <a:avLst/>
          </a:prstGeom>
          <a:solidFill>
            <a:srgbClr val="7F8C97">
              <a:alpha val="48000"/>
            </a:srgbClr>
          </a:solidFill>
          <a:ln w="0">
            <a:noFill/>
            <a:prstDash val="solid"/>
          </a:ln>
        </p:spPr>
      </p:sp>
      <p:sp>
        <p:nvSpPr>
          <p:cNvPr id="500" name="03_assume_matched_5797">
            <a:extLst>
              <a:ext uri="{FF2B5EF4-FFF2-40B4-BE49-F238E27FC236}">
                <a16:creationId xmlns:a16="http://schemas.microsoft.com/office/drawing/2014/main" id="{7CF7514E-ADA4-486E-889E-93D4036FDCE7}"/>
              </a:ext>
            </a:extLst>
          </p:cNvPr>
          <p:cNvSpPr>
            <a:spLocks noGrp="1"/>
          </p:cNvSpPr>
          <p:nvPr/>
        </p:nvSpPr>
        <p:spPr>
          <a:xfrm>
            <a:off x="4560316" y="1378004"/>
            <a:ext cx="28398" cy="28398"/>
          </a:xfrm>
          <a:prstGeom prst="ellipse">
            <a:avLst/>
          </a:prstGeom>
          <a:solidFill>
            <a:srgbClr val="7F8C97">
              <a:alpha val="48000"/>
            </a:srgbClr>
          </a:solidFill>
          <a:ln w="0">
            <a:noFill/>
            <a:prstDash val="solid"/>
          </a:ln>
        </p:spPr>
      </p:sp>
      <p:sp>
        <p:nvSpPr>
          <p:cNvPr id="501" name="03_assume_matched_5798">
            <a:extLst>
              <a:ext uri="{FF2B5EF4-FFF2-40B4-BE49-F238E27FC236}">
                <a16:creationId xmlns:a16="http://schemas.microsoft.com/office/drawing/2014/main" id="{1849B067-CF79-4CC8-B43A-6A3FE23A5E25}"/>
              </a:ext>
            </a:extLst>
          </p:cNvPr>
          <p:cNvSpPr>
            <a:spLocks noGrp="1"/>
          </p:cNvSpPr>
          <p:nvPr/>
        </p:nvSpPr>
        <p:spPr>
          <a:xfrm>
            <a:off x="4549523" y="1865395"/>
            <a:ext cx="28398" cy="28398"/>
          </a:xfrm>
          <a:prstGeom prst="ellipse">
            <a:avLst/>
          </a:prstGeom>
          <a:solidFill>
            <a:srgbClr val="7F8C97">
              <a:alpha val="48000"/>
            </a:srgbClr>
          </a:solidFill>
          <a:ln w="0">
            <a:noFill/>
            <a:prstDash val="solid"/>
          </a:ln>
        </p:spPr>
      </p:sp>
      <p:sp>
        <p:nvSpPr>
          <p:cNvPr id="502" name="03_assume_matched_5799">
            <a:extLst>
              <a:ext uri="{FF2B5EF4-FFF2-40B4-BE49-F238E27FC236}">
                <a16:creationId xmlns:a16="http://schemas.microsoft.com/office/drawing/2014/main" id="{AD21F720-425B-42F4-B122-DAAF4063BB11}"/>
              </a:ext>
            </a:extLst>
          </p:cNvPr>
          <p:cNvSpPr>
            <a:spLocks noGrp="1"/>
          </p:cNvSpPr>
          <p:nvPr/>
        </p:nvSpPr>
        <p:spPr>
          <a:xfrm>
            <a:off x="4632414" y="1962874"/>
            <a:ext cx="28398" cy="28398"/>
          </a:xfrm>
          <a:prstGeom prst="ellipse">
            <a:avLst/>
          </a:prstGeom>
          <a:solidFill>
            <a:srgbClr val="7F8C97">
              <a:alpha val="48000"/>
            </a:srgbClr>
          </a:solidFill>
          <a:ln w="0">
            <a:noFill/>
            <a:prstDash val="solid"/>
          </a:ln>
        </p:spPr>
      </p:sp>
      <p:sp>
        <p:nvSpPr>
          <p:cNvPr id="503" name="03_assume_matched_5800">
            <a:extLst>
              <a:ext uri="{FF2B5EF4-FFF2-40B4-BE49-F238E27FC236}">
                <a16:creationId xmlns:a16="http://schemas.microsoft.com/office/drawing/2014/main" id="{FAD7783B-ADF2-4A69-9D39-806A1D775E5E}"/>
              </a:ext>
            </a:extLst>
          </p:cNvPr>
          <p:cNvSpPr>
            <a:spLocks noGrp="1"/>
          </p:cNvSpPr>
          <p:nvPr/>
        </p:nvSpPr>
        <p:spPr>
          <a:xfrm>
            <a:off x="4669543" y="1879321"/>
            <a:ext cx="28398" cy="28398"/>
          </a:xfrm>
          <a:prstGeom prst="ellipse">
            <a:avLst/>
          </a:prstGeom>
          <a:solidFill>
            <a:srgbClr val="7F8C97">
              <a:alpha val="48000"/>
            </a:srgbClr>
          </a:solidFill>
          <a:ln w="0">
            <a:noFill/>
            <a:prstDash val="solid"/>
          </a:ln>
        </p:spPr>
      </p:sp>
      <p:sp>
        <p:nvSpPr>
          <p:cNvPr id="504" name="03_assume_matched_5801">
            <a:extLst>
              <a:ext uri="{FF2B5EF4-FFF2-40B4-BE49-F238E27FC236}">
                <a16:creationId xmlns:a16="http://schemas.microsoft.com/office/drawing/2014/main" id="{923FCF3C-4915-4497-9C01-BC0924107ED3}"/>
              </a:ext>
            </a:extLst>
          </p:cNvPr>
          <p:cNvSpPr>
            <a:spLocks noGrp="1"/>
          </p:cNvSpPr>
          <p:nvPr/>
        </p:nvSpPr>
        <p:spPr>
          <a:xfrm>
            <a:off x="4675731" y="1475483"/>
            <a:ext cx="28398" cy="28398"/>
          </a:xfrm>
          <a:prstGeom prst="ellipse">
            <a:avLst/>
          </a:prstGeom>
          <a:solidFill>
            <a:srgbClr val="7F8C97">
              <a:alpha val="48000"/>
            </a:srgbClr>
          </a:solidFill>
          <a:ln w="0">
            <a:noFill/>
            <a:prstDash val="solid"/>
          </a:ln>
        </p:spPr>
      </p:sp>
      <p:sp>
        <p:nvSpPr>
          <p:cNvPr id="505" name="03_assume_matched_5802">
            <a:extLst>
              <a:ext uri="{FF2B5EF4-FFF2-40B4-BE49-F238E27FC236}">
                <a16:creationId xmlns:a16="http://schemas.microsoft.com/office/drawing/2014/main" id="{E1F7F560-1C75-49EB-95A1-FF117157DC80}"/>
              </a:ext>
            </a:extLst>
          </p:cNvPr>
          <p:cNvSpPr>
            <a:spLocks noGrp="1"/>
          </p:cNvSpPr>
          <p:nvPr/>
        </p:nvSpPr>
        <p:spPr>
          <a:xfrm>
            <a:off x="4586795" y="1962874"/>
            <a:ext cx="28398" cy="28398"/>
          </a:xfrm>
          <a:prstGeom prst="ellipse">
            <a:avLst/>
          </a:prstGeom>
          <a:solidFill>
            <a:srgbClr val="7F8C97">
              <a:alpha val="48000"/>
            </a:srgbClr>
          </a:solidFill>
          <a:ln w="0">
            <a:noFill/>
            <a:prstDash val="solid"/>
          </a:ln>
        </p:spPr>
      </p:sp>
      <p:sp>
        <p:nvSpPr>
          <p:cNvPr id="506" name="03_assume_matched_5803">
            <a:extLst>
              <a:ext uri="{FF2B5EF4-FFF2-40B4-BE49-F238E27FC236}">
                <a16:creationId xmlns:a16="http://schemas.microsoft.com/office/drawing/2014/main" id="{7DE8AFF7-85AE-456C-8EA9-5B189608E474}"/>
              </a:ext>
            </a:extLst>
          </p:cNvPr>
          <p:cNvSpPr>
            <a:spLocks noGrp="1"/>
          </p:cNvSpPr>
          <p:nvPr/>
        </p:nvSpPr>
        <p:spPr>
          <a:xfrm>
            <a:off x="4639610" y="1962874"/>
            <a:ext cx="28398" cy="28398"/>
          </a:xfrm>
          <a:prstGeom prst="ellipse">
            <a:avLst/>
          </a:prstGeom>
          <a:solidFill>
            <a:srgbClr val="7F8C97">
              <a:alpha val="48000"/>
            </a:srgbClr>
          </a:solidFill>
          <a:ln w="0">
            <a:noFill/>
            <a:prstDash val="solid"/>
          </a:ln>
        </p:spPr>
      </p:sp>
      <p:sp>
        <p:nvSpPr>
          <p:cNvPr id="507" name="03_assume_matched_5804">
            <a:extLst>
              <a:ext uri="{FF2B5EF4-FFF2-40B4-BE49-F238E27FC236}">
                <a16:creationId xmlns:a16="http://schemas.microsoft.com/office/drawing/2014/main" id="{C5CB822A-0983-4F23-BC93-D6229E525869}"/>
              </a:ext>
            </a:extLst>
          </p:cNvPr>
          <p:cNvSpPr>
            <a:spLocks noGrp="1"/>
          </p:cNvSpPr>
          <p:nvPr/>
        </p:nvSpPr>
        <p:spPr>
          <a:xfrm>
            <a:off x="4650547" y="1378004"/>
            <a:ext cx="28398" cy="28398"/>
          </a:xfrm>
          <a:prstGeom prst="ellipse">
            <a:avLst/>
          </a:prstGeom>
          <a:solidFill>
            <a:srgbClr val="7F8C97">
              <a:alpha val="48000"/>
            </a:srgbClr>
          </a:solidFill>
          <a:ln w="0">
            <a:noFill/>
            <a:prstDash val="solid"/>
          </a:ln>
        </p:spPr>
      </p:sp>
      <p:sp>
        <p:nvSpPr>
          <p:cNvPr id="508" name="03_assume_matched_5805">
            <a:extLst>
              <a:ext uri="{FF2B5EF4-FFF2-40B4-BE49-F238E27FC236}">
                <a16:creationId xmlns:a16="http://schemas.microsoft.com/office/drawing/2014/main" id="{54C64ACF-D371-4D50-BC87-C3B678E9FBCC}"/>
              </a:ext>
            </a:extLst>
          </p:cNvPr>
          <p:cNvSpPr>
            <a:spLocks noGrp="1"/>
          </p:cNvSpPr>
          <p:nvPr/>
        </p:nvSpPr>
        <p:spPr>
          <a:xfrm>
            <a:off x="4667960" y="1378004"/>
            <a:ext cx="28398" cy="28398"/>
          </a:xfrm>
          <a:prstGeom prst="ellipse">
            <a:avLst/>
          </a:prstGeom>
          <a:solidFill>
            <a:srgbClr val="7F8C97">
              <a:alpha val="48000"/>
            </a:srgbClr>
          </a:solidFill>
          <a:ln w="0">
            <a:noFill/>
            <a:prstDash val="solid"/>
          </a:ln>
        </p:spPr>
      </p:sp>
      <p:sp>
        <p:nvSpPr>
          <p:cNvPr id="509" name="03_assume_matched_5806">
            <a:extLst>
              <a:ext uri="{FF2B5EF4-FFF2-40B4-BE49-F238E27FC236}">
                <a16:creationId xmlns:a16="http://schemas.microsoft.com/office/drawing/2014/main" id="{464DE12D-8666-4B1E-8563-A6DBD6C23C19}"/>
              </a:ext>
            </a:extLst>
          </p:cNvPr>
          <p:cNvSpPr>
            <a:spLocks noGrp="1"/>
          </p:cNvSpPr>
          <p:nvPr/>
        </p:nvSpPr>
        <p:spPr>
          <a:xfrm>
            <a:off x="4652705" y="1378004"/>
            <a:ext cx="28398" cy="28398"/>
          </a:xfrm>
          <a:prstGeom prst="ellipse">
            <a:avLst/>
          </a:prstGeom>
          <a:solidFill>
            <a:srgbClr val="7F8C97">
              <a:alpha val="48000"/>
            </a:srgbClr>
          </a:solidFill>
          <a:ln w="0">
            <a:noFill/>
            <a:prstDash val="solid"/>
          </a:ln>
        </p:spPr>
      </p:sp>
      <p:sp>
        <p:nvSpPr>
          <p:cNvPr id="510" name="03_assume_matched_5807">
            <a:extLst>
              <a:ext uri="{FF2B5EF4-FFF2-40B4-BE49-F238E27FC236}">
                <a16:creationId xmlns:a16="http://schemas.microsoft.com/office/drawing/2014/main" id="{CAC9E61C-22BB-48E0-AFA6-3111AF33CDA2}"/>
              </a:ext>
            </a:extLst>
          </p:cNvPr>
          <p:cNvSpPr>
            <a:spLocks noGrp="1"/>
          </p:cNvSpPr>
          <p:nvPr/>
        </p:nvSpPr>
        <p:spPr>
          <a:xfrm>
            <a:off x="4630975" y="1378004"/>
            <a:ext cx="28398" cy="28398"/>
          </a:xfrm>
          <a:prstGeom prst="ellipse">
            <a:avLst/>
          </a:prstGeom>
          <a:solidFill>
            <a:srgbClr val="7F8C97">
              <a:alpha val="48000"/>
            </a:srgbClr>
          </a:solidFill>
          <a:ln w="0">
            <a:noFill/>
            <a:prstDash val="solid"/>
          </a:ln>
        </p:spPr>
      </p:sp>
      <p:sp>
        <p:nvSpPr>
          <p:cNvPr id="511" name="03_assume_matched_5808">
            <a:extLst>
              <a:ext uri="{FF2B5EF4-FFF2-40B4-BE49-F238E27FC236}">
                <a16:creationId xmlns:a16="http://schemas.microsoft.com/office/drawing/2014/main" id="{6B21E7FE-6CDB-4D2F-B718-D3FD3920A0BA}"/>
              </a:ext>
            </a:extLst>
          </p:cNvPr>
          <p:cNvSpPr>
            <a:spLocks noGrp="1"/>
          </p:cNvSpPr>
          <p:nvPr/>
        </p:nvSpPr>
        <p:spPr>
          <a:xfrm>
            <a:off x="4542759" y="1378004"/>
            <a:ext cx="28398" cy="28398"/>
          </a:xfrm>
          <a:prstGeom prst="ellipse">
            <a:avLst/>
          </a:prstGeom>
          <a:solidFill>
            <a:srgbClr val="7F8C97">
              <a:alpha val="48000"/>
            </a:srgbClr>
          </a:solidFill>
          <a:ln w="0">
            <a:noFill/>
            <a:prstDash val="solid"/>
          </a:ln>
        </p:spPr>
      </p:sp>
      <p:sp>
        <p:nvSpPr>
          <p:cNvPr id="512" name="03_assume_matched_5809">
            <a:extLst>
              <a:ext uri="{FF2B5EF4-FFF2-40B4-BE49-F238E27FC236}">
                <a16:creationId xmlns:a16="http://schemas.microsoft.com/office/drawing/2014/main" id="{72652AC9-F727-461A-99B6-4D14FF421E13}"/>
              </a:ext>
            </a:extLst>
          </p:cNvPr>
          <p:cNvSpPr>
            <a:spLocks noGrp="1"/>
          </p:cNvSpPr>
          <p:nvPr/>
        </p:nvSpPr>
        <p:spPr>
          <a:xfrm>
            <a:off x="4556718" y="1962874"/>
            <a:ext cx="28398" cy="28398"/>
          </a:xfrm>
          <a:prstGeom prst="ellipse">
            <a:avLst/>
          </a:prstGeom>
          <a:solidFill>
            <a:srgbClr val="7F8C97">
              <a:alpha val="48000"/>
            </a:srgbClr>
          </a:solidFill>
          <a:ln w="0">
            <a:noFill/>
            <a:prstDash val="solid"/>
          </a:ln>
        </p:spPr>
      </p:sp>
      <p:sp>
        <p:nvSpPr>
          <p:cNvPr id="513" name="03_assume_matched_5810">
            <a:extLst>
              <a:ext uri="{FF2B5EF4-FFF2-40B4-BE49-F238E27FC236}">
                <a16:creationId xmlns:a16="http://schemas.microsoft.com/office/drawing/2014/main" id="{CEBF55BE-3EDF-4DCB-B7AE-366400DC4D78}"/>
              </a:ext>
            </a:extLst>
          </p:cNvPr>
          <p:cNvSpPr>
            <a:spLocks noGrp="1"/>
          </p:cNvSpPr>
          <p:nvPr/>
        </p:nvSpPr>
        <p:spPr>
          <a:xfrm>
            <a:off x="4617879" y="1378004"/>
            <a:ext cx="28398" cy="28398"/>
          </a:xfrm>
          <a:prstGeom prst="ellipse">
            <a:avLst/>
          </a:prstGeom>
          <a:solidFill>
            <a:srgbClr val="7F8C97">
              <a:alpha val="48000"/>
            </a:srgbClr>
          </a:solidFill>
          <a:ln w="0">
            <a:noFill/>
            <a:prstDash val="solid"/>
          </a:ln>
        </p:spPr>
      </p:sp>
      <p:sp>
        <p:nvSpPr>
          <p:cNvPr id="514" name="03_assume_matched_5811">
            <a:extLst>
              <a:ext uri="{FF2B5EF4-FFF2-40B4-BE49-F238E27FC236}">
                <a16:creationId xmlns:a16="http://schemas.microsoft.com/office/drawing/2014/main" id="{CB7297DA-4C65-414B-83DE-015E54372D8D}"/>
              </a:ext>
            </a:extLst>
          </p:cNvPr>
          <p:cNvSpPr>
            <a:spLocks noGrp="1"/>
          </p:cNvSpPr>
          <p:nvPr/>
        </p:nvSpPr>
        <p:spPr>
          <a:xfrm>
            <a:off x="4562762" y="1378004"/>
            <a:ext cx="28398" cy="28398"/>
          </a:xfrm>
          <a:prstGeom prst="ellipse">
            <a:avLst/>
          </a:prstGeom>
          <a:solidFill>
            <a:srgbClr val="7F8C97">
              <a:alpha val="48000"/>
            </a:srgbClr>
          </a:solidFill>
          <a:ln w="0">
            <a:noFill/>
            <a:prstDash val="solid"/>
          </a:ln>
        </p:spPr>
      </p:sp>
      <p:sp>
        <p:nvSpPr>
          <p:cNvPr id="515" name="03_assume_matched_5812">
            <a:extLst>
              <a:ext uri="{FF2B5EF4-FFF2-40B4-BE49-F238E27FC236}">
                <a16:creationId xmlns:a16="http://schemas.microsoft.com/office/drawing/2014/main" id="{E873D87B-09B3-481F-9747-695F125BFDA9}"/>
              </a:ext>
            </a:extLst>
          </p:cNvPr>
          <p:cNvSpPr>
            <a:spLocks noGrp="1"/>
          </p:cNvSpPr>
          <p:nvPr/>
        </p:nvSpPr>
        <p:spPr>
          <a:xfrm>
            <a:off x="4588810" y="1378004"/>
            <a:ext cx="28398" cy="28398"/>
          </a:xfrm>
          <a:prstGeom prst="ellipse">
            <a:avLst/>
          </a:prstGeom>
          <a:solidFill>
            <a:srgbClr val="7F8C97">
              <a:alpha val="48000"/>
            </a:srgbClr>
          </a:solidFill>
          <a:ln w="0">
            <a:noFill/>
            <a:prstDash val="solid"/>
          </a:ln>
        </p:spPr>
      </p:sp>
      <p:sp>
        <p:nvSpPr>
          <p:cNvPr id="516" name="03_assume_matched_5813">
            <a:extLst>
              <a:ext uri="{FF2B5EF4-FFF2-40B4-BE49-F238E27FC236}">
                <a16:creationId xmlns:a16="http://schemas.microsoft.com/office/drawing/2014/main" id="{44BB54F8-D72C-4105-B4FA-1D1258777A7D}"/>
              </a:ext>
            </a:extLst>
          </p:cNvPr>
          <p:cNvSpPr>
            <a:spLocks noGrp="1"/>
          </p:cNvSpPr>
          <p:nvPr/>
        </p:nvSpPr>
        <p:spPr>
          <a:xfrm>
            <a:off x="4537866" y="1962874"/>
            <a:ext cx="28398" cy="28398"/>
          </a:xfrm>
          <a:prstGeom prst="ellipse">
            <a:avLst/>
          </a:prstGeom>
          <a:solidFill>
            <a:srgbClr val="7F8C97">
              <a:alpha val="48000"/>
            </a:srgbClr>
          </a:solidFill>
          <a:ln w="0">
            <a:noFill/>
            <a:prstDash val="solid"/>
          </a:ln>
        </p:spPr>
      </p:sp>
      <p:sp>
        <p:nvSpPr>
          <p:cNvPr id="517" name="03_assume_matched_5814">
            <a:extLst>
              <a:ext uri="{FF2B5EF4-FFF2-40B4-BE49-F238E27FC236}">
                <a16:creationId xmlns:a16="http://schemas.microsoft.com/office/drawing/2014/main" id="{B6B81D1C-BEBF-42F3-B6CC-FC3CCA3349B1}"/>
              </a:ext>
            </a:extLst>
          </p:cNvPr>
          <p:cNvSpPr>
            <a:spLocks noGrp="1"/>
          </p:cNvSpPr>
          <p:nvPr/>
        </p:nvSpPr>
        <p:spPr>
          <a:xfrm>
            <a:off x="5410545" y="1550466"/>
            <a:ext cx="28398" cy="28398"/>
          </a:xfrm>
          <a:prstGeom prst="ellipse">
            <a:avLst/>
          </a:prstGeom>
          <a:solidFill>
            <a:srgbClr val="7F8C97">
              <a:alpha val="48000"/>
            </a:srgbClr>
          </a:solidFill>
          <a:ln w="0">
            <a:noFill/>
            <a:prstDash val="solid"/>
          </a:ln>
        </p:spPr>
      </p:sp>
      <p:sp>
        <p:nvSpPr>
          <p:cNvPr id="518" name="03_assume_matched_5815">
            <a:extLst>
              <a:ext uri="{FF2B5EF4-FFF2-40B4-BE49-F238E27FC236}">
                <a16:creationId xmlns:a16="http://schemas.microsoft.com/office/drawing/2014/main" id="{A37AEC51-DFDC-4E69-8A3B-5A8C36DAA235}"/>
              </a:ext>
            </a:extLst>
          </p:cNvPr>
          <p:cNvSpPr>
            <a:spLocks noGrp="1"/>
          </p:cNvSpPr>
          <p:nvPr/>
        </p:nvSpPr>
        <p:spPr>
          <a:xfrm>
            <a:off x="5399032" y="1962874"/>
            <a:ext cx="28398" cy="28398"/>
          </a:xfrm>
          <a:prstGeom prst="ellipse">
            <a:avLst/>
          </a:prstGeom>
          <a:solidFill>
            <a:srgbClr val="7F8C97">
              <a:alpha val="48000"/>
            </a:srgbClr>
          </a:solidFill>
          <a:ln w="0">
            <a:noFill/>
            <a:prstDash val="solid"/>
          </a:ln>
        </p:spPr>
      </p:sp>
      <p:sp>
        <p:nvSpPr>
          <p:cNvPr id="519" name="03_assume_matched_5816">
            <a:extLst>
              <a:ext uri="{FF2B5EF4-FFF2-40B4-BE49-F238E27FC236}">
                <a16:creationId xmlns:a16="http://schemas.microsoft.com/office/drawing/2014/main" id="{2D7D99EA-6BCF-4085-BE15-694F1A5E2963}"/>
              </a:ext>
            </a:extLst>
          </p:cNvPr>
          <p:cNvSpPr>
            <a:spLocks noGrp="1"/>
          </p:cNvSpPr>
          <p:nvPr/>
        </p:nvSpPr>
        <p:spPr>
          <a:xfrm>
            <a:off x="5341901" y="1962874"/>
            <a:ext cx="28398" cy="28398"/>
          </a:xfrm>
          <a:prstGeom prst="ellipse">
            <a:avLst/>
          </a:prstGeom>
          <a:solidFill>
            <a:srgbClr val="7F8C97">
              <a:alpha val="48000"/>
            </a:srgbClr>
          </a:solidFill>
          <a:ln w="0">
            <a:noFill/>
            <a:prstDash val="solid"/>
          </a:ln>
        </p:spPr>
      </p:sp>
      <p:sp>
        <p:nvSpPr>
          <p:cNvPr id="520" name="03_assume_matched_5817">
            <a:extLst>
              <a:ext uri="{FF2B5EF4-FFF2-40B4-BE49-F238E27FC236}">
                <a16:creationId xmlns:a16="http://schemas.microsoft.com/office/drawing/2014/main" id="{CEC525F1-174E-4622-91C4-7C64E609C2C9}"/>
              </a:ext>
            </a:extLst>
          </p:cNvPr>
          <p:cNvSpPr>
            <a:spLocks noGrp="1"/>
          </p:cNvSpPr>
          <p:nvPr/>
        </p:nvSpPr>
        <p:spPr>
          <a:xfrm>
            <a:off x="5420763" y="1378004"/>
            <a:ext cx="28398" cy="28398"/>
          </a:xfrm>
          <a:prstGeom prst="ellipse">
            <a:avLst/>
          </a:prstGeom>
          <a:solidFill>
            <a:srgbClr val="7F8C97">
              <a:alpha val="48000"/>
            </a:srgbClr>
          </a:solidFill>
          <a:ln w="0">
            <a:noFill/>
            <a:prstDash val="solid"/>
          </a:ln>
        </p:spPr>
      </p:sp>
      <p:sp>
        <p:nvSpPr>
          <p:cNvPr id="521" name="03_assume_matched_5818">
            <a:extLst>
              <a:ext uri="{FF2B5EF4-FFF2-40B4-BE49-F238E27FC236}">
                <a16:creationId xmlns:a16="http://schemas.microsoft.com/office/drawing/2014/main" id="{CDC7EEBD-403B-4EF0-A66C-509CC4E92BFB}"/>
              </a:ext>
            </a:extLst>
          </p:cNvPr>
          <p:cNvSpPr>
            <a:spLocks noGrp="1"/>
          </p:cNvSpPr>
          <p:nvPr/>
        </p:nvSpPr>
        <p:spPr>
          <a:xfrm>
            <a:off x="5388527" y="1378004"/>
            <a:ext cx="28398" cy="28398"/>
          </a:xfrm>
          <a:prstGeom prst="ellipse">
            <a:avLst/>
          </a:prstGeom>
          <a:solidFill>
            <a:srgbClr val="7F8C97">
              <a:alpha val="48000"/>
            </a:srgbClr>
          </a:solidFill>
          <a:ln w="0">
            <a:noFill/>
            <a:prstDash val="solid"/>
          </a:ln>
        </p:spPr>
      </p:sp>
      <p:sp>
        <p:nvSpPr>
          <p:cNvPr id="522" name="03_assume_matched_5819">
            <a:extLst>
              <a:ext uri="{FF2B5EF4-FFF2-40B4-BE49-F238E27FC236}">
                <a16:creationId xmlns:a16="http://schemas.microsoft.com/office/drawing/2014/main" id="{21B5AFCE-9D39-4DB2-9B48-1A0908F31EAD}"/>
              </a:ext>
            </a:extLst>
          </p:cNvPr>
          <p:cNvSpPr>
            <a:spLocks noGrp="1"/>
          </p:cNvSpPr>
          <p:nvPr/>
        </p:nvSpPr>
        <p:spPr>
          <a:xfrm>
            <a:off x="5293259" y="1537514"/>
            <a:ext cx="28398" cy="28398"/>
          </a:xfrm>
          <a:prstGeom prst="ellipse">
            <a:avLst/>
          </a:prstGeom>
          <a:solidFill>
            <a:srgbClr val="7F8C97">
              <a:alpha val="48000"/>
            </a:srgbClr>
          </a:solidFill>
          <a:ln w="0">
            <a:noFill/>
            <a:prstDash val="solid"/>
          </a:ln>
        </p:spPr>
      </p:sp>
      <p:sp>
        <p:nvSpPr>
          <p:cNvPr id="523" name="03_assume_matched_5820">
            <a:extLst>
              <a:ext uri="{FF2B5EF4-FFF2-40B4-BE49-F238E27FC236}">
                <a16:creationId xmlns:a16="http://schemas.microsoft.com/office/drawing/2014/main" id="{C28E0CF0-E0C8-4FE6-94F4-ED743A72073D}"/>
              </a:ext>
            </a:extLst>
          </p:cNvPr>
          <p:cNvSpPr>
            <a:spLocks noGrp="1"/>
          </p:cNvSpPr>
          <p:nvPr/>
        </p:nvSpPr>
        <p:spPr>
          <a:xfrm>
            <a:off x="5323912" y="1962874"/>
            <a:ext cx="28398" cy="28398"/>
          </a:xfrm>
          <a:prstGeom prst="ellipse">
            <a:avLst/>
          </a:prstGeom>
          <a:solidFill>
            <a:srgbClr val="7F8C97">
              <a:alpha val="48000"/>
            </a:srgbClr>
          </a:solidFill>
          <a:ln w="0">
            <a:noFill/>
            <a:prstDash val="solid"/>
          </a:ln>
        </p:spPr>
      </p:sp>
      <p:sp>
        <p:nvSpPr>
          <p:cNvPr id="524" name="03_assume_matched_5821">
            <a:extLst>
              <a:ext uri="{FF2B5EF4-FFF2-40B4-BE49-F238E27FC236}">
                <a16:creationId xmlns:a16="http://schemas.microsoft.com/office/drawing/2014/main" id="{24CC3033-0BF8-4750-A06E-6F5E3C1E574B}"/>
              </a:ext>
            </a:extLst>
          </p:cNvPr>
          <p:cNvSpPr>
            <a:spLocks noGrp="1"/>
          </p:cNvSpPr>
          <p:nvPr/>
        </p:nvSpPr>
        <p:spPr>
          <a:xfrm>
            <a:off x="5292971" y="1962874"/>
            <a:ext cx="28398" cy="28398"/>
          </a:xfrm>
          <a:prstGeom prst="ellipse">
            <a:avLst/>
          </a:prstGeom>
          <a:solidFill>
            <a:srgbClr val="7F8C97">
              <a:alpha val="48000"/>
            </a:srgbClr>
          </a:solidFill>
          <a:ln w="0">
            <a:noFill/>
            <a:prstDash val="solid"/>
          </a:ln>
        </p:spPr>
      </p:sp>
      <p:sp>
        <p:nvSpPr>
          <p:cNvPr id="525" name="03_assume_matched_5822">
            <a:extLst>
              <a:ext uri="{FF2B5EF4-FFF2-40B4-BE49-F238E27FC236}">
                <a16:creationId xmlns:a16="http://schemas.microsoft.com/office/drawing/2014/main" id="{636385A5-61F9-413F-928F-FBE1F441DC23}"/>
              </a:ext>
            </a:extLst>
          </p:cNvPr>
          <p:cNvSpPr>
            <a:spLocks noGrp="1"/>
          </p:cNvSpPr>
          <p:nvPr/>
        </p:nvSpPr>
        <p:spPr>
          <a:xfrm>
            <a:off x="5374280" y="1670439"/>
            <a:ext cx="28398" cy="28398"/>
          </a:xfrm>
          <a:prstGeom prst="ellipse">
            <a:avLst/>
          </a:prstGeom>
          <a:solidFill>
            <a:srgbClr val="7F8C97">
              <a:alpha val="48000"/>
            </a:srgbClr>
          </a:solidFill>
          <a:ln w="0">
            <a:noFill/>
            <a:prstDash val="solid"/>
          </a:ln>
        </p:spPr>
      </p:sp>
      <p:sp>
        <p:nvSpPr>
          <p:cNvPr id="526" name="03_assume_matched_5823">
            <a:extLst>
              <a:ext uri="{FF2B5EF4-FFF2-40B4-BE49-F238E27FC236}">
                <a16:creationId xmlns:a16="http://schemas.microsoft.com/office/drawing/2014/main" id="{7B90A485-7135-49E0-AD38-5D4186EE4B2F}"/>
              </a:ext>
            </a:extLst>
          </p:cNvPr>
          <p:cNvSpPr>
            <a:spLocks noGrp="1"/>
          </p:cNvSpPr>
          <p:nvPr/>
        </p:nvSpPr>
        <p:spPr>
          <a:xfrm>
            <a:off x="5355572" y="1962874"/>
            <a:ext cx="28398" cy="28398"/>
          </a:xfrm>
          <a:prstGeom prst="ellipse">
            <a:avLst/>
          </a:prstGeom>
          <a:solidFill>
            <a:srgbClr val="7F8C97">
              <a:alpha val="48000"/>
            </a:srgbClr>
          </a:solidFill>
          <a:ln w="0">
            <a:noFill/>
            <a:prstDash val="solid"/>
          </a:ln>
        </p:spPr>
      </p:sp>
      <p:sp>
        <p:nvSpPr>
          <p:cNvPr id="527" name="03_assume_matched_5824">
            <a:extLst>
              <a:ext uri="{FF2B5EF4-FFF2-40B4-BE49-F238E27FC236}">
                <a16:creationId xmlns:a16="http://schemas.microsoft.com/office/drawing/2014/main" id="{96C86141-45CD-4CAE-9EEB-D75933A67DFC}"/>
              </a:ext>
            </a:extLst>
          </p:cNvPr>
          <p:cNvSpPr>
            <a:spLocks noGrp="1"/>
          </p:cNvSpPr>
          <p:nvPr/>
        </p:nvSpPr>
        <p:spPr>
          <a:xfrm>
            <a:off x="5340318" y="1962874"/>
            <a:ext cx="28398" cy="28398"/>
          </a:xfrm>
          <a:prstGeom prst="ellipse">
            <a:avLst/>
          </a:prstGeom>
          <a:solidFill>
            <a:srgbClr val="7F8C97">
              <a:alpha val="48000"/>
            </a:srgbClr>
          </a:solidFill>
          <a:ln w="0">
            <a:noFill/>
            <a:prstDash val="solid"/>
          </a:ln>
        </p:spPr>
      </p:sp>
      <p:sp>
        <p:nvSpPr>
          <p:cNvPr id="528" name="03_assume_matched_5825">
            <a:extLst>
              <a:ext uri="{FF2B5EF4-FFF2-40B4-BE49-F238E27FC236}">
                <a16:creationId xmlns:a16="http://schemas.microsoft.com/office/drawing/2014/main" id="{79EA2FDF-21E5-45B2-A08B-9A0B02595986}"/>
              </a:ext>
            </a:extLst>
          </p:cNvPr>
          <p:cNvSpPr>
            <a:spLocks noGrp="1"/>
          </p:cNvSpPr>
          <p:nvPr/>
        </p:nvSpPr>
        <p:spPr>
          <a:xfrm>
            <a:off x="5326071" y="1962874"/>
            <a:ext cx="28398" cy="28398"/>
          </a:xfrm>
          <a:prstGeom prst="ellipse">
            <a:avLst/>
          </a:prstGeom>
          <a:solidFill>
            <a:srgbClr val="7F8C97">
              <a:alpha val="48000"/>
            </a:srgbClr>
          </a:solidFill>
          <a:ln w="0">
            <a:noFill/>
            <a:prstDash val="solid"/>
          </a:ln>
        </p:spPr>
      </p:sp>
      <p:sp>
        <p:nvSpPr>
          <p:cNvPr id="529" name="03_assume_matched_5826">
            <a:extLst>
              <a:ext uri="{FF2B5EF4-FFF2-40B4-BE49-F238E27FC236}">
                <a16:creationId xmlns:a16="http://schemas.microsoft.com/office/drawing/2014/main" id="{F8B733FB-10BD-46C8-A796-6A5FCDFD293F}"/>
              </a:ext>
            </a:extLst>
          </p:cNvPr>
          <p:cNvSpPr>
            <a:spLocks noGrp="1"/>
          </p:cNvSpPr>
          <p:nvPr/>
        </p:nvSpPr>
        <p:spPr>
          <a:xfrm>
            <a:off x="5342476" y="1962874"/>
            <a:ext cx="28398" cy="28398"/>
          </a:xfrm>
          <a:prstGeom prst="ellipse">
            <a:avLst/>
          </a:prstGeom>
          <a:solidFill>
            <a:srgbClr val="7F8C97">
              <a:alpha val="48000"/>
            </a:srgbClr>
          </a:solidFill>
          <a:ln w="0">
            <a:noFill/>
            <a:prstDash val="solid"/>
          </a:ln>
        </p:spPr>
      </p:sp>
      <p:sp>
        <p:nvSpPr>
          <p:cNvPr id="530" name="03_assume_matched_5827">
            <a:extLst>
              <a:ext uri="{FF2B5EF4-FFF2-40B4-BE49-F238E27FC236}">
                <a16:creationId xmlns:a16="http://schemas.microsoft.com/office/drawing/2014/main" id="{A5CEA113-FC3B-462D-80D3-45166088033B}"/>
              </a:ext>
            </a:extLst>
          </p:cNvPr>
          <p:cNvSpPr>
            <a:spLocks noGrp="1"/>
          </p:cNvSpPr>
          <p:nvPr/>
        </p:nvSpPr>
        <p:spPr>
          <a:xfrm>
            <a:off x="5427670" y="1670439"/>
            <a:ext cx="28398" cy="28398"/>
          </a:xfrm>
          <a:prstGeom prst="ellipse">
            <a:avLst/>
          </a:prstGeom>
          <a:solidFill>
            <a:srgbClr val="7F8C97">
              <a:alpha val="48000"/>
            </a:srgbClr>
          </a:solidFill>
          <a:ln w="0">
            <a:noFill/>
            <a:prstDash val="solid"/>
          </a:ln>
        </p:spPr>
      </p:sp>
      <p:sp>
        <p:nvSpPr>
          <p:cNvPr id="531" name="03_assume_matched_5828">
            <a:extLst>
              <a:ext uri="{FF2B5EF4-FFF2-40B4-BE49-F238E27FC236}">
                <a16:creationId xmlns:a16="http://schemas.microsoft.com/office/drawing/2014/main" id="{E436A394-822B-4420-8C1C-B9E3D689D429}"/>
              </a:ext>
            </a:extLst>
          </p:cNvPr>
          <p:cNvSpPr>
            <a:spLocks noGrp="1"/>
          </p:cNvSpPr>
          <p:nvPr/>
        </p:nvSpPr>
        <p:spPr>
          <a:xfrm>
            <a:off x="5382627" y="1378004"/>
            <a:ext cx="28398" cy="28398"/>
          </a:xfrm>
          <a:prstGeom prst="ellipse">
            <a:avLst/>
          </a:prstGeom>
          <a:solidFill>
            <a:srgbClr val="7F8C97">
              <a:alpha val="48000"/>
            </a:srgbClr>
          </a:solidFill>
          <a:ln w="0">
            <a:noFill/>
            <a:prstDash val="solid"/>
          </a:ln>
        </p:spPr>
      </p:sp>
      <p:sp>
        <p:nvSpPr>
          <p:cNvPr id="532" name="03_assume_matched_5829">
            <a:extLst>
              <a:ext uri="{FF2B5EF4-FFF2-40B4-BE49-F238E27FC236}">
                <a16:creationId xmlns:a16="http://schemas.microsoft.com/office/drawing/2014/main" id="{467B407F-6985-4D2A-B33E-AA1CE256CDB9}"/>
              </a:ext>
            </a:extLst>
          </p:cNvPr>
          <p:cNvSpPr>
            <a:spLocks noGrp="1"/>
          </p:cNvSpPr>
          <p:nvPr/>
        </p:nvSpPr>
        <p:spPr>
          <a:xfrm>
            <a:off x="5392413" y="1962874"/>
            <a:ext cx="28398" cy="28398"/>
          </a:xfrm>
          <a:prstGeom prst="ellipse">
            <a:avLst/>
          </a:prstGeom>
          <a:solidFill>
            <a:srgbClr val="7F8C97">
              <a:alpha val="48000"/>
            </a:srgbClr>
          </a:solidFill>
          <a:ln w="0">
            <a:noFill/>
            <a:prstDash val="solid"/>
          </a:ln>
        </p:spPr>
      </p:sp>
      <p:sp>
        <p:nvSpPr>
          <p:cNvPr id="533" name="03_assume_matched_5830">
            <a:extLst>
              <a:ext uri="{FF2B5EF4-FFF2-40B4-BE49-F238E27FC236}">
                <a16:creationId xmlns:a16="http://schemas.microsoft.com/office/drawing/2014/main" id="{60D3E10A-D800-49FC-B7A4-E01E1362C302}"/>
              </a:ext>
            </a:extLst>
          </p:cNvPr>
          <p:cNvSpPr>
            <a:spLocks noGrp="1"/>
          </p:cNvSpPr>
          <p:nvPr/>
        </p:nvSpPr>
        <p:spPr>
          <a:xfrm>
            <a:off x="5329237" y="1832903"/>
            <a:ext cx="28398" cy="28398"/>
          </a:xfrm>
          <a:prstGeom prst="ellipse">
            <a:avLst/>
          </a:prstGeom>
          <a:solidFill>
            <a:srgbClr val="7F8C97">
              <a:alpha val="48000"/>
            </a:srgbClr>
          </a:solidFill>
          <a:ln w="0">
            <a:noFill/>
            <a:prstDash val="solid"/>
          </a:ln>
        </p:spPr>
      </p:sp>
      <p:sp>
        <p:nvSpPr>
          <p:cNvPr id="534" name="03_assume_matched_5831">
            <a:extLst>
              <a:ext uri="{FF2B5EF4-FFF2-40B4-BE49-F238E27FC236}">
                <a16:creationId xmlns:a16="http://schemas.microsoft.com/office/drawing/2014/main" id="{E706DBCA-C41B-4091-A130-49A02D4595CC}"/>
              </a:ext>
            </a:extLst>
          </p:cNvPr>
          <p:cNvSpPr>
            <a:spLocks noGrp="1"/>
          </p:cNvSpPr>
          <p:nvPr/>
        </p:nvSpPr>
        <p:spPr>
          <a:xfrm>
            <a:off x="5419611" y="1767917"/>
            <a:ext cx="28398" cy="28398"/>
          </a:xfrm>
          <a:prstGeom prst="ellipse">
            <a:avLst/>
          </a:prstGeom>
          <a:solidFill>
            <a:srgbClr val="7F8C97">
              <a:alpha val="48000"/>
            </a:srgbClr>
          </a:solidFill>
          <a:ln w="0">
            <a:noFill/>
            <a:prstDash val="solid"/>
          </a:ln>
        </p:spPr>
      </p:sp>
      <p:sp>
        <p:nvSpPr>
          <p:cNvPr id="535" name="03_assume_matched_5832">
            <a:extLst>
              <a:ext uri="{FF2B5EF4-FFF2-40B4-BE49-F238E27FC236}">
                <a16:creationId xmlns:a16="http://schemas.microsoft.com/office/drawing/2014/main" id="{BE91C9E0-E961-467D-8CD4-573A99F93885}"/>
              </a:ext>
            </a:extLst>
          </p:cNvPr>
          <p:cNvSpPr>
            <a:spLocks noGrp="1"/>
          </p:cNvSpPr>
          <p:nvPr/>
        </p:nvSpPr>
        <p:spPr>
          <a:xfrm>
            <a:off x="5392700" y="1378004"/>
            <a:ext cx="28398" cy="28398"/>
          </a:xfrm>
          <a:prstGeom prst="ellipse">
            <a:avLst/>
          </a:prstGeom>
          <a:solidFill>
            <a:srgbClr val="7F8C97">
              <a:alpha val="48000"/>
            </a:srgbClr>
          </a:solidFill>
          <a:ln w="0">
            <a:noFill/>
            <a:prstDash val="solid"/>
          </a:ln>
        </p:spPr>
      </p:sp>
      <p:sp>
        <p:nvSpPr>
          <p:cNvPr id="536" name="03_assume_matched_5833">
            <a:extLst>
              <a:ext uri="{FF2B5EF4-FFF2-40B4-BE49-F238E27FC236}">
                <a16:creationId xmlns:a16="http://schemas.microsoft.com/office/drawing/2014/main" id="{68D2A134-06A3-4096-AD74-B75C5664F937}"/>
              </a:ext>
            </a:extLst>
          </p:cNvPr>
          <p:cNvSpPr>
            <a:spLocks noGrp="1"/>
          </p:cNvSpPr>
          <p:nvPr/>
        </p:nvSpPr>
        <p:spPr>
          <a:xfrm>
            <a:off x="5310528" y="1962874"/>
            <a:ext cx="28398" cy="28398"/>
          </a:xfrm>
          <a:prstGeom prst="ellipse">
            <a:avLst/>
          </a:prstGeom>
          <a:solidFill>
            <a:srgbClr val="7F8C97">
              <a:alpha val="48000"/>
            </a:srgbClr>
          </a:solidFill>
          <a:ln w="0">
            <a:noFill/>
            <a:prstDash val="solid"/>
          </a:ln>
        </p:spPr>
      </p:sp>
      <p:sp>
        <p:nvSpPr>
          <p:cNvPr id="537" name="03_assume_matched_5834">
            <a:extLst>
              <a:ext uri="{FF2B5EF4-FFF2-40B4-BE49-F238E27FC236}">
                <a16:creationId xmlns:a16="http://schemas.microsoft.com/office/drawing/2014/main" id="{9EEE7F3C-F018-4B8B-9332-C1B5482C95B0}"/>
              </a:ext>
            </a:extLst>
          </p:cNvPr>
          <p:cNvSpPr>
            <a:spLocks noGrp="1"/>
          </p:cNvSpPr>
          <p:nvPr/>
        </p:nvSpPr>
        <p:spPr>
          <a:xfrm>
            <a:off x="5317868" y="1962874"/>
            <a:ext cx="28398" cy="28398"/>
          </a:xfrm>
          <a:prstGeom prst="ellipse">
            <a:avLst/>
          </a:prstGeom>
          <a:solidFill>
            <a:srgbClr val="7F8C97">
              <a:alpha val="48000"/>
            </a:srgbClr>
          </a:solidFill>
          <a:ln w="0">
            <a:noFill/>
            <a:prstDash val="solid"/>
          </a:ln>
        </p:spPr>
      </p:sp>
      <p:sp>
        <p:nvSpPr>
          <p:cNvPr id="538" name="03_assume_matched_5835">
            <a:extLst>
              <a:ext uri="{FF2B5EF4-FFF2-40B4-BE49-F238E27FC236}">
                <a16:creationId xmlns:a16="http://schemas.microsoft.com/office/drawing/2014/main" id="{EFD3A1DE-9D45-4763-9523-6935B12E3F93}"/>
              </a:ext>
            </a:extLst>
          </p:cNvPr>
          <p:cNvSpPr>
            <a:spLocks noGrp="1"/>
          </p:cNvSpPr>
          <p:nvPr/>
        </p:nvSpPr>
        <p:spPr>
          <a:xfrm>
            <a:off x="5329093" y="1767917"/>
            <a:ext cx="28398" cy="28398"/>
          </a:xfrm>
          <a:prstGeom prst="ellipse">
            <a:avLst/>
          </a:prstGeom>
          <a:solidFill>
            <a:srgbClr val="7F8C97">
              <a:alpha val="48000"/>
            </a:srgbClr>
          </a:solidFill>
          <a:ln w="0">
            <a:noFill/>
            <a:prstDash val="solid"/>
          </a:ln>
        </p:spPr>
      </p:sp>
      <p:sp>
        <p:nvSpPr>
          <p:cNvPr id="539" name="03_assume_matched_5836">
            <a:extLst>
              <a:ext uri="{FF2B5EF4-FFF2-40B4-BE49-F238E27FC236}">
                <a16:creationId xmlns:a16="http://schemas.microsoft.com/office/drawing/2014/main" id="{437728BD-C829-4642-9768-CEC4544ADC83}"/>
              </a:ext>
            </a:extLst>
          </p:cNvPr>
          <p:cNvSpPr>
            <a:spLocks noGrp="1"/>
          </p:cNvSpPr>
          <p:nvPr/>
        </p:nvSpPr>
        <p:spPr>
          <a:xfrm>
            <a:off x="5418460" y="1962874"/>
            <a:ext cx="28398" cy="28398"/>
          </a:xfrm>
          <a:prstGeom prst="ellipse">
            <a:avLst/>
          </a:prstGeom>
          <a:solidFill>
            <a:srgbClr val="7F8C97">
              <a:alpha val="48000"/>
            </a:srgbClr>
          </a:solidFill>
          <a:ln w="0">
            <a:noFill/>
            <a:prstDash val="solid"/>
          </a:ln>
        </p:spPr>
      </p:sp>
      <p:sp>
        <p:nvSpPr>
          <p:cNvPr id="540" name="03_assume_matched_5837">
            <a:extLst>
              <a:ext uri="{FF2B5EF4-FFF2-40B4-BE49-F238E27FC236}">
                <a16:creationId xmlns:a16="http://schemas.microsoft.com/office/drawing/2014/main" id="{9C29BE4D-2C70-4E21-B27B-E8B954E5FB62}"/>
              </a:ext>
            </a:extLst>
          </p:cNvPr>
          <p:cNvSpPr>
            <a:spLocks noGrp="1"/>
          </p:cNvSpPr>
          <p:nvPr/>
        </p:nvSpPr>
        <p:spPr>
          <a:xfrm>
            <a:off x="5331395" y="1378004"/>
            <a:ext cx="28398" cy="28398"/>
          </a:xfrm>
          <a:prstGeom prst="ellipse">
            <a:avLst/>
          </a:prstGeom>
          <a:solidFill>
            <a:srgbClr val="7F8C97">
              <a:alpha val="48000"/>
            </a:srgbClr>
          </a:solidFill>
          <a:ln w="0">
            <a:noFill/>
            <a:prstDash val="solid"/>
          </a:ln>
        </p:spPr>
      </p:sp>
      <p:sp>
        <p:nvSpPr>
          <p:cNvPr id="541" name="03_assume_matched_5838">
            <a:extLst>
              <a:ext uri="{FF2B5EF4-FFF2-40B4-BE49-F238E27FC236}">
                <a16:creationId xmlns:a16="http://schemas.microsoft.com/office/drawing/2014/main" id="{F4C2F0C6-1DE7-4C92-8822-EA125862C541}"/>
              </a:ext>
            </a:extLst>
          </p:cNvPr>
          <p:cNvSpPr>
            <a:spLocks noGrp="1"/>
          </p:cNvSpPr>
          <p:nvPr/>
        </p:nvSpPr>
        <p:spPr>
          <a:xfrm>
            <a:off x="5410401" y="1962874"/>
            <a:ext cx="28398" cy="28398"/>
          </a:xfrm>
          <a:prstGeom prst="ellipse">
            <a:avLst/>
          </a:prstGeom>
          <a:solidFill>
            <a:srgbClr val="7F8C97">
              <a:alpha val="48000"/>
            </a:srgbClr>
          </a:solidFill>
          <a:ln w="0">
            <a:noFill/>
            <a:prstDash val="solid"/>
          </a:ln>
        </p:spPr>
      </p:sp>
      <p:sp>
        <p:nvSpPr>
          <p:cNvPr id="542" name="03_assume_matched_5839">
            <a:extLst>
              <a:ext uri="{FF2B5EF4-FFF2-40B4-BE49-F238E27FC236}">
                <a16:creationId xmlns:a16="http://schemas.microsoft.com/office/drawing/2014/main" id="{B3B7A8BD-1A66-4E71-ABE3-60BA5D563800}"/>
              </a:ext>
            </a:extLst>
          </p:cNvPr>
          <p:cNvSpPr>
            <a:spLocks noGrp="1"/>
          </p:cNvSpPr>
          <p:nvPr/>
        </p:nvSpPr>
        <p:spPr>
          <a:xfrm>
            <a:off x="5411552" y="1378004"/>
            <a:ext cx="28398" cy="28398"/>
          </a:xfrm>
          <a:prstGeom prst="ellipse">
            <a:avLst/>
          </a:prstGeom>
          <a:solidFill>
            <a:srgbClr val="7F8C97">
              <a:alpha val="48000"/>
            </a:srgbClr>
          </a:solidFill>
          <a:ln w="0">
            <a:noFill/>
            <a:prstDash val="solid"/>
          </a:ln>
        </p:spPr>
      </p:sp>
      <p:sp>
        <p:nvSpPr>
          <p:cNvPr id="543" name="03_assume_matched_5840">
            <a:extLst>
              <a:ext uri="{FF2B5EF4-FFF2-40B4-BE49-F238E27FC236}">
                <a16:creationId xmlns:a16="http://schemas.microsoft.com/office/drawing/2014/main" id="{0A40DAEB-DA08-4E1B-9A02-94D98DE30494}"/>
              </a:ext>
            </a:extLst>
          </p:cNvPr>
          <p:cNvSpPr>
            <a:spLocks noGrp="1"/>
          </p:cNvSpPr>
          <p:nvPr/>
        </p:nvSpPr>
        <p:spPr>
          <a:xfrm>
            <a:off x="5415294" y="1962874"/>
            <a:ext cx="28398" cy="28398"/>
          </a:xfrm>
          <a:prstGeom prst="ellipse">
            <a:avLst/>
          </a:prstGeom>
          <a:solidFill>
            <a:srgbClr val="7F8C97">
              <a:alpha val="48000"/>
            </a:srgbClr>
          </a:solidFill>
          <a:ln w="0">
            <a:noFill/>
            <a:prstDash val="solid"/>
          </a:ln>
        </p:spPr>
      </p:sp>
      <p:sp>
        <p:nvSpPr>
          <p:cNvPr id="544" name="03_assume_matched_5841">
            <a:extLst>
              <a:ext uri="{FF2B5EF4-FFF2-40B4-BE49-F238E27FC236}">
                <a16:creationId xmlns:a16="http://schemas.microsoft.com/office/drawing/2014/main" id="{90EE7AEE-5C7D-402E-8A69-9B0070D40272}"/>
              </a:ext>
            </a:extLst>
          </p:cNvPr>
          <p:cNvSpPr>
            <a:spLocks noGrp="1"/>
          </p:cNvSpPr>
          <p:nvPr/>
        </p:nvSpPr>
        <p:spPr>
          <a:xfrm>
            <a:off x="5332546" y="1962874"/>
            <a:ext cx="28398" cy="28398"/>
          </a:xfrm>
          <a:prstGeom prst="ellipse">
            <a:avLst/>
          </a:prstGeom>
          <a:solidFill>
            <a:srgbClr val="7F8C97">
              <a:alpha val="48000"/>
            </a:srgbClr>
          </a:solidFill>
          <a:ln w="0">
            <a:noFill/>
            <a:prstDash val="solid"/>
          </a:ln>
        </p:spPr>
      </p:sp>
      <p:sp>
        <p:nvSpPr>
          <p:cNvPr id="545" name="03_assume_matched_5842">
            <a:extLst>
              <a:ext uri="{FF2B5EF4-FFF2-40B4-BE49-F238E27FC236}">
                <a16:creationId xmlns:a16="http://schemas.microsoft.com/office/drawing/2014/main" id="{8BEF24B0-BC29-471C-9766-F3F73D8FE06F}"/>
              </a:ext>
            </a:extLst>
          </p:cNvPr>
          <p:cNvSpPr>
            <a:spLocks noGrp="1"/>
          </p:cNvSpPr>
          <p:nvPr/>
        </p:nvSpPr>
        <p:spPr>
          <a:xfrm>
            <a:off x="5310816" y="1378004"/>
            <a:ext cx="28398" cy="28398"/>
          </a:xfrm>
          <a:prstGeom prst="ellipse">
            <a:avLst/>
          </a:prstGeom>
          <a:solidFill>
            <a:srgbClr val="7F8C97">
              <a:alpha val="48000"/>
            </a:srgbClr>
          </a:solidFill>
          <a:ln w="0">
            <a:noFill/>
            <a:prstDash val="solid"/>
          </a:ln>
        </p:spPr>
      </p:sp>
      <p:sp>
        <p:nvSpPr>
          <p:cNvPr id="546" name="03_assume_matched_5843">
            <a:extLst>
              <a:ext uri="{FF2B5EF4-FFF2-40B4-BE49-F238E27FC236}">
                <a16:creationId xmlns:a16="http://schemas.microsoft.com/office/drawing/2014/main" id="{AE8FC3F0-3302-4D82-8983-CFE000F03EC2}"/>
              </a:ext>
            </a:extLst>
          </p:cNvPr>
          <p:cNvSpPr>
            <a:spLocks noGrp="1"/>
          </p:cNvSpPr>
          <p:nvPr/>
        </p:nvSpPr>
        <p:spPr>
          <a:xfrm>
            <a:off x="5394571" y="1962874"/>
            <a:ext cx="28398" cy="28398"/>
          </a:xfrm>
          <a:prstGeom prst="ellipse">
            <a:avLst/>
          </a:prstGeom>
          <a:solidFill>
            <a:srgbClr val="7F8C97">
              <a:alpha val="48000"/>
            </a:srgbClr>
          </a:solidFill>
          <a:ln w="0">
            <a:noFill/>
            <a:prstDash val="solid"/>
          </a:ln>
        </p:spPr>
      </p:sp>
      <p:sp>
        <p:nvSpPr>
          <p:cNvPr id="547" name="03_assume_matched_5844">
            <a:extLst>
              <a:ext uri="{FF2B5EF4-FFF2-40B4-BE49-F238E27FC236}">
                <a16:creationId xmlns:a16="http://schemas.microsoft.com/office/drawing/2014/main" id="{FD1D0E89-32B1-436C-82D9-DF8DDE821CC8}"/>
              </a:ext>
            </a:extLst>
          </p:cNvPr>
          <p:cNvSpPr>
            <a:spLocks noGrp="1"/>
          </p:cNvSpPr>
          <p:nvPr/>
        </p:nvSpPr>
        <p:spPr>
          <a:xfrm>
            <a:off x="5304052" y="1962874"/>
            <a:ext cx="28398" cy="28398"/>
          </a:xfrm>
          <a:prstGeom prst="ellipse">
            <a:avLst/>
          </a:prstGeom>
          <a:solidFill>
            <a:srgbClr val="7F8C97">
              <a:alpha val="48000"/>
            </a:srgbClr>
          </a:solidFill>
          <a:ln w="0">
            <a:noFill/>
            <a:prstDash val="solid"/>
          </a:ln>
        </p:spPr>
      </p:sp>
      <p:sp>
        <p:nvSpPr>
          <p:cNvPr id="548" name="03_assume_matched_5845">
            <a:extLst>
              <a:ext uri="{FF2B5EF4-FFF2-40B4-BE49-F238E27FC236}">
                <a16:creationId xmlns:a16="http://schemas.microsoft.com/office/drawing/2014/main" id="{C175F609-3BC0-4788-8A34-740B060E4962}"/>
              </a:ext>
            </a:extLst>
          </p:cNvPr>
          <p:cNvSpPr>
            <a:spLocks noGrp="1"/>
          </p:cNvSpPr>
          <p:nvPr/>
        </p:nvSpPr>
        <p:spPr>
          <a:xfrm>
            <a:off x="5398169" y="1378004"/>
            <a:ext cx="28398" cy="28398"/>
          </a:xfrm>
          <a:prstGeom prst="ellipse">
            <a:avLst/>
          </a:prstGeom>
          <a:solidFill>
            <a:srgbClr val="7F8C97">
              <a:alpha val="48000"/>
            </a:srgbClr>
          </a:solidFill>
          <a:ln w="0">
            <a:noFill/>
            <a:prstDash val="solid"/>
          </a:ln>
        </p:spPr>
      </p:sp>
      <p:sp>
        <p:nvSpPr>
          <p:cNvPr id="549" name="03_assume_matched_5846">
            <a:extLst>
              <a:ext uri="{FF2B5EF4-FFF2-40B4-BE49-F238E27FC236}">
                <a16:creationId xmlns:a16="http://schemas.microsoft.com/office/drawing/2014/main" id="{92EB7A91-C367-4DEF-ACD6-2B27BCA73958}"/>
              </a:ext>
            </a:extLst>
          </p:cNvPr>
          <p:cNvSpPr>
            <a:spLocks noGrp="1"/>
          </p:cNvSpPr>
          <p:nvPr/>
        </p:nvSpPr>
        <p:spPr>
          <a:xfrm>
            <a:off x="5305348" y="1962874"/>
            <a:ext cx="28398" cy="28398"/>
          </a:xfrm>
          <a:prstGeom prst="ellipse">
            <a:avLst/>
          </a:prstGeom>
          <a:solidFill>
            <a:srgbClr val="7F8C97">
              <a:alpha val="48000"/>
            </a:srgbClr>
          </a:solidFill>
          <a:ln w="0">
            <a:noFill/>
            <a:prstDash val="solid"/>
          </a:ln>
        </p:spPr>
      </p:sp>
      <p:sp>
        <p:nvSpPr>
          <p:cNvPr id="550" name="03_assume_matched_5847">
            <a:extLst>
              <a:ext uri="{FF2B5EF4-FFF2-40B4-BE49-F238E27FC236}">
                <a16:creationId xmlns:a16="http://schemas.microsoft.com/office/drawing/2014/main" id="{0D22DC56-7614-4269-A8B7-B39524E42666}"/>
              </a:ext>
            </a:extLst>
          </p:cNvPr>
          <p:cNvSpPr>
            <a:spLocks noGrp="1"/>
          </p:cNvSpPr>
          <p:nvPr/>
        </p:nvSpPr>
        <p:spPr>
          <a:xfrm>
            <a:off x="5425799" y="1378004"/>
            <a:ext cx="28398" cy="28398"/>
          </a:xfrm>
          <a:prstGeom prst="ellipse">
            <a:avLst/>
          </a:prstGeom>
          <a:solidFill>
            <a:srgbClr val="7F8C97">
              <a:alpha val="48000"/>
            </a:srgbClr>
          </a:solidFill>
          <a:ln w="0">
            <a:noFill/>
            <a:prstDash val="solid"/>
          </a:ln>
        </p:spPr>
      </p:sp>
      <p:sp>
        <p:nvSpPr>
          <p:cNvPr id="551" name="03_assume_matched_5848">
            <a:extLst>
              <a:ext uri="{FF2B5EF4-FFF2-40B4-BE49-F238E27FC236}">
                <a16:creationId xmlns:a16="http://schemas.microsoft.com/office/drawing/2014/main" id="{3D768541-F348-40D3-8CDA-B914D169E7E2}"/>
              </a:ext>
            </a:extLst>
          </p:cNvPr>
          <p:cNvSpPr>
            <a:spLocks noGrp="1"/>
          </p:cNvSpPr>
          <p:nvPr/>
        </p:nvSpPr>
        <p:spPr>
          <a:xfrm>
            <a:off x="5403781" y="1378004"/>
            <a:ext cx="28398" cy="28398"/>
          </a:xfrm>
          <a:prstGeom prst="ellipse">
            <a:avLst/>
          </a:prstGeom>
          <a:solidFill>
            <a:srgbClr val="7F8C97">
              <a:alpha val="48000"/>
            </a:srgbClr>
          </a:solidFill>
          <a:ln w="0">
            <a:noFill/>
            <a:prstDash val="solid"/>
          </a:ln>
        </p:spPr>
      </p:sp>
      <p:sp>
        <p:nvSpPr>
          <p:cNvPr id="552" name="03_assume_matched_5849">
            <a:extLst>
              <a:ext uri="{FF2B5EF4-FFF2-40B4-BE49-F238E27FC236}">
                <a16:creationId xmlns:a16="http://schemas.microsoft.com/office/drawing/2014/main" id="{FF08C0EA-493E-41C6-BF17-BDC04B24F31D}"/>
              </a:ext>
            </a:extLst>
          </p:cNvPr>
          <p:cNvSpPr>
            <a:spLocks noGrp="1"/>
          </p:cNvSpPr>
          <p:nvPr/>
        </p:nvSpPr>
        <p:spPr>
          <a:xfrm>
            <a:off x="5351686" y="1378004"/>
            <a:ext cx="28398" cy="28398"/>
          </a:xfrm>
          <a:prstGeom prst="ellipse">
            <a:avLst/>
          </a:prstGeom>
          <a:solidFill>
            <a:srgbClr val="7F8C97">
              <a:alpha val="48000"/>
            </a:srgbClr>
          </a:solidFill>
          <a:ln w="0">
            <a:noFill/>
            <a:prstDash val="solid"/>
          </a:ln>
        </p:spPr>
      </p:sp>
      <p:sp>
        <p:nvSpPr>
          <p:cNvPr id="553" name="03_assume_matched_5850">
            <a:extLst>
              <a:ext uri="{FF2B5EF4-FFF2-40B4-BE49-F238E27FC236}">
                <a16:creationId xmlns:a16="http://schemas.microsoft.com/office/drawing/2014/main" id="{3CC1ED3B-B938-4511-AB03-22BF8F8C959E}"/>
              </a:ext>
            </a:extLst>
          </p:cNvPr>
          <p:cNvSpPr>
            <a:spLocks noGrp="1"/>
          </p:cNvSpPr>
          <p:nvPr/>
        </p:nvSpPr>
        <p:spPr>
          <a:xfrm>
            <a:off x="5327366" y="1962874"/>
            <a:ext cx="28398" cy="28398"/>
          </a:xfrm>
          <a:prstGeom prst="ellipse">
            <a:avLst/>
          </a:prstGeom>
          <a:solidFill>
            <a:srgbClr val="7F8C97">
              <a:alpha val="48000"/>
            </a:srgbClr>
          </a:solidFill>
          <a:ln w="0">
            <a:noFill/>
            <a:prstDash val="solid"/>
          </a:ln>
        </p:spPr>
      </p:sp>
      <p:sp>
        <p:nvSpPr>
          <p:cNvPr id="554" name="03_assume_matched_5851">
            <a:extLst>
              <a:ext uri="{FF2B5EF4-FFF2-40B4-BE49-F238E27FC236}">
                <a16:creationId xmlns:a16="http://schemas.microsoft.com/office/drawing/2014/main" id="{2F3CC153-2B1A-4764-BC1A-AB4E2A46A441}"/>
              </a:ext>
            </a:extLst>
          </p:cNvPr>
          <p:cNvSpPr>
            <a:spLocks noGrp="1"/>
          </p:cNvSpPr>
          <p:nvPr/>
        </p:nvSpPr>
        <p:spPr>
          <a:xfrm>
            <a:off x="5429829" y="1962874"/>
            <a:ext cx="28398" cy="28398"/>
          </a:xfrm>
          <a:prstGeom prst="ellipse">
            <a:avLst/>
          </a:prstGeom>
          <a:solidFill>
            <a:srgbClr val="7F8C97">
              <a:alpha val="48000"/>
            </a:srgbClr>
          </a:solidFill>
          <a:ln w="0">
            <a:noFill/>
            <a:prstDash val="solid"/>
          </a:ln>
        </p:spPr>
      </p:sp>
      <p:sp>
        <p:nvSpPr>
          <p:cNvPr id="555" name="03_assume_matched_5852">
            <a:extLst>
              <a:ext uri="{FF2B5EF4-FFF2-40B4-BE49-F238E27FC236}">
                <a16:creationId xmlns:a16="http://schemas.microsoft.com/office/drawing/2014/main" id="{4105336D-4DAF-4834-B47A-C06263FD70EE}"/>
              </a:ext>
            </a:extLst>
          </p:cNvPr>
          <p:cNvSpPr>
            <a:spLocks noGrp="1"/>
          </p:cNvSpPr>
          <p:nvPr/>
        </p:nvSpPr>
        <p:spPr>
          <a:xfrm>
            <a:off x="5377590" y="1962874"/>
            <a:ext cx="28398" cy="28398"/>
          </a:xfrm>
          <a:prstGeom prst="ellipse">
            <a:avLst/>
          </a:prstGeom>
          <a:solidFill>
            <a:srgbClr val="7F8C97">
              <a:alpha val="48000"/>
            </a:srgbClr>
          </a:solidFill>
          <a:ln w="0">
            <a:noFill/>
            <a:prstDash val="solid"/>
          </a:ln>
        </p:spPr>
      </p:sp>
      <p:sp>
        <p:nvSpPr>
          <p:cNvPr id="556" name="03_assume_matched_5853">
            <a:extLst>
              <a:ext uri="{FF2B5EF4-FFF2-40B4-BE49-F238E27FC236}">
                <a16:creationId xmlns:a16="http://schemas.microsoft.com/office/drawing/2014/main" id="{5C0EEFC7-FBA9-4A7D-99EE-1899A43CB01A}"/>
              </a:ext>
            </a:extLst>
          </p:cNvPr>
          <p:cNvSpPr>
            <a:spLocks noGrp="1"/>
          </p:cNvSpPr>
          <p:nvPr/>
        </p:nvSpPr>
        <p:spPr>
          <a:xfrm>
            <a:off x="5410401" y="1962874"/>
            <a:ext cx="28398" cy="28398"/>
          </a:xfrm>
          <a:prstGeom prst="ellipse">
            <a:avLst/>
          </a:prstGeom>
          <a:solidFill>
            <a:srgbClr val="7F8C97">
              <a:alpha val="48000"/>
            </a:srgbClr>
          </a:solidFill>
          <a:ln w="0">
            <a:noFill/>
            <a:prstDash val="solid"/>
          </a:ln>
        </p:spPr>
      </p:sp>
      <p:sp>
        <p:nvSpPr>
          <p:cNvPr id="557" name="03_assume_matched_5854">
            <a:extLst>
              <a:ext uri="{FF2B5EF4-FFF2-40B4-BE49-F238E27FC236}">
                <a16:creationId xmlns:a16="http://schemas.microsoft.com/office/drawing/2014/main" id="{E8B37DDF-7219-40CA-92B0-376A407CC421}"/>
              </a:ext>
            </a:extLst>
          </p:cNvPr>
          <p:cNvSpPr>
            <a:spLocks noGrp="1"/>
          </p:cNvSpPr>
          <p:nvPr/>
        </p:nvSpPr>
        <p:spPr>
          <a:xfrm>
            <a:off x="5309521" y="1845900"/>
            <a:ext cx="28398" cy="28398"/>
          </a:xfrm>
          <a:prstGeom prst="ellipse">
            <a:avLst/>
          </a:prstGeom>
          <a:solidFill>
            <a:srgbClr val="7F8C97">
              <a:alpha val="48000"/>
            </a:srgbClr>
          </a:solidFill>
          <a:ln w="0">
            <a:noFill/>
            <a:prstDash val="solid"/>
          </a:ln>
        </p:spPr>
      </p:sp>
      <p:sp>
        <p:nvSpPr>
          <p:cNvPr id="558" name="03_assume_matched_5855">
            <a:extLst>
              <a:ext uri="{FF2B5EF4-FFF2-40B4-BE49-F238E27FC236}">
                <a16:creationId xmlns:a16="http://schemas.microsoft.com/office/drawing/2014/main" id="{DFAE19E3-140A-4BE0-B448-883B2D0CBF2F}"/>
              </a:ext>
            </a:extLst>
          </p:cNvPr>
          <p:cNvSpPr>
            <a:spLocks noGrp="1"/>
          </p:cNvSpPr>
          <p:nvPr/>
        </p:nvSpPr>
        <p:spPr>
          <a:xfrm>
            <a:off x="5401479" y="1962874"/>
            <a:ext cx="28398" cy="28398"/>
          </a:xfrm>
          <a:prstGeom prst="ellipse">
            <a:avLst/>
          </a:prstGeom>
          <a:solidFill>
            <a:srgbClr val="7F8C97">
              <a:alpha val="48000"/>
            </a:srgbClr>
          </a:solidFill>
          <a:ln w="0">
            <a:noFill/>
            <a:prstDash val="solid"/>
          </a:ln>
        </p:spPr>
      </p:sp>
      <p:sp>
        <p:nvSpPr>
          <p:cNvPr id="559" name="03_assume_matched_5856">
            <a:extLst>
              <a:ext uri="{FF2B5EF4-FFF2-40B4-BE49-F238E27FC236}">
                <a16:creationId xmlns:a16="http://schemas.microsoft.com/office/drawing/2014/main" id="{8898E715-27EF-457E-ADBE-21D468C0FE3B}"/>
              </a:ext>
            </a:extLst>
          </p:cNvPr>
          <p:cNvSpPr>
            <a:spLocks noGrp="1"/>
          </p:cNvSpPr>
          <p:nvPr/>
        </p:nvSpPr>
        <p:spPr>
          <a:xfrm>
            <a:off x="5380612" y="1962874"/>
            <a:ext cx="28398" cy="28398"/>
          </a:xfrm>
          <a:prstGeom prst="ellipse">
            <a:avLst/>
          </a:prstGeom>
          <a:solidFill>
            <a:srgbClr val="7F8C97">
              <a:alpha val="48000"/>
            </a:srgbClr>
          </a:solidFill>
          <a:ln w="0">
            <a:noFill/>
            <a:prstDash val="solid"/>
          </a:ln>
        </p:spPr>
      </p:sp>
      <p:sp>
        <p:nvSpPr>
          <p:cNvPr id="560" name="03_assume_matched_5857">
            <a:extLst>
              <a:ext uri="{FF2B5EF4-FFF2-40B4-BE49-F238E27FC236}">
                <a16:creationId xmlns:a16="http://schemas.microsoft.com/office/drawing/2014/main" id="{8B7CD48C-940C-4EF0-8F43-4CE8B20B8261}"/>
              </a:ext>
            </a:extLst>
          </p:cNvPr>
          <p:cNvSpPr>
            <a:spLocks noGrp="1"/>
          </p:cNvSpPr>
          <p:nvPr/>
        </p:nvSpPr>
        <p:spPr>
          <a:xfrm>
            <a:off x="5289230" y="1378004"/>
            <a:ext cx="28398" cy="28398"/>
          </a:xfrm>
          <a:prstGeom prst="ellipse">
            <a:avLst/>
          </a:prstGeom>
          <a:solidFill>
            <a:srgbClr val="7F8C97">
              <a:alpha val="48000"/>
            </a:srgbClr>
          </a:solidFill>
          <a:ln w="0">
            <a:noFill/>
            <a:prstDash val="solid"/>
          </a:ln>
        </p:spPr>
      </p:sp>
      <p:sp>
        <p:nvSpPr>
          <p:cNvPr id="561" name="03_assume_matched_5858">
            <a:extLst>
              <a:ext uri="{FF2B5EF4-FFF2-40B4-BE49-F238E27FC236}">
                <a16:creationId xmlns:a16="http://schemas.microsoft.com/office/drawing/2014/main" id="{D6BEAD4B-0C07-49C0-8779-419E87086864}"/>
              </a:ext>
            </a:extLst>
          </p:cNvPr>
          <p:cNvSpPr>
            <a:spLocks noGrp="1"/>
          </p:cNvSpPr>
          <p:nvPr/>
        </p:nvSpPr>
        <p:spPr>
          <a:xfrm>
            <a:off x="5348520" y="1962874"/>
            <a:ext cx="28398" cy="28398"/>
          </a:xfrm>
          <a:prstGeom prst="ellipse">
            <a:avLst/>
          </a:prstGeom>
          <a:solidFill>
            <a:srgbClr val="7F8C97">
              <a:alpha val="48000"/>
            </a:srgbClr>
          </a:solidFill>
          <a:ln w="0">
            <a:noFill/>
            <a:prstDash val="solid"/>
          </a:ln>
        </p:spPr>
      </p:sp>
      <p:sp>
        <p:nvSpPr>
          <p:cNvPr id="562" name="03_assume_matched_5859">
            <a:extLst>
              <a:ext uri="{FF2B5EF4-FFF2-40B4-BE49-F238E27FC236}">
                <a16:creationId xmlns:a16="http://schemas.microsoft.com/office/drawing/2014/main" id="{2747065E-5F32-49C6-AF30-003C313BA11D}"/>
              </a:ext>
            </a:extLst>
          </p:cNvPr>
          <p:cNvSpPr>
            <a:spLocks noGrp="1"/>
          </p:cNvSpPr>
          <p:nvPr/>
        </p:nvSpPr>
        <p:spPr>
          <a:xfrm>
            <a:off x="5330676" y="1962874"/>
            <a:ext cx="28398" cy="28398"/>
          </a:xfrm>
          <a:prstGeom prst="ellipse">
            <a:avLst/>
          </a:prstGeom>
          <a:solidFill>
            <a:srgbClr val="7F8C97">
              <a:alpha val="48000"/>
            </a:srgbClr>
          </a:solidFill>
          <a:ln w="0">
            <a:noFill/>
            <a:prstDash val="solid"/>
          </a:ln>
        </p:spPr>
      </p:sp>
      <p:sp>
        <p:nvSpPr>
          <p:cNvPr id="563" name="03_assume_matched_5860">
            <a:extLst>
              <a:ext uri="{FF2B5EF4-FFF2-40B4-BE49-F238E27FC236}">
                <a16:creationId xmlns:a16="http://schemas.microsoft.com/office/drawing/2014/main" id="{38AA2BA7-F9E3-46B0-8988-7A1D6D5A6382}"/>
              </a:ext>
            </a:extLst>
          </p:cNvPr>
          <p:cNvSpPr>
            <a:spLocks noGrp="1"/>
          </p:cNvSpPr>
          <p:nvPr/>
        </p:nvSpPr>
        <p:spPr>
          <a:xfrm>
            <a:off x="5362911" y="1475483"/>
            <a:ext cx="28398" cy="28398"/>
          </a:xfrm>
          <a:prstGeom prst="ellipse">
            <a:avLst/>
          </a:prstGeom>
          <a:solidFill>
            <a:srgbClr val="7F8C97">
              <a:alpha val="48000"/>
            </a:srgbClr>
          </a:solidFill>
          <a:ln w="0">
            <a:noFill/>
            <a:prstDash val="solid"/>
          </a:ln>
        </p:spPr>
      </p:sp>
      <p:sp>
        <p:nvSpPr>
          <p:cNvPr id="564" name="03_assume_matched_5861">
            <a:extLst>
              <a:ext uri="{FF2B5EF4-FFF2-40B4-BE49-F238E27FC236}">
                <a16:creationId xmlns:a16="http://schemas.microsoft.com/office/drawing/2014/main" id="{8567BD72-F7B3-4786-A50A-BE9E836C8B70}"/>
              </a:ext>
            </a:extLst>
          </p:cNvPr>
          <p:cNvSpPr>
            <a:spLocks noGrp="1"/>
          </p:cNvSpPr>
          <p:nvPr/>
        </p:nvSpPr>
        <p:spPr>
          <a:xfrm>
            <a:off x="5344779" y="1865395"/>
            <a:ext cx="28398" cy="28398"/>
          </a:xfrm>
          <a:prstGeom prst="ellipse">
            <a:avLst/>
          </a:prstGeom>
          <a:solidFill>
            <a:srgbClr val="7F8C97">
              <a:alpha val="48000"/>
            </a:srgbClr>
          </a:solidFill>
          <a:ln w="0">
            <a:noFill/>
            <a:prstDash val="solid"/>
          </a:ln>
        </p:spPr>
      </p:sp>
      <p:sp>
        <p:nvSpPr>
          <p:cNvPr id="565" name="03_assume_matched_5862">
            <a:extLst>
              <a:ext uri="{FF2B5EF4-FFF2-40B4-BE49-F238E27FC236}">
                <a16:creationId xmlns:a16="http://schemas.microsoft.com/office/drawing/2014/main" id="{B68594C3-87E6-438F-BE01-E4847272927A}"/>
              </a:ext>
            </a:extLst>
          </p:cNvPr>
          <p:cNvSpPr>
            <a:spLocks noGrp="1"/>
          </p:cNvSpPr>
          <p:nvPr/>
        </p:nvSpPr>
        <p:spPr>
          <a:xfrm>
            <a:off x="5406947" y="1962874"/>
            <a:ext cx="28398" cy="28398"/>
          </a:xfrm>
          <a:prstGeom prst="ellipse">
            <a:avLst/>
          </a:prstGeom>
          <a:solidFill>
            <a:srgbClr val="7F8C97">
              <a:alpha val="48000"/>
            </a:srgbClr>
          </a:solidFill>
          <a:ln w="0">
            <a:noFill/>
            <a:prstDash val="solid"/>
          </a:ln>
        </p:spPr>
      </p:sp>
      <p:sp>
        <p:nvSpPr>
          <p:cNvPr id="566" name="03_assume_matched_5863">
            <a:extLst>
              <a:ext uri="{FF2B5EF4-FFF2-40B4-BE49-F238E27FC236}">
                <a16:creationId xmlns:a16="http://schemas.microsoft.com/office/drawing/2014/main" id="{CA164B9A-E959-47B9-90D8-21D01D11B9F3}"/>
              </a:ext>
            </a:extLst>
          </p:cNvPr>
          <p:cNvSpPr>
            <a:spLocks noGrp="1"/>
          </p:cNvSpPr>
          <p:nvPr/>
        </p:nvSpPr>
        <p:spPr>
          <a:xfrm>
            <a:off x="5305060" y="1378004"/>
            <a:ext cx="28398" cy="28398"/>
          </a:xfrm>
          <a:prstGeom prst="ellipse">
            <a:avLst/>
          </a:prstGeom>
          <a:solidFill>
            <a:srgbClr val="7F8C97">
              <a:alpha val="48000"/>
            </a:srgbClr>
          </a:solidFill>
          <a:ln w="0">
            <a:noFill/>
            <a:prstDash val="solid"/>
          </a:ln>
        </p:spPr>
      </p:sp>
      <p:sp>
        <p:nvSpPr>
          <p:cNvPr id="567" name="03_assume_matched_5864">
            <a:extLst>
              <a:ext uri="{FF2B5EF4-FFF2-40B4-BE49-F238E27FC236}">
                <a16:creationId xmlns:a16="http://schemas.microsoft.com/office/drawing/2014/main" id="{4D1D4848-42D4-4D63-98DA-5806A93296F1}"/>
              </a:ext>
            </a:extLst>
          </p:cNvPr>
          <p:cNvSpPr>
            <a:spLocks noGrp="1"/>
          </p:cNvSpPr>
          <p:nvPr/>
        </p:nvSpPr>
        <p:spPr>
          <a:xfrm>
            <a:off x="5311680" y="1962874"/>
            <a:ext cx="28398" cy="28398"/>
          </a:xfrm>
          <a:prstGeom prst="ellipse">
            <a:avLst/>
          </a:prstGeom>
          <a:solidFill>
            <a:srgbClr val="7F8C97">
              <a:alpha val="48000"/>
            </a:srgbClr>
          </a:solidFill>
          <a:ln w="0">
            <a:noFill/>
            <a:prstDash val="solid"/>
          </a:ln>
        </p:spPr>
      </p:sp>
      <p:sp>
        <p:nvSpPr>
          <p:cNvPr id="568" name="03_assume_matched_5865">
            <a:extLst>
              <a:ext uri="{FF2B5EF4-FFF2-40B4-BE49-F238E27FC236}">
                <a16:creationId xmlns:a16="http://schemas.microsoft.com/office/drawing/2014/main" id="{C32EB85F-A685-4A38-ADFE-BADB355CA8FE}"/>
              </a:ext>
            </a:extLst>
          </p:cNvPr>
          <p:cNvSpPr>
            <a:spLocks noGrp="1"/>
          </p:cNvSpPr>
          <p:nvPr/>
        </p:nvSpPr>
        <p:spPr>
          <a:xfrm>
            <a:off x="5371546" y="1378004"/>
            <a:ext cx="28398" cy="28398"/>
          </a:xfrm>
          <a:prstGeom prst="ellipse">
            <a:avLst/>
          </a:prstGeom>
          <a:solidFill>
            <a:srgbClr val="7F8C97">
              <a:alpha val="48000"/>
            </a:srgbClr>
          </a:solidFill>
          <a:ln w="0">
            <a:noFill/>
            <a:prstDash val="solid"/>
          </a:ln>
        </p:spPr>
      </p:sp>
      <p:sp>
        <p:nvSpPr>
          <p:cNvPr id="569" name="03_assume_matched_5866">
            <a:extLst>
              <a:ext uri="{FF2B5EF4-FFF2-40B4-BE49-F238E27FC236}">
                <a16:creationId xmlns:a16="http://schemas.microsoft.com/office/drawing/2014/main" id="{7FD8E05F-66F8-4314-AC3D-6A18FAB75FDF}"/>
              </a:ext>
            </a:extLst>
          </p:cNvPr>
          <p:cNvSpPr>
            <a:spLocks noGrp="1"/>
          </p:cNvSpPr>
          <p:nvPr/>
        </p:nvSpPr>
        <p:spPr>
          <a:xfrm>
            <a:off x="5370251" y="1378004"/>
            <a:ext cx="28398" cy="28398"/>
          </a:xfrm>
          <a:prstGeom prst="ellipse">
            <a:avLst/>
          </a:prstGeom>
          <a:solidFill>
            <a:srgbClr val="7F8C97">
              <a:alpha val="48000"/>
            </a:srgbClr>
          </a:solidFill>
          <a:ln w="0">
            <a:noFill/>
            <a:prstDash val="solid"/>
          </a:ln>
        </p:spPr>
      </p:sp>
      <p:sp>
        <p:nvSpPr>
          <p:cNvPr id="570" name="03_assume_matched_5867">
            <a:extLst>
              <a:ext uri="{FF2B5EF4-FFF2-40B4-BE49-F238E27FC236}">
                <a16:creationId xmlns:a16="http://schemas.microsoft.com/office/drawing/2014/main" id="{9EFC2669-BE92-4D55-98E5-3FF50F5E4D9C}"/>
              </a:ext>
            </a:extLst>
          </p:cNvPr>
          <p:cNvSpPr>
            <a:spLocks noGrp="1"/>
          </p:cNvSpPr>
          <p:nvPr/>
        </p:nvSpPr>
        <p:spPr>
          <a:xfrm>
            <a:off x="5417021" y="1378004"/>
            <a:ext cx="28398" cy="28398"/>
          </a:xfrm>
          <a:prstGeom prst="ellipse">
            <a:avLst/>
          </a:prstGeom>
          <a:solidFill>
            <a:srgbClr val="7F8C97">
              <a:alpha val="48000"/>
            </a:srgbClr>
          </a:solidFill>
          <a:ln w="0">
            <a:noFill/>
            <a:prstDash val="solid"/>
          </a:ln>
        </p:spPr>
      </p:sp>
      <p:sp>
        <p:nvSpPr>
          <p:cNvPr id="571" name="03_assume_matched_5868">
            <a:extLst>
              <a:ext uri="{FF2B5EF4-FFF2-40B4-BE49-F238E27FC236}">
                <a16:creationId xmlns:a16="http://schemas.microsoft.com/office/drawing/2014/main" id="{35A8BE8B-44B9-41BB-8E2E-E6A7A9170BBE}"/>
              </a:ext>
            </a:extLst>
          </p:cNvPr>
          <p:cNvSpPr>
            <a:spLocks noGrp="1"/>
          </p:cNvSpPr>
          <p:nvPr/>
        </p:nvSpPr>
        <p:spPr>
          <a:xfrm>
            <a:off x="5395291" y="1670439"/>
            <a:ext cx="28398" cy="28398"/>
          </a:xfrm>
          <a:prstGeom prst="ellipse">
            <a:avLst/>
          </a:prstGeom>
          <a:solidFill>
            <a:srgbClr val="7F8C97">
              <a:alpha val="48000"/>
            </a:srgbClr>
          </a:solidFill>
          <a:ln w="0">
            <a:noFill/>
            <a:prstDash val="solid"/>
          </a:ln>
        </p:spPr>
      </p:sp>
      <p:sp>
        <p:nvSpPr>
          <p:cNvPr id="572" name="03_assume_matched_5869">
            <a:extLst>
              <a:ext uri="{FF2B5EF4-FFF2-40B4-BE49-F238E27FC236}">
                <a16:creationId xmlns:a16="http://schemas.microsoft.com/office/drawing/2014/main" id="{9A962C92-67F8-4987-94EA-A6E6B8CB8DBF}"/>
              </a:ext>
            </a:extLst>
          </p:cNvPr>
          <p:cNvSpPr>
            <a:spLocks noGrp="1"/>
          </p:cNvSpPr>
          <p:nvPr/>
        </p:nvSpPr>
        <p:spPr>
          <a:xfrm>
            <a:off x="5327366" y="1962874"/>
            <a:ext cx="28398" cy="28398"/>
          </a:xfrm>
          <a:prstGeom prst="ellipse">
            <a:avLst/>
          </a:prstGeom>
          <a:solidFill>
            <a:srgbClr val="7F8C97">
              <a:alpha val="48000"/>
            </a:srgbClr>
          </a:solidFill>
          <a:ln w="0">
            <a:noFill/>
            <a:prstDash val="solid"/>
          </a:ln>
        </p:spPr>
      </p:sp>
      <p:sp>
        <p:nvSpPr>
          <p:cNvPr id="573" name="03_assume_matched_5870">
            <a:extLst>
              <a:ext uri="{FF2B5EF4-FFF2-40B4-BE49-F238E27FC236}">
                <a16:creationId xmlns:a16="http://schemas.microsoft.com/office/drawing/2014/main" id="{FF1701C1-7F7E-4114-BDE6-8948C41DD429}"/>
              </a:ext>
            </a:extLst>
          </p:cNvPr>
          <p:cNvSpPr>
            <a:spLocks noGrp="1"/>
          </p:cNvSpPr>
          <p:nvPr/>
        </p:nvSpPr>
        <p:spPr>
          <a:xfrm>
            <a:off x="5398169" y="1962874"/>
            <a:ext cx="28398" cy="28398"/>
          </a:xfrm>
          <a:prstGeom prst="ellipse">
            <a:avLst/>
          </a:prstGeom>
          <a:solidFill>
            <a:srgbClr val="7F8C97">
              <a:alpha val="48000"/>
            </a:srgbClr>
          </a:solidFill>
          <a:ln w="0">
            <a:noFill/>
            <a:prstDash val="solid"/>
          </a:ln>
        </p:spPr>
      </p:sp>
      <p:sp>
        <p:nvSpPr>
          <p:cNvPr id="574" name="03_assume_matched_5871">
            <a:extLst>
              <a:ext uri="{FF2B5EF4-FFF2-40B4-BE49-F238E27FC236}">
                <a16:creationId xmlns:a16="http://schemas.microsoft.com/office/drawing/2014/main" id="{3AD6DD2B-48E5-463D-9CC0-64224C998EF4}"/>
              </a:ext>
            </a:extLst>
          </p:cNvPr>
          <p:cNvSpPr>
            <a:spLocks noGrp="1"/>
          </p:cNvSpPr>
          <p:nvPr/>
        </p:nvSpPr>
        <p:spPr>
          <a:xfrm>
            <a:off x="5386512" y="1767917"/>
            <a:ext cx="28398" cy="28398"/>
          </a:xfrm>
          <a:prstGeom prst="ellipse">
            <a:avLst/>
          </a:prstGeom>
          <a:solidFill>
            <a:srgbClr val="7F8C97">
              <a:alpha val="48000"/>
            </a:srgbClr>
          </a:solidFill>
          <a:ln w="0">
            <a:noFill/>
            <a:prstDash val="solid"/>
          </a:ln>
        </p:spPr>
      </p:sp>
      <p:sp>
        <p:nvSpPr>
          <p:cNvPr id="575" name="03_assume_matched_5872">
            <a:extLst>
              <a:ext uri="{FF2B5EF4-FFF2-40B4-BE49-F238E27FC236}">
                <a16:creationId xmlns:a16="http://schemas.microsoft.com/office/drawing/2014/main" id="{DF475471-ED3E-4419-B9A5-27F064EC6ABB}"/>
              </a:ext>
            </a:extLst>
          </p:cNvPr>
          <p:cNvSpPr>
            <a:spLocks noGrp="1"/>
          </p:cNvSpPr>
          <p:nvPr/>
        </p:nvSpPr>
        <p:spPr>
          <a:xfrm>
            <a:off x="5392700" y="1962874"/>
            <a:ext cx="28398" cy="28398"/>
          </a:xfrm>
          <a:prstGeom prst="ellipse">
            <a:avLst/>
          </a:prstGeom>
          <a:solidFill>
            <a:srgbClr val="7F8C97">
              <a:alpha val="48000"/>
            </a:srgbClr>
          </a:solidFill>
          <a:ln w="0">
            <a:noFill/>
            <a:prstDash val="solid"/>
          </a:ln>
        </p:spPr>
      </p:sp>
      <p:sp>
        <p:nvSpPr>
          <p:cNvPr id="576" name="03_assume_matched_5873">
            <a:extLst>
              <a:ext uri="{FF2B5EF4-FFF2-40B4-BE49-F238E27FC236}">
                <a16:creationId xmlns:a16="http://schemas.microsoft.com/office/drawing/2014/main" id="{C4ACFA77-966A-4D1E-9D39-DE8C93D808FA}"/>
              </a:ext>
            </a:extLst>
          </p:cNvPr>
          <p:cNvSpPr>
            <a:spLocks noGrp="1"/>
          </p:cNvSpPr>
          <p:nvPr/>
        </p:nvSpPr>
        <p:spPr>
          <a:xfrm>
            <a:off x="5406084" y="1962874"/>
            <a:ext cx="28398" cy="28398"/>
          </a:xfrm>
          <a:prstGeom prst="ellipse">
            <a:avLst/>
          </a:prstGeom>
          <a:solidFill>
            <a:srgbClr val="7F8C97">
              <a:alpha val="48000"/>
            </a:srgbClr>
          </a:solidFill>
          <a:ln w="0">
            <a:noFill/>
            <a:prstDash val="solid"/>
          </a:ln>
        </p:spPr>
      </p:sp>
      <p:sp>
        <p:nvSpPr>
          <p:cNvPr id="577" name="03_assume_matched_5874">
            <a:extLst>
              <a:ext uri="{FF2B5EF4-FFF2-40B4-BE49-F238E27FC236}">
                <a16:creationId xmlns:a16="http://schemas.microsoft.com/office/drawing/2014/main" id="{5C848601-CDCA-407A-8C9B-D4E456A8F1B5}"/>
              </a:ext>
            </a:extLst>
          </p:cNvPr>
          <p:cNvSpPr>
            <a:spLocks noGrp="1"/>
          </p:cNvSpPr>
          <p:nvPr/>
        </p:nvSpPr>
        <p:spPr>
          <a:xfrm>
            <a:off x="5314702" y="1378004"/>
            <a:ext cx="28398" cy="28398"/>
          </a:xfrm>
          <a:prstGeom prst="ellipse">
            <a:avLst/>
          </a:prstGeom>
          <a:solidFill>
            <a:srgbClr val="7F8C97">
              <a:alpha val="48000"/>
            </a:srgbClr>
          </a:solidFill>
          <a:ln w="0">
            <a:noFill/>
            <a:prstDash val="solid"/>
          </a:ln>
        </p:spPr>
      </p:sp>
      <p:sp>
        <p:nvSpPr>
          <p:cNvPr id="578" name="03_assume_matched_5875">
            <a:extLst>
              <a:ext uri="{FF2B5EF4-FFF2-40B4-BE49-F238E27FC236}">
                <a16:creationId xmlns:a16="http://schemas.microsoft.com/office/drawing/2014/main" id="{22E99C9B-4B0E-4105-96EA-0EF6F58F15C8}"/>
              </a:ext>
            </a:extLst>
          </p:cNvPr>
          <p:cNvSpPr>
            <a:spLocks noGrp="1"/>
          </p:cNvSpPr>
          <p:nvPr/>
        </p:nvSpPr>
        <p:spPr>
          <a:xfrm>
            <a:off x="5303909" y="1865395"/>
            <a:ext cx="28398" cy="28398"/>
          </a:xfrm>
          <a:prstGeom prst="ellipse">
            <a:avLst/>
          </a:prstGeom>
          <a:solidFill>
            <a:srgbClr val="7F8C97">
              <a:alpha val="48000"/>
            </a:srgbClr>
          </a:solidFill>
          <a:ln w="0">
            <a:noFill/>
            <a:prstDash val="solid"/>
          </a:ln>
        </p:spPr>
      </p:sp>
      <p:sp>
        <p:nvSpPr>
          <p:cNvPr id="579" name="03_assume_matched_5876">
            <a:extLst>
              <a:ext uri="{FF2B5EF4-FFF2-40B4-BE49-F238E27FC236}">
                <a16:creationId xmlns:a16="http://schemas.microsoft.com/office/drawing/2014/main" id="{B7AC1306-9E3C-4D04-894D-2985888592F9}"/>
              </a:ext>
            </a:extLst>
          </p:cNvPr>
          <p:cNvSpPr>
            <a:spLocks noGrp="1"/>
          </p:cNvSpPr>
          <p:nvPr/>
        </p:nvSpPr>
        <p:spPr>
          <a:xfrm>
            <a:off x="5386800" y="1962874"/>
            <a:ext cx="28398" cy="28398"/>
          </a:xfrm>
          <a:prstGeom prst="ellipse">
            <a:avLst/>
          </a:prstGeom>
          <a:solidFill>
            <a:srgbClr val="7F8C97">
              <a:alpha val="48000"/>
            </a:srgbClr>
          </a:solidFill>
          <a:ln w="0">
            <a:noFill/>
            <a:prstDash val="solid"/>
          </a:ln>
        </p:spPr>
      </p:sp>
      <p:sp>
        <p:nvSpPr>
          <p:cNvPr id="580" name="03_assume_matched_5877">
            <a:extLst>
              <a:ext uri="{FF2B5EF4-FFF2-40B4-BE49-F238E27FC236}">
                <a16:creationId xmlns:a16="http://schemas.microsoft.com/office/drawing/2014/main" id="{1C996C91-444E-4C5E-9370-D893F2D51C15}"/>
              </a:ext>
            </a:extLst>
          </p:cNvPr>
          <p:cNvSpPr>
            <a:spLocks noGrp="1"/>
          </p:cNvSpPr>
          <p:nvPr/>
        </p:nvSpPr>
        <p:spPr>
          <a:xfrm>
            <a:off x="5423929" y="1879321"/>
            <a:ext cx="28398" cy="28398"/>
          </a:xfrm>
          <a:prstGeom prst="ellipse">
            <a:avLst/>
          </a:prstGeom>
          <a:solidFill>
            <a:srgbClr val="7F8C97">
              <a:alpha val="48000"/>
            </a:srgbClr>
          </a:solidFill>
          <a:ln w="0">
            <a:noFill/>
            <a:prstDash val="solid"/>
          </a:ln>
        </p:spPr>
      </p:sp>
      <p:sp>
        <p:nvSpPr>
          <p:cNvPr id="581" name="03_assume_matched_5878">
            <a:extLst>
              <a:ext uri="{FF2B5EF4-FFF2-40B4-BE49-F238E27FC236}">
                <a16:creationId xmlns:a16="http://schemas.microsoft.com/office/drawing/2014/main" id="{E7DFEB8A-3546-4427-9A34-C7004889902E}"/>
              </a:ext>
            </a:extLst>
          </p:cNvPr>
          <p:cNvSpPr>
            <a:spLocks noGrp="1"/>
          </p:cNvSpPr>
          <p:nvPr/>
        </p:nvSpPr>
        <p:spPr>
          <a:xfrm>
            <a:off x="5430117" y="1378004"/>
            <a:ext cx="28398" cy="28398"/>
          </a:xfrm>
          <a:prstGeom prst="ellipse">
            <a:avLst/>
          </a:prstGeom>
          <a:solidFill>
            <a:srgbClr val="7F8C97">
              <a:alpha val="48000"/>
            </a:srgbClr>
          </a:solidFill>
          <a:ln w="0">
            <a:noFill/>
            <a:prstDash val="solid"/>
          </a:ln>
        </p:spPr>
      </p:sp>
      <p:sp>
        <p:nvSpPr>
          <p:cNvPr id="582" name="03_assume_matched_5879">
            <a:extLst>
              <a:ext uri="{FF2B5EF4-FFF2-40B4-BE49-F238E27FC236}">
                <a16:creationId xmlns:a16="http://schemas.microsoft.com/office/drawing/2014/main" id="{BE28773E-A594-4371-A5FA-A5AE75B5B51A}"/>
              </a:ext>
            </a:extLst>
          </p:cNvPr>
          <p:cNvSpPr>
            <a:spLocks noGrp="1"/>
          </p:cNvSpPr>
          <p:nvPr/>
        </p:nvSpPr>
        <p:spPr>
          <a:xfrm>
            <a:off x="5341181" y="1962874"/>
            <a:ext cx="28398" cy="28398"/>
          </a:xfrm>
          <a:prstGeom prst="ellipse">
            <a:avLst/>
          </a:prstGeom>
          <a:solidFill>
            <a:srgbClr val="7F8C97">
              <a:alpha val="48000"/>
            </a:srgbClr>
          </a:solidFill>
          <a:ln w="0">
            <a:noFill/>
            <a:prstDash val="solid"/>
          </a:ln>
        </p:spPr>
      </p:sp>
      <p:sp>
        <p:nvSpPr>
          <p:cNvPr id="583" name="03_assume_matched_5880">
            <a:extLst>
              <a:ext uri="{FF2B5EF4-FFF2-40B4-BE49-F238E27FC236}">
                <a16:creationId xmlns:a16="http://schemas.microsoft.com/office/drawing/2014/main" id="{E4C89151-3172-41B8-B7A9-B350BE38B62E}"/>
              </a:ext>
            </a:extLst>
          </p:cNvPr>
          <p:cNvSpPr>
            <a:spLocks noGrp="1"/>
          </p:cNvSpPr>
          <p:nvPr/>
        </p:nvSpPr>
        <p:spPr>
          <a:xfrm>
            <a:off x="5393996" y="1962874"/>
            <a:ext cx="28398" cy="28398"/>
          </a:xfrm>
          <a:prstGeom prst="ellipse">
            <a:avLst/>
          </a:prstGeom>
          <a:solidFill>
            <a:srgbClr val="7F8C97">
              <a:alpha val="48000"/>
            </a:srgbClr>
          </a:solidFill>
          <a:ln w="0">
            <a:noFill/>
            <a:prstDash val="solid"/>
          </a:ln>
        </p:spPr>
      </p:sp>
      <p:sp>
        <p:nvSpPr>
          <p:cNvPr id="584" name="03_assume_matched_5881">
            <a:extLst>
              <a:ext uri="{FF2B5EF4-FFF2-40B4-BE49-F238E27FC236}">
                <a16:creationId xmlns:a16="http://schemas.microsoft.com/office/drawing/2014/main" id="{A329325B-CC3D-44FA-9637-09FB415E971C}"/>
              </a:ext>
            </a:extLst>
          </p:cNvPr>
          <p:cNvSpPr>
            <a:spLocks noGrp="1"/>
          </p:cNvSpPr>
          <p:nvPr/>
        </p:nvSpPr>
        <p:spPr>
          <a:xfrm>
            <a:off x="5404933" y="1378004"/>
            <a:ext cx="28398" cy="28398"/>
          </a:xfrm>
          <a:prstGeom prst="ellipse">
            <a:avLst/>
          </a:prstGeom>
          <a:solidFill>
            <a:srgbClr val="7F8C97">
              <a:alpha val="48000"/>
            </a:srgbClr>
          </a:solidFill>
          <a:ln w="0">
            <a:noFill/>
            <a:prstDash val="solid"/>
          </a:ln>
        </p:spPr>
      </p:sp>
      <p:sp>
        <p:nvSpPr>
          <p:cNvPr id="585" name="03_assume_matched_5882">
            <a:extLst>
              <a:ext uri="{FF2B5EF4-FFF2-40B4-BE49-F238E27FC236}">
                <a16:creationId xmlns:a16="http://schemas.microsoft.com/office/drawing/2014/main" id="{D8B4FF1F-9839-447B-8D33-08225C26773F}"/>
              </a:ext>
            </a:extLst>
          </p:cNvPr>
          <p:cNvSpPr>
            <a:spLocks noGrp="1"/>
          </p:cNvSpPr>
          <p:nvPr/>
        </p:nvSpPr>
        <p:spPr>
          <a:xfrm>
            <a:off x="5422346" y="1378004"/>
            <a:ext cx="28398" cy="28398"/>
          </a:xfrm>
          <a:prstGeom prst="ellipse">
            <a:avLst/>
          </a:prstGeom>
          <a:solidFill>
            <a:srgbClr val="7F8C97">
              <a:alpha val="48000"/>
            </a:srgbClr>
          </a:solidFill>
          <a:ln w="0">
            <a:noFill/>
            <a:prstDash val="solid"/>
          </a:ln>
        </p:spPr>
      </p:sp>
      <p:sp>
        <p:nvSpPr>
          <p:cNvPr id="586" name="03_assume_matched_5883">
            <a:extLst>
              <a:ext uri="{FF2B5EF4-FFF2-40B4-BE49-F238E27FC236}">
                <a16:creationId xmlns:a16="http://schemas.microsoft.com/office/drawing/2014/main" id="{9A5F46DC-78FB-4A00-9874-74E2C700AF3B}"/>
              </a:ext>
            </a:extLst>
          </p:cNvPr>
          <p:cNvSpPr>
            <a:spLocks noGrp="1"/>
          </p:cNvSpPr>
          <p:nvPr/>
        </p:nvSpPr>
        <p:spPr>
          <a:xfrm>
            <a:off x="5407091" y="1378004"/>
            <a:ext cx="28398" cy="28398"/>
          </a:xfrm>
          <a:prstGeom prst="ellipse">
            <a:avLst/>
          </a:prstGeom>
          <a:solidFill>
            <a:srgbClr val="7F8C97">
              <a:alpha val="48000"/>
            </a:srgbClr>
          </a:solidFill>
          <a:ln w="0">
            <a:noFill/>
            <a:prstDash val="solid"/>
          </a:ln>
        </p:spPr>
      </p:sp>
      <p:sp>
        <p:nvSpPr>
          <p:cNvPr id="587" name="03_assume_matched_5884">
            <a:extLst>
              <a:ext uri="{FF2B5EF4-FFF2-40B4-BE49-F238E27FC236}">
                <a16:creationId xmlns:a16="http://schemas.microsoft.com/office/drawing/2014/main" id="{E5638E98-611A-4CF7-BEA7-7F27121E2857}"/>
              </a:ext>
            </a:extLst>
          </p:cNvPr>
          <p:cNvSpPr>
            <a:spLocks noGrp="1"/>
          </p:cNvSpPr>
          <p:nvPr/>
        </p:nvSpPr>
        <p:spPr>
          <a:xfrm>
            <a:off x="5385361" y="1378004"/>
            <a:ext cx="28398" cy="28398"/>
          </a:xfrm>
          <a:prstGeom prst="ellipse">
            <a:avLst/>
          </a:prstGeom>
          <a:solidFill>
            <a:srgbClr val="7F8C97">
              <a:alpha val="48000"/>
            </a:srgbClr>
          </a:solidFill>
          <a:ln w="0">
            <a:noFill/>
            <a:prstDash val="solid"/>
          </a:ln>
        </p:spPr>
      </p:sp>
      <p:sp>
        <p:nvSpPr>
          <p:cNvPr id="588" name="03_assume_matched_5885">
            <a:extLst>
              <a:ext uri="{FF2B5EF4-FFF2-40B4-BE49-F238E27FC236}">
                <a16:creationId xmlns:a16="http://schemas.microsoft.com/office/drawing/2014/main" id="{2A5A88B2-FC92-4089-A79F-DAC0EBB517A0}"/>
              </a:ext>
            </a:extLst>
          </p:cNvPr>
          <p:cNvSpPr>
            <a:spLocks noGrp="1"/>
          </p:cNvSpPr>
          <p:nvPr/>
        </p:nvSpPr>
        <p:spPr>
          <a:xfrm>
            <a:off x="5297145" y="1378004"/>
            <a:ext cx="28398" cy="28398"/>
          </a:xfrm>
          <a:prstGeom prst="ellipse">
            <a:avLst/>
          </a:prstGeom>
          <a:solidFill>
            <a:srgbClr val="7F8C97">
              <a:alpha val="48000"/>
            </a:srgbClr>
          </a:solidFill>
          <a:ln w="0">
            <a:noFill/>
            <a:prstDash val="solid"/>
          </a:ln>
        </p:spPr>
      </p:sp>
      <p:sp>
        <p:nvSpPr>
          <p:cNvPr id="589" name="03_assume_matched_5886">
            <a:extLst>
              <a:ext uri="{FF2B5EF4-FFF2-40B4-BE49-F238E27FC236}">
                <a16:creationId xmlns:a16="http://schemas.microsoft.com/office/drawing/2014/main" id="{50C8C08C-1F17-4E14-91B9-309C7F6EEA16}"/>
              </a:ext>
            </a:extLst>
          </p:cNvPr>
          <p:cNvSpPr>
            <a:spLocks noGrp="1"/>
          </p:cNvSpPr>
          <p:nvPr/>
        </p:nvSpPr>
        <p:spPr>
          <a:xfrm>
            <a:off x="5311104" y="1962874"/>
            <a:ext cx="28398" cy="28398"/>
          </a:xfrm>
          <a:prstGeom prst="ellipse">
            <a:avLst/>
          </a:prstGeom>
          <a:solidFill>
            <a:srgbClr val="7F8C97">
              <a:alpha val="48000"/>
            </a:srgbClr>
          </a:solidFill>
          <a:ln w="0">
            <a:noFill/>
            <a:prstDash val="solid"/>
          </a:ln>
        </p:spPr>
      </p:sp>
      <p:sp>
        <p:nvSpPr>
          <p:cNvPr id="590" name="03_assume_matched_5887">
            <a:extLst>
              <a:ext uri="{FF2B5EF4-FFF2-40B4-BE49-F238E27FC236}">
                <a16:creationId xmlns:a16="http://schemas.microsoft.com/office/drawing/2014/main" id="{7ABB46BD-C81A-4461-B7FD-81B21AE159FA}"/>
              </a:ext>
            </a:extLst>
          </p:cNvPr>
          <p:cNvSpPr>
            <a:spLocks noGrp="1"/>
          </p:cNvSpPr>
          <p:nvPr/>
        </p:nvSpPr>
        <p:spPr>
          <a:xfrm>
            <a:off x="5372265" y="1378004"/>
            <a:ext cx="28398" cy="28398"/>
          </a:xfrm>
          <a:prstGeom prst="ellipse">
            <a:avLst/>
          </a:prstGeom>
          <a:solidFill>
            <a:srgbClr val="7F8C97">
              <a:alpha val="48000"/>
            </a:srgbClr>
          </a:solidFill>
          <a:ln w="0">
            <a:noFill/>
            <a:prstDash val="solid"/>
          </a:ln>
        </p:spPr>
      </p:sp>
      <p:sp>
        <p:nvSpPr>
          <p:cNvPr id="591" name="03_assume_matched_5888">
            <a:extLst>
              <a:ext uri="{FF2B5EF4-FFF2-40B4-BE49-F238E27FC236}">
                <a16:creationId xmlns:a16="http://schemas.microsoft.com/office/drawing/2014/main" id="{1A75D4AB-285F-4C1B-B6DF-16577F394004}"/>
              </a:ext>
            </a:extLst>
          </p:cNvPr>
          <p:cNvSpPr>
            <a:spLocks noGrp="1"/>
          </p:cNvSpPr>
          <p:nvPr/>
        </p:nvSpPr>
        <p:spPr>
          <a:xfrm>
            <a:off x="5317148" y="1378004"/>
            <a:ext cx="28398" cy="28398"/>
          </a:xfrm>
          <a:prstGeom prst="ellipse">
            <a:avLst/>
          </a:prstGeom>
          <a:solidFill>
            <a:srgbClr val="7F8C97">
              <a:alpha val="48000"/>
            </a:srgbClr>
          </a:solidFill>
          <a:ln w="0">
            <a:noFill/>
            <a:prstDash val="solid"/>
          </a:ln>
        </p:spPr>
      </p:sp>
      <p:sp>
        <p:nvSpPr>
          <p:cNvPr id="592" name="03_assume_matched_5889">
            <a:extLst>
              <a:ext uri="{FF2B5EF4-FFF2-40B4-BE49-F238E27FC236}">
                <a16:creationId xmlns:a16="http://schemas.microsoft.com/office/drawing/2014/main" id="{E690C562-99FD-4AB7-9C84-69F609EDA75B}"/>
              </a:ext>
            </a:extLst>
          </p:cNvPr>
          <p:cNvSpPr>
            <a:spLocks noGrp="1"/>
          </p:cNvSpPr>
          <p:nvPr/>
        </p:nvSpPr>
        <p:spPr>
          <a:xfrm>
            <a:off x="5343196" y="1378004"/>
            <a:ext cx="28398" cy="28398"/>
          </a:xfrm>
          <a:prstGeom prst="ellipse">
            <a:avLst/>
          </a:prstGeom>
          <a:solidFill>
            <a:srgbClr val="7F8C97">
              <a:alpha val="48000"/>
            </a:srgbClr>
          </a:solidFill>
          <a:ln w="0">
            <a:noFill/>
            <a:prstDash val="solid"/>
          </a:ln>
        </p:spPr>
      </p:sp>
      <p:sp>
        <p:nvSpPr>
          <p:cNvPr id="593" name="03_assume_matched_5890">
            <a:extLst>
              <a:ext uri="{FF2B5EF4-FFF2-40B4-BE49-F238E27FC236}">
                <a16:creationId xmlns:a16="http://schemas.microsoft.com/office/drawing/2014/main" id="{55642A97-C09B-4069-9040-87AF9BD7EA3C}"/>
              </a:ext>
            </a:extLst>
          </p:cNvPr>
          <p:cNvSpPr>
            <a:spLocks noGrp="1"/>
          </p:cNvSpPr>
          <p:nvPr/>
        </p:nvSpPr>
        <p:spPr>
          <a:xfrm>
            <a:off x="5292252" y="1962874"/>
            <a:ext cx="28398" cy="28398"/>
          </a:xfrm>
          <a:prstGeom prst="ellipse">
            <a:avLst/>
          </a:prstGeom>
          <a:solidFill>
            <a:srgbClr val="7F8C97">
              <a:alpha val="48000"/>
            </a:srgbClr>
          </a:solidFill>
          <a:ln w="0">
            <a:noFill/>
            <a:prstDash val="solid"/>
          </a:ln>
        </p:spPr>
      </p:sp>
      <p:sp>
        <p:nvSpPr>
          <p:cNvPr id="594" name="03_assume_matched_5891">
            <a:extLst>
              <a:ext uri="{FF2B5EF4-FFF2-40B4-BE49-F238E27FC236}">
                <a16:creationId xmlns:a16="http://schemas.microsoft.com/office/drawing/2014/main" id="{6B58B60C-3570-4BBF-9EF1-CCE31C395317}"/>
              </a:ext>
            </a:extLst>
          </p:cNvPr>
          <p:cNvSpPr>
            <a:spLocks noGrp="1"/>
          </p:cNvSpPr>
          <p:nvPr/>
        </p:nvSpPr>
        <p:spPr>
          <a:xfrm>
            <a:off x="6164931" y="1505476"/>
            <a:ext cx="28398" cy="28398"/>
          </a:xfrm>
          <a:prstGeom prst="ellipse">
            <a:avLst/>
          </a:prstGeom>
          <a:solidFill>
            <a:srgbClr val="7F8C97">
              <a:alpha val="48000"/>
            </a:srgbClr>
          </a:solidFill>
          <a:ln w="0">
            <a:noFill/>
            <a:prstDash val="solid"/>
          </a:ln>
        </p:spPr>
      </p:sp>
      <p:sp>
        <p:nvSpPr>
          <p:cNvPr id="595" name="03_assume_matched_5892">
            <a:extLst>
              <a:ext uri="{FF2B5EF4-FFF2-40B4-BE49-F238E27FC236}">
                <a16:creationId xmlns:a16="http://schemas.microsoft.com/office/drawing/2014/main" id="{ACFC45BC-3592-4D9A-AA96-93CF216E91B4}"/>
              </a:ext>
            </a:extLst>
          </p:cNvPr>
          <p:cNvSpPr>
            <a:spLocks noGrp="1"/>
          </p:cNvSpPr>
          <p:nvPr/>
        </p:nvSpPr>
        <p:spPr>
          <a:xfrm>
            <a:off x="6153418" y="1962874"/>
            <a:ext cx="28398" cy="28398"/>
          </a:xfrm>
          <a:prstGeom prst="ellipse">
            <a:avLst/>
          </a:prstGeom>
          <a:solidFill>
            <a:srgbClr val="7F8C97">
              <a:alpha val="48000"/>
            </a:srgbClr>
          </a:solidFill>
          <a:ln w="0">
            <a:noFill/>
            <a:prstDash val="solid"/>
          </a:ln>
        </p:spPr>
      </p:sp>
      <p:sp>
        <p:nvSpPr>
          <p:cNvPr id="596" name="03_assume_matched_5893">
            <a:extLst>
              <a:ext uri="{FF2B5EF4-FFF2-40B4-BE49-F238E27FC236}">
                <a16:creationId xmlns:a16="http://schemas.microsoft.com/office/drawing/2014/main" id="{3D1710A9-BEE3-4607-92BB-E1C5278EE86D}"/>
              </a:ext>
            </a:extLst>
          </p:cNvPr>
          <p:cNvSpPr>
            <a:spLocks noGrp="1"/>
          </p:cNvSpPr>
          <p:nvPr/>
        </p:nvSpPr>
        <p:spPr>
          <a:xfrm>
            <a:off x="6096286" y="1962874"/>
            <a:ext cx="28398" cy="28398"/>
          </a:xfrm>
          <a:prstGeom prst="ellipse">
            <a:avLst/>
          </a:prstGeom>
          <a:solidFill>
            <a:srgbClr val="7F8C97">
              <a:alpha val="48000"/>
            </a:srgbClr>
          </a:solidFill>
          <a:ln w="0">
            <a:noFill/>
            <a:prstDash val="solid"/>
          </a:ln>
        </p:spPr>
      </p:sp>
      <p:sp>
        <p:nvSpPr>
          <p:cNvPr id="597" name="03_assume_matched_5894">
            <a:extLst>
              <a:ext uri="{FF2B5EF4-FFF2-40B4-BE49-F238E27FC236}">
                <a16:creationId xmlns:a16="http://schemas.microsoft.com/office/drawing/2014/main" id="{EDC699B6-BE91-4B68-9531-C35E2B771F54}"/>
              </a:ext>
            </a:extLst>
          </p:cNvPr>
          <p:cNvSpPr>
            <a:spLocks noGrp="1"/>
          </p:cNvSpPr>
          <p:nvPr/>
        </p:nvSpPr>
        <p:spPr>
          <a:xfrm>
            <a:off x="6175149" y="1378004"/>
            <a:ext cx="28398" cy="28398"/>
          </a:xfrm>
          <a:prstGeom prst="ellipse">
            <a:avLst/>
          </a:prstGeom>
          <a:solidFill>
            <a:srgbClr val="7F8C97">
              <a:alpha val="48000"/>
            </a:srgbClr>
          </a:solidFill>
          <a:ln w="0">
            <a:noFill/>
            <a:prstDash val="solid"/>
          </a:ln>
        </p:spPr>
      </p:sp>
      <p:sp>
        <p:nvSpPr>
          <p:cNvPr id="598" name="03_assume_matched_5895">
            <a:extLst>
              <a:ext uri="{FF2B5EF4-FFF2-40B4-BE49-F238E27FC236}">
                <a16:creationId xmlns:a16="http://schemas.microsoft.com/office/drawing/2014/main" id="{96D6C0B5-F84C-4D08-8BAD-22F36285B974}"/>
              </a:ext>
            </a:extLst>
          </p:cNvPr>
          <p:cNvSpPr>
            <a:spLocks noGrp="1"/>
          </p:cNvSpPr>
          <p:nvPr/>
        </p:nvSpPr>
        <p:spPr>
          <a:xfrm>
            <a:off x="6142913" y="1378004"/>
            <a:ext cx="28398" cy="28398"/>
          </a:xfrm>
          <a:prstGeom prst="ellipse">
            <a:avLst/>
          </a:prstGeom>
          <a:solidFill>
            <a:srgbClr val="7F8C97">
              <a:alpha val="48000"/>
            </a:srgbClr>
          </a:solidFill>
          <a:ln w="0">
            <a:noFill/>
            <a:prstDash val="solid"/>
          </a:ln>
        </p:spPr>
      </p:sp>
      <p:sp>
        <p:nvSpPr>
          <p:cNvPr id="599" name="03_assume_matched_5896">
            <a:extLst>
              <a:ext uri="{FF2B5EF4-FFF2-40B4-BE49-F238E27FC236}">
                <a16:creationId xmlns:a16="http://schemas.microsoft.com/office/drawing/2014/main" id="{970D3397-7555-4FED-BEE7-7A73A8CE866B}"/>
              </a:ext>
            </a:extLst>
          </p:cNvPr>
          <p:cNvSpPr>
            <a:spLocks noGrp="1"/>
          </p:cNvSpPr>
          <p:nvPr/>
        </p:nvSpPr>
        <p:spPr>
          <a:xfrm>
            <a:off x="6047645" y="1537514"/>
            <a:ext cx="28398" cy="28398"/>
          </a:xfrm>
          <a:prstGeom prst="ellipse">
            <a:avLst/>
          </a:prstGeom>
          <a:solidFill>
            <a:srgbClr val="7F8C97">
              <a:alpha val="48000"/>
            </a:srgbClr>
          </a:solidFill>
          <a:ln w="0">
            <a:noFill/>
            <a:prstDash val="solid"/>
          </a:ln>
        </p:spPr>
      </p:sp>
      <p:sp>
        <p:nvSpPr>
          <p:cNvPr id="600" name="03_assume_matched_5897">
            <a:extLst>
              <a:ext uri="{FF2B5EF4-FFF2-40B4-BE49-F238E27FC236}">
                <a16:creationId xmlns:a16="http://schemas.microsoft.com/office/drawing/2014/main" id="{EB8AD6C8-409D-412F-991C-2304FB24F7E5}"/>
              </a:ext>
            </a:extLst>
          </p:cNvPr>
          <p:cNvSpPr>
            <a:spLocks noGrp="1"/>
          </p:cNvSpPr>
          <p:nvPr/>
        </p:nvSpPr>
        <p:spPr>
          <a:xfrm>
            <a:off x="6078298" y="1962874"/>
            <a:ext cx="28398" cy="28398"/>
          </a:xfrm>
          <a:prstGeom prst="ellipse">
            <a:avLst/>
          </a:prstGeom>
          <a:solidFill>
            <a:srgbClr val="7F8C97">
              <a:alpha val="48000"/>
            </a:srgbClr>
          </a:solidFill>
          <a:ln w="0">
            <a:noFill/>
            <a:prstDash val="solid"/>
          </a:ln>
        </p:spPr>
      </p:sp>
      <p:sp>
        <p:nvSpPr>
          <p:cNvPr id="601" name="03_assume_matched_5898">
            <a:extLst>
              <a:ext uri="{FF2B5EF4-FFF2-40B4-BE49-F238E27FC236}">
                <a16:creationId xmlns:a16="http://schemas.microsoft.com/office/drawing/2014/main" id="{20FF203A-E93C-415C-AEA5-913E38ACD776}"/>
              </a:ext>
            </a:extLst>
          </p:cNvPr>
          <p:cNvSpPr>
            <a:spLocks noGrp="1"/>
          </p:cNvSpPr>
          <p:nvPr/>
        </p:nvSpPr>
        <p:spPr>
          <a:xfrm>
            <a:off x="6047357" y="1962874"/>
            <a:ext cx="28398" cy="28398"/>
          </a:xfrm>
          <a:prstGeom prst="ellipse">
            <a:avLst/>
          </a:prstGeom>
          <a:solidFill>
            <a:srgbClr val="7F8C97">
              <a:alpha val="48000"/>
            </a:srgbClr>
          </a:solidFill>
          <a:ln w="0">
            <a:noFill/>
            <a:prstDash val="solid"/>
          </a:ln>
        </p:spPr>
      </p:sp>
      <p:sp>
        <p:nvSpPr>
          <p:cNvPr id="602" name="03_assume_matched_5899">
            <a:extLst>
              <a:ext uri="{FF2B5EF4-FFF2-40B4-BE49-F238E27FC236}">
                <a16:creationId xmlns:a16="http://schemas.microsoft.com/office/drawing/2014/main" id="{321F5E14-D0E8-481B-B2EF-1F318D72B2C4}"/>
              </a:ext>
            </a:extLst>
          </p:cNvPr>
          <p:cNvSpPr>
            <a:spLocks noGrp="1"/>
          </p:cNvSpPr>
          <p:nvPr/>
        </p:nvSpPr>
        <p:spPr>
          <a:xfrm>
            <a:off x="6128666" y="1670439"/>
            <a:ext cx="28398" cy="28398"/>
          </a:xfrm>
          <a:prstGeom prst="ellipse">
            <a:avLst/>
          </a:prstGeom>
          <a:solidFill>
            <a:srgbClr val="7F8C97">
              <a:alpha val="48000"/>
            </a:srgbClr>
          </a:solidFill>
          <a:ln w="0">
            <a:noFill/>
            <a:prstDash val="solid"/>
          </a:ln>
        </p:spPr>
      </p:sp>
      <p:sp>
        <p:nvSpPr>
          <p:cNvPr id="603" name="03_assume_matched_5900">
            <a:extLst>
              <a:ext uri="{FF2B5EF4-FFF2-40B4-BE49-F238E27FC236}">
                <a16:creationId xmlns:a16="http://schemas.microsoft.com/office/drawing/2014/main" id="{36C0967A-9A16-423C-8917-C4CFE9DB8CAA}"/>
              </a:ext>
            </a:extLst>
          </p:cNvPr>
          <p:cNvSpPr>
            <a:spLocks noGrp="1"/>
          </p:cNvSpPr>
          <p:nvPr/>
        </p:nvSpPr>
        <p:spPr>
          <a:xfrm>
            <a:off x="6109958" y="1962874"/>
            <a:ext cx="28398" cy="28398"/>
          </a:xfrm>
          <a:prstGeom prst="ellipse">
            <a:avLst/>
          </a:prstGeom>
          <a:solidFill>
            <a:srgbClr val="7F8C97">
              <a:alpha val="48000"/>
            </a:srgbClr>
          </a:solidFill>
          <a:ln w="0">
            <a:noFill/>
            <a:prstDash val="solid"/>
          </a:ln>
        </p:spPr>
      </p:sp>
      <p:sp>
        <p:nvSpPr>
          <p:cNvPr id="604" name="03_assume_matched_5901">
            <a:extLst>
              <a:ext uri="{FF2B5EF4-FFF2-40B4-BE49-F238E27FC236}">
                <a16:creationId xmlns:a16="http://schemas.microsoft.com/office/drawing/2014/main" id="{A3D87C03-C780-4A41-B306-22766E6A72EB}"/>
              </a:ext>
            </a:extLst>
          </p:cNvPr>
          <p:cNvSpPr>
            <a:spLocks noGrp="1"/>
          </p:cNvSpPr>
          <p:nvPr/>
        </p:nvSpPr>
        <p:spPr>
          <a:xfrm>
            <a:off x="6094703" y="1962874"/>
            <a:ext cx="28398" cy="28398"/>
          </a:xfrm>
          <a:prstGeom prst="ellipse">
            <a:avLst/>
          </a:prstGeom>
          <a:solidFill>
            <a:srgbClr val="7F8C97">
              <a:alpha val="48000"/>
            </a:srgbClr>
          </a:solidFill>
          <a:ln w="0">
            <a:noFill/>
            <a:prstDash val="solid"/>
          </a:ln>
        </p:spPr>
      </p:sp>
      <p:sp>
        <p:nvSpPr>
          <p:cNvPr id="605" name="03_assume_matched_5902">
            <a:extLst>
              <a:ext uri="{FF2B5EF4-FFF2-40B4-BE49-F238E27FC236}">
                <a16:creationId xmlns:a16="http://schemas.microsoft.com/office/drawing/2014/main" id="{ED4D7B41-A3E8-4C15-BA95-1FD0BCB5633D}"/>
              </a:ext>
            </a:extLst>
          </p:cNvPr>
          <p:cNvSpPr>
            <a:spLocks noGrp="1"/>
          </p:cNvSpPr>
          <p:nvPr/>
        </p:nvSpPr>
        <p:spPr>
          <a:xfrm>
            <a:off x="6080456" y="1962874"/>
            <a:ext cx="28398" cy="28398"/>
          </a:xfrm>
          <a:prstGeom prst="ellipse">
            <a:avLst/>
          </a:prstGeom>
          <a:solidFill>
            <a:srgbClr val="7F8C97">
              <a:alpha val="48000"/>
            </a:srgbClr>
          </a:solidFill>
          <a:ln w="0">
            <a:noFill/>
            <a:prstDash val="solid"/>
          </a:ln>
        </p:spPr>
      </p:sp>
      <p:sp>
        <p:nvSpPr>
          <p:cNvPr id="606" name="03_assume_matched_5903">
            <a:extLst>
              <a:ext uri="{FF2B5EF4-FFF2-40B4-BE49-F238E27FC236}">
                <a16:creationId xmlns:a16="http://schemas.microsoft.com/office/drawing/2014/main" id="{900E64E6-F103-4D63-8210-8A0A46CE4787}"/>
              </a:ext>
            </a:extLst>
          </p:cNvPr>
          <p:cNvSpPr>
            <a:spLocks noGrp="1"/>
          </p:cNvSpPr>
          <p:nvPr/>
        </p:nvSpPr>
        <p:spPr>
          <a:xfrm>
            <a:off x="6096862" y="1962874"/>
            <a:ext cx="28398" cy="28398"/>
          </a:xfrm>
          <a:prstGeom prst="ellipse">
            <a:avLst/>
          </a:prstGeom>
          <a:solidFill>
            <a:srgbClr val="7F8C97">
              <a:alpha val="48000"/>
            </a:srgbClr>
          </a:solidFill>
          <a:ln w="0">
            <a:noFill/>
            <a:prstDash val="solid"/>
          </a:ln>
        </p:spPr>
      </p:sp>
      <p:sp>
        <p:nvSpPr>
          <p:cNvPr id="607" name="03_assume_matched_5904">
            <a:extLst>
              <a:ext uri="{FF2B5EF4-FFF2-40B4-BE49-F238E27FC236}">
                <a16:creationId xmlns:a16="http://schemas.microsoft.com/office/drawing/2014/main" id="{D45A5E9F-C9D6-400A-A8B9-CBB8EF56FA9B}"/>
              </a:ext>
            </a:extLst>
          </p:cNvPr>
          <p:cNvSpPr>
            <a:spLocks noGrp="1"/>
          </p:cNvSpPr>
          <p:nvPr/>
        </p:nvSpPr>
        <p:spPr>
          <a:xfrm>
            <a:off x="6182056" y="1670439"/>
            <a:ext cx="28398" cy="28398"/>
          </a:xfrm>
          <a:prstGeom prst="ellipse">
            <a:avLst/>
          </a:prstGeom>
          <a:solidFill>
            <a:srgbClr val="7F8C97">
              <a:alpha val="48000"/>
            </a:srgbClr>
          </a:solidFill>
          <a:ln w="0">
            <a:noFill/>
            <a:prstDash val="solid"/>
          </a:ln>
        </p:spPr>
      </p:sp>
      <p:sp>
        <p:nvSpPr>
          <p:cNvPr id="608" name="03_assume_matched_5905">
            <a:extLst>
              <a:ext uri="{FF2B5EF4-FFF2-40B4-BE49-F238E27FC236}">
                <a16:creationId xmlns:a16="http://schemas.microsoft.com/office/drawing/2014/main" id="{682064A1-594A-41A3-81B7-F0A10254FBE7}"/>
              </a:ext>
            </a:extLst>
          </p:cNvPr>
          <p:cNvSpPr>
            <a:spLocks noGrp="1"/>
          </p:cNvSpPr>
          <p:nvPr/>
        </p:nvSpPr>
        <p:spPr>
          <a:xfrm>
            <a:off x="6137013" y="1378004"/>
            <a:ext cx="28398" cy="28398"/>
          </a:xfrm>
          <a:prstGeom prst="ellipse">
            <a:avLst/>
          </a:prstGeom>
          <a:solidFill>
            <a:srgbClr val="7F8C97">
              <a:alpha val="48000"/>
            </a:srgbClr>
          </a:solidFill>
          <a:ln w="0">
            <a:noFill/>
            <a:prstDash val="solid"/>
          </a:ln>
        </p:spPr>
      </p:sp>
      <p:sp>
        <p:nvSpPr>
          <p:cNvPr id="609" name="03_assume_matched_5906">
            <a:extLst>
              <a:ext uri="{FF2B5EF4-FFF2-40B4-BE49-F238E27FC236}">
                <a16:creationId xmlns:a16="http://schemas.microsoft.com/office/drawing/2014/main" id="{A0BCE3E9-89C1-49F4-A359-CE8ECB8E015E}"/>
              </a:ext>
            </a:extLst>
          </p:cNvPr>
          <p:cNvSpPr>
            <a:spLocks noGrp="1"/>
          </p:cNvSpPr>
          <p:nvPr/>
        </p:nvSpPr>
        <p:spPr>
          <a:xfrm>
            <a:off x="6146799" y="1962874"/>
            <a:ext cx="28398" cy="28398"/>
          </a:xfrm>
          <a:prstGeom prst="ellipse">
            <a:avLst/>
          </a:prstGeom>
          <a:solidFill>
            <a:srgbClr val="7F8C97">
              <a:alpha val="48000"/>
            </a:srgbClr>
          </a:solidFill>
          <a:ln w="0">
            <a:noFill/>
            <a:prstDash val="solid"/>
          </a:ln>
        </p:spPr>
      </p:sp>
      <p:sp>
        <p:nvSpPr>
          <p:cNvPr id="610" name="03_assume_matched_5907">
            <a:extLst>
              <a:ext uri="{FF2B5EF4-FFF2-40B4-BE49-F238E27FC236}">
                <a16:creationId xmlns:a16="http://schemas.microsoft.com/office/drawing/2014/main" id="{AD2905B2-69F0-4544-96BB-E9731F6C993E}"/>
              </a:ext>
            </a:extLst>
          </p:cNvPr>
          <p:cNvSpPr>
            <a:spLocks noGrp="1"/>
          </p:cNvSpPr>
          <p:nvPr/>
        </p:nvSpPr>
        <p:spPr>
          <a:xfrm>
            <a:off x="6083622" y="1832903"/>
            <a:ext cx="28398" cy="28398"/>
          </a:xfrm>
          <a:prstGeom prst="ellipse">
            <a:avLst/>
          </a:prstGeom>
          <a:solidFill>
            <a:srgbClr val="7F8C97">
              <a:alpha val="48000"/>
            </a:srgbClr>
          </a:solidFill>
          <a:ln w="0">
            <a:noFill/>
            <a:prstDash val="solid"/>
          </a:ln>
        </p:spPr>
      </p:sp>
      <p:sp>
        <p:nvSpPr>
          <p:cNvPr id="611" name="03_assume_matched_5908">
            <a:extLst>
              <a:ext uri="{FF2B5EF4-FFF2-40B4-BE49-F238E27FC236}">
                <a16:creationId xmlns:a16="http://schemas.microsoft.com/office/drawing/2014/main" id="{2B781F02-E6B9-4996-9BF2-CFA3A7316B12}"/>
              </a:ext>
            </a:extLst>
          </p:cNvPr>
          <p:cNvSpPr>
            <a:spLocks noGrp="1"/>
          </p:cNvSpPr>
          <p:nvPr/>
        </p:nvSpPr>
        <p:spPr>
          <a:xfrm>
            <a:off x="6173997" y="1767917"/>
            <a:ext cx="28398" cy="28398"/>
          </a:xfrm>
          <a:prstGeom prst="ellipse">
            <a:avLst/>
          </a:prstGeom>
          <a:solidFill>
            <a:srgbClr val="7F8C97">
              <a:alpha val="48000"/>
            </a:srgbClr>
          </a:solidFill>
          <a:ln w="0">
            <a:noFill/>
            <a:prstDash val="solid"/>
          </a:ln>
        </p:spPr>
      </p:sp>
      <p:sp>
        <p:nvSpPr>
          <p:cNvPr id="612" name="03_assume_matched_5909">
            <a:extLst>
              <a:ext uri="{FF2B5EF4-FFF2-40B4-BE49-F238E27FC236}">
                <a16:creationId xmlns:a16="http://schemas.microsoft.com/office/drawing/2014/main" id="{326417C9-4C79-48A9-8A8E-E97CA1DF28A6}"/>
              </a:ext>
            </a:extLst>
          </p:cNvPr>
          <p:cNvSpPr>
            <a:spLocks noGrp="1"/>
          </p:cNvSpPr>
          <p:nvPr/>
        </p:nvSpPr>
        <p:spPr>
          <a:xfrm>
            <a:off x="6147086" y="1378004"/>
            <a:ext cx="28398" cy="28398"/>
          </a:xfrm>
          <a:prstGeom prst="ellipse">
            <a:avLst/>
          </a:prstGeom>
          <a:solidFill>
            <a:srgbClr val="7F8C97">
              <a:alpha val="48000"/>
            </a:srgbClr>
          </a:solidFill>
          <a:ln w="0">
            <a:noFill/>
            <a:prstDash val="solid"/>
          </a:ln>
        </p:spPr>
      </p:sp>
      <p:sp>
        <p:nvSpPr>
          <p:cNvPr id="613" name="03_assume_matched_5910">
            <a:extLst>
              <a:ext uri="{FF2B5EF4-FFF2-40B4-BE49-F238E27FC236}">
                <a16:creationId xmlns:a16="http://schemas.microsoft.com/office/drawing/2014/main" id="{08188C42-2DBF-4617-9D1E-96A4EC22DBFC}"/>
              </a:ext>
            </a:extLst>
          </p:cNvPr>
          <p:cNvSpPr>
            <a:spLocks noGrp="1"/>
          </p:cNvSpPr>
          <p:nvPr/>
        </p:nvSpPr>
        <p:spPr>
          <a:xfrm>
            <a:off x="6064914" y="1962874"/>
            <a:ext cx="28398" cy="28398"/>
          </a:xfrm>
          <a:prstGeom prst="ellipse">
            <a:avLst/>
          </a:prstGeom>
          <a:solidFill>
            <a:srgbClr val="7F8C97">
              <a:alpha val="48000"/>
            </a:srgbClr>
          </a:solidFill>
          <a:ln w="0">
            <a:noFill/>
            <a:prstDash val="solid"/>
          </a:ln>
        </p:spPr>
      </p:sp>
      <p:sp>
        <p:nvSpPr>
          <p:cNvPr id="614" name="03_assume_matched_5911">
            <a:extLst>
              <a:ext uri="{FF2B5EF4-FFF2-40B4-BE49-F238E27FC236}">
                <a16:creationId xmlns:a16="http://schemas.microsoft.com/office/drawing/2014/main" id="{889CB19C-4F40-4379-8A9A-0A15ACB0F939}"/>
              </a:ext>
            </a:extLst>
          </p:cNvPr>
          <p:cNvSpPr>
            <a:spLocks noGrp="1"/>
          </p:cNvSpPr>
          <p:nvPr/>
        </p:nvSpPr>
        <p:spPr>
          <a:xfrm>
            <a:off x="6072254" y="1962874"/>
            <a:ext cx="28398" cy="28398"/>
          </a:xfrm>
          <a:prstGeom prst="ellipse">
            <a:avLst/>
          </a:prstGeom>
          <a:solidFill>
            <a:srgbClr val="7F8C97">
              <a:alpha val="48000"/>
            </a:srgbClr>
          </a:solidFill>
          <a:ln w="0">
            <a:noFill/>
            <a:prstDash val="solid"/>
          </a:ln>
        </p:spPr>
      </p:sp>
      <p:sp>
        <p:nvSpPr>
          <p:cNvPr id="615" name="03_assume_matched_5912">
            <a:extLst>
              <a:ext uri="{FF2B5EF4-FFF2-40B4-BE49-F238E27FC236}">
                <a16:creationId xmlns:a16="http://schemas.microsoft.com/office/drawing/2014/main" id="{5C2BA889-D46E-4B48-9216-91B059BCEC44}"/>
              </a:ext>
            </a:extLst>
          </p:cNvPr>
          <p:cNvSpPr>
            <a:spLocks noGrp="1"/>
          </p:cNvSpPr>
          <p:nvPr/>
        </p:nvSpPr>
        <p:spPr>
          <a:xfrm>
            <a:off x="6083479" y="1767917"/>
            <a:ext cx="28398" cy="28398"/>
          </a:xfrm>
          <a:prstGeom prst="ellipse">
            <a:avLst/>
          </a:prstGeom>
          <a:solidFill>
            <a:srgbClr val="7F8C97">
              <a:alpha val="48000"/>
            </a:srgbClr>
          </a:solidFill>
          <a:ln w="0">
            <a:noFill/>
            <a:prstDash val="solid"/>
          </a:ln>
        </p:spPr>
      </p:sp>
      <p:sp>
        <p:nvSpPr>
          <p:cNvPr id="616" name="03_assume_matched_5913">
            <a:extLst>
              <a:ext uri="{FF2B5EF4-FFF2-40B4-BE49-F238E27FC236}">
                <a16:creationId xmlns:a16="http://schemas.microsoft.com/office/drawing/2014/main" id="{6D0C401E-D1F8-40CA-B31E-CFBE204A4DE3}"/>
              </a:ext>
            </a:extLst>
          </p:cNvPr>
          <p:cNvSpPr>
            <a:spLocks noGrp="1"/>
          </p:cNvSpPr>
          <p:nvPr/>
        </p:nvSpPr>
        <p:spPr>
          <a:xfrm>
            <a:off x="6172846" y="1962874"/>
            <a:ext cx="28398" cy="28398"/>
          </a:xfrm>
          <a:prstGeom prst="ellipse">
            <a:avLst/>
          </a:prstGeom>
          <a:solidFill>
            <a:srgbClr val="7F8C97">
              <a:alpha val="48000"/>
            </a:srgbClr>
          </a:solidFill>
          <a:ln w="0">
            <a:noFill/>
            <a:prstDash val="solid"/>
          </a:ln>
        </p:spPr>
      </p:sp>
      <p:sp>
        <p:nvSpPr>
          <p:cNvPr id="617" name="03_assume_matched_5914">
            <a:extLst>
              <a:ext uri="{FF2B5EF4-FFF2-40B4-BE49-F238E27FC236}">
                <a16:creationId xmlns:a16="http://schemas.microsoft.com/office/drawing/2014/main" id="{E7112670-A83F-4467-8F0E-5AA027069DC4}"/>
              </a:ext>
            </a:extLst>
          </p:cNvPr>
          <p:cNvSpPr>
            <a:spLocks noGrp="1"/>
          </p:cNvSpPr>
          <p:nvPr/>
        </p:nvSpPr>
        <p:spPr>
          <a:xfrm>
            <a:off x="6085781" y="1378004"/>
            <a:ext cx="28398" cy="28398"/>
          </a:xfrm>
          <a:prstGeom prst="ellipse">
            <a:avLst/>
          </a:prstGeom>
          <a:solidFill>
            <a:srgbClr val="7F8C97">
              <a:alpha val="48000"/>
            </a:srgbClr>
          </a:solidFill>
          <a:ln w="0">
            <a:noFill/>
            <a:prstDash val="solid"/>
          </a:ln>
        </p:spPr>
      </p:sp>
      <p:sp>
        <p:nvSpPr>
          <p:cNvPr id="618" name="03_assume_matched_5915">
            <a:extLst>
              <a:ext uri="{FF2B5EF4-FFF2-40B4-BE49-F238E27FC236}">
                <a16:creationId xmlns:a16="http://schemas.microsoft.com/office/drawing/2014/main" id="{B70E87EB-0C41-426A-9BD7-B2E0F24E8D47}"/>
              </a:ext>
            </a:extLst>
          </p:cNvPr>
          <p:cNvSpPr>
            <a:spLocks noGrp="1"/>
          </p:cNvSpPr>
          <p:nvPr/>
        </p:nvSpPr>
        <p:spPr>
          <a:xfrm>
            <a:off x="6164787" y="1962874"/>
            <a:ext cx="28398" cy="28398"/>
          </a:xfrm>
          <a:prstGeom prst="ellipse">
            <a:avLst/>
          </a:prstGeom>
          <a:solidFill>
            <a:srgbClr val="7F8C97">
              <a:alpha val="48000"/>
            </a:srgbClr>
          </a:solidFill>
          <a:ln w="0">
            <a:noFill/>
            <a:prstDash val="solid"/>
          </a:ln>
        </p:spPr>
      </p:sp>
      <p:sp>
        <p:nvSpPr>
          <p:cNvPr id="619" name="03_assume_matched_5916">
            <a:extLst>
              <a:ext uri="{FF2B5EF4-FFF2-40B4-BE49-F238E27FC236}">
                <a16:creationId xmlns:a16="http://schemas.microsoft.com/office/drawing/2014/main" id="{B51EC83F-1CF2-486C-8DB3-A4F768316584}"/>
              </a:ext>
            </a:extLst>
          </p:cNvPr>
          <p:cNvSpPr>
            <a:spLocks noGrp="1"/>
          </p:cNvSpPr>
          <p:nvPr/>
        </p:nvSpPr>
        <p:spPr>
          <a:xfrm>
            <a:off x="6165938" y="1378004"/>
            <a:ext cx="28398" cy="28398"/>
          </a:xfrm>
          <a:prstGeom prst="ellipse">
            <a:avLst/>
          </a:prstGeom>
          <a:solidFill>
            <a:srgbClr val="7F8C97">
              <a:alpha val="48000"/>
            </a:srgbClr>
          </a:solidFill>
          <a:ln w="0">
            <a:noFill/>
            <a:prstDash val="solid"/>
          </a:ln>
        </p:spPr>
      </p:sp>
      <p:sp>
        <p:nvSpPr>
          <p:cNvPr id="620" name="03_assume_matched_5917">
            <a:extLst>
              <a:ext uri="{FF2B5EF4-FFF2-40B4-BE49-F238E27FC236}">
                <a16:creationId xmlns:a16="http://schemas.microsoft.com/office/drawing/2014/main" id="{D2770F07-7220-477F-99A4-F729211DB4C4}"/>
              </a:ext>
            </a:extLst>
          </p:cNvPr>
          <p:cNvSpPr>
            <a:spLocks noGrp="1"/>
          </p:cNvSpPr>
          <p:nvPr/>
        </p:nvSpPr>
        <p:spPr>
          <a:xfrm>
            <a:off x="6169680" y="1962874"/>
            <a:ext cx="28398" cy="28398"/>
          </a:xfrm>
          <a:prstGeom prst="ellipse">
            <a:avLst/>
          </a:prstGeom>
          <a:solidFill>
            <a:srgbClr val="7F8C97">
              <a:alpha val="48000"/>
            </a:srgbClr>
          </a:solidFill>
          <a:ln w="0">
            <a:noFill/>
            <a:prstDash val="solid"/>
          </a:ln>
        </p:spPr>
      </p:sp>
      <p:sp>
        <p:nvSpPr>
          <p:cNvPr id="621" name="03_assume_matched_5918">
            <a:extLst>
              <a:ext uri="{FF2B5EF4-FFF2-40B4-BE49-F238E27FC236}">
                <a16:creationId xmlns:a16="http://schemas.microsoft.com/office/drawing/2014/main" id="{B02F1F90-250C-455A-AA45-3137409B6334}"/>
              </a:ext>
            </a:extLst>
          </p:cNvPr>
          <p:cNvSpPr>
            <a:spLocks noGrp="1"/>
          </p:cNvSpPr>
          <p:nvPr/>
        </p:nvSpPr>
        <p:spPr>
          <a:xfrm>
            <a:off x="6086932" y="1962874"/>
            <a:ext cx="28398" cy="28398"/>
          </a:xfrm>
          <a:prstGeom prst="ellipse">
            <a:avLst/>
          </a:prstGeom>
          <a:solidFill>
            <a:srgbClr val="7F8C97">
              <a:alpha val="48000"/>
            </a:srgbClr>
          </a:solidFill>
          <a:ln w="0">
            <a:noFill/>
            <a:prstDash val="solid"/>
          </a:ln>
        </p:spPr>
      </p:sp>
      <p:sp>
        <p:nvSpPr>
          <p:cNvPr id="622" name="03_assume_matched_5919">
            <a:extLst>
              <a:ext uri="{FF2B5EF4-FFF2-40B4-BE49-F238E27FC236}">
                <a16:creationId xmlns:a16="http://schemas.microsoft.com/office/drawing/2014/main" id="{DC06C052-5BDF-4D1E-B549-545BD1C67201}"/>
              </a:ext>
            </a:extLst>
          </p:cNvPr>
          <p:cNvSpPr>
            <a:spLocks noGrp="1"/>
          </p:cNvSpPr>
          <p:nvPr/>
        </p:nvSpPr>
        <p:spPr>
          <a:xfrm>
            <a:off x="6065202" y="1378004"/>
            <a:ext cx="28398" cy="28398"/>
          </a:xfrm>
          <a:prstGeom prst="ellipse">
            <a:avLst/>
          </a:prstGeom>
          <a:solidFill>
            <a:srgbClr val="7F8C97">
              <a:alpha val="48000"/>
            </a:srgbClr>
          </a:solidFill>
          <a:ln w="0">
            <a:noFill/>
            <a:prstDash val="solid"/>
          </a:ln>
        </p:spPr>
      </p:sp>
      <p:sp>
        <p:nvSpPr>
          <p:cNvPr id="623" name="03_assume_matched_5920">
            <a:extLst>
              <a:ext uri="{FF2B5EF4-FFF2-40B4-BE49-F238E27FC236}">
                <a16:creationId xmlns:a16="http://schemas.microsoft.com/office/drawing/2014/main" id="{7787D2C2-81D4-4C85-83A7-F73FFBBD7EB0}"/>
              </a:ext>
            </a:extLst>
          </p:cNvPr>
          <p:cNvSpPr>
            <a:spLocks noGrp="1"/>
          </p:cNvSpPr>
          <p:nvPr/>
        </p:nvSpPr>
        <p:spPr>
          <a:xfrm>
            <a:off x="6148957" y="1378004"/>
            <a:ext cx="28398" cy="28398"/>
          </a:xfrm>
          <a:prstGeom prst="ellipse">
            <a:avLst/>
          </a:prstGeom>
          <a:solidFill>
            <a:srgbClr val="7F8C97">
              <a:alpha val="48000"/>
            </a:srgbClr>
          </a:solidFill>
          <a:ln w="0">
            <a:noFill/>
            <a:prstDash val="solid"/>
          </a:ln>
        </p:spPr>
      </p:sp>
      <p:sp>
        <p:nvSpPr>
          <p:cNvPr id="624" name="03_assume_matched_5921">
            <a:extLst>
              <a:ext uri="{FF2B5EF4-FFF2-40B4-BE49-F238E27FC236}">
                <a16:creationId xmlns:a16="http://schemas.microsoft.com/office/drawing/2014/main" id="{4C927586-FCE7-4141-AC7B-094D4BCC6F2B}"/>
              </a:ext>
            </a:extLst>
          </p:cNvPr>
          <p:cNvSpPr>
            <a:spLocks noGrp="1"/>
          </p:cNvSpPr>
          <p:nvPr/>
        </p:nvSpPr>
        <p:spPr>
          <a:xfrm>
            <a:off x="6058438" y="1962874"/>
            <a:ext cx="28398" cy="28398"/>
          </a:xfrm>
          <a:prstGeom prst="ellipse">
            <a:avLst/>
          </a:prstGeom>
          <a:solidFill>
            <a:srgbClr val="7F8C97">
              <a:alpha val="48000"/>
            </a:srgbClr>
          </a:solidFill>
          <a:ln w="0">
            <a:noFill/>
            <a:prstDash val="solid"/>
          </a:ln>
        </p:spPr>
      </p:sp>
      <p:sp>
        <p:nvSpPr>
          <p:cNvPr id="625" name="03_assume_matched_5922">
            <a:extLst>
              <a:ext uri="{FF2B5EF4-FFF2-40B4-BE49-F238E27FC236}">
                <a16:creationId xmlns:a16="http://schemas.microsoft.com/office/drawing/2014/main" id="{172CD2F9-14E5-44B6-8E86-9A9D1BF0726F}"/>
              </a:ext>
            </a:extLst>
          </p:cNvPr>
          <p:cNvSpPr>
            <a:spLocks noGrp="1"/>
          </p:cNvSpPr>
          <p:nvPr/>
        </p:nvSpPr>
        <p:spPr>
          <a:xfrm>
            <a:off x="6152555" y="1378004"/>
            <a:ext cx="28398" cy="28398"/>
          </a:xfrm>
          <a:prstGeom prst="ellipse">
            <a:avLst/>
          </a:prstGeom>
          <a:solidFill>
            <a:srgbClr val="7F8C97">
              <a:alpha val="48000"/>
            </a:srgbClr>
          </a:solidFill>
          <a:ln w="0">
            <a:noFill/>
            <a:prstDash val="solid"/>
          </a:ln>
        </p:spPr>
      </p:sp>
      <p:sp>
        <p:nvSpPr>
          <p:cNvPr id="626" name="03_assume_matched_5923">
            <a:extLst>
              <a:ext uri="{FF2B5EF4-FFF2-40B4-BE49-F238E27FC236}">
                <a16:creationId xmlns:a16="http://schemas.microsoft.com/office/drawing/2014/main" id="{F937835D-9612-4E19-AC1D-397E4C37F774}"/>
              </a:ext>
            </a:extLst>
          </p:cNvPr>
          <p:cNvSpPr>
            <a:spLocks noGrp="1"/>
          </p:cNvSpPr>
          <p:nvPr/>
        </p:nvSpPr>
        <p:spPr>
          <a:xfrm>
            <a:off x="6059734" y="1962874"/>
            <a:ext cx="28398" cy="28398"/>
          </a:xfrm>
          <a:prstGeom prst="ellipse">
            <a:avLst/>
          </a:prstGeom>
          <a:solidFill>
            <a:srgbClr val="7F8C97">
              <a:alpha val="48000"/>
            </a:srgbClr>
          </a:solidFill>
          <a:ln w="0">
            <a:noFill/>
            <a:prstDash val="solid"/>
          </a:ln>
        </p:spPr>
      </p:sp>
      <p:sp>
        <p:nvSpPr>
          <p:cNvPr id="627" name="03_assume_matched_5924">
            <a:extLst>
              <a:ext uri="{FF2B5EF4-FFF2-40B4-BE49-F238E27FC236}">
                <a16:creationId xmlns:a16="http://schemas.microsoft.com/office/drawing/2014/main" id="{F238AFDD-E74E-4B71-91B8-70F6155D9473}"/>
              </a:ext>
            </a:extLst>
          </p:cNvPr>
          <p:cNvSpPr>
            <a:spLocks noGrp="1"/>
          </p:cNvSpPr>
          <p:nvPr/>
        </p:nvSpPr>
        <p:spPr>
          <a:xfrm>
            <a:off x="6180185" y="1378004"/>
            <a:ext cx="28398" cy="28398"/>
          </a:xfrm>
          <a:prstGeom prst="ellipse">
            <a:avLst/>
          </a:prstGeom>
          <a:solidFill>
            <a:srgbClr val="7F8C97">
              <a:alpha val="48000"/>
            </a:srgbClr>
          </a:solidFill>
          <a:ln w="0">
            <a:noFill/>
            <a:prstDash val="solid"/>
          </a:ln>
        </p:spPr>
      </p:sp>
      <p:sp>
        <p:nvSpPr>
          <p:cNvPr id="628" name="03_assume_matched_5925">
            <a:extLst>
              <a:ext uri="{FF2B5EF4-FFF2-40B4-BE49-F238E27FC236}">
                <a16:creationId xmlns:a16="http://schemas.microsoft.com/office/drawing/2014/main" id="{E754193D-FB90-40EB-9F93-A2CF1DADD05C}"/>
              </a:ext>
            </a:extLst>
          </p:cNvPr>
          <p:cNvSpPr>
            <a:spLocks noGrp="1"/>
          </p:cNvSpPr>
          <p:nvPr/>
        </p:nvSpPr>
        <p:spPr>
          <a:xfrm>
            <a:off x="6158167" y="1378004"/>
            <a:ext cx="28398" cy="28398"/>
          </a:xfrm>
          <a:prstGeom prst="ellipse">
            <a:avLst/>
          </a:prstGeom>
          <a:solidFill>
            <a:srgbClr val="7F8C97">
              <a:alpha val="48000"/>
            </a:srgbClr>
          </a:solidFill>
          <a:ln w="0">
            <a:noFill/>
            <a:prstDash val="solid"/>
          </a:ln>
        </p:spPr>
      </p:sp>
      <p:sp>
        <p:nvSpPr>
          <p:cNvPr id="629" name="03_assume_matched_5926">
            <a:extLst>
              <a:ext uri="{FF2B5EF4-FFF2-40B4-BE49-F238E27FC236}">
                <a16:creationId xmlns:a16="http://schemas.microsoft.com/office/drawing/2014/main" id="{AE39F764-1A15-4364-BDBF-900DA3CE20B9}"/>
              </a:ext>
            </a:extLst>
          </p:cNvPr>
          <p:cNvSpPr>
            <a:spLocks noGrp="1"/>
          </p:cNvSpPr>
          <p:nvPr/>
        </p:nvSpPr>
        <p:spPr>
          <a:xfrm>
            <a:off x="6106072" y="1378004"/>
            <a:ext cx="28398" cy="28398"/>
          </a:xfrm>
          <a:prstGeom prst="ellipse">
            <a:avLst/>
          </a:prstGeom>
          <a:solidFill>
            <a:srgbClr val="7F8C97">
              <a:alpha val="48000"/>
            </a:srgbClr>
          </a:solidFill>
          <a:ln w="0">
            <a:noFill/>
            <a:prstDash val="solid"/>
          </a:ln>
        </p:spPr>
      </p:sp>
      <p:sp>
        <p:nvSpPr>
          <p:cNvPr id="630" name="03_assume_matched_5927">
            <a:extLst>
              <a:ext uri="{FF2B5EF4-FFF2-40B4-BE49-F238E27FC236}">
                <a16:creationId xmlns:a16="http://schemas.microsoft.com/office/drawing/2014/main" id="{D4C3DB9F-AAF2-4C84-AF31-CB853BE34090}"/>
              </a:ext>
            </a:extLst>
          </p:cNvPr>
          <p:cNvSpPr>
            <a:spLocks noGrp="1"/>
          </p:cNvSpPr>
          <p:nvPr/>
        </p:nvSpPr>
        <p:spPr>
          <a:xfrm>
            <a:off x="6081752" y="1962874"/>
            <a:ext cx="28398" cy="28398"/>
          </a:xfrm>
          <a:prstGeom prst="ellipse">
            <a:avLst/>
          </a:prstGeom>
          <a:solidFill>
            <a:srgbClr val="7F8C97">
              <a:alpha val="48000"/>
            </a:srgbClr>
          </a:solidFill>
          <a:ln w="0">
            <a:noFill/>
            <a:prstDash val="solid"/>
          </a:ln>
        </p:spPr>
      </p:sp>
      <p:sp>
        <p:nvSpPr>
          <p:cNvPr id="631" name="03_assume_matched_5928">
            <a:extLst>
              <a:ext uri="{FF2B5EF4-FFF2-40B4-BE49-F238E27FC236}">
                <a16:creationId xmlns:a16="http://schemas.microsoft.com/office/drawing/2014/main" id="{270DF3D5-6255-4EB5-95D3-6DEA4820FD40}"/>
              </a:ext>
            </a:extLst>
          </p:cNvPr>
          <p:cNvSpPr>
            <a:spLocks noGrp="1"/>
          </p:cNvSpPr>
          <p:nvPr/>
        </p:nvSpPr>
        <p:spPr>
          <a:xfrm>
            <a:off x="6184215" y="1962874"/>
            <a:ext cx="28398" cy="28398"/>
          </a:xfrm>
          <a:prstGeom prst="ellipse">
            <a:avLst/>
          </a:prstGeom>
          <a:solidFill>
            <a:srgbClr val="7F8C97">
              <a:alpha val="48000"/>
            </a:srgbClr>
          </a:solidFill>
          <a:ln w="0">
            <a:noFill/>
            <a:prstDash val="solid"/>
          </a:ln>
        </p:spPr>
      </p:sp>
      <p:sp>
        <p:nvSpPr>
          <p:cNvPr id="632" name="03_assume_matched_5929">
            <a:extLst>
              <a:ext uri="{FF2B5EF4-FFF2-40B4-BE49-F238E27FC236}">
                <a16:creationId xmlns:a16="http://schemas.microsoft.com/office/drawing/2014/main" id="{CABA6512-FF25-4F08-B952-17C8D28D0117}"/>
              </a:ext>
            </a:extLst>
          </p:cNvPr>
          <p:cNvSpPr>
            <a:spLocks noGrp="1"/>
          </p:cNvSpPr>
          <p:nvPr/>
        </p:nvSpPr>
        <p:spPr>
          <a:xfrm>
            <a:off x="6131976" y="1962874"/>
            <a:ext cx="28398" cy="28398"/>
          </a:xfrm>
          <a:prstGeom prst="ellipse">
            <a:avLst/>
          </a:prstGeom>
          <a:solidFill>
            <a:srgbClr val="7F8C97">
              <a:alpha val="48000"/>
            </a:srgbClr>
          </a:solidFill>
          <a:ln w="0">
            <a:noFill/>
            <a:prstDash val="solid"/>
          </a:ln>
        </p:spPr>
      </p:sp>
      <p:sp>
        <p:nvSpPr>
          <p:cNvPr id="633" name="03_assume_matched_5930">
            <a:extLst>
              <a:ext uri="{FF2B5EF4-FFF2-40B4-BE49-F238E27FC236}">
                <a16:creationId xmlns:a16="http://schemas.microsoft.com/office/drawing/2014/main" id="{8326C831-81FC-4F74-8678-CA9DC6C06DFE}"/>
              </a:ext>
            </a:extLst>
          </p:cNvPr>
          <p:cNvSpPr>
            <a:spLocks noGrp="1"/>
          </p:cNvSpPr>
          <p:nvPr/>
        </p:nvSpPr>
        <p:spPr>
          <a:xfrm>
            <a:off x="6164787" y="1962874"/>
            <a:ext cx="28398" cy="28398"/>
          </a:xfrm>
          <a:prstGeom prst="ellipse">
            <a:avLst/>
          </a:prstGeom>
          <a:solidFill>
            <a:srgbClr val="7F8C97">
              <a:alpha val="48000"/>
            </a:srgbClr>
          </a:solidFill>
          <a:ln w="0">
            <a:noFill/>
            <a:prstDash val="solid"/>
          </a:ln>
        </p:spPr>
      </p:sp>
      <p:sp>
        <p:nvSpPr>
          <p:cNvPr id="634" name="03_assume_matched_5931">
            <a:extLst>
              <a:ext uri="{FF2B5EF4-FFF2-40B4-BE49-F238E27FC236}">
                <a16:creationId xmlns:a16="http://schemas.microsoft.com/office/drawing/2014/main" id="{F277C000-4B24-4881-8F15-1EBE8E95F32F}"/>
              </a:ext>
            </a:extLst>
          </p:cNvPr>
          <p:cNvSpPr>
            <a:spLocks noGrp="1"/>
          </p:cNvSpPr>
          <p:nvPr/>
        </p:nvSpPr>
        <p:spPr>
          <a:xfrm>
            <a:off x="6063907" y="1845900"/>
            <a:ext cx="28398" cy="28398"/>
          </a:xfrm>
          <a:prstGeom prst="ellipse">
            <a:avLst/>
          </a:prstGeom>
          <a:solidFill>
            <a:srgbClr val="7F8C97">
              <a:alpha val="48000"/>
            </a:srgbClr>
          </a:solidFill>
          <a:ln w="0">
            <a:noFill/>
            <a:prstDash val="solid"/>
          </a:ln>
        </p:spPr>
      </p:sp>
      <p:sp>
        <p:nvSpPr>
          <p:cNvPr id="635" name="03_assume_matched_5932">
            <a:extLst>
              <a:ext uri="{FF2B5EF4-FFF2-40B4-BE49-F238E27FC236}">
                <a16:creationId xmlns:a16="http://schemas.microsoft.com/office/drawing/2014/main" id="{3AF71681-1CFB-4350-B948-972E22E32C05}"/>
              </a:ext>
            </a:extLst>
          </p:cNvPr>
          <p:cNvSpPr>
            <a:spLocks noGrp="1"/>
          </p:cNvSpPr>
          <p:nvPr/>
        </p:nvSpPr>
        <p:spPr>
          <a:xfrm>
            <a:off x="6155865" y="1962874"/>
            <a:ext cx="28398" cy="28398"/>
          </a:xfrm>
          <a:prstGeom prst="ellipse">
            <a:avLst/>
          </a:prstGeom>
          <a:solidFill>
            <a:srgbClr val="7F8C97">
              <a:alpha val="48000"/>
            </a:srgbClr>
          </a:solidFill>
          <a:ln w="0">
            <a:noFill/>
            <a:prstDash val="solid"/>
          </a:ln>
        </p:spPr>
      </p:sp>
      <p:sp>
        <p:nvSpPr>
          <p:cNvPr id="636" name="03_assume_matched_5933">
            <a:extLst>
              <a:ext uri="{FF2B5EF4-FFF2-40B4-BE49-F238E27FC236}">
                <a16:creationId xmlns:a16="http://schemas.microsoft.com/office/drawing/2014/main" id="{3CB61B51-2E26-4B85-857A-5B9F8BA9AD11}"/>
              </a:ext>
            </a:extLst>
          </p:cNvPr>
          <p:cNvSpPr>
            <a:spLocks noGrp="1"/>
          </p:cNvSpPr>
          <p:nvPr/>
        </p:nvSpPr>
        <p:spPr>
          <a:xfrm>
            <a:off x="6134998" y="1962874"/>
            <a:ext cx="28398" cy="28398"/>
          </a:xfrm>
          <a:prstGeom prst="ellipse">
            <a:avLst/>
          </a:prstGeom>
          <a:solidFill>
            <a:srgbClr val="7F8C97">
              <a:alpha val="48000"/>
            </a:srgbClr>
          </a:solidFill>
          <a:ln w="0">
            <a:noFill/>
            <a:prstDash val="solid"/>
          </a:ln>
        </p:spPr>
      </p:sp>
      <p:sp>
        <p:nvSpPr>
          <p:cNvPr id="637" name="03_assume_matched_5934">
            <a:extLst>
              <a:ext uri="{FF2B5EF4-FFF2-40B4-BE49-F238E27FC236}">
                <a16:creationId xmlns:a16="http://schemas.microsoft.com/office/drawing/2014/main" id="{B7937382-3644-4DC0-B4EB-0044BFF3EB63}"/>
              </a:ext>
            </a:extLst>
          </p:cNvPr>
          <p:cNvSpPr>
            <a:spLocks noGrp="1"/>
          </p:cNvSpPr>
          <p:nvPr/>
        </p:nvSpPr>
        <p:spPr>
          <a:xfrm>
            <a:off x="6043616" y="1378004"/>
            <a:ext cx="28398" cy="28398"/>
          </a:xfrm>
          <a:prstGeom prst="ellipse">
            <a:avLst/>
          </a:prstGeom>
          <a:solidFill>
            <a:srgbClr val="7F8C97">
              <a:alpha val="48000"/>
            </a:srgbClr>
          </a:solidFill>
          <a:ln w="0">
            <a:noFill/>
            <a:prstDash val="solid"/>
          </a:ln>
        </p:spPr>
      </p:sp>
      <p:sp>
        <p:nvSpPr>
          <p:cNvPr id="638" name="03_assume_matched_5935">
            <a:extLst>
              <a:ext uri="{FF2B5EF4-FFF2-40B4-BE49-F238E27FC236}">
                <a16:creationId xmlns:a16="http://schemas.microsoft.com/office/drawing/2014/main" id="{8D47D741-A263-439C-B891-4B24EDB30E2B}"/>
              </a:ext>
            </a:extLst>
          </p:cNvPr>
          <p:cNvSpPr>
            <a:spLocks noGrp="1"/>
          </p:cNvSpPr>
          <p:nvPr/>
        </p:nvSpPr>
        <p:spPr>
          <a:xfrm>
            <a:off x="6102906" y="1962874"/>
            <a:ext cx="28398" cy="28398"/>
          </a:xfrm>
          <a:prstGeom prst="ellipse">
            <a:avLst/>
          </a:prstGeom>
          <a:solidFill>
            <a:srgbClr val="7F8C97">
              <a:alpha val="48000"/>
            </a:srgbClr>
          </a:solidFill>
          <a:ln w="0">
            <a:noFill/>
            <a:prstDash val="solid"/>
          </a:ln>
        </p:spPr>
      </p:sp>
      <p:sp>
        <p:nvSpPr>
          <p:cNvPr id="639" name="03_assume_matched_5936">
            <a:extLst>
              <a:ext uri="{FF2B5EF4-FFF2-40B4-BE49-F238E27FC236}">
                <a16:creationId xmlns:a16="http://schemas.microsoft.com/office/drawing/2014/main" id="{3528532B-13B5-4211-87BC-5D0606B7D107}"/>
              </a:ext>
            </a:extLst>
          </p:cNvPr>
          <p:cNvSpPr>
            <a:spLocks noGrp="1"/>
          </p:cNvSpPr>
          <p:nvPr/>
        </p:nvSpPr>
        <p:spPr>
          <a:xfrm>
            <a:off x="6085062" y="1962874"/>
            <a:ext cx="28398" cy="28398"/>
          </a:xfrm>
          <a:prstGeom prst="ellipse">
            <a:avLst/>
          </a:prstGeom>
          <a:solidFill>
            <a:srgbClr val="7F8C97">
              <a:alpha val="48000"/>
            </a:srgbClr>
          </a:solidFill>
          <a:ln w="0">
            <a:noFill/>
            <a:prstDash val="solid"/>
          </a:ln>
        </p:spPr>
      </p:sp>
      <p:sp>
        <p:nvSpPr>
          <p:cNvPr id="640" name="03_assume_matched_5937">
            <a:extLst>
              <a:ext uri="{FF2B5EF4-FFF2-40B4-BE49-F238E27FC236}">
                <a16:creationId xmlns:a16="http://schemas.microsoft.com/office/drawing/2014/main" id="{69738890-5B0E-4445-A65F-AE23CB50CF76}"/>
              </a:ext>
            </a:extLst>
          </p:cNvPr>
          <p:cNvSpPr>
            <a:spLocks noGrp="1"/>
          </p:cNvSpPr>
          <p:nvPr/>
        </p:nvSpPr>
        <p:spPr>
          <a:xfrm>
            <a:off x="6117297" y="1475483"/>
            <a:ext cx="28398" cy="28398"/>
          </a:xfrm>
          <a:prstGeom prst="ellipse">
            <a:avLst/>
          </a:prstGeom>
          <a:solidFill>
            <a:srgbClr val="7F8C97">
              <a:alpha val="48000"/>
            </a:srgbClr>
          </a:solidFill>
          <a:ln w="0">
            <a:noFill/>
            <a:prstDash val="solid"/>
          </a:ln>
        </p:spPr>
      </p:sp>
      <p:sp>
        <p:nvSpPr>
          <p:cNvPr id="641" name="03_assume_matched_5938">
            <a:extLst>
              <a:ext uri="{FF2B5EF4-FFF2-40B4-BE49-F238E27FC236}">
                <a16:creationId xmlns:a16="http://schemas.microsoft.com/office/drawing/2014/main" id="{5AB1F8CE-47A3-4674-BF83-77C32F0A445F}"/>
              </a:ext>
            </a:extLst>
          </p:cNvPr>
          <p:cNvSpPr>
            <a:spLocks noGrp="1"/>
          </p:cNvSpPr>
          <p:nvPr/>
        </p:nvSpPr>
        <p:spPr>
          <a:xfrm>
            <a:off x="6099165" y="1865395"/>
            <a:ext cx="28398" cy="28398"/>
          </a:xfrm>
          <a:prstGeom prst="ellipse">
            <a:avLst/>
          </a:prstGeom>
          <a:solidFill>
            <a:srgbClr val="7F8C97">
              <a:alpha val="48000"/>
            </a:srgbClr>
          </a:solidFill>
          <a:ln w="0">
            <a:noFill/>
            <a:prstDash val="solid"/>
          </a:ln>
        </p:spPr>
      </p:sp>
      <p:sp>
        <p:nvSpPr>
          <p:cNvPr id="642" name="03_assume_matched_5939">
            <a:extLst>
              <a:ext uri="{FF2B5EF4-FFF2-40B4-BE49-F238E27FC236}">
                <a16:creationId xmlns:a16="http://schemas.microsoft.com/office/drawing/2014/main" id="{CC7D380A-85CD-4868-BCC5-EAC9519C37E8}"/>
              </a:ext>
            </a:extLst>
          </p:cNvPr>
          <p:cNvSpPr>
            <a:spLocks noGrp="1"/>
          </p:cNvSpPr>
          <p:nvPr/>
        </p:nvSpPr>
        <p:spPr>
          <a:xfrm>
            <a:off x="6161333" y="1962874"/>
            <a:ext cx="28398" cy="28398"/>
          </a:xfrm>
          <a:prstGeom prst="ellipse">
            <a:avLst/>
          </a:prstGeom>
          <a:solidFill>
            <a:srgbClr val="7F8C97">
              <a:alpha val="48000"/>
            </a:srgbClr>
          </a:solidFill>
          <a:ln w="0">
            <a:noFill/>
            <a:prstDash val="solid"/>
          </a:ln>
        </p:spPr>
      </p:sp>
      <p:sp>
        <p:nvSpPr>
          <p:cNvPr id="643" name="03_assume_matched_5940">
            <a:extLst>
              <a:ext uri="{FF2B5EF4-FFF2-40B4-BE49-F238E27FC236}">
                <a16:creationId xmlns:a16="http://schemas.microsoft.com/office/drawing/2014/main" id="{807791AD-A8AD-4D67-9DB1-9F877814B73E}"/>
              </a:ext>
            </a:extLst>
          </p:cNvPr>
          <p:cNvSpPr>
            <a:spLocks noGrp="1"/>
          </p:cNvSpPr>
          <p:nvPr/>
        </p:nvSpPr>
        <p:spPr>
          <a:xfrm>
            <a:off x="6059446" y="1378004"/>
            <a:ext cx="28398" cy="28398"/>
          </a:xfrm>
          <a:prstGeom prst="ellipse">
            <a:avLst/>
          </a:prstGeom>
          <a:solidFill>
            <a:srgbClr val="7F8C97">
              <a:alpha val="48000"/>
            </a:srgbClr>
          </a:solidFill>
          <a:ln w="0">
            <a:noFill/>
            <a:prstDash val="solid"/>
          </a:ln>
        </p:spPr>
      </p:sp>
      <p:sp>
        <p:nvSpPr>
          <p:cNvPr id="644" name="03_assume_matched_5941">
            <a:extLst>
              <a:ext uri="{FF2B5EF4-FFF2-40B4-BE49-F238E27FC236}">
                <a16:creationId xmlns:a16="http://schemas.microsoft.com/office/drawing/2014/main" id="{8766241F-6313-4579-A62D-5B68D77CCECF}"/>
              </a:ext>
            </a:extLst>
          </p:cNvPr>
          <p:cNvSpPr>
            <a:spLocks noGrp="1"/>
          </p:cNvSpPr>
          <p:nvPr/>
        </p:nvSpPr>
        <p:spPr>
          <a:xfrm>
            <a:off x="6066066" y="1962874"/>
            <a:ext cx="28398" cy="28398"/>
          </a:xfrm>
          <a:prstGeom prst="ellipse">
            <a:avLst/>
          </a:prstGeom>
          <a:solidFill>
            <a:srgbClr val="7F8C97">
              <a:alpha val="48000"/>
            </a:srgbClr>
          </a:solidFill>
          <a:ln w="0">
            <a:noFill/>
            <a:prstDash val="solid"/>
          </a:ln>
        </p:spPr>
      </p:sp>
      <p:sp>
        <p:nvSpPr>
          <p:cNvPr id="645" name="03_assume_matched_5942">
            <a:extLst>
              <a:ext uri="{FF2B5EF4-FFF2-40B4-BE49-F238E27FC236}">
                <a16:creationId xmlns:a16="http://schemas.microsoft.com/office/drawing/2014/main" id="{1E65B250-1BEF-4C3F-91B3-5AD922256288}"/>
              </a:ext>
            </a:extLst>
          </p:cNvPr>
          <p:cNvSpPr>
            <a:spLocks noGrp="1"/>
          </p:cNvSpPr>
          <p:nvPr/>
        </p:nvSpPr>
        <p:spPr>
          <a:xfrm>
            <a:off x="6125932" y="1378004"/>
            <a:ext cx="28398" cy="28398"/>
          </a:xfrm>
          <a:prstGeom prst="ellipse">
            <a:avLst/>
          </a:prstGeom>
          <a:solidFill>
            <a:srgbClr val="7F8C97">
              <a:alpha val="48000"/>
            </a:srgbClr>
          </a:solidFill>
          <a:ln w="0">
            <a:noFill/>
            <a:prstDash val="solid"/>
          </a:ln>
        </p:spPr>
      </p:sp>
      <p:sp>
        <p:nvSpPr>
          <p:cNvPr id="646" name="03_assume_matched_5943">
            <a:extLst>
              <a:ext uri="{FF2B5EF4-FFF2-40B4-BE49-F238E27FC236}">
                <a16:creationId xmlns:a16="http://schemas.microsoft.com/office/drawing/2014/main" id="{C9D26993-3836-4148-A1FE-DD49631DD06E}"/>
              </a:ext>
            </a:extLst>
          </p:cNvPr>
          <p:cNvSpPr>
            <a:spLocks noGrp="1"/>
          </p:cNvSpPr>
          <p:nvPr/>
        </p:nvSpPr>
        <p:spPr>
          <a:xfrm>
            <a:off x="6124637" y="1378004"/>
            <a:ext cx="28398" cy="28398"/>
          </a:xfrm>
          <a:prstGeom prst="ellipse">
            <a:avLst/>
          </a:prstGeom>
          <a:solidFill>
            <a:srgbClr val="7F8C97">
              <a:alpha val="48000"/>
            </a:srgbClr>
          </a:solidFill>
          <a:ln w="0">
            <a:noFill/>
            <a:prstDash val="solid"/>
          </a:ln>
        </p:spPr>
      </p:sp>
      <p:sp>
        <p:nvSpPr>
          <p:cNvPr id="647" name="03_assume_matched_5944">
            <a:extLst>
              <a:ext uri="{FF2B5EF4-FFF2-40B4-BE49-F238E27FC236}">
                <a16:creationId xmlns:a16="http://schemas.microsoft.com/office/drawing/2014/main" id="{747EF48E-BB0E-403B-888B-A6B362B2F2B5}"/>
              </a:ext>
            </a:extLst>
          </p:cNvPr>
          <p:cNvSpPr>
            <a:spLocks noGrp="1"/>
          </p:cNvSpPr>
          <p:nvPr/>
        </p:nvSpPr>
        <p:spPr>
          <a:xfrm>
            <a:off x="6171407" y="1378004"/>
            <a:ext cx="28398" cy="28398"/>
          </a:xfrm>
          <a:prstGeom prst="ellipse">
            <a:avLst/>
          </a:prstGeom>
          <a:solidFill>
            <a:srgbClr val="7F8C97">
              <a:alpha val="48000"/>
            </a:srgbClr>
          </a:solidFill>
          <a:ln w="0">
            <a:noFill/>
            <a:prstDash val="solid"/>
          </a:ln>
        </p:spPr>
      </p:sp>
      <p:sp>
        <p:nvSpPr>
          <p:cNvPr id="648" name="03_assume_matched_5945">
            <a:extLst>
              <a:ext uri="{FF2B5EF4-FFF2-40B4-BE49-F238E27FC236}">
                <a16:creationId xmlns:a16="http://schemas.microsoft.com/office/drawing/2014/main" id="{116B18AF-2409-4228-986A-B880B4ECD5AC}"/>
              </a:ext>
            </a:extLst>
          </p:cNvPr>
          <p:cNvSpPr>
            <a:spLocks noGrp="1"/>
          </p:cNvSpPr>
          <p:nvPr/>
        </p:nvSpPr>
        <p:spPr>
          <a:xfrm>
            <a:off x="6149677" y="1524222"/>
            <a:ext cx="28398" cy="28398"/>
          </a:xfrm>
          <a:prstGeom prst="ellipse">
            <a:avLst/>
          </a:prstGeom>
          <a:solidFill>
            <a:srgbClr val="7F8C97">
              <a:alpha val="48000"/>
            </a:srgbClr>
          </a:solidFill>
          <a:ln w="0">
            <a:noFill/>
            <a:prstDash val="solid"/>
          </a:ln>
        </p:spPr>
      </p:sp>
      <p:sp>
        <p:nvSpPr>
          <p:cNvPr id="649" name="03_assume_matched_5946">
            <a:extLst>
              <a:ext uri="{FF2B5EF4-FFF2-40B4-BE49-F238E27FC236}">
                <a16:creationId xmlns:a16="http://schemas.microsoft.com/office/drawing/2014/main" id="{7F6E8782-320F-425B-BD5B-BF493DD89706}"/>
              </a:ext>
            </a:extLst>
          </p:cNvPr>
          <p:cNvSpPr>
            <a:spLocks noGrp="1"/>
          </p:cNvSpPr>
          <p:nvPr/>
        </p:nvSpPr>
        <p:spPr>
          <a:xfrm>
            <a:off x="6081752" y="1962874"/>
            <a:ext cx="28398" cy="28398"/>
          </a:xfrm>
          <a:prstGeom prst="ellipse">
            <a:avLst/>
          </a:prstGeom>
          <a:solidFill>
            <a:srgbClr val="7F8C97">
              <a:alpha val="48000"/>
            </a:srgbClr>
          </a:solidFill>
          <a:ln w="0">
            <a:noFill/>
            <a:prstDash val="solid"/>
          </a:ln>
        </p:spPr>
      </p:sp>
      <p:sp>
        <p:nvSpPr>
          <p:cNvPr id="650" name="03_assume_matched_5947">
            <a:extLst>
              <a:ext uri="{FF2B5EF4-FFF2-40B4-BE49-F238E27FC236}">
                <a16:creationId xmlns:a16="http://schemas.microsoft.com/office/drawing/2014/main" id="{8EA92292-490C-4E52-A213-FBA1449216FA}"/>
              </a:ext>
            </a:extLst>
          </p:cNvPr>
          <p:cNvSpPr>
            <a:spLocks noGrp="1"/>
          </p:cNvSpPr>
          <p:nvPr/>
        </p:nvSpPr>
        <p:spPr>
          <a:xfrm>
            <a:off x="6152555" y="1962874"/>
            <a:ext cx="28398" cy="28398"/>
          </a:xfrm>
          <a:prstGeom prst="ellipse">
            <a:avLst/>
          </a:prstGeom>
          <a:solidFill>
            <a:srgbClr val="7F8C97">
              <a:alpha val="48000"/>
            </a:srgbClr>
          </a:solidFill>
          <a:ln w="0">
            <a:noFill/>
            <a:prstDash val="solid"/>
          </a:ln>
        </p:spPr>
      </p:sp>
      <p:sp>
        <p:nvSpPr>
          <p:cNvPr id="651" name="03_assume_matched_5948">
            <a:extLst>
              <a:ext uri="{FF2B5EF4-FFF2-40B4-BE49-F238E27FC236}">
                <a16:creationId xmlns:a16="http://schemas.microsoft.com/office/drawing/2014/main" id="{AB5A5765-D5E7-4E01-BDB5-2AAA96DEC708}"/>
              </a:ext>
            </a:extLst>
          </p:cNvPr>
          <p:cNvSpPr>
            <a:spLocks noGrp="1"/>
          </p:cNvSpPr>
          <p:nvPr/>
        </p:nvSpPr>
        <p:spPr>
          <a:xfrm>
            <a:off x="6140898" y="1572961"/>
            <a:ext cx="28398" cy="28398"/>
          </a:xfrm>
          <a:prstGeom prst="ellipse">
            <a:avLst/>
          </a:prstGeom>
          <a:solidFill>
            <a:srgbClr val="7F8C97">
              <a:alpha val="48000"/>
            </a:srgbClr>
          </a:solidFill>
          <a:ln w="0">
            <a:noFill/>
            <a:prstDash val="solid"/>
          </a:ln>
        </p:spPr>
      </p:sp>
      <p:sp>
        <p:nvSpPr>
          <p:cNvPr id="652" name="03_assume_matched_5949">
            <a:extLst>
              <a:ext uri="{FF2B5EF4-FFF2-40B4-BE49-F238E27FC236}">
                <a16:creationId xmlns:a16="http://schemas.microsoft.com/office/drawing/2014/main" id="{EC49CE8F-7A34-4D84-9458-64FB24704169}"/>
              </a:ext>
            </a:extLst>
          </p:cNvPr>
          <p:cNvSpPr>
            <a:spLocks noGrp="1"/>
          </p:cNvSpPr>
          <p:nvPr/>
        </p:nvSpPr>
        <p:spPr>
          <a:xfrm>
            <a:off x="6147086" y="1962874"/>
            <a:ext cx="28398" cy="28398"/>
          </a:xfrm>
          <a:prstGeom prst="ellipse">
            <a:avLst/>
          </a:prstGeom>
          <a:solidFill>
            <a:srgbClr val="7F8C97">
              <a:alpha val="48000"/>
            </a:srgbClr>
          </a:solidFill>
          <a:ln w="0">
            <a:noFill/>
            <a:prstDash val="solid"/>
          </a:ln>
        </p:spPr>
      </p:sp>
      <p:sp>
        <p:nvSpPr>
          <p:cNvPr id="653" name="03_assume_matched_5950">
            <a:extLst>
              <a:ext uri="{FF2B5EF4-FFF2-40B4-BE49-F238E27FC236}">
                <a16:creationId xmlns:a16="http://schemas.microsoft.com/office/drawing/2014/main" id="{2F8C9AF9-D0CC-41D8-A713-43C588F4829A}"/>
              </a:ext>
            </a:extLst>
          </p:cNvPr>
          <p:cNvSpPr>
            <a:spLocks noGrp="1"/>
          </p:cNvSpPr>
          <p:nvPr/>
        </p:nvSpPr>
        <p:spPr>
          <a:xfrm>
            <a:off x="6160470" y="1962874"/>
            <a:ext cx="28398" cy="28398"/>
          </a:xfrm>
          <a:prstGeom prst="ellipse">
            <a:avLst/>
          </a:prstGeom>
          <a:solidFill>
            <a:srgbClr val="7F8C97">
              <a:alpha val="48000"/>
            </a:srgbClr>
          </a:solidFill>
          <a:ln w="0">
            <a:noFill/>
            <a:prstDash val="solid"/>
          </a:ln>
        </p:spPr>
      </p:sp>
      <p:sp>
        <p:nvSpPr>
          <p:cNvPr id="654" name="03_assume_matched_5951">
            <a:extLst>
              <a:ext uri="{FF2B5EF4-FFF2-40B4-BE49-F238E27FC236}">
                <a16:creationId xmlns:a16="http://schemas.microsoft.com/office/drawing/2014/main" id="{EC014DB4-3CF7-421F-82DB-4B0A0C1D8A75}"/>
              </a:ext>
            </a:extLst>
          </p:cNvPr>
          <p:cNvSpPr>
            <a:spLocks noGrp="1"/>
          </p:cNvSpPr>
          <p:nvPr/>
        </p:nvSpPr>
        <p:spPr>
          <a:xfrm>
            <a:off x="6069088" y="1378004"/>
            <a:ext cx="28398" cy="28398"/>
          </a:xfrm>
          <a:prstGeom prst="ellipse">
            <a:avLst/>
          </a:prstGeom>
          <a:solidFill>
            <a:srgbClr val="7F8C97">
              <a:alpha val="48000"/>
            </a:srgbClr>
          </a:solidFill>
          <a:ln w="0">
            <a:noFill/>
            <a:prstDash val="solid"/>
          </a:ln>
        </p:spPr>
      </p:sp>
      <p:sp>
        <p:nvSpPr>
          <p:cNvPr id="655" name="03_assume_matched_5952">
            <a:extLst>
              <a:ext uri="{FF2B5EF4-FFF2-40B4-BE49-F238E27FC236}">
                <a16:creationId xmlns:a16="http://schemas.microsoft.com/office/drawing/2014/main" id="{BB2B6D20-5BCD-4862-B317-C4B6B72B652E}"/>
              </a:ext>
            </a:extLst>
          </p:cNvPr>
          <p:cNvSpPr>
            <a:spLocks noGrp="1"/>
          </p:cNvSpPr>
          <p:nvPr/>
        </p:nvSpPr>
        <p:spPr>
          <a:xfrm>
            <a:off x="6058295" y="1865395"/>
            <a:ext cx="28398" cy="28398"/>
          </a:xfrm>
          <a:prstGeom prst="ellipse">
            <a:avLst/>
          </a:prstGeom>
          <a:solidFill>
            <a:srgbClr val="7F8C97">
              <a:alpha val="48000"/>
            </a:srgbClr>
          </a:solidFill>
          <a:ln w="0">
            <a:noFill/>
            <a:prstDash val="solid"/>
          </a:ln>
        </p:spPr>
      </p:sp>
      <p:sp>
        <p:nvSpPr>
          <p:cNvPr id="656" name="03_assume_matched_5953">
            <a:extLst>
              <a:ext uri="{FF2B5EF4-FFF2-40B4-BE49-F238E27FC236}">
                <a16:creationId xmlns:a16="http://schemas.microsoft.com/office/drawing/2014/main" id="{8A09C86A-8696-40EA-A1BE-BA84C9662F82}"/>
              </a:ext>
            </a:extLst>
          </p:cNvPr>
          <p:cNvSpPr>
            <a:spLocks noGrp="1"/>
          </p:cNvSpPr>
          <p:nvPr/>
        </p:nvSpPr>
        <p:spPr>
          <a:xfrm>
            <a:off x="6141186" y="1962874"/>
            <a:ext cx="28398" cy="28398"/>
          </a:xfrm>
          <a:prstGeom prst="ellipse">
            <a:avLst/>
          </a:prstGeom>
          <a:solidFill>
            <a:srgbClr val="7F8C97">
              <a:alpha val="48000"/>
            </a:srgbClr>
          </a:solidFill>
          <a:ln w="0">
            <a:noFill/>
            <a:prstDash val="solid"/>
          </a:ln>
        </p:spPr>
      </p:sp>
      <p:sp>
        <p:nvSpPr>
          <p:cNvPr id="657" name="03_assume_matched_5954">
            <a:extLst>
              <a:ext uri="{FF2B5EF4-FFF2-40B4-BE49-F238E27FC236}">
                <a16:creationId xmlns:a16="http://schemas.microsoft.com/office/drawing/2014/main" id="{ECCDE5E0-54F3-433B-81AE-378F55CBB14D}"/>
              </a:ext>
            </a:extLst>
          </p:cNvPr>
          <p:cNvSpPr>
            <a:spLocks noGrp="1"/>
          </p:cNvSpPr>
          <p:nvPr/>
        </p:nvSpPr>
        <p:spPr>
          <a:xfrm>
            <a:off x="6178315" y="1879321"/>
            <a:ext cx="28398" cy="28398"/>
          </a:xfrm>
          <a:prstGeom prst="ellipse">
            <a:avLst/>
          </a:prstGeom>
          <a:solidFill>
            <a:srgbClr val="7F8C97">
              <a:alpha val="48000"/>
            </a:srgbClr>
          </a:solidFill>
          <a:ln w="0">
            <a:noFill/>
            <a:prstDash val="solid"/>
          </a:ln>
        </p:spPr>
      </p:sp>
      <p:sp>
        <p:nvSpPr>
          <p:cNvPr id="658" name="03_assume_matched_5955">
            <a:extLst>
              <a:ext uri="{FF2B5EF4-FFF2-40B4-BE49-F238E27FC236}">
                <a16:creationId xmlns:a16="http://schemas.microsoft.com/office/drawing/2014/main" id="{FC584EB0-3BAA-4CB5-AA4C-8E74DB1A45DB}"/>
              </a:ext>
            </a:extLst>
          </p:cNvPr>
          <p:cNvSpPr>
            <a:spLocks noGrp="1"/>
          </p:cNvSpPr>
          <p:nvPr/>
        </p:nvSpPr>
        <p:spPr>
          <a:xfrm>
            <a:off x="6184503" y="1378004"/>
            <a:ext cx="28398" cy="28398"/>
          </a:xfrm>
          <a:prstGeom prst="ellipse">
            <a:avLst/>
          </a:prstGeom>
          <a:solidFill>
            <a:srgbClr val="7F8C97">
              <a:alpha val="48000"/>
            </a:srgbClr>
          </a:solidFill>
          <a:ln w="0">
            <a:noFill/>
            <a:prstDash val="solid"/>
          </a:ln>
        </p:spPr>
      </p:sp>
      <p:sp>
        <p:nvSpPr>
          <p:cNvPr id="659" name="03_assume_matched_5956">
            <a:extLst>
              <a:ext uri="{FF2B5EF4-FFF2-40B4-BE49-F238E27FC236}">
                <a16:creationId xmlns:a16="http://schemas.microsoft.com/office/drawing/2014/main" id="{83907487-B210-4AFD-88B5-2AA2C4E3B3CC}"/>
              </a:ext>
            </a:extLst>
          </p:cNvPr>
          <p:cNvSpPr>
            <a:spLocks noGrp="1"/>
          </p:cNvSpPr>
          <p:nvPr/>
        </p:nvSpPr>
        <p:spPr>
          <a:xfrm>
            <a:off x="6095567" y="1962874"/>
            <a:ext cx="28398" cy="28398"/>
          </a:xfrm>
          <a:prstGeom prst="ellipse">
            <a:avLst/>
          </a:prstGeom>
          <a:solidFill>
            <a:srgbClr val="7F8C97">
              <a:alpha val="48000"/>
            </a:srgbClr>
          </a:solidFill>
          <a:ln w="0">
            <a:noFill/>
            <a:prstDash val="solid"/>
          </a:ln>
        </p:spPr>
      </p:sp>
      <p:sp>
        <p:nvSpPr>
          <p:cNvPr id="660" name="03_assume_matched_5957">
            <a:extLst>
              <a:ext uri="{FF2B5EF4-FFF2-40B4-BE49-F238E27FC236}">
                <a16:creationId xmlns:a16="http://schemas.microsoft.com/office/drawing/2014/main" id="{512BAA27-666B-417B-9D83-55733026B806}"/>
              </a:ext>
            </a:extLst>
          </p:cNvPr>
          <p:cNvSpPr>
            <a:spLocks noGrp="1"/>
          </p:cNvSpPr>
          <p:nvPr/>
        </p:nvSpPr>
        <p:spPr>
          <a:xfrm>
            <a:off x="6148382" y="1962874"/>
            <a:ext cx="28398" cy="28398"/>
          </a:xfrm>
          <a:prstGeom prst="ellipse">
            <a:avLst/>
          </a:prstGeom>
          <a:solidFill>
            <a:srgbClr val="7F8C97">
              <a:alpha val="48000"/>
            </a:srgbClr>
          </a:solidFill>
          <a:ln w="0">
            <a:noFill/>
            <a:prstDash val="solid"/>
          </a:ln>
        </p:spPr>
      </p:sp>
      <p:sp>
        <p:nvSpPr>
          <p:cNvPr id="661" name="03_assume_matched_5958">
            <a:extLst>
              <a:ext uri="{FF2B5EF4-FFF2-40B4-BE49-F238E27FC236}">
                <a16:creationId xmlns:a16="http://schemas.microsoft.com/office/drawing/2014/main" id="{FD9E7106-82A4-48D0-9F62-DB5976B3E9E4}"/>
              </a:ext>
            </a:extLst>
          </p:cNvPr>
          <p:cNvSpPr>
            <a:spLocks noGrp="1"/>
          </p:cNvSpPr>
          <p:nvPr/>
        </p:nvSpPr>
        <p:spPr>
          <a:xfrm>
            <a:off x="6159319" y="1378004"/>
            <a:ext cx="28398" cy="28398"/>
          </a:xfrm>
          <a:prstGeom prst="ellipse">
            <a:avLst/>
          </a:prstGeom>
          <a:solidFill>
            <a:srgbClr val="7F8C97">
              <a:alpha val="48000"/>
            </a:srgbClr>
          </a:solidFill>
          <a:ln w="0">
            <a:noFill/>
            <a:prstDash val="solid"/>
          </a:ln>
        </p:spPr>
      </p:sp>
      <p:sp>
        <p:nvSpPr>
          <p:cNvPr id="662" name="03_assume_matched_5959">
            <a:extLst>
              <a:ext uri="{FF2B5EF4-FFF2-40B4-BE49-F238E27FC236}">
                <a16:creationId xmlns:a16="http://schemas.microsoft.com/office/drawing/2014/main" id="{DFC8926D-29BB-4CC9-BFC1-8F1E926F2880}"/>
              </a:ext>
            </a:extLst>
          </p:cNvPr>
          <p:cNvSpPr>
            <a:spLocks noGrp="1"/>
          </p:cNvSpPr>
          <p:nvPr/>
        </p:nvSpPr>
        <p:spPr>
          <a:xfrm>
            <a:off x="6176732" y="1378004"/>
            <a:ext cx="28398" cy="28398"/>
          </a:xfrm>
          <a:prstGeom prst="ellipse">
            <a:avLst/>
          </a:prstGeom>
          <a:solidFill>
            <a:srgbClr val="7F8C97">
              <a:alpha val="48000"/>
            </a:srgbClr>
          </a:solidFill>
          <a:ln w="0">
            <a:noFill/>
            <a:prstDash val="solid"/>
          </a:ln>
        </p:spPr>
      </p:sp>
      <p:sp>
        <p:nvSpPr>
          <p:cNvPr id="663" name="03_assume_matched_5960">
            <a:extLst>
              <a:ext uri="{FF2B5EF4-FFF2-40B4-BE49-F238E27FC236}">
                <a16:creationId xmlns:a16="http://schemas.microsoft.com/office/drawing/2014/main" id="{F0EEBE17-1500-40D8-8889-81559AB106FE}"/>
              </a:ext>
            </a:extLst>
          </p:cNvPr>
          <p:cNvSpPr>
            <a:spLocks noGrp="1"/>
          </p:cNvSpPr>
          <p:nvPr/>
        </p:nvSpPr>
        <p:spPr>
          <a:xfrm>
            <a:off x="6161477" y="1378004"/>
            <a:ext cx="28398" cy="28398"/>
          </a:xfrm>
          <a:prstGeom prst="ellipse">
            <a:avLst/>
          </a:prstGeom>
          <a:solidFill>
            <a:srgbClr val="7F8C97">
              <a:alpha val="48000"/>
            </a:srgbClr>
          </a:solidFill>
          <a:ln w="0">
            <a:noFill/>
            <a:prstDash val="solid"/>
          </a:ln>
        </p:spPr>
      </p:sp>
      <p:sp>
        <p:nvSpPr>
          <p:cNvPr id="664" name="03_assume_matched_5961">
            <a:extLst>
              <a:ext uri="{FF2B5EF4-FFF2-40B4-BE49-F238E27FC236}">
                <a16:creationId xmlns:a16="http://schemas.microsoft.com/office/drawing/2014/main" id="{42D20DB9-260D-4D22-83A5-68AA461ADC7F}"/>
              </a:ext>
            </a:extLst>
          </p:cNvPr>
          <p:cNvSpPr>
            <a:spLocks noGrp="1"/>
          </p:cNvSpPr>
          <p:nvPr/>
        </p:nvSpPr>
        <p:spPr>
          <a:xfrm>
            <a:off x="6139747" y="1378004"/>
            <a:ext cx="28398" cy="28398"/>
          </a:xfrm>
          <a:prstGeom prst="ellipse">
            <a:avLst/>
          </a:prstGeom>
          <a:solidFill>
            <a:srgbClr val="7F8C97">
              <a:alpha val="48000"/>
            </a:srgbClr>
          </a:solidFill>
          <a:ln w="0">
            <a:noFill/>
            <a:prstDash val="solid"/>
          </a:ln>
        </p:spPr>
      </p:sp>
      <p:sp>
        <p:nvSpPr>
          <p:cNvPr id="665" name="03_assume_matched_5962">
            <a:extLst>
              <a:ext uri="{FF2B5EF4-FFF2-40B4-BE49-F238E27FC236}">
                <a16:creationId xmlns:a16="http://schemas.microsoft.com/office/drawing/2014/main" id="{B4D111A4-4D13-4547-A859-D03F12D7C91A}"/>
              </a:ext>
            </a:extLst>
          </p:cNvPr>
          <p:cNvSpPr>
            <a:spLocks noGrp="1"/>
          </p:cNvSpPr>
          <p:nvPr/>
        </p:nvSpPr>
        <p:spPr>
          <a:xfrm>
            <a:off x="6051531" y="1378004"/>
            <a:ext cx="28398" cy="28398"/>
          </a:xfrm>
          <a:prstGeom prst="ellipse">
            <a:avLst/>
          </a:prstGeom>
          <a:solidFill>
            <a:srgbClr val="7F8C97">
              <a:alpha val="48000"/>
            </a:srgbClr>
          </a:solidFill>
          <a:ln w="0">
            <a:noFill/>
            <a:prstDash val="solid"/>
          </a:ln>
        </p:spPr>
      </p:sp>
      <p:sp>
        <p:nvSpPr>
          <p:cNvPr id="666" name="03_assume_matched_5963">
            <a:extLst>
              <a:ext uri="{FF2B5EF4-FFF2-40B4-BE49-F238E27FC236}">
                <a16:creationId xmlns:a16="http://schemas.microsoft.com/office/drawing/2014/main" id="{775716DD-2DEC-4473-ADF2-3279F5AB556A}"/>
              </a:ext>
            </a:extLst>
          </p:cNvPr>
          <p:cNvSpPr>
            <a:spLocks noGrp="1"/>
          </p:cNvSpPr>
          <p:nvPr/>
        </p:nvSpPr>
        <p:spPr>
          <a:xfrm>
            <a:off x="6065490" y="1962874"/>
            <a:ext cx="28398" cy="28398"/>
          </a:xfrm>
          <a:prstGeom prst="ellipse">
            <a:avLst/>
          </a:prstGeom>
          <a:solidFill>
            <a:srgbClr val="7F8C97">
              <a:alpha val="48000"/>
            </a:srgbClr>
          </a:solidFill>
          <a:ln w="0">
            <a:noFill/>
            <a:prstDash val="solid"/>
          </a:ln>
        </p:spPr>
      </p:sp>
      <p:sp>
        <p:nvSpPr>
          <p:cNvPr id="667" name="03_assume_matched_5964">
            <a:extLst>
              <a:ext uri="{FF2B5EF4-FFF2-40B4-BE49-F238E27FC236}">
                <a16:creationId xmlns:a16="http://schemas.microsoft.com/office/drawing/2014/main" id="{4B101495-E578-434E-93F4-C39F93006FDD}"/>
              </a:ext>
            </a:extLst>
          </p:cNvPr>
          <p:cNvSpPr>
            <a:spLocks noGrp="1"/>
          </p:cNvSpPr>
          <p:nvPr/>
        </p:nvSpPr>
        <p:spPr>
          <a:xfrm>
            <a:off x="6126651" y="1378004"/>
            <a:ext cx="28398" cy="28398"/>
          </a:xfrm>
          <a:prstGeom prst="ellipse">
            <a:avLst/>
          </a:prstGeom>
          <a:solidFill>
            <a:srgbClr val="7F8C97">
              <a:alpha val="48000"/>
            </a:srgbClr>
          </a:solidFill>
          <a:ln w="0">
            <a:noFill/>
            <a:prstDash val="solid"/>
          </a:ln>
        </p:spPr>
      </p:sp>
      <p:sp>
        <p:nvSpPr>
          <p:cNvPr id="668" name="03_assume_matched_5965">
            <a:extLst>
              <a:ext uri="{FF2B5EF4-FFF2-40B4-BE49-F238E27FC236}">
                <a16:creationId xmlns:a16="http://schemas.microsoft.com/office/drawing/2014/main" id="{DD116B70-245A-4B1C-B0CC-7B77717988F0}"/>
              </a:ext>
            </a:extLst>
          </p:cNvPr>
          <p:cNvSpPr>
            <a:spLocks noGrp="1"/>
          </p:cNvSpPr>
          <p:nvPr/>
        </p:nvSpPr>
        <p:spPr>
          <a:xfrm>
            <a:off x="6071534" y="1378004"/>
            <a:ext cx="28398" cy="28398"/>
          </a:xfrm>
          <a:prstGeom prst="ellipse">
            <a:avLst/>
          </a:prstGeom>
          <a:solidFill>
            <a:srgbClr val="7F8C97">
              <a:alpha val="48000"/>
            </a:srgbClr>
          </a:solidFill>
          <a:ln w="0">
            <a:noFill/>
            <a:prstDash val="solid"/>
          </a:ln>
        </p:spPr>
      </p:sp>
      <p:sp>
        <p:nvSpPr>
          <p:cNvPr id="669" name="03_assume_matched_5966">
            <a:extLst>
              <a:ext uri="{FF2B5EF4-FFF2-40B4-BE49-F238E27FC236}">
                <a16:creationId xmlns:a16="http://schemas.microsoft.com/office/drawing/2014/main" id="{DA45A406-D51D-47A3-A765-6CB60BAF8A29}"/>
              </a:ext>
            </a:extLst>
          </p:cNvPr>
          <p:cNvSpPr>
            <a:spLocks noGrp="1"/>
          </p:cNvSpPr>
          <p:nvPr/>
        </p:nvSpPr>
        <p:spPr>
          <a:xfrm>
            <a:off x="6097582" y="1378004"/>
            <a:ext cx="28398" cy="28398"/>
          </a:xfrm>
          <a:prstGeom prst="ellipse">
            <a:avLst/>
          </a:prstGeom>
          <a:solidFill>
            <a:srgbClr val="7F8C97">
              <a:alpha val="48000"/>
            </a:srgbClr>
          </a:solidFill>
          <a:ln w="0">
            <a:noFill/>
            <a:prstDash val="solid"/>
          </a:ln>
        </p:spPr>
      </p:sp>
      <p:sp>
        <p:nvSpPr>
          <p:cNvPr id="670" name="03_assume_matched_5967">
            <a:extLst>
              <a:ext uri="{FF2B5EF4-FFF2-40B4-BE49-F238E27FC236}">
                <a16:creationId xmlns:a16="http://schemas.microsoft.com/office/drawing/2014/main" id="{9F383DC4-C13C-40E3-98F3-920A707E9BC9}"/>
              </a:ext>
            </a:extLst>
          </p:cNvPr>
          <p:cNvSpPr>
            <a:spLocks noGrp="1"/>
          </p:cNvSpPr>
          <p:nvPr/>
        </p:nvSpPr>
        <p:spPr>
          <a:xfrm>
            <a:off x="6046638" y="1962874"/>
            <a:ext cx="28398" cy="28398"/>
          </a:xfrm>
          <a:prstGeom prst="ellipse">
            <a:avLst/>
          </a:prstGeom>
          <a:solidFill>
            <a:srgbClr val="7F8C97">
              <a:alpha val="48000"/>
            </a:srgbClr>
          </a:solidFill>
          <a:ln w="0">
            <a:noFill/>
            <a:prstDash val="solid"/>
          </a:ln>
        </p:spPr>
      </p:sp>
      <p:sp>
        <p:nvSpPr>
          <p:cNvPr id="671" name="03_assume_matched_5968">
            <a:extLst>
              <a:ext uri="{FF2B5EF4-FFF2-40B4-BE49-F238E27FC236}">
                <a16:creationId xmlns:a16="http://schemas.microsoft.com/office/drawing/2014/main" id="{3A27FC25-082B-4CA2-8991-2F3312CD1E06}"/>
              </a:ext>
            </a:extLst>
          </p:cNvPr>
          <p:cNvSpPr>
            <a:spLocks noGrp="1"/>
          </p:cNvSpPr>
          <p:nvPr/>
        </p:nvSpPr>
        <p:spPr>
          <a:xfrm>
            <a:off x="3841389" y="1362960"/>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672" name="03_assume_matched_5969">
            <a:extLst>
              <a:ext uri="{FF2B5EF4-FFF2-40B4-BE49-F238E27FC236}">
                <a16:creationId xmlns:a16="http://schemas.microsoft.com/office/drawing/2014/main" id="{9F4B018B-8625-437B-B831-D5674F7C01CF}"/>
              </a:ext>
            </a:extLst>
          </p:cNvPr>
          <p:cNvSpPr>
            <a:spLocks noGrp="1"/>
          </p:cNvSpPr>
          <p:nvPr/>
        </p:nvSpPr>
        <p:spPr>
          <a:xfrm>
            <a:off x="3841389" y="2006316"/>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673" name="text_5970">
            <a:extLst>
              <a:ext uri="{FF2B5EF4-FFF2-40B4-BE49-F238E27FC236}">
                <a16:creationId xmlns:a16="http://schemas.microsoft.com/office/drawing/2014/main" id="{56617359-B72C-4BDC-92F4-1DC7C32B77AC}"/>
              </a:ext>
            </a:extLst>
          </p:cNvPr>
          <p:cNvSpPr>
            <a:spLocks noGrp="1"/>
          </p:cNvSpPr>
          <p:nvPr/>
        </p:nvSpPr>
        <p:spPr>
          <a:xfrm>
            <a:off x="3499200" y="1064024"/>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b</a:t>
            </a:r>
          </a:p>
        </p:txBody>
      </p:sp>
      <p:sp>
        <p:nvSpPr>
          <p:cNvPr id="674" name="text_5971">
            <a:extLst>
              <a:ext uri="{FF2B5EF4-FFF2-40B4-BE49-F238E27FC236}">
                <a16:creationId xmlns:a16="http://schemas.microsoft.com/office/drawing/2014/main" id="{0120E76E-B65F-4766-AE28-375E0728ECC9}"/>
              </a:ext>
            </a:extLst>
          </p:cNvPr>
          <p:cNvSpPr>
            <a:spLocks noGrp="1"/>
          </p:cNvSpPr>
          <p:nvPr/>
        </p:nvSpPr>
        <p:spPr>
          <a:xfrm>
            <a:off x="3841389" y="1163379"/>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b="0">
                <a:solidFill>
                  <a:srgbClr val="273744"/>
                </a:solidFill>
                <a:latin typeface="Arial"/>
                <a:ea typeface="Arial"/>
                <a:cs typeface="Arial"/>
              </a:rPr>
              <a:t>Top-1, RMSD &lt;3 Å</a:t>
            </a:r>
          </a:p>
        </p:txBody>
      </p:sp>
      <p:sp>
        <p:nvSpPr>
          <p:cNvPr id="675" name="03_assume_matched_5972">
            <a:extLst>
              <a:ext uri="{FF2B5EF4-FFF2-40B4-BE49-F238E27FC236}">
                <a16:creationId xmlns:a16="http://schemas.microsoft.com/office/drawing/2014/main" id="{9E2B2040-C975-4E4E-9EC0-510D730B24B7}"/>
              </a:ext>
            </a:extLst>
          </p:cNvPr>
          <p:cNvSpPr>
            <a:spLocks noGrp="1"/>
          </p:cNvSpPr>
          <p:nvPr/>
        </p:nvSpPr>
        <p:spPr>
          <a:xfrm>
            <a:off x="3864021" y="1723950"/>
            <a:ext cx="2263158" cy="253122"/>
          </a:xfrm>
          <a:custGeom>
            <a:avLst/>
            <a:gdLst/>
            <a:ahLst/>
            <a:cxnLst/>
            <a:rect l="0" t="0" r="0" b="0"/>
            <a:pathLst>
              <a:path w="2263158" h="253122">
                <a:moveTo>
                  <a:pt x="0" y="253122"/>
                </a:moveTo>
                <a:lnTo>
                  <a:pt x="53885" y="252213"/>
                </a:lnTo>
                <a:lnTo>
                  <a:pt x="53885" y="251671"/>
                </a:lnTo>
                <a:lnTo>
                  <a:pt x="67701" y="250307"/>
                </a:lnTo>
                <a:lnTo>
                  <a:pt x="68581" y="249520"/>
                </a:lnTo>
                <a:lnTo>
                  <a:pt x="96716" y="248143"/>
                </a:lnTo>
                <a:lnTo>
                  <a:pt x="96716" y="248046"/>
                </a:lnTo>
                <a:lnTo>
                  <a:pt x="125731" y="246766"/>
                </a:lnTo>
                <a:lnTo>
                  <a:pt x="125731" y="240339"/>
                </a:lnTo>
                <a:lnTo>
                  <a:pt x="137161" y="240242"/>
                </a:lnTo>
                <a:lnTo>
                  <a:pt x="137161" y="238860"/>
                </a:lnTo>
                <a:lnTo>
                  <a:pt x="150877" y="238763"/>
                </a:lnTo>
                <a:lnTo>
                  <a:pt x="150877" y="236484"/>
                </a:lnTo>
                <a:lnTo>
                  <a:pt x="188596" y="236192"/>
                </a:lnTo>
                <a:lnTo>
                  <a:pt x="188596" y="226065"/>
                </a:lnTo>
                <a:lnTo>
                  <a:pt x="205742" y="225967"/>
                </a:lnTo>
                <a:lnTo>
                  <a:pt x="205742" y="224586"/>
                </a:lnTo>
                <a:lnTo>
                  <a:pt x="215539" y="224067"/>
                </a:lnTo>
                <a:lnTo>
                  <a:pt x="215539" y="222982"/>
                </a:lnTo>
                <a:lnTo>
                  <a:pt x="251462" y="221930"/>
                </a:lnTo>
                <a:lnTo>
                  <a:pt x="251462" y="214967"/>
                </a:lnTo>
                <a:lnTo>
                  <a:pt x="274322" y="214327"/>
                </a:lnTo>
                <a:lnTo>
                  <a:pt x="274322" y="212946"/>
                </a:lnTo>
                <a:lnTo>
                  <a:pt x="301754" y="212330"/>
                </a:lnTo>
                <a:lnTo>
                  <a:pt x="301754" y="208532"/>
                </a:lnTo>
                <a:lnTo>
                  <a:pt x="342903" y="207155"/>
                </a:lnTo>
                <a:lnTo>
                  <a:pt x="342903" y="205773"/>
                </a:lnTo>
                <a:lnTo>
                  <a:pt x="377193" y="205481"/>
                </a:lnTo>
                <a:lnTo>
                  <a:pt x="377193" y="173706"/>
                </a:lnTo>
                <a:lnTo>
                  <a:pt x="411483" y="173511"/>
                </a:lnTo>
                <a:lnTo>
                  <a:pt x="411483" y="172130"/>
                </a:lnTo>
                <a:lnTo>
                  <a:pt x="452632" y="171045"/>
                </a:lnTo>
                <a:lnTo>
                  <a:pt x="452632" y="168766"/>
                </a:lnTo>
                <a:lnTo>
                  <a:pt x="502924" y="167784"/>
                </a:lnTo>
                <a:lnTo>
                  <a:pt x="502924" y="158825"/>
                </a:lnTo>
                <a:lnTo>
                  <a:pt x="548644" y="157740"/>
                </a:lnTo>
                <a:lnTo>
                  <a:pt x="548644" y="156359"/>
                </a:lnTo>
                <a:lnTo>
                  <a:pt x="565789" y="156261"/>
                </a:lnTo>
                <a:lnTo>
                  <a:pt x="565789" y="148665"/>
                </a:lnTo>
                <a:lnTo>
                  <a:pt x="603509" y="148471"/>
                </a:lnTo>
                <a:lnTo>
                  <a:pt x="603509" y="146192"/>
                </a:lnTo>
                <a:lnTo>
                  <a:pt x="628655" y="146192"/>
                </a:lnTo>
                <a:lnTo>
                  <a:pt x="628655" y="142394"/>
                </a:lnTo>
                <a:lnTo>
                  <a:pt x="678947" y="141309"/>
                </a:lnTo>
                <a:lnTo>
                  <a:pt x="678947" y="140549"/>
                </a:lnTo>
                <a:lnTo>
                  <a:pt x="754386" y="139859"/>
                </a:lnTo>
                <a:lnTo>
                  <a:pt x="754386" y="29465"/>
                </a:lnTo>
                <a:lnTo>
                  <a:pt x="829825" y="28677"/>
                </a:lnTo>
                <a:lnTo>
                  <a:pt x="829825" y="27917"/>
                </a:lnTo>
                <a:lnTo>
                  <a:pt x="880117" y="27820"/>
                </a:lnTo>
                <a:lnTo>
                  <a:pt x="880117" y="25288"/>
                </a:lnTo>
                <a:lnTo>
                  <a:pt x="960128" y="24208"/>
                </a:lnTo>
                <a:lnTo>
                  <a:pt x="960128" y="23517"/>
                </a:lnTo>
                <a:lnTo>
                  <a:pt x="1131579" y="23031"/>
                </a:lnTo>
                <a:lnTo>
                  <a:pt x="1131579" y="21132"/>
                </a:lnTo>
                <a:lnTo>
                  <a:pt x="1320175" y="20937"/>
                </a:lnTo>
                <a:lnTo>
                  <a:pt x="1320175" y="19038"/>
                </a:lnTo>
                <a:lnTo>
                  <a:pt x="1508772" y="18941"/>
                </a:lnTo>
                <a:lnTo>
                  <a:pt x="1508772" y="12611"/>
                </a:lnTo>
                <a:lnTo>
                  <a:pt x="1760234" y="12319"/>
                </a:lnTo>
                <a:lnTo>
                  <a:pt x="1760234" y="9787"/>
                </a:lnTo>
                <a:lnTo>
                  <a:pt x="1885965" y="9689"/>
                </a:lnTo>
                <a:lnTo>
                  <a:pt x="1885965" y="7790"/>
                </a:lnTo>
                <a:lnTo>
                  <a:pt x="2263158" y="7596"/>
                </a:lnTo>
                <a:lnTo>
                  <a:pt x="2263158" y="0"/>
                </a:lnTo>
                <a:lnTo>
                  <a:pt x="2263158" y="0"/>
                </a:lnTo>
              </a:path>
            </a:pathLst>
          </a:custGeom>
          <a:noFill/>
          <a:ln w="22860">
            <a:solidFill>
              <a:srgbClr val="00878B"/>
            </a:solidFill>
            <a:prstDash val="solid"/>
          </a:ln>
        </p:spPr>
      </p:sp>
      <p:sp>
        <p:nvSpPr>
          <p:cNvPr id="676" name="03_assume_matched_5973">
            <a:extLst>
              <a:ext uri="{FF2B5EF4-FFF2-40B4-BE49-F238E27FC236}">
                <a16:creationId xmlns:a16="http://schemas.microsoft.com/office/drawing/2014/main" id="{E0170819-B3B8-44AF-8213-952B135A1F02}"/>
              </a:ext>
            </a:extLst>
          </p:cNvPr>
          <p:cNvSpPr>
            <a:spLocks noGrp="1"/>
          </p:cNvSpPr>
          <p:nvPr/>
        </p:nvSpPr>
        <p:spPr>
          <a:xfrm>
            <a:off x="3864021" y="1879594"/>
            <a:ext cx="2263158" cy="97478"/>
          </a:xfrm>
          <a:custGeom>
            <a:avLst/>
            <a:gdLst/>
            <a:ahLst/>
            <a:cxnLst/>
            <a:rect l="0" t="0" r="0" b="0"/>
            <a:pathLst>
              <a:path w="2263158" h="97478">
                <a:moveTo>
                  <a:pt x="0" y="97478"/>
                </a:moveTo>
                <a:lnTo>
                  <a:pt x="1508772" y="97478"/>
                </a:lnTo>
                <a:lnTo>
                  <a:pt x="1508772" y="0"/>
                </a:lnTo>
                <a:lnTo>
                  <a:pt x="2263158" y="0"/>
                </a:lnTo>
                <a:lnTo>
                  <a:pt x="2263158" y="0"/>
                </a:lnTo>
              </a:path>
            </a:pathLst>
          </a:custGeom>
          <a:noFill/>
          <a:ln w="13335">
            <a:solidFill>
              <a:srgbClr val="3A64C8"/>
            </a:solidFill>
            <a:prstDash val="solid"/>
          </a:ln>
        </p:spPr>
      </p:sp>
      <p:sp>
        <p:nvSpPr>
          <p:cNvPr id="677" name="03_assume_matched_5974">
            <a:extLst>
              <a:ext uri="{FF2B5EF4-FFF2-40B4-BE49-F238E27FC236}">
                <a16:creationId xmlns:a16="http://schemas.microsoft.com/office/drawing/2014/main" id="{4B3CD5B9-52D7-44E9-BFB9-249E743E676B}"/>
              </a:ext>
            </a:extLst>
          </p:cNvPr>
          <p:cNvSpPr>
            <a:spLocks noGrp="1"/>
          </p:cNvSpPr>
          <p:nvPr/>
        </p:nvSpPr>
        <p:spPr>
          <a:xfrm>
            <a:off x="4219624" y="1876066"/>
            <a:ext cx="43180" cy="43180"/>
          </a:xfrm>
          <a:prstGeom prst="ellipse">
            <a:avLst/>
          </a:prstGeom>
          <a:solidFill>
            <a:srgbClr val="00878B"/>
          </a:solidFill>
          <a:ln w="4445">
            <a:solidFill>
              <a:srgbClr val="FFFFFF"/>
            </a:solidFill>
            <a:prstDash val="solid"/>
          </a:ln>
        </p:spPr>
      </p:sp>
      <p:sp>
        <p:nvSpPr>
          <p:cNvPr id="678" name="03_assume_matched_5975">
            <a:extLst>
              <a:ext uri="{FF2B5EF4-FFF2-40B4-BE49-F238E27FC236}">
                <a16:creationId xmlns:a16="http://schemas.microsoft.com/office/drawing/2014/main" id="{63B4C89F-4F91-4EB2-A627-72581629ED53}"/>
              </a:ext>
            </a:extLst>
          </p:cNvPr>
          <p:cNvSpPr>
            <a:spLocks noGrp="1"/>
          </p:cNvSpPr>
          <p:nvPr/>
        </p:nvSpPr>
        <p:spPr>
          <a:xfrm>
            <a:off x="4596817" y="1731825"/>
            <a:ext cx="43180" cy="43180"/>
          </a:xfrm>
          <a:prstGeom prst="ellipse">
            <a:avLst/>
          </a:prstGeom>
          <a:solidFill>
            <a:srgbClr val="00878B"/>
          </a:solidFill>
          <a:ln w="4445">
            <a:solidFill>
              <a:srgbClr val="FFFFFF"/>
            </a:solidFill>
            <a:prstDash val="solid"/>
          </a:ln>
        </p:spPr>
      </p:sp>
      <p:sp>
        <p:nvSpPr>
          <p:cNvPr id="679" name="03_assume_matched_5976">
            <a:extLst>
              <a:ext uri="{FF2B5EF4-FFF2-40B4-BE49-F238E27FC236}">
                <a16:creationId xmlns:a16="http://schemas.microsoft.com/office/drawing/2014/main" id="{845FF1D5-D6B0-48A1-B0EA-1A1FBE116EA5}"/>
              </a:ext>
            </a:extLst>
          </p:cNvPr>
          <p:cNvSpPr>
            <a:spLocks noGrp="1"/>
          </p:cNvSpPr>
          <p:nvPr/>
        </p:nvSpPr>
        <p:spPr>
          <a:xfrm>
            <a:off x="5351203" y="1714971"/>
            <a:ext cx="43180" cy="43180"/>
          </a:xfrm>
          <a:prstGeom prst="ellipse">
            <a:avLst/>
          </a:prstGeom>
          <a:solidFill>
            <a:srgbClr val="00878B"/>
          </a:solidFill>
          <a:ln w="4445">
            <a:solidFill>
              <a:srgbClr val="FFFFFF"/>
            </a:solidFill>
            <a:prstDash val="solid"/>
          </a:ln>
        </p:spPr>
      </p:sp>
      <p:sp>
        <p:nvSpPr>
          <p:cNvPr id="680" name="03_assume_matched_5977">
            <a:extLst>
              <a:ext uri="{FF2B5EF4-FFF2-40B4-BE49-F238E27FC236}">
                <a16:creationId xmlns:a16="http://schemas.microsoft.com/office/drawing/2014/main" id="{3EB1084D-A926-499F-BD44-FC51498C1A30}"/>
              </a:ext>
            </a:extLst>
          </p:cNvPr>
          <p:cNvSpPr>
            <a:spLocks noGrp="1"/>
          </p:cNvSpPr>
          <p:nvPr/>
        </p:nvSpPr>
        <p:spPr>
          <a:xfrm>
            <a:off x="6105589" y="1702360"/>
            <a:ext cx="43180" cy="43180"/>
          </a:xfrm>
          <a:prstGeom prst="ellipse">
            <a:avLst/>
          </a:prstGeom>
          <a:solidFill>
            <a:srgbClr val="00878B"/>
          </a:solidFill>
          <a:ln w="4445">
            <a:solidFill>
              <a:srgbClr val="FFFFFF"/>
            </a:solidFill>
            <a:prstDash val="solid"/>
          </a:ln>
        </p:spPr>
      </p:sp>
      <p:sp>
        <p:nvSpPr>
          <p:cNvPr id="681" name="03_assume_matched_5978">
            <a:extLst>
              <a:ext uri="{FF2B5EF4-FFF2-40B4-BE49-F238E27FC236}">
                <a16:creationId xmlns:a16="http://schemas.microsoft.com/office/drawing/2014/main" id="{1B1507AE-0DDB-4F34-8037-094A0CC83320}"/>
              </a:ext>
            </a:extLst>
          </p:cNvPr>
          <p:cNvSpPr>
            <a:spLocks noGrp="1"/>
          </p:cNvSpPr>
          <p:nvPr/>
        </p:nvSpPr>
        <p:spPr>
          <a:xfrm>
            <a:off x="4205293"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682" name="03_assume_matched_5979">
            <a:extLst>
              <a:ext uri="{FF2B5EF4-FFF2-40B4-BE49-F238E27FC236}">
                <a16:creationId xmlns:a16="http://schemas.microsoft.com/office/drawing/2014/main" id="{B839346C-2B6D-4A17-ABF2-94FD69182644}"/>
              </a:ext>
            </a:extLst>
          </p:cNvPr>
          <p:cNvSpPr>
            <a:spLocks noGrp="1"/>
          </p:cNvSpPr>
          <p:nvPr/>
        </p:nvSpPr>
        <p:spPr>
          <a:xfrm>
            <a:off x="4582486"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683" name="03_assume_matched_5980">
            <a:extLst>
              <a:ext uri="{FF2B5EF4-FFF2-40B4-BE49-F238E27FC236}">
                <a16:creationId xmlns:a16="http://schemas.microsoft.com/office/drawing/2014/main" id="{8759F69E-1EE4-4BD6-A785-DF282A20FDE9}"/>
              </a:ext>
            </a:extLst>
          </p:cNvPr>
          <p:cNvSpPr>
            <a:spLocks noGrp="1"/>
          </p:cNvSpPr>
          <p:nvPr/>
        </p:nvSpPr>
        <p:spPr>
          <a:xfrm>
            <a:off x="5336872" y="184367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684" name="03_assume_matched_5981">
            <a:extLst>
              <a:ext uri="{FF2B5EF4-FFF2-40B4-BE49-F238E27FC236}">
                <a16:creationId xmlns:a16="http://schemas.microsoft.com/office/drawing/2014/main" id="{26DD4854-48AA-4BB9-AF04-E5157DDEF1EC}"/>
              </a:ext>
            </a:extLst>
          </p:cNvPr>
          <p:cNvSpPr>
            <a:spLocks noGrp="1"/>
          </p:cNvSpPr>
          <p:nvPr/>
        </p:nvSpPr>
        <p:spPr>
          <a:xfrm>
            <a:off x="6091258" y="184367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685" name="03_assume_matched_5982">
            <a:extLst>
              <a:ext uri="{FF2B5EF4-FFF2-40B4-BE49-F238E27FC236}">
                <a16:creationId xmlns:a16="http://schemas.microsoft.com/office/drawing/2014/main" id="{5804F795-7AA7-4486-A04A-CE34CAE0B666}"/>
              </a:ext>
            </a:extLst>
          </p:cNvPr>
          <p:cNvSpPr>
            <a:spLocks noGrp="1"/>
          </p:cNvSpPr>
          <p:nvPr/>
        </p:nvSpPr>
        <p:spPr>
          <a:xfrm>
            <a:off x="712800" y="2521001"/>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686" name="03_assume_matched_5983">
            <a:extLst>
              <a:ext uri="{FF2B5EF4-FFF2-40B4-BE49-F238E27FC236}">
                <a16:creationId xmlns:a16="http://schemas.microsoft.com/office/drawing/2014/main" id="{F822F4E8-F38A-4136-BEA2-6D2D540F3768}"/>
              </a:ext>
            </a:extLst>
          </p:cNvPr>
          <p:cNvSpPr>
            <a:spLocks noGrp="1"/>
          </p:cNvSpPr>
          <p:nvPr/>
        </p:nvSpPr>
        <p:spPr>
          <a:xfrm>
            <a:off x="1014554" y="2550244"/>
            <a:ext cx="196140" cy="584869"/>
          </a:xfrm>
          <a:custGeom>
            <a:avLst/>
            <a:gdLst/>
            <a:ahLst/>
            <a:cxnLst/>
            <a:rect l="0" t="0" r="0" b="0"/>
            <a:pathLst>
              <a:path w="196140" h="584869">
                <a:moveTo>
                  <a:pt x="196140" y="584869"/>
                </a:moveTo>
                <a:lnTo>
                  <a:pt x="0" y="584869"/>
                </a:lnTo>
                <a:lnTo>
                  <a:pt x="1098" y="579995"/>
                </a:lnTo>
                <a:lnTo>
                  <a:pt x="4319" y="575121"/>
                </a:lnTo>
                <a:lnTo>
                  <a:pt x="9445" y="570247"/>
                </a:lnTo>
                <a:lnTo>
                  <a:pt x="16143" y="565373"/>
                </a:lnTo>
                <a:lnTo>
                  <a:pt x="23998" y="560500"/>
                </a:lnTo>
                <a:lnTo>
                  <a:pt x="32552" y="555626"/>
                </a:lnTo>
                <a:lnTo>
                  <a:pt x="41353" y="550752"/>
                </a:lnTo>
                <a:lnTo>
                  <a:pt x="49989" y="545878"/>
                </a:lnTo>
                <a:lnTo>
                  <a:pt x="58117" y="541004"/>
                </a:lnTo>
                <a:lnTo>
                  <a:pt x="65481" y="536130"/>
                </a:lnTo>
                <a:lnTo>
                  <a:pt x="71917" y="531256"/>
                </a:lnTo>
                <a:lnTo>
                  <a:pt x="77350" y="526382"/>
                </a:lnTo>
                <a:lnTo>
                  <a:pt x="81780" y="521508"/>
                </a:lnTo>
                <a:lnTo>
                  <a:pt x="85267" y="516634"/>
                </a:lnTo>
                <a:lnTo>
                  <a:pt x="87909" y="511760"/>
                </a:lnTo>
                <a:lnTo>
                  <a:pt x="89830" y="506887"/>
                </a:lnTo>
                <a:lnTo>
                  <a:pt x="91159" y="502013"/>
                </a:lnTo>
                <a:lnTo>
                  <a:pt x="92021" y="497139"/>
                </a:lnTo>
                <a:lnTo>
                  <a:pt x="92532" y="492265"/>
                </a:lnTo>
                <a:lnTo>
                  <a:pt x="92788" y="487391"/>
                </a:lnTo>
                <a:lnTo>
                  <a:pt x="92872" y="482517"/>
                </a:lnTo>
                <a:lnTo>
                  <a:pt x="92845" y="477643"/>
                </a:lnTo>
                <a:lnTo>
                  <a:pt x="92755" y="472769"/>
                </a:lnTo>
                <a:lnTo>
                  <a:pt x="92636" y="467895"/>
                </a:lnTo>
                <a:lnTo>
                  <a:pt x="92508" y="463021"/>
                </a:lnTo>
                <a:lnTo>
                  <a:pt x="92387" y="458147"/>
                </a:lnTo>
                <a:lnTo>
                  <a:pt x="92276" y="453274"/>
                </a:lnTo>
                <a:lnTo>
                  <a:pt x="92177" y="448400"/>
                </a:lnTo>
                <a:lnTo>
                  <a:pt x="92086" y="443526"/>
                </a:lnTo>
                <a:lnTo>
                  <a:pt x="91999" y="438652"/>
                </a:lnTo>
                <a:lnTo>
                  <a:pt x="91909" y="433778"/>
                </a:lnTo>
                <a:lnTo>
                  <a:pt x="91810" y="428904"/>
                </a:lnTo>
                <a:lnTo>
                  <a:pt x="91697" y="424030"/>
                </a:lnTo>
                <a:lnTo>
                  <a:pt x="91568" y="419156"/>
                </a:lnTo>
                <a:lnTo>
                  <a:pt x="91421" y="414282"/>
                </a:lnTo>
                <a:lnTo>
                  <a:pt x="91259" y="409408"/>
                </a:lnTo>
                <a:lnTo>
                  <a:pt x="91088" y="404534"/>
                </a:lnTo>
                <a:lnTo>
                  <a:pt x="90915" y="399661"/>
                </a:lnTo>
                <a:lnTo>
                  <a:pt x="90748" y="394787"/>
                </a:lnTo>
                <a:lnTo>
                  <a:pt x="90596" y="389913"/>
                </a:lnTo>
                <a:lnTo>
                  <a:pt x="90466" y="385039"/>
                </a:lnTo>
                <a:lnTo>
                  <a:pt x="90362" y="380165"/>
                </a:lnTo>
                <a:lnTo>
                  <a:pt x="90286" y="375291"/>
                </a:lnTo>
                <a:lnTo>
                  <a:pt x="90232" y="370417"/>
                </a:lnTo>
                <a:lnTo>
                  <a:pt x="90191" y="365543"/>
                </a:lnTo>
                <a:lnTo>
                  <a:pt x="90150" y="360669"/>
                </a:lnTo>
                <a:lnTo>
                  <a:pt x="90092" y="355795"/>
                </a:lnTo>
                <a:lnTo>
                  <a:pt x="89997" y="350921"/>
                </a:lnTo>
                <a:lnTo>
                  <a:pt x="89848" y="346048"/>
                </a:lnTo>
                <a:lnTo>
                  <a:pt x="89630" y="341174"/>
                </a:lnTo>
                <a:lnTo>
                  <a:pt x="89337" y="336300"/>
                </a:lnTo>
                <a:lnTo>
                  <a:pt x="88970" y="331426"/>
                </a:lnTo>
                <a:lnTo>
                  <a:pt x="88542" y="326552"/>
                </a:lnTo>
                <a:lnTo>
                  <a:pt x="88075" y="321678"/>
                </a:lnTo>
                <a:lnTo>
                  <a:pt x="87605" y="316804"/>
                </a:lnTo>
                <a:lnTo>
                  <a:pt x="87170" y="311930"/>
                </a:lnTo>
                <a:lnTo>
                  <a:pt x="86816" y="307056"/>
                </a:lnTo>
                <a:lnTo>
                  <a:pt x="86586" y="302182"/>
                </a:lnTo>
                <a:lnTo>
                  <a:pt x="86515" y="297308"/>
                </a:lnTo>
                <a:lnTo>
                  <a:pt x="86630" y="292435"/>
                </a:lnTo>
                <a:lnTo>
                  <a:pt x="86944" y="287561"/>
                </a:lnTo>
                <a:lnTo>
                  <a:pt x="87453" y="282687"/>
                </a:lnTo>
                <a:lnTo>
                  <a:pt x="88138" y="277813"/>
                </a:lnTo>
                <a:lnTo>
                  <a:pt x="88970" y="272939"/>
                </a:lnTo>
                <a:lnTo>
                  <a:pt x="89907" y="268065"/>
                </a:lnTo>
                <a:lnTo>
                  <a:pt x="90905" y="263191"/>
                </a:lnTo>
                <a:lnTo>
                  <a:pt x="91917" y="258317"/>
                </a:lnTo>
                <a:lnTo>
                  <a:pt x="92903" y="253443"/>
                </a:lnTo>
                <a:lnTo>
                  <a:pt x="93826" y="248569"/>
                </a:lnTo>
                <a:lnTo>
                  <a:pt x="94663" y="243695"/>
                </a:lnTo>
                <a:lnTo>
                  <a:pt x="95395" y="238822"/>
                </a:lnTo>
                <a:lnTo>
                  <a:pt x="96018" y="233948"/>
                </a:lnTo>
                <a:lnTo>
                  <a:pt x="96531" y="229074"/>
                </a:lnTo>
                <a:lnTo>
                  <a:pt x="96941" y="224200"/>
                </a:lnTo>
                <a:lnTo>
                  <a:pt x="97261" y="219326"/>
                </a:lnTo>
                <a:lnTo>
                  <a:pt x="97504" y="214452"/>
                </a:lnTo>
                <a:lnTo>
                  <a:pt x="97682" y="209578"/>
                </a:lnTo>
                <a:lnTo>
                  <a:pt x="97811" y="204704"/>
                </a:lnTo>
                <a:lnTo>
                  <a:pt x="97901" y="199830"/>
                </a:lnTo>
                <a:lnTo>
                  <a:pt x="97962" y="194956"/>
                </a:lnTo>
                <a:lnTo>
                  <a:pt x="98002" y="190082"/>
                </a:lnTo>
                <a:lnTo>
                  <a:pt x="98029" y="185209"/>
                </a:lnTo>
                <a:lnTo>
                  <a:pt x="98046" y="180335"/>
                </a:lnTo>
                <a:lnTo>
                  <a:pt x="98056" y="175461"/>
                </a:lnTo>
                <a:lnTo>
                  <a:pt x="98062" y="170587"/>
                </a:lnTo>
                <a:lnTo>
                  <a:pt x="98066" y="165713"/>
                </a:lnTo>
                <a:lnTo>
                  <a:pt x="98068" y="160839"/>
                </a:lnTo>
                <a:lnTo>
                  <a:pt x="98069" y="155965"/>
                </a:lnTo>
                <a:lnTo>
                  <a:pt x="98069"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1" y="146217"/>
                </a:lnTo>
                <a:lnTo>
                  <a:pt x="98071" y="151091"/>
                </a:lnTo>
                <a:lnTo>
                  <a:pt x="98071" y="155965"/>
                </a:lnTo>
                <a:lnTo>
                  <a:pt x="98073" y="160839"/>
                </a:lnTo>
                <a:lnTo>
                  <a:pt x="98075" y="165713"/>
                </a:lnTo>
                <a:lnTo>
                  <a:pt x="98078" y="170587"/>
                </a:lnTo>
                <a:lnTo>
                  <a:pt x="98085" y="175461"/>
                </a:lnTo>
                <a:lnTo>
                  <a:pt x="98095" y="180335"/>
                </a:lnTo>
                <a:lnTo>
                  <a:pt x="98112" y="185209"/>
                </a:lnTo>
                <a:lnTo>
                  <a:pt x="98138" y="190082"/>
                </a:lnTo>
                <a:lnTo>
                  <a:pt x="98179" y="194956"/>
                </a:lnTo>
                <a:lnTo>
                  <a:pt x="98240" y="199830"/>
                </a:lnTo>
                <a:lnTo>
                  <a:pt x="98330" y="204704"/>
                </a:lnTo>
                <a:lnTo>
                  <a:pt x="98458" y="209578"/>
                </a:lnTo>
                <a:lnTo>
                  <a:pt x="98637" y="214452"/>
                </a:lnTo>
                <a:lnTo>
                  <a:pt x="98879" y="219326"/>
                </a:lnTo>
                <a:lnTo>
                  <a:pt x="99199" y="224200"/>
                </a:lnTo>
                <a:lnTo>
                  <a:pt x="99610" y="229074"/>
                </a:lnTo>
                <a:lnTo>
                  <a:pt x="100123" y="233948"/>
                </a:lnTo>
                <a:lnTo>
                  <a:pt x="100745" y="238822"/>
                </a:lnTo>
                <a:lnTo>
                  <a:pt x="101478" y="243695"/>
                </a:lnTo>
                <a:lnTo>
                  <a:pt x="102314" y="248569"/>
                </a:lnTo>
                <a:lnTo>
                  <a:pt x="103238" y="253443"/>
                </a:lnTo>
                <a:lnTo>
                  <a:pt x="104223" y="258317"/>
                </a:lnTo>
                <a:lnTo>
                  <a:pt x="105236" y="263191"/>
                </a:lnTo>
                <a:lnTo>
                  <a:pt x="106233" y="268065"/>
                </a:lnTo>
                <a:lnTo>
                  <a:pt x="107170" y="272939"/>
                </a:lnTo>
                <a:lnTo>
                  <a:pt x="108002" y="277813"/>
                </a:lnTo>
                <a:lnTo>
                  <a:pt x="108688" y="282687"/>
                </a:lnTo>
                <a:lnTo>
                  <a:pt x="109197" y="287561"/>
                </a:lnTo>
                <a:lnTo>
                  <a:pt x="109510" y="292435"/>
                </a:lnTo>
                <a:lnTo>
                  <a:pt x="109626" y="297308"/>
                </a:lnTo>
                <a:lnTo>
                  <a:pt x="109555" y="302182"/>
                </a:lnTo>
                <a:lnTo>
                  <a:pt x="109324" y="307056"/>
                </a:lnTo>
                <a:lnTo>
                  <a:pt x="108970" y="311930"/>
                </a:lnTo>
                <a:lnTo>
                  <a:pt x="108536" y="316804"/>
                </a:lnTo>
                <a:lnTo>
                  <a:pt x="108065" y="321678"/>
                </a:lnTo>
                <a:lnTo>
                  <a:pt x="107599" y="326552"/>
                </a:lnTo>
                <a:lnTo>
                  <a:pt x="107170" y="331426"/>
                </a:lnTo>
                <a:lnTo>
                  <a:pt x="106803" y="336300"/>
                </a:lnTo>
                <a:lnTo>
                  <a:pt x="106510" y="341174"/>
                </a:lnTo>
                <a:lnTo>
                  <a:pt x="106293" y="346048"/>
                </a:lnTo>
                <a:lnTo>
                  <a:pt x="106143" y="350921"/>
                </a:lnTo>
                <a:lnTo>
                  <a:pt x="106048" y="355795"/>
                </a:lnTo>
                <a:lnTo>
                  <a:pt x="105990" y="360669"/>
                </a:lnTo>
                <a:lnTo>
                  <a:pt x="105949" y="365543"/>
                </a:lnTo>
                <a:lnTo>
                  <a:pt x="105909" y="370417"/>
                </a:lnTo>
                <a:lnTo>
                  <a:pt x="105855" y="375291"/>
                </a:lnTo>
                <a:lnTo>
                  <a:pt x="105778" y="380165"/>
                </a:lnTo>
                <a:lnTo>
                  <a:pt x="105675" y="385039"/>
                </a:lnTo>
                <a:lnTo>
                  <a:pt x="105545" y="389913"/>
                </a:lnTo>
                <a:lnTo>
                  <a:pt x="105393" y="394787"/>
                </a:lnTo>
                <a:lnTo>
                  <a:pt x="105226" y="399661"/>
                </a:lnTo>
                <a:lnTo>
                  <a:pt x="105052" y="404534"/>
                </a:lnTo>
                <a:lnTo>
                  <a:pt x="104881" y="409408"/>
                </a:lnTo>
                <a:lnTo>
                  <a:pt x="104720" y="414282"/>
                </a:lnTo>
                <a:lnTo>
                  <a:pt x="104573" y="419156"/>
                </a:lnTo>
                <a:lnTo>
                  <a:pt x="104443" y="424030"/>
                </a:lnTo>
                <a:lnTo>
                  <a:pt x="104330" y="428904"/>
                </a:lnTo>
                <a:lnTo>
                  <a:pt x="104231" y="433778"/>
                </a:lnTo>
                <a:lnTo>
                  <a:pt x="104141" y="438652"/>
                </a:lnTo>
                <a:lnTo>
                  <a:pt x="104054" y="443526"/>
                </a:lnTo>
                <a:lnTo>
                  <a:pt x="103964" y="448400"/>
                </a:lnTo>
                <a:lnTo>
                  <a:pt x="103865" y="453274"/>
                </a:lnTo>
                <a:lnTo>
                  <a:pt x="103754" y="458147"/>
                </a:lnTo>
                <a:lnTo>
                  <a:pt x="103632" y="463021"/>
                </a:lnTo>
                <a:lnTo>
                  <a:pt x="103505" y="467895"/>
                </a:lnTo>
                <a:lnTo>
                  <a:pt x="103385" y="472769"/>
                </a:lnTo>
                <a:lnTo>
                  <a:pt x="103295" y="477643"/>
                </a:lnTo>
                <a:lnTo>
                  <a:pt x="103269" y="482517"/>
                </a:lnTo>
                <a:lnTo>
                  <a:pt x="103352" y="487391"/>
                </a:lnTo>
                <a:lnTo>
                  <a:pt x="103609" y="492265"/>
                </a:lnTo>
                <a:lnTo>
                  <a:pt x="104119" y="497139"/>
                </a:lnTo>
                <a:lnTo>
                  <a:pt x="104982" y="502013"/>
                </a:lnTo>
                <a:lnTo>
                  <a:pt x="106310" y="506887"/>
                </a:lnTo>
                <a:lnTo>
                  <a:pt x="108231" y="511760"/>
                </a:lnTo>
                <a:lnTo>
                  <a:pt x="110873" y="516634"/>
                </a:lnTo>
                <a:lnTo>
                  <a:pt x="114360" y="521508"/>
                </a:lnTo>
                <a:lnTo>
                  <a:pt x="118790" y="526382"/>
                </a:lnTo>
                <a:lnTo>
                  <a:pt x="124223" y="531256"/>
                </a:lnTo>
                <a:lnTo>
                  <a:pt x="130659" y="536130"/>
                </a:lnTo>
                <a:lnTo>
                  <a:pt x="138023" y="541004"/>
                </a:lnTo>
                <a:lnTo>
                  <a:pt x="146151" y="545878"/>
                </a:lnTo>
                <a:lnTo>
                  <a:pt x="154787" y="550752"/>
                </a:lnTo>
                <a:lnTo>
                  <a:pt x="163589" y="555626"/>
                </a:lnTo>
                <a:lnTo>
                  <a:pt x="172143" y="560500"/>
                </a:lnTo>
                <a:lnTo>
                  <a:pt x="179997" y="565373"/>
                </a:lnTo>
                <a:lnTo>
                  <a:pt x="186695" y="570247"/>
                </a:lnTo>
                <a:lnTo>
                  <a:pt x="191821" y="575121"/>
                </a:lnTo>
                <a:lnTo>
                  <a:pt x="195042"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687" name="03_assume_matched_5984">
            <a:extLst>
              <a:ext uri="{FF2B5EF4-FFF2-40B4-BE49-F238E27FC236}">
                <a16:creationId xmlns:a16="http://schemas.microsoft.com/office/drawing/2014/main" id="{47E05348-6FC0-4F17-B53B-795415E7FE3A}"/>
              </a:ext>
            </a:extLst>
          </p:cNvPr>
          <p:cNvSpPr>
            <a:spLocks noGrp="1"/>
          </p:cNvSpPr>
          <p:nvPr/>
        </p:nvSpPr>
        <p:spPr>
          <a:xfrm>
            <a:off x="1391747" y="2550244"/>
            <a:ext cx="196140" cy="584869"/>
          </a:xfrm>
          <a:custGeom>
            <a:avLst/>
            <a:gdLst/>
            <a:ahLst/>
            <a:cxnLst/>
            <a:rect l="0" t="0" r="0" b="0"/>
            <a:pathLst>
              <a:path w="196140" h="584869">
                <a:moveTo>
                  <a:pt x="196140" y="584869"/>
                </a:moveTo>
                <a:lnTo>
                  <a:pt x="0" y="584869"/>
                </a:lnTo>
                <a:lnTo>
                  <a:pt x="1094" y="579995"/>
                </a:lnTo>
                <a:lnTo>
                  <a:pt x="4303" y="575121"/>
                </a:lnTo>
                <a:lnTo>
                  <a:pt x="9411" y="570247"/>
                </a:lnTo>
                <a:lnTo>
                  <a:pt x="16086" y="565373"/>
                </a:lnTo>
                <a:lnTo>
                  <a:pt x="23913" y="560500"/>
                </a:lnTo>
                <a:lnTo>
                  <a:pt x="32439" y="555626"/>
                </a:lnTo>
                <a:lnTo>
                  <a:pt x="41213" y="550752"/>
                </a:lnTo>
                <a:lnTo>
                  <a:pt x="49825" y="545878"/>
                </a:lnTo>
                <a:lnTo>
                  <a:pt x="57935" y="541004"/>
                </a:lnTo>
                <a:lnTo>
                  <a:pt x="65287" y="536130"/>
                </a:lnTo>
                <a:lnTo>
                  <a:pt x="71720" y="531256"/>
                </a:lnTo>
                <a:lnTo>
                  <a:pt x="77159" y="526382"/>
                </a:lnTo>
                <a:lnTo>
                  <a:pt x="81605" y="521508"/>
                </a:lnTo>
                <a:lnTo>
                  <a:pt x="85118" y="516634"/>
                </a:lnTo>
                <a:lnTo>
                  <a:pt x="87797" y="511760"/>
                </a:lnTo>
                <a:lnTo>
                  <a:pt x="89763" y="506887"/>
                </a:lnTo>
                <a:lnTo>
                  <a:pt x="91146" y="502013"/>
                </a:lnTo>
                <a:lnTo>
                  <a:pt x="92069" y="497139"/>
                </a:lnTo>
                <a:lnTo>
                  <a:pt x="92645" y="492265"/>
                </a:lnTo>
                <a:lnTo>
                  <a:pt x="92971" y="487391"/>
                </a:lnTo>
                <a:lnTo>
                  <a:pt x="93126" y="482517"/>
                </a:lnTo>
                <a:lnTo>
                  <a:pt x="93172" y="477643"/>
                </a:lnTo>
                <a:lnTo>
                  <a:pt x="93156" y="472769"/>
                </a:lnTo>
                <a:lnTo>
                  <a:pt x="93112" y="467895"/>
                </a:lnTo>
                <a:lnTo>
                  <a:pt x="93064" y="463021"/>
                </a:lnTo>
                <a:lnTo>
                  <a:pt x="93028" y="458147"/>
                </a:lnTo>
                <a:lnTo>
                  <a:pt x="93013" y="453274"/>
                </a:lnTo>
                <a:lnTo>
                  <a:pt x="93024" y="448400"/>
                </a:lnTo>
                <a:lnTo>
                  <a:pt x="93061" y="443526"/>
                </a:lnTo>
                <a:lnTo>
                  <a:pt x="93123" y="438652"/>
                </a:lnTo>
                <a:lnTo>
                  <a:pt x="93206" y="433778"/>
                </a:lnTo>
                <a:lnTo>
                  <a:pt x="93303" y="428904"/>
                </a:lnTo>
                <a:lnTo>
                  <a:pt x="93410" y="424030"/>
                </a:lnTo>
                <a:lnTo>
                  <a:pt x="93522" y="419156"/>
                </a:lnTo>
                <a:lnTo>
                  <a:pt x="93635" y="414282"/>
                </a:lnTo>
                <a:lnTo>
                  <a:pt x="93747" y="409408"/>
                </a:lnTo>
                <a:lnTo>
                  <a:pt x="93857" y="404534"/>
                </a:lnTo>
                <a:lnTo>
                  <a:pt x="93966" y="399661"/>
                </a:lnTo>
                <a:lnTo>
                  <a:pt x="94077" y="394787"/>
                </a:lnTo>
                <a:lnTo>
                  <a:pt x="94193" y="389913"/>
                </a:lnTo>
                <a:lnTo>
                  <a:pt x="94316" y="385039"/>
                </a:lnTo>
                <a:lnTo>
                  <a:pt x="94448" y="380165"/>
                </a:lnTo>
                <a:lnTo>
                  <a:pt x="94590" y="375291"/>
                </a:lnTo>
                <a:lnTo>
                  <a:pt x="94740" y="370417"/>
                </a:lnTo>
                <a:lnTo>
                  <a:pt x="94895" y="365543"/>
                </a:lnTo>
                <a:lnTo>
                  <a:pt x="95051" y="360669"/>
                </a:lnTo>
                <a:lnTo>
                  <a:pt x="95200" y="355795"/>
                </a:lnTo>
                <a:lnTo>
                  <a:pt x="95337" y="350921"/>
                </a:lnTo>
                <a:lnTo>
                  <a:pt x="95453" y="346048"/>
                </a:lnTo>
                <a:lnTo>
                  <a:pt x="95541" y="341174"/>
                </a:lnTo>
                <a:lnTo>
                  <a:pt x="95593" y="336300"/>
                </a:lnTo>
                <a:lnTo>
                  <a:pt x="95606" y="331426"/>
                </a:lnTo>
                <a:lnTo>
                  <a:pt x="95575" y="326552"/>
                </a:lnTo>
                <a:lnTo>
                  <a:pt x="95501" y="321678"/>
                </a:lnTo>
                <a:lnTo>
                  <a:pt x="95387" y="316804"/>
                </a:lnTo>
                <a:lnTo>
                  <a:pt x="95238" y="311930"/>
                </a:lnTo>
                <a:lnTo>
                  <a:pt x="95063" y="307056"/>
                </a:lnTo>
                <a:lnTo>
                  <a:pt x="94873" y="302182"/>
                </a:lnTo>
                <a:lnTo>
                  <a:pt x="94679" y="297308"/>
                </a:lnTo>
                <a:lnTo>
                  <a:pt x="94495" y="292435"/>
                </a:lnTo>
                <a:lnTo>
                  <a:pt x="94333" y="287561"/>
                </a:lnTo>
                <a:lnTo>
                  <a:pt x="94201" y="282687"/>
                </a:lnTo>
                <a:lnTo>
                  <a:pt x="94107" y="277813"/>
                </a:lnTo>
                <a:lnTo>
                  <a:pt x="94056" y="272939"/>
                </a:lnTo>
                <a:lnTo>
                  <a:pt x="94048" y="268065"/>
                </a:lnTo>
                <a:lnTo>
                  <a:pt x="94079" y="263191"/>
                </a:lnTo>
                <a:lnTo>
                  <a:pt x="94145" y="258317"/>
                </a:lnTo>
                <a:lnTo>
                  <a:pt x="94237" y="253443"/>
                </a:lnTo>
                <a:lnTo>
                  <a:pt x="94345" y="248569"/>
                </a:lnTo>
                <a:lnTo>
                  <a:pt x="94461" y="243695"/>
                </a:lnTo>
                <a:lnTo>
                  <a:pt x="94574" y="238822"/>
                </a:lnTo>
                <a:lnTo>
                  <a:pt x="94676" y="233948"/>
                </a:lnTo>
                <a:lnTo>
                  <a:pt x="94759" y="229074"/>
                </a:lnTo>
                <a:lnTo>
                  <a:pt x="94818" y="224200"/>
                </a:lnTo>
                <a:lnTo>
                  <a:pt x="94851" y="219326"/>
                </a:lnTo>
                <a:lnTo>
                  <a:pt x="94857" y="214452"/>
                </a:lnTo>
                <a:lnTo>
                  <a:pt x="94839" y="209578"/>
                </a:lnTo>
                <a:lnTo>
                  <a:pt x="94800" y="204704"/>
                </a:lnTo>
                <a:lnTo>
                  <a:pt x="94748" y="199830"/>
                </a:lnTo>
                <a:lnTo>
                  <a:pt x="94689" y="194956"/>
                </a:lnTo>
                <a:lnTo>
                  <a:pt x="94634" y="190082"/>
                </a:lnTo>
                <a:lnTo>
                  <a:pt x="94592" y="185209"/>
                </a:lnTo>
                <a:lnTo>
                  <a:pt x="94569" y="180335"/>
                </a:lnTo>
                <a:lnTo>
                  <a:pt x="94574" y="175461"/>
                </a:lnTo>
                <a:lnTo>
                  <a:pt x="94612" y="170587"/>
                </a:lnTo>
                <a:lnTo>
                  <a:pt x="94682" y="165713"/>
                </a:lnTo>
                <a:lnTo>
                  <a:pt x="94786" y="160839"/>
                </a:lnTo>
                <a:lnTo>
                  <a:pt x="94919" y="155965"/>
                </a:lnTo>
                <a:lnTo>
                  <a:pt x="95074" y="151091"/>
                </a:lnTo>
                <a:lnTo>
                  <a:pt x="95243" y="146217"/>
                </a:lnTo>
                <a:lnTo>
                  <a:pt x="95419" y="141343"/>
                </a:lnTo>
                <a:lnTo>
                  <a:pt x="95591" y="136469"/>
                </a:lnTo>
                <a:lnTo>
                  <a:pt x="95753" y="131596"/>
                </a:lnTo>
                <a:lnTo>
                  <a:pt x="95897" y="126722"/>
                </a:lnTo>
                <a:lnTo>
                  <a:pt x="96020" y="121848"/>
                </a:lnTo>
                <a:lnTo>
                  <a:pt x="96116" y="116974"/>
                </a:lnTo>
                <a:lnTo>
                  <a:pt x="96182" y="112100"/>
                </a:lnTo>
                <a:lnTo>
                  <a:pt x="96212" y="107226"/>
                </a:lnTo>
                <a:lnTo>
                  <a:pt x="96197" y="102352"/>
                </a:lnTo>
                <a:lnTo>
                  <a:pt x="96121" y="97478"/>
                </a:lnTo>
                <a:lnTo>
                  <a:pt x="95963" y="92604"/>
                </a:lnTo>
                <a:lnTo>
                  <a:pt x="95691" y="87730"/>
                </a:lnTo>
                <a:lnTo>
                  <a:pt x="95263" y="82856"/>
                </a:lnTo>
                <a:lnTo>
                  <a:pt x="94631" y="77983"/>
                </a:lnTo>
                <a:lnTo>
                  <a:pt x="93735" y="73109"/>
                </a:lnTo>
                <a:lnTo>
                  <a:pt x="92516" y="68235"/>
                </a:lnTo>
                <a:lnTo>
                  <a:pt x="90915" y="63361"/>
                </a:lnTo>
                <a:lnTo>
                  <a:pt x="88882" y="58487"/>
                </a:lnTo>
                <a:lnTo>
                  <a:pt x="86387" y="53613"/>
                </a:lnTo>
                <a:lnTo>
                  <a:pt x="83426" y="48739"/>
                </a:lnTo>
                <a:lnTo>
                  <a:pt x="80032" y="43865"/>
                </a:lnTo>
                <a:lnTo>
                  <a:pt x="76279" y="38991"/>
                </a:lnTo>
                <a:lnTo>
                  <a:pt x="72284" y="34117"/>
                </a:lnTo>
                <a:lnTo>
                  <a:pt x="68208" y="29243"/>
                </a:lnTo>
                <a:lnTo>
                  <a:pt x="64241" y="24370"/>
                </a:lnTo>
                <a:lnTo>
                  <a:pt x="60595" y="19496"/>
                </a:lnTo>
                <a:lnTo>
                  <a:pt x="57484" y="14622"/>
                </a:lnTo>
                <a:lnTo>
                  <a:pt x="55101" y="9748"/>
                </a:lnTo>
                <a:lnTo>
                  <a:pt x="53604" y="4874"/>
                </a:lnTo>
                <a:lnTo>
                  <a:pt x="53093" y="0"/>
                </a:lnTo>
                <a:lnTo>
                  <a:pt x="143047" y="0"/>
                </a:lnTo>
                <a:lnTo>
                  <a:pt x="143047" y="0"/>
                </a:lnTo>
                <a:lnTo>
                  <a:pt x="142536" y="4874"/>
                </a:lnTo>
                <a:lnTo>
                  <a:pt x="141039" y="9748"/>
                </a:lnTo>
                <a:lnTo>
                  <a:pt x="138657" y="14622"/>
                </a:lnTo>
                <a:lnTo>
                  <a:pt x="135545" y="19496"/>
                </a:lnTo>
                <a:lnTo>
                  <a:pt x="131900" y="24370"/>
                </a:lnTo>
                <a:lnTo>
                  <a:pt x="127933" y="29243"/>
                </a:lnTo>
                <a:lnTo>
                  <a:pt x="123856" y="34117"/>
                </a:lnTo>
                <a:lnTo>
                  <a:pt x="119862" y="38991"/>
                </a:lnTo>
                <a:lnTo>
                  <a:pt x="116109" y="43865"/>
                </a:lnTo>
                <a:lnTo>
                  <a:pt x="112715" y="48739"/>
                </a:lnTo>
                <a:lnTo>
                  <a:pt x="109754" y="53613"/>
                </a:lnTo>
                <a:lnTo>
                  <a:pt x="107259" y="58487"/>
                </a:lnTo>
                <a:lnTo>
                  <a:pt x="105225" y="63361"/>
                </a:lnTo>
                <a:lnTo>
                  <a:pt x="103624" y="68235"/>
                </a:lnTo>
                <a:lnTo>
                  <a:pt x="102405" y="73109"/>
                </a:lnTo>
                <a:lnTo>
                  <a:pt x="101509" y="77983"/>
                </a:lnTo>
                <a:lnTo>
                  <a:pt x="100877" y="82856"/>
                </a:lnTo>
                <a:lnTo>
                  <a:pt x="100450" y="87730"/>
                </a:lnTo>
                <a:lnTo>
                  <a:pt x="100177" y="92604"/>
                </a:lnTo>
                <a:lnTo>
                  <a:pt x="100019" y="97478"/>
                </a:lnTo>
                <a:lnTo>
                  <a:pt x="99943" y="102352"/>
                </a:lnTo>
                <a:lnTo>
                  <a:pt x="99928" y="107226"/>
                </a:lnTo>
                <a:lnTo>
                  <a:pt x="99958" y="112100"/>
                </a:lnTo>
                <a:lnTo>
                  <a:pt x="100024" y="116974"/>
                </a:lnTo>
                <a:lnTo>
                  <a:pt x="100120" y="121848"/>
                </a:lnTo>
                <a:lnTo>
                  <a:pt x="100243" y="126722"/>
                </a:lnTo>
                <a:lnTo>
                  <a:pt x="100387" y="131596"/>
                </a:lnTo>
                <a:lnTo>
                  <a:pt x="100549" y="136469"/>
                </a:lnTo>
                <a:lnTo>
                  <a:pt x="100722" y="141343"/>
                </a:lnTo>
                <a:lnTo>
                  <a:pt x="100897" y="146217"/>
                </a:lnTo>
                <a:lnTo>
                  <a:pt x="101066" y="151091"/>
                </a:lnTo>
                <a:lnTo>
                  <a:pt x="101222" y="155965"/>
                </a:lnTo>
                <a:lnTo>
                  <a:pt x="101354" y="160839"/>
                </a:lnTo>
                <a:lnTo>
                  <a:pt x="101458" y="165713"/>
                </a:lnTo>
                <a:lnTo>
                  <a:pt x="101529" y="170587"/>
                </a:lnTo>
                <a:lnTo>
                  <a:pt x="101566" y="175461"/>
                </a:lnTo>
                <a:lnTo>
                  <a:pt x="101571" y="180335"/>
                </a:lnTo>
                <a:lnTo>
                  <a:pt x="101549" y="185209"/>
                </a:lnTo>
                <a:lnTo>
                  <a:pt x="101506" y="190082"/>
                </a:lnTo>
                <a:lnTo>
                  <a:pt x="101451" y="194956"/>
                </a:lnTo>
                <a:lnTo>
                  <a:pt x="101393" y="199830"/>
                </a:lnTo>
                <a:lnTo>
                  <a:pt x="101340" y="204704"/>
                </a:lnTo>
                <a:lnTo>
                  <a:pt x="101302" y="209578"/>
                </a:lnTo>
                <a:lnTo>
                  <a:pt x="101283" y="214452"/>
                </a:lnTo>
                <a:lnTo>
                  <a:pt x="101289" y="219326"/>
                </a:lnTo>
                <a:lnTo>
                  <a:pt x="101322" y="224200"/>
                </a:lnTo>
                <a:lnTo>
                  <a:pt x="101381" y="229074"/>
                </a:lnTo>
                <a:lnTo>
                  <a:pt x="101465" y="233948"/>
                </a:lnTo>
                <a:lnTo>
                  <a:pt x="101566" y="238822"/>
                </a:lnTo>
                <a:lnTo>
                  <a:pt x="101679" y="243695"/>
                </a:lnTo>
                <a:lnTo>
                  <a:pt x="101795" y="248569"/>
                </a:lnTo>
                <a:lnTo>
                  <a:pt x="101904" y="253443"/>
                </a:lnTo>
                <a:lnTo>
                  <a:pt x="101996" y="258317"/>
                </a:lnTo>
                <a:lnTo>
                  <a:pt x="102061" y="263191"/>
                </a:lnTo>
                <a:lnTo>
                  <a:pt x="102093" y="268065"/>
                </a:lnTo>
                <a:lnTo>
                  <a:pt x="102084" y="272939"/>
                </a:lnTo>
                <a:lnTo>
                  <a:pt x="102033" y="277813"/>
                </a:lnTo>
                <a:lnTo>
                  <a:pt x="101939" y="282687"/>
                </a:lnTo>
                <a:lnTo>
                  <a:pt x="101808" y="287561"/>
                </a:lnTo>
                <a:lnTo>
                  <a:pt x="101645" y="292435"/>
                </a:lnTo>
                <a:lnTo>
                  <a:pt x="101461" y="297308"/>
                </a:lnTo>
                <a:lnTo>
                  <a:pt x="101268" y="302182"/>
                </a:lnTo>
                <a:lnTo>
                  <a:pt x="101078" y="307056"/>
                </a:lnTo>
                <a:lnTo>
                  <a:pt x="100903" y="311930"/>
                </a:lnTo>
                <a:lnTo>
                  <a:pt x="100754" y="316804"/>
                </a:lnTo>
                <a:lnTo>
                  <a:pt x="100639" y="321678"/>
                </a:lnTo>
                <a:lnTo>
                  <a:pt x="100565" y="326552"/>
                </a:lnTo>
                <a:lnTo>
                  <a:pt x="100535" y="331426"/>
                </a:lnTo>
                <a:lnTo>
                  <a:pt x="100547" y="336300"/>
                </a:lnTo>
                <a:lnTo>
                  <a:pt x="100600" y="341174"/>
                </a:lnTo>
                <a:lnTo>
                  <a:pt x="100687" y="346048"/>
                </a:lnTo>
                <a:lnTo>
                  <a:pt x="100803" y="350921"/>
                </a:lnTo>
                <a:lnTo>
                  <a:pt x="100940" y="355795"/>
                </a:lnTo>
                <a:lnTo>
                  <a:pt x="101090" y="360669"/>
                </a:lnTo>
                <a:lnTo>
                  <a:pt x="101246" y="365543"/>
                </a:lnTo>
                <a:lnTo>
                  <a:pt x="101401" y="370417"/>
                </a:lnTo>
                <a:lnTo>
                  <a:pt x="101551" y="375291"/>
                </a:lnTo>
                <a:lnTo>
                  <a:pt x="101692" y="380165"/>
                </a:lnTo>
                <a:lnTo>
                  <a:pt x="101824" y="385039"/>
                </a:lnTo>
                <a:lnTo>
                  <a:pt x="101947" y="389913"/>
                </a:lnTo>
                <a:lnTo>
                  <a:pt x="102063" y="394787"/>
                </a:lnTo>
                <a:lnTo>
                  <a:pt x="102174" y="399661"/>
                </a:lnTo>
                <a:lnTo>
                  <a:pt x="102284" y="404534"/>
                </a:lnTo>
                <a:lnTo>
                  <a:pt x="102393" y="409408"/>
                </a:lnTo>
                <a:lnTo>
                  <a:pt x="102505" y="414282"/>
                </a:lnTo>
                <a:lnTo>
                  <a:pt x="102618" y="419156"/>
                </a:lnTo>
                <a:lnTo>
                  <a:pt x="102730" y="424030"/>
                </a:lnTo>
                <a:lnTo>
                  <a:pt x="102837" y="428904"/>
                </a:lnTo>
                <a:lnTo>
                  <a:pt x="102935" y="433778"/>
                </a:lnTo>
                <a:lnTo>
                  <a:pt x="103017" y="438652"/>
                </a:lnTo>
                <a:lnTo>
                  <a:pt x="103079" y="443526"/>
                </a:lnTo>
                <a:lnTo>
                  <a:pt x="103117" y="448400"/>
                </a:lnTo>
                <a:lnTo>
                  <a:pt x="103128" y="453274"/>
                </a:lnTo>
                <a:lnTo>
                  <a:pt x="103113" y="458147"/>
                </a:lnTo>
                <a:lnTo>
                  <a:pt x="103077" y="463021"/>
                </a:lnTo>
                <a:lnTo>
                  <a:pt x="103029" y="467895"/>
                </a:lnTo>
                <a:lnTo>
                  <a:pt x="102985" y="472769"/>
                </a:lnTo>
                <a:lnTo>
                  <a:pt x="102968" y="477643"/>
                </a:lnTo>
                <a:lnTo>
                  <a:pt x="103014" y="482517"/>
                </a:lnTo>
                <a:lnTo>
                  <a:pt x="103169" y="487391"/>
                </a:lnTo>
                <a:lnTo>
                  <a:pt x="103495" y="492265"/>
                </a:lnTo>
                <a:lnTo>
                  <a:pt x="104072" y="497139"/>
                </a:lnTo>
                <a:lnTo>
                  <a:pt x="104995" y="502013"/>
                </a:lnTo>
                <a:lnTo>
                  <a:pt x="106377" y="506887"/>
                </a:lnTo>
                <a:lnTo>
                  <a:pt x="108344" y="511760"/>
                </a:lnTo>
                <a:lnTo>
                  <a:pt x="111022" y="516634"/>
                </a:lnTo>
                <a:lnTo>
                  <a:pt x="114535" y="521508"/>
                </a:lnTo>
                <a:lnTo>
                  <a:pt x="118981" y="526382"/>
                </a:lnTo>
                <a:lnTo>
                  <a:pt x="124420" y="531256"/>
                </a:lnTo>
                <a:lnTo>
                  <a:pt x="130853" y="536130"/>
                </a:lnTo>
                <a:lnTo>
                  <a:pt x="138205" y="541004"/>
                </a:lnTo>
                <a:lnTo>
                  <a:pt x="146315" y="545878"/>
                </a:lnTo>
                <a:lnTo>
                  <a:pt x="154927" y="550752"/>
                </a:lnTo>
                <a:lnTo>
                  <a:pt x="163702" y="555626"/>
                </a:lnTo>
                <a:lnTo>
                  <a:pt x="172228" y="560500"/>
                </a:lnTo>
                <a:lnTo>
                  <a:pt x="180055" y="565373"/>
                </a:lnTo>
                <a:lnTo>
                  <a:pt x="186729" y="570247"/>
                </a:lnTo>
                <a:lnTo>
                  <a:pt x="191837" y="575121"/>
                </a:lnTo>
                <a:lnTo>
                  <a:pt x="195046"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688" name="03_assume_matched_5985">
            <a:extLst>
              <a:ext uri="{FF2B5EF4-FFF2-40B4-BE49-F238E27FC236}">
                <a16:creationId xmlns:a16="http://schemas.microsoft.com/office/drawing/2014/main" id="{5D05BF95-7CF6-46A2-9142-3F21DD95544A}"/>
              </a:ext>
            </a:extLst>
          </p:cNvPr>
          <p:cNvSpPr>
            <a:spLocks noGrp="1"/>
          </p:cNvSpPr>
          <p:nvPr/>
        </p:nvSpPr>
        <p:spPr>
          <a:xfrm>
            <a:off x="2146133" y="2550244"/>
            <a:ext cx="196140" cy="584869"/>
          </a:xfrm>
          <a:custGeom>
            <a:avLst/>
            <a:gdLst/>
            <a:ahLst/>
            <a:cxnLst/>
            <a:rect l="0" t="0" r="0" b="0"/>
            <a:pathLst>
              <a:path w="196140" h="584869">
                <a:moveTo>
                  <a:pt x="196140" y="584869"/>
                </a:moveTo>
                <a:lnTo>
                  <a:pt x="0" y="584869"/>
                </a:lnTo>
                <a:lnTo>
                  <a:pt x="1098" y="579995"/>
                </a:lnTo>
                <a:lnTo>
                  <a:pt x="4318" y="575121"/>
                </a:lnTo>
                <a:lnTo>
                  <a:pt x="9446" y="570247"/>
                </a:lnTo>
                <a:lnTo>
                  <a:pt x="16152" y="565373"/>
                </a:lnTo>
                <a:lnTo>
                  <a:pt x="24024" y="560500"/>
                </a:lnTo>
                <a:lnTo>
                  <a:pt x="32613" y="555626"/>
                </a:lnTo>
                <a:lnTo>
                  <a:pt x="41471" y="550752"/>
                </a:lnTo>
                <a:lnTo>
                  <a:pt x="50190" y="545878"/>
                </a:lnTo>
                <a:lnTo>
                  <a:pt x="58430" y="541004"/>
                </a:lnTo>
                <a:lnTo>
                  <a:pt x="65937" y="536130"/>
                </a:lnTo>
                <a:lnTo>
                  <a:pt x="72545" y="531256"/>
                </a:lnTo>
                <a:lnTo>
                  <a:pt x="78175" y="526382"/>
                </a:lnTo>
                <a:lnTo>
                  <a:pt x="82819" y="521508"/>
                </a:lnTo>
                <a:lnTo>
                  <a:pt x="86527" y="516634"/>
                </a:lnTo>
                <a:lnTo>
                  <a:pt x="89386" y="511760"/>
                </a:lnTo>
                <a:lnTo>
                  <a:pt x="91503" y="506887"/>
                </a:lnTo>
                <a:lnTo>
                  <a:pt x="92994" y="502013"/>
                </a:lnTo>
                <a:lnTo>
                  <a:pt x="93971" y="497139"/>
                </a:lnTo>
                <a:lnTo>
                  <a:pt x="94537" y="492265"/>
                </a:lnTo>
                <a:lnTo>
                  <a:pt x="94782" y="487391"/>
                </a:lnTo>
                <a:lnTo>
                  <a:pt x="94785" y="482517"/>
                </a:lnTo>
                <a:lnTo>
                  <a:pt x="94611" y="477643"/>
                </a:lnTo>
                <a:lnTo>
                  <a:pt x="94316" y="472769"/>
                </a:lnTo>
                <a:lnTo>
                  <a:pt x="93946" y="467895"/>
                </a:lnTo>
                <a:lnTo>
                  <a:pt x="93540" y="463021"/>
                </a:lnTo>
                <a:lnTo>
                  <a:pt x="93131" y="458147"/>
                </a:lnTo>
                <a:lnTo>
                  <a:pt x="92745" y="453274"/>
                </a:lnTo>
                <a:lnTo>
                  <a:pt x="92402" y="448400"/>
                </a:lnTo>
                <a:lnTo>
                  <a:pt x="92116" y="443526"/>
                </a:lnTo>
                <a:lnTo>
                  <a:pt x="91895" y="438652"/>
                </a:lnTo>
                <a:lnTo>
                  <a:pt x="91741" y="433778"/>
                </a:lnTo>
                <a:lnTo>
                  <a:pt x="91654" y="428904"/>
                </a:lnTo>
                <a:lnTo>
                  <a:pt x="91629" y="424030"/>
                </a:lnTo>
                <a:lnTo>
                  <a:pt x="91662" y="419156"/>
                </a:lnTo>
                <a:lnTo>
                  <a:pt x="91746" y="414282"/>
                </a:lnTo>
                <a:lnTo>
                  <a:pt x="91878" y="409408"/>
                </a:lnTo>
                <a:lnTo>
                  <a:pt x="92053" y="404534"/>
                </a:lnTo>
                <a:lnTo>
                  <a:pt x="92271" y="399661"/>
                </a:lnTo>
                <a:lnTo>
                  <a:pt x="92528" y="394787"/>
                </a:lnTo>
                <a:lnTo>
                  <a:pt x="92822" y="389913"/>
                </a:lnTo>
                <a:lnTo>
                  <a:pt x="93149" y="385039"/>
                </a:lnTo>
                <a:lnTo>
                  <a:pt x="93500" y="380165"/>
                </a:lnTo>
                <a:lnTo>
                  <a:pt x="93866" y="375291"/>
                </a:lnTo>
                <a:lnTo>
                  <a:pt x="94231" y="370417"/>
                </a:lnTo>
                <a:lnTo>
                  <a:pt x="94581" y="365543"/>
                </a:lnTo>
                <a:lnTo>
                  <a:pt x="94898" y="360669"/>
                </a:lnTo>
                <a:lnTo>
                  <a:pt x="95163" y="355795"/>
                </a:lnTo>
                <a:lnTo>
                  <a:pt x="95363" y="350921"/>
                </a:lnTo>
                <a:lnTo>
                  <a:pt x="95483" y="346048"/>
                </a:lnTo>
                <a:lnTo>
                  <a:pt x="95517" y="341174"/>
                </a:lnTo>
                <a:lnTo>
                  <a:pt x="95463" y="336300"/>
                </a:lnTo>
                <a:lnTo>
                  <a:pt x="95326" y="331426"/>
                </a:lnTo>
                <a:lnTo>
                  <a:pt x="95114" y="326552"/>
                </a:lnTo>
                <a:lnTo>
                  <a:pt x="94846" y="321678"/>
                </a:lnTo>
                <a:lnTo>
                  <a:pt x="94541" y="316804"/>
                </a:lnTo>
                <a:lnTo>
                  <a:pt x="94223" y="311930"/>
                </a:lnTo>
                <a:lnTo>
                  <a:pt x="93916" y="307056"/>
                </a:lnTo>
                <a:lnTo>
                  <a:pt x="93645" y="302182"/>
                </a:lnTo>
                <a:lnTo>
                  <a:pt x="93432" y="297308"/>
                </a:lnTo>
                <a:lnTo>
                  <a:pt x="93293" y="292435"/>
                </a:lnTo>
                <a:lnTo>
                  <a:pt x="93239" y="287561"/>
                </a:lnTo>
                <a:lnTo>
                  <a:pt x="93276" y="282687"/>
                </a:lnTo>
                <a:lnTo>
                  <a:pt x="93401" y="277813"/>
                </a:lnTo>
                <a:lnTo>
                  <a:pt x="93606" y="272939"/>
                </a:lnTo>
                <a:lnTo>
                  <a:pt x="93876" y="268065"/>
                </a:lnTo>
                <a:lnTo>
                  <a:pt x="94195" y="263191"/>
                </a:lnTo>
                <a:lnTo>
                  <a:pt x="94541" y="258317"/>
                </a:lnTo>
                <a:lnTo>
                  <a:pt x="94893" y="253443"/>
                </a:lnTo>
                <a:lnTo>
                  <a:pt x="95229" y="248569"/>
                </a:lnTo>
                <a:lnTo>
                  <a:pt x="95529" y="243695"/>
                </a:lnTo>
                <a:lnTo>
                  <a:pt x="95776" y="238822"/>
                </a:lnTo>
                <a:lnTo>
                  <a:pt x="95958" y="233948"/>
                </a:lnTo>
                <a:lnTo>
                  <a:pt x="96064" y="229074"/>
                </a:lnTo>
                <a:lnTo>
                  <a:pt x="96090" y="224200"/>
                </a:lnTo>
                <a:lnTo>
                  <a:pt x="96037" y="219326"/>
                </a:lnTo>
                <a:lnTo>
                  <a:pt x="95909" y="214452"/>
                </a:lnTo>
                <a:lnTo>
                  <a:pt x="95715" y="209578"/>
                </a:lnTo>
                <a:lnTo>
                  <a:pt x="95471" y="204704"/>
                </a:lnTo>
                <a:lnTo>
                  <a:pt x="95193" y="199830"/>
                </a:lnTo>
                <a:lnTo>
                  <a:pt x="94900" y="194956"/>
                </a:lnTo>
                <a:lnTo>
                  <a:pt x="94612" y="190082"/>
                </a:lnTo>
                <a:lnTo>
                  <a:pt x="94347" y="185209"/>
                </a:lnTo>
                <a:lnTo>
                  <a:pt x="94122" y="180335"/>
                </a:lnTo>
                <a:lnTo>
                  <a:pt x="93949" y="175461"/>
                </a:lnTo>
                <a:lnTo>
                  <a:pt x="93833" y="170587"/>
                </a:lnTo>
                <a:lnTo>
                  <a:pt x="93777" y="165713"/>
                </a:lnTo>
                <a:lnTo>
                  <a:pt x="93778" y="160839"/>
                </a:lnTo>
                <a:lnTo>
                  <a:pt x="93827" y="155965"/>
                </a:lnTo>
                <a:lnTo>
                  <a:pt x="93913" y="151091"/>
                </a:lnTo>
                <a:lnTo>
                  <a:pt x="94026" y="146217"/>
                </a:lnTo>
                <a:lnTo>
                  <a:pt x="94153" y="141343"/>
                </a:lnTo>
                <a:lnTo>
                  <a:pt x="94284" y="136469"/>
                </a:lnTo>
                <a:lnTo>
                  <a:pt x="94412" y="131596"/>
                </a:lnTo>
                <a:lnTo>
                  <a:pt x="94534" y="126722"/>
                </a:lnTo>
                <a:lnTo>
                  <a:pt x="94646" y="121848"/>
                </a:lnTo>
                <a:lnTo>
                  <a:pt x="94745" y="116974"/>
                </a:lnTo>
                <a:lnTo>
                  <a:pt x="94830" y="112100"/>
                </a:lnTo>
                <a:lnTo>
                  <a:pt x="94892" y="107226"/>
                </a:lnTo>
                <a:lnTo>
                  <a:pt x="94919" y="102352"/>
                </a:lnTo>
                <a:lnTo>
                  <a:pt x="94889" y="97478"/>
                </a:lnTo>
                <a:lnTo>
                  <a:pt x="94768" y="92604"/>
                </a:lnTo>
                <a:lnTo>
                  <a:pt x="94514" y="87730"/>
                </a:lnTo>
                <a:lnTo>
                  <a:pt x="94069" y="82856"/>
                </a:lnTo>
                <a:lnTo>
                  <a:pt x="93366" y="77983"/>
                </a:lnTo>
                <a:lnTo>
                  <a:pt x="92329" y="73109"/>
                </a:lnTo>
                <a:lnTo>
                  <a:pt x="90880" y="68235"/>
                </a:lnTo>
                <a:lnTo>
                  <a:pt x="88942" y="63361"/>
                </a:lnTo>
                <a:lnTo>
                  <a:pt x="86455" y="58487"/>
                </a:lnTo>
                <a:lnTo>
                  <a:pt x="83379" y="53613"/>
                </a:lnTo>
                <a:lnTo>
                  <a:pt x="79713" y="48739"/>
                </a:lnTo>
                <a:lnTo>
                  <a:pt x="75498" y="43865"/>
                </a:lnTo>
                <a:lnTo>
                  <a:pt x="70827" y="38991"/>
                </a:lnTo>
                <a:lnTo>
                  <a:pt x="65850" y="34117"/>
                </a:lnTo>
                <a:lnTo>
                  <a:pt x="60766" y="29243"/>
                </a:lnTo>
                <a:lnTo>
                  <a:pt x="55816" y="24370"/>
                </a:lnTo>
                <a:lnTo>
                  <a:pt x="51266" y="19496"/>
                </a:lnTo>
                <a:lnTo>
                  <a:pt x="47382" y="14622"/>
                </a:lnTo>
                <a:lnTo>
                  <a:pt x="44407" y="9748"/>
                </a:lnTo>
                <a:lnTo>
                  <a:pt x="42537" y="4874"/>
                </a:lnTo>
                <a:lnTo>
                  <a:pt x="41900" y="0"/>
                </a:lnTo>
                <a:lnTo>
                  <a:pt x="154241" y="0"/>
                </a:lnTo>
                <a:lnTo>
                  <a:pt x="154241" y="0"/>
                </a:lnTo>
                <a:lnTo>
                  <a:pt x="153603" y="4874"/>
                </a:lnTo>
                <a:lnTo>
                  <a:pt x="151733" y="9748"/>
                </a:lnTo>
                <a:lnTo>
                  <a:pt x="148759" y="14622"/>
                </a:lnTo>
                <a:lnTo>
                  <a:pt x="144875" y="19496"/>
                </a:lnTo>
                <a:lnTo>
                  <a:pt x="140324" y="24370"/>
                </a:lnTo>
                <a:lnTo>
                  <a:pt x="135375" y="29243"/>
                </a:lnTo>
                <a:lnTo>
                  <a:pt x="130291" y="34117"/>
                </a:lnTo>
                <a:lnTo>
                  <a:pt x="125313" y="38991"/>
                </a:lnTo>
                <a:lnTo>
                  <a:pt x="120643" y="43865"/>
                </a:lnTo>
                <a:lnTo>
                  <a:pt x="116427" y="48739"/>
                </a:lnTo>
                <a:lnTo>
                  <a:pt x="112761" y="53613"/>
                </a:lnTo>
                <a:lnTo>
                  <a:pt x="109686" y="58487"/>
                </a:lnTo>
                <a:lnTo>
                  <a:pt x="107198" y="63361"/>
                </a:lnTo>
                <a:lnTo>
                  <a:pt x="105261" y="68235"/>
                </a:lnTo>
                <a:lnTo>
                  <a:pt x="103811" y="73109"/>
                </a:lnTo>
                <a:lnTo>
                  <a:pt x="102774" y="77983"/>
                </a:lnTo>
                <a:lnTo>
                  <a:pt x="102071" y="82856"/>
                </a:lnTo>
                <a:lnTo>
                  <a:pt x="101626" y="87730"/>
                </a:lnTo>
                <a:lnTo>
                  <a:pt x="101372" y="92604"/>
                </a:lnTo>
                <a:lnTo>
                  <a:pt x="101252" y="97478"/>
                </a:lnTo>
                <a:lnTo>
                  <a:pt x="101221" y="102352"/>
                </a:lnTo>
                <a:lnTo>
                  <a:pt x="101248" y="107226"/>
                </a:lnTo>
                <a:lnTo>
                  <a:pt x="101310" y="112100"/>
                </a:lnTo>
                <a:lnTo>
                  <a:pt x="101395" y="116974"/>
                </a:lnTo>
                <a:lnTo>
                  <a:pt x="101495" y="121848"/>
                </a:lnTo>
                <a:lnTo>
                  <a:pt x="101606" y="126722"/>
                </a:lnTo>
                <a:lnTo>
                  <a:pt x="101728" y="131596"/>
                </a:lnTo>
                <a:lnTo>
                  <a:pt x="101857" y="136469"/>
                </a:lnTo>
                <a:lnTo>
                  <a:pt x="101988" y="141343"/>
                </a:lnTo>
                <a:lnTo>
                  <a:pt x="102115" y="146217"/>
                </a:lnTo>
                <a:lnTo>
                  <a:pt x="102227" y="151091"/>
                </a:lnTo>
                <a:lnTo>
                  <a:pt x="102313" y="155965"/>
                </a:lnTo>
                <a:lnTo>
                  <a:pt x="102362" y="160839"/>
                </a:lnTo>
                <a:lnTo>
                  <a:pt x="102363" y="165713"/>
                </a:lnTo>
                <a:lnTo>
                  <a:pt x="102307" y="170587"/>
                </a:lnTo>
                <a:lnTo>
                  <a:pt x="102192" y="175461"/>
                </a:lnTo>
                <a:lnTo>
                  <a:pt x="102018" y="180335"/>
                </a:lnTo>
                <a:lnTo>
                  <a:pt x="101793" y="185209"/>
                </a:lnTo>
                <a:lnTo>
                  <a:pt x="101528" y="190082"/>
                </a:lnTo>
                <a:lnTo>
                  <a:pt x="101240" y="194956"/>
                </a:lnTo>
                <a:lnTo>
                  <a:pt x="100947" y="199830"/>
                </a:lnTo>
                <a:lnTo>
                  <a:pt x="100669" y="204704"/>
                </a:lnTo>
                <a:lnTo>
                  <a:pt x="100425" y="209578"/>
                </a:lnTo>
                <a:lnTo>
                  <a:pt x="100232" y="214452"/>
                </a:lnTo>
                <a:lnTo>
                  <a:pt x="100104" y="219326"/>
                </a:lnTo>
                <a:lnTo>
                  <a:pt x="100050" y="224200"/>
                </a:lnTo>
                <a:lnTo>
                  <a:pt x="100076" y="229074"/>
                </a:lnTo>
                <a:lnTo>
                  <a:pt x="100182" y="233948"/>
                </a:lnTo>
                <a:lnTo>
                  <a:pt x="100364" y="238822"/>
                </a:lnTo>
                <a:lnTo>
                  <a:pt x="100611" y="243695"/>
                </a:lnTo>
                <a:lnTo>
                  <a:pt x="100912" y="248569"/>
                </a:lnTo>
                <a:lnTo>
                  <a:pt x="101247" y="253443"/>
                </a:lnTo>
                <a:lnTo>
                  <a:pt x="101599" y="258317"/>
                </a:lnTo>
                <a:lnTo>
                  <a:pt x="101945" y="263191"/>
                </a:lnTo>
                <a:lnTo>
                  <a:pt x="102264" y="268065"/>
                </a:lnTo>
                <a:lnTo>
                  <a:pt x="102535" y="272939"/>
                </a:lnTo>
                <a:lnTo>
                  <a:pt x="102739" y="277813"/>
                </a:lnTo>
                <a:lnTo>
                  <a:pt x="102864" y="282687"/>
                </a:lnTo>
                <a:lnTo>
                  <a:pt x="102901" y="287561"/>
                </a:lnTo>
                <a:lnTo>
                  <a:pt x="102847" y="292435"/>
                </a:lnTo>
                <a:lnTo>
                  <a:pt x="102708" y="297308"/>
                </a:lnTo>
                <a:lnTo>
                  <a:pt x="102495" y="302182"/>
                </a:lnTo>
                <a:lnTo>
                  <a:pt x="102224" y="307056"/>
                </a:lnTo>
                <a:lnTo>
                  <a:pt x="101918" y="311930"/>
                </a:lnTo>
                <a:lnTo>
                  <a:pt x="101600" y="316804"/>
                </a:lnTo>
                <a:lnTo>
                  <a:pt x="101294" y="321678"/>
                </a:lnTo>
                <a:lnTo>
                  <a:pt x="101026" y="326552"/>
                </a:lnTo>
                <a:lnTo>
                  <a:pt x="100815" y="331426"/>
                </a:lnTo>
                <a:lnTo>
                  <a:pt x="100677" y="336300"/>
                </a:lnTo>
                <a:lnTo>
                  <a:pt x="100623" y="341174"/>
                </a:lnTo>
                <a:lnTo>
                  <a:pt x="100657" y="346048"/>
                </a:lnTo>
                <a:lnTo>
                  <a:pt x="100778" y="350921"/>
                </a:lnTo>
                <a:lnTo>
                  <a:pt x="100977" y="355795"/>
                </a:lnTo>
                <a:lnTo>
                  <a:pt x="101243" y="360669"/>
                </a:lnTo>
                <a:lnTo>
                  <a:pt x="101559" y="365543"/>
                </a:lnTo>
                <a:lnTo>
                  <a:pt x="101909" y="370417"/>
                </a:lnTo>
                <a:lnTo>
                  <a:pt x="102275" y="375291"/>
                </a:lnTo>
                <a:lnTo>
                  <a:pt x="102640" y="380165"/>
                </a:lnTo>
                <a:lnTo>
                  <a:pt x="102992" y="385039"/>
                </a:lnTo>
                <a:lnTo>
                  <a:pt x="103318" y="389913"/>
                </a:lnTo>
                <a:lnTo>
                  <a:pt x="103612" y="394787"/>
                </a:lnTo>
                <a:lnTo>
                  <a:pt x="103870" y="399661"/>
                </a:lnTo>
                <a:lnTo>
                  <a:pt x="104087" y="404534"/>
                </a:lnTo>
                <a:lnTo>
                  <a:pt x="104263" y="409408"/>
                </a:lnTo>
                <a:lnTo>
                  <a:pt x="104394" y="414282"/>
                </a:lnTo>
                <a:lnTo>
                  <a:pt x="104479" y="419156"/>
                </a:lnTo>
                <a:lnTo>
                  <a:pt x="104511" y="424030"/>
                </a:lnTo>
                <a:lnTo>
                  <a:pt x="104486" y="428904"/>
                </a:lnTo>
                <a:lnTo>
                  <a:pt x="104399" y="433778"/>
                </a:lnTo>
                <a:lnTo>
                  <a:pt x="104246" y="438652"/>
                </a:lnTo>
                <a:lnTo>
                  <a:pt x="104024" y="443526"/>
                </a:lnTo>
                <a:lnTo>
                  <a:pt x="103738" y="448400"/>
                </a:lnTo>
                <a:lnTo>
                  <a:pt x="103395" y="453274"/>
                </a:lnTo>
                <a:lnTo>
                  <a:pt x="103009" y="458147"/>
                </a:lnTo>
                <a:lnTo>
                  <a:pt x="102600" y="463021"/>
                </a:lnTo>
                <a:lnTo>
                  <a:pt x="102194" y="467895"/>
                </a:lnTo>
                <a:lnTo>
                  <a:pt x="101824" y="472769"/>
                </a:lnTo>
                <a:lnTo>
                  <a:pt x="101529" y="477643"/>
                </a:lnTo>
                <a:lnTo>
                  <a:pt x="101355" y="482517"/>
                </a:lnTo>
                <a:lnTo>
                  <a:pt x="101358" y="487391"/>
                </a:lnTo>
                <a:lnTo>
                  <a:pt x="101603" y="492265"/>
                </a:lnTo>
                <a:lnTo>
                  <a:pt x="102169" y="497139"/>
                </a:lnTo>
                <a:lnTo>
                  <a:pt x="103146" y="502013"/>
                </a:lnTo>
                <a:lnTo>
                  <a:pt x="104637" y="506887"/>
                </a:lnTo>
                <a:lnTo>
                  <a:pt x="106755" y="511760"/>
                </a:lnTo>
                <a:lnTo>
                  <a:pt x="109613" y="516634"/>
                </a:lnTo>
                <a:lnTo>
                  <a:pt x="113321" y="521508"/>
                </a:lnTo>
                <a:lnTo>
                  <a:pt x="117966" y="526382"/>
                </a:lnTo>
                <a:lnTo>
                  <a:pt x="123596" y="531256"/>
                </a:lnTo>
                <a:lnTo>
                  <a:pt x="130203" y="536130"/>
                </a:lnTo>
                <a:lnTo>
                  <a:pt x="137710" y="541004"/>
                </a:lnTo>
                <a:lnTo>
                  <a:pt x="145950" y="545878"/>
                </a:lnTo>
                <a:lnTo>
                  <a:pt x="154669" y="550752"/>
                </a:lnTo>
                <a:lnTo>
                  <a:pt x="163527" y="555626"/>
                </a:lnTo>
                <a:lnTo>
                  <a:pt x="172116" y="560500"/>
                </a:lnTo>
                <a:lnTo>
                  <a:pt x="179989" y="565373"/>
                </a:lnTo>
                <a:lnTo>
                  <a:pt x="186695" y="570247"/>
                </a:lnTo>
                <a:lnTo>
                  <a:pt x="191823" y="575121"/>
                </a:lnTo>
                <a:lnTo>
                  <a:pt x="195042"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689" name="03_assume_matched_5986">
            <a:extLst>
              <a:ext uri="{FF2B5EF4-FFF2-40B4-BE49-F238E27FC236}">
                <a16:creationId xmlns:a16="http://schemas.microsoft.com/office/drawing/2014/main" id="{2BEB6CF9-76CF-41AC-ADB1-2EDFF4626E18}"/>
              </a:ext>
            </a:extLst>
          </p:cNvPr>
          <p:cNvSpPr>
            <a:spLocks noGrp="1"/>
          </p:cNvSpPr>
          <p:nvPr/>
        </p:nvSpPr>
        <p:spPr>
          <a:xfrm>
            <a:off x="2900519" y="2550244"/>
            <a:ext cx="196140" cy="584869"/>
          </a:xfrm>
          <a:custGeom>
            <a:avLst/>
            <a:gdLst/>
            <a:ahLst/>
            <a:cxnLst/>
            <a:rect l="0" t="0" r="0" b="0"/>
            <a:pathLst>
              <a:path w="196140" h="584869">
                <a:moveTo>
                  <a:pt x="196140" y="584869"/>
                </a:moveTo>
                <a:lnTo>
                  <a:pt x="0" y="584869"/>
                </a:lnTo>
                <a:lnTo>
                  <a:pt x="1097" y="579995"/>
                </a:lnTo>
                <a:lnTo>
                  <a:pt x="4316" y="575121"/>
                </a:lnTo>
                <a:lnTo>
                  <a:pt x="9441" y="570247"/>
                </a:lnTo>
                <a:lnTo>
                  <a:pt x="16144" y="565373"/>
                </a:lnTo>
                <a:lnTo>
                  <a:pt x="24013" y="560500"/>
                </a:lnTo>
                <a:lnTo>
                  <a:pt x="32598" y="555626"/>
                </a:lnTo>
                <a:lnTo>
                  <a:pt x="41452" y="550752"/>
                </a:lnTo>
                <a:lnTo>
                  <a:pt x="50168" y="545878"/>
                </a:lnTo>
                <a:lnTo>
                  <a:pt x="58405" y="541004"/>
                </a:lnTo>
                <a:lnTo>
                  <a:pt x="65910" y="536130"/>
                </a:lnTo>
                <a:lnTo>
                  <a:pt x="72516" y="531256"/>
                </a:lnTo>
                <a:lnTo>
                  <a:pt x="78145" y="526382"/>
                </a:lnTo>
                <a:lnTo>
                  <a:pt x="82788" y="521508"/>
                </a:lnTo>
                <a:lnTo>
                  <a:pt x="86495" y="516634"/>
                </a:lnTo>
                <a:lnTo>
                  <a:pt x="89352" y="511760"/>
                </a:lnTo>
                <a:lnTo>
                  <a:pt x="91466" y="506887"/>
                </a:lnTo>
                <a:lnTo>
                  <a:pt x="92953" y="502013"/>
                </a:lnTo>
                <a:lnTo>
                  <a:pt x="93925" y="497139"/>
                </a:lnTo>
                <a:lnTo>
                  <a:pt x="94484" y="492265"/>
                </a:lnTo>
                <a:lnTo>
                  <a:pt x="94721" y="487391"/>
                </a:lnTo>
                <a:lnTo>
                  <a:pt x="94714" y="482517"/>
                </a:lnTo>
                <a:lnTo>
                  <a:pt x="94529" y="477643"/>
                </a:lnTo>
                <a:lnTo>
                  <a:pt x="94222" y="472769"/>
                </a:lnTo>
                <a:lnTo>
                  <a:pt x="93839" y="467895"/>
                </a:lnTo>
                <a:lnTo>
                  <a:pt x="93421" y="463021"/>
                </a:lnTo>
                <a:lnTo>
                  <a:pt x="93000" y="458147"/>
                </a:lnTo>
                <a:lnTo>
                  <a:pt x="92604" y="453274"/>
                </a:lnTo>
                <a:lnTo>
                  <a:pt x="92251" y="448400"/>
                </a:lnTo>
                <a:lnTo>
                  <a:pt x="91957" y="443526"/>
                </a:lnTo>
                <a:lnTo>
                  <a:pt x="91730" y="438652"/>
                </a:lnTo>
                <a:lnTo>
                  <a:pt x="91572" y="433778"/>
                </a:lnTo>
                <a:lnTo>
                  <a:pt x="91483" y="428904"/>
                </a:lnTo>
                <a:lnTo>
                  <a:pt x="91457" y="424030"/>
                </a:lnTo>
                <a:lnTo>
                  <a:pt x="91491" y="419156"/>
                </a:lnTo>
                <a:lnTo>
                  <a:pt x="91578" y="414282"/>
                </a:lnTo>
                <a:lnTo>
                  <a:pt x="91714" y="409408"/>
                </a:lnTo>
                <a:lnTo>
                  <a:pt x="91896" y="404534"/>
                </a:lnTo>
                <a:lnTo>
                  <a:pt x="92121" y="399661"/>
                </a:lnTo>
                <a:lnTo>
                  <a:pt x="92388" y="394787"/>
                </a:lnTo>
                <a:lnTo>
                  <a:pt x="92695" y="389913"/>
                </a:lnTo>
                <a:lnTo>
                  <a:pt x="93038" y="385039"/>
                </a:lnTo>
                <a:lnTo>
                  <a:pt x="93410" y="380165"/>
                </a:lnTo>
                <a:lnTo>
                  <a:pt x="93801" y="375291"/>
                </a:lnTo>
                <a:lnTo>
                  <a:pt x="94198" y="370417"/>
                </a:lnTo>
                <a:lnTo>
                  <a:pt x="94587" y="365543"/>
                </a:lnTo>
                <a:lnTo>
                  <a:pt x="94951" y="360669"/>
                </a:lnTo>
                <a:lnTo>
                  <a:pt x="95274" y="355795"/>
                </a:lnTo>
                <a:lnTo>
                  <a:pt x="95541" y="350921"/>
                </a:lnTo>
                <a:lnTo>
                  <a:pt x="95741" y="346048"/>
                </a:lnTo>
                <a:lnTo>
                  <a:pt x="95865" y="341174"/>
                </a:lnTo>
                <a:lnTo>
                  <a:pt x="95911" y="336300"/>
                </a:lnTo>
                <a:lnTo>
                  <a:pt x="95881" y="331426"/>
                </a:lnTo>
                <a:lnTo>
                  <a:pt x="95782" y="326552"/>
                </a:lnTo>
                <a:lnTo>
                  <a:pt x="95627" y="321678"/>
                </a:lnTo>
                <a:lnTo>
                  <a:pt x="95430" y="316804"/>
                </a:lnTo>
                <a:lnTo>
                  <a:pt x="95210" y="311930"/>
                </a:lnTo>
                <a:lnTo>
                  <a:pt x="94987" y="307056"/>
                </a:lnTo>
                <a:lnTo>
                  <a:pt x="94779" y="302182"/>
                </a:lnTo>
                <a:lnTo>
                  <a:pt x="94604" y="297308"/>
                </a:lnTo>
                <a:lnTo>
                  <a:pt x="94477" y="292435"/>
                </a:lnTo>
                <a:lnTo>
                  <a:pt x="94408" y="287561"/>
                </a:lnTo>
                <a:lnTo>
                  <a:pt x="94403" y="282687"/>
                </a:lnTo>
                <a:lnTo>
                  <a:pt x="94464" y="277813"/>
                </a:lnTo>
                <a:lnTo>
                  <a:pt x="94586" y="272939"/>
                </a:lnTo>
                <a:lnTo>
                  <a:pt x="94762" y="268065"/>
                </a:lnTo>
                <a:lnTo>
                  <a:pt x="94981" y="263191"/>
                </a:lnTo>
                <a:lnTo>
                  <a:pt x="95227" y="258317"/>
                </a:lnTo>
                <a:lnTo>
                  <a:pt x="95486" y="253443"/>
                </a:lnTo>
                <a:lnTo>
                  <a:pt x="95740" y="248569"/>
                </a:lnTo>
                <a:lnTo>
                  <a:pt x="95974" y="243695"/>
                </a:lnTo>
                <a:lnTo>
                  <a:pt x="96174" y="238822"/>
                </a:lnTo>
                <a:lnTo>
                  <a:pt x="96326" y="233948"/>
                </a:lnTo>
                <a:lnTo>
                  <a:pt x="96421" y="229074"/>
                </a:lnTo>
                <a:lnTo>
                  <a:pt x="96451" y="224200"/>
                </a:lnTo>
                <a:lnTo>
                  <a:pt x="96414" y="219326"/>
                </a:lnTo>
                <a:lnTo>
                  <a:pt x="96307" y="214452"/>
                </a:lnTo>
                <a:lnTo>
                  <a:pt x="96135" y="209578"/>
                </a:lnTo>
                <a:lnTo>
                  <a:pt x="95902" y="204704"/>
                </a:lnTo>
                <a:lnTo>
                  <a:pt x="95618" y="199830"/>
                </a:lnTo>
                <a:lnTo>
                  <a:pt x="95294" y="194956"/>
                </a:lnTo>
                <a:lnTo>
                  <a:pt x="94941" y="190082"/>
                </a:lnTo>
                <a:lnTo>
                  <a:pt x="94574" y="185209"/>
                </a:lnTo>
                <a:lnTo>
                  <a:pt x="94205" y="180335"/>
                </a:lnTo>
                <a:lnTo>
                  <a:pt x="93847" y="175461"/>
                </a:lnTo>
                <a:lnTo>
                  <a:pt x="93512" y="170587"/>
                </a:lnTo>
                <a:lnTo>
                  <a:pt x="93208" y="165713"/>
                </a:lnTo>
                <a:lnTo>
                  <a:pt x="92944" y="160839"/>
                </a:lnTo>
                <a:lnTo>
                  <a:pt x="92726" y="155965"/>
                </a:lnTo>
                <a:lnTo>
                  <a:pt x="92558" y="151091"/>
                </a:lnTo>
                <a:lnTo>
                  <a:pt x="92441" y="146217"/>
                </a:lnTo>
                <a:lnTo>
                  <a:pt x="92379" y="141343"/>
                </a:lnTo>
                <a:lnTo>
                  <a:pt x="92372" y="136469"/>
                </a:lnTo>
                <a:lnTo>
                  <a:pt x="92418" y="131596"/>
                </a:lnTo>
                <a:lnTo>
                  <a:pt x="92515" y="126722"/>
                </a:lnTo>
                <a:lnTo>
                  <a:pt x="92659" y="121848"/>
                </a:lnTo>
                <a:lnTo>
                  <a:pt x="92840" y="116974"/>
                </a:lnTo>
                <a:lnTo>
                  <a:pt x="93048" y="112100"/>
                </a:lnTo>
                <a:lnTo>
                  <a:pt x="93262" y="107226"/>
                </a:lnTo>
                <a:lnTo>
                  <a:pt x="93458" y="102352"/>
                </a:lnTo>
                <a:lnTo>
                  <a:pt x="93600" y="97478"/>
                </a:lnTo>
                <a:lnTo>
                  <a:pt x="93644" y="92604"/>
                </a:lnTo>
                <a:lnTo>
                  <a:pt x="93535" y="87730"/>
                </a:lnTo>
                <a:lnTo>
                  <a:pt x="93205" y="82856"/>
                </a:lnTo>
                <a:lnTo>
                  <a:pt x="92580" y="77983"/>
                </a:lnTo>
                <a:lnTo>
                  <a:pt x="91576" y="73109"/>
                </a:lnTo>
                <a:lnTo>
                  <a:pt x="90108" y="68235"/>
                </a:lnTo>
                <a:lnTo>
                  <a:pt x="88098" y="63361"/>
                </a:lnTo>
                <a:lnTo>
                  <a:pt x="85482" y="58487"/>
                </a:lnTo>
                <a:lnTo>
                  <a:pt x="82220" y="53613"/>
                </a:lnTo>
                <a:lnTo>
                  <a:pt x="78313" y="48739"/>
                </a:lnTo>
                <a:lnTo>
                  <a:pt x="73808" y="43865"/>
                </a:lnTo>
                <a:lnTo>
                  <a:pt x="68808" y="38991"/>
                </a:lnTo>
                <a:lnTo>
                  <a:pt x="63474" y="34117"/>
                </a:lnTo>
                <a:lnTo>
                  <a:pt x="58022" y="29243"/>
                </a:lnTo>
                <a:lnTo>
                  <a:pt x="52712" y="24370"/>
                </a:lnTo>
                <a:lnTo>
                  <a:pt x="47830" y="19496"/>
                </a:lnTo>
                <a:lnTo>
                  <a:pt x="43661" y="14622"/>
                </a:lnTo>
                <a:lnTo>
                  <a:pt x="40469" y="9748"/>
                </a:lnTo>
                <a:lnTo>
                  <a:pt x="38462" y="4874"/>
                </a:lnTo>
                <a:lnTo>
                  <a:pt x="37778" y="0"/>
                </a:lnTo>
                <a:lnTo>
                  <a:pt x="158362" y="0"/>
                </a:lnTo>
                <a:lnTo>
                  <a:pt x="158362" y="0"/>
                </a:lnTo>
                <a:lnTo>
                  <a:pt x="157678" y="4874"/>
                </a:lnTo>
                <a:lnTo>
                  <a:pt x="155671" y="9748"/>
                </a:lnTo>
                <a:lnTo>
                  <a:pt x="152479" y="14622"/>
                </a:lnTo>
                <a:lnTo>
                  <a:pt x="148311" y="19496"/>
                </a:lnTo>
                <a:lnTo>
                  <a:pt x="143428" y="24370"/>
                </a:lnTo>
                <a:lnTo>
                  <a:pt x="138119" y="29243"/>
                </a:lnTo>
                <a:lnTo>
                  <a:pt x="132667" y="34117"/>
                </a:lnTo>
                <a:lnTo>
                  <a:pt x="127333" y="38991"/>
                </a:lnTo>
                <a:lnTo>
                  <a:pt x="122332" y="43865"/>
                </a:lnTo>
                <a:lnTo>
                  <a:pt x="117827" y="48739"/>
                </a:lnTo>
                <a:lnTo>
                  <a:pt x="113920" y="53613"/>
                </a:lnTo>
                <a:lnTo>
                  <a:pt x="110659" y="58487"/>
                </a:lnTo>
                <a:lnTo>
                  <a:pt x="108042" y="63361"/>
                </a:lnTo>
                <a:lnTo>
                  <a:pt x="106032" y="68235"/>
                </a:lnTo>
                <a:lnTo>
                  <a:pt x="104564" y="73109"/>
                </a:lnTo>
                <a:lnTo>
                  <a:pt x="103560" y="77983"/>
                </a:lnTo>
                <a:lnTo>
                  <a:pt x="102935" y="82856"/>
                </a:lnTo>
                <a:lnTo>
                  <a:pt x="102606" y="87730"/>
                </a:lnTo>
                <a:lnTo>
                  <a:pt x="102496" y="92604"/>
                </a:lnTo>
                <a:lnTo>
                  <a:pt x="102541" y="97478"/>
                </a:lnTo>
                <a:lnTo>
                  <a:pt x="102683" y="102352"/>
                </a:lnTo>
                <a:lnTo>
                  <a:pt x="102878" y="107226"/>
                </a:lnTo>
                <a:lnTo>
                  <a:pt x="103093" y="112100"/>
                </a:lnTo>
                <a:lnTo>
                  <a:pt x="103300" y="116974"/>
                </a:lnTo>
                <a:lnTo>
                  <a:pt x="103482" y="121848"/>
                </a:lnTo>
                <a:lnTo>
                  <a:pt x="103625" y="126722"/>
                </a:lnTo>
                <a:lnTo>
                  <a:pt x="103722" y="131596"/>
                </a:lnTo>
                <a:lnTo>
                  <a:pt x="103768" y="136469"/>
                </a:lnTo>
                <a:lnTo>
                  <a:pt x="103761" y="141343"/>
                </a:lnTo>
                <a:lnTo>
                  <a:pt x="103699" y="146217"/>
                </a:lnTo>
                <a:lnTo>
                  <a:pt x="103583" y="151091"/>
                </a:lnTo>
                <a:lnTo>
                  <a:pt x="103414" y="155965"/>
                </a:lnTo>
                <a:lnTo>
                  <a:pt x="103196" y="160839"/>
                </a:lnTo>
                <a:lnTo>
                  <a:pt x="102932" y="165713"/>
                </a:lnTo>
                <a:lnTo>
                  <a:pt x="102628" y="170587"/>
                </a:lnTo>
                <a:lnTo>
                  <a:pt x="102293" y="175461"/>
                </a:lnTo>
                <a:lnTo>
                  <a:pt x="101935" y="180335"/>
                </a:lnTo>
                <a:lnTo>
                  <a:pt x="101566" y="185209"/>
                </a:lnTo>
                <a:lnTo>
                  <a:pt x="101199" y="190082"/>
                </a:lnTo>
                <a:lnTo>
                  <a:pt x="100846" y="194956"/>
                </a:lnTo>
                <a:lnTo>
                  <a:pt x="100522" y="199830"/>
                </a:lnTo>
                <a:lnTo>
                  <a:pt x="100238" y="204704"/>
                </a:lnTo>
                <a:lnTo>
                  <a:pt x="100006" y="209578"/>
                </a:lnTo>
                <a:lnTo>
                  <a:pt x="99833" y="214452"/>
                </a:lnTo>
                <a:lnTo>
                  <a:pt x="99727" y="219326"/>
                </a:lnTo>
                <a:lnTo>
                  <a:pt x="99689" y="224200"/>
                </a:lnTo>
                <a:lnTo>
                  <a:pt x="99720" y="229074"/>
                </a:lnTo>
                <a:lnTo>
                  <a:pt x="99814" y="233948"/>
                </a:lnTo>
                <a:lnTo>
                  <a:pt x="99967" y="238822"/>
                </a:lnTo>
                <a:lnTo>
                  <a:pt x="100166" y="243695"/>
                </a:lnTo>
                <a:lnTo>
                  <a:pt x="100400" y="248569"/>
                </a:lnTo>
                <a:lnTo>
                  <a:pt x="100655" y="253443"/>
                </a:lnTo>
                <a:lnTo>
                  <a:pt x="100913" y="258317"/>
                </a:lnTo>
                <a:lnTo>
                  <a:pt x="101160" y="263191"/>
                </a:lnTo>
                <a:lnTo>
                  <a:pt x="101378" y="268065"/>
                </a:lnTo>
                <a:lnTo>
                  <a:pt x="101554" y="272939"/>
                </a:lnTo>
                <a:lnTo>
                  <a:pt x="101677" y="277813"/>
                </a:lnTo>
                <a:lnTo>
                  <a:pt x="101738" y="282687"/>
                </a:lnTo>
                <a:lnTo>
                  <a:pt x="101733" y="287561"/>
                </a:lnTo>
                <a:lnTo>
                  <a:pt x="101664" y="292435"/>
                </a:lnTo>
                <a:lnTo>
                  <a:pt x="101536" y="297308"/>
                </a:lnTo>
                <a:lnTo>
                  <a:pt x="101362" y="302182"/>
                </a:lnTo>
                <a:lnTo>
                  <a:pt x="101154" y="307056"/>
                </a:lnTo>
                <a:lnTo>
                  <a:pt x="100930" y="311930"/>
                </a:lnTo>
                <a:lnTo>
                  <a:pt x="100711" y="316804"/>
                </a:lnTo>
                <a:lnTo>
                  <a:pt x="100514" y="321678"/>
                </a:lnTo>
                <a:lnTo>
                  <a:pt x="100358" y="326552"/>
                </a:lnTo>
                <a:lnTo>
                  <a:pt x="100260" y="331426"/>
                </a:lnTo>
                <a:lnTo>
                  <a:pt x="100230" y="336300"/>
                </a:lnTo>
                <a:lnTo>
                  <a:pt x="100276" y="341174"/>
                </a:lnTo>
                <a:lnTo>
                  <a:pt x="100400" y="346048"/>
                </a:lnTo>
                <a:lnTo>
                  <a:pt x="100599" y="350921"/>
                </a:lnTo>
                <a:lnTo>
                  <a:pt x="100866" y="355795"/>
                </a:lnTo>
                <a:lnTo>
                  <a:pt x="101189" y="360669"/>
                </a:lnTo>
                <a:lnTo>
                  <a:pt x="101553" y="365543"/>
                </a:lnTo>
                <a:lnTo>
                  <a:pt x="101942" y="370417"/>
                </a:lnTo>
                <a:lnTo>
                  <a:pt x="102340" y="375291"/>
                </a:lnTo>
                <a:lnTo>
                  <a:pt x="102731" y="380165"/>
                </a:lnTo>
                <a:lnTo>
                  <a:pt x="103102" y="385039"/>
                </a:lnTo>
                <a:lnTo>
                  <a:pt x="103445" y="389913"/>
                </a:lnTo>
                <a:lnTo>
                  <a:pt x="103752" y="394787"/>
                </a:lnTo>
                <a:lnTo>
                  <a:pt x="104019" y="399661"/>
                </a:lnTo>
                <a:lnTo>
                  <a:pt x="104245" y="404534"/>
                </a:lnTo>
                <a:lnTo>
                  <a:pt x="104427" y="409408"/>
                </a:lnTo>
                <a:lnTo>
                  <a:pt x="104562" y="414282"/>
                </a:lnTo>
                <a:lnTo>
                  <a:pt x="104649" y="419156"/>
                </a:lnTo>
                <a:lnTo>
                  <a:pt x="104683" y="424030"/>
                </a:lnTo>
                <a:lnTo>
                  <a:pt x="104658" y="428904"/>
                </a:lnTo>
                <a:lnTo>
                  <a:pt x="104568" y="433778"/>
                </a:lnTo>
                <a:lnTo>
                  <a:pt x="104410" y="438652"/>
                </a:lnTo>
                <a:lnTo>
                  <a:pt x="104183" y="443526"/>
                </a:lnTo>
                <a:lnTo>
                  <a:pt x="103889" y="448400"/>
                </a:lnTo>
                <a:lnTo>
                  <a:pt x="103537" y="453274"/>
                </a:lnTo>
                <a:lnTo>
                  <a:pt x="103140" y="458147"/>
                </a:lnTo>
                <a:lnTo>
                  <a:pt x="102719" y="463021"/>
                </a:lnTo>
                <a:lnTo>
                  <a:pt x="102301" y="467895"/>
                </a:lnTo>
                <a:lnTo>
                  <a:pt x="101918" y="472769"/>
                </a:lnTo>
                <a:lnTo>
                  <a:pt x="101611" y="477643"/>
                </a:lnTo>
                <a:lnTo>
                  <a:pt x="101426" y="482517"/>
                </a:lnTo>
                <a:lnTo>
                  <a:pt x="101419" y="487391"/>
                </a:lnTo>
                <a:lnTo>
                  <a:pt x="101656" y="492265"/>
                </a:lnTo>
                <a:lnTo>
                  <a:pt x="102215" y="497139"/>
                </a:lnTo>
                <a:lnTo>
                  <a:pt x="103187" y="502013"/>
                </a:lnTo>
                <a:lnTo>
                  <a:pt x="104674" y="506887"/>
                </a:lnTo>
                <a:lnTo>
                  <a:pt x="106789" y="511760"/>
                </a:lnTo>
                <a:lnTo>
                  <a:pt x="109645" y="516634"/>
                </a:lnTo>
                <a:lnTo>
                  <a:pt x="113352" y="521508"/>
                </a:lnTo>
                <a:lnTo>
                  <a:pt x="117996" y="526382"/>
                </a:lnTo>
                <a:lnTo>
                  <a:pt x="123624" y="531256"/>
                </a:lnTo>
                <a:lnTo>
                  <a:pt x="130231" y="536130"/>
                </a:lnTo>
                <a:lnTo>
                  <a:pt x="137735" y="541004"/>
                </a:lnTo>
                <a:lnTo>
                  <a:pt x="145972" y="545878"/>
                </a:lnTo>
                <a:lnTo>
                  <a:pt x="154688" y="550752"/>
                </a:lnTo>
                <a:lnTo>
                  <a:pt x="163542" y="555626"/>
                </a:lnTo>
                <a:lnTo>
                  <a:pt x="172128" y="560500"/>
                </a:lnTo>
                <a:lnTo>
                  <a:pt x="179997" y="565373"/>
                </a:lnTo>
                <a:lnTo>
                  <a:pt x="186699" y="570247"/>
                </a:lnTo>
                <a:lnTo>
                  <a:pt x="191825" y="575121"/>
                </a:lnTo>
                <a:lnTo>
                  <a:pt x="195043"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690" name="03_assume_matched_5987">
            <a:extLst>
              <a:ext uri="{FF2B5EF4-FFF2-40B4-BE49-F238E27FC236}">
                <a16:creationId xmlns:a16="http://schemas.microsoft.com/office/drawing/2014/main" id="{C475F43C-75CB-45FB-A41C-0427A977FE6C}"/>
              </a:ext>
            </a:extLst>
          </p:cNvPr>
          <p:cNvSpPr>
            <a:spLocks noGrp="1"/>
          </p:cNvSpPr>
          <p:nvPr/>
        </p:nvSpPr>
        <p:spPr>
          <a:xfrm>
            <a:off x="735432"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691" name="03_assume_matched_5988">
            <a:extLst>
              <a:ext uri="{FF2B5EF4-FFF2-40B4-BE49-F238E27FC236}">
                <a16:creationId xmlns:a16="http://schemas.microsoft.com/office/drawing/2014/main" id="{232452B4-A9C6-4135-B12F-8FE4100CC15A}"/>
              </a:ext>
            </a:extLst>
          </p:cNvPr>
          <p:cNvSpPr>
            <a:spLocks noGrp="1"/>
          </p:cNvSpPr>
          <p:nvPr/>
        </p:nvSpPr>
        <p:spPr>
          <a:xfrm>
            <a:off x="1112625"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692" name="03_assume_matched_5989">
            <a:extLst>
              <a:ext uri="{FF2B5EF4-FFF2-40B4-BE49-F238E27FC236}">
                <a16:creationId xmlns:a16="http://schemas.microsoft.com/office/drawing/2014/main" id="{40D8D8C5-658A-4489-AC39-7048BA556EA0}"/>
              </a:ext>
            </a:extLst>
          </p:cNvPr>
          <p:cNvSpPr>
            <a:spLocks noGrp="1"/>
          </p:cNvSpPr>
          <p:nvPr/>
        </p:nvSpPr>
        <p:spPr>
          <a:xfrm>
            <a:off x="1489818"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693" name="03_assume_matched_5990">
            <a:extLst>
              <a:ext uri="{FF2B5EF4-FFF2-40B4-BE49-F238E27FC236}">
                <a16:creationId xmlns:a16="http://schemas.microsoft.com/office/drawing/2014/main" id="{7ED703C5-408E-4EDE-A03C-44D858F2832C}"/>
              </a:ext>
            </a:extLst>
          </p:cNvPr>
          <p:cNvSpPr>
            <a:spLocks noGrp="1"/>
          </p:cNvSpPr>
          <p:nvPr/>
        </p:nvSpPr>
        <p:spPr>
          <a:xfrm>
            <a:off x="2244204"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694" name="03_assume_matched_5991">
            <a:extLst>
              <a:ext uri="{FF2B5EF4-FFF2-40B4-BE49-F238E27FC236}">
                <a16:creationId xmlns:a16="http://schemas.microsoft.com/office/drawing/2014/main" id="{95E9D344-C649-4A65-9731-52FF53F372D1}"/>
              </a:ext>
            </a:extLst>
          </p:cNvPr>
          <p:cNvSpPr>
            <a:spLocks noGrp="1"/>
          </p:cNvSpPr>
          <p:nvPr/>
        </p:nvSpPr>
        <p:spPr>
          <a:xfrm>
            <a:off x="2998589"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695" name="03_assume_matched_5992">
            <a:extLst>
              <a:ext uri="{FF2B5EF4-FFF2-40B4-BE49-F238E27FC236}">
                <a16:creationId xmlns:a16="http://schemas.microsoft.com/office/drawing/2014/main" id="{B52094B2-8BDA-4F35-9F56-7E8300BD38E0}"/>
              </a:ext>
            </a:extLst>
          </p:cNvPr>
          <p:cNvSpPr>
            <a:spLocks noGrp="1"/>
          </p:cNvSpPr>
          <p:nvPr/>
        </p:nvSpPr>
        <p:spPr>
          <a:xfrm>
            <a:off x="712800" y="3135113"/>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696" name="03_assume_matched_5993">
            <a:extLst>
              <a:ext uri="{FF2B5EF4-FFF2-40B4-BE49-F238E27FC236}">
                <a16:creationId xmlns:a16="http://schemas.microsoft.com/office/drawing/2014/main" id="{492A87E1-E624-4DA7-AFCC-EE349852B10E}"/>
              </a:ext>
            </a:extLst>
          </p:cNvPr>
          <p:cNvSpPr>
            <a:spLocks noGrp="1"/>
          </p:cNvSpPr>
          <p:nvPr/>
        </p:nvSpPr>
        <p:spPr>
          <a:xfrm>
            <a:off x="674700" y="313511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697" name="text_5994">
            <a:extLst>
              <a:ext uri="{FF2B5EF4-FFF2-40B4-BE49-F238E27FC236}">
                <a16:creationId xmlns:a16="http://schemas.microsoft.com/office/drawing/2014/main" id="{1F376DBA-9B72-4F4D-A700-14792804BBC3}"/>
              </a:ext>
            </a:extLst>
          </p:cNvPr>
          <p:cNvSpPr>
            <a:spLocks noGrp="1"/>
          </p:cNvSpPr>
          <p:nvPr/>
        </p:nvSpPr>
        <p:spPr>
          <a:xfrm>
            <a:off x="585053" y="3095052"/>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698" name="03_assume_matched_5995">
            <a:extLst>
              <a:ext uri="{FF2B5EF4-FFF2-40B4-BE49-F238E27FC236}">
                <a16:creationId xmlns:a16="http://schemas.microsoft.com/office/drawing/2014/main" id="{59CB70E3-03C6-4A1A-BE0A-E91BB59C6DD5}"/>
              </a:ext>
            </a:extLst>
          </p:cNvPr>
          <p:cNvSpPr>
            <a:spLocks noGrp="1"/>
          </p:cNvSpPr>
          <p:nvPr/>
        </p:nvSpPr>
        <p:spPr>
          <a:xfrm>
            <a:off x="712800" y="2842679"/>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699" name="03_assume_matched_5996">
            <a:extLst>
              <a:ext uri="{FF2B5EF4-FFF2-40B4-BE49-F238E27FC236}">
                <a16:creationId xmlns:a16="http://schemas.microsoft.com/office/drawing/2014/main" id="{796B1545-4D12-4F29-A54F-884D406E5B44}"/>
              </a:ext>
            </a:extLst>
          </p:cNvPr>
          <p:cNvSpPr>
            <a:spLocks noGrp="1"/>
          </p:cNvSpPr>
          <p:nvPr/>
        </p:nvSpPr>
        <p:spPr>
          <a:xfrm>
            <a:off x="674700" y="2842679"/>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700" name="text_5997">
            <a:extLst>
              <a:ext uri="{FF2B5EF4-FFF2-40B4-BE49-F238E27FC236}">
                <a16:creationId xmlns:a16="http://schemas.microsoft.com/office/drawing/2014/main" id="{2693013C-DF26-4E9D-84CE-D508F054572A}"/>
              </a:ext>
            </a:extLst>
          </p:cNvPr>
          <p:cNvSpPr>
            <a:spLocks noGrp="1"/>
          </p:cNvSpPr>
          <p:nvPr/>
        </p:nvSpPr>
        <p:spPr>
          <a:xfrm>
            <a:off x="533506" y="2802618"/>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701" name="03_assume_matched_5998">
            <a:extLst>
              <a:ext uri="{FF2B5EF4-FFF2-40B4-BE49-F238E27FC236}">
                <a16:creationId xmlns:a16="http://schemas.microsoft.com/office/drawing/2014/main" id="{5E51C489-D669-4A7E-85FA-E7EF2BF44916}"/>
              </a:ext>
            </a:extLst>
          </p:cNvPr>
          <p:cNvSpPr>
            <a:spLocks noGrp="1"/>
          </p:cNvSpPr>
          <p:nvPr/>
        </p:nvSpPr>
        <p:spPr>
          <a:xfrm>
            <a:off x="712800" y="2550244"/>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702" name="03_assume_matched_5999">
            <a:extLst>
              <a:ext uri="{FF2B5EF4-FFF2-40B4-BE49-F238E27FC236}">
                <a16:creationId xmlns:a16="http://schemas.microsoft.com/office/drawing/2014/main" id="{280D72DF-6556-4A33-8E67-BCB571F0EBF1}"/>
              </a:ext>
            </a:extLst>
          </p:cNvPr>
          <p:cNvSpPr>
            <a:spLocks noGrp="1"/>
          </p:cNvSpPr>
          <p:nvPr/>
        </p:nvSpPr>
        <p:spPr>
          <a:xfrm>
            <a:off x="674700" y="2550244"/>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703" name="text_6000">
            <a:extLst>
              <a:ext uri="{FF2B5EF4-FFF2-40B4-BE49-F238E27FC236}">
                <a16:creationId xmlns:a16="http://schemas.microsoft.com/office/drawing/2014/main" id="{B70D95B9-6897-4785-9ED0-81AACEEE47BD}"/>
              </a:ext>
            </a:extLst>
          </p:cNvPr>
          <p:cNvSpPr>
            <a:spLocks noGrp="1"/>
          </p:cNvSpPr>
          <p:nvPr/>
        </p:nvSpPr>
        <p:spPr>
          <a:xfrm>
            <a:off x="481960" y="2510183"/>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704" name="text_6001">
            <a:extLst>
              <a:ext uri="{FF2B5EF4-FFF2-40B4-BE49-F238E27FC236}">
                <a16:creationId xmlns:a16="http://schemas.microsoft.com/office/drawing/2014/main" id="{CE330059-553A-45F3-BDB5-BDE903133159}"/>
              </a:ext>
            </a:extLst>
          </p:cNvPr>
          <p:cNvSpPr>
            <a:spLocks noGrp="1"/>
          </p:cNvSpPr>
          <p:nvPr/>
        </p:nvSpPr>
        <p:spPr>
          <a:xfrm rot="-5400000">
            <a:off x="67234" y="2783148"/>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b="0">
                <a:solidFill>
                  <a:srgbClr val="273744"/>
                </a:solidFill>
                <a:latin typeface="Arial"/>
                <a:ea typeface="Arial"/>
                <a:cs typeface="Arial"/>
              </a:rPr>
              <a:t>Completion (%)</a:t>
            </a:r>
          </a:p>
        </p:txBody>
      </p:sp>
      <p:sp>
        <p:nvSpPr>
          <p:cNvPr id="705" name="03_assume_matched_6002">
            <a:extLst>
              <a:ext uri="{FF2B5EF4-FFF2-40B4-BE49-F238E27FC236}">
                <a16:creationId xmlns:a16="http://schemas.microsoft.com/office/drawing/2014/main" id="{255D8609-AB49-4A9C-A79C-626D580FC855}"/>
              </a:ext>
            </a:extLst>
          </p:cNvPr>
          <p:cNvSpPr>
            <a:spLocks noGrp="1"/>
          </p:cNvSpPr>
          <p:nvPr/>
        </p:nvSpPr>
        <p:spPr>
          <a:xfrm>
            <a:off x="1150377" y="2880968"/>
            <a:ext cx="28398" cy="28398"/>
          </a:xfrm>
          <a:prstGeom prst="ellipse">
            <a:avLst/>
          </a:prstGeom>
          <a:solidFill>
            <a:srgbClr val="7F8C97">
              <a:alpha val="48000"/>
            </a:srgbClr>
          </a:solidFill>
          <a:ln w="0">
            <a:noFill/>
            <a:prstDash val="solid"/>
          </a:ln>
        </p:spPr>
      </p:sp>
      <p:sp>
        <p:nvSpPr>
          <p:cNvPr id="706" name="03_assume_matched_6003">
            <a:extLst>
              <a:ext uri="{FF2B5EF4-FFF2-40B4-BE49-F238E27FC236}">
                <a16:creationId xmlns:a16="http://schemas.microsoft.com/office/drawing/2014/main" id="{18E894D3-C7ED-4418-82C6-758C0B455ADB}"/>
              </a:ext>
            </a:extLst>
          </p:cNvPr>
          <p:cNvSpPr>
            <a:spLocks noGrp="1"/>
          </p:cNvSpPr>
          <p:nvPr/>
        </p:nvSpPr>
        <p:spPr>
          <a:xfrm>
            <a:off x="1138864" y="3120914"/>
            <a:ext cx="28398" cy="28398"/>
          </a:xfrm>
          <a:prstGeom prst="ellipse">
            <a:avLst/>
          </a:prstGeom>
          <a:solidFill>
            <a:srgbClr val="7F8C97">
              <a:alpha val="48000"/>
            </a:srgbClr>
          </a:solidFill>
          <a:ln w="0">
            <a:noFill/>
            <a:prstDash val="solid"/>
          </a:ln>
        </p:spPr>
      </p:sp>
      <p:sp>
        <p:nvSpPr>
          <p:cNvPr id="707" name="03_assume_matched_6004">
            <a:extLst>
              <a:ext uri="{FF2B5EF4-FFF2-40B4-BE49-F238E27FC236}">
                <a16:creationId xmlns:a16="http://schemas.microsoft.com/office/drawing/2014/main" id="{10EF6B14-BE44-40E3-B22C-7C2526DCC073}"/>
              </a:ext>
            </a:extLst>
          </p:cNvPr>
          <p:cNvSpPr>
            <a:spLocks noGrp="1"/>
          </p:cNvSpPr>
          <p:nvPr/>
        </p:nvSpPr>
        <p:spPr>
          <a:xfrm>
            <a:off x="1081732" y="3120914"/>
            <a:ext cx="28398" cy="28398"/>
          </a:xfrm>
          <a:prstGeom prst="ellipse">
            <a:avLst/>
          </a:prstGeom>
          <a:solidFill>
            <a:srgbClr val="7F8C97">
              <a:alpha val="48000"/>
            </a:srgbClr>
          </a:solidFill>
          <a:ln w="0">
            <a:noFill/>
            <a:prstDash val="solid"/>
          </a:ln>
        </p:spPr>
      </p:sp>
      <p:sp>
        <p:nvSpPr>
          <p:cNvPr id="708" name="03_assume_matched_6005">
            <a:extLst>
              <a:ext uri="{FF2B5EF4-FFF2-40B4-BE49-F238E27FC236}">
                <a16:creationId xmlns:a16="http://schemas.microsoft.com/office/drawing/2014/main" id="{A9CCA194-5153-49FA-90DC-222DC4BDCEA2}"/>
              </a:ext>
            </a:extLst>
          </p:cNvPr>
          <p:cNvSpPr>
            <a:spLocks noGrp="1"/>
          </p:cNvSpPr>
          <p:nvPr/>
        </p:nvSpPr>
        <p:spPr>
          <a:xfrm>
            <a:off x="1160594" y="2828480"/>
            <a:ext cx="28398" cy="28398"/>
          </a:xfrm>
          <a:prstGeom prst="ellipse">
            <a:avLst/>
          </a:prstGeom>
          <a:solidFill>
            <a:srgbClr val="7F8C97">
              <a:alpha val="48000"/>
            </a:srgbClr>
          </a:solidFill>
          <a:ln w="0">
            <a:noFill/>
            <a:prstDash val="solid"/>
          </a:ln>
        </p:spPr>
      </p:sp>
      <p:sp>
        <p:nvSpPr>
          <p:cNvPr id="709" name="03_assume_matched_6006">
            <a:extLst>
              <a:ext uri="{FF2B5EF4-FFF2-40B4-BE49-F238E27FC236}">
                <a16:creationId xmlns:a16="http://schemas.microsoft.com/office/drawing/2014/main" id="{3A417814-30F2-43C7-AD07-BE6E8ED16423}"/>
              </a:ext>
            </a:extLst>
          </p:cNvPr>
          <p:cNvSpPr>
            <a:spLocks noGrp="1"/>
          </p:cNvSpPr>
          <p:nvPr/>
        </p:nvSpPr>
        <p:spPr>
          <a:xfrm>
            <a:off x="1128359" y="2953809"/>
            <a:ext cx="28398" cy="28398"/>
          </a:xfrm>
          <a:prstGeom prst="ellipse">
            <a:avLst/>
          </a:prstGeom>
          <a:solidFill>
            <a:srgbClr val="7F8C97">
              <a:alpha val="48000"/>
            </a:srgbClr>
          </a:solidFill>
          <a:ln w="0">
            <a:noFill/>
            <a:prstDash val="solid"/>
          </a:ln>
        </p:spPr>
      </p:sp>
      <p:sp>
        <p:nvSpPr>
          <p:cNvPr id="710" name="03_assume_matched_6007">
            <a:extLst>
              <a:ext uri="{FF2B5EF4-FFF2-40B4-BE49-F238E27FC236}">
                <a16:creationId xmlns:a16="http://schemas.microsoft.com/office/drawing/2014/main" id="{DE2E6EF9-B68B-4936-9B3B-7AB6E3D0949A}"/>
              </a:ext>
            </a:extLst>
          </p:cNvPr>
          <p:cNvSpPr>
            <a:spLocks noGrp="1"/>
          </p:cNvSpPr>
          <p:nvPr/>
        </p:nvSpPr>
        <p:spPr>
          <a:xfrm>
            <a:off x="1033091" y="2908235"/>
            <a:ext cx="28398" cy="28398"/>
          </a:xfrm>
          <a:prstGeom prst="ellipse">
            <a:avLst/>
          </a:prstGeom>
          <a:solidFill>
            <a:srgbClr val="7F8C97">
              <a:alpha val="48000"/>
            </a:srgbClr>
          </a:solidFill>
          <a:ln w="0">
            <a:noFill/>
            <a:prstDash val="solid"/>
          </a:ln>
        </p:spPr>
      </p:sp>
      <p:sp>
        <p:nvSpPr>
          <p:cNvPr id="711" name="03_assume_matched_6008">
            <a:extLst>
              <a:ext uri="{FF2B5EF4-FFF2-40B4-BE49-F238E27FC236}">
                <a16:creationId xmlns:a16="http://schemas.microsoft.com/office/drawing/2014/main" id="{D3614949-7488-4613-9F26-A2DB5DEB70DB}"/>
              </a:ext>
            </a:extLst>
          </p:cNvPr>
          <p:cNvSpPr>
            <a:spLocks noGrp="1"/>
          </p:cNvSpPr>
          <p:nvPr/>
        </p:nvSpPr>
        <p:spPr>
          <a:xfrm>
            <a:off x="1063743" y="3120914"/>
            <a:ext cx="28398" cy="28398"/>
          </a:xfrm>
          <a:prstGeom prst="ellipse">
            <a:avLst/>
          </a:prstGeom>
          <a:solidFill>
            <a:srgbClr val="7F8C97">
              <a:alpha val="48000"/>
            </a:srgbClr>
          </a:solidFill>
          <a:ln w="0">
            <a:noFill/>
            <a:prstDash val="solid"/>
          </a:ln>
        </p:spPr>
      </p:sp>
      <p:sp>
        <p:nvSpPr>
          <p:cNvPr id="712" name="03_assume_matched_6009">
            <a:extLst>
              <a:ext uri="{FF2B5EF4-FFF2-40B4-BE49-F238E27FC236}">
                <a16:creationId xmlns:a16="http://schemas.microsoft.com/office/drawing/2014/main" id="{4BBECCE2-D7A1-4C6D-8772-C4112B45C04F}"/>
              </a:ext>
            </a:extLst>
          </p:cNvPr>
          <p:cNvSpPr>
            <a:spLocks noGrp="1"/>
          </p:cNvSpPr>
          <p:nvPr/>
        </p:nvSpPr>
        <p:spPr>
          <a:xfrm>
            <a:off x="1032803" y="3120914"/>
            <a:ext cx="28398" cy="28398"/>
          </a:xfrm>
          <a:prstGeom prst="ellipse">
            <a:avLst/>
          </a:prstGeom>
          <a:solidFill>
            <a:srgbClr val="7F8C97">
              <a:alpha val="48000"/>
            </a:srgbClr>
          </a:solidFill>
          <a:ln w="0">
            <a:noFill/>
            <a:prstDash val="solid"/>
          </a:ln>
        </p:spPr>
      </p:sp>
      <p:sp>
        <p:nvSpPr>
          <p:cNvPr id="713" name="03_assume_matched_6010">
            <a:extLst>
              <a:ext uri="{FF2B5EF4-FFF2-40B4-BE49-F238E27FC236}">
                <a16:creationId xmlns:a16="http://schemas.microsoft.com/office/drawing/2014/main" id="{037FFFBB-3351-40BC-B496-A651DB380C7A}"/>
              </a:ext>
            </a:extLst>
          </p:cNvPr>
          <p:cNvSpPr>
            <a:spLocks noGrp="1"/>
          </p:cNvSpPr>
          <p:nvPr/>
        </p:nvSpPr>
        <p:spPr>
          <a:xfrm>
            <a:off x="1114112" y="3120914"/>
            <a:ext cx="28398" cy="28398"/>
          </a:xfrm>
          <a:prstGeom prst="ellipse">
            <a:avLst/>
          </a:prstGeom>
          <a:solidFill>
            <a:srgbClr val="7F8C97">
              <a:alpha val="48000"/>
            </a:srgbClr>
          </a:solidFill>
          <a:ln w="0">
            <a:noFill/>
            <a:prstDash val="solid"/>
          </a:ln>
        </p:spPr>
      </p:sp>
      <p:sp>
        <p:nvSpPr>
          <p:cNvPr id="714" name="03_assume_matched_6011">
            <a:extLst>
              <a:ext uri="{FF2B5EF4-FFF2-40B4-BE49-F238E27FC236}">
                <a16:creationId xmlns:a16="http://schemas.microsoft.com/office/drawing/2014/main" id="{0D02A79E-CFD0-4B41-A98C-022DD5F849C3}"/>
              </a:ext>
            </a:extLst>
          </p:cNvPr>
          <p:cNvSpPr>
            <a:spLocks noGrp="1"/>
          </p:cNvSpPr>
          <p:nvPr/>
        </p:nvSpPr>
        <p:spPr>
          <a:xfrm>
            <a:off x="1095403" y="3120914"/>
            <a:ext cx="28398" cy="28398"/>
          </a:xfrm>
          <a:prstGeom prst="ellipse">
            <a:avLst/>
          </a:prstGeom>
          <a:solidFill>
            <a:srgbClr val="7F8C97">
              <a:alpha val="48000"/>
            </a:srgbClr>
          </a:solidFill>
          <a:ln w="0">
            <a:noFill/>
            <a:prstDash val="solid"/>
          </a:ln>
        </p:spPr>
      </p:sp>
      <p:sp>
        <p:nvSpPr>
          <p:cNvPr id="715" name="03_assume_matched_6012">
            <a:extLst>
              <a:ext uri="{FF2B5EF4-FFF2-40B4-BE49-F238E27FC236}">
                <a16:creationId xmlns:a16="http://schemas.microsoft.com/office/drawing/2014/main" id="{80825F9B-7F79-49FC-BCAD-5BDCC1F7CB5A}"/>
              </a:ext>
            </a:extLst>
          </p:cNvPr>
          <p:cNvSpPr>
            <a:spLocks noGrp="1"/>
          </p:cNvSpPr>
          <p:nvPr/>
        </p:nvSpPr>
        <p:spPr>
          <a:xfrm>
            <a:off x="1080149" y="3120914"/>
            <a:ext cx="28398" cy="28398"/>
          </a:xfrm>
          <a:prstGeom prst="ellipse">
            <a:avLst/>
          </a:prstGeom>
          <a:solidFill>
            <a:srgbClr val="7F8C97">
              <a:alpha val="48000"/>
            </a:srgbClr>
          </a:solidFill>
          <a:ln w="0">
            <a:noFill/>
            <a:prstDash val="solid"/>
          </a:ln>
        </p:spPr>
      </p:sp>
      <p:sp>
        <p:nvSpPr>
          <p:cNvPr id="716" name="03_assume_matched_6013">
            <a:extLst>
              <a:ext uri="{FF2B5EF4-FFF2-40B4-BE49-F238E27FC236}">
                <a16:creationId xmlns:a16="http://schemas.microsoft.com/office/drawing/2014/main" id="{61C4945B-95BA-4128-94D2-65399450A2FD}"/>
              </a:ext>
            </a:extLst>
          </p:cNvPr>
          <p:cNvSpPr>
            <a:spLocks noGrp="1"/>
          </p:cNvSpPr>
          <p:nvPr/>
        </p:nvSpPr>
        <p:spPr>
          <a:xfrm>
            <a:off x="1065902" y="3120914"/>
            <a:ext cx="28398" cy="28398"/>
          </a:xfrm>
          <a:prstGeom prst="ellipse">
            <a:avLst/>
          </a:prstGeom>
          <a:solidFill>
            <a:srgbClr val="7F8C97">
              <a:alpha val="48000"/>
            </a:srgbClr>
          </a:solidFill>
          <a:ln w="0">
            <a:noFill/>
            <a:prstDash val="solid"/>
          </a:ln>
        </p:spPr>
      </p:sp>
      <p:sp>
        <p:nvSpPr>
          <p:cNvPr id="717" name="03_assume_matched_6014">
            <a:extLst>
              <a:ext uri="{FF2B5EF4-FFF2-40B4-BE49-F238E27FC236}">
                <a16:creationId xmlns:a16="http://schemas.microsoft.com/office/drawing/2014/main" id="{0A2B8003-AB77-434D-82F1-8E6CA1F66C9F}"/>
              </a:ext>
            </a:extLst>
          </p:cNvPr>
          <p:cNvSpPr>
            <a:spLocks noGrp="1"/>
          </p:cNvSpPr>
          <p:nvPr/>
        </p:nvSpPr>
        <p:spPr>
          <a:xfrm>
            <a:off x="1082308" y="3120914"/>
            <a:ext cx="28398" cy="28398"/>
          </a:xfrm>
          <a:prstGeom prst="ellipse">
            <a:avLst/>
          </a:prstGeom>
          <a:solidFill>
            <a:srgbClr val="7F8C97">
              <a:alpha val="48000"/>
            </a:srgbClr>
          </a:solidFill>
          <a:ln w="0">
            <a:noFill/>
            <a:prstDash val="solid"/>
          </a:ln>
        </p:spPr>
      </p:sp>
      <p:sp>
        <p:nvSpPr>
          <p:cNvPr id="718" name="03_assume_matched_6015">
            <a:extLst>
              <a:ext uri="{FF2B5EF4-FFF2-40B4-BE49-F238E27FC236}">
                <a16:creationId xmlns:a16="http://schemas.microsoft.com/office/drawing/2014/main" id="{251A97E7-B651-40F1-86C4-C89B4E25BD52}"/>
              </a:ext>
            </a:extLst>
          </p:cNvPr>
          <p:cNvSpPr>
            <a:spLocks noGrp="1"/>
          </p:cNvSpPr>
          <p:nvPr/>
        </p:nvSpPr>
        <p:spPr>
          <a:xfrm>
            <a:off x="1167502" y="2974697"/>
            <a:ext cx="28398" cy="28398"/>
          </a:xfrm>
          <a:prstGeom prst="ellipse">
            <a:avLst/>
          </a:prstGeom>
          <a:solidFill>
            <a:srgbClr val="7F8C97">
              <a:alpha val="48000"/>
            </a:srgbClr>
          </a:solidFill>
          <a:ln w="0">
            <a:noFill/>
            <a:prstDash val="solid"/>
          </a:ln>
        </p:spPr>
      </p:sp>
      <p:sp>
        <p:nvSpPr>
          <p:cNvPr id="719" name="03_assume_matched_6016">
            <a:extLst>
              <a:ext uri="{FF2B5EF4-FFF2-40B4-BE49-F238E27FC236}">
                <a16:creationId xmlns:a16="http://schemas.microsoft.com/office/drawing/2014/main" id="{6DEE4F7D-5F91-42C6-B063-A9CC46683FCF}"/>
              </a:ext>
            </a:extLst>
          </p:cNvPr>
          <p:cNvSpPr>
            <a:spLocks noGrp="1"/>
          </p:cNvSpPr>
          <p:nvPr/>
        </p:nvSpPr>
        <p:spPr>
          <a:xfrm>
            <a:off x="1122458" y="2925958"/>
            <a:ext cx="28398" cy="28398"/>
          </a:xfrm>
          <a:prstGeom prst="ellipse">
            <a:avLst/>
          </a:prstGeom>
          <a:solidFill>
            <a:srgbClr val="7F8C97">
              <a:alpha val="48000"/>
            </a:srgbClr>
          </a:solidFill>
          <a:ln w="0">
            <a:noFill/>
            <a:prstDash val="solid"/>
          </a:ln>
        </p:spPr>
      </p:sp>
      <p:sp>
        <p:nvSpPr>
          <p:cNvPr id="720" name="03_assume_matched_6017">
            <a:extLst>
              <a:ext uri="{FF2B5EF4-FFF2-40B4-BE49-F238E27FC236}">
                <a16:creationId xmlns:a16="http://schemas.microsoft.com/office/drawing/2014/main" id="{4142F5D3-42B4-4B47-A6E7-458CAFA2647C}"/>
              </a:ext>
            </a:extLst>
          </p:cNvPr>
          <p:cNvSpPr>
            <a:spLocks noGrp="1"/>
          </p:cNvSpPr>
          <p:nvPr/>
        </p:nvSpPr>
        <p:spPr>
          <a:xfrm>
            <a:off x="1132244" y="3120914"/>
            <a:ext cx="28398" cy="28398"/>
          </a:xfrm>
          <a:prstGeom prst="ellipse">
            <a:avLst/>
          </a:prstGeom>
          <a:solidFill>
            <a:srgbClr val="7F8C97">
              <a:alpha val="48000"/>
            </a:srgbClr>
          </a:solidFill>
          <a:ln w="0">
            <a:noFill/>
            <a:prstDash val="solid"/>
          </a:ln>
        </p:spPr>
      </p:sp>
      <p:sp>
        <p:nvSpPr>
          <p:cNvPr id="721" name="03_assume_matched_6018">
            <a:extLst>
              <a:ext uri="{FF2B5EF4-FFF2-40B4-BE49-F238E27FC236}">
                <a16:creationId xmlns:a16="http://schemas.microsoft.com/office/drawing/2014/main" id="{1CE68EB5-FFD7-4497-93E8-D79D25865A5C}"/>
              </a:ext>
            </a:extLst>
          </p:cNvPr>
          <p:cNvSpPr>
            <a:spLocks noGrp="1"/>
          </p:cNvSpPr>
          <p:nvPr/>
        </p:nvSpPr>
        <p:spPr>
          <a:xfrm>
            <a:off x="1069068" y="2990943"/>
            <a:ext cx="28398" cy="28398"/>
          </a:xfrm>
          <a:prstGeom prst="ellipse">
            <a:avLst/>
          </a:prstGeom>
          <a:solidFill>
            <a:srgbClr val="7F8C97">
              <a:alpha val="48000"/>
            </a:srgbClr>
          </a:solidFill>
          <a:ln w="0">
            <a:noFill/>
            <a:prstDash val="solid"/>
          </a:ln>
        </p:spPr>
      </p:sp>
      <p:sp>
        <p:nvSpPr>
          <p:cNvPr id="722" name="03_assume_matched_6019">
            <a:extLst>
              <a:ext uri="{FF2B5EF4-FFF2-40B4-BE49-F238E27FC236}">
                <a16:creationId xmlns:a16="http://schemas.microsoft.com/office/drawing/2014/main" id="{5F2DC530-49A0-455A-9FBB-864D7DF4BE47}"/>
              </a:ext>
            </a:extLst>
          </p:cNvPr>
          <p:cNvSpPr>
            <a:spLocks noGrp="1"/>
          </p:cNvSpPr>
          <p:nvPr/>
        </p:nvSpPr>
        <p:spPr>
          <a:xfrm>
            <a:off x="1159443" y="3120914"/>
            <a:ext cx="28398" cy="28398"/>
          </a:xfrm>
          <a:prstGeom prst="ellipse">
            <a:avLst/>
          </a:prstGeom>
          <a:solidFill>
            <a:srgbClr val="7F8C97">
              <a:alpha val="48000"/>
            </a:srgbClr>
          </a:solidFill>
          <a:ln w="0">
            <a:noFill/>
            <a:prstDash val="solid"/>
          </a:ln>
        </p:spPr>
      </p:sp>
      <p:sp>
        <p:nvSpPr>
          <p:cNvPr id="723" name="03_assume_matched_6020">
            <a:extLst>
              <a:ext uri="{FF2B5EF4-FFF2-40B4-BE49-F238E27FC236}">
                <a16:creationId xmlns:a16="http://schemas.microsoft.com/office/drawing/2014/main" id="{3004C04A-18AD-4E95-80F9-502A72695F82}"/>
              </a:ext>
            </a:extLst>
          </p:cNvPr>
          <p:cNvSpPr>
            <a:spLocks noGrp="1"/>
          </p:cNvSpPr>
          <p:nvPr/>
        </p:nvSpPr>
        <p:spPr>
          <a:xfrm>
            <a:off x="1132532" y="2908235"/>
            <a:ext cx="28398" cy="28398"/>
          </a:xfrm>
          <a:prstGeom prst="ellipse">
            <a:avLst/>
          </a:prstGeom>
          <a:solidFill>
            <a:srgbClr val="7F8C97">
              <a:alpha val="48000"/>
            </a:srgbClr>
          </a:solidFill>
          <a:ln w="0">
            <a:noFill/>
            <a:prstDash val="solid"/>
          </a:ln>
        </p:spPr>
      </p:sp>
      <p:sp>
        <p:nvSpPr>
          <p:cNvPr id="724" name="03_assume_matched_6021">
            <a:extLst>
              <a:ext uri="{FF2B5EF4-FFF2-40B4-BE49-F238E27FC236}">
                <a16:creationId xmlns:a16="http://schemas.microsoft.com/office/drawing/2014/main" id="{0D0FC06F-8042-44CC-9AC0-E9E89F6A2E39}"/>
              </a:ext>
            </a:extLst>
          </p:cNvPr>
          <p:cNvSpPr>
            <a:spLocks noGrp="1"/>
          </p:cNvSpPr>
          <p:nvPr/>
        </p:nvSpPr>
        <p:spPr>
          <a:xfrm>
            <a:off x="1050360" y="3120914"/>
            <a:ext cx="28398" cy="28398"/>
          </a:xfrm>
          <a:prstGeom prst="ellipse">
            <a:avLst/>
          </a:prstGeom>
          <a:solidFill>
            <a:srgbClr val="7F8C97">
              <a:alpha val="48000"/>
            </a:srgbClr>
          </a:solidFill>
          <a:ln w="0">
            <a:noFill/>
            <a:prstDash val="solid"/>
          </a:ln>
        </p:spPr>
      </p:sp>
      <p:sp>
        <p:nvSpPr>
          <p:cNvPr id="725" name="03_assume_matched_6022">
            <a:extLst>
              <a:ext uri="{FF2B5EF4-FFF2-40B4-BE49-F238E27FC236}">
                <a16:creationId xmlns:a16="http://schemas.microsoft.com/office/drawing/2014/main" id="{AC9BB8E4-59C3-41E5-AD3F-78444A7EF636}"/>
              </a:ext>
            </a:extLst>
          </p:cNvPr>
          <p:cNvSpPr>
            <a:spLocks noGrp="1"/>
          </p:cNvSpPr>
          <p:nvPr/>
        </p:nvSpPr>
        <p:spPr>
          <a:xfrm>
            <a:off x="1057699" y="3120914"/>
            <a:ext cx="28398" cy="28398"/>
          </a:xfrm>
          <a:prstGeom prst="ellipse">
            <a:avLst/>
          </a:prstGeom>
          <a:solidFill>
            <a:srgbClr val="7F8C97">
              <a:alpha val="48000"/>
            </a:srgbClr>
          </a:solidFill>
          <a:ln w="0">
            <a:noFill/>
            <a:prstDash val="solid"/>
          </a:ln>
        </p:spPr>
      </p:sp>
      <p:sp>
        <p:nvSpPr>
          <p:cNvPr id="726" name="03_assume_matched_6023">
            <a:extLst>
              <a:ext uri="{FF2B5EF4-FFF2-40B4-BE49-F238E27FC236}">
                <a16:creationId xmlns:a16="http://schemas.microsoft.com/office/drawing/2014/main" id="{23C50D43-5DA0-4882-9533-346F397DA944}"/>
              </a:ext>
            </a:extLst>
          </p:cNvPr>
          <p:cNvSpPr>
            <a:spLocks noGrp="1"/>
          </p:cNvSpPr>
          <p:nvPr/>
        </p:nvSpPr>
        <p:spPr>
          <a:xfrm>
            <a:off x="1068924" y="2925958"/>
            <a:ext cx="28398" cy="28398"/>
          </a:xfrm>
          <a:prstGeom prst="ellipse">
            <a:avLst/>
          </a:prstGeom>
          <a:solidFill>
            <a:srgbClr val="7F8C97">
              <a:alpha val="48000"/>
            </a:srgbClr>
          </a:solidFill>
          <a:ln w="0">
            <a:noFill/>
            <a:prstDash val="solid"/>
          </a:ln>
        </p:spPr>
      </p:sp>
      <p:sp>
        <p:nvSpPr>
          <p:cNvPr id="727" name="03_assume_matched_6024">
            <a:extLst>
              <a:ext uri="{FF2B5EF4-FFF2-40B4-BE49-F238E27FC236}">
                <a16:creationId xmlns:a16="http://schemas.microsoft.com/office/drawing/2014/main" id="{E982F70B-0FD0-4F29-8E96-6A552BA1D25E}"/>
              </a:ext>
            </a:extLst>
          </p:cNvPr>
          <p:cNvSpPr>
            <a:spLocks noGrp="1"/>
          </p:cNvSpPr>
          <p:nvPr/>
        </p:nvSpPr>
        <p:spPr>
          <a:xfrm>
            <a:off x="1158292" y="3120914"/>
            <a:ext cx="28398" cy="28398"/>
          </a:xfrm>
          <a:prstGeom prst="ellipse">
            <a:avLst/>
          </a:prstGeom>
          <a:solidFill>
            <a:srgbClr val="7F8C97">
              <a:alpha val="48000"/>
            </a:srgbClr>
          </a:solidFill>
          <a:ln w="0">
            <a:noFill/>
            <a:prstDash val="solid"/>
          </a:ln>
        </p:spPr>
      </p:sp>
      <p:sp>
        <p:nvSpPr>
          <p:cNvPr id="728" name="03_assume_matched_6025">
            <a:extLst>
              <a:ext uri="{FF2B5EF4-FFF2-40B4-BE49-F238E27FC236}">
                <a16:creationId xmlns:a16="http://schemas.microsoft.com/office/drawing/2014/main" id="{FFEDB657-4A75-4681-9B53-B30D641BE2AD}"/>
              </a:ext>
            </a:extLst>
          </p:cNvPr>
          <p:cNvSpPr>
            <a:spLocks noGrp="1"/>
          </p:cNvSpPr>
          <p:nvPr/>
        </p:nvSpPr>
        <p:spPr>
          <a:xfrm>
            <a:off x="1071227" y="2828480"/>
            <a:ext cx="28398" cy="28398"/>
          </a:xfrm>
          <a:prstGeom prst="ellipse">
            <a:avLst/>
          </a:prstGeom>
          <a:solidFill>
            <a:srgbClr val="7F8C97">
              <a:alpha val="48000"/>
            </a:srgbClr>
          </a:solidFill>
          <a:ln w="0">
            <a:noFill/>
            <a:prstDash val="solid"/>
          </a:ln>
        </p:spPr>
      </p:sp>
      <p:sp>
        <p:nvSpPr>
          <p:cNvPr id="729" name="03_assume_matched_6026">
            <a:extLst>
              <a:ext uri="{FF2B5EF4-FFF2-40B4-BE49-F238E27FC236}">
                <a16:creationId xmlns:a16="http://schemas.microsoft.com/office/drawing/2014/main" id="{0CA34685-5CC1-4A40-B8F2-63D1AAE9B2BF}"/>
              </a:ext>
            </a:extLst>
          </p:cNvPr>
          <p:cNvSpPr>
            <a:spLocks noGrp="1"/>
          </p:cNvSpPr>
          <p:nvPr/>
        </p:nvSpPr>
        <p:spPr>
          <a:xfrm>
            <a:off x="1150233" y="3120914"/>
            <a:ext cx="28398" cy="28398"/>
          </a:xfrm>
          <a:prstGeom prst="ellipse">
            <a:avLst/>
          </a:prstGeom>
          <a:solidFill>
            <a:srgbClr val="7F8C97">
              <a:alpha val="48000"/>
            </a:srgbClr>
          </a:solidFill>
          <a:ln w="0">
            <a:noFill/>
            <a:prstDash val="solid"/>
          </a:ln>
        </p:spPr>
      </p:sp>
      <p:sp>
        <p:nvSpPr>
          <p:cNvPr id="730" name="03_assume_matched_6027">
            <a:extLst>
              <a:ext uri="{FF2B5EF4-FFF2-40B4-BE49-F238E27FC236}">
                <a16:creationId xmlns:a16="http://schemas.microsoft.com/office/drawing/2014/main" id="{7514F912-57C2-4138-B777-B8954E585755}"/>
              </a:ext>
            </a:extLst>
          </p:cNvPr>
          <p:cNvSpPr>
            <a:spLocks noGrp="1"/>
          </p:cNvSpPr>
          <p:nvPr/>
        </p:nvSpPr>
        <p:spPr>
          <a:xfrm>
            <a:off x="1151384" y="2828480"/>
            <a:ext cx="28398" cy="28398"/>
          </a:xfrm>
          <a:prstGeom prst="ellipse">
            <a:avLst/>
          </a:prstGeom>
          <a:solidFill>
            <a:srgbClr val="7F8C97">
              <a:alpha val="48000"/>
            </a:srgbClr>
          </a:solidFill>
          <a:ln w="0">
            <a:noFill/>
            <a:prstDash val="solid"/>
          </a:ln>
        </p:spPr>
      </p:sp>
      <p:sp>
        <p:nvSpPr>
          <p:cNvPr id="731" name="03_assume_matched_6028">
            <a:extLst>
              <a:ext uri="{FF2B5EF4-FFF2-40B4-BE49-F238E27FC236}">
                <a16:creationId xmlns:a16="http://schemas.microsoft.com/office/drawing/2014/main" id="{05CB338A-CCA2-4C08-8670-FBFAC65DA6DA}"/>
              </a:ext>
            </a:extLst>
          </p:cNvPr>
          <p:cNvSpPr>
            <a:spLocks noGrp="1"/>
          </p:cNvSpPr>
          <p:nvPr/>
        </p:nvSpPr>
        <p:spPr>
          <a:xfrm>
            <a:off x="1155126" y="3120914"/>
            <a:ext cx="28398" cy="28398"/>
          </a:xfrm>
          <a:prstGeom prst="ellipse">
            <a:avLst/>
          </a:prstGeom>
          <a:solidFill>
            <a:srgbClr val="7F8C97">
              <a:alpha val="48000"/>
            </a:srgbClr>
          </a:solidFill>
          <a:ln w="0">
            <a:noFill/>
            <a:prstDash val="solid"/>
          </a:ln>
        </p:spPr>
      </p:sp>
      <p:sp>
        <p:nvSpPr>
          <p:cNvPr id="732" name="03_assume_matched_6029">
            <a:extLst>
              <a:ext uri="{FF2B5EF4-FFF2-40B4-BE49-F238E27FC236}">
                <a16:creationId xmlns:a16="http://schemas.microsoft.com/office/drawing/2014/main" id="{CC1BE1E1-1A34-4F34-B7E1-D7403B4A1B74}"/>
              </a:ext>
            </a:extLst>
          </p:cNvPr>
          <p:cNvSpPr>
            <a:spLocks noGrp="1"/>
          </p:cNvSpPr>
          <p:nvPr/>
        </p:nvSpPr>
        <p:spPr>
          <a:xfrm>
            <a:off x="1072378" y="3120914"/>
            <a:ext cx="28398" cy="28398"/>
          </a:xfrm>
          <a:prstGeom prst="ellipse">
            <a:avLst/>
          </a:prstGeom>
          <a:solidFill>
            <a:srgbClr val="7F8C97">
              <a:alpha val="48000"/>
            </a:srgbClr>
          </a:solidFill>
          <a:ln w="0">
            <a:noFill/>
            <a:prstDash val="solid"/>
          </a:ln>
        </p:spPr>
      </p:sp>
      <p:sp>
        <p:nvSpPr>
          <p:cNvPr id="733" name="03_assume_matched_6030">
            <a:extLst>
              <a:ext uri="{FF2B5EF4-FFF2-40B4-BE49-F238E27FC236}">
                <a16:creationId xmlns:a16="http://schemas.microsoft.com/office/drawing/2014/main" id="{059701EB-9961-4EEF-963F-E6E945FDFFCF}"/>
              </a:ext>
            </a:extLst>
          </p:cNvPr>
          <p:cNvSpPr>
            <a:spLocks noGrp="1"/>
          </p:cNvSpPr>
          <p:nvPr/>
        </p:nvSpPr>
        <p:spPr>
          <a:xfrm>
            <a:off x="1050648" y="2828480"/>
            <a:ext cx="28398" cy="28398"/>
          </a:xfrm>
          <a:prstGeom prst="ellipse">
            <a:avLst/>
          </a:prstGeom>
          <a:solidFill>
            <a:srgbClr val="7F8C97">
              <a:alpha val="48000"/>
            </a:srgbClr>
          </a:solidFill>
          <a:ln w="0">
            <a:noFill/>
            <a:prstDash val="solid"/>
          </a:ln>
        </p:spPr>
      </p:sp>
      <p:sp>
        <p:nvSpPr>
          <p:cNvPr id="734" name="03_assume_matched_6031">
            <a:extLst>
              <a:ext uri="{FF2B5EF4-FFF2-40B4-BE49-F238E27FC236}">
                <a16:creationId xmlns:a16="http://schemas.microsoft.com/office/drawing/2014/main" id="{1B632625-AC04-4B95-B1CC-16A17CF6E5DE}"/>
              </a:ext>
            </a:extLst>
          </p:cNvPr>
          <p:cNvSpPr>
            <a:spLocks noGrp="1"/>
          </p:cNvSpPr>
          <p:nvPr/>
        </p:nvSpPr>
        <p:spPr>
          <a:xfrm>
            <a:off x="1134403" y="3120914"/>
            <a:ext cx="28398" cy="28398"/>
          </a:xfrm>
          <a:prstGeom prst="ellipse">
            <a:avLst/>
          </a:prstGeom>
          <a:solidFill>
            <a:srgbClr val="7F8C97">
              <a:alpha val="48000"/>
            </a:srgbClr>
          </a:solidFill>
          <a:ln w="0">
            <a:noFill/>
            <a:prstDash val="solid"/>
          </a:ln>
        </p:spPr>
      </p:sp>
      <p:sp>
        <p:nvSpPr>
          <p:cNvPr id="735" name="03_assume_matched_6032">
            <a:extLst>
              <a:ext uri="{FF2B5EF4-FFF2-40B4-BE49-F238E27FC236}">
                <a16:creationId xmlns:a16="http://schemas.microsoft.com/office/drawing/2014/main" id="{D9350490-5FB1-443E-85DC-01843762CD89}"/>
              </a:ext>
            </a:extLst>
          </p:cNvPr>
          <p:cNvSpPr>
            <a:spLocks noGrp="1"/>
          </p:cNvSpPr>
          <p:nvPr/>
        </p:nvSpPr>
        <p:spPr>
          <a:xfrm>
            <a:off x="1043884" y="3120914"/>
            <a:ext cx="28398" cy="28398"/>
          </a:xfrm>
          <a:prstGeom prst="ellipse">
            <a:avLst/>
          </a:prstGeom>
          <a:solidFill>
            <a:srgbClr val="7F8C97">
              <a:alpha val="48000"/>
            </a:srgbClr>
          </a:solidFill>
          <a:ln w="0">
            <a:noFill/>
            <a:prstDash val="solid"/>
          </a:ln>
        </p:spPr>
      </p:sp>
      <p:sp>
        <p:nvSpPr>
          <p:cNvPr id="736" name="03_assume_matched_6033">
            <a:extLst>
              <a:ext uri="{FF2B5EF4-FFF2-40B4-BE49-F238E27FC236}">
                <a16:creationId xmlns:a16="http://schemas.microsoft.com/office/drawing/2014/main" id="{4A1D7669-5917-463F-8A2C-6C963F51AA5E}"/>
              </a:ext>
            </a:extLst>
          </p:cNvPr>
          <p:cNvSpPr>
            <a:spLocks noGrp="1"/>
          </p:cNvSpPr>
          <p:nvPr/>
        </p:nvSpPr>
        <p:spPr>
          <a:xfrm>
            <a:off x="1138000" y="2886967"/>
            <a:ext cx="28398" cy="28398"/>
          </a:xfrm>
          <a:prstGeom prst="ellipse">
            <a:avLst/>
          </a:prstGeom>
          <a:solidFill>
            <a:srgbClr val="7F8C97">
              <a:alpha val="48000"/>
            </a:srgbClr>
          </a:solidFill>
          <a:ln w="0">
            <a:noFill/>
            <a:prstDash val="solid"/>
          </a:ln>
        </p:spPr>
      </p:sp>
      <p:sp>
        <p:nvSpPr>
          <p:cNvPr id="737" name="03_assume_matched_6034">
            <a:extLst>
              <a:ext uri="{FF2B5EF4-FFF2-40B4-BE49-F238E27FC236}">
                <a16:creationId xmlns:a16="http://schemas.microsoft.com/office/drawing/2014/main" id="{B9C60ED7-FDC0-4052-97C3-AB516558FFDE}"/>
              </a:ext>
            </a:extLst>
          </p:cNvPr>
          <p:cNvSpPr>
            <a:spLocks noGrp="1"/>
          </p:cNvSpPr>
          <p:nvPr/>
        </p:nvSpPr>
        <p:spPr>
          <a:xfrm>
            <a:off x="1045179" y="3120914"/>
            <a:ext cx="28398" cy="28398"/>
          </a:xfrm>
          <a:prstGeom prst="ellipse">
            <a:avLst/>
          </a:prstGeom>
          <a:solidFill>
            <a:srgbClr val="7F8C97">
              <a:alpha val="48000"/>
            </a:srgbClr>
          </a:solidFill>
          <a:ln w="0">
            <a:noFill/>
            <a:prstDash val="solid"/>
          </a:ln>
        </p:spPr>
      </p:sp>
      <p:sp>
        <p:nvSpPr>
          <p:cNvPr id="738" name="03_assume_matched_6035">
            <a:extLst>
              <a:ext uri="{FF2B5EF4-FFF2-40B4-BE49-F238E27FC236}">
                <a16:creationId xmlns:a16="http://schemas.microsoft.com/office/drawing/2014/main" id="{30C2E3BD-8488-4C84-A3DB-EA8D734FA300}"/>
              </a:ext>
            </a:extLst>
          </p:cNvPr>
          <p:cNvSpPr>
            <a:spLocks noGrp="1"/>
          </p:cNvSpPr>
          <p:nvPr/>
        </p:nvSpPr>
        <p:spPr>
          <a:xfrm>
            <a:off x="1165631" y="3120914"/>
            <a:ext cx="28398" cy="28398"/>
          </a:xfrm>
          <a:prstGeom prst="ellipse">
            <a:avLst/>
          </a:prstGeom>
          <a:solidFill>
            <a:srgbClr val="7F8C97">
              <a:alpha val="48000"/>
            </a:srgbClr>
          </a:solidFill>
          <a:ln w="0">
            <a:noFill/>
            <a:prstDash val="solid"/>
          </a:ln>
        </p:spPr>
      </p:sp>
      <p:sp>
        <p:nvSpPr>
          <p:cNvPr id="739" name="03_assume_matched_6036">
            <a:extLst>
              <a:ext uri="{FF2B5EF4-FFF2-40B4-BE49-F238E27FC236}">
                <a16:creationId xmlns:a16="http://schemas.microsoft.com/office/drawing/2014/main" id="{E4CB5404-708B-4E4B-A0E6-95A150EE70C3}"/>
              </a:ext>
            </a:extLst>
          </p:cNvPr>
          <p:cNvSpPr>
            <a:spLocks noGrp="1"/>
          </p:cNvSpPr>
          <p:nvPr/>
        </p:nvSpPr>
        <p:spPr>
          <a:xfrm>
            <a:off x="1143613" y="3120914"/>
            <a:ext cx="28398" cy="28398"/>
          </a:xfrm>
          <a:prstGeom prst="ellipse">
            <a:avLst/>
          </a:prstGeom>
          <a:solidFill>
            <a:srgbClr val="7F8C97">
              <a:alpha val="48000"/>
            </a:srgbClr>
          </a:solidFill>
          <a:ln w="0">
            <a:noFill/>
            <a:prstDash val="solid"/>
          </a:ln>
        </p:spPr>
      </p:sp>
      <p:sp>
        <p:nvSpPr>
          <p:cNvPr id="740" name="03_assume_matched_6037">
            <a:extLst>
              <a:ext uri="{FF2B5EF4-FFF2-40B4-BE49-F238E27FC236}">
                <a16:creationId xmlns:a16="http://schemas.microsoft.com/office/drawing/2014/main" id="{78C414F5-F130-45D4-B273-7ED3350B2737}"/>
              </a:ext>
            </a:extLst>
          </p:cNvPr>
          <p:cNvSpPr>
            <a:spLocks noGrp="1"/>
          </p:cNvSpPr>
          <p:nvPr/>
        </p:nvSpPr>
        <p:spPr>
          <a:xfrm>
            <a:off x="1091518" y="3120914"/>
            <a:ext cx="28398" cy="28398"/>
          </a:xfrm>
          <a:prstGeom prst="ellipse">
            <a:avLst/>
          </a:prstGeom>
          <a:solidFill>
            <a:srgbClr val="7F8C97">
              <a:alpha val="48000"/>
            </a:srgbClr>
          </a:solidFill>
          <a:ln w="0">
            <a:noFill/>
            <a:prstDash val="solid"/>
          </a:ln>
        </p:spPr>
      </p:sp>
      <p:sp>
        <p:nvSpPr>
          <p:cNvPr id="741" name="03_assume_matched_6038">
            <a:extLst>
              <a:ext uri="{FF2B5EF4-FFF2-40B4-BE49-F238E27FC236}">
                <a16:creationId xmlns:a16="http://schemas.microsoft.com/office/drawing/2014/main" id="{0463DA58-255B-4937-BEFA-8952C4B149A2}"/>
              </a:ext>
            </a:extLst>
          </p:cNvPr>
          <p:cNvSpPr>
            <a:spLocks noGrp="1"/>
          </p:cNvSpPr>
          <p:nvPr/>
        </p:nvSpPr>
        <p:spPr>
          <a:xfrm>
            <a:off x="1067197" y="3120914"/>
            <a:ext cx="28398" cy="28398"/>
          </a:xfrm>
          <a:prstGeom prst="ellipse">
            <a:avLst/>
          </a:prstGeom>
          <a:solidFill>
            <a:srgbClr val="7F8C97">
              <a:alpha val="48000"/>
            </a:srgbClr>
          </a:solidFill>
          <a:ln w="0">
            <a:noFill/>
            <a:prstDash val="solid"/>
          </a:ln>
        </p:spPr>
      </p:sp>
      <p:sp>
        <p:nvSpPr>
          <p:cNvPr id="742" name="03_assume_matched_6039">
            <a:extLst>
              <a:ext uri="{FF2B5EF4-FFF2-40B4-BE49-F238E27FC236}">
                <a16:creationId xmlns:a16="http://schemas.microsoft.com/office/drawing/2014/main" id="{F8AC23C1-C3FF-40CD-96D1-AB71E6B1025C}"/>
              </a:ext>
            </a:extLst>
          </p:cNvPr>
          <p:cNvSpPr>
            <a:spLocks noGrp="1"/>
          </p:cNvSpPr>
          <p:nvPr/>
        </p:nvSpPr>
        <p:spPr>
          <a:xfrm>
            <a:off x="1169660" y="3120914"/>
            <a:ext cx="28398" cy="28398"/>
          </a:xfrm>
          <a:prstGeom prst="ellipse">
            <a:avLst/>
          </a:prstGeom>
          <a:solidFill>
            <a:srgbClr val="7F8C97">
              <a:alpha val="48000"/>
            </a:srgbClr>
          </a:solidFill>
          <a:ln w="0">
            <a:noFill/>
            <a:prstDash val="solid"/>
          </a:ln>
        </p:spPr>
      </p:sp>
      <p:sp>
        <p:nvSpPr>
          <p:cNvPr id="743" name="03_assume_matched_6040">
            <a:extLst>
              <a:ext uri="{FF2B5EF4-FFF2-40B4-BE49-F238E27FC236}">
                <a16:creationId xmlns:a16="http://schemas.microsoft.com/office/drawing/2014/main" id="{D6D047DC-4AEA-456F-8071-B7007D3FBF96}"/>
              </a:ext>
            </a:extLst>
          </p:cNvPr>
          <p:cNvSpPr>
            <a:spLocks noGrp="1"/>
          </p:cNvSpPr>
          <p:nvPr/>
        </p:nvSpPr>
        <p:spPr>
          <a:xfrm>
            <a:off x="1117422" y="3120914"/>
            <a:ext cx="28398" cy="28398"/>
          </a:xfrm>
          <a:prstGeom prst="ellipse">
            <a:avLst/>
          </a:prstGeom>
          <a:solidFill>
            <a:srgbClr val="7F8C97">
              <a:alpha val="48000"/>
            </a:srgbClr>
          </a:solidFill>
          <a:ln w="0">
            <a:noFill/>
            <a:prstDash val="solid"/>
          </a:ln>
        </p:spPr>
      </p:sp>
      <p:sp>
        <p:nvSpPr>
          <p:cNvPr id="744" name="03_assume_matched_6041">
            <a:extLst>
              <a:ext uri="{FF2B5EF4-FFF2-40B4-BE49-F238E27FC236}">
                <a16:creationId xmlns:a16="http://schemas.microsoft.com/office/drawing/2014/main" id="{3C886AD5-82C4-49BA-A22E-775AD580EF4A}"/>
              </a:ext>
            </a:extLst>
          </p:cNvPr>
          <p:cNvSpPr>
            <a:spLocks noGrp="1"/>
          </p:cNvSpPr>
          <p:nvPr/>
        </p:nvSpPr>
        <p:spPr>
          <a:xfrm>
            <a:off x="1150233" y="3120914"/>
            <a:ext cx="28398" cy="28398"/>
          </a:xfrm>
          <a:prstGeom prst="ellipse">
            <a:avLst/>
          </a:prstGeom>
          <a:solidFill>
            <a:srgbClr val="7F8C97">
              <a:alpha val="48000"/>
            </a:srgbClr>
          </a:solidFill>
          <a:ln w="0">
            <a:noFill/>
            <a:prstDash val="solid"/>
          </a:ln>
        </p:spPr>
      </p:sp>
      <p:sp>
        <p:nvSpPr>
          <p:cNvPr id="745" name="03_assume_matched_6042">
            <a:extLst>
              <a:ext uri="{FF2B5EF4-FFF2-40B4-BE49-F238E27FC236}">
                <a16:creationId xmlns:a16="http://schemas.microsoft.com/office/drawing/2014/main" id="{644F4BC8-09D4-4EC8-BA6D-761BB7A08E05}"/>
              </a:ext>
            </a:extLst>
          </p:cNvPr>
          <p:cNvSpPr>
            <a:spLocks noGrp="1"/>
          </p:cNvSpPr>
          <p:nvPr/>
        </p:nvSpPr>
        <p:spPr>
          <a:xfrm>
            <a:off x="1049353" y="3003940"/>
            <a:ext cx="28398" cy="28398"/>
          </a:xfrm>
          <a:prstGeom prst="ellipse">
            <a:avLst/>
          </a:prstGeom>
          <a:solidFill>
            <a:srgbClr val="7F8C97">
              <a:alpha val="48000"/>
            </a:srgbClr>
          </a:solidFill>
          <a:ln w="0">
            <a:noFill/>
            <a:prstDash val="solid"/>
          </a:ln>
        </p:spPr>
      </p:sp>
      <p:sp>
        <p:nvSpPr>
          <p:cNvPr id="746" name="03_assume_matched_6043">
            <a:extLst>
              <a:ext uri="{FF2B5EF4-FFF2-40B4-BE49-F238E27FC236}">
                <a16:creationId xmlns:a16="http://schemas.microsoft.com/office/drawing/2014/main" id="{848A3762-54C4-4858-991A-5867F9FAC57A}"/>
              </a:ext>
            </a:extLst>
          </p:cNvPr>
          <p:cNvSpPr>
            <a:spLocks noGrp="1"/>
          </p:cNvSpPr>
          <p:nvPr/>
        </p:nvSpPr>
        <p:spPr>
          <a:xfrm>
            <a:off x="1141310" y="3120914"/>
            <a:ext cx="28398" cy="28398"/>
          </a:xfrm>
          <a:prstGeom prst="ellipse">
            <a:avLst/>
          </a:prstGeom>
          <a:solidFill>
            <a:srgbClr val="7F8C97">
              <a:alpha val="48000"/>
            </a:srgbClr>
          </a:solidFill>
          <a:ln w="0">
            <a:noFill/>
            <a:prstDash val="solid"/>
          </a:ln>
        </p:spPr>
      </p:sp>
      <p:sp>
        <p:nvSpPr>
          <p:cNvPr id="747" name="03_assume_matched_6044">
            <a:extLst>
              <a:ext uri="{FF2B5EF4-FFF2-40B4-BE49-F238E27FC236}">
                <a16:creationId xmlns:a16="http://schemas.microsoft.com/office/drawing/2014/main" id="{37EA3531-06FB-42BD-B1BB-0D92E5AD99BE}"/>
              </a:ext>
            </a:extLst>
          </p:cNvPr>
          <p:cNvSpPr>
            <a:spLocks noGrp="1"/>
          </p:cNvSpPr>
          <p:nvPr/>
        </p:nvSpPr>
        <p:spPr>
          <a:xfrm>
            <a:off x="1120444" y="3120914"/>
            <a:ext cx="28398" cy="28398"/>
          </a:xfrm>
          <a:prstGeom prst="ellipse">
            <a:avLst/>
          </a:prstGeom>
          <a:solidFill>
            <a:srgbClr val="7F8C97">
              <a:alpha val="48000"/>
            </a:srgbClr>
          </a:solidFill>
          <a:ln w="0">
            <a:noFill/>
            <a:prstDash val="solid"/>
          </a:ln>
        </p:spPr>
      </p:sp>
      <p:sp>
        <p:nvSpPr>
          <p:cNvPr id="748" name="03_assume_matched_6045">
            <a:extLst>
              <a:ext uri="{FF2B5EF4-FFF2-40B4-BE49-F238E27FC236}">
                <a16:creationId xmlns:a16="http://schemas.microsoft.com/office/drawing/2014/main" id="{47D41291-3956-4CC7-B120-43651CB2F30D}"/>
              </a:ext>
            </a:extLst>
          </p:cNvPr>
          <p:cNvSpPr>
            <a:spLocks noGrp="1"/>
          </p:cNvSpPr>
          <p:nvPr/>
        </p:nvSpPr>
        <p:spPr>
          <a:xfrm>
            <a:off x="1029061" y="2828480"/>
            <a:ext cx="28398" cy="28398"/>
          </a:xfrm>
          <a:prstGeom prst="ellipse">
            <a:avLst/>
          </a:prstGeom>
          <a:solidFill>
            <a:srgbClr val="7F8C97">
              <a:alpha val="48000"/>
            </a:srgbClr>
          </a:solidFill>
          <a:ln w="0">
            <a:noFill/>
            <a:prstDash val="solid"/>
          </a:ln>
        </p:spPr>
      </p:sp>
      <p:sp>
        <p:nvSpPr>
          <p:cNvPr id="749" name="03_assume_matched_6046">
            <a:extLst>
              <a:ext uri="{FF2B5EF4-FFF2-40B4-BE49-F238E27FC236}">
                <a16:creationId xmlns:a16="http://schemas.microsoft.com/office/drawing/2014/main" id="{220E9D1E-EDD4-4D67-91EE-56BEAC021FB7}"/>
              </a:ext>
            </a:extLst>
          </p:cNvPr>
          <p:cNvSpPr>
            <a:spLocks noGrp="1"/>
          </p:cNvSpPr>
          <p:nvPr/>
        </p:nvSpPr>
        <p:spPr>
          <a:xfrm>
            <a:off x="1088352" y="3120914"/>
            <a:ext cx="28398" cy="28398"/>
          </a:xfrm>
          <a:prstGeom prst="ellipse">
            <a:avLst/>
          </a:prstGeom>
          <a:solidFill>
            <a:srgbClr val="7F8C97">
              <a:alpha val="48000"/>
            </a:srgbClr>
          </a:solidFill>
          <a:ln w="0">
            <a:noFill/>
            <a:prstDash val="solid"/>
          </a:ln>
        </p:spPr>
      </p:sp>
      <p:sp>
        <p:nvSpPr>
          <p:cNvPr id="750" name="03_assume_matched_6047">
            <a:extLst>
              <a:ext uri="{FF2B5EF4-FFF2-40B4-BE49-F238E27FC236}">
                <a16:creationId xmlns:a16="http://schemas.microsoft.com/office/drawing/2014/main" id="{1862650D-6F6A-4237-83F9-5CC77737FBA6}"/>
              </a:ext>
            </a:extLst>
          </p:cNvPr>
          <p:cNvSpPr>
            <a:spLocks noGrp="1"/>
          </p:cNvSpPr>
          <p:nvPr/>
        </p:nvSpPr>
        <p:spPr>
          <a:xfrm>
            <a:off x="1070507" y="3120914"/>
            <a:ext cx="28398" cy="28398"/>
          </a:xfrm>
          <a:prstGeom prst="ellipse">
            <a:avLst/>
          </a:prstGeom>
          <a:solidFill>
            <a:srgbClr val="7F8C97">
              <a:alpha val="48000"/>
            </a:srgbClr>
          </a:solidFill>
          <a:ln w="0">
            <a:noFill/>
            <a:prstDash val="solid"/>
          </a:ln>
        </p:spPr>
      </p:sp>
      <p:sp>
        <p:nvSpPr>
          <p:cNvPr id="751" name="03_assume_matched_6048">
            <a:extLst>
              <a:ext uri="{FF2B5EF4-FFF2-40B4-BE49-F238E27FC236}">
                <a16:creationId xmlns:a16="http://schemas.microsoft.com/office/drawing/2014/main" id="{CD84FC85-0F7E-4850-B34F-B7544E444D66}"/>
              </a:ext>
            </a:extLst>
          </p:cNvPr>
          <p:cNvSpPr>
            <a:spLocks noGrp="1"/>
          </p:cNvSpPr>
          <p:nvPr/>
        </p:nvSpPr>
        <p:spPr>
          <a:xfrm>
            <a:off x="1102743" y="2925958"/>
            <a:ext cx="28398" cy="28398"/>
          </a:xfrm>
          <a:prstGeom prst="ellipse">
            <a:avLst/>
          </a:prstGeom>
          <a:solidFill>
            <a:srgbClr val="7F8C97">
              <a:alpha val="48000"/>
            </a:srgbClr>
          </a:solidFill>
          <a:ln w="0">
            <a:noFill/>
            <a:prstDash val="solid"/>
          </a:ln>
        </p:spPr>
      </p:sp>
      <p:sp>
        <p:nvSpPr>
          <p:cNvPr id="752" name="03_assume_matched_6049">
            <a:extLst>
              <a:ext uri="{FF2B5EF4-FFF2-40B4-BE49-F238E27FC236}">
                <a16:creationId xmlns:a16="http://schemas.microsoft.com/office/drawing/2014/main" id="{D5797391-D0FF-43EA-8694-B06340DF2EAB}"/>
              </a:ext>
            </a:extLst>
          </p:cNvPr>
          <p:cNvSpPr>
            <a:spLocks noGrp="1"/>
          </p:cNvSpPr>
          <p:nvPr/>
        </p:nvSpPr>
        <p:spPr>
          <a:xfrm>
            <a:off x="1084610" y="3023436"/>
            <a:ext cx="28398" cy="28398"/>
          </a:xfrm>
          <a:prstGeom prst="ellipse">
            <a:avLst/>
          </a:prstGeom>
          <a:solidFill>
            <a:srgbClr val="7F8C97">
              <a:alpha val="48000"/>
            </a:srgbClr>
          </a:solidFill>
          <a:ln w="0">
            <a:noFill/>
            <a:prstDash val="solid"/>
          </a:ln>
        </p:spPr>
      </p:sp>
      <p:sp>
        <p:nvSpPr>
          <p:cNvPr id="753" name="03_assume_matched_6050">
            <a:extLst>
              <a:ext uri="{FF2B5EF4-FFF2-40B4-BE49-F238E27FC236}">
                <a16:creationId xmlns:a16="http://schemas.microsoft.com/office/drawing/2014/main" id="{3CAF2289-E4E8-4C00-9673-87E15B6FAA30}"/>
              </a:ext>
            </a:extLst>
          </p:cNvPr>
          <p:cNvSpPr>
            <a:spLocks noGrp="1"/>
          </p:cNvSpPr>
          <p:nvPr/>
        </p:nvSpPr>
        <p:spPr>
          <a:xfrm>
            <a:off x="1146779" y="3120914"/>
            <a:ext cx="28398" cy="28398"/>
          </a:xfrm>
          <a:prstGeom prst="ellipse">
            <a:avLst/>
          </a:prstGeom>
          <a:solidFill>
            <a:srgbClr val="7F8C97">
              <a:alpha val="48000"/>
            </a:srgbClr>
          </a:solidFill>
          <a:ln w="0">
            <a:noFill/>
            <a:prstDash val="solid"/>
          </a:ln>
        </p:spPr>
      </p:sp>
      <p:sp>
        <p:nvSpPr>
          <p:cNvPr id="754" name="03_assume_matched_6051">
            <a:extLst>
              <a:ext uri="{FF2B5EF4-FFF2-40B4-BE49-F238E27FC236}">
                <a16:creationId xmlns:a16="http://schemas.microsoft.com/office/drawing/2014/main" id="{243933AA-3E4A-4BB1-B7D7-955860C23D7D}"/>
              </a:ext>
            </a:extLst>
          </p:cNvPr>
          <p:cNvSpPr>
            <a:spLocks noGrp="1"/>
          </p:cNvSpPr>
          <p:nvPr/>
        </p:nvSpPr>
        <p:spPr>
          <a:xfrm>
            <a:off x="1044891" y="2886967"/>
            <a:ext cx="28398" cy="28398"/>
          </a:xfrm>
          <a:prstGeom prst="ellipse">
            <a:avLst/>
          </a:prstGeom>
          <a:solidFill>
            <a:srgbClr val="7F8C97">
              <a:alpha val="48000"/>
            </a:srgbClr>
          </a:solidFill>
          <a:ln w="0">
            <a:noFill/>
            <a:prstDash val="solid"/>
          </a:ln>
        </p:spPr>
      </p:sp>
      <p:sp>
        <p:nvSpPr>
          <p:cNvPr id="755" name="03_assume_matched_6052">
            <a:extLst>
              <a:ext uri="{FF2B5EF4-FFF2-40B4-BE49-F238E27FC236}">
                <a16:creationId xmlns:a16="http://schemas.microsoft.com/office/drawing/2014/main" id="{6201D946-4163-4948-AB1B-5B215CE7650F}"/>
              </a:ext>
            </a:extLst>
          </p:cNvPr>
          <p:cNvSpPr>
            <a:spLocks noGrp="1"/>
          </p:cNvSpPr>
          <p:nvPr/>
        </p:nvSpPr>
        <p:spPr>
          <a:xfrm>
            <a:off x="1051511" y="3120914"/>
            <a:ext cx="28398" cy="28398"/>
          </a:xfrm>
          <a:prstGeom prst="ellipse">
            <a:avLst/>
          </a:prstGeom>
          <a:solidFill>
            <a:srgbClr val="7F8C97">
              <a:alpha val="48000"/>
            </a:srgbClr>
          </a:solidFill>
          <a:ln w="0">
            <a:noFill/>
            <a:prstDash val="solid"/>
          </a:ln>
        </p:spPr>
      </p:sp>
      <p:sp>
        <p:nvSpPr>
          <p:cNvPr id="756" name="03_assume_matched_6053">
            <a:extLst>
              <a:ext uri="{FF2B5EF4-FFF2-40B4-BE49-F238E27FC236}">
                <a16:creationId xmlns:a16="http://schemas.microsoft.com/office/drawing/2014/main" id="{A2B02403-1A40-400D-A758-0F81D540C305}"/>
              </a:ext>
            </a:extLst>
          </p:cNvPr>
          <p:cNvSpPr>
            <a:spLocks noGrp="1"/>
          </p:cNvSpPr>
          <p:nvPr/>
        </p:nvSpPr>
        <p:spPr>
          <a:xfrm>
            <a:off x="1111377" y="2828480"/>
            <a:ext cx="28398" cy="28398"/>
          </a:xfrm>
          <a:prstGeom prst="ellipse">
            <a:avLst/>
          </a:prstGeom>
          <a:solidFill>
            <a:srgbClr val="7F8C97">
              <a:alpha val="48000"/>
            </a:srgbClr>
          </a:solidFill>
          <a:ln w="0">
            <a:noFill/>
            <a:prstDash val="solid"/>
          </a:ln>
        </p:spPr>
      </p:sp>
      <p:sp>
        <p:nvSpPr>
          <p:cNvPr id="757" name="03_assume_matched_6054">
            <a:extLst>
              <a:ext uri="{FF2B5EF4-FFF2-40B4-BE49-F238E27FC236}">
                <a16:creationId xmlns:a16="http://schemas.microsoft.com/office/drawing/2014/main" id="{98EE3A95-5DCC-407F-A5E9-3F8C735257E5}"/>
              </a:ext>
            </a:extLst>
          </p:cNvPr>
          <p:cNvSpPr>
            <a:spLocks noGrp="1"/>
          </p:cNvSpPr>
          <p:nvPr/>
        </p:nvSpPr>
        <p:spPr>
          <a:xfrm>
            <a:off x="1110082" y="2828480"/>
            <a:ext cx="28398" cy="28398"/>
          </a:xfrm>
          <a:prstGeom prst="ellipse">
            <a:avLst/>
          </a:prstGeom>
          <a:solidFill>
            <a:srgbClr val="7F8C97">
              <a:alpha val="48000"/>
            </a:srgbClr>
          </a:solidFill>
          <a:ln w="0">
            <a:noFill/>
            <a:prstDash val="solid"/>
          </a:ln>
        </p:spPr>
      </p:sp>
      <p:sp>
        <p:nvSpPr>
          <p:cNvPr id="758" name="03_assume_matched_6055">
            <a:extLst>
              <a:ext uri="{FF2B5EF4-FFF2-40B4-BE49-F238E27FC236}">
                <a16:creationId xmlns:a16="http://schemas.microsoft.com/office/drawing/2014/main" id="{1D1969AC-DFDB-4D19-B2D2-627A21F85B0E}"/>
              </a:ext>
            </a:extLst>
          </p:cNvPr>
          <p:cNvSpPr>
            <a:spLocks noGrp="1"/>
          </p:cNvSpPr>
          <p:nvPr/>
        </p:nvSpPr>
        <p:spPr>
          <a:xfrm>
            <a:off x="1156853" y="3120914"/>
            <a:ext cx="28398" cy="28398"/>
          </a:xfrm>
          <a:prstGeom prst="ellipse">
            <a:avLst/>
          </a:prstGeom>
          <a:solidFill>
            <a:srgbClr val="7F8C97">
              <a:alpha val="48000"/>
            </a:srgbClr>
          </a:solidFill>
          <a:ln w="0">
            <a:noFill/>
            <a:prstDash val="solid"/>
          </a:ln>
        </p:spPr>
      </p:sp>
      <p:sp>
        <p:nvSpPr>
          <p:cNvPr id="759" name="03_assume_matched_6056">
            <a:extLst>
              <a:ext uri="{FF2B5EF4-FFF2-40B4-BE49-F238E27FC236}">
                <a16:creationId xmlns:a16="http://schemas.microsoft.com/office/drawing/2014/main" id="{4AC77A07-888C-466E-8A84-E57F316B3E92}"/>
              </a:ext>
            </a:extLst>
          </p:cNvPr>
          <p:cNvSpPr>
            <a:spLocks noGrp="1"/>
          </p:cNvSpPr>
          <p:nvPr/>
        </p:nvSpPr>
        <p:spPr>
          <a:xfrm>
            <a:off x="1135122" y="3120914"/>
            <a:ext cx="28398" cy="28398"/>
          </a:xfrm>
          <a:prstGeom prst="ellipse">
            <a:avLst/>
          </a:prstGeom>
          <a:solidFill>
            <a:srgbClr val="7F8C97">
              <a:alpha val="48000"/>
            </a:srgbClr>
          </a:solidFill>
          <a:ln w="0">
            <a:noFill/>
            <a:prstDash val="solid"/>
          </a:ln>
        </p:spPr>
      </p:sp>
      <p:sp>
        <p:nvSpPr>
          <p:cNvPr id="760" name="03_assume_matched_6057">
            <a:extLst>
              <a:ext uri="{FF2B5EF4-FFF2-40B4-BE49-F238E27FC236}">
                <a16:creationId xmlns:a16="http://schemas.microsoft.com/office/drawing/2014/main" id="{7A87837F-E568-4991-AB59-FB80FDDB6583}"/>
              </a:ext>
            </a:extLst>
          </p:cNvPr>
          <p:cNvSpPr>
            <a:spLocks noGrp="1"/>
          </p:cNvSpPr>
          <p:nvPr/>
        </p:nvSpPr>
        <p:spPr>
          <a:xfrm>
            <a:off x="1067197" y="3120914"/>
            <a:ext cx="28398" cy="28398"/>
          </a:xfrm>
          <a:prstGeom prst="ellipse">
            <a:avLst/>
          </a:prstGeom>
          <a:solidFill>
            <a:srgbClr val="7F8C97">
              <a:alpha val="48000"/>
            </a:srgbClr>
          </a:solidFill>
          <a:ln w="0">
            <a:noFill/>
            <a:prstDash val="solid"/>
          </a:ln>
        </p:spPr>
      </p:sp>
      <p:sp>
        <p:nvSpPr>
          <p:cNvPr id="761" name="03_assume_matched_6058">
            <a:extLst>
              <a:ext uri="{FF2B5EF4-FFF2-40B4-BE49-F238E27FC236}">
                <a16:creationId xmlns:a16="http://schemas.microsoft.com/office/drawing/2014/main" id="{DA488531-E4FF-440B-8C6A-0806571E93EA}"/>
              </a:ext>
            </a:extLst>
          </p:cNvPr>
          <p:cNvSpPr>
            <a:spLocks noGrp="1"/>
          </p:cNvSpPr>
          <p:nvPr/>
        </p:nvSpPr>
        <p:spPr>
          <a:xfrm>
            <a:off x="1138000" y="3120914"/>
            <a:ext cx="28398" cy="28398"/>
          </a:xfrm>
          <a:prstGeom prst="ellipse">
            <a:avLst/>
          </a:prstGeom>
          <a:solidFill>
            <a:srgbClr val="7F8C97">
              <a:alpha val="48000"/>
            </a:srgbClr>
          </a:solidFill>
          <a:ln w="0">
            <a:noFill/>
            <a:prstDash val="solid"/>
          </a:ln>
        </p:spPr>
      </p:sp>
      <p:sp>
        <p:nvSpPr>
          <p:cNvPr id="762" name="03_assume_matched_6059">
            <a:extLst>
              <a:ext uri="{FF2B5EF4-FFF2-40B4-BE49-F238E27FC236}">
                <a16:creationId xmlns:a16="http://schemas.microsoft.com/office/drawing/2014/main" id="{A0379A48-36ED-43F4-A085-66D896EE12D9}"/>
              </a:ext>
            </a:extLst>
          </p:cNvPr>
          <p:cNvSpPr>
            <a:spLocks noGrp="1"/>
          </p:cNvSpPr>
          <p:nvPr/>
        </p:nvSpPr>
        <p:spPr>
          <a:xfrm>
            <a:off x="1126344" y="3120914"/>
            <a:ext cx="28398" cy="28398"/>
          </a:xfrm>
          <a:prstGeom prst="ellipse">
            <a:avLst/>
          </a:prstGeom>
          <a:solidFill>
            <a:srgbClr val="7F8C97">
              <a:alpha val="48000"/>
            </a:srgbClr>
          </a:solidFill>
          <a:ln w="0">
            <a:noFill/>
            <a:prstDash val="solid"/>
          </a:ln>
        </p:spPr>
      </p:sp>
      <p:sp>
        <p:nvSpPr>
          <p:cNvPr id="763" name="03_assume_matched_6060">
            <a:extLst>
              <a:ext uri="{FF2B5EF4-FFF2-40B4-BE49-F238E27FC236}">
                <a16:creationId xmlns:a16="http://schemas.microsoft.com/office/drawing/2014/main" id="{7BED5FD6-4C0A-46F4-B0CF-93A29EBE9E1A}"/>
              </a:ext>
            </a:extLst>
          </p:cNvPr>
          <p:cNvSpPr>
            <a:spLocks noGrp="1"/>
          </p:cNvSpPr>
          <p:nvPr/>
        </p:nvSpPr>
        <p:spPr>
          <a:xfrm>
            <a:off x="1132532" y="3120914"/>
            <a:ext cx="28398" cy="28398"/>
          </a:xfrm>
          <a:prstGeom prst="ellipse">
            <a:avLst/>
          </a:prstGeom>
          <a:solidFill>
            <a:srgbClr val="7F8C97">
              <a:alpha val="48000"/>
            </a:srgbClr>
          </a:solidFill>
          <a:ln w="0">
            <a:noFill/>
            <a:prstDash val="solid"/>
          </a:ln>
        </p:spPr>
      </p:sp>
      <p:sp>
        <p:nvSpPr>
          <p:cNvPr id="764" name="03_assume_matched_6061">
            <a:extLst>
              <a:ext uri="{FF2B5EF4-FFF2-40B4-BE49-F238E27FC236}">
                <a16:creationId xmlns:a16="http://schemas.microsoft.com/office/drawing/2014/main" id="{BFF617C5-7AFB-4A44-AC8A-D44FB2AF483A}"/>
              </a:ext>
            </a:extLst>
          </p:cNvPr>
          <p:cNvSpPr>
            <a:spLocks noGrp="1"/>
          </p:cNvSpPr>
          <p:nvPr/>
        </p:nvSpPr>
        <p:spPr>
          <a:xfrm>
            <a:off x="1145915" y="3120914"/>
            <a:ext cx="28398" cy="28398"/>
          </a:xfrm>
          <a:prstGeom prst="ellipse">
            <a:avLst/>
          </a:prstGeom>
          <a:solidFill>
            <a:srgbClr val="7F8C97">
              <a:alpha val="48000"/>
            </a:srgbClr>
          </a:solidFill>
          <a:ln w="0">
            <a:noFill/>
            <a:prstDash val="solid"/>
          </a:ln>
        </p:spPr>
      </p:sp>
      <p:sp>
        <p:nvSpPr>
          <p:cNvPr id="765" name="03_assume_matched_6062">
            <a:extLst>
              <a:ext uri="{FF2B5EF4-FFF2-40B4-BE49-F238E27FC236}">
                <a16:creationId xmlns:a16="http://schemas.microsoft.com/office/drawing/2014/main" id="{938D8798-A830-4AC9-ADBB-BA6D2F490CB4}"/>
              </a:ext>
            </a:extLst>
          </p:cNvPr>
          <p:cNvSpPr>
            <a:spLocks noGrp="1"/>
          </p:cNvSpPr>
          <p:nvPr/>
        </p:nvSpPr>
        <p:spPr>
          <a:xfrm>
            <a:off x="1054533" y="2828480"/>
            <a:ext cx="28398" cy="28398"/>
          </a:xfrm>
          <a:prstGeom prst="ellipse">
            <a:avLst/>
          </a:prstGeom>
          <a:solidFill>
            <a:srgbClr val="7F8C97">
              <a:alpha val="48000"/>
            </a:srgbClr>
          </a:solidFill>
          <a:ln w="0">
            <a:noFill/>
            <a:prstDash val="solid"/>
          </a:ln>
        </p:spPr>
      </p:sp>
      <p:sp>
        <p:nvSpPr>
          <p:cNvPr id="766" name="03_assume_matched_6063">
            <a:extLst>
              <a:ext uri="{FF2B5EF4-FFF2-40B4-BE49-F238E27FC236}">
                <a16:creationId xmlns:a16="http://schemas.microsoft.com/office/drawing/2014/main" id="{098AE7E3-5E7A-40E3-84F4-45DFA0800545}"/>
              </a:ext>
            </a:extLst>
          </p:cNvPr>
          <p:cNvSpPr>
            <a:spLocks noGrp="1"/>
          </p:cNvSpPr>
          <p:nvPr/>
        </p:nvSpPr>
        <p:spPr>
          <a:xfrm>
            <a:off x="1043740" y="3023436"/>
            <a:ext cx="28398" cy="28398"/>
          </a:xfrm>
          <a:prstGeom prst="ellipse">
            <a:avLst/>
          </a:prstGeom>
          <a:solidFill>
            <a:srgbClr val="7F8C97">
              <a:alpha val="48000"/>
            </a:srgbClr>
          </a:solidFill>
          <a:ln w="0">
            <a:noFill/>
            <a:prstDash val="solid"/>
          </a:ln>
        </p:spPr>
      </p:sp>
      <p:sp>
        <p:nvSpPr>
          <p:cNvPr id="767" name="03_assume_matched_6064">
            <a:extLst>
              <a:ext uri="{FF2B5EF4-FFF2-40B4-BE49-F238E27FC236}">
                <a16:creationId xmlns:a16="http://schemas.microsoft.com/office/drawing/2014/main" id="{DCCD2FC9-A6F9-4EE7-A476-682D34CBD767}"/>
              </a:ext>
            </a:extLst>
          </p:cNvPr>
          <p:cNvSpPr>
            <a:spLocks noGrp="1"/>
          </p:cNvSpPr>
          <p:nvPr/>
        </p:nvSpPr>
        <p:spPr>
          <a:xfrm>
            <a:off x="1126632" y="2974697"/>
            <a:ext cx="28398" cy="28398"/>
          </a:xfrm>
          <a:prstGeom prst="ellipse">
            <a:avLst/>
          </a:prstGeom>
          <a:solidFill>
            <a:srgbClr val="7F8C97">
              <a:alpha val="48000"/>
            </a:srgbClr>
          </a:solidFill>
          <a:ln w="0">
            <a:noFill/>
            <a:prstDash val="solid"/>
          </a:ln>
        </p:spPr>
      </p:sp>
      <p:sp>
        <p:nvSpPr>
          <p:cNvPr id="768" name="03_assume_matched_6065">
            <a:extLst>
              <a:ext uri="{FF2B5EF4-FFF2-40B4-BE49-F238E27FC236}">
                <a16:creationId xmlns:a16="http://schemas.microsoft.com/office/drawing/2014/main" id="{43D5CB09-2668-4CBD-99F1-C3D7BA0854F8}"/>
              </a:ext>
            </a:extLst>
          </p:cNvPr>
          <p:cNvSpPr>
            <a:spLocks noGrp="1"/>
          </p:cNvSpPr>
          <p:nvPr/>
        </p:nvSpPr>
        <p:spPr>
          <a:xfrm>
            <a:off x="1163760" y="3079138"/>
            <a:ext cx="28398" cy="28398"/>
          </a:xfrm>
          <a:prstGeom prst="ellipse">
            <a:avLst/>
          </a:prstGeom>
          <a:solidFill>
            <a:srgbClr val="7F8C97">
              <a:alpha val="48000"/>
            </a:srgbClr>
          </a:solidFill>
          <a:ln w="0">
            <a:noFill/>
            <a:prstDash val="solid"/>
          </a:ln>
        </p:spPr>
      </p:sp>
      <p:sp>
        <p:nvSpPr>
          <p:cNvPr id="769" name="03_assume_matched_6066">
            <a:extLst>
              <a:ext uri="{FF2B5EF4-FFF2-40B4-BE49-F238E27FC236}">
                <a16:creationId xmlns:a16="http://schemas.microsoft.com/office/drawing/2014/main" id="{5365D705-8039-4C72-98D2-28A3E2280C27}"/>
              </a:ext>
            </a:extLst>
          </p:cNvPr>
          <p:cNvSpPr>
            <a:spLocks noGrp="1"/>
          </p:cNvSpPr>
          <p:nvPr/>
        </p:nvSpPr>
        <p:spPr>
          <a:xfrm>
            <a:off x="1169948" y="2828480"/>
            <a:ext cx="28398" cy="28398"/>
          </a:xfrm>
          <a:prstGeom prst="ellipse">
            <a:avLst/>
          </a:prstGeom>
          <a:solidFill>
            <a:srgbClr val="7F8C97">
              <a:alpha val="48000"/>
            </a:srgbClr>
          </a:solidFill>
          <a:ln w="0">
            <a:noFill/>
            <a:prstDash val="solid"/>
          </a:ln>
        </p:spPr>
      </p:sp>
      <p:sp>
        <p:nvSpPr>
          <p:cNvPr id="770" name="03_assume_matched_6067">
            <a:extLst>
              <a:ext uri="{FF2B5EF4-FFF2-40B4-BE49-F238E27FC236}">
                <a16:creationId xmlns:a16="http://schemas.microsoft.com/office/drawing/2014/main" id="{1D71B4BA-D012-48DB-90BA-D54190CCA61D}"/>
              </a:ext>
            </a:extLst>
          </p:cNvPr>
          <p:cNvSpPr>
            <a:spLocks noGrp="1"/>
          </p:cNvSpPr>
          <p:nvPr/>
        </p:nvSpPr>
        <p:spPr>
          <a:xfrm>
            <a:off x="1081013" y="3120914"/>
            <a:ext cx="28398" cy="28398"/>
          </a:xfrm>
          <a:prstGeom prst="ellipse">
            <a:avLst/>
          </a:prstGeom>
          <a:solidFill>
            <a:srgbClr val="7F8C97">
              <a:alpha val="48000"/>
            </a:srgbClr>
          </a:solidFill>
          <a:ln w="0">
            <a:noFill/>
            <a:prstDash val="solid"/>
          </a:ln>
        </p:spPr>
      </p:sp>
      <p:sp>
        <p:nvSpPr>
          <p:cNvPr id="771" name="03_assume_matched_6068">
            <a:extLst>
              <a:ext uri="{FF2B5EF4-FFF2-40B4-BE49-F238E27FC236}">
                <a16:creationId xmlns:a16="http://schemas.microsoft.com/office/drawing/2014/main" id="{A928BC0D-F612-4400-AEB7-9ABBA53029B3}"/>
              </a:ext>
            </a:extLst>
          </p:cNvPr>
          <p:cNvSpPr>
            <a:spLocks noGrp="1"/>
          </p:cNvSpPr>
          <p:nvPr/>
        </p:nvSpPr>
        <p:spPr>
          <a:xfrm>
            <a:off x="1133827" y="3120914"/>
            <a:ext cx="28398" cy="28398"/>
          </a:xfrm>
          <a:prstGeom prst="ellipse">
            <a:avLst/>
          </a:prstGeom>
          <a:solidFill>
            <a:srgbClr val="7F8C97">
              <a:alpha val="48000"/>
            </a:srgbClr>
          </a:solidFill>
          <a:ln w="0">
            <a:noFill/>
            <a:prstDash val="solid"/>
          </a:ln>
        </p:spPr>
      </p:sp>
      <p:sp>
        <p:nvSpPr>
          <p:cNvPr id="772" name="03_assume_matched_6069">
            <a:extLst>
              <a:ext uri="{FF2B5EF4-FFF2-40B4-BE49-F238E27FC236}">
                <a16:creationId xmlns:a16="http://schemas.microsoft.com/office/drawing/2014/main" id="{C763B39D-D117-4155-9EF5-0EFF3C64C860}"/>
              </a:ext>
            </a:extLst>
          </p:cNvPr>
          <p:cNvSpPr>
            <a:spLocks noGrp="1"/>
          </p:cNvSpPr>
          <p:nvPr/>
        </p:nvSpPr>
        <p:spPr>
          <a:xfrm>
            <a:off x="1144764" y="3120914"/>
            <a:ext cx="28398" cy="28398"/>
          </a:xfrm>
          <a:prstGeom prst="ellipse">
            <a:avLst/>
          </a:prstGeom>
          <a:solidFill>
            <a:srgbClr val="7F8C97">
              <a:alpha val="48000"/>
            </a:srgbClr>
          </a:solidFill>
          <a:ln w="0">
            <a:noFill/>
            <a:prstDash val="solid"/>
          </a:ln>
        </p:spPr>
      </p:sp>
      <p:sp>
        <p:nvSpPr>
          <p:cNvPr id="773" name="03_assume_matched_6070">
            <a:extLst>
              <a:ext uri="{FF2B5EF4-FFF2-40B4-BE49-F238E27FC236}">
                <a16:creationId xmlns:a16="http://schemas.microsoft.com/office/drawing/2014/main" id="{CAE5A506-B482-45AB-B32C-DAE488FA2041}"/>
              </a:ext>
            </a:extLst>
          </p:cNvPr>
          <p:cNvSpPr>
            <a:spLocks noGrp="1"/>
          </p:cNvSpPr>
          <p:nvPr/>
        </p:nvSpPr>
        <p:spPr>
          <a:xfrm>
            <a:off x="1162177" y="3120914"/>
            <a:ext cx="28398" cy="28398"/>
          </a:xfrm>
          <a:prstGeom prst="ellipse">
            <a:avLst/>
          </a:prstGeom>
          <a:solidFill>
            <a:srgbClr val="7F8C97">
              <a:alpha val="48000"/>
            </a:srgbClr>
          </a:solidFill>
          <a:ln w="0">
            <a:noFill/>
            <a:prstDash val="solid"/>
          </a:ln>
        </p:spPr>
      </p:sp>
      <p:sp>
        <p:nvSpPr>
          <p:cNvPr id="774" name="03_assume_matched_6071">
            <a:extLst>
              <a:ext uri="{FF2B5EF4-FFF2-40B4-BE49-F238E27FC236}">
                <a16:creationId xmlns:a16="http://schemas.microsoft.com/office/drawing/2014/main" id="{0B33760F-6035-4F9A-98D6-17137D496C29}"/>
              </a:ext>
            </a:extLst>
          </p:cNvPr>
          <p:cNvSpPr>
            <a:spLocks noGrp="1"/>
          </p:cNvSpPr>
          <p:nvPr/>
        </p:nvSpPr>
        <p:spPr>
          <a:xfrm>
            <a:off x="1146923" y="3120914"/>
            <a:ext cx="28398" cy="28398"/>
          </a:xfrm>
          <a:prstGeom prst="ellipse">
            <a:avLst/>
          </a:prstGeom>
          <a:solidFill>
            <a:srgbClr val="7F8C97">
              <a:alpha val="48000"/>
            </a:srgbClr>
          </a:solidFill>
          <a:ln w="0">
            <a:noFill/>
            <a:prstDash val="solid"/>
          </a:ln>
        </p:spPr>
      </p:sp>
      <p:sp>
        <p:nvSpPr>
          <p:cNvPr id="775" name="03_assume_matched_6072">
            <a:extLst>
              <a:ext uri="{FF2B5EF4-FFF2-40B4-BE49-F238E27FC236}">
                <a16:creationId xmlns:a16="http://schemas.microsoft.com/office/drawing/2014/main" id="{E2AB56D6-A83E-4470-83F8-6BA9ACE25CA0}"/>
              </a:ext>
            </a:extLst>
          </p:cNvPr>
          <p:cNvSpPr>
            <a:spLocks noGrp="1"/>
          </p:cNvSpPr>
          <p:nvPr/>
        </p:nvSpPr>
        <p:spPr>
          <a:xfrm>
            <a:off x="1125193" y="3120914"/>
            <a:ext cx="28398" cy="28398"/>
          </a:xfrm>
          <a:prstGeom prst="ellipse">
            <a:avLst/>
          </a:prstGeom>
          <a:solidFill>
            <a:srgbClr val="7F8C97">
              <a:alpha val="48000"/>
            </a:srgbClr>
          </a:solidFill>
          <a:ln w="0">
            <a:noFill/>
            <a:prstDash val="solid"/>
          </a:ln>
        </p:spPr>
      </p:sp>
      <p:sp>
        <p:nvSpPr>
          <p:cNvPr id="776" name="03_assume_matched_6073">
            <a:extLst>
              <a:ext uri="{FF2B5EF4-FFF2-40B4-BE49-F238E27FC236}">
                <a16:creationId xmlns:a16="http://schemas.microsoft.com/office/drawing/2014/main" id="{880CF3A3-6AF2-4E37-B3D2-5A04142E227D}"/>
              </a:ext>
            </a:extLst>
          </p:cNvPr>
          <p:cNvSpPr>
            <a:spLocks noGrp="1"/>
          </p:cNvSpPr>
          <p:nvPr/>
        </p:nvSpPr>
        <p:spPr>
          <a:xfrm>
            <a:off x="1036976" y="2828480"/>
            <a:ext cx="28398" cy="28398"/>
          </a:xfrm>
          <a:prstGeom prst="ellipse">
            <a:avLst/>
          </a:prstGeom>
          <a:solidFill>
            <a:srgbClr val="7F8C97">
              <a:alpha val="48000"/>
            </a:srgbClr>
          </a:solidFill>
          <a:ln w="0">
            <a:noFill/>
            <a:prstDash val="solid"/>
          </a:ln>
        </p:spPr>
      </p:sp>
      <p:sp>
        <p:nvSpPr>
          <p:cNvPr id="777" name="03_assume_matched_6074">
            <a:extLst>
              <a:ext uri="{FF2B5EF4-FFF2-40B4-BE49-F238E27FC236}">
                <a16:creationId xmlns:a16="http://schemas.microsoft.com/office/drawing/2014/main" id="{3CA3CA85-D112-426C-9812-AB4DCF9A6ED9}"/>
              </a:ext>
            </a:extLst>
          </p:cNvPr>
          <p:cNvSpPr>
            <a:spLocks noGrp="1"/>
          </p:cNvSpPr>
          <p:nvPr/>
        </p:nvSpPr>
        <p:spPr>
          <a:xfrm>
            <a:off x="1050936" y="3120914"/>
            <a:ext cx="28398" cy="28398"/>
          </a:xfrm>
          <a:prstGeom prst="ellipse">
            <a:avLst/>
          </a:prstGeom>
          <a:solidFill>
            <a:srgbClr val="7F8C97">
              <a:alpha val="48000"/>
            </a:srgbClr>
          </a:solidFill>
          <a:ln w="0">
            <a:noFill/>
            <a:prstDash val="solid"/>
          </a:ln>
        </p:spPr>
      </p:sp>
      <p:sp>
        <p:nvSpPr>
          <p:cNvPr id="778" name="03_assume_matched_6075">
            <a:extLst>
              <a:ext uri="{FF2B5EF4-FFF2-40B4-BE49-F238E27FC236}">
                <a16:creationId xmlns:a16="http://schemas.microsoft.com/office/drawing/2014/main" id="{DE766018-3E98-4A03-A474-144303A5A898}"/>
              </a:ext>
            </a:extLst>
          </p:cNvPr>
          <p:cNvSpPr>
            <a:spLocks noGrp="1"/>
          </p:cNvSpPr>
          <p:nvPr/>
        </p:nvSpPr>
        <p:spPr>
          <a:xfrm>
            <a:off x="1112097" y="2828480"/>
            <a:ext cx="28398" cy="28398"/>
          </a:xfrm>
          <a:prstGeom prst="ellipse">
            <a:avLst/>
          </a:prstGeom>
          <a:solidFill>
            <a:srgbClr val="7F8C97">
              <a:alpha val="48000"/>
            </a:srgbClr>
          </a:solidFill>
          <a:ln w="0">
            <a:noFill/>
            <a:prstDash val="solid"/>
          </a:ln>
        </p:spPr>
      </p:sp>
      <p:sp>
        <p:nvSpPr>
          <p:cNvPr id="779" name="03_assume_matched_6076">
            <a:extLst>
              <a:ext uri="{FF2B5EF4-FFF2-40B4-BE49-F238E27FC236}">
                <a16:creationId xmlns:a16="http://schemas.microsoft.com/office/drawing/2014/main" id="{3F1C763B-66F6-43A6-8BF9-6D01637892BD}"/>
              </a:ext>
            </a:extLst>
          </p:cNvPr>
          <p:cNvSpPr>
            <a:spLocks noGrp="1"/>
          </p:cNvSpPr>
          <p:nvPr/>
        </p:nvSpPr>
        <p:spPr>
          <a:xfrm>
            <a:off x="1056980" y="3120914"/>
            <a:ext cx="28398" cy="28398"/>
          </a:xfrm>
          <a:prstGeom prst="ellipse">
            <a:avLst/>
          </a:prstGeom>
          <a:solidFill>
            <a:srgbClr val="7F8C97">
              <a:alpha val="48000"/>
            </a:srgbClr>
          </a:solidFill>
          <a:ln w="0">
            <a:noFill/>
            <a:prstDash val="solid"/>
          </a:ln>
        </p:spPr>
      </p:sp>
      <p:sp>
        <p:nvSpPr>
          <p:cNvPr id="780" name="03_assume_matched_6077">
            <a:extLst>
              <a:ext uri="{FF2B5EF4-FFF2-40B4-BE49-F238E27FC236}">
                <a16:creationId xmlns:a16="http://schemas.microsoft.com/office/drawing/2014/main" id="{BD36A07C-3EB5-4DDC-9CCE-1F64BCF71B4F}"/>
              </a:ext>
            </a:extLst>
          </p:cNvPr>
          <p:cNvSpPr>
            <a:spLocks noGrp="1"/>
          </p:cNvSpPr>
          <p:nvPr/>
        </p:nvSpPr>
        <p:spPr>
          <a:xfrm>
            <a:off x="1083027" y="3120914"/>
            <a:ext cx="28398" cy="28398"/>
          </a:xfrm>
          <a:prstGeom prst="ellipse">
            <a:avLst/>
          </a:prstGeom>
          <a:solidFill>
            <a:srgbClr val="7F8C97">
              <a:alpha val="48000"/>
            </a:srgbClr>
          </a:solidFill>
          <a:ln w="0">
            <a:noFill/>
            <a:prstDash val="solid"/>
          </a:ln>
        </p:spPr>
      </p:sp>
      <p:sp>
        <p:nvSpPr>
          <p:cNvPr id="781" name="03_assume_matched_6078">
            <a:extLst>
              <a:ext uri="{FF2B5EF4-FFF2-40B4-BE49-F238E27FC236}">
                <a16:creationId xmlns:a16="http://schemas.microsoft.com/office/drawing/2014/main" id="{83BC9C03-11D3-48EC-A0AB-25B945C06F5D}"/>
              </a:ext>
            </a:extLst>
          </p:cNvPr>
          <p:cNvSpPr>
            <a:spLocks noGrp="1"/>
          </p:cNvSpPr>
          <p:nvPr/>
        </p:nvSpPr>
        <p:spPr>
          <a:xfrm>
            <a:off x="1032083" y="3120914"/>
            <a:ext cx="28398" cy="28398"/>
          </a:xfrm>
          <a:prstGeom prst="ellipse">
            <a:avLst/>
          </a:prstGeom>
          <a:solidFill>
            <a:srgbClr val="7F8C97">
              <a:alpha val="48000"/>
            </a:srgbClr>
          </a:solidFill>
          <a:ln w="0">
            <a:noFill/>
            <a:prstDash val="solid"/>
          </a:ln>
        </p:spPr>
      </p:sp>
      <p:sp>
        <p:nvSpPr>
          <p:cNvPr id="782" name="03_assume_matched_6079">
            <a:extLst>
              <a:ext uri="{FF2B5EF4-FFF2-40B4-BE49-F238E27FC236}">
                <a16:creationId xmlns:a16="http://schemas.microsoft.com/office/drawing/2014/main" id="{24423333-28EC-4562-A423-9212293D1061}"/>
              </a:ext>
            </a:extLst>
          </p:cNvPr>
          <p:cNvSpPr>
            <a:spLocks noGrp="1"/>
          </p:cNvSpPr>
          <p:nvPr/>
        </p:nvSpPr>
        <p:spPr>
          <a:xfrm>
            <a:off x="1527570" y="2813483"/>
            <a:ext cx="28398" cy="28398"/>
          </a:xfrm>
          <a:prstGeom prst="ellipse">
            <a:avLst/>
          </a:prstGeom>
          <a:solidFill>
            <a:srgbClr val="7F8C97">
              <a:alpha val="48000"/>
            </a:srgbClr>
          </a:solidFill>
          <a:ln w="0">
            <a:noFill/>
            <a:prstDash val="solid"/>
          </a:ln>
        </p:spPr>
      </p:sp>
      <p:sp>
        <p:nvSpPr>
          <p:cNvPr id="783" name="03_assume_matched_6080">
            <a:extLst>
              <a:ext uri="{FF2B5EF4-FFF2-40B4-BE49-F238E27FC236}">
                <a16:creationId xmlns:a16="http://schemas.microsoft.com/office/drawing/2014/main" id="{B2283A70-9667-4734-B3B5-096DD6BB7855}"/>
              </a:ext>
            </a:extLst>
          </p:cNvPr>
          <p:cNvSpPr>
            <a:spLocks noGrp="1"/>
          </p:cNvSpPr>
          <p:nvPr/>
        </p:nvSpPr>
        <p:spPr>
          <a:xfrm>
            <a:off x="1516057" y="3120914"/>
            <a:ext cx="28398" cy="28398"/>
          </a:xfrm>
          <a:prstGeom prst="ellipse">
            <a:avLst/>
          </a:prstGeom>
          <a:solidFill>
            <a:srgbClr val="7F8C97">
              <a:alpha val="48000"/>
            </a:srgbClr>
          </a:solidFill>
          <a:ln w="0">
            <a:noFill/>
            <a:prstDash val="solid"/>
          </a:ln>
        </p:spPr>
      </p:sp>
      <p:sp>
        <p:nvSpPr>
          <p:cNvPr id="784" name="03_assume_matched_6081">
            <a:extLst>
              <a:ext uri="{FF2B5EF4-FFF2-40B4-BE49-F238E27FC236}">
                <a16:creationId xmlns:a16="http://schemas.microsoft.com/office/drawing/2014/main" id="{5CD43D43-D3E1-4779-9656-E6AFF1623248}"/>
              </a:ext>
            </a:extLst>
          </p:cNvPr>
          <p:cNvSpPr>
            <a:spLocks noGrp="1"/>
          </p:cNvSpPr>
          <p:nvPr/>
        </p:nvSpPr>
        <p:spPr>
          <a:xfrm>
            <a:off x="1458925" y="3120914"/>
            <a:ext cx="28398" cy="28398"/>
          </a:xfrm>
          <a:prstGeom prst="ellipse">
            <a:avLst/>
          </a:prstGeom>
          <a:solidFill>
            <a:srgbClr val="7F8C97">
              <a:alpha val="48000"/>
            </a:srgbClr>
          </a:solidFill>
          <a:ln w="0">
            <a:noFill/>
            <a:prstDash val="solid"/>
          </a:ln>
        </p:spPr>
      </p:sp>
      <p:sp>
        <p:nvSpPr>
          <p:cNvPr id="785" name="03_assume_matched_6082">
            <a:extLst>
              <a:ext uri="{FF2B5EF4-FFF2-40B4-BE49-F238E27FC236}">
                <a16:creationId xmlns:a16="http://schemas.microsoft.com/office/drawing/2014/main" id="{23AD44E6-B6EA-4A1F-A71A-D0D755BED4E4}"/>
              </a:ext>
            </a:extLst>
          </p:cNvPr>
          <p:cNvSpPr>
            <a:spLocks noGrp="1"/>
          </p:cNvSpPr>
          <p:nvPr/>
        </p:nvSpPr>
        <p:spPr>
          <a:xfrm>
            <a:off x="1537787" y="2536045"/>
            <a:ext cx="28398" cy="28398"/>
          </a:xfrm>
          <a:prstGeom prst="ellipse">
            <a:avLst/>
          </a:prstGeom>
          <a:solidFill>
            <a:srgbClr val="7F8C97">
              <a:alpha val="48000"/>
            </a:srgbClr>
          </a:solidFill>
          <a:ln w="0">
            <a:noFill/>
            <a:prstDash val="solid"/>
          </a:ln>
        </p:spPr>
      </p:sp>
      <p:sp>
        <p:nvSpPr>
          <p:cNvPr id="786" name="03_assume_matched_6083">
            <a:extLst>
              <a:ext uri="{FF2B5EF4-FFF2-40B4-BE49-F238E27FC236}">
                <a16:creationId xmlns:a16="http://schemas.microsoft.com/office/drawing/2014/main" id="{10100779-1157-4C7E-9E9A-A4EAA18CAA14}"/>
              </a:ext>
            </a:extLst>
          </p:cNvPr>
          <p:cNvSpPr>
            <a:spLocks noGrp="1"/>
          </p:cNvSpPr>
          <p:nvPr/>
        </p:nvSpPr>
        <p:spPr>
          <a:xfrm>
            <a:off x="1505552" y="2703151"/>
            <a:ext cx="28398" cy="28398"/>
          </a:xfrm>
          <a:prstGeom prst="ellipse">
            <a:avLst/>
          </a:prstGeom>
          <a:solidFill>
            <a:srgbClr val="7F8C97">
              <a:alpha val="48000"/>
            </a:srgbClr>
          </a:solidFill>
          <a:ln w="0">
            <a:noFill/>
            <a:prstDash val="solid"/>
          </a:ln>
        </p:spPr>
      </p:sp>
      <p:sp>
        <p:nvSpPr>
          <p:cNvPr id="787" name="03_assume_matched_6084">
            <a:extLst>
              <a:ext uri="{FF2B5EF4-FFF2-40B4-BE49-F238E27FC236}">
                <a16:creationId xmlns:a16="http://schemas.microsoft.com/office/drawing/2014/main" id="{20A8EFB1-2446-495D-B5EB-B83016D5D001}"/>
              </a:ext>
            </a:extLst>
          </p:cNvPr>
          <p:cNvSpPr>
            <a:spLocks noGrp="1"/>
          </p:cNvSpPr>
          <p:nvPr/>
        </p:nvSpPr>
        <p:spPr>
          <a:xfrm>
            <a:off x="1410284" y="2801895"/>
            <a:ext cx="28398" cy="28398"/>
          </a:xfrm>
          <a:prstGeom prst="ellipse">
            <a:avLst/>
          </a:prstGeom>
          <a:solidFill>
            <a:srgbClr val="7F8C97">
              <a:alpha val="48000"/>
            </a:srgbClr>
          </a:solidFill>
          <a:ln w="0">
            <a:noFill/>
            <a:prstDash val="solid"/>
          </a:ln>
        </p:spPr>
      </p:sp>
      <p:sp>
        <p:nvSpPr>
          <p:cNvPr id="788" name="03_assume_matched_6085">
            <a:extLst>
              <a:ext uri="{FF2B5EF4-FFF2-40B4-BE49-F238E27FC236}">
                <a16:creationId xmlns:a16="http://schemas.microsoft.com/office/drawing/2014/main" id="{E193FE9E-BD60-403D-BA93-FF4B364DA36B}"/>
              </a:ext>
            </a:extLst>
          </p:cNvPr>
          <p:cNvSpPr>
            <a:spLocks noGrp="1"/>
          </p:cNvSpPr>
          <p:nvPr/>
        </p:nvSpPr>
        <p:spPr>
          <a:xfrm>
            <a:off x="1440936" y="3120914"/>
            <a:ext cx="28398" cy="28398"/>
          </a:xfrm>
          <a:prstGeom prst="ellipse">
            <a:avLst/>
          </a:prstGeom>
          <a:solidFill>
            <a:srgbClr val="7F8C97">
              <a:alpha val="48000"/>
            </a:srgbClr>
          </a:solidFill>
          <a:ln w="0">
            <a:noFill/>
            <a:prstDash val="solid"/>
          </a:ln>
        </p:spPr>
      </p:sp>
      <p:sp>
        <p:nvSpPr>
          <p:cNvPr id="789" name="03_assume_matched_6086">
            <a:extLst>
              <a:ext uri="{FF2B5EF4-FFF2-40B4-BE49-F238E27FC236}">
                <a16:creationId xmlns:a16="http://schemas.microsoft.com/office/drawing/2014/main" id="{8EB19A05-8CDB-4609-BD04-9F41CF630F7F}"/>
              </a:ext>
            </a:extLst>
          </p:cNvPr>
          <p:cNvSpPr>
            <a:spLocks noGrp="1"/>
          </p:cNvSpPr>
          <p:nvPr/>
        </p:nvSpPr>
        <p:spPr>
          <a:xfrm>
            <a:off x="1409996" y="3120914"/>
            <a:ext cx="28398" cy="28398"/>
          </a:xfrm>
          <a:prstGeom prst="ellipse">
            <a:avLst/>
          </a:prstGeom>
          <a:solidFill>
            <a:srgbClr val="7F8C97">
              <a:alpha val="48000"/>
            </a:srgbClr>
          </a:solidFill>
          <a:ln w="0">
            <a:noFill/>
            <a:prstDash val="solid"/>
          </a:ln>
        </p:spPr>
      </p:sp>
      <p:sp>
        <p:nvSpPr>
          <p:cNvPr id="790" name="03_assume_matched_6087">
            <a:extLst>
              <a:ext uri="{FF2B5EF4-FFF2-40B4-BE49-F238E27FC236}">
                <a16:creationId xmlns:a16="http://schemas.microsoft.com/office/drawing/2014/main" id="{96DE9428-3C56-4F19-BCE3-8DA558D0B04F}"/>
              </a:ext>
            </a:extLst>
          </p:cNvPr>
          <p:cNvSpPr>
            <a:spLocks noGrp="1"/>
          </p:cNvSpPr>
          <p:nvPr/>
        </p:nvSpPr>
        <p:spPr>
          <a:xfrm>
            <a:off x="1491305" y="3120914"/>
            <a:ext cx="28398" cy="28398"/>
          </a:xfrm>
          <a:prstGeom prst="ellipse">
            <a:avLst/>
          </a:prstGeom>
          <a:solidFill>
            <a:srgbClr val="7F8C97">
              <a:alpha val="48000"/>
            </a:srgbClr>
          </a:solidFill>
          <a:ln w="0">
            <a:noFill/>
            <a:prstDash val="solid"/>
          </a:ln>
        </p:spPr>
      </p:sp>
      <p:sp>
        <p:nvSpPr>
          <p:cNvPr id="791" name="03_assume_matched_6088">
            <a:extLst>
              <a:ext uri="{FF2B5EF4-FFF2-40B4-BE49-F238E27FC236}">
                <a16:creationId xmlns:a16="http://schemas.microsoft.com/office/drawing/2014/main" id="{19C6151F-7E4C-4FF9-8D35-1C95E4E07FAA}"/>
              </a:ext>
            </a:extLst>
          </p:cNvPr>
          <p:cNvSpPr>
            <a:spLocks noGrp="1"/>
          </p:cNvSpPr>
          <p:nvPr/>
        </p:nvSpPr>
        <p:spPr>
          <a:xfrm>
            <a:off x="1472596" y="3120914"/>
            <a:ext cx="28398" cy="28398"/>
          </a:xfrm>
          <a:prstGeom prst="ellipse">
            <a:avLst/>
          </a:prstGeom>
          <a:solidFill>
            <a:srgbClr val="7F8C97">
              <a:alpha val="48000"/>
            </a:srgbClr>
          </a:solidFill>
          <a:ln w="0">
            <a:noFill/>
            <a:prstDash val="solid"/>
          </a:ln>
        </p:spPr>
      </p:sp>
      <p:sp>
        <p:nvSpPr>
          <p:cNvPr id="792" name="03_assume_matched_6089">
            <a:extLst>
              <a:ext uri="{FF2B5EF4-FFF2-40B4-BE49-F238E27FC236}">
                <a16:creationId xmlns:a16="http://schemas.microsoft.com/office/drawing/2014/main" id="{1147B4C4-9F13-4798-8E64-81AC6300F5DB}"/>
              </a:ext>
            </a:extLst>
          </p:cNvPr>
          <p:cNvSpPr>
            <a:spLocks noGrp="1"/>
          </p:cNvSpPr>
          <p:nvPr/>
        </p:nvSpPr>
        <p:spPr>
          <a:xfrm>
            <a:off x="1457342" y="3120914"/>
            <a:ext cx="28398" cy="28398"/>
          </a:xfrm>
          <a:prstGeom prst="ellipse">
            <a:avLst/>
          </a:prstGeom>
          <a:solidFill>
            <a:srgbClr val="7F8C97">
              <a:alpha val="48000"/>
            </a:srgbClr>
          </a:solidFill>
          <a:ln w="0">
            <a:noFill/>
            <a:prstDash val="solid"/>
          </a:ln>
        </p:spPr>
      </p:sp>
      <p:sp>
        <p:nvSpPr>
          <p:cNvPr id="793" name="03_assume_matched_6090">
            <a:extLst>
              <a:ext uri="{FF2B5EF4-FFF2-40B4-BE49-F238E27FC236}">
                <a16:creationId xmlns:a16="http://schemas.microsoft.com/office/drawing/2014/main" id="{78FB08F8-A355-4AE3-B5F9-B04A9832CF04}"/>
              </a:ext>
            </a:extLst>
          </p:cNvPr>
          <p:cNvSpPr>
            <a:spLocks noGrp="1"/>
          </p:cNvSpPr>
          <p:nvPr/>
        </p:nvSpPr>
        <p:spPr>
          <a:xfrm>
            <a:off x="1443095" y="3120914"/>
            <a:ext cx="28398" cy="28398"/>
          </a:xfrm>
          <a:prstGeom prst="ellipse">
            <a:avLst/>
          </a:prstGeom>
          <a:solidFill>
            <a:srgbClr val="7F8C97">
              <a:alpha val="48000"/>
            </a:srgbClr>
          </a:solidFill>
          <a:ln w="0">
            <a:noFill/>
            <a:prstDash val="solid"/>
          </a:ln>
        </p:spPr>
      </p:sp>
      <p:sp>
        <p:nvSpPr>
          <p:cNvPr id="794" name="03_assume_matched_6091">
            <a:extLst>
              <a:ext uri="{FF2B5EF4-FFF2-40B4-BE49-F238E27FC236}">
                <a16:creationId xmlns:a16="http://schemas.microsoft.com/office/drawing/2014/main" id="{03BA475D-4CB7-4315-8547-AFE403DDC822}"/>
              </a:ext>
            </a:extLst>
          </p:cNvPr>
          <p:cNvSpPr>
            <a:spLocks noGrp="1"/>
          </p:cNvSpPr>
          <p:nvPr/>
        </p:nvSpPr>
        <p:spPr>
          <a:xfrm>
            <a:off x="1459501" y="2536045"/>
            <a:ext cx="28398" cy="28398"/>
          </a:xfrm>
          <a:prstGeom prst="ellipse">
            <a:avLst/>
          </a:prstGeom>
          <a:solidFill>
            <a:srgbClr val="7F8C97">
              <a:alpha val="48000"/>
            </a:srgbClr>
          </a:solidFill>
          <a:ln w="0">
            <a:noFill/>
            <a:prstDash val="solid"/>
          </a:ln>
        </p:spPr>
      </p:sp>
      <p:sp>
        <p:nvSpPr>
          <p:cNvPr id="795" name="03_assume_matched_6092">
            <a:extLst>
              <a:ext uri="{FF2B5EF4-FFF2-40B4-BE49-F238E27FC236}">
                <a16:creationId xmlns:a16="http://schemas.microsoft.com/office/drawing/2014/main" id="{AFE06338-07A1-4853-AF63-148374D1DCD8}"/>
              </a:ext>
            </a:extLst>
          </p:cNvPr>
          <p:cNvSpPr>
            <a:spLocks noGrp="1"/>
          </p:cNvSpPr>
          <p:nvPr/>
        </p:nvSpPr>
        <p:spPr>
          <a:xfrm>
            <a:off x="1544695" y="2974697"/>
            <a:ext cx="28398" cy="28398"/>
          </a:xfrm>
          <a:prstGeom prst="ellipse">
            <a:avLst/>
          </a:prstGeom>
          <a:solidFill>
            <a:srgbClr val="7F8C97">
              <a:alpha val="48000"/>
            </a:srgbClr>
          </a:solidFill>
          <a:ln w="0">
            <a:noFill/>
            <a:prstDash val="solid"/>
          </a:ln>
        </p:spPr>
      </p:sp>
      <p:sp>
        <p:nvSpPr>
          <p:cNvPr id="796" name="03_assume_matched_6093">
            <a:extLst>
              <a:ext uri="{FF2B5EF4-FFF2-40B4-BE49-F238E27FC236}">
                <a16:creationId xmlns:a16="http://schemas.microsoft.com/office/drawing/2014/main" id="{06736F2A-0C6A-4CD5-9148-B8E9CCC68568}"/>
              </a:ext>
            </a:extLst>
          </p:cNvPr>
          <p:cNvSpPr>
            <a:spLocks noGrp="1"/>
          </p:cNvSpPr>
          <p:nvPr/>
        </p:nvSpPr>
        <p:spPr>
          <a:xfrm>
            <a:off x="1499651" y="2536045"/>
            <a:ext cx="28398" cy="28398"/>
          </a:xfrm>
          <a:prstGeom prst="ellipse">
            <a:avLst/>
          </a:prstGeom>
          <a:solidFill>
            <a:srgbClr val="7F8C97">
              <a:alpha val="48000"/>
            </a:srgbClr>
          </a:solidFill>
          <a:ln w="0">
            <a:noFill/>
            <a:prstDash val="solid"/>
          </a:ln>
        </p:spPr>
      </p:sp>
      <p:sp>
        <p:nvSpPr>
          <p:cNvPr id="797" name="03_assume_matched_6094">
            <a:extLst>
              <a:ext uri="{FF2B5EF4-FFF2-40B4-BE49-F238E27FC236}">
                <a16:creationId xmlns:a16="http://schemas.microsoft.com/office/drawing/2014/main" id="{1A336BE8-B4A6-4253-9505-B437629DA3D7}"/>
              </a:ext>
            </a:extLst>
          </p:cNvPr>
          <p:cNvSpPr>
            <a:spLocks noGrp="1"/>
          </p:cNvSpPr>
          <p:nvPr/>
        </p:nvSpPr>
        <p:spPr>
          <a:xfrm>
            <a:off x="1509437" y="3120914"/>
            <a:ext cx="28398" cy="28398"/>
          </a:xfrm>
          <a:prstGeom prst="ellipse">
            <a:avLst/>
          </a:prstGeom>
          <a:solidFill>
            <a:srgbClr val="7F8C97">
              <a:alpha val="48000"/>
            </a:srgbClr>
          </a:solidFill>
          <a:ln w="0">
            <a:noFill/>
            <a:prstDash val="solid"/>
          </a:ln>
        </p:spPr>
      </p:sp>
      <p:sp>
        <p:nvSpPr>
          <p:cNvPr id="798" name="03_assume_matched_6095">
            <a:extLst>
              <a:ext uri="{FF2B5EF4-FFF2-40B4-BE49-F238E27FC236}">
                <a16:creationId xmlns:a16="http://schemas.microsoft.com/office/drawing/2014/main" id="{2233904F-E4BF-4A38-AE8F-D85245A4D667}"/>
              </a:ext>
            </a:extLst>
          </p:cNvPr>
          <p:cNvSpPr>
            <a:spLocks noGrp="1"/>
          </p:cNvSpPr>
          <p:nvPr/>
        </p:nvSpPr>
        <p:spPr>
          <a:xfrm>
            <a:off x="1446261" y="2990943"/>
            <a:ext cx="28398" cy="28398"/>
          </a:xfrm>
          <a:prstGeom prst="ellipse">
            <a:avLst/>
          </a:prstGeom>
          <a:solidFill>
            <a:srgbClr val="7F8C97">
              <a:alpha val="48000"/>
            </a:srgbClr>
          </a:solidFill>
          <a:ln w="0">
            <a:noFill/>
            <a:prstDash val="solid"/>
          </a:ln>
        </p:spPr>
      </p:sp>
      <p:sp>
        <p:nvSpPr>
          <p:cNvPr id="799" name="03_assume_matched_6096">
            <a:extLst>
              <a:ext uri="{FF2B5EF4-FFF2-40B4-BE49-F238E27FC236}">
                <a16:creationId xmlns:a16="http://schemas.microsoft.com/office/drawing/2014/main" id="{252B2AD7-D1D2-4790-9D38-96F85BF02B9E}"/>
              </a:ext>
            </a:extLst>
          </p:cNvPr>
          <p:cNvSpPr>
            <a:spLocks noGrp="1"/>
          </p:cNvSpPr>
          <p:nvPr/>
        </p:nvSpPr>
        <p:spPr>
          <a:xfrm>
            <a:off x="1536636" y="3120914"/>
            <a:ext cx="28398" cy="28398"/>
          </a:xfrm>
          <a:prstGeom prst="ellipse">
            <a:avLst/>
          </a:prstGeom>
          <a:solidFill>
            <a:srgbClr val="7F8C97">
              <a:alpha val="48000"/>
            </a:srgbClr>
          </a:solidFill>
          <a:ln w="0">
            <a:noFill/>
            <a:prstDash val="solid"/>
          </a:ln>
        </p:spPr>
      </p:sp>
      <p:sp>
        <p:nvSpPr>
          <p:cNvPr id="800" name="03_assume_matched_6097">
            <a:extLst>
              <a:ext uri="{FF2B5EF4-FFF2-40B4-BE49-F238E27FC236}">
                <a16:creationId xmlns:a16="http://schemas.microsoft.com/office/drawing/2014/main" id="{83AB882D-32FF-463A-9937-BBFB37F7F7D4}"/>
              </a:ext>
            </a:extLst>
          </p:cNvPr>
          <p:cNvSpPr>
            <a:spLocks noGrp="1"/>
          </p:cNvSpPr>
          <p:nvPr/>
        </p:nvSpPr>
        <p:spPr>
          <a:xfrm>
            <a:off x="1509725" y="2695555"/>
            <a:ext cx="28398" cy="28398"/>
          </a:xfrm>
          <a:prstGeom prst="ellipse">
            <a:avLst/>
          </a:prstGeom>
          <a:solidFill>
            <a:srgbClr val="7F8C97">
              <a:alpha val="48000"/>
            </a:srgbClr>
          </a:solidFill>
          <a:ln w="0">
            <a:noFill/>
            <a:prstDash val="solid"/>
          </a:ln>
        </p:spPr>
      </p:sp>
      <p:sp>
        <p:nvSpPr>
          <p:cNvPr id="801" name="03_assume_matched_6098">
            <a:extLst>
              <a:ext uri="{FF2B5EF4-FFF2-40B4-BE49-F238E27FC236}">
                <a16:creationId xmlns:a16="http://schemas.microsoft.com/office/drawing/2014/main" id="{B53FCD1B-9C7E-4DC3-BAEB-35965DB399EC}"/>
              </a:ext>
            </a:extLst>
          </p:cNvPr>
          <p:cNvSpPr>
            <a:spLocks noGrp="1"/>
          </p:cNvSpPr>
          <p:nvPr/>
        </p:nvSpPr>
        <p:spPr>
          <a:xfrm>
            <a:off x="1427553" y="3120914"/>
            <a:ext cx="28398" cy="28398"/>
          </a:xfrm>
          <a:prstGeom prst="ellipse">
            <a:avLst/>
          </a:prstGeom>
          <a:solidFill>
            <a:srgbClr val="7F8C97">
              <a:alpha val="48000"/>
            </a:srgbClr>
          </a:solidFill>
          <a:ln w="0">
            <a:noFill/>
            <a:prstDash val="solid"/>
          </a:ln>
        </p:spPr>
      </p:sp>
      <p:sp>
        <p:nvSpPr>
          <p:cNvPr id="802" name="03_assume_matched_6099">
            <a:extLst>
              <a:ext uri="{FF2B5EF4-FFF2-40B4-BE49-F238E27FC236}">
                <a16:creationId xmlns:a16="http://schemas.microsoft.com/office/drawing/2014/main" id="{EA6904B3-FF9B-4A77-92CB-D04D01D75B61}"/>
              </a:ext>
            </a:extLst>
          </p:cNvPr>
          <p:cNvSpPr>
            <a:spLocks noGrp="1"/>
          </p:cNvSpPr>
          <p:nvPr/>
        </p:nvSpPr>
        <p:spPr>
          <a:xfrm>
            <a:off x="1434892" y="3120914"/>
            <a:ext cx="28398" cy="28398"/>
          </a:xfrm>
          <a:prstGeom prst="ellipse">
            <a:avLst/>
          </a:prstGeom>
          <a:solidFill>
            <a:srgbClr val="7F8C97">
              <a:alpha val="48000"/>
            </a:srgbClr>
          </a:solidFill>
          <a:ln w="0">
            <a:noFill/>
            <a:prstDash val="solid"/>
          </a:ln>
        </p:spPr>
      </p:sp>
      <p:sp>
        <p:nvSpPr>
          <p:cNvPr id="803" name="03_assume_matched_6100">
            <a:extLst>
              <a:ext uri="{FF2B5EF4-FFF2-40B4-BE49-F238E27FC236}">
                <a16:creationId xmlns:a16="http://schemas.microsoft.com/office/drawing/2014/main" id="{B6C9DD0C-7183-4234-AC96-173B23020AF3}"/>
              </a:ext>
            </a:extLst>
          </p:cNvPr>
          <p:cNvSpPr>
            <a:spLocks noGrp="1"/>
          </p:cNvSpPr>
          <p:nvPr/>
        </p:nvSpPr>
        <p:spPr>
          <a:xfrm>
            <a:off x="1446117" y="2925958"/>
            <a:ext cx="28398" cy="28398"/>
          </a:xfrm>
          <a:prstGeom prst="ellipse">
            <a:avLst/>
          </a:prstGeom>
          <a:solidFill>
            <a:srgbClr val="7F8C97">
              <a:alpha val="48000"/>
            </a:srgbClr>
          </a:solidFill>
          <a:ln w="0">
            <a:noFill/>
            <a:prstDash val="solid"/>
          </a:ln>
        </p:spPr>
      </p:sp>
      <p:sp>
        <p:nvSpPr>
          <p:cNvPr id="804" name="03_assume_matched_6101">
            <a:extLst>
              <a:ext uri="{FF2B5EF4-FFF2-40B4-BE49-F238E27FC236}">
                <a16:creationId xmlns:a16="http://schemas.microsoft.com/office/drawing/2014/main" id="{A0AE7F20-FC61-4B07-A7EB-9092C9D57417}"/>
              </a:ext>
            </a:extLst>
          </p:cNvPr>
          <p:cNvSpPr>
            <a:spLocks noGrp="1"/>
          </p:cNvSpPr>
          <p:nvPr/>
        </p:nvSpPr>
        <p:spPr>
          <a:xfrm>
            <a:off x="1535485" y="3120914"/>
            <a:ext cx="28398" cy="28398"/>
          </a:xfrm>
          <a:prstGeom prst="ellipse">
            <a:avLst/>
          </a:prstGeom>
          <a:solidFill>
            <a:srgbClr val="7F8C97">
              <a:alpha val="48000"/>
            </a:srgbClr>
          </a:solidFill>
          <a:ln w="0">
            <a:noFill/>
            <a:prstDash val="solid"/>
          </a:ln>
        </p:spPr>
      </p:sp>
      <p:sp>
        <p:nvSpPr>
          <p:cNvPr id="805" name="03_assume_matched_6102">
            <a:extLst>
              <a:ext uri="{FF2B5EF4-FFF2-40B4-BE49-F238E27FC236}">
                <a16:creationId xmlns:a16="http://schemas.microsoft.com/office/drawing/2014/main" id="{1678B456-EC96-4077-8C70-ED7613EE6FA0}"/>
              </a:ext>
            </a:extLst>
          </p:cNvPr>
          <p:cNvSpPr>
            <a:spLocks noGrp="1"/>
          </p:cNvSpPr>
          <p:nvPr/>
        </p:nvSpPr>
        <p:spPr>
          <a:xfrm>
            <a:off x="1448420" y="2828480"/>
            <a:ext cx="28398" cy="28398"/>
          </a:xfrm>
          <a:prstGeom prst="ellipse">
            <a:avLst/>
          </a:prstGeom>
          <a:solidFill>
            <a:srgbClr val="7F8C97">
              <a:alpha val="48000"/>
            </a:srgbClr>
          </a:solidFill>
          <a:ln w="0">
            <a:noFill/>
            <a:prstDash val="solid"/>
          </a:ln>
        </p:spPr>
      </p:sp>
      <p:sp>
        <p:nvSpPr>
          <p:cNvPr id="806" name="03_assume_matched_6103">
            <a:extLst>
              <a:ext uri="{FF2B5EF4-FFF2-40B4-BE49-F238E27FC236}">
                <a16:creationId xmlns:a16="http://schemas.microsoft.com/office/drawing/2014/main" id="{D3DB82F5-CF91-40DC-A9D2-4F98BBDB0590}"/>
              </a:ext>
            </a:extLst>
          </p:cNvPr>
          <p:cNvSpPr>
            <a:spLocks noGrp="1"/>
          </p:cNvSpPr>
          <p:nvPr/>
        </p:nvSpPr>
        <p:spPr>
          <a:xfrm>
            <a:off x="1527426" y="3120914"/>
            <a:ext cx="28398" cy="28398"/>
          </a:xfrm>
          <a:prstGeom prst="ellipse">
            <a:avLst/>
          </a:prstGeom>
          <a:solidFill>
            <a:srgbClr val="7F8C97">
              <a:alpha val="48000"/>
            </a:srgbClr>
          </a:solidFill>
          <a:ln w="0">
            <a:noFill/>
            <a:prstDash val="solid"/>
          </a:ln>
        </p:spPr>
      </p:sp>
      <p:sp>
        <p:nvSpPr>
          <p:cNvPr id="807" name="03_assume_matched_6104">
            <a:extLst>
              <a:ext uri="{FF2B5EF4-FFF2-40B4-BE49-F238E27FC236}">
                <a16:creationId xmlns:a16="http://schemas.microsoft.com/office/drawing/2014/main" id="{D9BEE39D-2CA5-405E-9FDB-198E1E893E80}"/>
              </a:ext>
            </a:extLst>
          </p:cNvPr>
          <p:cNvSpPr>
            <a:spLocks noGrp="1"/>
          </p:cNvSpPr>
          <p:nvPr/>
        </p:nvSpPr>
        <p:spPr>
          <a:xfrm>
            <a:off x="1528577" y="2536045"/>
            <a:ext cx="28398" cy="28398"/>
          </a:xfrm>
          <a:prstGeom prst="ellipse">
            <a:avLst/>
          </a:prstGeom>
          <a:solidFill>
            <a:srgbClr val="7F8C97">
              <a:alpha val="48000"/>
            </a:srgbClr>
          </a:solidFill>
          <a:ln w="0">
            <a:noFill/>
            <a:prstDash val="solid"/>
          </a:ln>
        </p:spPr>
      </p:sp>
      <p:sp>
        <p:nvSpPr>
          <p:cNvPr id="808" name="03_assume_matched_6105">
            <a:extLst>
              <a:ext uri="{FF2B5EF4-FFF2-40B4-BE49-F238E27FC236}">
                <a16:creationId xmlns:a16="http://schemas.microsoft.com/office/drawing/2014/main" id="{458FA723-41E4-4B3E-8DE8-09BD33AA1C45}"/>
              </a:ext>
            </a:extLst>
          </p:cNvPr>
          <p:cNvSpPr>
            <a:spLocks noGrp="1"/>
          </p:cNvSpPr>
          <p:nvPr/>
        </p:nvSpPr>
        <p:spPr>
          <a:xfrm>
            <a:off x="1532319" y="3120914"/>
            <a:ext cx="28398" cy="28398"/>
          </a:xfrm>
          <a:prstGeom prst="ellipse">
            <a:avLst/>
          </a:prstGeom>
          <a:solidFill>
            <a:srgbClr val="7F8C97">
              <a:alpha val="48000"/>
            </a:srgbClr>
          </a:solidFill>
          <a:ln w="0">
            <a:noFill/>
            <a:prstDash val="solid"/>
          </a:ln>
        </p:spPr>
      </p:sp>
      <p:sp>
        <p:nvSpPr>
          <p:cNvPr id="809" name="03_assume_matched_6106">
            <a:extLst>
              <a:ext uri="{FF2B5EF4-FFF2-40B4-BE49-F238E27FC236}">
                <a16:creationId xmlns:a16="http://schemas.microsoft.com/office/drawing/2014/main" id="{089B763B-A71E-4F7B-81C8-B3204F2CFA57}"/>
              </a:ext>
            </a:extLst>
          </p:cNvPr>
          <p:cNvSpPr>
            <a:spLocks noGrp="1"/>
          </p:cNvSpPr>
          <p:nvPr/>
        </p:nvSpPr>
        <p:spPr>
          <a:xfrm>
            <a:off x="1449571" y="3120914"/>
            <a:ext cx="28398" cy="28398"/>
          </a:xfrm>
          <a:prstGeom prst="ellipse">
            <a:avLst/>
          </a:prstGeom>
          <a:solidFill>
            <a:srgbClr val="7F8C97">
              <a:alpha val="48000"/>
            </a:srgbClr>
          </a:solidFill>
          <a:ln w="0">
            <a:noFill/>
            <a:prstDash val="solid"/>
          </a:ln>
        </p:spPr>
      </p:sp>
      <p:sp>
        <p:nvSpPr>
          <p:cNvPr id="810" name="03_assume_matched_6107">
            <a:extLst>
              <a:ext uri="{FF2B5EF4-FFF2-40B4-BE49-F238E27FC236}">
                <a16:creationId xmlns:a16="http://schemas.microsoft.com/office/drawing/2014/main" id="{3F9E4E37-158A-4D45-959E-A72C064F50D5}"/>
              </a:ext>
            </a:extLst>
          </p:cNvPr>
          <p:cNvSpPr>
            <a:spLocks noGrp="1"/>
          </p:cNvSpPr>
          <p:nvPr/>
        </p:nvSpPr>
        <p:spPr>
          <a:xfrm>
            <a:off x="1427841" y="2536045"/>
            <a:ext cx="28398" cy="28398"/>
          </a:xfrm>
          <a:prstGeom prst="ellipse">
            <a:avLst/>
          </a:prstGeom>
          <a:solidFill>
            <a:srgbClr val="7F8C97">
              <a:alpha val="48000"/>
            </a:srgbClr>
          </a:solidFill>
          <a:ln w="0">
            <a:noFill/>
            <a:prstDash val="solid"/>
          </a:ln>
        </p:spPr>
      </p:sp>
      <p:sp>
        <p:nvSpPr>
          <p:cNvPr id="811" name="03_assume_matched_6108">
            <a:extLst>
              <a:ext uri="{FF2B5EF4-FFF2-40B4-BE49-F238E27FC236}">
                <a16:creationId xmlns:a16="http://schemas.microsoft.com/office/drawing/2014/main" id="{F7160BEA-0FE1-4946-ACBD-CFED8E8C1618}"/>
              </a:ext>
            </a:extLst>
          </p:cNvPr>
          <p:cNvSpPr>
            <a:spLocks noGrp="1"/>
          </p:cNvSpPr>
          <p:nvPr/>
        </p:nvSpPr>
        <p:spPr>
          <a:xfrm>
            <a:off x="1511596" y="3120914"/>
            <a:ext cx="28398" cy="28398"/>
          </a:xfrm>
          <a:prstGeom prst="ellipse">
            <a:avLst/>
          </a:prstGeom>
          <a:solidFill>
            <a:srgbClr val="7F8C97">
              <a:alpha val="48000"/>
            </a:srgbClr>
          </a:solidFill>
          <a:ln w="0">
            <a:noFill/>
            <a:prstDash val="solid"/>
          </a:ln>
        </p:spPr>
      </p:sp>
      <p:sp>
        <p:nvSpPr>
          <p:cNvPr id="812" name="03_assume_matched_6109">
            <a:extLst>
              <a:ext uri="{FF2B5EF4-FFF2-40B4-BE49-F238E27FC236}">
                <a16:creationId xmlns:a16="http://schemas.microsoft.com/office/drawing/2014/main" id="{E1AC6290-96D6-4E56-9C0B-ACF15C6DC6C9}"/>
              </a:ext>
            </a:extLst>
          </p:cNvPr>
          <p:cNvSpPr>
            <a:spLocks noGrp="1"/>
          </p:cNvSpPr>
          <p:nvPr/>
        </p:nvSpPr>
        <p:spPr>
          <a:xfrm>
            <a:off x="1421077" y="3120914"/>
            <a:ext cx="28398" cy="28398"/>
          </a:xfrm>
          <a:prstGeom prst="ellipse">
            <a:avLst/>
          </a:prstGeom>
          <a:solidFill>
            <a:srgbClr val="7F8C97">
              <a:alpha val="48000"/>
            </a:srgbClr>
          </a:solidFill>
          <a:ln w="0">
            <a:noFill/>
            <a:prstDash val="solid"/>
          </a:ln>
        </p:spPr>
      </p:sp>
      <p:sp>
        <p:nvSpPr>
          <p:cNvPr id="813" name="03_assume_matched_6110">
            <a:extLst>
              <a:ext uri="{FF2B5EF4-FFF2-40B4-BE49-F238E27FC236}">
                <a16:creationId xmlns:a16="http://schemas.microsoft.com/office/drawing/2014/main" id="{85942378-7EF1-4DC4-8089-7F2C93B2EA0B}"/>
              </a:ext>
            </a:extLst>
          </p:cNvPr>
          <p:cNvSpPr>
            <a:spLocks noGrp="1"/>
          </p:cNvSpPr>
          <p:nvPr/>
        </p:nvSpPr>
        <p:spPr>
          <a:xfrm>
            <a:off x="1515193" y="2536045"/>
            <a:ext cx="28398" cy="28398"/>
          </a:xfrm>
          <a:prstGeom prst="ellipse">
            <a:avLst/>
          </a:prstGeom>
          <a:solidFill>
            <a:srgbClr val="7F8C97">
              <a:alpha val="48000"/>
            </a:srgbClr>
          </a:solidFill>
          <a:ln w="0">
            <a:noFill/>
            <a:prstDash val="solid"/>
          </a:ln>
        </p:spPr>
      </p:sp>
      <p:sp>
        <p:nvSpPr>
          <p:cNvPr id="814" name="03_assume_matched_6111">
            <a:extLst>
              <a:ext uri="{FF2B5EF4-FFF2-40B4-BE49-F238E27FC236}">
                <a16:creationId xmlns:a16="http://schemas.microsoft.com/office/drawing/2014/main" id="{278DDE98-F1C3-48DD-B33A-B05AF2F7B180}"/>
              </a:ext>
            </a:extLst>
          </p:cNvPr>
          <p:cNvSpPr>
            <a:spLocks noGrp="1"/>
          </p:cNvSpPr>
          <p:nvPr/>
        </p:nvSpPr>
        <p:spPr>
          <a:xfrm>
            <a:off x="1422372" y="3120914"/>
            <a:ext cx="28398" cy="28398"/>
          </a:xfrm>
          <a:prstGeom prst="ellipse">
            <a:avLst/>
          </a:prstGeom>
          <a:solidFill>
            <a:srgbClr val="7F8C97">
              <a:alpha val="48000"/>
            </a:srgbClr>
          </a:solidFill>
          <a:ln w="0">
            <a:noFill/>
            <a:prstDash val="solid"/>
          </a:ln>
        </p:spPr>
      </p:sp>
      <p:sp>
        <p:nvSpPr>
          <p:cNvPr id="815" name="03_assume_matched_6112">
            <a:extLst>
              <a:ext uri="{FF2B5EF4-FFF2-40B4-BE49-F238E27FC236}">
                <a16:creationId xmlns:a16="http://schemas.microsoft.com/office/drawing/2014/main" id="{768F7317-A969-4D53-B8B8-B2351074348B}"/>
              </a:ext>
            </a:extLst>
          </p:cNvPr>
          <p:cNvSpPr>
            <a:spLocks noGrp="1"/>
          </p:cNvSpPr>
          <p:nvPr/>
        </p:nvSpPr>
        <p:spPr>
          <a:xfrm>
            <a:off x="1542824" y="2536045"/>
            <a:ext cx="28398" cy="28398"/>
          </a:xfrm>
          <a:prstGeom prst="ellipse">
            <a:avLst/>
          </a:prstGeom>
          <a:solidFill>
            <a:srgbClr val="7F8C97">
              <a:alpha val="48000"/>
            </a:srgbClr>
          </a:solidFill>
          <a:ln w="0">
            <a:noFill/>
            <a:prstDash val="solid"/>
          </a:ln>
        </p:spPr>
      </p:sp>
      <p:sp>
        <p:nvSpPr>
          <p:cNvPr id="816" name="03_assume_matched_6113">
            <a:extLst>
              <a:ext uri="{FF2B5EF4-FFF2-40B4-BE49-F238E27FC236}">
                <a16:creationId xmlns:a16="http://schemas.microsoft.com/office/drawing/2014/main" id="{FFC05450-AF96-44A0-9C84-CBADAFDCD9D4}"/>
              </a:ext>
            </a:extLst>
          </p:cNvPr>
          <p:cNvSpPr>
            <a:spLocks noGrp="1"/>
          </p:cNvSpPr>
          <p:nvPr/>
        </p:nvSpPr>
        <p:spPr>
          <a:xfrm>
            <a:off x="1520806" y="2536045"/>
            <a:ext cx="28398" cy="28398"/>
          </a:xfrm>
          <a:prstGeom prst="ellipse">
            <a:avLst/>
          </a:prstGeom>
          <a:solidFill>
            <a:srgbClr val="7F8C97">
              <a:alpha val="48000"/>
            </a:srgbClr>
          </a:solidFill>
          <a:ln w="0">
            <a:noFill/>
            <a:prstDash val="solid"/>
          </a:ln>
        </p:spPr>
      </p:sp>
      <p:sp>
        <p:nvSpPr>
          <p:cNvPr id="817" name="03_assume_matched_6114">
            <a:extLst>
              <a:ext uri="{FF2B5EF4-FFF2-40B4-BE49-F238E27FC236}">
                <a16:creationId xmlns:a16="http://schemas.microsoft.com/office/drawing/2014/main" id="{04B23A34-AD48-4C3E-A87B-539885D6F093}"/>
              </a:ext>
            </a:extLst>
          </p:cNvPr>
          <p:cNvSpPr>
            <a:spLocks noGrp="1"/>
          </p:cNvSpPr>
          <p:nvPr/>
        </p:nvSpPr>
        <p:spPr>
          <a:xfrm>
            <a:off x="1468711" y="2536045"/>
            <a:ext cx="28398" cy="28398"/>
          </a:xfrm>
          <a:prstGeom prst="ellipse">
            <a:avLst/>
          </a:prstGeom>
          <a:solidFill>
            <a:srgbClr val="7F8C97">
              <a:alpha val="48000"/>
            </a:srgbClr>
          </a:solidFill>
          <a:ln w="0">
            <a:noFill/>
            <a:prstDash val="solid"/>
          </a:ln>
        </p:spPr>
      </p:sp>
      <p:sp>
        <p:nvSpPr>
          <p:cNvPr id="818" name="03_assume_matched_6115">
            <a:extLst>
              <a:ext uri="{FF2B5EF4-FFF2-40B4-BE49-F238E27FC236}">
                <a16:creationId xmlns:a16="http://schemas.microsoft.com/office/drawing/2014/main" id="{1A9E793B-A328-4FB8-BB61-F106A2FCEB6F}"/>
              </a:ext>
            </a:extLst>
          </p:cNvPr>
          <p:cNvSpPr>
            <a:spLocks noGrp="1"/>
          </p:cNvSpPr>
          <p:nvPr/>
        </p:nvSpPr>
        <p:spPr>
          <a:xfrm>
            <a:off x="1444390" y="3120914"/>
            <a:ext cx="28398" cy="28398"/>
          </a:xfrm>
          <a:prstGeom prst="ellipse">
            <a:avLst/>
          </a:prstGeom>
          <a:solidFill>
            <a:srgbClr val="7F8C97">
              <a:alpha val="48000"/>
            </a:srgbClr>
          </a:solidFill>
          <a:ln w="0">
            <a:noFill/>
            <a:prstDash val="solid"/>
          </a:ln>
        </p:spPr>
      </p:sp>
      <p:sp>
        <p:nvSpPr>
          <p:cNvPr id="819" name="03_assume_matched_6116">
            <a:extLst>
              <a:ext uri="{FF2B5EF4-FFF2-40B4-BE49-F238E27FC236}">
                <a16:creationId xmlns:a16="http://schemas.microsoft.com/office/drawing/2014/main" id="{C082CEBC-4C35-485E-B6FC-101B2987B83C}"/>
              </a:ext>
            </a:extLst>
          </p:cNvPr>
          <p:cNvSpPr>
            <a:spLocks noGrp="1"/>
          </p:cNvSpPr>
          <p:nvPr/>
        </p:nvSpPr>
        <p:spPr>
          <a:xfrm>
            <a:off x="1546853" y="3120914"/>
            <a:ext cx="28398" cy="28398"/>
          </a:xfrm>
          <a:prstGeom prst="ellipse">
            <a:avLst/>
          </a:prstGeom>
          <a:solidFill>
            <a:srgbClr val="7F8C97">
              <a:alpha val="48000"/>
            </a:srgbClr>
          </a:solidFill>
          <a:ln w="0">
            <a:noFill/>
            <a:prstDash val="solid"/>
          </a:ln>
        </p:spPr>
      </p:sp>
      <p:sp>
        <p:nvSpPr>
          <p:cNvPr id="820" name="03_assume_matched_6117">
            <a:extLst>
              <a:ext uri="{FF2B5EF4-FFF2-40B4-BE49-F238E27FC236}">
                <a16:creationId xmlns:a16="http://schemas.microsoft.com/office/drawing/2014/main" id="{ED3DFBFB-72B5-4515-A647-9D14C55BAE7C}"/>
              </a:ext>
            </a:extLst>
          </p:cNvPr>
          <p:cNvSpPr>
            <a:spLocks noGrp="1"/>
          </p:cNvSpPr>
          <p:nvPr/>
        </p:nvSpPr>
        <p:spPr>
          <a:xfrm>
            <a:off x="1494614" y="3120914"/>
            <a:ext cx="28398" cy="28398"/>
          </a:xfrm>
          <a:prstGeom prst="ellipse">
            <a:avLst/>
          </a:prstGeom>
          <a:solidFill>
            <a:srgbClr val="7F8C97">
              <a:alpha val="48000"/>
            </a:srgbClr>
          </a:solidFill>
          <a:ln w="0">
            <a:noFill/>
            <a:prstDash val="solid"/>
          </a:ln>
        </p:spPr>
      </p:sp>
      <p:sp>
        <p:nvSpPr>
          <p:cNvPr id="821" name="03_assume_matched_6118">
            <a:extLst>
              <a:ext uri="{FF2B5EF4-FFF2-40B4-BE49-F238E27FC236}">
                <a16:creationId xmlns:a16="http://schemas.microsoft.com/office/drawing/2014/main" id="{776A1CCC-FA7B-4BD9-8913-6F1BC90221F6}"/>
              </a:ext>
            </a:extLst>
          </p:cNvPr>
          <p:cNvSpPr>
            <a:spLocks noGrp="1"/>
          </p:cNvSpPr>
          <p:nvPr/>
        </p:nvSpPr>
        <p:spPr>
          <a:xfrm>
            <a:off x="1527426" y="3120914"/>
            <a:ext cx="28398" cy="28398"/>
          </a:xfrm>
          <a:prstGeom prst="ellipse">
            <a:avLst/>
          </a:prstGeom>
          <a:solidFill>
            <a:srgbClr val="7F8C97">
              <a:alpha val="48000"/>
            </a:srgbClr>
          </a:solidFill>
          <a:ln w="0">
            <a:noFill/>
            <a:prstDash val="solid"/>
          </a:ln>
        </p:spPr>
      </p:sp>
      <p:sp>
        <p:nvSpPr>
          <p:cNvPr id="822" name="03_assume_matched_6119">
            <a:extLst>
              <a:ext uri="{FF2B5EF4-FFF2-40B4-BE49-F238E27FC236}">
                <a16:creationId xmlns:a16="http://schemas.microsoft.com/office/drawing/2014/main" id="{82E4F161-5C8E-4BD8-A80A-7017CBD4467B}"/>
              </a:ext>
            </a:extLst>
          </p:cNvPr>
          <p:cNvSpPr>
            <a:spLocks noGrp="1"/>
          </p:cNvSpPr>
          <p:nvPr/>
        </p:nvSpPr>
        <p:spPr>
          <a:xfrm>
            <a:off x="1426546" y="2886967"/>
            <a:ext cx="28398" cy="28398"/>
          </a:xfrm>
          <a:prstGeom prst="ellipse">
            <a:avLst/>
          </a:prstGeom>
          <a:solidFill>
            <a:srgbClr val="7F8C97">
              <a:alpha val="48000"/>
            </a:srgbClr>
          </a:solidFill>
          <a:ln w="0">
            <a:noFill/>
            <a:prstDash val="solid"/>
          </a:ln>
        </p:spPr>
      </p:sp>
      <p:sp>
        <p:nvSpPr>
          <p:cNvPr id="823" name="03_assume_matched_6120">
            <a:extLst>
              <a:ext uri="{FF2B5EF4-FFF2-40B4-BE49-F238E27FC236}">
                <a16:creationId xmlns:a16="http://schemas.microsoft.com/office/drawing/2014/main" id="{2C93AEA6-D7E2-4790-8020-502FECB5867A}"/>
              </a:ext>
            </a:extLst>
          </p:cNvPr>
          <p:cNvSpPr>
            <a:spLocks noGrp="1"/>
          </p:cNvSpPr>
          <p:nvPr/>
        </p:nvSpPr>
        <p:spPr>
          <a:xfrm>
            <a:off x="1518503" y="3120914"/>
            <a:ext cx="28398" cy="28398"/>
          </a:xfrm>
          <a:prstGeom prst="ellipse">
            <a:avLst/>
          </a:prstGeom>
          <a:solidFill>
            <a:srgbClr val="7F8C97">
              <a:alpha val="48000"/>
            </a:srgbClr>
          </a:solidFill>
          <a:ln w="0">
            <a:noFill/>
            <a:prstDash val="solid"/>
          </a:ln>
        </p:spPr>
      </p:sp>
      <p:sp>
        <p:nvSpPr>
          <p:cNvPr id="824" name="03_assume_matched_6121">
            <a:extLst>
              <a:ext uri="{FF2B5EF4-FFF2-40B4-BE49-F238E27FC236}">
                <a16:creationId xmlns:a16="http://schemas.microsoft.com/office/drawing/2014/main" id="{3302A162-24D2-4813-BDA3-C4543A110089}"/>
              </a:ext>
            </a:extLst>
          </p:cNvPr>
          <p:cNvSpPr>
            <a:spLocks noGrp="1"/>
          </p:cNvSpPr>
          <p:nvPr/>
        </p:nvSpPr>
        <p:spPr>
          <a:xfrm>
            <a:off x="1497637" y="3120914"/>
            <a:ext cx="28398" cy="28398"/>
          </a:xfrm>
          <a:prstGeom prst="ellipse">
            <a:avLst/>
          </a:prstGeom>
          <a:solidFill>
            <a:srgbClr val="7F8C97">
              <a:alpha val="48000"/>
            </a:srgbClr>
          </a:solidFill>
          <a:ln w="0">
            <a:noFill/>
            <a:prstDash val="solid"/>
          </a:ln>
        </p:spPr>
      </p:sp>
      <p:sp>
        <p:nvSpPr>
          <p:cNvPr id="825" name="03_assume_matched_6122">
            <a:extLst>
              <a:ext uri="{FF2B5EF4-FFF2-40B4-BE49-F238E27FC236}">
                <a16:creationId xmlns:a16="http://schemas.microsoft.com/office/drawing/2014/main" id="{27B450BC-2E5E-476F-AE3B-2406E37C79FB}"/>
              </a:ext>
            </a:extLst>
          </p:cNvPr>
          <p:cNvSpPr>
            <a:spLocks noGrp="1"/>
          </p:cNvSpPr>
          <p:nvPr/>
        </p:nvSpPr>
        <p:spPr>
          <a:xfrm>
            <a:off x="1406254" y="2536045"/>
            <a:ext cx="28398" cy="28398"/>
          </a:xfrm>
          <a:prstGeom prst="ellipse">
            <a:avLst/>
          </a:prstGeom>
          <a:solidFill>
            <a:srgbClr val="7F8C97">
              <a:alpha val="48000"/>
            </a:srgbClr>
          </a:solidFill>
          <a:ln w="0">
            <a:noFill/>
            <a:prstDash val="solid"/>
          </a:ln>
        </p:spPr>
      </p:sp>
      <p:sp>
        <p:nvSpPr>
          <p:cNvPr id="826" name="03_assume_matched_6123">
            <a:extLst>
              <a:ext uri="{FF2B5EF4-FFF2-40B4-BE49-F238E27FC236}">
                <a16:creationId xmlns:a16="http://schemas.microsoft.com/office/drawing/2014/main" id="{2BE3F36D-2D2E-4D9E-A9BE-812BA955BBB7}"/>
              </a:ext>
            </a:extLst>
          </p:cNvPr>
          <p:cNvSpPr>
            <a:spLocks noGrp="1"/>
          </p:cNvSpPr>
          <p:nvPr/>
        </p:nvSpPr>
        <p:spPr>
          <a:xfrm>
            <a:off x="1465545" y="3120914"/>
            <a:ext cx="28398" cy="28398"/>
          </a:xfrm>
          <a:prstGeom prst="ellipse">
            <a:avLst/>
          </a:prstGeom>
          <a:solidFill>
            <a:srgbClr val="7F8C97">
              <a:alpha val="48000"/>
            </a:srgbClr>
          </a:solidFill>
          <a:ln w="0">
            <a:noFill/>
            <a:prstDash val="solid"/>
          </a:ln>
        </p:spPr>
      </p:sp>
      <p:sp>
        <p:nvSpPr>
          <p:cNvPr id="827" name="03_assume_matched_6124">
            <a:extLst>
              <a:ext uri="{FF2B5EF4-FFF2-40B4-BE49-F238E27FC236}">
                <a16:creationId xmlns:a16="http://schemas.microsoft.com/office/drawing/2014/main" id="{83715FFD-099E-4A12-9B39-1CC92FDD49D4}"/>
              </a:ext>
            </a:extLst>
          </p:cNvPr>
          <p:cNvSpPr>
            <a:spLocks noGrp="1"/>
          </p:cNvSpPr>
          <p:nvPr/>
        </p:nvSpPr>
        <p:spPr>
          <a:xfrm>
            <a:off x="1447700" y="3120914"/>
            <a:ext cx="28398" cy="28398"/>
          </a:xfrm>
          <a:prstGeom prst="ellipse">
            <a:avLst/>
          </a:prstGeom>
          <a:solidFill>
            <a:srgbClr val="7F8C97">
              <a:alpha val="48000"/>
            </a:srgbClr>
          </a:solidFill>
          <a:ln w="0">
            <a:noFill/>
            <a:prstDash val="solid"/>
          </a:ln>
        </p:spPr>
      </p:sp>
      <p:sp>
        <p:nvSpPr>
          <p:cNvPr id="828" name="03_assume_matched_6125">
            <a:extLst>
              <a:ext uri="{FF2B5EF4-FFF2-40B4-BE49-F238E27FC236}">
                <a16:creationId xmlns:a16="http://schemas.microsoft.com/office/drawing/2014/main" id="{665CF049-C257-43E2-99C6-C982FC1E01BB}"/>
              </a:ext>
            </a:extLst>
          </p:cNvPr>
          <p:cNvSpPr>
            <a:spLocks noGrp="1"/>
          </p:cNvSpPr>
          <p:nvPr/>
        </p:nvSpPr>
        <p:spPr>
          <a:xfrm>
            <a:off x="1479936" y="2731002"/>
            <a:ext cx="28398" cy="28398"/>
          </a:xfrm>
          <a:prstGeom prst="ellipse">
            <a:avLst/>
          </a:prstGeom>
          <a:solidFill>
            <a:srgbClr val="7F8C97">
              <a:alpha val="48000"/>
            </a:srgbClr>
          </a:solidFill>
          <a:ln w="0">
            <a:noFill/>
            <a:prstDash val="solid"/>
          </a:ln>
        </p:spPr>
      </p:sp>
      <p:sp>
        <p:nvSpPr>
          <p:cNvPr id="829" name="03_assume_matched_6126">
            <a:extLst>
              <a:ext uri="{FF2B5EF4-FFF2-40B4-BE49-F238E27FC236}">
                <a16:creationId xmlns:a16="http://schemas.microsoft.com/office/drawing/2014/main" id="{948DB4F9-9A5B-4F48-A601-691D19A53930}"/>
              </a:ext>
            </a:extLst>
          </p:cNvPr>
          <p:cNvSpPr>
            <a:spLocks noGrp="1"/>
          </p:cNvSpPr>
          <p:nvPr/>
        </p:nvSpPr>
        <p:spPr>
          <a:xfrm>
            <a:off x="1461803" y="3023436"/>
            <a:ext cx="28398" cy="28398"/>
          </a:xfrm>
          <a:prstGeom prst="ellipse">
            <a:avLst/>
          </a:prstGeom>
          <a:solidFill>
            <a:srgbClr val="7F8C97">
              <a:alpha val="48000"/>
            </a:srgbClr>
          </a:solidFill>
          <a:ln w="0">
            <a:noFill/>
            <a:prstDash val="solid"/>
          </a:ln>
        </p:spPr>
      </p:sp>
      <p:sp>
        <p:nvSpPr>
          <p:cNvPr id="830" name="03_assume_matched_6127">
            <a:extLst>
              <a:ext uri="{FF2B5EF4-FFF2-40B4-BE49-F238E27FC236}">
                <a16:creationId xmlns:a16="http://schemas.microsoft.com/office/drawing/2014/main" id="{D8D9D193-2F15-4299-A677-35088B7F7659}"/>
              </a:ext>
            </a:extLst>
          </p:cNvPr>
          <p:cNvSpPr>
            <a:spLocks noGrp="1"/>
          </p:cNvSpPr>
          <p:nvPr/>
        </p:nvSpPr>
        <p:spPr>
          <a:xfrm>
            <a:off x="1523972" y="3120914"/>
            <a:ext cx="28398" cy="28398"/>
          </a:xfrm>
          <a:prstGeom prst="ellipse">
            <a:avLst/>
          </a:prstGeom>
          <a:solidFill>
            <a:srgbClr val="7F8C97">
              <a:alpha val="48000"/>
            </a:srgbClr>
          </a:solidFill>
          <a:ln w="0">
            <a:noFill/>
            <a:prstDash val="solid"/>
          </a:ln>
        </p:spPr>
      </p:sp>
      <p:sp>
        <p:nvSpPr>
          <p:cNvPr id="831" name="03_assume_matched_6128">
            <a:extLst>
              <a:ext uri="{FF2B5EF4-FFF2-40B4-BE49-F238E27FC236}">
                <a16:creationId xmlns:a16="http://schemas.microsoft.com/office/drawing/2014/main" id="{A5D8EAC6-898D-4C08-AB85-4E075FB45A4A}"/>
              </a:ext>
            </a:extLst>
          </p:cNvPr>
          <p:cNvSpPr>
            <a:spLocks noGrp="1"/>
          </p:cNvSpPr>
          <p:nvPr/>
        </p:nvSpPr>
        <p:spPr>
          <a:xfrm>
            <a:off x="1422084" y="2769993"/>
            <a:ext cx="28398" cy="28398"/>
          </a:xfrm>
          <a:prstGeom prst="ellipse">
            <a:avLst/>
          </a:prstGeom>
          <a:solidFill>
            <a:srgbClr val="7F8C97">
              <a:alpha val="48000"/>
            </a:srgbClr>
          </a:solidFill>
          <a:ln w="0">
            <a:noFill/>
            <a:prstDash val="solid"/>
          </a:ln>
        </p:spPr>
      </p:sp>
      <p:sp>
        <p:nvSpPr>
          <p:cNvPr id="832" name="03_assume_matched_6129">
            <a:extLst>
              <a:ext uri="{FF2B5EF4-FFF2-40B4-BE49-F238E27FC236}">
                <a16:creationId xmlns:a16="http://schemas.microsoft.com/office/drawing/2014/main" id="{1C0C6442-8D4F-47BA-8750-5D0C1A0FE66D}"/>
              </a:ext>
            </a:extLst>
          </p:cNvPr>
          <p:cNvSpPr>
            <a:spLocks noGrp="1"/>
          </p:cNvSpPr>
          <p:nvPr/>
        </p:nvSpPr>
        <p:spPr>
          <a:xfrm>
            <a:off x="1428704" y="3120914"/>
            <a:ext cx="28398" cy="28398"/>
          </a:xfrm>
          <a:prstGeom prst="ellipse">
            <a:avLst/>
          </a:prstGeom>
          <a:solidFill>
            <a:srgbClr val="7F8C97">
              <a:alpha val="48000"/>
            </a:srgbClr>
          </a:solidFill>
          <a:ln w="0">
            <a:noFill/>
            <a:prstDash val="solid"/>
          </a:ln>
        </p:spPr>
      </p:sp>
      <p:sp>
        <p:nvSpPr>
          <p:cNvPr id="833" name="03_assume_matched_6130">
            <a:extLst>
              <a:ext uri="{FF2B5EF4-FFF2-40B4-BE49-F238E27FC236}">
                <a16:creationId xmlns:a16="http://schemas.microsoft.com/office/drawing/2014/main" id="{C883844F-E3BB-4F2A-AE67-39D76F823D3F}"/>
              </a:ext>
            </a:extLst>
          </p:cNvPr>
          <p:cNvSpPr>
            <a:spLocks noGrp="1"/>
          </p:cNvSpPr>
          <p:nvPr/>
        </p:nvSpPr>
        <p:spPr>
          <a:xfrm>
            <a:off x="1488570" y="2536045"/>
            <a:ext cx="28398" cy="28398"/>
          </a:xfrm>
          <a:prstGeom prst="ellipse">
            <a:avLst/>
          </a:prstGeom>
          <a:solidFill>
            <a:srgbClr val="7F8C97">
              <a:alpha val="48000"/>
            </a:srgbClr>
          </a:solidFill>
          <a:ln w="0">
            <a:noFill/>
            <a:prstDash val="solid"/>
          </a:ln>
        </p:spPr>
      </p:sp>
      <p:sp>
        <p:nvSpPr>
          <p:cNvPr id="834" name="03_assume_matched_6131">
            <a:extLst>
              <a:ext uri="{FF2B5EF4-FFF2-40B4-BE49-F238E27FC236}">
                <a16:creationId xmlns:a16="http://schemas.microsoft.com/office/drawing/2014/main" id="{9DAC109F-F022-498A-992C-C9F36E92E9F3}"/>
              </a:ext>
            </a:extLst>
          </p:cNvPr>
          <p:cNvSpPr>
            <a:spLocks noGrp="1"/>
          </p:cNvSpPr>
          <p:nvPr/>
        </p:nvSpPr>
        <p:spPr>
          <a:xfrm>
            <a:off x="1487275" y="2536045"/>
            <a:ext cx="28398" cy="28398"/>
          </a:xfrm>
          <a:prstGeom prst="ellipse">
            <a:avLst/>
          </a:prstGeom>
          <a:solidFill>
            <a:srgbClr val="7F8C97">
              <a:alpha val="48000"/>
            </a:srgbClr>
          </a:solidFill>
          <a:ln w="0">
            <a:noFill/>
            <a:prstDash val="solid"/>
          </a:ln>
        </p:spPr>
      </p:sp>
      <p:sp>
        <p:nvSpPr>
          <p:cNvPr id="835" name="03_assume_matched_6132">
            <a:extLst>
              <a:ext uri="{FF2B5EF4-FFF2-40B4-BE49-F238E27FC236}">
                <a16:creationId xmlns:a16="http://schemas.microsoft.com/office/drawing/2014/main" id="{4E0DB550-A0E2-4554-AE51-94F2181A0910}"/>
              </a:ext>
            </a:extLst>
          </p:cNvPr>
          <p:cNvSpPr>
            <a:spLocks noGrp="1"/>
          </p:cNvSpPr>
          <p:nvPr/>
        </p:nvSpPr>
        <p:spPr>
          <a:xfrm>
            <a:off x="1534046" y="3120914"/>
            <a:ext cx="28398" cy="28398"/>
          </a:xfrm>
          <a:prstGeom prst="ellipse">
            <a:avLst/>
          </a:prstGeom>
          <a:solidFill>
            <a:srgbClr val="7F8C97">
              <a:alpha val="48000"/>
            </a:srgbClr>
          </a:solidFill>
          <a:ln w="0">
            <a:noFill/>
            <a:prstDash val="solid"/>
          </a:ln>
        </p:spPr>
      </p:sp>
      <p:sp>
        <p:nvSpPr>
          <p:cNvPr id="836" name="03_assume_matched_6133">
            <a:extLst>
              <a:ext uri="{FF2B5EF4-FFF2-40B4-BE49-F238E27FC236}">
                <a16:creationId xmlns:a16="http://schemas.microsoft.com/office/drawing/2014/main" id="{98A34C1C-0A41-405D-8C78-2B5D28A879BC}"/>
              </a:ext>
            </a:extLst>
          </p:cNvPr>
          <p:cNvSpPr>
            <a:spLocks noGrp="1"/>
          </p:cNvSpPr>
          <p:nvPr/>
        </p:nvSpPr>
        <p:spPr>
          <a:xfrm>
            <a:off x="1512315" y="3120914"/>
            <a:ext cx="28398" cy="28398"/>
          </a:xfrm>
          <a:prstGeom prst="ellipse">
            <a:avLst/>
          </a:prstGeom>
          <a:solidFill>
            <a:srgbClr val="7F8C97">
              <a:alpha val="48000"/>
            </a:srgbClr>
          </a:solidFill>
          <a:ln w="0">
            <a:noFill/>
            <a:prstDash val="solid"/>
          </a:ln>
        </p:spPr>
      </p:sp>
      <p:sp>
        <p:nvSpPr>
          <p:cNvPr id="837" name="03_assume_matched_6134">
            <a:extLst>
              <a:ext uri="{FF2B5EF4-FFF2-40B4-BE49-F238E27FC236}">
                <a16:creationId xmlns:a16="http://schemas.microsoft.com/office/drawing/2014/main" id="{DC047BD4-C46D-4FE1-B522-00840CD3359C}"/>
              </a:ext>
            </a:extLst>
          </p:cNvPr>
          <p:cNvSpPr>
            <a:spLocks noGrp="1"/>
          </p:cNvSpPr>
          <p:nvPr/>
        </p:nvSpPr>
        <p:spPr>
          <a:xfrm>
            <a:off x="1444390" y="3120914"/>
            <a:ext cx="28398" cy="28398"/>
          </a:xfrm>
          <a:prstGeom prst="ellipse">
            <a:avLst/>
          </a:prstGeom>
          <a:solidFill>
            <a:srgbClr val="7F8C97">
              <a:alpha val="48000"/>
            </a:srgbClr>
          </a:solidFill>
          <a:ln w="0">
            <a:noFill/>
            <a:prstDash val="solid"/>
          </a:ln>
        </p:spPr>
      </p:sp>
      <p:sp>
        <p:nvSpPr>
          <p:cNvPr id="838" name="03_assume_matched_6135">
            <a:extLst>
              <a:ext uri="{FF2B5EF4-FFF2-40B4-BE49-F238E27FC236}">
                <a16:creationId xmlns:a16="http://schemas.microsoft.com/office/drawing/2014/main" id="{B43BACF6-690A-4726-B235-65C08B556D2E}"/>
              </a:ext>
            </a:extLst>
          </p:cNvPr>
          <p:cNvSpPr>
            <a:spLocks noGrp="1"/>
          </p:cNvSpPr>
          <p:nvPr/>
        </p:nvSpPr>
        <p:spPr>
          <a:xfrm>
            <a:off x="1515193" y="3120914"/>
            <a:ext cx="28398" cy="28398"/>
          </a:xfrm>
          <a:prstGeom prst="ellipse">
            <a:avLst/>
          </a:prstGeom>
          <a:solidFill>
            <a:srgbClr val="7F8C97">
              <a:alpha val="48000"/>
            </a:srgbClr>
          </a:solidFill>
          <a:ln w="0">
            <a:noFill/>
            <a:prstDash val="solid"/>
          </a:ln>
        </p:spPr>
      </p:sp>
      <p:sp>
        <p:nvSpPr>
          <p:cNvPr id="839" name="03_assume_matched_6136">
            <a:extLst>
              <a:ext uri="{FF2B5EF4-FFF2-40B4-BE49-F238E27FC236}">
                <a16:creationId xmlns:a16="http://schemas.microsoft.com/office/drawing/2014/main" id="{CC6EAE0C-10DB-4476-9BD8-395FC8A255DF}"/>
              </a:ext>
            </a:extLst>
          </p:cNvPr>
          <p:cNvSpPr>
            <a:spLocks noGrp="1"/>
          </p:cNvSpPr>
          <p:nvPr/>
        </p:nvSpPr>
        <p:spPr>
          <a:xfrm>
            <a:off x="1503537" y="3120914"/>
            <a:ext cx="28398" cy="28398"/>
          </a:xfrm>
          <a:prstGeom prst="ellipse">
            <a:avLst/>
          </a:prstGeom>
          <a:solidFill>
            <a:srgbClr val="7F8C97">
              <a:alpha val="48000"/>
            </a:srgbClr>
          </a:solidFill>
          <a:ln w="0">
            <a:noFill/>
            <a:prstDash val="solid"/>
          </a:ln>
        </p:spPr>
      </p:sp>
      <p:sp>
        <p:nvSpPr>
          <p:cNvPr id="840" name="03_assume_matched_6137">
            <a:extLst>
              <a:ext uri="{FF2B5EF4-FFF2-40B4-BE49-F238E27FC236}">
                <a16:creationId xmlns:a16="http://schemas.microsoft.com/office/drawing/2014/main" id="{CE14B900-1DE4-46A0-8E0E-F1379085A880}"/>
              </a:ext>
            </a:extLst>
          </p:cNvPr>
          <p:cNvSpPr>
            <a:spLocks noGrp="1"/>
          </p:cNvSpPr>
          <p:nvPr/>
        </p:nvSpPr>
        <p:spPr>
          <a:xfrm>
            <a:off x="1509725" y="3120914"/>
            <a:ext cx="28398" cy="28398"/>
          </a:xfrm>
          <a:prstGeom prst="ellipse">
            <a:avLst/>
          </a:prstGeom>
          <a:solidFill>
            <a:srgbClr val="7F8C97">
              <a:alpha val="48000"/>
            </a:srgbClr>
          </a:solidFill>
          <a:ln w="0">
            <a:noFill/>
            <a:prstDash val="solid"/>
          </a:ln>
        </p:spPr>
      </p:sp>
      <p:sp>
        <p:nvSpPr>
          <p:cNvPr id="841" name="03_assume_matched_6138">
            <a:extLst>
              <a:ext uri="{FF2B5EF4-FFF2-40B4-BE49-F238E27FC236}">
                <a16:creationId xmlns:a16="http://schemas.microsoft.com/office/drawing/2014/main" id="{5746CBBA-7D77-4F74-8DC1-E4CD596DF7D4}"/>
              </a:ext>
            </a:extLst>
          </p:cNvPr>
          <p:cNvSpPr>
            <a:spLocks noGrp="1"/>
          </p:cNvSpPr>
          <p:nvPr/>
        </p:nvSpPr>
        <p:spPr>
          <a:xfrm>
            <a:off x="1523108" y="3120914"/>
            <a:ext cx="28398" cy="28398"/>
          </a:xfrm>
          <a:prstGeom prst="ellipse">
            <a:avLst/>
          </a:prstGeom>
          <a:solidFill>
            <a:srgbClr val="7F8C97">
              <a:alpha val="48000"/>
            </a:srgbClr>
          </a:solidFill>
          <a:ln w="0">
            <a:noFill/>
            <a:prstDash val="solid"/>
          </a:ln>
        </p:spPr>
      </p:sp>
      <p:sp>
        <p:nvSpPr>
          <p:cNvPr id="842" name="03_assume_matched_6139">
            <a:extLst>
              <a:ext uri="{FF2B5EF4-FFF2-40B4-BE49-F238E27FC236}">
                <a16:creationId xmlns:a16="http://schemas.microsoft.com/office/drawing/2014/main" id="{FA37CA96-4E7F-4757-B170-238A9E41266F}"/>
              </a:ext>
            </a:extLst>
          </p:cNvPr>
          <p:cNvSpPr>
            <a:spLocks noGrp="1"/>
          </p:cNvSpPr>
          <p:nvPr/>
        </p:nvSpPr>
        <p:spPr>
          <a:xfrm>
            <a:off x="1431726" y="2536045"/>
            <a:ext cx="28398" cy="28398"/>
          </a:xfrm>
          <a:prstGeom prst="ellipse">
            <a:avLst/>
          </a:prstGeom>
          <a:solidFill>
            <a:srgbClr val="7F8C97">
              <a:alpha val="48000"/>
            </a:srgbClr>
          </a:solidFill>
          <a:ln w="0">
            <a:noFill/>
            <a:prstDash val="solid"/>
          </a:ln>
        </p:spPr>
      </p:sp>
      <p:sp>
        <p:nvSpPr>
          <p:cNvPr id="843" name="03_assume_matched_6140">
            <a:extLst>
              <a:ext uri="{FF2B5EF4-FFF2-40B4-BE49-F238E27FC236}">
                <a16:creationId xmlns:a16="http://schemas.microsoft.com/office/drawing/2014/main" id="{DB25031C-3B13-4749-BC60-9829342AC043}"/>
              </a:ext>
            </a:extLst>
          </p:cNvPr>
          <p:cNvSpPr>
            <a:spLocks noGrp="1"/>
          </p:cNvSpPr>
          <p:nvPr/>
        </p:nvSpPr>
        <p:spPr>
          <a:xfrm>
            <a:off x="1420933" y="3023436"/>
            <a:ext cx="28398" cy="28398"/>
          </a:xfrm>
          <a:prstGeom prst="ellipse">
            <a:avLst/>
          </a:prstGeom>
          <a:solidFill>
            <a:srgbClr val="7F8C97">
              <a:alpha val="48000"/>
            </a:srgbClr>
          </a:solidFill>
          <a:ln w="0">
            <a:noFill/>
            <a:prstDash val="solid"/>
          </a:ln>
        </p:spPr>
      </p:sp>
      <p:sp>
        <p:nvSpPr>
          <p:cNvPr id="844" name="03_assume_matched_6141">
            <a:extLst>
              <a:ext uri="{FF2B5EF4-FFF2-40B4-BE49-F238E27FC236}">
                <a16:creationId xmlns:a16="http://schemas.microsoft.com/office/drawing/2014/main" id="{8E6D47E6-B1F4-4876-8329-09AD41CF1157}"/>
              </a:ext>
            </a:extLst>
          </p:cNvPr>
          <p:cNvSpPr>
            <a:spLocks noGrp="1"/>
          </p:cNvSpPr>
          <p:nvPr/>
        </p:nvSpPr>
        <p:spPr>
          <a:xfrm>
            <a:off x="1503825" y="2974697"/>
            <a:ext cx="28398" cy="28398"/>
          </a:xfrm>
          <a:prstGeom prst="ellipse">
            <a:avLst/>
          </a:prstGeom>
          <a:solidFill>
            <a:srgbClr val="7F8C97">
              <a:alpha val="48000"/>
            </a:srgbClr>
          </a:solidFill>
          <a:ln w="0">
            <a:noFill/>
            <a:prstDash val="solid"/>
          </a:ln>
        </p:spPr>
      </p:sp>
      <p:sp>
        <p:nvSpPr>
          <p:cNvPr id="845" name="03_assume_matched_6142">
            <a:extLst>
              <a:ext uri="{FF2B5EF4-FFF2-40B4-BE49-F238E27FC236}">
                <a16:creationId xmlns:a16="http://schemas.microsoft.com/office/drawing/2014/main" id="{113DC4E6-7B9C-4463-BAA8-07DA230F1F80}"/>
              </a:ext>
            </a:extLst>
          </p:cNvPr>
          <p:cNvSpPr>
            <a:spLocks noGrp="1"/>
          </p:cNvSpPr>
          <p:nvPr/>
        </p:nvSpPr>
        <p:spPr>
          <a:xfrm>
            <a:off x="1540953" y="3079138"/>
            <a:ext cx="28398" cy="28398"/>
          </a:xfrm>
          <a:prstGeom prst="ellipse">
            <a:avLst/>
          </a:prstGeom>
          <a:solidFill>
            <a:srgbClr val="7F8C97">
              <a:alpha val="48000"/>
            </a:srgbClr>
          </a:solidFill>
          <a:ln w="0">
            <a:noFill/>
            <a:prstDash val="solid"/>
          </a:ln>
        </p:spPr>
      </p:sp>
      <p:sp>
        <p:nvSpPr>
          <p:cNvPr id="846" name="03_assume_matched_6143">
            <a:extLst>
              <a:ext uri="{FF2B5EF4-FFF2-40B4-BE49-F238E27FC236}">
                <a16:creationId xmlns:a16="http://schemas.microsoft.com/office/drawing/2014/main" id="{40793A1D-8283-41EA-ACFB-7DC9AAEFD00F}"/>
              </a:ext>
            </a:extLst>
          </p:cNvPr>
          <p:cNvSpPr>
            <a:spLocks noGrp="1"/>
          </p:cNvSpPr>
          <p:nvPr/>
        </p:nvSpPr>
        <p:spPr>
          <a:xfrm>
            <a:off x="1547141" y="2633523"/>
            <a:ext cx="28398" cy="28398"/>
          </a:xfrm>
          <a:prstGeom prst="ellipse">
            <a:avLst/>
          </a:prstGeom>
          <a:solidFill>
            <a:srgbClr val="7F8C97">
              <a:alpha val="48000"/>
            </a:srgbClr>
          </a:solidFill>
          <a:ln w="0">
            <a:noFill/>
            <a:prstDash val="solid"/>
          </a:ln>
        </p:spPr>
      </p:sp>
      <p:sp>
        <p:nvSpPr>
          <p:cNvPr id="847" name="03_assume_matched_6144">
            <a:extLst>
              <a:ext uri="{FF2B5EF4-FFF2-40B4-BE49-F238E27FC236}">
                <a16:creationId xmlns:a16="http://schemas.microsoft.com/office/drawing/2014/main" id="{5F7BFE96-9F89-4B9E-9177-524B8D99A411}"/>
              </a:ext>
            </a:extLst>
          </p:cNvPr>
          <p:cNvSpPr>
            <a:spLocks noGrp="1"/>
          </p:cNvSpPr>
          <p:nvPr/>
        </p:nvSpPr>
        <p:spPr>
          <a:xfrm>
            <a:off x="1458206" y="3120914"/>
            <a:ext cx="28398" cy="28398"/>
          </a:xfrm>
          <a:prstGeom prst="ellipse">
            <a:avLst/>
          </a:prstGeom>
          <a:solidFill>
            <a:srgbClr val="7F8C97">
              <a:alpha val="48000"/>
            </a:srgbClr>
          </a:solidFill>
          <a:ln w="0">
            <a:noFill/>
            <a:prstDash val="solid"/>
          </a:ln>
        </p:spPr>
      </p:sp>
      <p:sp>
        <p:nvSpPr>
          <p:cNvPr id="848" name="03_assume_matched_6145">
            <a:extLst>
              <a:ext uri="{FF2B5EF4-FFF2-40B4-BE49-F238E27FC236}">
                <a16:creationId xmlns:a16="http://schemas.microsoft.com/office/drawing/2014/main" id="{37F3ED23-0F08-4BA3-9F07-EEC900780527}"/>
              </a:ext>
            </a:extLst>
          </p:cNvPr>
          <p:cNvSpPr>
            <a:spLocks noGrp="1"/>
          </p:cNvSpPr>
          <p:nvPr/>
        </p:nvSpPr>
        <p:spPr>
          <a:xfrm>
            <a:off x="1511020" y="2925958"/>
            <a:ext cx="28398" cy="28398"/>
          </a:xfrm>
          <a:prstGeom prst="ellipse">
            <a:avLst/>
          </a:prstGeom>
          <a:solidFill>
            <a:srgbClr val="7F8C97">
              <a:alpha val="48000"/>
            </a:srgbClr>
          </a:solidFill>
          <a:ln w="0">
            <a:noFill/>
            <a:prstDash val="solid"/>
          </a:ln>
        </p:spPr>
      </p:sp>
      <p:sp>
        <p:nvSpPr>
          <p:cNvPr id="849" name="03_assume_matched_6146">
            <a:extLst>
              <a:ext uri="{FF2B5EF4-FFF2-40B4-BE49-F238E27FC236}">
                <a16:creationId xmlns:a16="http://schemas.microsoft.com/office/drawing/2014/main" id="{92405477-532E-4F9B-AA41-9CFA2F214DCF}"/>
              </a:ext>
            </a:extLst>
          </p:cNvPr>
          <p:cNvSpPr>
            <a:spLocks noGrp="1"/>
          </p:cNvSpPr>
          <p:nvPr/>
        </p:nvSpPr>
        <p:spPr>
          <a:xfrm>
            <a:off x="1521957" y="2536045"/>
            <a:ext cx="28398" cy="28398"/>
          </a:xfrm>
          <a:prstGeom prst="ellipse">
            <a:avLst/>
          </a:prstGeom>
          <a:solidFill>
            <a:srgbClr val="7F8C97">
              <a:alpha val="48000"/>
            </a:srgbClr>
          </a:solidFill>
          <a:ln w="0">
            <a:noFill/>
            <a:prstDash val="solid"/>
          </a:ln>
        </p:spPr>
      </p:sp>
      <p:sp>
        <p:nvSpPr>
          <p:cNvPr id="850" name="03_assume_matched_6147">
            <a:extLst>
              <a:ext uri="{FF2B5EF4-FFF2-40B4-BE49-F238E27FC236}">
                <a16:creationId xmlns:a16="http://schemas.microsoft.com/office/drawing/2014/main" id="{0763779B-0138-43E1-A881-8FCEFEDD520E}"/>
              </a:ext>
            </a:extLst>
          </p:cNvPr>
          <p:cNvSpPr>
            <a:spLocks noGrp="1"/>
          </p:cNvSpPr>
          <p:nvPr/>
        </p:nvSpPr>
        <p:spPr>
          <a:xfrm>
            <a:off x="1539370" y="2536045"/>
            <a:ext cx="28398" cy="28398"/>
          </a:xfrm>
          <a:prstGeom prst="ellipse">
            <a:avLst/>
          </a:prstGeom>
          <a:solidFill>
            <a:srgbClr val="7F8C97">
              <a:alpha val="48000"/>
            </a:srgbClr>
          </a:solidFill>
          <a:ln w="0">
            <a:noFill/>
            <a:prstDash val="solid"/>
          </a:ln>
        </p:spPr>
      </p:sp>
      <p:sp>
        <p:nvSpPr>
          <p:cNvPr id="851" name="03_assume_matched_6148">
            <a:extLst>
              <a:ext uri="{FF2B5EF4-FFF2-40B4-BE49-F238E27FC236}">
                <a16:creationId xmlns:a16="http://schemas.microsoft.com/office/drawing/2014/main" id="{9C411A9D-CB1D-4B63-BB0E-7CA965D5E9D2}"/>
              </a:ext>
            </a:extLst>
          </p:cNvPr>
          <p:cNvSpPr>
            <a:spLocks noGrp="1"/>
          </p:cNvSpPr>
          <p:nvPr/>
        </p:nvSpPr>
        <p:spPr>
          <a:xfrm>
            <a:off x="1524116" y="2536045"/>
            <a:ext cx="28398" cy="28398"/>
          </a:xfrm>
          <a:prstGeom prst="ellipse">
            <a:avLst/>
          </a:prstGeom>
          <a:solidFill>
            <a:srgbClr val="7F8C97">
              <a:alpha val="48000"/>
            </a:srgbClr>
          </a:solidFill>
          <a:ln w="0">
            <a:noFill/>
            <a:prstDash val="solid"/>
          </a:ln>
        </p:spPr>
      </p:sp>
      <p:sp>
        <p:nvSpPr>
          <p:cNvPr id="852" name="03_assume_matched_6149">
            <a:extLst>
              <a:ext uri="{FF2B5EF4-FFF2-40B4-BE49-F238E27FC236}">
                <a16:creationId xmlns:a16="http://schemas.microsoft.com/office/drawing/2014/main" id="{CE4C5C35-FF07-4BF3-B747-762DCD2AF8C6}"/>
              </a:ext>
            </a:extLst>
          </p:cNvPr>
          <p:cNvSpPr>
            <a:spLocks noGrp="1"/>
          </p:cNvSpPr>
          <p:nvPr/>
        </p:nvSpPr>
        <p:spPr>
          <a:xfrm>
            <a:off x="1502386" y="3120914"/>
            <a:ext cx="28398" cy="28398"/>
          </a:xfrm>
          <a:prstGeom prst="ellipse">
            <a:avLst/>
          </a:prstGeom>
          <a:solidFill>
            <a:srgbClr val="7F8C97">
              <a:alpha val="48000"/>
            </a:srgbClr>
          </a:solidFill>
          <a:ln w="0">
            <a:noFill/>
            <a:prstDash val="solid"/>
          </a:ln>
        </p:spPr>
      </p:sp>
      <p:sp>
        <p:nvSpPr>
          <p:cNvPr id="853" name="03_assume_matched_6150">
            <a:extLst>
              <a:ext uri="{FF2B5EF4-FFF2-40B4-BE49-F238E27FC236}">
                <a16:creationId xmlns:a16="http://schemas.microsoft.com/office/drawing/2014/main" id="{5ADFE8B5-650F-4A70-8E03-4BC92E7B13C3}"/>
              </a:ext>
            </a:extLst>
          </p:cNvPr>
          <p:cNvSpPr>
            <a:spLocks noGrp="1"/>
          </p:cNvSpPr>
          <p:nvPr/>
        </p:nvSpPr>
        <p:spPr>
          <a:xfrm>
            <a:off x="1414169" y="2536045"/>
            <a:ext cx="28398" cy="28398"/>
          </a:xfrm>
          <a:prstGeom prst="ellipse">
            <a:avLst/>
          </a:prstGeom>
          <a:solidFill>
            <a:srgbClr val="7F8C97">
              <a:alpha val="48000"/>
            </a:srgbClr>
          </a:solidFill>
          <a:ln w="0">
            <a:noFill/>
            <a:prstDash val="solid"/>
          </a:ln>
        </p:spPr>
      </p:sp>
      <p:sp>
        <p:nvSpPr>
          <p:cNvPr id="854" name="03_assume_matched_6151">
            <a:extLst>
              <a:ext uri="{FF2B5EF4-FFF2-40B4-BE49-F238E27FC236}">
                <a16:creationId xmlns:a16="http://schemas.microsoft.com/office/drawing/2014/main" id="{8BAF022F-95FF-4EDA-AA8B-DA5BBC4C3C4E}"/>
              </a:ext>
            </a:extLst>
          </p:cNvPr>
          <p:cNvSpPr>
            <a:spLocks noGrp="1"/>
          </p:cNvSpPr>
          <p:nvPr/>
        </p:nvSpPr>
        <p:spPr>
          <a:xfrm>
            <a:off x="1428129" y="3120914"/>
            <a:ext cx="28398" cy="28398"/>
          </a:xfrm>
          <a:prstGeom prst="ellipse">
            <a:avLst/>
          </a:prstGeom>
          <a:solidFill>
            <a:srgbClr val="7F8C97">
              <a:alpha val="48000"/>
            </a:srgbClr>
          </a:solidFill>
          <a:ln w="0">
            <a:noFill/>
            <a:prstDash val="solid"/>
          </a:ln>
        </p:spPr>
      </p:sp>
      <p:sp>
        <p:nvSpPr>
          <p:cNvPr id="855" name="03_assume_matched_6152">
            <a:extLst>
              <a:ext uri="{FF2B5EF4-FFF2-40B4-BE49-F238E27FC236}">
                <a16:creationId xmlns:a16="http://schemas.microsoft.com/office/drawing/2014/main" id="{5A94E5A1-EBE0-4B4B-A591-DCA2E2C732AB}"/>
              </a:ext>
            </a:extLst>
          </p:cNvPr>
          <p:cNvSpPr>
            <a:spLocks noGrp="1"/>
          </p:cNvSpPr>
          <p:nvPr/>
        </p:nvSpPr>
        <p:spPr>
          <a:xfrm>
            <a:off x="1489290" y="2536045"/>
            <a:ext cx="28398" cy="28398"/>
          </a:xfrm>
          <a:prstGeom prst="ellipse">
            <a:avLst/>
          </a:prstGeom>
          <a:solidFill>
            <a:srgbClr val="7F8C97">
              <a:alpha val="48000"/>
            </a:srgbClr>
          </a:solidFill>
          <a:ln w="0">
            <a:noFill/>
            <a:prstDash val="solid"/>
          </a:ln>
        </p:spPr>
      </p:sp>
      <p:sp>
        <p:nvSpPr>
          <p:cNvPr id="856" name="03_assume_matched_6153">
            <a:extLst>
              <a:ext uri="{FF2B5EF4-FFF2-40B4-BE49-F238E27FC236}">
                <a16:creationId xmlns:a16="http://schemas.microsoft.com/office/drawing/2014/main" id="{0DBD62BE-F1F7-442A-90E1-D8AC2559579A}"/>
              </a:ext>
            </a:extLst>
          </p:cNvPr>
          <p:cNvSpPr>
            <a:spLocks noGrp="1"/>
          </p:cNvSpPr>
          <p:nvPr/>
        </p:nvSpPr>
        <p:spPr>
          <a:xfrm>
            <a:off x="1434173" y="2536045"/>
            <a:ext cx="28398" cy="28398"/>
          </a:xfrm>
          <a:prstGeom prst="ellipse">
            <a:avLst/>
          </a:prstGeom>
          <a:solidFill>
            <a:srgbClr val="7F8C97">
              <a:alpha val="48000"/>
            </a:srgbClr>
          </a:solidFill>
          <a:ln w="0">
            <a:noFill/>
            <a:prstDash val="solid"/>
          </a:ln>
        </p:spPr>
      </p:sp>
      <p:sp>
        <p:nvSpPr>
          <p:cNvPr id="857" name="03_assume_matched_6154">
            <a:extLst>
              <a:ext uri="{FF2B5EF4-FFF2-40B4-BE49-F238E27FC236}">
                <a16:creationId xmlns:a16="http://schemas.microsoft.com/office/drawing/2014/main" id="{8A0591DF-4B9D-4E25-8C74-6DDD7CA6CB5E}"/>
              </a:ext>
            </a:extLst>
          </p:cNvPr>
          <p:cNvSpPr>
            <a:spLocks noGrp="1"/>
          </p:cNvSpPr>
          <p:nvPr/>
        </p:nvSpPr>
        <p:spPr>
          <a:xfrm>
            <a:off x="1460220" y="3120914"/>
            <a:ext cx="28398" cy="28398"/>
          </a:xfrm>
          <a:prstGeom prst="ellipse">
            <a:avLst/>
          </a:prstGeom>
          <a:solidFill>
            <a:srgbClr val="7F8C97">
              <a:alpha val="48000"/>
            </a:srgbClr>
          </a:solidFill>
          <a:ln w="0">
            <a:noFill/>
            <a:prstDash val="solid"/>
          </a:ln>
        </p:spPr>
      </p:sp>
      <p:sp>
        <p:nvSpPr>
          <p:cNvPr id="858" name="03_assume_matched_6155">
            <a:extLst>
              <a:ext uri="{FF2B5EF4-FFF2-40B4-BE49-F238E27FC236}">
                <a16:creationId xmlns:a16="http://schemas.microsoft.com/office/drawing/2014/main" id="{32402224-4E37-4CB9-B8DE-0F2553A8FCD4}"/>
              </a:ext>
            </a:extLst>
          </p:cNvPr>
          <p:cNvSpPr>
            <a:spLocks noGrp="1"/>
          </p:cNvSpPr>
          <p:nvPr/>
        </p:nvSpPr>
        <p:spPr>
          <a:xfrm>
            <a:off x="1409276" y="3120914"/>
            <a:ext cx="28398" cy="28398"/>
          </a:xfrm>
          <a:prstGeom prst="ellipse">
            <a:avLst/>
          </a:prstGeom>
          <a:solidFill>
            <a:srgbClr val="7F8C97">
              <a:alpha val="48000"/>
            </a:srgbClr>
          </a:solidFill>
          <a:ln w="0">
            <a:noFill/>
            <a:prstDash val="solid"/>
          </a:ln>
        </p:spPr>
      </p:sp>
      <p:sp>
        <p:nvSpPr>
          <p:cNvPr id="859" name="03_assume_matched_6156">
            <a:extLst>
              <a:ext uri="{FF2B5EF4-FFF2-40B4-BE49-F238E27FC236}">
                <a16:creationId xmlns:a16="http://schemas.microsoft.com/office/drawing/2014/main" id="{388E3741-0DFD-4DBF-9903-CCAC07EE1EBC}"/>
              </a:ext>
            </a:extLst>
          </p:cNvPr>
          <p:cNvSpPr>
            <a:spLocks noGrp="1"/>
          </p:cNvSpPr>
          <p:nvPr/>
        </p:nvSpPr>
        <p:spPr>
          <a:xfrm>
            <a:off x="2281956" y="2708507"/>
            <a:ext cx="28398" cy="28398"/>
          </a:xfrm>
          <a:prstGeom prst="ellipse">
            <a:avLst/>
          </a:prstGeom>
          <a:solidFill>
            <a:srgbClr val="7F8C97">
              <a:alpha val="48000"/>
            </a:srgbClr>
          </a:solidFill>
          <a:ln w="0">
            <a:noFill/>
            <a:prstDash val="solid"/>
          </a:ln>
        </p:spPr>
      </p:sp>
      <p:sp>
        <p:nvSpPr>
          <p:cNvPr id="860" name="03_assume_matched_6157">
            <a:extLst>
              <a:ext uri="{FF2B5EF4-FFF2-40B4-BE49-F238E27FC236}">
                <a16:creationId xmlns:a16="http://schemas.microsoft.com/office/drawing/2014/main" id="{617DD7CF-066D-4115-88D4-4EDEFCB59C23}"/>
              </a:ext>
            </a:extLst>
          </p:cNvPr>
          <p:cNvSpPr>
            <a:spLocks noGrp="1"/>
          </p:cNvSpPr>
          <p:nvPr/>
        </p:nvSpPr>
        <p:spPr>
          <a:xfrm>
            <a:off x="2270443" y="3120914"/>
            <a:ext cx="28398" cy="28398"/>
          </a:xfrm>
          <a:prstGeom prst="ellipse">
            <a:avLst/>
          </a:prstGeom>
          <a:solidFill>
            <a:srgbClr val="7F8C97">
              <a:alpha val="48000"/>
            </a:srgbClr>
          </a:solidFill>
          <a:ln w="0">
            <a:noFill/>
            <a:prstDash val="solid"/>
          </a:ln>
        </p:spPr>
      </p:sp>
      <p:sp>
        <p:nvSpPr>
          <p:cNvPr id="861" name="03_assume_matched_6158">
            <a:extLst>
              <a:ext uri="{FF2B5EF4-FFF2-40B4-BE49-F238E27FC236}">
                <a16:creationId xmlns:a16="http://schemas.microsoft.com/office/drawing/2014/main" id="{4416E7D5-FAE3-498F-9688-36AC2CF4D675}"/>
              </a:ext>
            </a:extLst>
          </p:cNvPr>
          <p:cNvSpPr>
            <a:spLocks noGrp="1"/>
          </p:cNvSpPr>
          <p:nvPr/>
        </p:nvSpPr>
        <p:spPr>
          <a:xfrm>
            <a:off x="2213311" y="3120914"/>
            <a:ext cx="28398" cy="28398"/>
          </a:xfrm>
          <a:prstGeom prst="ellipse">
            <a:avLst/>
          </a:prstGeom>
          <a:solidFill>
            <a:srgbClr val="7F8C97">
              <a:alpha val="48000"/>
            </a:srgbClr>
          </a:solidFill>
          <a:ln w="0">
            <a:noFill/>
            <a:prstDash val="solid"/>
          </a:ln>
        </p:spPr>
      </p:sp>
      <p:sp>
        <p:nvSpPr>
          <p:cNvPr id="862" name="03_assume_matched_6159">
            <a:extLst>
              <a:ext uri="{FF2B5EF4-FFF2-40B4-BE49-F238E27FC236}">
                <a16:creationId xmlns:a16="http://schemas.microsoft.com/office/drawing/2014/main" id="{661F1791-BBE3-4FC4-B10C-3BD4AD9429A3}"/>
              </a:ext>
            </a:extLst>
          </p:cNvPr>
          <p:cNvSpPr>
            <a:spLocks noGrp="1"/>
          </p:cNvSpPr>
          <p:nvPr/>
        </p:nvSpPr>
        <p:spPr>
          <a:xfrm>
            <a:off x="2292173" y="2536045"/>
            <a:ext cx="28398" cy="28398"/>
          </a:xfrm>
          <a:prstGeom prst="ellipse">
            <a:avLst/>
          </a:prstGeom>
          <a:solidFill>
            <a:srgbClr val="7F8C97">
              <a:alpha val="48000"/>
            </a:srgbClr>
          </a:solidFill>
          <a:ln w="0">
            <a:noFill/>
            <a:prstDash val="solid"/>
          </a:ln>
        </p:spPr>
      </p:sp>
      <p:sp>
        <p:nvSpPr>
          <p:cNvPr id="863" name="03_assume_matched_6160">
            <a:extLst>
              <a:ext uri="{FF2B5EF4-FFF2-40B4-BE49-F238E27FC236}">
                <a16:creationId xmlns:a16="http://schemas.microsoft.com/office/drawing/2014/main" id="{0017CE97-38EE-42E5-8494-37909DFC06F3}"/>
              </a:ext>
            </a:extLst>
          </p:cNvPr>
          <p:cNvSpPr>
            <a:spLocks noGrp="1"/>
          </p:cNvSpPr>
          <p:nvPr/>
        </p:nvSpPr>
        <p:spPr>
          <a:xfrm>
            <a:off x="2259938" y="2703151"/>
            <a:ext cx="28398" cy="28398"/>
          </a:xfrm>
          <a:prstGeom prst="ellipse">
            <a:avLst/>
          </a:prstGeom>
          <a:solidFill>
            <a:srgbClr val="7F8C97">
              <a:alpha val="48000"/>
            </a:srgbClr>
          </a:solidFill>
          <a:ln w="0">
            <a:noFill/>
            <a:prstDash val="solid"/>
          </a:ln>
        </p:spPr>
      </p:sp>
      <p:sp>
        <p:nvSpPr>
          <p:cNvPr id="864" name="03_assume_matched_6161">
            <a:extLst>
              <a:ext uri="{FF2B5EF4-FFF2-40B4-BE49-F238E27FC236}">
                <a16:creationId xmlns:a16="http://schemas.microsoft.com/office/drawing/2014/main" id="{C234FDA1-9737-4DC4-8B18-75324AA8C2A0}"/>
              </a:ext>
            </a:extLst>
          </p:cNvPr>
          <p:cNvSpPr>
            <a:spLocks noGrp="1"/>
          </p:cNvSpPr>
          <p:nvPr/>
        </p:nvSpPr>
        <p:spPr>
          <a:xfrm>
            <a:off x="2164670" y="2801895"/>
            <a:ext cx="28398" cy="28398"/>
          </a:xfrm>
          <a:prstGeom prst="ellipse">
            <a:avLst/>
          </a:prstGeom>
          <a:solidFill>
            <a:srgbClr val="7F8C97">
              <a:alpha val="48000"/>
            </a:srgbClr>
          </a:solidFill>
          <a:ln w="0">
            <a:noFill/>
            <a:prstDash val="solid"/>
          </a:ln>
        </p:spPr>
      </p:sp>
      <p:sp>
        <p:nvSpPr>
          <p:cNvPr id="865" name="03_assume_matched_6162">
            <a:extLst>
              <a:ext uri="{FF2B5EF4-FFF2-40B4-BE49-F238E27FC236}">
                <a16:creationId xmlns:a16="http://schemas.microsoft.com/office/drawing/2014/main" id="{654D0931-CD44-4D45-828F-1CA386482A60}"/>
              </a:ext>
            </a:extLst>
          </p:cNvPr>
          <p:cNvSpPr>
            <a:spLocks noGrp="1"/>
          </p:cNvSpPr>
          <p:nvPr/>
        </p:nvSpPr>
        <p:spPr>
          <a:xfrm>
            <a:off x="2195322" y="3120914"/>
            <a:ext cx="28398" cy="28398"/>
          </a:xfrm>
          <a:prstGeom prst="ellipse">
            <a:avLst/>
          </a:prstGeom>
          <a:solidFill>
            <a:srgbClr val="7F8C97">
              <a:alpha val="48000"/>
            </a:srgbClr>
          </a:solidFill>
          <a:ln w="0">
            <a:noFill/>
            <a:prstDash val="solid"/>
          </a:ln>
        </p:spPr>
      </p:sp>
      <p:sp>
        <p:nvSpPr>
          <p:cNvPr id="866" name="03_assume_matched_6163">
            <a:extLst>
              <a:ext uri="{FF2B5EF4-FFF2-40B4-BE49-F238E27FC236}">
                <a16:creationId xmlns:a16="http://schemas.microsoft.com/office/drawing/2014/main" id="{D4876C4E-C4C2-437D-8112-199A5246FA3E}"/>
              </a:ext>
            </a:extLst>
          </p:cNvPr>
          <p:cNvSpPr>
            <a:spLocks noGrp="1"/>
          </p:cNvSpPr>
          <p:nvPr/>
        </p:nvSpPr>
        <p:spPr>
          <a:xfrm>
            <a:off x="2164382" y="3120914"/>
            <a:ext cx="28398" cy="28398"/>
          </a:xfrm>
          <a:prstGeom prst="ellipse">
            <a:avLst/>
          </a:prstGeom>
          <a:solidFill>
            <a:srgbClr val="7F8C97">
              <a:alpha val="48000"/>
            </a:srgbClr>
          </a:solidFill>
          <a:ln w="0">
            <a:noFill/>
            <a:prstDash val="solid"/>
          </a:ln>
        </p:spPr>
      </p:sp>
      <p:sp>
        <p:nvSpPr>
          <p:cNvPr id="867" name="03_assume_matched_6164">
            <a:extLst>
              <a:ext uri="{FF2B5EF4-FFF2-40B4-BE49-F238E27FC236}">
                <a16:creationId xmlns:a16="http://schemas.microsoft.com/office/drawing/2014/main" id="{C035886E-82AA-4457-AC76-52069D994423}"/>
              </a:ext>
            </a:extLst>
          </p:cNvPr>
          <p:cNvSpPr>
            <a:spLocks noGrp="1"/>
          </p:cNvSpPr>
          <p:nvPr/>
        </p:nvSpPr>
        <p:spPr>
          <a:xfrm>
            <a:off x="2245691" y="2828480"/>
            <a:ext cx="28398" cy="28398"/>
          </a:xfrm>
          <a:prstGeom prst="ellipse">
            <a:avLst/>
          </a:prstGeom>
          <a:solidFill>
            <a:srgbClr val="7F8C97">
              <a:alpha val="48000"/>
            </a:srgbClr>
          </a:solidFill>
          <a:ln w="0">
            <a:noFill/>
            <a:prstDash val="solid"/>
          </a:ln>
        </p:spPr>
      </p:sp>
      <p:sp>
        <p:nvSpPr>
          <p:cNvPr id="868" name="03_assume_matched_6165">
            <a:extLst>
              <a:ext uri="{FF2B5EF4-FFF2-40B4-BE49-F238E27FC236}">
                <a16:creationId xmlns:a16="http://schemas.microsoft.com/office/drawing/2014/main" id="{ADE61009-CC16-487C-87E5-F75AD8897E9B}"/>
              </a:ext>
            </a:extLst>
          </p:cNvPr>
          <p:cNvSpPr>
            <a:spLocks noGrp="1"/>
          </p:cNvSpPr>
          <p:nvPr/>
        </p:nvSpPr>
        <p:spPr>
          <a:xfrm>
            <a:off x="2226982" y="3120914"/>
            <a:ext cx="28398" cy="28398"/>
          </a:xfrm>
          <a:prstGeom prst="ellipse">
            <a:avLst/>
          </a:prstGeom>
          <a:solidFill>
            <a:srgbClr val="7F8C97">
              <a:alpha val="48000"/>
            </a:srgbClr>
          </a:solidFill>
          <a:ln w="0">
            <a:noFill/>
            <a:prstDash val="solid"/>
          </a:ln>
        </p:spPr>
      </p:sp>
      <p:sp>
        <p:nvSpPr>
          <p:cNvPr id="869" name="03_assume_matched_6166">
            <a:extLst>
              <a:ext uri="{FF2B5EF4-FFF2-40B4-BE49-F238E27FC236}">
                <a16:creationId xmlns:a16="http://schemas.microsoft.com/office/drawing/2014/main" id="{468F8D2D-DA78-4104-8125-FA95EA0D38D3}"/>
              </a:ext>
            </a:extLst>
          </p:cNvPr>
          <p:cNvSpPr>
            <a:spLocks noGrp="1"/>
          </p:cNvSpPr>
          <p:nvPr/>
        </p:nvSpPr>
        <p:spPr>
          <a:xfrm>
            <a:off x="2211728" y="3120914"/>
            <a:ext cx="28398" cy="28398"/>
          </a:xfrm>
          <a:prstGeom prst="ellipse">
            <a:avLst/>
          </a:prstGeom>
          <a:solidFill>
            <a:srgbClr val="7F8C97">
              <a:alpha val="48000"/>
            </a:srgbClr>
          </a:solidFill>
          <a:ln w="0">
            <a:noFill/>
            <a:prstDash val="solid"/>
          </a:ln>
        </p:spPr>
      </p:sp>
      <p:sp>
        <p:nvSpPr>
          <p:cNvPr id="870" name="03_assume_matched_6167">
            <a:extLst>
              <a:ext uri="{FF2B5EF4-FFF2-40B4-BE49-F238E27FC236}">
                <a16:creationId xmlns:a16="http://schemas.microsoft.com/office/drawing/2014/main" id="{928E66CC-81E6-4184-9B35-3AD8DD1E17AF}"/>
              </a:ext>
            </a:extLst>
          </p:cNvPr>
          <p:cNvSpPr>
            <a:spLocks noGrp="1"/>
          </p:cNvSpPr>
          <p:nvPr/>
        </p:nvSpPr>
        <p:spPr>
          <a:xfrm>
            <a:off x="2197481" y="3120914"/>
            <a:ext cx="28398" cy="28398"/>
          </a:xfrm>
          <a:prstGeom prst="ellipse">
            <a:avLst/>
          </a:prstGeom>
          <a:solidFill>
            <a:srgbClr val="7F8C97">
              <a:alpha val="48000"/>
            </a:srgbClr>
          </a:solidFill>
          <a:ln w="0">
            <a:noFill/>
            <a:prstDash val="solid"/>
          </a:ln>
        </p:spPr>
      </p:sp>
      <p:sp>
        <p:nvSpPr>
          <p:cNvPr id="871" name="03_assume_matched_6168">
            <a:extLst>
              <a:ext uri="{FF2B5EF4-FFF2-40B4-BE49-F238E27FC236}">
                <a16:creationId xmlns:a16="http://schemas.microsoft.com/office/drawing/2014/main" id="{14A12531-8096-4226-BF09-4BAAE4309E66}"/>
              </a:ext>
            </a:extLst>
          </p:cNvPr>
          <p:cNvSpPr>
            <a:spLocks noGrp="1"/>
          </p:cNvSpPr>
          <p:nvPr/>
        </p:nvSpPr>
        <p:spPr>
          <a:xfrm>
            <a:off x="2213887" y="2536045"/>
            <a:ext cx="28398" cy="28398"/>
          </a:xfrm>
          <a:prstGeom prst="ellipse">
            <a:avLst/>
          </a:prstGeom>
          <a:solidFill>
            <a:srgbClr val="7F8C97">
              <a:alpha val="48000"/>
            </a:srgbClr>
          </a:solidFill>
          <a:ln w="0">
            <a:noFill/>
            <a:prstDash val="solid"/>
          </a:ln>
        </p:spPr>
      </p:sp>
      <p:sp>
        <p:nvSpPr>
          <p:cNvPr id="872" name="03_assume_matched_6169">
            <a:extLst>
              <a:ext uri="{FF2B5EF4-FFF2-40B4-BE49-F238E27FC236}">
                <a16:creationId xmlns:a16="http://schemas.microsoft.com/office/drawing/2014/main" id="{101A26C7-EB6C-4C0A-BB41-F1C9A1EA337E}"/>
              </a:ext>
            </a:extLst>
          </p:cNvPr>
          <p:cNvSpPr>
            <a:spLocks noGrp="1"/>
          </p:cNvSpPr>
          <p:nvPr/>
        </p:nvSpPr>
        <p:spPr>
          <a:xfrm>
            <a:off x="2299081" y="2974697"/>
            <a:ext cx="28398" cy="28398"/>
          </a:xfrm>
          <a:prstGeom prst="ellipse">
            <a:avLst/>
          </a:prstGeom>
          <a:solidFill>
            <a:srgbClr val="7F8C97">
              <a:alpha val="48000"/>
            </a:srgbClr>
          </a:solidFill>
          <a:ln w="0">
            <a:noFill/>
            <a:prstDash val="solid"/>
          </a:ln>
        </p:spPr>
      </p:sp>
      <p:sp>
        <p:nvSpPr>
          <p:cNvPr id="873" name="03_assume_matched_6170">
            <a:extLst>
              <a:ext uri="{FF2B5EF4-FFF2-40B4-BE49-F238E27FC236}">
                <a16:creationId xmlns:a16="http://schemas.microsoft.com/office/drawing/2014/main" id="{E5C210A6-B4EC-4A2E-AD32-BD1C5C6AA76A}"/>
              </a:ext>
            </a:extLst>
          </p:cNvPr>
          <p:cNvSpPr>
            <a:spLocks noGrp="1"/>
          </p:cNvSpPr>
          <p:nvPr/>
        </p:nvSpPr>
        <p:spPr>
          <a:xfrm>
            <a:off x="2254037" y="2536045"/>
            <a:ext cx="28398" cy="28398"/>
          </a:xfrm>
          <a:prstGeom prst="ellipse">
            <a:avLst/>
          </a:prstGeom>
          <a:solidFill>
            <a:srgbClr val="7F8C97">
              <a:alpha val="48000"/>
            </a:srgbClr>
          </a:solidFill>
          <a:ln w="0">
            <a:noFill/>
            <a:prstDash val="solid"/>
          </a:ln>
        </p:spPr>
      </p:sp>
      <p:sp>
        <p:nvSpPr>
          <p:cNvPr id="874" name="03_assume_matched_6171">
            <a:extLst>
              <a:ext uri="{FF2B5EF4-FFF2-40B4-BE49-F238E27FC236}">
                <a16:creationId xmlns:a16="http://schemas.microsoft.com/office/drawing/2014/main" id="{E8E49020-D36F-45E4-87D1-AEBCBCD6AC32}"/>
              </a:ext>
            </a:extLst>
          </p:cNvPr>
          <p:cNvSpPr>
            <a:spLocks noGrp="1"/>
          </p:cNvSpPr>
          <p:nvPr/>
        </p:nvSpPr>
        <p:spPr>
          <a:xfrm>
            <a:off x="2263823" y="3120914"/>
            <a:ext cx="28398" cy="28398"/>
          </a:xfrm>
          <a:prstGeom prst="ellipse">
            <a:avLst/>
          </a:prstGeom>
          <a:solidFill>
            <a:srgbClr val="7F8C97">
              <a:alpha val="48000"/>
            </a:srgbClr>
          </a:solidFill>
          <a:ln w="0">
            <a:noFill/>
            <a:prstDash val="solid"/>
          </a:ln>
        </p:spPr>
      </p:sp>
      <p:sp>
        <p:nvSpPr>
          <p:cNvPr id="875" name="03_assume_matched_6172">
            <a:extLst>
              <a:ext uri="{FF2B5EF4-FFF2-40B4-BE49-F238E27FC236}">
                <a16:creationId xmlns:a16="http://schemas.microsoft.com/office/drawing/2014/main" id="{DF3BB374-B4D3-4F62-9F59-E5A444C6769F}"/>
              </a:ext>
            </a:extLst>
          </p:cNvPr>
          <p:cNvSpPr>
            <a:spLocks noGrp="1"/>
          </p:cNvSpPr>
          <p:nvPr/>
        </p:nvSpPr>
        <p:spPr>
          <a:xfrm>
            <a:off x="2200647" y="2990943"/>
            <a:ext cx="28398" cy="28398"/>
          </a:xfrm>
          <a:prstGeom prst="ellipse">
            <a:avLst/>
          </a:prstGeom>
          <a:solidFill>
            <a:srgbClr val="7F8C97">
              <a:alpha val="48000"/>
            </a:srgbClr>
          </a:solidFill>
          <a:ln w="0">
            <a:noFill/>
            <a:prstDash val="solid"/>
          </a:ln>
        </p:spPr>
      </p:sp>
      <p:sp>
        <p:nvSpPr>
          <p:cNvPr id="876" name="03_assume_matched_6173">
            <a:extLst>
              <a:ext uri="{FF2B5EF4-FFF2-40B4-BE49-F238E27FC236}">
                <a16:creationId xmlns:a16="http://schemas.microsoft.com/office/drawing/2014/main" id="{59512E85-B9D1-4B2F-85D4-C81809DC05CA}"/>
              </a:ext>
            </a:extLst>
          </p:cNvPr>
          <p:cNvSpPr>
            <a:spLocks noGrp="1"/>
          </p:cNvSpPr>
          <p:nvPr/>
        </p:nvSpPr>
        <p:spPr>
          <a:xfrm>
            <a:off x="2291022" y="3120914"/>
            <a:ext cx="28398" cy="28398"/>
          </a:xfrm>
          <a:prstGeom prst="ellipse">
            <a:avLst/>
          </a:prstGeom>
          <a:solidFill>
            <a:srgbClr val="7F8C97">
              <a:alpha val="48000"/>
            </a:srgbClr>
          </a:solidFill>
          <a:ln w="0">
            <a:noFill/>
            <a:prstDash val="solid"/>
          </a:ln>
        </p:spPr>
      </p:sp>
      <p:sp>
        <p:nvSpPr>
          <p:cNvPr id="877" name="03_assume_matched_6174">
            <a:extLst>
              <a:ext uri="{FF2B5EF4-FFF2-40B4-BE49-F238E27FC236}">
                <a16:creationId xmlns:a16="http://schemas.microsoft.com/office/drawing/2014/main" id="{C8F55FDA-5058-4C83-80C1-12E2244CC2BF}"/>
              </a:ext>
            </a:extLst>
          </p:cNvPr>
          <p:cNvSpPr>
            <a:spLocks noGrp="1"/>
          </p:cNvSpPr>
          <p:nvPr/>
        </p:nvSpPr>
        <p:spPr>
          <a:xfrm>
            <a:off x="2264111" y="2536045"/>
            <a:ext cx="28398" cy="28398"/>
          </a:xfrm>
          <a:prstGeom prst="ellipse">
            <a:avLst/>
          </a:prstGeom>
          <a:solidFill>
            <a:srgbClr val="7F8C97">
              <a:alpha val="48000"/>
            </a:srgbClr>
          </a:solidFill>
          <a:ln w="0">
            <a:noFill/>
            <a:prstDash val="solid"/>
          </a:ln>
        </p:spPr>
      </p:sp>
      <p:sp>
        <p:nvSpPr>
          <p:cNvPr id="878" name="03_assume_matched_6175">
            <a:extLst>
              <a:ext uri="{FF2B5EF4-FFF2-40B4-BE49-F238E27FC236}">
                <a16:creationId xmlns:a16="http://schemas.microsoft.com/office/drawing/2014/main" id="{3350A37E-7006-4B96-8E1C-A52576FA5A87}"/>
              </a:ext>
            </a:extLst>
          </p:cNvPr>
          <p:cNvSpPr>
            <a:spLocks noGrp="1"/>
          </p:cNvSpPr>
          <p:nvPr/>
        </p:nvSpPr>
        <p:spPr>
          <a:xfrm>
            <a:off x="2181939" y="3120914"/>
            <a:ext cx="28398" cy="28398"/>
          </a:xfrm>
          <a:prstGeom prst="ellipse">
            <a:avLst/>
          </a:prstGeom>
          <a:solidFill>
            <a:srgbClr val="7F8C97">
              <a:alpha val="48000"/>
            </a:srgbClr>
          </a:solidFill>
          <a:ln w="0">
            <a:noFill/>
            <a:prstDash val="solid"/>
          </a:ln>
        </p:spPr>
      </p:sp>
      <p:sp>
        <p:nvSpPr>
          <p:cNvPr id="879" name="03_assume_matched_6176">
            <a:extLst>
              <a:ext uri="{FF2B5EF4-FFF2-40B4-BE49-F238E27FC236}">
                <a16:creationId xmlns:a16="http://schemas.microsoft.com/office/drawing/2014/main" id="{8C6C939C-C112-4A16-AE0E-DB6397AB4075}"/>
              </a:ext>
            </a:extLst>
          </p:cNvPr>
          <p:cNvSpPr>
            <a:spLocks noGrp="1"/>
          </p:cNvSpPr>
          <p:nvPr/>
        </p:nvSpPr>
        <p:spPr>
          <a:xfrm>
            <a:off x="2189278" y="3120914"/>
            <a:ext cx="28398" cy="28398"/>
          </a:xfrm>
          <a:prstGeom prst="ellipse">
            <a:avLst/>
          </a:prstGeom>
          <a:solidFill>
            <a:srgbClr val="7F8C97">
              <a:alpha val="48000"/>
            </a:srgbClr>
          </a:solidFill>
          <a:ln w="0">
            <a:noFill/>
            <a:prstDash val="solid"/>
          </a:ln>
        </p:spPr>
      </p:sp>
      <p:sp>
        <p:nvSpPr>
          <p:cNvPr id="880" name="03_assume_matched_6177">
            <a:extLst>
              <a:ext uri="{FF2B5EF4-FFF2-40B4-BE49-F238E27FC236}">
                <a16:creationId xmlns:a16="http://schemas.microsoft.com/office/drawing/2014/main" id="{CF24D2C0-DFD1-4A9B-8956-7EB7C241D82A}"/>
              </a:ext>
            </a:extLst>
          </p:cNvPr>
          <p:cNvSpPr>
            <a:spLocks noGrp="1"/>
          </p:cNvSpPr>
          <p:nvPr/>
        </p:nvSpPr>
        <p:spPr>
          <a:xfrm>
            <a:off x="2200503" y="2925958"/>
            <a:ext cx="28398" cy="28398"/>
          </a:xfrm>
          <a:prstGeom prst="ellipse">
            <a:avLst/>
          </a:prstGeom>
          <a:solidFill>
            <a:srgbClr val="7F8C97">
              <a:alpha val="48000"/>
            </a:srgbClr>
          </a:solidFill>
          <a:ln w="0">
            <a:noFill/>
            <a:prstDash val="solid"/>
          </a:ln>
        </p:spPr>
      </p:sp>
      <p:sp>
        <p:nvSpPr>
          <p:cNvPr id="881" name="03_assume_matched_6178">
            <a:extLst>
              <a:ext uri="{FF2B5EF4-FFF2-40B4-BE49-F238E27FC236}">
                <a16:creationId xmlns:a16="http://schemas.microsoft.com/office/drawing/2014/main" id="{1EE93546-EA43-4C0F-BFB0-F3D875E01D51}"/>
              </a:ext>
            </a:extLst>
          </p:cNvPr>
          <p:cNvSpPr>
            <a:spLocks noGrp="1"/>
          </p:cNvSpPr>
          <p:nvPr/>
        </p:nvSpPr>
        <p:spPr>
          <a:xfrm>
            <a:off x="2289871" y="3120914"/>
            <a:ext cx="28398" cy="28398"/>
          </a:xfrm>
          <a:prstGeom prst="ellipse">
            <a:avLst/>
          </a:prstGeom>
          <a:solidFill>
            <a:srgbClr val="7F8C97">
              <a:alpha val="48000"/>
            </a:srgbClr>
          </a:solidFill>
          <a:ln w="0">
            <a:noFill/>
            <a:prstDash val="solid"/>
          </a:ln>
        </p:spPr>
      </p:sp>
      <p:sp>
        <p:nvSpPr>
          <p:cNvPr id="882" name="03_assume_matched_6179">
            <a:extLst>
              <a:ext uri="{FF2B5EF4-FFF2-40B4-BE49-F238E27FC236}">
                <a16:creationId xmlns:a16="http://schemas.microsoft.com/office/drawing/2014/main" id="{C394CDAF-DC2C-4DF5-A06B-9CF4022938B0}"/>
              </a:ext>
            </a:extLst>
          </p:cNvPr>
          <p:cNvSpPr>
            <a:spLocks noGrp="1"/>
          </p:cNvSpPr>
          <p:nvPr/>
        </p:nvSpPr>
        <p:spPr>
          <a:xfrm>
            <a:off x="2202806" y="2828480"/>
            <a:ext cx="28398" cy="28398"/>
          </a:xfrm>
          <a:prstGeom prst="ellipse">
            <a:avLst/>
          </a:prstGeom>
          <a:solidFill>
            <a:srgbClr val="7F8C97">
              <a:alpha val="48000"/>
            </a:srgbClr>
          </a:solidFill>
          <a:ln w="0">
            <a:noFill/>
            <a:prstDash val="solid"/>
          </a:ln>
        </p:spPr>
      </p:sp>
      <p:sp>
        <p:nvSpPr>
          <p:cNvPr id="883" name="03_assume_matched_6180">
            <a:extLst>
              <a:ext uri="{FF2B5EF4-FFF2-40B4-BE49-F238E27FC236}">
                <a16:creationId xmlns:a16="http://schemas.microsoft.com/office/drawing/2014/main" id="{17EC03CA-52A4-4E46-9ED0-EA66DD17C6B9}"/>
              </a:ext>
            </a:extLst>
          </p:cNvPr>
          <p:cNvSpPr>
            <a:spLocks noGrp="1"/>
          </p:cNvSpPr>
          <p:nvPr/>
        </p:nvSpPr>
        <p:spPr>
          <a:xfrm>
            <a:off x="2281812" y="3120914"/>
            <a:ext cx="28398" cy="28398"/>
          </a:xfrm>
          <a:prstGeom prst="ellipse">
            <a:avLst/>
          </a:prstGeom>
          <a:solidFill>
            <a:srgbClr val="7F8C97">
              <a:alpha val="48000"/>
            </a:srgbClr>
          </a:solidFill>
          <a:ln w="0">
            <a:noFill/>
            <a:prstDash val="solid"/>
          </a:ln>
        </p:spPr>
      </p:sp>
      <p:sp>
        <p:nvSpPr>
          <p:cNvPr id="884" name="03_assume_matched_6181">
            <a:extLst>
              <a:ext uri="{FF2B5EF4-FFF2-40B4-BE49-F238E27FC236}">
                <a16:creationId xmlns:a16="http://schemas.microsoft.com/office/drawing/2014/main" id="{E659A775-DCF6-47E9-AFFA-C932D75599EB}"/>
              </a:ext>
            </a:extLst>
          </p:cNvPr>
          <p:cNvSpPr>
            <a:spLocks noGrp="1"/>
          </p:cNvSpPr>
          <p:nvPr/>
        </p:nvSpPr>
        <p:spPr>
          <a:xfrm>
            <a:off x="2282963" y="2536045"/>
            <a:ext cx="28398" cy="28398"/>
          </a:xfrm>
          <a:prstGeom prst="ellipse">
            <a:avLst/>
          </a:prstGeom>
          <a:solidFill>
            <a:srgbClr val="7F8C97">
              <a:alpha val="48000"/>
            </a:srgbClr>
          </a:solidFill>
          <a:ln w="0">
            <a:noFill/>
            <a:prstDash val="solid"/>
          </a:ln>
        </p:spPr>
      </p:sp>
      <p:sp>
        <p:nvSpPr>
          <p:cNvPr id="885" name="03_assume_matched_6182">
            <a:extLst>
              <a:ext uri="{FF2B5EF4-FFF2-40B4-BE49-F238E27FC236}">
                <a16:creationId xmlns:a16="http://schemas.microsoft.com/office/drawing/2014/main" id="{0C5172EC-4213-4AC3-9A22-D09058893CB0}"/>
              </a:ext>
            </a:extLst>
          </p:cNvPr>
          <p:cNvSpPr>
            <a:spLocks noGrp="1"/>
          </p:cNvSpPr>
          <p:nvPr/>
        </p:nvSpPr>
        <p:spPr>
          <a:xfrm>
            <a:off x="2286705" y="3120914"/>
            <a:ext cx="28398" cy="28398"/>
          </a:xfrm>
          <a:prstGeom prst="ellipse">
            <a:avLst/>
          </a:prstGeom>
          <a:solidFill>
            <a:srgbClr val="7F8C97">
              <a:alpha val="48000"/>
            </a:srgbClr>
          </a:solidFill>
          <a:ln w="0">
            <a:noFill/>
            <a:prstDash val="solid"/>
          </a:ln>
        </p:spPr>
      </p:sp>
      <p:sp>
        <p:nvSpPr>
          <p:cNvPr id="886" name="03_assume_matched_6183">
            <a:extLst>
              <a:ext uri="{FF2B5EF4-FFF2-40B4-BE49-F238E27FC236}">
                <a16:creationId xmlns:a16="http://schemas.microsoft.com/office/drawing/2014/main" id="{0DAD0F3B-181D-4191-895E-80E7A9DFB9C4}"/>
              </a:ext>
            </a:extLst>
          </p:cNvPr>
          <p:cNvSpPr>
            <a:spLocks noGrp="1"/>
          </p:cNvSpPr>
          <p:nvPr/>
        </p:nvSpPr>
        <p:spPr>
          <a:xfrm>
            <a:off x="2203957" y="3120914"/>
            <a:ext cx="28398" cy="28398"/>
          </a:xfrm>
          <a:prstGeom prst="ellipse">
            <a:avLst/>
          </a:prstGeom>
          <a:solidFill>
            <a:srgbClr val="7F8C97">
              <a:alpha val="48000"/>
            </a:srgbClr>
          </a:solidFill>
          <a:ln w="0">
            <a:noFill/>
            <a:prstDash val="solid"/>
          </a:ln>
        </p:spPr>
      </p:sp>
      <p:sp>
        <p:nvSpPr>
          <p:cNvPr id="887" name="03_assume_matched_6184">
            <a:extLst>
              <a:ext uri="{FF2B5EF4-FFF2-40B4-BE49-F238E27FC236}">
                <a16:creationId xmlns:a16="http://schemas.microsoft.com/office/drawing/2014/main" id="{D4141BE3-9955-44D5-A921-87FC0C480030}"/>
              </a:ext>
            </a:extLst>
          </p:cNvPr>
          <p:cNvSpPr>
            <a:spLocks noGrp="1"/>
          </p:cNvSpPr>
          <p:nvPr/>
        </p:nvSpPr>
        <p:spPr>
          <a:xfrm>
            <a:off x="2182227" y="2536045"/>
            <a:ext cx="28398" cy="28398"/>
          </a:xfrm>
          <a:prstGeom prst="ellipse">
            <a:avLst/>
          </a:prstGeom>
          <a:solidFill>
            <a:srgbClr val="7F8C97">
              <a:alpha val="48000"/>
            </a:srgbClr>
          </a:solidFill>
          <a:ln w="0">
            <a:noFill/>
            <a:prstDash val="solid"/>
          </a:ln>
        </p:spPr>
      </p:sp>
      <p:sp>
        <p:nvSpPr>
          <p:cNvPr id="888" name="03_assume_matched_6185">
            <a:extLst>
              <a:ext uri="{FF2B5EF4-FFF2-40B4-BE49-F238E27FC236}">
                <a16:creationId xmlns:a16="http://schemas.microsoft.com/office/drawing/2014/main" id="{7FC0D1A0-88C6-4795-9B5A-682530135331}"/>
              </a:ext>
            </a:extLst>
          </p:cNvPr>
          <p:cNvSpPr>
            <a:spLocks noGrp="1"/>
          </p:cNvSpPr>
          <p:nvPr/>
        </p:nvSpPr>
        <p:spPr>
          <a:xfrm>
            <a:off x="2265982" y="3120914"/>
            <a:ext cx="28398" cy="28398"/>
          </a:xfrm>
          <a:prstGeom prst="ellipse">
            <a:avLst/>
          </a:prstGeom>
          <a:solidFill>
            <a:srgbClr val="7F8C97">
              <a:alpha val="48000"/>
            </a:srgbClr>
          </a:solidFill>
          <a:ln w="0">
            <a:noFill/>
            <a:prstDash val="solid"/>
          </a:ln>
        </p:spPr>
      </p:sp>
      <p:sp>
        <p:nvSpPr>
          <p:cNvPr id="889" name="03_assume_matched_6186">
            <a:extLst>
              <a:ext uri="{FF2B5EF4-FFF2-40B4-BE49-F238E27FC236}">
                <a16:creationId xmlns:a16="http://schemas.microsoft.com/office/drawing/2014/main" id="{32209C8B-DF9B-49EE-B5FB-22F68A00B405}"/>
              </a:ext>
            </a:extLst>
          </p:cNvPr>
          <p:cNvSpPr>
            <a:spLocks noGrp="1"/>
          </p:cNvSpPr>
          <p:nvPr/>
        </p:nvSpPr>
        <p:spPr>
          <a:xfrm>
            <a:off x="2175463" y="3120914"/>
            <a:ext cx="28398" cy="28398"/>
          </a:xfrm>
          <a:prstGeom prst="ellipse">
            <a:avLst/>
          </a:prstGeom>
          <a:solidFill>
            <a:srgbClr val="7F8C97">
              <a:alpha val="48000"/>
            </a:srgbClr>
          </a:solidFill>
          <a:ln w="0">
            <a:noFill/>
            <a:prstDash val="solid"/>
          </a:ln>
        </p:spPr>
      </p:sp>
      <p:sp>
        <p:nvSpPr>
          <p:cNvPr id="890" name="03_assume_matched_6187">
            <a:extLst>
              <a:ext uri="{FF2B5EF4-FFF2-40B4-BE49-F238E27FC236}">
                <a16:creationId xmlns:a16="http://schemas.microsoft.com/office/drawing/2014/main" id="{FF12DEF4-48AA-40E2-A53E-767CB2788B52}"/>
              </a:ext>
            </a:extLst>
          </p:cNvPr>
          <p:cNvSpPr>
            <a:spLocks noGrp="1"/>
          </p:cNvSpPr>
          <p:nvPr/>
        </p:nvSpPr>
        <p:spPr>
          <a:xfrm>
            <a:off x="2269579" y="2536045"/>
            <a:ext cx="28398" cy="28398"/>
          </a:xfrm>
          <a:prstGeom prst="ellipse">
            <a:avLst/>
          </a:prstGeom>
          <a:solidFill>
            <a:srgbClr val="7F8C97">
              <a:alpha val="48000"/>
            </a:srgbClr>
          </a:solidFill>
          <a:ln w="0">
            <a:noFill/>
            <a:prstDash val="solid"/>
          </a:ln>
        </p:spPr>
      </p:sp>
      <p:sp>
        <p:nvSpPr>
          <p:cNvPr id="891" name="03_assume_matched_6188">
            <a:extLst>
              <a:ext uri="{FF2B5EF4-FFF2-40B4-BE49-F238E27FC236}">
                <a16:creationId xmlns:a16="http://schemas.microsoft.com/office/drawing/2014/main" id="{DA97B586-0C13-4A98-BC3E-551E607899F4}"/>
              </a:ext>
            </a:extLst>
          </p:cNvPr>
          <p:cNvSpPr>
            <a:spLocks noGrp="1"/>
          </p:cNvSpPr>
          <p:nvPr/>
        </p:nvSpPr>
        <p:spPr>
          <a:xfrm>
            <a:off x="2176758" y="3120914"/>
            <a:ext cx="28398" cy="28398"/>
          </a:xfrm>
          <a:prstGeom prst="ellipse">
            <a:avLst/>
          </a:prstGeom>
          <a:solidFill>
            <a:srgbClr val="7F8C97">
              <a:alpha val="48000"/>
            </a:srgbClr>
          </a:solidFill>
          <a:ln w="0">
            <a:noFill/>
            <a:prstDash val="solid"/>
          </a:ln>
        </p:spPr>
      </p:sp>
      <p:sp>
        <p:nvSpPr>
          <p:cNvPr id="892" name="03_assume_matched_6189">
            <a:extLst>
              <a:ext uri="{FF2B5EF4-FFF2-40B4-BE49-F238E27FC236}">
                <a16:creationId xmlns:a16="http://schemas.microsoft.com/office/drawing/2014/main" id="{B0FD8343-723F-4F5F-9097-3EA914E5EFB7}"/>
              </a:ext>
            </a:extLst>
          </p:cNvPr>
          <p:cNvSpPr>
            <a:spLocks noGrp="1"/>
          </p:cNvSpPr>
          <p:nvPr/>
        </p:nvSpPr>
        <p:spPr>
          <a:xfrm>
            <a:off x="2297210" y="2536045"/>
            <a:ext cx="28398" cy="28398"/>
          </a:xfrm>
          <a:prstGeom prst="ellipse">
            <a:avLst/>
          </a:prstGeom>
          <a:solidFill>
            <a:srgbClr val="7F8C97">
              <a:alpha val="48000"/>
            </a:srgbClr>
          </a:solidFill>
          <a:ln w="0">
            <a:noFill/>
            <a:prstDash val="solid"/>
          </a:ln>
        </p:spPr>
      </p:sp>
      <p:sp>
        <p:nvSpPr>
          <p:cNvPr id="893" name="03_assume_matched_6190">
            <a:extLst>
              <a:ext uri="{FF2B5EF4-FFF2-40B4-BE49-F238E27FC236}">
                <a16:creationId xmlns:a16="http://schemas.microsoft.com/office/drawing/2014/main" id="{C79EA95A-F6F3-404F-A709-DEDA16C6FBF6}"/>
              </a:ext>
            </a:extLst>
          </p:cNvPr>
          <p:cNvSpPr>
            <a:spLocks noGrp="1"/>
          </p:cNvSpPr>
          <p:nvPr/>
        </p:nvSpPr>
        <p:spPr>
          <a:xfrm>
            <a:off x="2275192" y="2536045"/>
            <a:ext cx="28398" cy="28398"/>
          </a:xfrm>
          <a:prstGeom prst="ellipse">
            <a:avLst/>
          </a:prstGeom>
          <a:solidFill>
            <a:srgbClr val="7F8C97">
              <a:alpha val="48000"/>
            </a:srgbClr>
          </a:solidFill>
          <a:ln w="0">
            <a:noFill/>
            <a:prstDash val="solid"/>
          </a:ln>
        </p:spPr>
      </p:sp>
      <p:sp>
        <p:nvSpPr>
          <p:cNvPr id="894" name="03_assume_matched_6191">
            <a:extLst>
              <a:ext uri="{FF2B5EF4-FFF2-40B4-BE49-F238E27FC236}">
                <a16:creationId xmlns:a16="http://schemas.microsoft.com/office/drawing/2014/main" id="{CEC13A9F-F840-4BCB-9FD1-07525F51F8D8}"/>
              </a:ext>
            </a:extLst>
          </p:cNvPr>
          <p:cNvSpPr>
            <a:spLocks noGrp="1"/>
          </p:cNvSpPr>
          <p:nvPr/>
        </p:nvSpPr>
        <p:spPr>
          <a:xfrm>
            <a:off x="2223097" y="2536045"/>
            <a:ext cx="28398" cy="28398"/>
          </a:xfrm>
          <a:prstGeom prst="ellipse">
            <a:avLst/>
          </a:prstGeom>
          <a:solidFill>
            <a:srgbClr val="7F8C97">
              <a:alpha val="48000"/>
            </a:srgbClr>
          </a:solidFill>
          <a:ln w="0">
            <a:noFill/>
            <a:prstDash val="solid"/>
          </a:ln>
        </p:spPr>
      </p:sp>
      <p:sp>
        <p:nvSpPr>
          <p:cNvPr id="895" name="03_assume_matched_6192">
            <a:extLst>
              <a:ext uri="{FF2B5EF4-FFF2-40B4-BE49-F238E27FC236}">
                <a16:creationId xmlns:a16="http://schemas.microsoft.com/office/drawing/2014/main" id="{7E3A6480-E34D-45F2-A181-9B1BDB743B27}"/>
              </a:ext>
            </a:extLst>
          </p:cNvPr>
          <p:cNvSpPr>
            <a:spLocks noGrp="1"/>
          </p:cNvSpPr>
          <p:nvPr/>
        </p:nvSpPr>
        <p:spPr>
          <a:xfrm>
            <a:off x="2198776" y="3120914"/>
            <a:ext cx="28398" cy="28398"/>
          </a:xfrm>
          <a:prstGeom prst="ellipse">
            <a:avLst/>
          </a:prstGeom>
          <a:solidFill>
            <a:srgbClr val="7F8C97">
              <a:alpha val="48000"/>
            </a:srgbClr>
          </a:solidFill>
          <a:ln w="0">
            <a:noFill/>
            <a:prstDash val="solid"/>
          </a:ln>
        </p:spPr>
      </p:sp>
      <p:sp>
        <p:nvSpPr>
          <p:cNvPr id="896" name="03_assume_matched_6193">
            <a:extLst>
              <a:ext uri="{FF2B5EF4-FFF2-40B4-BE49-F238E27FC236}">
                <a16:creationId xmlns:a16="http://schemas.microsoft.com/office/drawing/2014/main" id="{48CE7FE3-AF2D-4D84-A68B-9DA43C8F241D}"/>
              </a:ext>
            </a:extLst>
          </p:cNvPr>
          <p:cNvSpPr>
            <a:spLocks noGrp="1"/>
          </p:cNvSpPr>
          <p:nvPr/>
        </p:nvSpPr>
        <p:spPr>
          <a:xfrm>
            <a:off x="2301239" y="3120914"/>
            <a:ext cx="28398" cy="28398"/>
          </a:xfrm>
          <a:prstGeom prst="ellipse">
            <a:avLst/>
          </a:prstGeom>
          <a:solidFill>
            <a:srgbClr val="7F8C97">
              <a:alpha val="48000"/>
            </a:srgbClr>
          </a:solidFill>
          <a:ln w="0">
            <a:noFill/>
            <a:prstDash val="solid"/>
          </a:ln>
        </p:spPr>
      </p:sp>
      <p:sp>
        <p:nvSpPr>
          <p:cNvPr id="897" name="03_assume_matched_6194">
            <a:extLst>
              <a:ext uri="{FF2B5EF4-FFF2-40B4-BE49-F238E27FC236}">
                <a16:creationId xmlns:a16="http://schemas.microsoft.com/office/drawing/2014/main" id="{1A1B9B76-5FEC-4B0E-B9E4-FABB07A48FE9}"/>
              </a:ext>
            </a:extLst>
          </p:cNvPr>
          <p:cNvSpPr>
            <a:spLocks noGrp="1"/>
          </p:cNvSpPr>
          <p:nvPr/>
        </p:nvSpPr>
        <p:spPr>
          <a:xfrm>
            <a:off x="2249000" y="2536045"/>
            <a:ext cx="28398" cy="28398"/>
          </a:xfrm>
          <a:prstGeom prst="ellipse">
            <a:avLst/>
          </a:prstGeom>
          <a:solidFill>
            <a:srgbClr val="7F8C97">
              <a:alpha val="48000"/>
            </a:srgbClr>
          </a:solidFill>
          <a:ln w="0">
            <a:noFill/>
            <a:prstDash val="solid"/>
          </a:ln>
        </p:spPr>
      </p:sp>
      <p:sp>
        <p:nvSpPr>
          <p:cNvPr id="898" name="03_assume_matched_6195">
            <a:extLst>
              <a:ext uri="{FF2B5EF4-FFF2-40B4-BE49-F238E27FC236}">
                <a16:creationId xmlns:a16="http://schemas.microsoft.com/office/drawing/2014/main" id="{2813E5B5-DC22-4EBD-8390-0EF1A892356A}"/>
              </a:ext>
            </a:extLst>
          </p:cNvPr>
          <p:cNvSpPr>
            <a:spLocks noGrp="1"/>
          </p:cNvSpPr>
          <p:nvPr/>
        </p:nvSpPr>
        <p:spPr>
          <a:xfrm>
            <a:off x="2281812" y="3120914"/>
            <a:ext cx="28398" cy="28398"/>
          </a:xfrm>
          <a:prstGeom prst="ellipse">
            <a:avLst/>
          </a:prstGeom>
          <a:solidFill>
            <a:srgbClr val="7F8C97">
              <a:alpha val="48000"/>
            </a:srgbClr>
          </a:solidFill>
          <a:ln w="0">
            <a:noFill/>
            <a:prstDash val="solid"/>
          </a:ln>
        </p:spPr>
      </p:sp>
      <p:sp>
        <p:nvSpPr>
          <p:cNvPr id="899" name="03_assume_matched_6196">
            <a:extLst>
              <a:ext uri="{FF2B5EF4-FFF2-40B4-BE49-F238E27FC236}">
                <a16:creationId xmlns:a16="http://schemas.microsoft.com/office/drawing/2014/main" id="{2DB7FD23-8965-4BC8-9702-34B8C90363E7}"/>
              </a:ext>
            </a:extLst>
          </p:cNvPr>
          <p:cNvSpPr>
            <a:spLocks noGrp="1"/>
          </p:cNvSpPr>
          <p:nvPr/>
        </p:nvSpPr>
        <p:spPr>
          <a:xfrm>
            <a:off x="2180932" y="2653019"/>
            <a:ext cx="28398" cy="28398"/>
          </a:xfrm>
          <a:prstGeom prst="ellipse">
            <a:avLst/>
          </a:prstGeom>
          <a:solidFill>
            <a:srgbClr val="7F8C97">
              <a:alpha val="48000"/>
            </a:srgbClr>
          </a:solidFill>
          <a:ln w="0">
            <a:noFill/>
            <a:prstDash val="solid"/>
          </a:ln>
        </p:spPr>
      </p:sp>
      <p:sp>
        <p:nvSpPr>
          <p:cNvPr id="900" name="03_assume_matched_6197">
            <a:extLst>
              <a:ext uri="{FF2B5EF4-FFF2-40B4-BE49-F238E27FC236}">
                <a16:creationId xmlns:a16="http://schemas.microsoft.com/office/drawing/2014/main" id="{0CA5A8C3-BE97-4588-8B6C-D959D2513AE0}"/>
              </a:ext>
            </a:extLst>
          </p:cNvPr>
          <p:cNvSpPr>
            <a:spLocks noGrp="1"/>
          </p:cNvSpPr>
          <p:nvPr/>
        </p:nvSpPr>
        <p:spPr>
          <a:xfrm>
            <a:off x="2272889" y="3120914"/>
            <a:ext cx="28398" cy="28398"/>
          </a:xfrm>
          <a:prstGeom prst="ellipse">
            <a:avLst/>
          </a:prstGeom>
          <a:solidFill>
            <a:srgbClr val="7F8C97">
              <a:alpha val="48000"/>
            </a:srgbClr>
          </a:solidFill>
          <a:ln w="0">
            <a:noFill/>
            <a:prstDash val="solid"/>
          </a:ln>
        </p:spPr>
      </p:sp>
      <p:sp>
        <p:nvSpPr>
          <p:cNvPr id="901" name="03_assume_matched_6198">
            <a:extLst>
              <a:ext uri="{FF2B5EF4-FFF2-40B4-BE49-F238E27FC236}">
                <a16:creationId xmlns:a16="http://schemas.microsoft.com/office/drawing/2014/main" id="{50E235BB-1360-4B32-9843-512D3A2CC72C}"/>
              </a:ext>
            </a:extLst>
          </p:cNvPr>
          <p:cNvSpPr>
            <a:spLocks noGrp="1"/>
          </p:cNvSpPr>
          <p:nvPr/>
        </p:nvSpPr>
        <p:spPr>
          <a:xfrm>
            <a:off x="2252023" y="3120914"/>
            <a:ext cx="28398" cy="28398"/>
          </a:xfrm>
          <a:prstGeom prst="ellipse">
            <a:avLst/>
          </a:prstGeom>
          <a:solidFill>
            <a:srgbClr val="7F8C97">
              <a:alpha val="48000"/>
            </a:srgbClr>
          </a:solidFill>
          <a:ln w="0">
            <a:noFill/>
            <a:prstDash val="solid"/>
          </a:ln>
        </p:spPr>
      </p:sp>
      <p:sp>
        <p:nvSpPr>
          <p:cNvPr id="902" name="03_assume_matched_6199">
            <a:extLst>
              <a:ext uri="{FF2B5EF4-FFF2-40B4-BE49-F238E27FC236}">
                <a16:creationId xmlns:a16="http://schemas.microsoft.com/office/drawing/2014/main" id="{F557B7FE-B5A4-482F-899F-B67CA3FACA36}"/>
              </a:ext>
            </a:extLst>
          </p:cNvPr>
          <p:cNvSpPr>
            <a:spLocks noGrp="1"/>
          </p:cNvSpPr>
          <p:nvPr/>
        </p:nvSpPr>
        <p:spPr>
          <a:xfrm>
            <a:off x="2160640" y="2536045"/>
            <a:ext cx="28398" cy="28398"/>
          </a:xfrm>
          <a:prstGeom prst="ellipse">
            <a:avLst/>
          </a:prstGeom>
          <a:solidFill>
            <a:srgbClr val="7F8C97">
              <a:alpha val="48000"/>
            </a:srgbClr>
          </a:solidFill>
          <a:ln w="0">
            <a:noFill/>
            <a:prstDash val="solid"/>
          </a:ln>
        </p:spPr>
      </p:sp>
      <p:sp>
        <p:nvSpPr>
          <p:cNvPr id="903" name="03_assume_matched_6200">
            <a:extLst>
              <a:ext uri="{FF2B5EF4-FFF2-40B4-BE49-F238E27FC236}">
                <a16:creationId xmlns:a16="http://schemas.microsoft.com/office/drawing/2014/main" id="{596BACBD-E2D3-49DF-9FB4-BDEE608335FB}"/>
              </a:ext>
            </a:extLst>
          </p:cNvPr>
          <p:cNvSpPr>
            <a:spLocks noGrp="1"/>
          </p:cNvSpPr>
          <p:nvPr/>
        </p:nvSpPr>
        <p:spPr>
          <a:xfrm>
            <a:off x="2219931" y="3120914"/>
            <a:ext cx="28398" cy="28398"/>
          </a:xfrm>
          <a:prstGeom prst="ellipse">
            <a:avLst/>
          </a:prstGeom>
          <a:solidFill>
            <a:srgbClr val="7F8C97">
              <a:alpha val="48000"/>
            </a:srgbClr>
          </a:solidFill>
          <a:ln w="0">
            <a:noFill/>
            <a:prstDash val="solid"/>
          </a:ln>
        </p:spPr>
      </p:sp>
      <p:sp>
        <p:nvSpPr>
          <p:cNvPr id="904" name="03_assume_matched_6201">
            <a:extLst>
              <a:ext uri="{FF2B5EF4-FFF2-40B4-BE49-F238E27FC236}">
                <a16:creationId xmlns:a16="http://schemas.microsoft.com/office/drawing/2014/main" id="{BC5FEB78-D1D8-4B4E-80DF-254EAD5F53E9}"/>
              </a:ext>
            </a:extLst>
          </p:cNvPr>
          <p:cNvSpPr>
            <a:spLocks noGrp="1"/>
          </p:cNvSpPr>
          <p:nvPr/>
        </p:nvSpPr>
        <p:spPr>
          <a:xfrm>
            <a:off x="2202086" y="3120914"/>
            <a:ext cx="28398" cy="28398"/>
          </a:xfrm>
          <a:prstGeom prst="ellipse">
            <a:avLst/>
          </a:prstGeom>
          <a:solidFill>
            <a:srgbClr val="7F8C97">
              <a:alpha val="48000"/>
            </a:srgbClr>
          </a:solidFill>
          <a:ln w="0">
            <a:noFill/>
            <a:prstDash val="solid"/>
          </a:ln>
        </p:spPr>
      </p:sp>
      <p:sp>
        <p:nvSpPr>
          <p:cNvPr id="905" name="03_assume_matched_6202">
            <a:extLst>
              <a:ext uri="{FF2B5EF4-FFF2-40B4-BE49-F238E27FC236}">
                <a16:creationId xmlns:a16="http://schemas.microsoft.com/office/drawing/2014/main" id="{524043DE-679F-4D9B-A7E1-F1026309BF7F}"/>
              </a:ext>
            </a:extLst>
          </p:cNvPr>
          <p:cNvSpPr>
            <a:spLocks noGrp="1"/>
          </p:cNvSpPr>
          <p:nvPr/>
        </p:nvSpPr>
        <p:spPr>
          <a:xfrm>
            <a:off x="2234322" y="2633523"/>
            <a:ext cx="28398" cy="28398"/>
          </a:xfrm>
          <a:prstGeom prst="ellipse">
            <a:avLst/>
          </a:prstGeom>
          <a:solidFill>
            <a:srgbClr val="7F8C97">
              <a:alpha val="48000"/>
            </a:srgbClr>
          </a:solidFill>
          <a:ln w="0">
            <a:noFill/>
            <a:prstDash val="solid"/>
          </a:ln>
        </p:spPr>
      </p:sp>
      <p:sp>
        <p:nvSpPr>
          <p:cNvPr id="906" name="03_assume_matched_6203">
            <a:extLst>
              <a:ext uri="{FF2B5EF4-FFF2-40B4-BE49-F238E27FC236}">
                <a16:creationId xmlns:a16="http://schemas.microsoft.com/office/drawing/2014/main" id="{2387E0EC-FC08-4B6E-80FB-94B7EDD1C274}"/>
              </a:ext>
            </a:extLst>
          </p:cNvPr>
          <p:cNvSpPr>
            <a:spLocks noGrp="1"/>
          </p:cNvSpPr>
          <p:nvPr/>
        </p:nvSpPr>
        <p:spPr>
          <a:xfrm>
            <a:off x="2216189" y="2974697"/>
            <a:ext cx="28398" cy="28398"/>
          </a:xfrm>
          <a:prstGeom prst="ellipse">
            <a:avLst/>
          </a:prstGeom>
          <a:solidFill>
            <a:srgbClr val="7F8C97">
              <a:alpha val="48000"/>
            </a:srgbClr>
          </a:solidFill>
          <a:ln w="0">
            <a:noFill/>
            <a:prstDash val="solid"/>
          </a:ln>
        </p:spPr>
      </p:sp>
      <p:sp>
        <p:nvSpPr>
          <p:cNvPr id="907" name="03_assume_matched_6204">
            <a:extLst>
              <a:ext uri="{FF2B5EF4-FFF2-40B4-BE49-F238E27FC236}">
                <a16:creationId xmlns:a16="http://schemas.microsoft.com/office/drawing/2014/main" id="{804703B1-FFF5-4550-8F1C-802179F214B5}"/>
              </a:ext>
            </a:extLst>
          </p:cNvPr>
          <p:cNvSpPr>
            <a:spLocks noGrp="1"/>
          </p:cNvSpPr>
          <p:nvPr/>
        </p:nvSpPr>
        <p:spPr>
          <a:xfrm>
            <a:off x="2278358" y="3120914"/>
            <a:ext cx="28398" cy="28398"/>
          </a:xfrm>
          <a:prstGeom prst="ellipse">
            <a:avLst/>
          </a:prstGeom>
          <a:solidFill>
            <a:srgbClr val="7F8C97">
              <a:alpha val="48000"/>
            </a:srgbClr>
          </a:solidFill>
          <a:ln w="0">
            <a:noFill/>
            <a:prstDash val="solid"/>
          </a:ln>
        </p:spPr>
      </p:sp>
      <p:sp>
        <p:nvSpPr>
          <p:cNvPr id="908" name="03_assume_matched_6205">
            <a:extLst>
              <a:ext uri="{FF2B5EF4-FFF2-40B4-BE49-F238E27FC236}">
                <a16:creationId xmlns:a16="http://schemas.microsoft.com/office/drawing/2014/main" id="{C1B200B3-D01D-4781-9501-0CAFD1640DEF}"/>
              </a:ext>
            </a:extLst>
          </p:cNvPr>
          <p:cNvSpPr>
            <a:spLocks noGrp="1"/>
          </p:cNvSpPr>
          <p:nvPr/>
        </p:nvSpPr>
        <p:spPr>
          <a:xfrm>
            <a:off x="2176470" y="2711506"/>
            <a:ext cx="28398" cy="28398"/>
          </a:xfrm>
          <a:prstGeom prst="ellipse">
            <a:avLst/>
          </a:prstGeom>
          <a:solidFill>
            <a:srgbClr val="7F8C97">
              <a:alpha val="48000"/>
            </a:srgbClr>
          </a:solidFill>
          <a:ln w="0">
            <a:noFill/>
            <a:prstDash val="solid"/>
          </a:ln>
        </p:spPr>
      </p:sp>
      <p:sp>
        <p:nvSpPr>
          <p:cNvPr id="909" name="03_assume_matched_6206">
            <a:extLst>
              <a:ext uri="{FF2B5EF4-FFF2-40B4-BE49-F238E27FC236}">
                <a16:creationId xmlns:a16="http://schemas.microsoft.com/office/drawing/2014/main" id="{71A5A6BE-E30C-4860-90DF-AF18782D4772}"/>
              </a:ext>
            </a:extLst>
          </p:cNvPr>
          <p:cNvSpPr>
            <a:spLocks noGrp="1"/>
          </p:cNvSpPr>
          <p:nvPr/>
        </p:nvSpPr>
        <p:spPr>
          <a:xfrm>
            <a:off x="2183090" y="3120914"/>
            <a:ext cx="28398" cy="28398"/>
          </a:xfrm>
          <a:prstGeom prst="ellipse">
            <a:avLst/>
          </a:prstGeom>
          <a:solidFill>
            <a:srgbClr val="7F8C97">
              <a:alpha val="48000"/>
            </a:srgbClr>
          </a:solidFill>
          <a:ln w="0">
            <a:noFill/>
            <a:prstDash val="solid"/>
          </a:ln>
        </p:spPr>
      </p:sp>
      <p:sp>
        <p:nvSpPr>
          <p:cNvPr id="910" name="03_assume_matched_6207">
            <a:extLst>
              <a:ext uri="{FF2B5EF4-FFF2-40B4-BE49-F238E27FC236}">
                <a16:creationId xmlns:a16="http://schemas.microsoft.com/office/drawing/2014/main" id="{0EB10A56-EEA2-4E50-9A88-9B57B8E97FB4}"/>
              </a:ext>
            </a:extLst>
          </p:cNvPr>
          <p:cNvSpPr>
            <a:spLocks noGrp="1"/>
          </p:cNvSpPr>
          <p:nvPr/>
        </p:nvSpPr>
        <p:spPr>
          <a:xfrm>
            <a:off x="2242956" y="2536045"/>
            <a:ext cx="28398" cy="28398"/>
          </a:xfrm>
          <a:prstGeom prst="ellipse">
            <a:avLst/>
          </a:prstGeom>
          <a:solidFill>
            <a:srgbClr val="7F8C97">
              <a:alpha val="48000"/>
            </a:srgbClr>
          </a:solidFill>
          <a:ln w="0">
            <a:noFill/>
            <a:prstDash val="solid"/>
          </a:ln>
        </p:spPr>
      </p:sp>
      <p:sp>
        <p:nvSpPr>
          <p:cNvPr id="911" name="03_assume_matched_6208">
            <a:extLst>
              <a:ext uri="{FF2B5EF4-FFF2-40B4-BE49-F238E27FC236}">
                <a16:creationId xmlns:a16="http://schemas.microsoft.com/office/drawing/2014/main" id="{7DE7F3C6-BA8A-4825-BF48-8372170B72B0}"/>
              </a:ext>
            </a:extLst>
          </p:cNvPr>
          <p:cNvSpPr>
            <a:spLocks noGrp="1"/>
          </p:cNvSpPr>
          <p:nvPr/>
        </p:nvSpPr>
        <p:spPr>
          <a:xfrm>
            <a:off x="2241661" y="2536045"/>
            <a:ext cx="28398" cy="28398"/>
          </a:xfrm>
          <a:prstGeom prst="ellipse">
            <a:avLst/>
          </a:prstGeom>
          <a:solidFill>
            <a:srgbClr val="7F8C97">
              <a:alpha val="48000"/>
            </a:srgbClr>
          </a:solidFill>
          <a:ln w="0">
            <a:noFill/>
            <a:prstDash val="solid"/>
          </a:ln>
        </p:spPr>
      </p:sp>
      <p:sp>
        <p:nvSpPr>
          <p:cNvPr id="912" name="03_assume_matched_6209">
            <a:extLst>
              <a:ext uri="{FF2B5EF4-FFF2-40B4-BE49-F238E27FC236}">
                <a16:creationId xmlns:a16="http://schemas.microsoft.com/office/drawing/2014/main" id="{9E5BFE58-BE78-4CA7-A0DC-6B84F51D2162}"/>
              </a:ext>
            </a:extLst>
          </p:cNvPr>
          <p:cNvSpPr>
            <a:spLocks noGrp="1"/>
          </p:cNvSpPr>
          <p:nvPr/>
        </p:nvSpPr>
        <p:spPr>
          <a:xfrm>
            <a:off x="2288432" y="3120914"/>
            <a:ext cx="28398" cy="28398"/>
          </a:xfrm>
          <a:prstGeom prst="ellipse">
            <a:avLst/>
          </a:prstGeom>
          <a:solidFill>
            <a:srgbClr val="7F8C97">
              <a:alpha val="48000"/>
            </a:srgbClr>
          </a:solidFill>
          <a:ln w="0">
            <a:noFill/>
            <a:prstDash val="solid"/>
          </a:ln>
        </p:spPr>
      </p:sp>
      <p:sp>
        <p:nvSpPr>
          <p:cNvPr id="913" name="03_assume_matched_6210">
            <a:extLst>
              <a:ext uri="{FF2B5EF4-FFF2-40B4-BE49-F238E27FC236}">
                <a16:creationId xmlns:a16="http://schemas.microsoft.com/office/drawing/2014/main" id="{EA129623-AAE8-4E7F-B01C-9800F562EEC4}"/>
              </a:ext>
            </a:extLst>
          </p:cNvPr>
          <p:cNvSpPr>
            <a:spLocks noGrp="1"/>
          </p:cNvSpPr>
          <p:nvPr/>
        </p:nvSpPr>
        <p:spPr>
          <a:xfrm>
            <a:off x="2266701" y="2828480"/>
            <a:ext cx="28398" cy="28398"/>
          </a:xfrm>
          <a:prstGeom prst="ellipse">
            <a:avLst/>
          </a:prstGeom>
          <a:solidFill>
            <a:srgbClr val="7F8C97">
              <a:alpha val="48000"/>
            </a:srgbClr>
          </a:solidFill>
          <a:ln w="0">
            <a:noFill/>
            <a:prstDash val="solid"/>
          </a:ln>
        </p:spPr>
      </p:sp>
      <p:sp>
        <p:nvSpPr>
          <p:cNvPr id="914" name="03_assume_matched_6211">
            <a:extLst>
              <a:ext uri="{FF2B5EF4-FFF2-40B4-BE49-F238E27FC236}">
                <a16:creationId xmlns:a16="http://schemas.microsoft.com/office/drawing/2014/main" id="{6ED7EB0A-4B21-4C20-BAA2-C7D31DAC4E0E}"/>
              </a:ext>
            </a:extLst>
          </p:cNvPr>
          <p:cNvSpPr>
            <a:spLocks noGrp="1"/>
          </p:cNvSpPr>
          <p:nvPr/>
        </p:nvSpPr>
        <p:spPr>
          <a:xfrm>
            <a:off x="2198776" y="3120914"/>
            <a:ext cx="28398" cy="28398"/>
          </a:xfrm>
          <a:prstGeom prst="ellipse">
            <a:avLst/>
          </a:prstGeom>
          <a:solidFill>
            <a:srgbClr val="7F8C97">
              <a:alpha val="48000"/>
            </a:srgbClr>
          </a:solidFill>
          <a:ln w="0">
            <a:noFill/>
            <a:prstDash val="solid"/>
          </a:ln>
        </p:spPr>
      </p:sp>
      <p:sp>
        <p:nvSpPr>
          <p:cNvPr id="915" name="03_assume_matched_6212">
            <a:extLst>
              <a:ext uri="{FF2B5EF4-FFF2-40B4-BE49-F238E27FC236}">
                <a16:creationId xmlns:a16="http://schemas.microsoft.com/office/drawing/2014/main" id="{D8784293-734D-4A10-92EB-FB8C3ECAF0F3}"/>
              </a:ext>
            </a:extLst>
          </p:cNvPr>
          <p:cNvSpPr>
            <a:spLocks noGrp="1"/>
          </p:cNvSpPr>
          <p:nvPr/>
        </p:nvSpPr>
        <p:spPr>
          <a:xfrm>
            <a:off x="2269579" y="3120914"/>
            <a:ext cx="28398" cy="28398"/>
          </a:xfrm>
          <a:prstGeom prst="ellipse">
            <a:avLst/>
          </a:prstGeom>
          <a:solidFill>
            <a:srgbClr val="7F8C97">
              <a:alpha val="48000"/>
            </a:srgbClr>
          </a:solidFill>
          <a:ln w="0">
            <a:noFill/>
            <a:prstDash val="solid"/>
          </a:ln>
        </p:spPr>
      </p:sp>
      <p:sp>
        <p:nvSpPr>
          <p:cNvPr id="916" name="03_assume_matched_6213">
            <a:extLst>
              <a:ext uri="{FF2B5EF4-FFF2-40B4-BE49-F238E27FC236}">
                <a16:creationId xmlns:a16="http://schemas.microsoft.com/office/drawing/2014/main" id="{892AA7DC-14C6-4E1E-8F92-ABFB60A85725}"/>
              </a:ext>
            </a:extLst>
          </p:cNvPr>
          <p:cNvSpPr>
            <a:spLocks noGrp="1"/>
          </p:cNvSpPr>
          <p:nvPr/>
        </p:nvSpPr>
        <p:spPr>
          <a:xfrm>
            <a:off x="2257923" y="3120914"/>
            <a:ext cx="28398" cy="28398"/>
          </a:xfrm>
          <a:prstGeom prst="ellipse">
            <a:avLst/>
          </a:prstGeom>
          <a:solidFill>
            <a:srgbClr val="7F8C97">
              <a:alpha val="48000"/>
            </a:srgbClr>
          </a:solidFill>
          <a:ln w="0">
            <a:noFill/>
            <a:prstDash val="solid"/>
          </a:ln>
        </p:spPr>
      </p:sp>
      <p:sp>
        <p:nvSpPr>
          <p:cNvPr id="917" name="03_assume_matched_6214">
            <a:extLst>
              <a:ext uri="{FF2B5EF4-FFF2-40B4-BE49-F238E27FC236}">
                <a16:creationId xmlns:a16="http://schemas.microsoft.com/office/drawing/2014/main" id="{2A291A0E-F59A-4923-83D6-E91AD36B088D}"/>
              </a:ext>
            </a:extLst>
          </p:cNvPr>
          <p:cNvSpPr>
            <a:spLocks noGrp="1"/>
          </p:cNvSpPr>
          <p:nvPr/>
        </p:nvSpPr>
        <p:spPr>
          <a:xfrm>
            <a:off x="2264111" y="3120914"/>
            <a:ext cx="28398" cy="28398"/>
          </a:xfrm>
          <a:prstGeom prst="ellipse">
            <a:avLst/>
          </a:prstGeom>
          <a:solidFill>
            <a:srgbClr val="7F8C97">
              <a:alpha val="48000"/>
            </a:srgbClr>
          </a:solidFill>
          <a:ln w="0">
            <a:noFill/>
            <a:prstDash val="solid"/>
          </a:ln>
        </p:spPr>
      </p:sp>
      <p:sp>
        <p:nvSpPr>
          <p:cNvPr id="918" name="03_assume_matched_6215">
            <a:extLst>
              <a:ext uri="{FF2B5EF4-FFF2-40B4-BE49-F238E27FC236}">
                <a16:creationId xmlns:a16="http://schemas.microsoft.com/office/drawing/2014/main" id="{895DC6D0-4EE5-49E9-9E23-D59D8F72B4E0}"/>
              </a:ext>
            </a:extLst>
          </p:cNvPr>
          <p:cNvSpPr>
            <a:spLocks noGrp="1"/>
          </p:cNvSpPr>
          <p:nvPr/>
        </p:nvSpPr>
        <p:spPr>
          <a:xfrm>
            <a:off x="2277494" y="3120914"/>
            <a:ext cx="28398" cy="28398"/>
          </a:xfrm>
          <a:prstGeom prst="ellipse">
            <a:avLst/>
          </a:prstGeom>
          <a:solidFill>
            <a:srgbClr val="7F8C97">
              <a:alpha val="48000"/>
            </a:srgbClr>
          </a:solidFill>
          <a:ln w="0">
            <a:noFill/>
            <a:prstDash val="solid"/>
          </a:ln>
        </p:spPr>
      </p:sp>
      <p:sp>
        <p:nvSpPr>
          <p:cNvPr id="919" name="03_assume_matched_6216">
            <a:extLst>
              <a:ext uri="{FF2B5EF4-FFF2-40B4-BE49-F238E27FC236}">
                <a16:creationId xmlns:a16="http://schemas.microsoft.com/office/drawing/2014/main" id="{2CC67D43-2EF9-4E00-9F15-9643E9679167}"/>
              </a:ext>
            </a:extLst>
          </p:cNvPr>
          <p:cNvSpPr>
            <a:spLocks noGrp="1"/>
          </p:cNvSpPr>
          <p:nvPr/>
        </p:nvSpPr>
        <p:spPr>
          <a:xfrm>
            <a:off x="2186112" y="2536045"/>
            <a:ext cx="28398" cy="28398"/>
          </a:xfrm>
          <a:prstGeom prst="ellipse">
            <a:avLst/>
          </a:prstGeom>
          <a:solidFill>
            <a:srgbClr val="7F8C97">
              <a:alpha val="48000"/>
            </a:srgbClr>
          </a:solidFill>
          <a:ln w="0">
            <a:noFill/>
            <a:prstDash val="solid"/>
          </a:ln>
        </p:spPr>
      </p:sp>
      <p:sp>
        <p:nvSpPr>
          <p:cNvPr id="920" name="03_assume_matched_6217">
            <a:extLst>
              <a:ext uri="{FF2B5EF4-FFF2-40B4-BE49-F238E27FC236}">
                <a16:creationId xmlns:a16="http://schemas.microsoft.com/office/drawing/2014/main" id="{997EB0F9-A8FA-420A-8A09-FE505DE9EEE7}"/>
              </a:ext>
            </a:extLst>
          </p:cNvPr>
          <p:cNvSpPr>
            <a:spLocks noGrp="1"/>
          </p:cNvSpPr>
          <p:nvPr/>
        </p:nvSpPr>
        <p:spPr>
          <a:xfrm>
            <a:off x="2175319" y="2925958"/>
            <a:ext cx="28398" cy="28398"/>
          </a:xfrm>
          <a:prstGeom prst="ellipse">
            <a:avLst/>
          </a:prstGeom>
          <a:solidFill>
            <a:srgbClr val="7F8C97">
              <a:alpha val="48000"/>
            </a:srgbClr>
          </a:solidFill>
          <a:ln w="0">
            <a:noFill/>
            <a:prstDash val="solid"/>
          </a:ln>
        </p:spPr>
      </p:sp>
      <p:sp>
        <p:nvSpPr>
          <p:cNvPr id="921" name="03_assume_matched_6218">
            <a:extLst>
              <a:ext uri="{FF2B5EF4-FFF2-40B4-BE49-F238E27FC236}">
                <a16:creationId xmlns:a16="http://schemas.microsoft.com/office/drawing/2014/main" id="{7AF169CE-9B7F-4009-9DD9-52EF5C716989}"/>
              </a:ext>
            </a:extLst>
          </p:cNvPr>
          <p:cNvSpPr>
            <a:spLocks noGrp="1"/>
          </p:cNvSpPr>
          <p:nvPr/>
        </p:nvSpPr>
        <p:spPr>
          <a:xfrm>
            <a:off x="2258211" y="2974697"/>
            <a:ext cx="28398" cy="28398"/>
          </a:xfrm>
          <a:prstGeom prst="ellipse">
            <a:avLst/>
          </a:prstGeom>
          <a:solidFill>
            <a:srgbClr val="7F8C97">
              <a:alpha val="48000"/>
            </a:srgbClr>
          </a:solidFill>
          <a:ln w="0">
            <a:noFill/>
            <a:prstDash val="solid"/>
          </a:ln>
        </p:spPr>
      </p:sp>
      <p:sp>
        <p:nvSpPr>
          <p:cNvPr id="922" name="03_assume_matched_6219">
            <a:extLst>
              <a:ext uri="{FF2B5EF4-FFF2-40B4-BE49-F238E27FC236}">
                <a16:creationId xmlns:a16="http://schemas.microsoft.com/office/drawing/2014/main" id="{578BDEE1-07BF-4430-8DBC-FA8A4ACF7D4D}"/>
              </a:ext>
            </a:extLst>
          </p:cNvPr>
          <p:cNvSpPr>
            <a:spLocks noGrp="1"/>
          </p:cNvSpPr>
          <p:nvPr/>
        </p:nvSpPr>
        <p:spPr>
          <a:xfrm>
            <a:off x="2295339" y="3079138"/>
            <a:ext cx="28398" cy="28398"/>
          </a:xfrm>
          <a:prstGeom prst="ellipse">
            <a:avLst/>
          </a:prstGeom>
          <a:solidFill>
            <a:srgbClr val="7F8C97">
              <a:alpha val="48000"/>
            </a:srgbClr>
          </a:solidFill>
          <a:ln w="0">
            <a:noFill/>
            <a:prstDash val="solid"/>
          </a:ln>
        </p:spPr>
      </p:sp>
      <p:sp>
        <p:nvSpPr>
          <p:cNvPr id="923" name="03_assume_matched_6220">
            <a:extLst>
              <a:ext uri="{FF2B5EF4-FFF2-40B4-BE49-F238E27FC236}">
                <a16:creationId xmlns:a16="http://schemas.microsoft.com/office/drawing/2014/main" id="{6E45D54B-69B4-4A9E-A567-1C716E3E3A61}"/>
              </a:ext>
            </a:extLst>
          </p:cNvPr>
          <p:cNvSpPr>
            <a:spLocks noGrp="1"/>
          </p:cNvSpPr>
          <p:nvPr/>
        </p:nvSpPr>
        <p:spPr>
          <a:xfrm>
            <a:off x="2301527" y="2536045"/>
            <a:ext cx="28398" cy="28398"/>
          </a:xfrm>
          <a:prstGeom prst="ellipse">
            <a:avLst/>
          </a:prstGeom>
          <a:solidFill>
            <a:srgbClr val="7F8C97">
              <a:alpha val="48000"/>
            </a:srgbClr>
          </a:solidFill>
          <a:ln w="0">
            <a:noFill/>
            <a:prstDash val="solid"/>
          </a:ln>
        </p:spPr>
      </p:sp>
      <p:sp>
        <p:nvSpPr>
          <p:cNvPr id="924" name="03_assume_matched_6221">
            <a:extLst>
              <a:ext uri="{FF2B5EF4-FFF2-40B4-BE49-F238E27FC236}">
                <a16:creationId xmlns:a16="http://schemas.microsoft.com/office/drawing/2014/main" id="{77F2843F-6E25-4A4F-AEA4-D296A8F682A3}"/>
              </a:ext>
            </a:extLst>
          </p:cNvPr>
          <p:cNvSpPr>
            <a:spLocks noGrp="1"/>
          </p:cNvSpPr>
          <p:nvPr/>
        </p:nvSpPr>
        <p:spPr>
          <a:xfrm>
            <a:off x="2212591" y="3120914"/>
            <a:ext cx="28398" cy="28398"/>
          </a:xfrm>
          <a:prstGeom prst="ellipse">
            <a:avLst/>
          </a:prstGeom>
          <a:solidFill>
            <a:srgbClr val="7F8C97">
              <a:alpha val="48000"/>
            </a:srgbClr>
          </a:solidFill>
          <a:ln w="0">
            <a:noFill/>
            <a:prstDash val="solid"/>
          </a:ln>
        </p:spPr>
      </p:sp>
      <p:sp>
        <p:nvSpPr>
          <p:cNvPr id="925" name="03_assume_matched_6222">
            <a:extLst>
              <a:ext uri="{FF2B5EF4-FFF2-40B4-BE49-F238E27FC236}">
                <a16:creationId xmlns:a16="http://schemas.microsoft.com/office/drawing/2014/main" id="{CD4CBFE4-82A1-4BFE-982F-0A40BBB57B80}"/>
              </a:ext>
            </a:extLst>
          </p:cNvPr>
          <p:cNvSpPr>
            <a:spLocks noGrp="1"/>
          </p:cNvSpPr>
          <p:nvPr/>
        </p:nvSpPr>
        <p:spPr>
          <a:xfrm>
            <a:off x="2265406" y="2925958"/>
            <a:ext cx="28398" cy="28398"/>
          </a:xfrm>
          <a:prstGeom prst="ellipse">
            <a:avLst/>
          </a:prstGeom>
          <a:solidFill>
            <a:srgbClr val="7F8C97">
              <a:alpha val="48000"/>
            </a:srgbClr>
          </a:solidFill>
          <a:ln w="0">
            <a:noFill/>
            <a:prstDash val="solid"/>
          </a:ln>
        </p:spPr>
      </p:sp>
      <p:sp>
        <p:nvSpPr>
          <p:cNvPr id="926" name="03_assume_matched_6223">
            <a:extLst>
              <a:ext uri="{FF2B5EF4-FFF2-40B4-BE49-F238E27FC236}">
                <a16:creationId xmlns:a16="http://schemas.microsoft.com/office/drawing/2014/main" id="{6D43A9D0-B800-48A6-9F26-BED4C8A2CC32}"/>
              </a:ext>
            </a:extLst>
          </p:cNvPr>
          <p:cNvSpPr>
            <a:spLocks noGrp="1"/>
          </p:cNvSpPr>
          <p:nvPr/>
        </p:nvSpPr>
        <p:spPr>
          <a:xfrm>
            <a:off x="2276343" y="2536045"/>
            <a:ext cx="28398" cy="28398"/>
          </a:xfrm>
          <a:prstGeom prst="ellipse">
            <a:avLst/>
          </a:prstGeom>
          <a:solidFill>
            <a:srgbClr val="7F8C97">
              <a:alpha val="48000"/>
            </a:srgbClr>
          </a:solidFill>
          <a:ln w="0">
            <a:noFill/>
            <a:prstDash val="solid"/>
          </a:ln>
        </p:spPr>
      </p:sp>
      <p:sp>
        <p:nvSpPr>
          <p:cNvPr id="927" name="03_assume_matched_6224">
            <a:extLst>
              <a:ext uri="{FF2B5EF4-FFF2-40B4-BE49-F238E27FC236}">
                <a16:creationId xmlns:a16="http://schemas.microsoft.com/office/drawing/2014/main" id="{29290A18-F1B2-45E6-8B72-019768705E7C}"/>
              </a:ext>
            </a:extLst>
          </p:cNvPr>
          <p:cNvSpPr>
            <a:spLocks noGrp="1"/>
          </p:cNvSpPr>
          <p:nvPr/>
        </p:nvSpPr>
        <p:spPr>
          <a:xfrm>
            <a:off x="2293756" y="2536045"/>
            <a:ext cx="28398" cy="28398"/>
          </a:xfrm>
          <a:prstGeom prst="ellipse">
            <a:avLst/>
          </a:prstGeom>
          <a:solidFill>
            <a:srgbClr val="7F8C97">
              <a:alpha val="48000"/>
            </a:srgbClr>
          </a:solidFill>
          <a:ln w="0">
            <a:noFill/>
            <a:prstDash val="solid"/>
          </a:ln>
        </p:spPr>
      </p:sp>
      <p:sp>
        <p:nvSpPr>
          <p:cNvPr id="928" name="03_assume_matched_6225">
            <a:extLst>
              <a:ext uri="{FF2B5EF4-FFF2-40B4-BE49-F238E27FC236}">
                <a16:creationId xmlns:a16="http://schemas.microsoft.com/office/drawing/2014/main" id="{06D5FECC-FBAE-4B0B-9DEC-433B0EB9256E}"/>
              </a:ext>
            </a:extLst>
          </p:cNvPr>
          <p:cNvSpPr>
            <a:spLocks noGrp="1"/>
          </p:cNvSpPr>
          <p:nvPr/>
        </p:nvSpPr>
        <p:spPr>
          <a:xfrm>
            <a:off x="2278502" y="2536045"/>
            <a:ext cx="28398" cy="28398"/>
          </a:xfrm>
          <a:prstGeom prst="ellipse">
            <a:avLst/>
          </a:prstGeom>
          <a:solidFill>
            <a:srgbClr val="7F8C97">
              <a:alpha val="48000"/>
            </a:srgbClr>
          </a:solidFill>
          <a:ln w="0">
            <a:noFill/>
            <a:prstDash val="solid"/>
          </a:ln>
        </p:spPr>
      </p:sp>
      <p:sp>
        <p:nvSpPr>
          <p:cNvPr id="929" name="03_assume_matched_6226">
            <a:extLst>
              <a:ext uri="{FF2B5EF4-FFF2-40B4-BE49-F238E27FC236}">
                <a16:creationId xmlns:a16="http://schemas.microsoft.com/office/drawing/2014/main" id="{71E12112-6402-41E8-8D60-3AC6D1CAA26F}"/>
              </a:ext>
            </a:extLst>
          </p:cNvPr>
          <p:cNvSpPr>
            <a:spLocks noGrp="1"/>
          </p:cNvSpPr>
          <p:nvPr/>
        </p:nvSpPr>
        <p:spPr>
          <a:xfrm>
            <a:off x="2256772" y="3120914"/>
            <a:ext cx="28398" cy="28398"/>
          </a:xfrm>
          <a:prstGeom prst="ellipse">
            <a:avLst/>
          </a:prstGeom>
          <a:solidFill>
            <a:srgbClr val="7F8C97">
              <a:alpha val="48000"/>
            </a:srgbClr>
          </a:solidFill>
          <a:ln w="0">
            <a:noFill/>
            <a:prstDash val="solid"/>
          </a:ln>
        </p:spPr>
      </p:sp>
      <p:sp>
        <p:nvSpPr>
          <p:cNvPr id="930" name="03_assume_matched_6227">
            <a:extLst>
              <a:ext uri="{FF2B5EF4-FFF2-40B4-BE49-F238E27FC236}">
                <a16:creationId xmlns:a16="http://schemas.microsoft.com/office/drawing/2014/main" id="{47F745DB-78C4-4C87-87E1-FB54335E9811}"/>
              </a:ext>
            </a:extLst>
          </p:cNvPr>
          <p:cNvSpPr>
            <a:spLocks noGrp="1"/>
          </p:cNvSpPr>
          <p:nvPr/>
        </p:nvSpPr>
        <p:spPr>
          <a:xfrm>
            <a:off x="2168555" y="2536045"/>
            <a:ext cx="28398" cy="28398"/>
          </a:xfrm>
          <a:prstGeom prst="ellipse">
            <a:avLst/>
          </a:prstGeom>
          <a:solidFill>
            <a:srgbClr val="7F8C97">
              <a:alpha val="48000"/>
            </a:srgbClr>
          </a:solidFill>
          <a:ln w="0">
            <a:noFill/>
            <a:prstDash val="solid"/>
          </a:ln>
        </p:spPr>
      </p:sp>
      <p:sp>
        <p:nvSpPr>
          <p:cNvPr id="931" name="03_assume_matched_6228">
            <a:extLst>
              <a:ext uri="{FF2B5EF4-FFF2-40B4-BE49-F238E27FC236}">
                <a16:creationId xmlns:a16="http://schemas.microsoft.com/office/drawing/2014/main" id="{EBCA10AB-12B1-472D-A51D-4039B259AEC9}"/>
              </a:ext>
            </a:extLst>
          </p:cNvPr>
          <p:cNvSpPr>
            <a:spLocks noGrp="1"/>
          </p:cNvSpPr>
          <p:nvPr/>
        </p:nvSpPr>
        <p:spPr>
          <a:xfrm>
            <a:off x="2182515" y="3120914"/>
            <a:ext cx="28398" cy="28398"/>
          </a:xfrm>
          <a:prstGeom prst="ellipse">
            <a:avLst/>
          </a:prstGeom>
          <a:solidFill>
            <a:srgbClr val="7F8C97">
              <a:alpha val="48000"/>
            </a:srgbClr>
          </a:solidFill>
          <a:ln w="0">
            <a:noFill/>
            <a:prstDash val="solid"/>
          </a:ln>
        </p:spPr>
      </p:sp>
      <p:sp>
        <p:nvSpPr>
          <p:cNvPr id="932" name="03_assume_matched_6229">
            <a:extLst>
              <a:ext uri="{FF2B5EF4-FFF2-40B4-BE49-F238E27FC236}">
                <a16:creationId xmlns:a16="http://schemas.microsoft.com/office/drawing/2014/main" id="{4E01AC6E-CD93-4EFB-9E7E-858521711246}"/>
              </a:ext>
            </a:extLst>
          </p:cNvPr>
          <p:cNvSpPr>
            <a:spLocks noGrp="1"/>
          </p:cNvSpPr>
          <p:nvPr/>
        </p:nvSpPr>
        <p:spPr>
          <a:xfrm>
            <a:off x="2243676" y="2536045"/>
            <a:ext cx="28398" cy="28398"/>
          </a:xfrm>
          <a:prstGeom prst="ellipse">
            <a:avLst/>
          </a:prstGeom>
          <a:solidFill>
            <a:srgbClr val="7F8C97">
              <a:alpha val="48000"/>
            </a:srgbClr>
          </a:solidFill>
          <a:ln w="0">
            <a:noFill/>
            <a:prstDash val="solid"/>
          </a:ln>
        </p:spPr>
      </p:sp>
      <p:sp>
        <p:nvSpPr>
          <p:cNvPr id="933" name="03_assume_matched_6230">
            <a:extLst>
              <a:ext uri="{FF2B5EF4-FFF2-40B4-BE49-F238E27FC236}">
                <a16:creationId xmlns:a16="http://schemas.microsoft.com/office/drawing/2014/main" id="{52A4F5A4-F1AA-4FBF-9271-4B83A13FEDF7}"/>
              </a:ext>
            </a:extLst>
          </p:cNvPr>
          <p:cNvSpPr>
            <a:spLocks noGrp="1"/>
          </p:cNvSpPr>
          <p:nvPr/>
        </p:nvSpPr>
        <p:spPr>
          <a:xfrm>
            <a:off x="2188559" y="2536045"/>
            <a:ext cx="28398" cy="28398"/>
          </a:xfrm>
          <a:prstGeom prst="ellipse">
            <a:avLst/>
          </a:prstGeom>
          <a:solidFill>
            <a:srgbClr val="7F8C97">
              <a:alpha val="48000"/>
            </a:srgbClr>
          </a:solidFill>
          <a:ln w="0">
            <a:noFill/>
            <a:prstDash val="solid"/>
          </a:ln>
        </p:spPr>
      </p:sp>
      <p:sp>
        <p:nvSpPr>
          <p:cNvPr id="934" name="03_assume_matched_6231">
            <a:extLst>
              <a:ext uri="{FF2B5EF4-FFF2-40B4-BE49-F238E27FC236}">
                <a16:creationId xmlns:a16="http://schemas.microsoft.com/office/drawing/2014/main" id="{5570F194-874E-4F10-BE09-4F8FA124CFC0}"/>
              </a:ext>
            </a:extLst>
          </p:cNvPr>
          <p:cNvSpPr>
            <a:spLocks noGrp="1"/>
          </p:cNvSpPr>
          <p:nvPr/>
        </p:nvSpPr>
        <p:spPr>
          <a:xfrm>
            <a:off x="2214606" y="3120914"/>
            <a:ext cx="28398" cy="28398"/>
          </a:xfrm>
          <a:prstGeom prst="ellipse">
            <a:avLst/>
          </a:prstGeom>
          <a:solidFill>
            <a:srgbClr val="7F8C97">
              <a:alpha val="48000"/>
            </a:srgbClr>
          </a:solidFill>
          <a:ln w="0">
            <a:noFill/>
            <a:prstDash val="solid"/>
          </a:ln>
        </p:spPr>
      </p:sp>
      <p:sp>
        <p:nvSpPr>
          <p:cNvPr id="935" name="03_assume_matched_6232">
            <a:extLst>
              <a:ext uri="{FF2B5EF4-FFF2-40B4-BE49-F238E27FC236}">
                <a16:creationId xmlns:a16="http://schemas.microsoft.com/office/drawing/2014/main" id="{30A22731-4B0A-4CC0-AA6F-BF21C223AE07}"/>
              </a:ext>
            </a:extLst>
          </p:cNvPr>
          <p:cNvSpPr>
            <a:spLocks noGrp="1"/>
          </p:cNvSpPr>
          <p:nvPr/>
        </p:nvSpPr>
        <p:spPr>
          <a:xfrm>
            <a:off x="2163662" y="3120914"/>
            <a:ext cx="28398" cy="28398"/>
          </a:xfrm>
          <a:prstGeom prst="ellipse">
            <a:avLst/>
          </a:prstGeom>
          <a:solidFill>
            <a:srgbClr val="7F8C97">
              <a:alpha val="48000"/>
            </a:srgbClr>
          </a:solidFill>
          <a:ln w="0">
            <a:noFill/>
            <a:prstDash val="solid"/>
          </a:ln>
        </p:spPr>
      </p:sp>
      <p:sp>
        <p:nvSpPr>
          <p:cNvPr id="936" name="03_assume_matched_6233">
            <a:extLst>
              <a:ext uri="{FF2B5EF4-FFF2-40B4-BE49-F238E27FC236}">
                <a16:creationId xmlns:a16="http://schemas.microsoft.com/office/drawing/2014/main" id="{D61AD513-BD60-4C5B-ADEA-7A99E5BE3EF0}"/>
              </a:ext>
            </a:extLst>
          </p:cNvPr>
          <p:cNvSpPr>
            <a:spLocks noGrp="1"/>
          </p:cNvSpPr>
          <p:nvPr/>
        </p:nvSpPr>
        <p:spPr>
          <a:xfrm>
            <a:off x="3036342" y="2663517"/>
            <a:ext cx="28398" cy="28398"/>
          </a:xfrm>
          <a:prstGeom prst="ellipse">
            <a:avLst/>
          </a:prstGeom>
          <a:solidFill>
            <a:srgbClr val="7F8C97">
              <a:alpha val="48000"/>
            </a:srgbClr>
          </a:solidFill>
          <a:ln w="0">
            <a:noFill/>
            <a:prstDash val="solid"/>
          </a:ln>
        </p:spPr>
      </p:sp>
      <p:sp>
        <p:nvSpPr>
          <p:cNvPr id="937" name="03_assume_matched_6234">
            <a:extLst>
              <a:ext uri="{FF2B5EF4-FFF2-40B4-BE49-F238E27FC236}">
                <a16:creationId xmlns:a16="http://schemas.microsoft.com/office/drawing/2014/main" id="{BC8D92C0-1A70-4155-8C27-132F496E7304}"/>
              </a:ext>
            </a:extLst>
          </p:cNvPr>
          <p:cNvSpPr>
            <a:spLocks noGrp="1"/>
          </p:cNvSpPr>
          <p:nvPr/>
        </p:nvSpPr>
        <p:spPr>
          <a:xfrm>
            <a:off x="3024829" y="3120914"/>
            <a:ext cx="28398" cy="28398"/>
          </a:xfrm>
          <a:prstGeom prst="ellipse">
            <a:avLst/>
          </a:prstGeom>
          <a:solidFill>
            <a:srgbClr val="7F8C97">
              <a:alpha val="48000"/>
            </a:srgbClr>
          </a:solidFill>
          <a:ln w="0">
            <a:noFill/>
            <a:prstDash val="solid"/>
          </a:ln>
        </p:spPr>
      </p:sp>
      <p:sp>
        <p:nvSpPr>
          <p:cNvPr id="938" name="03_assume_matched_6235">
            <a:extLst>
              <a:ext uri="{FF2B5EF4-FFF2-40B4-BE49-F238E27FC236}">
                <a16:creationId xmlns:a16="http://schemas.microsoft.com/office/drawing/2014/main" id="{80204C6F-5E95-41FA-90C9-EB8956A6BE3D}"/>
              </a:ext>
            </a:extLst>
          </p:cNvPr>
          <p:cNvSpPr>
            <a:spLocks noGrp="1"/>
          </p:cNvSpPr>
          <p:nvPr/>
        </p:nvSpPr>
        <p:spPr>
          <a:xfrm>
            <a:off x="2967697" y="3120914"/>
            <a:ext cx="28398" cy="28398"/>
          </a:xfrm>
          <a:prstGeom prst="ellipse">
            <a:avLst/>
          </a:prstGeom>
          <a:solidFill>
            <a:srgbClr val="7F8C97">
              <a:alpha val="48000"/>
            </a:srgbClr>
          </a:solidFill>
          <a:ln w="0">
            <a:noFill/>
            <a:prstDash val="solid"/>
          </a:ln>
        </p:spPr>
      </p:sp>
      <p:sp>
        <p:nvSpPr>
          <p:cNvPr id="939" name="03_assume_matched_6236">
            <a:extLst>
              <a:ext uri="{FF2B5EF4-FFF2-40B4-BE49-F238E27FC236}">
                <a16:creationId xmlns:a16="http://schemas.microsoft.com/office/drawing/2014/main" id="{856E8BEB-3993-4820-997E-11B5B4BD9164}"/>
              </a:ext>
            </a:extLst>
          </p:cNvPr>
          <p:cNvSpPr>
            <a:spLocks noGrp="1"/>
          </p:cNvSpPr>
          <p:nvPr/>
        </p:nvSpPr>
        <p:spPr>
          <a:xfrm>
            <a:off x="3046559" y="2536045"/>
            <a:ext cx="28398" cy="28398"/>
          </a:xfrm>
          <a:prstGeom prst="ellipse">
            <a:avLst/>
          </a:prstGeom>
          <a:solidFill>
            <a:srgbClr val="7F8C97">
              <a:alpha val="48000"/>
            </a:srgbClr>
          </a:solidFill>
          <a:ln w="0">
            <a:noFill/>
            <a:prstDash val="solid"/>
          </a:ln>
        </p:spPr>
      </p:sp>
      <p:sp>
        <p:nvSpPr>
          <p:cNvPr id="940" name="03_assume_matched_6237">
            <a:extLst>
              <a:ext uri="{FF2B5EF4-FFF2-40B4-BE49-F238E27FC236}">
                <a16:creationId xmlns:a16="http://schemas.microsoft.com/office/drawing/2014/main" id="{D5E95E28-FE14-4F1C-A727-769B97FED1C3}"/>
              </a:ext>
            </a:extLst>
          </p:cNvPr>
          <p:cNvSpPr>
            <a:spLocks noGrp="1"/>
          </p:cNvSpPr>
          <p:nvPr/>
        </p:nvSpPr>
        <p:spPr>
          <a:xfrm>
            <a:off x="3014324" y="2703151"/>
            <a:ext cx="28398" cy="28398"/>
          </a:xfrm>
          <a:prstGeom prst="ellipse">
            <a:avLst/>
          </a:prstGeom>
          <a:solidFill>
            <a:srgbClr val="7F8C97">
              <a:alpha val="48000"/>
            </a:srgbClr>
          </a:solidFill>
          <a:ln w="0">
            <a:noFill/>
            <a:prstDash val="solid"/>
          </a:ln>
        </p:spPr>
      </p:sp>
      <p:sp>
        <p:nvSpPr>
          <p:cNvPr id="941" name="03_assume_matched_6238">
            <a:extLst>
              <a:ext uri="{FF2B5EF4-FFF2-40B4-BE49-F238E27FC236}">
                <a16:creationId xmlns:a16="http://schemas.microsoft.com/office/drawing/2014/main" id="{4F0D5779-D156-4043-B6CB-7C5BA5F66EAD}"/>
              </a:ext>
            </a:extLst>
          </p:cNvPr>
          <p:cNvSpPr>
            <a:spLocks noGrp="1"/>
          </p:cNvSpPr>
          <p:nvPr/>
        </p:nvSpPr>
        <p:spPr>
          <a:xfrm>
            <a:off x="2919056" y="2801895"/>
            <a:ext cx="28398" cy="28398"/>
          </a:xfrm>
          <a:prstGeom prst="ellipse">
            <a:avLst/>
          </a:prstGeom>
          <a:solidFill>
            <a:srgbClr val="7F8C97">
              <a:alpha val="48000"/>
            </a:srgbClr>
          </a:solidFill>
          <a:ln w="0">
            <a:noFill/>
            <a:prstDash val="solid"/>
          </a:ln>
        </p:spPr>
      </p:sp>
      <p:sp>
        <p:nvSpPr>
          <p:cNvPr id="942" name="03_assume_matched_6239">
            <a:extLst>
              <a:ext uri="{FF2B5EF4-FFF2-40B4-BE49-F238E27FC236}">
                <a16:creationId xmlns:a16="http://schemas.microsoft.com/office/drawing/2014/main" id="{01158825-F246-4EF5-B85C-7B3BD2A26E02}"/>
              </a:ext>
            </a:extLst>
          </p:cNvPr>
          <p:cNvSpPr>
            <a:spLocks noGrp="1"/>
          </p:cNvSpPr>
          <p:nvPr/>
        </p:nvSpPr>
        <p:spPr>
          <a:xfrm>
            <a:off x="2949708" y="3120914"/>
            <a:ext cx="28398" cy="28398"/>
          </a:xfrm>
          <a:prstGeom prst="ellipse">
            <a:avLst/>
          </a:prstGeom>
          <a:solidFill>
            <a:srgbClr val="7F8C97">
              <a:alpha val="48000"/>
            </a:srgbClr>
          </a:solidFill>
          <a:ln w="0">
            <a:noFill/>
            <a:prstDash val="solid"/>
          </a:ln>
        </p:spPr>
      </p:sp>
      <p:sp>
        <p:nvSpPr>
          <p:cNvPr id="943" name="03_assume_matched_6240">
            <a:extLst>
              <a:ext uri="{FF2B5EF4-FFF2-40B4-BE49-F238E27FC236}">
                <a16:creationId xmlns:a16="http://schemas.microsoft.com/office/drawing/2014/main" id="{4A3D59CC-EBFE-4BDD-9DF2-6A478E3D3334}"/>
              </a:ext>
            </a:extLst>
          </p:cNvPr>
          <p:cNvSpPr>
            <a:spLocks noGrp="1"/>
          </p:cNvSpPr>
          <p:nvPr/>
        </p:nvSpPr>
        <p:spPr>
          <a:xfrm>
            <a:off x="2918768" y="3120914"/>
            <a:ext cx="28398" cy="28398"/>
          </a:xfrm>
          <a:prstGeom prst="ellipse">
            <a:avLst/>
          </a:prstGeom>
          <a:solidFill>
            <a:srgbClr val="7F8C97">
              <a:alpha val="48000"/>
            </a:srgbClr>
          </a:solidFill>
          <a:ln w="0">
            <a:noFill/>
            <a:prstDash val="solid"/>
          </a:ln>
        </p:spPr>
      </p:sp>
      <p:sp>
        <p:nvSpPr>
          <p:cNvPr id="944" name="03_assume_matched_6241">
            <a:extLst>
              <a:ext uri="{FF2B5EF4-FFF2-40B4-BE49-F238E27FC236}">
                <a16:creationId xmlns:a16="http://schemas.microsoft.com/office/drawing/2014/main" id="{46329957-3D30-4A27-8807-2C4079F63903}"/>
              </a:ext>
            </a:extLst>
          </p:cNvPr>
          <p:cNvSpPr>
            <a:spLocks noGrp="1"/>
          </p:cNvSpPr>
          <p:nvPr/>
        </p:nvSpPr>
        <p:spPr>
          <a:xfrm>
            <a:off x="3000077" y="2828480"/>
            <a:ext cx="28398" cy="28398"/>
          </a:xfrm>
          <a:prstGeom prst="ellipse">
            <a:avLst/>
          </a:prstGeom>
          <a:solidFill>
            <a:srgbClr val="7F8C97">
              <a:alpha val="48000"/>
            </a:srgbClr>
          </a:solidFill>
          <a:ln w="0">
            <a:noFill/>
            <a:prstDash val="solid"/>
          </a:ln>
        </p:spPr>
      </p:sp>
      <p:sp>
        <p:nvSpPr>
          <p:cNvPr id="945" name="03_assume_matched_6242">
            <a:extLst>
              <a:ext uri="{FF2B5EF4-FFF2-40B4-BE49-F238E27FC236}">
                <a16:creationId xmlns:a16="http://schemas.microsoft.com/office/drawing/2014/main" id="{735DD25B-573A-4FFD-8618-87EFD6AD8C30}"/>
              </a:ext>
            </a:extLst>
          </p:cNvPr>
          <p:cNvSpPr>
            <a:spLocks noGrp="1"/>
          </p:cNvSpPr>
          <p:nvPr/>
        </p:nvSpPr>
        <p:spPr>
          <a:xfrm>
            <a:off x="2981368" y="3120914"/>
            <a:ext cx="28398" cy="28398"/>
          </a:xfrm>
          <a:prstGeom prst="ellipse">
            <a:avLst/>
          </a:prstGeom>
          <a:solidFill>
            <a:srgbClr val="7F8C97">
              <a:alpha val="48000"/>
            </a:srgbClr>
          </a:solidFill>
          <a:ln w="0">
            <a:noFill/>
            <a:prstDash val="solid"/>
          </a:ln>
        </p:spPr>
      </p:sp>
      <p:sp>
        <p:nvSpPr>
          <p:cNvPr id="946" name="03_assume_matched_6243">
            <a:extLst>
              <a:ext uri="{FF2B5EF4-FFF2-40B4-BE49-F238E27FC236}">
                <a16:creationId xmlns:a16="http://schemas.microsoft.com/office/drawing/2014/main" id="{5F1E407F-C9A7-4EFE-AB8E-4D6C8F1C522D}"/>
              </a:ext>
            </a:extLst>
          </p:cNvPr>
          <p:cNvSpPr>
            <a:spLocks noGrp="1"/>
          </p:cNvSpPr>
          <p:nvPr/>
        </p:nvSpPr>
        <p:spPr>
          <a:xfrm>
            <a:off x="2966114" y="3120914"/>
            <a:ext cx="28398" cy="28398"/>
          </a:xfrm>
          <a:prstGeom prst="ellipse">
            <a:avLst/>
          </a:prstGeom>
          <a:solidFill>
            <a:srgbClr val="7F8C97">
              <a:alpha val="48000"/>
            </a:srgbClr>
          </a:solidFill>
          <a:ln w="0">
            <a:noFill/>
            <a:prstDash val="solid"/>
          </a:ln>
        </p:spPr>
      </p:sp>
      <p:sp>
        <p:nvSpPr>
          <p:cNvPr id="947" name="03_assume_matched_6244">
            <a:extLst>
              <a:ext uri="{FF2B5EF4-FFF2-40B4-BE49-F238E27FC236}">
                <a16:creationId xmlns:a16="http://schemas.microsoft.com/office/drawing/2014/main" id="{4C4AA40A-7A08-46D9-A17C-23B2302D58D8}"/>
              </a:ext>
            </a:extLst>
          </p:cNvPr>
          <p:cNvSpPr>
            <a:spLocks noGrp="1"/>
          </p:cNvSpPr>
          <p:nvPr/>
        </p:nvSpPr>
        <p:spPr>
          <a:xfrm>
            <a:off x="2951867" y="3120914"/>
            <a:ext cx="28398" cy="28398"/>
          </a:xfrm>
          <a:prstGeom prst="ellipse">
            <a:avLst/>
          </a:prstGeom>
          <a:solidFill>
            <a:srgbClr val="7F8C97">
              <a:alpha val="48000"/>
            </a:srgbClr>
          </a:solidFill>
          <a:ln w="0">
            <a:noFill/>
            <a:prstDash val="solid"/>
          </a:ln>
        </p:spPr>
      </p:sp>
      <p:sp>
        <p:nvSpPr>
          <p:cNvPr id="948" name="03_assume_matched_6245">
            <a:extLst>
              <a:ext uri="{FF2B5EF4-FFF2-40B4-BE49-F238E27FC236}">
                <a16:creationId xmlns:a16="http://schemas.microsoft.com/office/drawing/2014/main" id="{F0BFB604-B072-4014-8493-C0C0022A45C1}"/>
              </a:ext>
            </a:extLst>
          </p:cNvPr>
          <p:cNvSpPr>
            <a:spLocks noGrp="1"/>
          </p:cNvSpPr>
          <p:nvPr/>
        </p:nvSpPr>
        <p:spPr>
          <a:xfrm>
            <a:off x="2968273" y="2536045"/>
            <a:ext cx="28398" cy="28398"/>
          </a:xfrm>
          <a:prstGeom prst="ellipse">
            <a:avLst/>
          </a:prstGeom>
          <a:solidFill>
            <a:srgbClr val="7F8C97">
              <a:alpha val="48000"/>
            </a:srgbClr>
          </a:solidFill>
          <a:ln w="0">
            <a:noFill/>
            <a:prstDash val="solid"/>
          </a:ln>
        </p:spPr>
      </p:sp>
      <p:sp>
        <p:nvSpPr>
          <p:cNvPr id="949" name="03_assume_matched_6246">
            <a:extLst>
              <a:ext uri="{FF2B5EF4-FFF2-40B4-BE49-F238E27FC236}">
                <a16:creationId xmlns:a16="http://schemas.microsoft.com/office/drawing/2014/main" id="{DA0DBFD3-8FCC-49AB-B3FF-44E86893CEA2}"/>
              </a:ext>
            </a:extLst>
          </p:cNvPr>
          <p:cNvSpPr>
            <a:spLocks noGrp="1"/>
          </p:cNvSpPr>
          <p:nvPr/>
        </p:nvSpPr>
        <p:spPr>
          <a:xfrm>
            <a:off x="3053467" y="2974697"/>
            <a:ext cx="28398" cy="28398"/>
          </a:xfrm>
          <a:prstGeom prst="ellipse">
            <a:avLst/>
          </a:prstGeom>
          <a:solidFill>
            <a:srgbClr val="7F8C97">
              <a:alpha val="48000"/>
            </a:srgbClr>
          </a:solidFill>
          <a:ln w="0">
            <a:noFill/>
            <a:prstDash val="solid"/>
          </a:ln>
        </p:spPr>
      </p:sp>
      <p:sp>
        <p:nvSpPr>
          <p:cNvPr id="950" name="03_assume_matched_6247">
            <a:extLst>
              <a:ext uri="{FF2B5EF4-FFF2-40B4-BE49-F238E27FC236}">
                <a16:creationId xmlns:a16="http://schemas.microsoft.com/office/drawing/2014/main" id="{F2363AC9-6AC3-4CFB-A4BF-59B407CE0CE7}"/>
              </a:ext>
            </a:extLst>
          </p:cNvPr>
          <p:cNvSpPr>
            <a:spLocks noGrp="1"/>
          </p:cNvSpPr>
          <p:nvPr/>
        </p:nvSpPr>
        <p:spPr>
          <a:xfrm>
            <a:off x="3008423" y="2536045"/>
            <a:ext cx="28398" cy="28398"/>
          </a:xfrm>
          <a:prstGeom prst="ellipse">
            <a:avLst/>
          </a:prstGeom>
          <a:solidFill>
            <a:srgbClr val="7F8C97">
              <a:alpha val="48000"/>
            </a:srgbClr>
          </a:solidFill>
          <a:ln w="0">
            <a:noFill/>
            <a:prstDash val="solid"/>
          </a:ln>
        </p:spPr>
      </p:sp>
      <p:sp>
        <p:nvSpPr>
          <p:cNvPr id="951" name="03_assume_matched_6248">
            <a:extLst>
              <a:ext uri="{FF2B5EF4-FFF2-40B4-BE49-F238E27FC236}">
                <a16:creationId xmlns:a16="http://schemas.microsoft.com/office/drawing/2014/main" id="{3A073671-D4E7-4C2C-8499-B72F429E7571}"/>
              </a:ext>
            </a:extLst>
          </p:cNvPr>
          <p:cNvSpPr>
            <a:spLocks noGrp="1"/>
          </p:cNvSpPr>
          <p:nvPr/>
        </p:nvSpPr>
        <p:spPr>
          <a:xfrm>
            <a:off x="3018209" y="3120914"/>
            <a:ext cx="28398" cy="28398"/>
          </a:xfrm>
          <a:prstGeom prst="ellipse">
            <a:avLst/>
          </a:prstGeom>
          <a:solidFill>
            <a:srgbClr val="7F8C97">
              <a:alpha val="48000"/>
            </a:srgbClr>
          </a:solidFill>
          <a:ln w="0">
            <a:noFill/>
            <a:prstDash val="solid"/>
          </a:ln>
        </p:spPr>
      </p:sp>
      <p:sp>
        <p:nvSpPr>
          <p:cNvPr id="952" name="03_assume_matched_6249">
            <a:extLst>
              <a:ext uri="{FF2B5EF4-FFF2-40B4-BE49-F238E27FC236}">
                <a16:creationId xmlns:a16="http://schemas.microsoft.com/office/drawing/2014/main" id="{D6B80A44-9D56-44E3-A7C2-88BF5971E9AA}"/>
              </a:ext>
            </a:extLst>
          </p:cNvPr>
          <p:cNvSpPr>
            <a:spLocks noGrp="1"/>
          </p:cNvSpPr>
          <p:nvPr/>
        </p:nvSpPr>
        <p:spPr>
          <a:xfrm>
            <a:off x="2955033" y="2990943"/>
            <a:ext cx="28398" cy="28398"/>
          </a:xfrm>
          <a:prstGeom prst="ellipse">
            <a:avLst/>
          </a:prstGeom>
          <a:solidFill>
            <a:srgbClr val="7F8C97">
              <a:alpha val="48000"/>
            </a:srgbClr>
          </a:solidFill>
          <a:ln w="0">
            <a:noFill/>
            <a:prstDash val="solid"/>
          </a:ln>
        </p:spPr>
      </p:sp>
      <p:sp>
        <p:nvSpPr>
          <p:cNvPr id="953" name="03_assume_matched_6250">
            <a:extLst>
              <a:ext uri="{FF2B5EF4-FFF2-40B4-BE49-F238E27FC236}">
                <a16:creationId xmlns:a16="http://schemas.microsoft.com/office/drawing/2014/main" id="{41CAA34B-4FE9-4011-9377-3D2DC7F20FC9}"/>
              </a:ext>
            </a:extLst>
          </p:cNvPr>
          <p:cNvSpPr>
            <a:spLocks noGrp="1"/>
          </p:cNvSpPr>
          <p:nvPr/>
        </p:nvSpPr>
        <p:spPr>
          <a:xfrm>
            <a:off x="3045408" y="3120914"/>
            <a:ext cx="28398" cy="28398"/>
          </a:xfrm>
          <a:prstGeom prst="ellipse">
            <a:avLst/>
          </a:prstGeom>
          <a:solidFill>
            <a:srgbClr val="7F8C97">
              <a:alpha val="48000"/>
            </a:srgbClr>
          </a:solidFill>
          <a:ln w="0">
            <a:noFill/>
            <a:prstDash val="solid"/>
          </a:ln>
        </p:spPr>
      </p:sp>
      <p:sp>
        <p:nvSpPr>
          <p:cNvPr id="954" name="03_assume_matched_6251">
            <a:extLst>
              <a:ext uri="{FF2B5EF4-FFF2-40B4-BE49-F238E27FC236}">
                <a16:creationId xmlns:a16="http://schemas.microsoft.com/office/drawing/2014/main" id="{80D42658-58C4-4846-B921-00ED1FA764EF}"/>
              </a:ext>
            </a:extLst>
          </p:cNvPr>
          <p:cNvSpPr>
            <a:spLocks noGrp="1"/>
          </p:cNvSpPr>
          <p:nvPr/>
        </p:nvSpPr>
        <p:spPr>
          <a:xfrm>
            <a:off x="3018497" y="2536045"/>
            <a:ext cx="28398" cy="28398"/>
          </a:xfrm>
          <a:prstGeom prst="ellipse">
            <a:avLst/>
          </a:prstGeom>
          <a:solidFill>
            <a:srgbClr val="7F8C97">
              <a:alpha val="48000"/>
            </a:srgbClr>
          </a:solidFill>
          <a:ln w="0">
            <a:noFill/>
            <a:prstDash val="solid"/>
          </a:ln>
        </p:spPr>
      </p:sp>
      <p:sp>
        <p:nvSpPr>
          <p:cNvPr id="955" name="03_assume_matched_6252">
            <a:extLst>
              <a:ext uri="{FF2B5EF4-FFF2-40B4-BE49-F238E27FC236}">
                <a16:creationId xmlns:a16="http://schemas.microsoft.com/office/drawing/2014/main" id="{159CFB6D-7540-4335-A1CD-9DD6308F4375}"/>
              </a:ext>
            </a:extLst>
          </p:cNvPr>
          <p:cNvSpPr>
            <a:spLocks noGrp="1"/>
          </p:cNvSpPr>
          <p:nvPr/>
        </p:nvSpPr>
        <p:spPr>
          <a:xfrm>
            <a:off x="2936325" y="3120914"/>
            <a:ext cx="28398" cy="28398"/>
          </a:xfrm>
          <a:prstGeom prst="ellipse">
            <a:avLst/>
          </a:prstGeom>
          <a:solidFill>
            <a:srgbClr val="7F8C97">
              <a:alpha val="48000"/>
            </a:srgbClr>
          </a:solidFill>
          <a:ln w="0">
            <a:noFill/>
            <a:prstDash val="solid"/>
          </a:ln>
        </p:spPr>
      </p:sp>
      <p:sp>
        <p:nvSpPr>
          <p:cNvPr id="956" name="03_assume_matched_6253">
            <a:extLst>
              <a:ext uri="{FF2B5EF4-FFF2-40B4-BE49-F238E27FC236}">
                <a16:creationId xmlns:a16="http://schemas.microsoft.com/office/drawing/2014/main" id="{C449ACEC-03F9-4511-B95C-1F57B8B2371F}"/>
              </a:ext>
            </a:extLst>
          </p:cNvPr>
          <p:cNvSpPr>
            <a:spLocks noGrp="1"/>
          </p:cNvSpPr>
          <p:nvPr/>
        </p:nvSpPr>
        <p:spPr>
          <a:xfrm>
            <a:off x="2943664" y="3120914"/>
            <a:ext cx="28398" cy="28398"/>
          </a:xfrm>
          <a:prstGeom prst="ellipse">
            <a:avLst/>
          </a:prstGeom>
          <a:solidFill>
            <a:srgbClr val="7F8C97">
              <a:alpha val="48000"/>
            </a:srgbClr>
          </a:solidFill>
          <a:ln w="0">
            <a:noFill/>
            <a:prstDash val="solid"/>
          </a:ln>
        </p:spPr>
      </p:sp>
      <p:sp>
        <p:nvSpPr>
          <p:cNvPr id="957" name="03_assume_matched_6254">
            <a:extLst>
              <a:ext uri="{FF2B5EF4-FFF2-40B4-BE49-F238E27FC236}">
                <a16:creationId xmlns:a16="http://schemas.microsoft.com/office/drawing/2014/main" id="{65877664-3262-47E3-804F-C805A97A9E54}"/>
              </a:ext>
            </a:extLst>
          </p:cNvPr>
          <p:cNvSpPr>
            <a:spLocks noGrp="1"/>
          </p:cNvSpPr>
          <p:nvPr/>
        </p:nvSpPr>
        <p:spPr>
          <a:xfrm>
            <a:off x="2954889" y="2925958"/>
            <a:ext cx="28398" cy="28398"/>
          </a:xfrm>
          <a:prstGeom prst="ellipse">
            <a:avLst/>
          </a:prstGeom>
          <a:solidFill>
            <a:srgbClr val="7F8C97">
              <a:alpha val="48000"/>
            </a:srgbClr>
          </a:solidFill>
          <a:ln w="0">
            <a:noFill/>
            <a:prstDash val="solid"/>
          </a:ln>
        </p:spPr>
      </p:sp>
      <p:sp>
        <p:nvSpPr>
          <p:cNvPr id="958" name="03_assume_matched_6255">
            <a:extLst>
              <a:ext uri="{FF2B5EF4-FFF2-40B4-BE49-F238E27FC236}">
                <a16:creationId xmlns:a16="http://schemas.microsoft.com/office/drawing/2014/main" id="{F044B61B-9004-4D22-B946-1F45A47206CC}"/>
              </a:ext>
            </a:extLst>
          </p:cNvPr>
          <p:cNvSpPr>
            <a:spLocks noGrp="1"/>
          </p:cNvSpPr>
          <p:nvPr/>
        </p:nvSpPr>
        <p:spPr>
          <a:xfrm>
            <a:off x="3044257" y="3120914"/>
            <a:ext cx="28398" cy="28398"/>
          </a:xfrm>
          <a:prstGeom prst="ellipse">
            <a:avLst/>
          </a:prstGeom>
          <a:solidFill>
            <a:srgbClr val="7F8C97">
              <a:alpha val="48000"/>
            </a:srgbClr>
          </a:solidFill>
          <a:ln w="0">
            <a:noFill/>
            <a:prstDash val="solid"/>
          </a:ln>
        </p:spPr>
      </p:sp>
      <p:sp>
        <p:nvSpPr>
          <p:cNvPr id="959" name="03_assume_matched_6256">
            <a:extLst>
              <a:ext uri="{FF2B5EF4-FFF2-40B4-BE49-F238E27FC236}">
                <a16:creationId xmlns:a16="http://schemas.microsoft.com/office/drawing/2014/main" id="{DBC9313A-A278-4FBA-A5BC-68C41CAFA64E}"/>
              </a:ext>
            </a:extLst>
          </p:cNvPr>
          <p:cNvSpPr>
            <a:spLocks noGrp="1"/>
          </p:cNvSpPr>
          <p:nvPr/>
        </p:nvSpPr>
        <p:spPr>
          <a:xfrm>
            <a:off x="2957192" y="2828480"/>
            <a:ext cx="28398" cy="28398"/>
          </a:xfrm>
          <a:prstGeom prst="ellipse">
            <a:avLst/>
          </a:prstGeom>
          <a:solidFill>
            <a:srgbClr val="7F8C97">
              <a:alpha val="48000"/>
            </a:srgbClr>
          </a:solidFill>
          <a:ln w="0">
            <a:noFill/>
            <a:prstDash val="solid"/>
          </a:ln>
        </p:spPr>
      </p:sp>
      <p:sp>
        <p:nvSpPr>
          <p:cNvPr id="960" name="03_assume_matched_6257">
            <a:extLst>
              <a:ext uri="{FF2B5EF4-FFF2-40B4-BE49-F238E27FC236}">
                <a16:creationId xmlns:a16="http://schemas.microsoft.com/office/drawing/2014/main" id="{1E2ADE21-063F-438B-82B7-3FB020D05244}"/>
              </a:ext>
            </a:extLst>
          </p:cNvPr>
          <p:cNvSpPr>
            <a:spLocks noGrp="1"/>
          </p:cNvSpPr>
          <p:nvPr/>
        </p:nvSpPr>
        <p:spPr>
          <a:xfrm>
            <a:off x="3036198" y="3120914"/>
            <a:ext cx="28398" cy="28398"/>
          </a:xfrm>
          <a:prstGeom prst="ellipse">
            <a:avLst/>
          </a:prstGeom>
          <a:solidFill>
            <a:srgbClr val="7F8C97">
              <a:alpha val="48000"/>
            </a:srgbClr>
          </a:solidFill>
          <a:ln w="0">
            <a:noFill/>
            <a:prstDash val="solid"/>
          </a:ln>
        </p:spPr>
      </p:sp>
      <p:sp>
        <p:nvSpPr>
          <p:cNvPr id="961" name="03_assume_matched_6258">
            <a:extLst>
              <a:ext uri="{FF2B5EF4-FFF2-40B4-BE49-F238E27FC236}">
                <a16:creationId xmlns:a16="http://schemas.microsoft.com/office/drawing/2014/main" id="{0FE6E443-8BAB-4D7C-A843-BE5D06EC0BD5}"/>
              </a:ext>
            </a:extLst>
          </p:cNvPr>
          <p:cNvSpPr>
            <a:spLocks noGrp="1"/>
          </p:cNvSpPr>
          <p:nvPr/>
        </p:nvSpPr>
        <p:spPr>
          <a:xfrm>
            <a:off x="3037349" y="2536045"/>
            <a:ext cx="28398" cy="28398"/>
          </a:xfrm>
          <a:prstGeom prst="ellipse">
            <a:avLst/>
          </a:prstGeom>
          <a:solidFill>
            <a:srgbClr val="7F8C97">
              <a:alpha val="48000"/>
            </a:srgbClr>
          </a:solidFill>
          <a:ln w="0">
            <a:noFill/>
            <a:prstDash val="solid"/>
          </a:ln>
        </p:spPr>
      </p:sp>
      <p:sp>
        <p:nvSpPr>
          <p:cNvPr id="962" name="03_assume_matched_6259">
            <a:extLst>
              <a:ext uri="{FF2B5EF4-FFF2-40B4-BE49-F238E27FC236}">
                <a16:creationId xmlns:a16="http://schemas.microsoft.com/office/drawing/2014/main" id="{353A2036-FAC0-4603-B150-4538DCF2FC20}"/>
              </a:ext>
            </a:extLst>
          </p:cNvPr>
          <p:cNvSpPr>
            <a:spLocks noGrp="1"/>
          </p:cNvSpPr>
          <p:nvPr/>
        </p:nvSpPr>
        <p:spPr>
          <a:xfrm>
            <a:off x="3041091" y="3120914"/>
            <a:ext cx="28398" cy="28398"/>
          </a:xfrm>
          <a:prstGeom prst="ellipse">
            <a:avLst/>
          </a:prstGeom>
          <a:solidFill>
            <a:srgbClr val="7F8C97">
              <a:alpha val="48000"/>
            </a:srgbClr>
          </a:solidFill>
          <a:ln w="0">
            <a:noFill/>
            <a:prstDash val="solid"/>
          </a:ln>
        </p:spPr>
      </p:sp>
      <p:sp>
        <p:nvSpPr>
          <p:cNvPr id="963" name="03_assume_matched_6260">
            <a:extLst>
              <a:ext uri="{FF2B5EF4-FFF2-40B4-BE49-F238E27FC236}">
                <a16:creationId xmlns:a16="http://schemas.microsoft.com/office/drawing/2014/main" id="{94878A7E-2BE0-45AD-8E4E-A5560D976E08}"/>
              </a:ext>
            </a:extLst>
          </p:cNvPr>
          <p:cNvSpPr>
            <a:spLocks noGrp="1"/>
          </p:cNvSpPr>
          <p:nvPr/>
        </p:nvSpPr>
        <p:spPr>
          <a:xfrm>
            <a:off x="2958343" y="3120914"/>
            <a:ext cx="28398" cy="28398"/>
          </a:xfrm>
          <a:prstGeom prst="ellipse">
            <a:avLst/>
          </a:prstGeom>
          <a:solidFill>
            <a:srgbClr val="7F8C97">
              <a:alpha val="48000"/>
            </a:srgbClr>
          </a:solidFill>
          <a:ln w="0">
            <a:noFill/>
            <a:prstDash val="solid"/>
          </a:ln>
        </p:spPr>
      </p:sp>
      <p:sp>
        <p:nvSpPr>
          <p:cNvPr id="964" name="03_assume_matched_6261">
            <a:extLst>
              <a:ext uri="{FF2B5EF4-FFF2-40B4-BE49-F238E27FC236}">
                <a16:creationId xmlns:a16="http://schemas.microsoft.com/office/drawing/2014/main" id="{EB2BB7EC-C669-457B-B62E-7AC2B1562787}"/>
              </a:ext>
            </a:extLst>
          </p:cNvPr>
          <p:cNvSpPr>
            <a:spLocks noGrp="1"/>
          </p:cNvSpPr>
          <p:nvPr/>
        </p:nvSpPr>
        <p:spPr>
          <a:xfrm>
            <a:off x="2936613" y="2536045"/>
            <a:ext cx="28398" cy="28398"/>
          </a:xfrm>
          <a:prstGeom prst="ellipse">
            <a:avLst/>
          </a:prstGeom>
          <a:solidFill>
            <a:srgbClr val="7F8C97">
              <a:alpha val="48000"/>
            </a:srgbClr>
          </a:solidFill>
          <a:ln w="0">
            <a:noFill/>
            <a:prstDash val="solid"/>
          </a:ln>
        </p:spPr>
      </p:sp>
      <p:sp>
        <p:nvSpPr>
          <p:cNvPr id="965" name="03_assume_matched_6262">
            <a:extLst>
              <a:ext uri="{FF2B5EF4-FFF2-40B4-BE49-F238E27FC236}">
                <a16:creationId xmlns:a16="http://schemas.microsoft.com/office/drawing/2014/main" id="{CBFF4040-43B3-44B2-9314-16670262C6E9}"/>
              </a:ext>
            </a:extLst>
          </p:cNvPr>
          <p:cNvSpPr>
            <a:spLocks noGrp="1"/>
          </p:cNvSpPr>
          <p:nvPr/>
        </p:nvSpPr>
        <p:spPr>
          <a:xfrm>
            <a:off x="3020368" y="2536045"/>
            <a:ext cx="28398" cy="28398"/>
          </a:xfrm>
          <a:prstGeom prst="ellipse">
            <a:avLst/>
          </a:prstGeom>
          <a:solidFill>
            <a:srgbClr val="7F8C97">
              <a:alpha val="48000"/>
            </a:srgbClr>
          </a:solidFill>
          <a:ln w="0">
            <a:noFill/>
            <a:prstDash val="solid"/>
          </a:ln>
        </p:spPr>
      </p:sp>
      <p:sp>
        <p:nvSpPr>
          <p:cNvPr id="966" name="03_assume_matched_6263">
            <a:extLst>
              <a:ext uri="{FF2B5EF4-FFF2-40B4-BE49-F238E27FC236}">
                <a16:creationId xmlns:a16="http://schemas.microsoft.com/office/drawing/2014/main" id="{96F5296F-1020-4801-83FA-F26C868B2739}"/>
              </a:ext>
            </a:extLst>
          </p:cNvPr>
          <p:cNvSpPr>
            <a:spLocks noGrp="1"/>
          </p:cNvSpPr>
          <p:nvPr/>
        </p:nvSpPr>
        <p:spPr>
          <a:xfrm>
            <a:off x="2929849" y="3120914"/>
            <a:ext cx="28398" cy="28398"/>
          </a:xfrm>
          <a:prstGeom prst="ellipse">
            <a:avLst/>
          </a:prstGeom>
          <a:solidFill>
            <a:srgbClr val="7F8C97">
              <a:alpha val="48000"/>
            </a:srgbClr>
          </a:solidFill>
          <a:ln w="0">
            <a:noFill/>
            <a:prstDash val="solid"/>
          </a:ln>
        </p:spPr>
      </p:sp>
      <p:sp>
        <p:nvSpPr>
          <p:cNvPr id="967" name="03_assume_matched_6264">
            <a:extLst>
              <a:ext uri="{FF2B5EF4-FFF2-40B4-BE49-F238E27FC236}">
                <a16:creationId xmlns:a16="http://schemas.microsoft.com/office/drawing/2014/main" id="{F8D3EAE7-3158-45B5-9953-6C0B0071956F}"/>
              </a:ext>
            </a:extLst>
          </p:cNvPr>
          <p:cNvSpPr>
            <a:spLocks noGrp="1"/>
          </p:cNvSpPr>
          <p:nvPr/>
        </p:nvSpPr>
        <p:spPr>
          <a:xfrm>
            <a:off x="3023965" y="2536045"/>
            <a:ext cx="28398" cy="28398"/>
          </a:xfrm>
          <a:prstGeom prst="ellipse">
            <a:avLst/>
          </a:prstGeom>
          <a:solidFill>
            <a:srgbClr val="7F8C97">
              <a:alpha val="48000"/>
            </a:srgbClr>
          </a:solidFill>
          <a:ln w="0">
            <a:noFill/>
            <a:prstDash val="solid"/>
          </a:ln>
        </p:spPr>
      </p:sp>
      <p:sp>
        <p:nvSpPr>
          <p:cNvPr id="968" name="03_assume_matched_6265">
            <a:extLst>
              <a:ext uri="{FF2B5EF4-FFF2-40B4-BE49-F238E27FC236}">
                <a16:creationId xmlns:a16="http://schemas.microsoft.com/office/drawing/2014/main" id="{62760499-A923-418F-B715-D52825CADC49}"/>
              </a:ext>
            </a:extLst>
          </p:cNvPr>
          <p:cNvSpPr>
            <a:spLocks noGrp="1"/>
          </p:cNvSpPr>
          <p:nvPr/>
        </p:nvSpPr>
        <p:spPr>
          <a:xfrm>
            <a:off x="2931144" y="3120914"/>
            <a:ext cx="28398" cy="28398"/>
          </a:xfrm>
          <a:prstGeom prst="ellipse">
            <a:avLst/>
          </a:prstGeom>
          <a:solidFill>
            <a:srgbClr val="7F8C97">
              <a:alpha val="48000"/>
            </a:srgbClr>
          </a:solidFill>
          <a:ln w="0">
            <a:noFill/>
            <a:prstDash val="solid"/>
          </a:ln>
        </p:spPr>
      </p:sp>
      <p:sp>
        <p:nvSpPr>
          <p:cNvPr id="969" name="03_assume_matched_6266">
            <a:extLst>
              <a:ext uri="{FF2B5EF4-FFF2-40B4-BE49-F238E27FC236}">
                <a16:creationId xmlns:a16="http://schemas.microsoft.com/office/drawing/2014/main" id="{BC11ED3C-5415-4A0E-80AB-EBF791753A1B}"/>
              </a:ext>
            </a:extLst>
          </p:cNvPr>
          <p:cNvSpPr>
            <a:spLocks noGrp="1"/>
          </p:cNvSpPr>
          <p:nvPr/>
        </p:nvSpPr>
        <p:spPr>
          <a:xfrm>
            <a:off x="3051596" y="2536045"/>
            <a:ext cx="28398" cy="28398"/>
          </a:xfrm>
          <a:prstGeom prst="ellipse">
            <a:avLst/>
          </a:prstGeom>
          <a:solidFill>
            <a:srgbClr val="7F8C97">
              <a:alpha val="48000"/>
            </a:srgbClr>
          </a:solidFill>
          <a:ln w="0">
            <a:noFill/>
            <a:prstDash val="solid"/>
          </a:ln>
        </p:spPr>
      </p:sp>
      <p:sp>
        <p:nvSpPr>
          <p:cNvPr id="970" name="03_assume_matched_6267">
            <a:extLst>
              <a:ext uri="{FF2B5EF4-FFF2-40B4-BE49-F238E27FC236}">
                <a16:creationId xmlns:a16="http://schemas.microsoft.com/office/drawing/2014/main" id="{CBAC18DD-BD5B-4160-9249-C98B161092A4}"/>
              </a:ext>
            </a:extLst>
          </p:cNvPr>
          <p:cNvSpPr>
            <a:spLocks noGrp="1"/>
          </p:cNvSpPr>
          <p:nvPr/>
        </p:nvSpPr>
        <p:spPr>
          <a:xfrm>
            <a:off x="3029578" y="2536045"/>
            <a:ext cx="28398" cy="28398"/>
          </a:xfrm>
          <a:prstGeom prst="ellipse">
            <a:avLst/>
          </a:prstGeom>
          <a:solidFill>
            <a:srgbClr val="7F8C97">
              <a:alpha val="48000"/>
            </a:srgbClr>
          </a:solidFill>
          <a:ln w="0">
            <a:noFill/>
            <a:prstDash val="solid"/>
          </a:ln>
        </p:spPr>
      </p:sp>
      <p:sp>
        <p:nvSpPr>
          <p:cNvPr id="971" name="03_assume_matched_6268">
            <a:extLst>
              <a:ext uri="{FF2B5EF4-FFF2-40B4-BE49-F238E27FC236}">
                <a16:creationId xmlns:a16="http://schemas.microsoft.com/office/drawing/2014/main" id="{38A8DB6D-DC90-473C-A4D9-9DDD09230738}"/>
              </a:ext>
            </a:extLst>
          </p:cNvPr>
          <p:cNvSpPr>
            <a:spLocks noGrp="1"/>
          </p:cNvSpPr>
          <p:nvPr/>
        </p:nvSpPr>
        <p:spPr>
          <a:xfrm>
            <a:off x="2977483" y="2536045"/>
            <a:ext cx="28398" cy="28398"/>
          </a:xfrm>
          <a:prstGeom prst="ellipse">
            <a:avLst/>
          </a:prstGeom>
          <a:solidFill>
            <a:srgbClr val="7F8C97">
              <a:alpha val="48000"/>
            </a:srgbClr>
          </a:solidFill>
          <a:ln w="0">
            <a:noFill/>
            <a:prstDash val="solid"/>
          </a:ln>
        </p:spPr>
      </p:sp>
      <p:sp>
        <p:nvSpPr>
          <p:cNvPr id="972" name="03_assume_matched_6269">
            <a:extLst>
              <a:ext uri="{FF2B5EF4-FFF2-40B4-BE49-F238E27FC236}">
                <a16:creationId xmlns:a16="http://schemas.microsoft.com/office/drawing/2014/main" id="{3C2E844F-1159-4B2F-A772-223BCECA61E4}"/>
              </a:ext>
            </a:extLst>
          </p:cNvPr>
          <p:cNvSpPr>
            <a:spLocks noGrp="1"/>
          </p:cNvSpPr>
          <p:nvPr/>
        </p:nvSpPr>
        <p:spPr>
          <a:xfrm>
            <a:off x="2953162" y="3120914"/>
            <a:ext cx="28398" cy="28398"/>
          </a:xfrm>
          <a:prstGeom prst="ellipse">
            <a:avLst/>
          </a:prstGeom>
          <a:solidFill>
            <a:srgbClr val="7F8C97">
              <a:alpha val="48000"/>
            </a:srgbClr>
          </a:solidFill>
          <a:ln w="0">
            <a:noFill/>
            <a:prstDash val="solid"/>
          </a:ln>
        </p:spPr>
      </p:sp>
      <p:sp>
        <p:nvSpPr>
          <p:cNvPr id="973" name="03_assume_matched_6270">
            <a:extLst>
              <a:ext uri="{FF2B5EF4-FFF2-40B4-BE49-F238E27FC236}">
                <a16:creationId xmlns:a16="http://schemas.microsoft.com/office/drawing/2014/main" id="{1206A711-CF54-46C0-8054-64B078CF0AFC}"/>
              </a:ext>
            </a:extLst>
          </p:cNvPr>
          <p:cNvSpPr>
            <a:spLocks noGrp="1"/>
          </p:cNvSpPr>
          <p:nvPr/>
        </p:nvSpPr>
        <p:spPr>
          <a:xfrm>
            <a:off x="3055625" y="3120914"/>
            <a:ext cx="28398" cy="28398"/>
          </a:xfrm>
          <a:prstGeom prst="ellipse">
            <a:avLst/>
          </a:prstGeom>
          <a:solidFill>
            <a:srgbClr val="7F8C97">
              <a:alpha val="48000"/>
            </a:srgbClr>
          </a:solidFill>
          <a:ln w="0">
            <a:noFill/>
            <a:prstDash val="solid"/>
          </a:ln>
        </p:spPr>
      </p:sp>
      <p:sp>
        <p:nvSpPr>
          <p:cNvPr id="974" name="03_assume_matched_6271">
            <a:extLst>
              <a:ext uri="{FF2B5EF4-FFF2-40B4-BE49-F238E27FC236}">
                <a16:creationId xmlns:a16="http://schemas.microsoft.com/office/drawing/2014/main" id="{E5C81404-B9B3-447F-9BEC-E719A090AF9D}"/>
              </a:ext>
            </a:extLst>
          </p:cNvPr>
          <p:cNvSpPr>
            <a:spLocks noGrp="1"/>
          </p:cNvSpPr>
          <p:nvPr/>
        </p:nvSpPr>
        <p:spPr>
          <a:xfrm>
            <a:off x="3003386" y="2536045"/>
            <a:ext cx="28398" cy="28398"/>
          </a:xfrm>
          <a:prstGeom prst="ellipse">
            <a:avLst/>
          </a:prstGeom>
          <a:solidFill>
            <a:srgbClr val="7F8C97">
              <a:alpha val="48000"/>
            </a:srgbClr>
          </a:solidFill>
          <a:ln w="0">
            <a:noFill/>
            <a:prstDash val="solid"/>
          </a:ln>
        </p:spPr>
      </p:sp>
      <p:sp>
        <p:nvSpPr>
          <p:cNvPr id="975" name="03_assume_matched_6272">
            <a:extLst>
              <a:ext uri="{FF2B5EF4-FFF2-40B4-BE49-F238E27FC236}">
                <a16:creationId xmlns:a16="http://schemas.microsoft.com/office/drawing/2014/main" id="{DED4B64C-41F8-4345-9270-85CB05F3F240}"/>
              </a:ext>
            </a:extLst>
          </p:cNvPr>
          <p:cNvSpPr>
            <a:spLocks noGrp="1"/>
          </p:cNvSpPr>
          <p:nvPr/>
        </p:nvSpPr>
        <p:spPr>
          <a:xfrm>
            <a:off x="3036198" y="3120914"/>
            <a:ext cx="28398" cy="28398"/>
          </a:xfrm>
          <a:prstGeom prst="ellipse">
            <a:avLst/>
          </a:prstGeom>
          <a:solidFill>
            <a:srgbClr val="7F8C97">
              <a:alpha val="48000"/>
            </a:srgbClr>
          </a:solidFill>
          <a:ln w="0">
            <a:noFill/>
            <a:prstDash val="solid"/>
          </a:ln>
        </p:spPr>
      </p:sp>
      <p:sp>
        <p:nvSpPr>
          <p:cNvPr id="976" name="03_assume_matched_6273">
            <a:extLst>
              <a:ext uri="{FF2B5EF4-FFF2-40B4-BE49-F238E27FC236}">
                <a16:creationId xmlns:a16="http://schemas.microsoft.com/office/drawing/2014/main" id="{B2DE8504-A778-4627-9839-BB807F523B4C}"/>
              </a:ext>
            </a:extLst>
          </p:cNvPr>
          <p:cNvSpPr>
            <a:spLocks noGrp="1"/>
          </p:cNvSpPr>
          <p:nvPr/>
        </p:nvSpPr>
        <p:spPr>
          <a:xfrm>
            <a:off x="2935317" y="2653019"/>
            <a:ext cx="28398" cy="28398"/>
          </a:xfrm>
          <a:prstGeom prst="ellipse">
            <a:avLst/>
          </a:prstGeom>
          <a:solidFill>
            <a:srgbClr val="7F8C97">
              <a:alpha val="48000"/>
            </a:srgbClr>
          </a:solidFill>
          <a:ln w="0">
            <a:noFill/>
            <a:prstDash val="solid"/>
          </a:ln>
        </p:spPr>
      </p:sp>
      <p:sp>
        <p:nvSpPr>
          <p:cNvPr id="977" name="03_assume_matched_6274">
            <a:extLst>
              <a:ext uri="{FF2B5EF4-FFF2-40B4-BE49-F238E27FC236}">
                <a16:creationId xmlns:a16="http://schemas.microsoft.com/office/drawing/2014/main" id="{73C93526-78C4-41A8-8740-6BF93F9D8F3B}"/>
              </a:ext>
            </a:extLst>
          </p:cNvPr>
          <p:cNvSpPr>
            <a:spLocks noGrp="1"/>
          </p:cNvSpPr>
          <p:nvPr/>
        </p:nvSpPr>
        <p:spPr>
          <a:xfrm>
            <a:off x="3027275" y="3120914"/>
            <a:ext cx="28398" cy="28398"/>
          </a:xfrm>
          <a:prstGeom prst="ellipse">
            <a:avLst/>
          </a:prstGeom>
          <a:solidFill>
            <a:srgbClr val="7F8C97">
              <a:alpha val="48000"/>
            </a:srgbClr>
          </a:solidFill>
          <a:ln w="0">
            <a:noFill/>
            <a:prstDash val="solid"/>
          </a:ln>
        </p:spPr>
      </p:sp>
      <p:sp>
        <p:nvSpPr>
          <p:cNvPr id="978" name="03_assume_matched_6275">
            <a:extLst>
              <a:ext uri="{FF2B5EF4-FFF2-40B4-BE49-F238E27FC236}">
                <a16:creationId xmlns:a16="http://schemas.microsoft.com/office/drawing/2014/main" id="{A65D2C2C-3F21-4B22-86B2-3CD233C863CE}"/>
              </a:ext>
            </a:extLst>
          </p:cNvPr>
          <p:cNvSpPr>
            <a:spLocks noGrp="1"/>
          </p:cNvSpPr>
          <p:nvPr/>
        </p:nvSpPr>
        <p:spPr>
          <a:xfrm>
            <a:off x="3006409" y="3120914"/>
            <a:ext cx="28398" cy="28398"/>
          </a:xfrm>
          <a:prstGeom prst="ellipse">
            <a:avLst/>
          </a:prstGeom>
          <a:solidFill>
            <a:srgbClr val="7F8C97">
              <a:alpha val="48000"/>
            </a:srgbClr>
          </a:solidFill>
          <a:ln w="0">
            <a:noFill/>
            <a:prstDash val="solid"/>
          </a:ln>
        </p:spPr>
      </p:sp>
      <p:sp>
        <p:nvSpPr>
          <p:cNvPr id="979" name="03_assume_matched_6276">
            <a:extLst>
              <a:ext uri="{FF2B5EF4-FFF2-40B4-BE49-F238E27FC236}">
                <a16:creationId xmlns:a16="http://schemas.microsoft.com/office/drawing/2014/main" id="{C90DDF80-44CF-4E47-8186-D2407C934F21}"/>
              </a:ext>
            </a:extLst>
          </p:cNvPr>
          <p:cNvSpPr>
            <a:spLocks noGrp="1"/>
          </p:cNvSpPr>
          <p:nvPr/>
        </p:nvSpPr>
        <p:spPr>
          <a:xfrm>
            <a:off x="2915026" y="2536045"/>
            <a:ext cx="28398" cy="28398"/>
          </a:xfrm>
          <a:prstGeom prst="ellipse">
            <a:avLst/>
          </a:prstGeom>
          <a:solidFill>
            <a:srgbClr val="7F8C97">
              <a:alpha val="48000"/>
            </a:srgbClr>
          </a:solidFill>
          <a:ln w="0">
            <a:noFill/>
            <a:prstDash val="solid"/>
          </a:ln>
        </p:spPr>
      </p:sp>
      <p:sp>
        <p:nvSpPr>
          <p:cNvPr id="980" name="03_assume_matched_6277">
            <a:extLst>
              <a:ext uri="{FF2B5EF4-FFF2-40B4-BE49-F238E27FC236}">
                <a16:creationId xmlns:a16="http://schemas.microsoft.com/office/drawing/2014/main" id="{8AAD2546-CFDA-49ED-B2E8-05D4E760EED5}"/>
              </a:ext>
            </a:extLst>
          </p:cNvPr>
          <p:cNvSpPr>
            <a:spLocks noGrp="1"/>
          </p:cNvSpPr>
          <p:nvPr/>
        </p:nvSpPr>
        <p:spPr>
          <a:xfrm>
            <a:off x="2974317" y="3120914"/>
            <a:ext cx="28398" cy="28398"/>
          </a:xfrm>
          <a:prstGeom prst="ellipse">
            <a:avLst/>
          </a:prstGeom>
          <a:solidFill>
            <a:srgbClr val="7F8C97">
              <a:alpha val="48000"/>
            </a:srgbClr>
          </a:solidFill>
          <a:ln w="0">
            <a:noFill/>
            <a:prstDash val="solid"/>
          </a:ln>
        </p:spPr>
      </p:sp>
      <p:sp>
        <p:nvSpPr>
          <p:cNvPr id="981" name="03_assume_matched_6278">
            <a:extLst>
              <a:ext uri="{FF2B5EF4-FFF2-40B4-BE49-F238E27FC236}">
                <a16:creationId xmlns:a16="http://schemas.microsoft.com/office/drawing/2014/main" id="{726CC396-945A-41E8-B4CD-E2C80BFA2198}"/>
              </a:ext>
            </a:extLst>
          </p:cNvPr>
          <p:cNvSpPr>
            <a:spLocks noGrp="1"/>
          </p:cNvSpPr>
          <p:nvPr/>
        </p:nvSpPr>
        <p:spPr>
          <a:xfrm>
            <a:off x="2956472" y="3120914"/>
            <a:ext cx="28398" cy="28398"/>
          </a:xfrm>
          <a:prstGeom prst="ellipse">
            <a:avLst/>
          </a:prstGeom>
          <a:solidFill>
            <a:srgbClr val="7F8C97">
              <a:alpha val="48000"/>
            </a:srgbClr>
          </a:solidFill>
          <a:ln w="0">
            <a:noFill/>
            <a:prstDash val="solid"/>
          </a:ln>
        </p:spPr>
      </p:sp>
      <p:sp>
        <p:nvSpPr>
          <p:cNvPr id="982" name="03_assume_matched_6279">
            <a:extLst>
              <a:ext uri="{FF2B5EF4-FFF2-40B4-BE49-F238E27FC236}">
                <a16:creationId xmlns:a16="http://schemas.microsoft.com/office/drawing/2014/main" id="{8DE78ECD-2D2E-46C6-A3B3-04A64E410A39}"/>
              </a:ext>
            </a:extLst>
          </p:cNvPr>
          <p:cNvSpPr>
            <a:spLocks noGrp="1"/>
          </p:cNvSpPr>
          <p:nvPr/>
        </p:nvSpPr>
        <p:spPr>
          <a:xfrm>
            <a:off x="2988708" y="2633523"/>
            <a:ext cx="28398" cy="28398"/>
          </a:xfrm>
          <a:prstGeom prst="ellipse">
            <a:avLst/>
          </a:prstGeom>
          <a:solidFill>
            <a:srgbClr val="7F8C97">
              <a:alpha val="48000"/>
            </a:srgbClr>
          </a:solidFill>
          <a:ln w="0">
            <a:noFill/>
            <a:prstDash val="solid"/>
          </a:ln>
        </p:spPr>
      </p:sp>
      <p:sp>
        <p:nvSpPr>
          <p:cNvPr id="983" name="03_assume_matched_6280">
            <a:extLst>
              <a:ext uri="{FF2B5EF4-FFF2-40B4-BE49-F238E27FC236}">
                <a16:creationId xmlns:a16="http://schemas.microsoft.com/office/drawing/2014/main" id="{5F205CA5-1D12-41EE-8A34-C1F08F29CE50}"/>
              </a:ext>
            </a:extLst>
          </p:cNvPr>
          <p:cNvSpPr>
            <a:spLocks noGrp="1"/>
          </p:cNvSpPr>
          <p:nvPr/>
        </p:nvSpPr>
        <p:spPr>
          <a:xfrm>
            <a:off x="2970575" y="2974697"/>
            <a:ext cx="28398" cy="28398"/>
          </a:xfrm>
          <a:prstGeom prst="ellipse">
            <a:avLst/>
          </a:prstGeom>
          <a:solidFill>
            <a:srgbClr val="7F8C97">
              <a:alpha val="48000"/>
            </a:srgbClr>
          </a:solidFill>
          <a:ln w="0">
            <a:noFill/>
            <a:prstDash val="solid"/>
          </a:ln>
        </p:spPr>
      </p:sp>
      <p:sp>
        <p:nvSpPr>
          <p:cNvPr id="984" name="03_assume_matched_6281">
            <a:extLst>
              <a:ext uri="{FF2B5EF4-FFF2-40B4-BE49-F238E27FC236}">
                <a16:creationId xmlns:a16="http://schemas.microsoft.com/office/drawing/2014/main" id="{12F7942D-B7FC-4A9E-9D46-B799D64869D8}"/>
              </a:ext>
            </a:extLst>
          </p:cNvPr>
          <p:cNvSpPr>
            <a:spLocks noGrp="1"/>
          </p:cNvSpPr>
          <p:nvPr/>
        </p:nvSpPr>
        <p:spPr>
          <a:xfrm>
            <a:off x="3032744" y="3120914"/>
            <a:ext cx="28398" cy="28398"/>
          </a:xfrm>
          <a:prstGeom prst="ellipse">
            <a:avLst/>
          </a:prstGeom>
          <a:solidFill>
            <a:srgbClr val="7F8C97">
              <a:alpha val="48000"/>
            </a:srgbClr>
          </a:solidFill>
          <a:ln w="0">
            <a:noFill/>
            <a:prstDash val="solid"/>
          </a:ln>
        </p:spPr>
      </p:sp>
      <p:sp>
        <p:nvSpPr>
          <p:cNvPr id="985" name="03_assume_matched_6282">
            <a:extLst>
              <a:ext uri="{FF2B5EF4-FFF2-40B4-BE49-F238E27FC236}">
                <a16:creationId xmlns:a16="http://schemas.microsoft.com/office/drawing/2014/main" id="{04678CE3-9DD6-4B4D-9479-93BAA4CCFA31}"/>
              </a:ext>
            </a:extLst>
          </p:cNvPr>
          <p:cNvSpPr>
            <a:spLocks noGrp="1"/>
          </p:cNvSpPr>
          <p:nvPr/>
        </p:nvSpPr>
        <p:spPr>
          <a:xfrm>
            <a:off x="2930856" y="2711506"/>
            <a:ext cx="28398" cy="28398"/>
          </a:xfrm>
          <a:prstGeom prst="ellipse">
            <a:avLst/>
          </a:prstGeom>
          <a:solidFill>
            <a:srgbClr val="7F8C97">
              <a:alpha val="48000"/>
            </a:srgbClr>
          </a:solidFill>
          <a:ln w="0">
            <a:noFill/>
            <a:prstDash val="solid"/>
          </a:ln>
        </p:spPr>
      </p:sp>
      <p:sp>
        <p:nvSpPr>
          <p:cNvPr id="986" name="03_assume_matched_6283">
            <a:extLst>
              <a:ext uri="{FF2B5EF4-FFF2-40B4-BE49-F238E27FC236}">
                <a16:creationId xmlns:a16="http://schemas.microsoft.com/office/drawing/2014/main" id="{D10AB332-6A07-4743-81C1-EE5990549FF6}"/>
              </a:ext>
            </a:extLst>
          </p:cNvPr>
          <p:cNvSpPr>
            <a:spLocks noGrp="1"/>
          </p:cNvSpPr>
          <p:nvPr/>
        </p:nvSpPr>
        <p:spPr>
          <a:xfrm>
            <a:off x="2937476" y="3120914"/>
            <a:ext cx="28398" cy="28398"/>
          </a:xfrm>
          <a:prstGeom prst="ellipse">
            <a:avLst/>
          </a:prstGeom>
          <a:solidFill>
            <a:srgbClr val="7F8C97">
              <a:alpha val="48000"/>
            </a:srgbClr>
          </a:solidFill>
          <a:ln w="0">
            <a:noFill/>
            <a:prstDash val="solid"/>
          </a:ln>
        </p:spPr>
      </p:sp>
      <p:sp>
        <p:nvSpPr>
          <p:cNvPr id="987" name="03_assume_matched_6284">
            <a:extLst>
              <a:ext uri="{FF2B5EF4-FFF2-40B4-BE49-F238E27FC236}">
                <a16:creationId xmlns:a16="http://schemas.microsoft.com/office/drawing/2014/main" id="{AE5CA3EC-AB65-48C7-A91F-5EFEA8A59AE5}"/>
              </a:ext>
            </a:extLst>
          </p:cNvPr>
          <p:cNvSpPr>
            <a:spLocks noGrp="1"/>
          </p:cNvSpPr>
          <p:nvPr/>
        </p:nvSpPr>
        <p:spPr>
          <a:xfrm>
            <a:off x="2997342" y="2536045"/>
            <a:ext cx="28398" cy="28398"/>
          </a:xfrm>
          <a:prstGeom prst="ellipse">
            <a:avLst/>
          </a:prstGeom>
          <a:solidFill>
            <a:srgbClr val="7F8C97">
              <a:alpha val="48000"/>
            </a:srgbClr>
          </a:solidFill>
          <a:ln w="0">
            <a:noFill/>
            <a:prstDash val="solid"/>
          </a:ln>
        </p:spPr>
      </p:sp>
      <p:sp>
        <p:nvSpPr>
          <p:cNvPr id="988" name="03_assume_matched_6285">
            <a:extLst>
              <a:ext uri="{FF2B5EF4-FFF2-40B4-BE49-F238E27FC236}">
                <a16:creationId xmlns:a16="http://schemas.microsoft.com/office/drawing/2014/main" id="{72318431-CD4E-4914-A0D1-EBA284AA82E3}"/>
              </a:ext>
            </a:extLst>
          </p:cNvPr>
          <p:cNvSpPr>
            <a:spLocks noGrp="1"/>
          </p:cNvSpPr>
          <p:nvPr/>
        </p:nvSpPr>
        <p:spPr>
          <a:xfrm>
            <a:off x="2996047" y="2536045"/>
            <a:ext cx="28398" cy="28398"/>
          </a:xfrm>
          <a:prstGeom prst="ellipse">
            <a:avLst/>
          </a:prstGeom>
          <a:solidFill>
            <a:srgbClr val="7F8C97">
              <a:alpha val="48000"/>
            </a:srgbClr>
          </a:solidFill>
          <a:ln w="0">
            <a:noFill/>
            <a:prstDash val="solid"/>
          </a:ln>
        </p:spPr>
      </p:sp>
      <p:sp>
        <p:nvSpPr>
          <p:cNvPr id="989" name="03_assume_matched_6286">
            <a:extLst>
              <a:ext uri="{FF2B5EF4-FFF2-40B4-BE49-F238E27FC236}">
                <a16:creationId xmlns:a16="http://schemas.microsoft.com/office/drawing/2014/main" id="{00019653-7394-4898-8F23-AE0D85B77ACB}"/>
              </a:ext>
            </a:extLst>
          </p:cNvPr>
          <p:cNvSpPr>
            <a:spLocks noGrp="1"/>
          </p:cNvSpPr>
          <p:nvPr/>
        </p:nvSpPr>
        <p:spPr>
          <a:xfrm>
            <a:off x="3042817" y="3120914"/>
            <a:ext cx="28398" cy="28398"/>
          </a:xfrm>
          <a:prstGeom prst="ellipse">
            <a:avLst/>
          </a:prstGeom>
          <a:solidFill>
            <a:srgbClr val="7F8C97">
              <a:alpha val="48000"/>
            </a:srgbClr>
          </a:solidFill>
          <a:ln w="0">
            <a:noFill/>
            <a:prstDash val="solid"/>
          </a:ln>
        </p:spPr>
      </p:sp>
      <p:sp>
        <p:nvSpPr>
          <p:cNvPr id="990" name="03_assume_matched_6287">
            <a:extLst>
              <a:ext uri="{FF2B5EF4-FFF2-40B4-BE49-F238E27FC236}">
                <a16:creationId xmlns:a16="http://schemas.microsoft.com/office/drawing/2014/main" id="{18D98E9C-105E-478B-8007-953C585D3609}"/>
              </a:ext>
            </a:extLst>
          </p:cNvPr>
          <p:cNvSpPr>
            <a:spLocks noGrp="1"/>
          </p:cNvSpPr>
          <p:nvPr/>
        </p:nvSpPr>
        <p:spPr>
          <a:xfrm>
            <a:off x="3021087" y="2682262"/>
            <a:ext cx="28398" cy="28398"/>
          </a:xfrm>
          <a:prstGeom prst="ellipse">
            <a:avLst/>
          </a:prstGeom>
          <a:solidFill>
            <a:srgbClr val="7F8C97">
              <a:alpha val="48000"/>
            </a:srgbClr>
          </a:solidFill>
          <a:ln w="0">
            <a:noFill/>
            <a:prstDash val="solid"/>
          </a:ln>
        </p:spPr>
      </p:sp>
      <p:sp>
        <p:nvSpPr>
          <p:cNvPr id="991" name="03_assume_matched_6288">
            <a:extLst>
              <a:ext uri="{FF2B5EF4-FFF2-40B4-BE49-F238E27FC236}">
                <a16:creationId xmlns:a16="http://schemas.microsoft.com/office/drawing/2014/main" id="{5EAA84D1-8953-412D-8F35-CD16BF28CE74}"/>
              </a:ext>
            </a:extLst>
          </p:cNvPr>
          <p:cNvSpPr>
            <a:spLocks noGrp="1"/>
          </p:cNvSpPr>
          <p:nvPr/>
        </p:nvSpPr>
        <p:spPr>
          <a:xfrm>
            <a:off x="2953162" y="3120914"/>
            <a:ext cx="28398" cy="28398"/>
          </a:xfrm>
          <a:prstGeom prst="ellipse">
            <a:avLst/>
          </a:prstGeom>
          <a:solidFill>
            <a:srgbClr val="7F8C97">
              <a:alpha val="48000"/>
            </a:srgbClr>
          </a:solidFill>
          <a:ln w="0">
            <a:noFill/>
            <a:prstDash val="solid"/>
          </a:ln>
        </p:spPr>
      </p:sp>
      <p:sp>
        <p:nvSpPr>
          <p:cNvPr id="992" name="03_assume_matched_6289">
            <a:extLst>
              <a:ext uri="{FF2B5EF4-FFF2-40B4-BE49-F238E27FC236}">
                <a16:creationId xmlns:a16="http://schemas.microsoft.com/office/drawing/2014/main" id="{C7C82562-A27F-457E-ACFF-1DA23C72C8A9}"/>
              </a:ext>
            </a:extLst>
          </p:cNvPr>
          <p:cNvSpPr>
            <a:spLocks noGrp="1"/>
          </p:cNvSpPr>
          <p:nvPr/>
        </p:nvSpPr>
        <p:spPr>
          <a:xfrm>
            <a:off x="3023965" y="3120914"/>
            <a:ext cx="28398" cy="28398"/>
          </a:xfrm>
          <a:prstGeom prst="ellipse">
            <a:avLst/>
          </a:prstGeom>
          <a:solidFill>
            <a:srgbClr val="7F8C97">
              <a:alpha val="48000"/>
            </a:srgbClr>
          </a:solidFill>
          <a:ln w="0">
            <a:noFill/>
            <a:prstDash val="solid"/>
          </a:ln>
        </p:spPr>
      </p:sp>
      <p:sp>
        <p:nvSpPr>
          <p:cNvPr id="993" name="03_assume_matched_6290">
            <a:extLst>
              <a:ext uri="{FF2B5EF4-FFF2-40B4-BE49-F238E27FC236}">
                <a16:creationId xmlns:a16="http://schemas.microsoft.com/office/drawing/2014/main" id="{60ABF85B-A312-475B-95B3-4F7FD9C8B2E8}"/>
              </a:ext>
            </a:extLst>
          </p:cNvPr>
          <p:cNvSpPr>
            <a:spLocks noGrp="1"/>
          </p:cNvSpPr>
          <p:nvPr/>
        </p:nvSpPr>
        <p:spPr>
          <a:xfrm>
            <a:off x="3012309" y="3120914"/>
            <a:ext cx="28398" cy="28398"/>
          </a:xfrm>
          <a:prstGeom prst="ellipse">
            <a:avLst/>
          </a:prstGeom>
          <a:solidFill>
            <a:srgbClr val="7F8C97">
              <a:alpha val="48000"/>
            </a:srgbClr>
          </a:solidFill>
          <a:ln w="0">
            <a:noFill/>
            <a:prstDash val="solid"/>
          </a:ln>
        </p:spPr>
      </p:sp>
      <p:sp>
        <p:nvSpPr>
          <p:cNvPr id="994" name="03_assume_matched_6291">
            <a:extLst>
              <a:ext uri="{FF2B5EF4-FFF2-40B4-BE49-F238E27FC236}">
                <a16:creationId xmlns:a16="http://schemas.microsoft.com/office/drawing/2014/main" id="{0632BA0D-4884-4CC7-BD63-70E8B18CC3C8}"/>
              </a:ext>
            </a:extLst>
          </p:cNvPr>
          <p:cNvSpPr>
            <a:spLocks noGrp="1"/>
          </p:cNvSpPr>
          <p:nvPr/>
        </p:nvSpPr>
        <p:spPr>
          <a:xfrm>
            <a:off x="3018497" y="3120914"/>
            <a:ext cx="28398" cy="28398"/>
          </a:xfrm>
          <a:prstGeom prst="ellipse">
            <a:avLst/>
          </a:prstGeom>
          <a:solidFill>
            <a:srgbClr val="7F8C97">
              <a:alpha val="48000"/>
            </a:srgbClr>
          </a:solidFill>
          <a:ln w="0">
            <a:noFill/>
            <a:prstDash val="solid"/>
          </a:ln>
        </p:spPr>
      </p:sp>
      <p:sp>
        <p:nvSpPr>
          <p:cNvPr id="995" name="03_assume_matched_6292">
            <a:extLst>
              <a:ext uri="{FF2B5EF4-FFF2-40B4-BE49-F238E27FC236}">
                <a16:creationId xmlns:a16="http://schemas.microsoft.com/office/drawing/2014/main" id="{1C13341D-2560-4F26-A795-89DCA7DE951C}"/>
              </a:ext>
            </a:extLst>
          </p:cNvPr>
          <p:cNvSpPr>
            <a:spLocks noGrp="1"/>
          </p:cNvSpPr>
          <p:nvPr/>
        </p:nvSpPr>
        <p:spPr>
          <a:xfrm>
            <a:off x="3031880" y="3120914"/>
            <a:ext cx="28398" cy="28398"/>
          </a:xfrm>
          <a:prstGeom prst="ellipse">
            <a:avLst/>
          </a:prstGeom>
          <a:solidFill>
            <a:srgbClr val="7F8C97">
              <a:alpha val="48000"/>
            </a:srgbClr>
          </a:solidFill>
          <a:ln w="0">
            <a:noFill/>
            <a:prstDash val="solid"/>
          </a:ln>
        </p:spPr>
      </p:sp>
      <p:sp>
        <p:nvSpPr>
          <p:cNvPr id="996" name="03_assume_matched_6293">
            <a:extLst>
              <a:ext uri="{FF2B5EF4-FFF2-40B4-BE49-F238E27FC236}">
                <a16:creationId xmlns:a16="http://schemas.microsoft.com/office/drawing/2014/main" id="{D6F0F299-C087-48CA-AE3E-D5470CC8B5F1}"/>
              </a:ext>
            </a:extLst>
          </p:cNvPr>
          <p:cNvSpPr>
            <a:spLocks noGrp="1"/>
          </p:cNvSpPr>
          <p:nvPr/>
        </p:nvSpPr>
        <p:spPr>
          <a:xfrm>
            <a:off x="2940498" y="2536045"/>
            <a:ext cx="28398" cy="28398"/>
          </a:xfrm>
          <a:prstGeom prst="ellipse">
            <a:avLst/>
          </a:prstGeom>
          <a:solidFill>
            <a:srgbClr val="7F8C97">
              <a:alpha val="48000"/>
            </a:srgbClr>
          </a:solidFill>
          <a:ln w="0">
            <a:noFill/>
            <a:prstDash val="solid"/>
          </a:ln>
        </p:spPr>
      </p:sp>
      <p:sp>
        <p:nvSpPr>
          <p:cNvPr id="997" name="03_assume_matched_6294">
            <a:extLst>
              <a:ext uri="{FF2B5EF4-FFF2-40B4-BE49-F238E27FC236}">
                <a16:creationId xmlns:a16="http://schemas.microsoft.com/office/drawing/2014/main" id="{B82B1B33-06BE-4474-A13A-6C01C85DB77B}"/>
              </a:ext>
            </a:extLst>
          </p:cNvPr>
          <p:cNvSpPr>
            <a:spLocks noGrp="1"/>
          </p:cNvSpPr>
          <p:nvPr/>
        </p:nvSpPr>
        <p:spPr>
          <a:xfrm>
            <a:off x="2929705" y="2925958"/>
            <a:ext cx="28398" cy="28398"/>
          </a:xfrm>
          <a:prstGeom prst="ellipse">
            <a:avLst/>
          </a:prstGeom>
          <a:solidFill>
            <a:srgbClr val="7F8C97">
              <a:alpha val="48000"/>
            </a:srgbClr>
          </a:solidFill>
          <a:ln w="0">
            <a:noFill/>
            <a:prstDash val="solid"/>
          </a:ln>
        </p:spPr>
      </p:sp>
      <p:sp>
        <p:nvSpPr>
          <p:cNvPr id="998" name="03_assume_matched_6295">
            <a:extLst>
              <a:ext uri="{FF2B5EF4-FFF2-40B4-BE49-F238E27FC236}">
                <a16:creationId xmlns:a16="http://schemas.microsoft.com/office/drawing/2014/main" id="{18528D7B-296E-4249-BFAE-228849C95800}"/>
              </a:ext>
            </a:extLst>
          </p:cNvPr>
          <p:cNvSpPr>
            <a:spLocks noGrp="1"/>
          </p:cNvSpPr>
          <p:nvPr/>
        </p:nvSpPr>
        <p:spPr>
          <a:xfrm>
            <a:off x="3012597" y="2974697"/>
            <a:ext cx="28398" cy="28398"/>
          </a:xfrm>
          <a:prstGeom prst="ellipse">
            <a:avLst/>
          </a:prstGeom>
          <a:solidFill>
            <a:srgbClr val="7F8C97">
              <a:alpha val="48000"/>
            </a:srgbClr>
          </a:solidFill>
          <a:ln w="0">
            <a:noFill/>
            <a:prstDash val="solid"/>
          </a:ln>
        </p:spPr>
      </p:sp>
      <p:sp>
        <p:nvSpPr>
          <p:cNvPr id="999" name="03_assume_matched_6296">
            <a:extLst>
              <a:ext uri="{FF2B5EF4-FFF2-40B4-BE49-F238E27FC236}">
                <a16:creationId xmlns:a16="http://schemas.microsoft.com/office/drawing/2014/main" id="{9D5DD6D5-9B16-408B-86D1-7FC5A14C41B2}"/>
              </a:ext>
            </a:extLst>
          </p:cNvPr>
          <p:cNvSpPr>
            <a:spLocks noGrp="1"/>
          </p:cNvSpPr>
          <p:nvPr/>
        </p:nvSpPr>
        <p:spPr>
          <a:xfrm>
            <a:off x="3049725" y="3079138"/>
            <a:ext cx="28398" cy="28398"/>
          </a:xfrm>
          <a:prstGeom prst="ellipse">
            <a:avLst/>
          </a:prstGeom>
          <a:solidFill>
            <a:srgbClr val="7F8C97">
              <a:alpha val="48000"/>
            </a:srgbClr>
          </a:solidFill>
          <a:ln w="0">
            <a:noFill/>
            <a:prstDash val="solid"/>
          </a:ln>
        </p:spPr>
      </p:sp>
      <p:sp>
        <p:nvSpPr>
          <p:cNvPr id="1000" name="03_assume_matched_6297">
            <a:extLst>
              <a:ext uri="{FF2B5EF4-FFF2-40B4-BE49-F238E27FC236}">
                <a16:creationId xmlns:a16="http://schemas.microsoft.com/office/drawing/2014/main" id="{72A00B3E-A47A-4B31-8857-810F450DE598}"/>
              </a:ext>
            </a:extLst>
          </p:cNvPr>
          <p:cNvSpPr>
            <a:spLocks noGrp="1"/>
          </p:cNvSpPr>
          <p:nvPr/>
        </p:nvSpPr>
        <p:spPr>
          <a:xfrm>
            <a:off x="3055913" y="2536045"/>
            <a:ext cx="28398" cy="28398"/>
          </a:xfrm>
          <a:prstGeom prst="ellipse">
            <a:avLst/>
          </a:prstGeom>
          <a:solidFill>
            <a:srgbClr val="7F8C97">
              <a:alpha val="48000"/>
            </a:srgbClr>
          </a:solidFill>
          <a:ln w="0">
            <a:noFill/>
            <a:prstDash val="solid"/>
          </a:ln>
        </p:spPr>
      </p:sp>
      <p:sp>
        <p:nvSpPr>
          <p:cNvPr id="1001" name="03_assume_matched_6298">
            <a:extLst>
              <a:ext uri="{FF2B5EF4-FFF2-40B4-BE49-F238E27FC236}">
                <a16:creationId xmlns:a16="http://schemas.microsoft.com/office/drawing/2014/main" id="{78303AA7-8562-4477-A14F-312B5000148D}"/>
              </a:ext>
            </a:extLst>
          </p:cNvPr>
          <p:cNvSpPr>
            <a:spLocks noGrp="1"/>
          </p:cNvSpPr>
          <p:nvPr/>
        </p:nvSpPr>
        <p:spPr>
          <a:xfrm>
            <a:off x="2966977" y="3120914"/>
            <a:ext cx="28398" cy="28398"/>
          </a:xfrm>
          <a:prstGeom prst="ellipse">
            <a:avLst/>
          </a:prstGeom>
          <a:solidFill>
            <a:srgbClr val="7F8C97">
              <a:alpha val="48000"/>
            </a:srgbClr>
          </a:solidFill>
          <a:ln w="0">
            <a:noFill/>
            <a:prstDash val="solid"/>
          </a:ln>
        </p:spPr>
      </p:sp>
      <p:sp>
        <p:nvSpPr>
          <p:cNvPr id="1002" name="03_assume_matched_6299">
            <a:extLst>
              <a:ext uri="{FF2B5EF4-FFF2-40B4-BE49-F238E27FC236}">
                <a16:creationId xmlns:a16="http://schemas.microsoft.com/office/drawing/2014/main" id="{54C12F95-4F75-4230-A298-92ADC51D61AA}"/>
              </a:ext>
            </a:extLst>
          </p:cNvPr>
          <p:cNvSpPr>
            <a:spLocks noGrp="1"/>
          </p:cNvSpPr>
          <p:nvPr/>
        </p:nvSpPr>
        <p:spPr>
          <a:xfrm>
            <a:off x="3019792" y="2925958"/>
            <a:ext cx="28398" cy="28398"/>
          </a:xfrm>
          <a:prstGeom prst="ellipse">
            <a:avLst/>
          </a:prstGeom>
          <a:solidFill>
            <a:srgbClr val="7F8C97">
              <a:alpha val="48000"/>
            </a:srgbClr>
          </a:solidFill>
          <a:ln w="0">
            <a:noFill/>
            <a:prstDash val="solid"/>
          </a:ln>
        </p:spPr>
      </p:sp>
      <p:sp>
        <p:nvSpPr>
          <p:cNvPr id="1003" name="03_assume_matched_6300">
            <a:extLst>
              <a:ext uri="{FF2B5EF4-FFF2-40B4-BE49-F238E27FC236}">
                <a16:creationId xmlns:a16="http://schemas.microsoft.com/office/drawing/2014/main" id="{F3773DCB-FAFD-4578-8960-1ACFFC51BD43}"/>
              </a:ext>
            </a:extLst>
          </p:cNvPr>
          <p:cNvSpPr>
            <a:spLocks noGrp="1"/>
          </p:cNvSpPr>
          <p:nvPr/>
        </p:nvSpPr>
        <p:spPr>
          <a:xfrm>
            <a:off x="3030729" y="2536045"/>
            <a:ext cx="28398" cy="28398"/>
          </a:xfrm>
          <a:prstGeom prst="ellipse">
            <a:avLst/>
          </a:prstGeom>
          <a:solidFill>
            <a:srgbClr val="7F8C97">
              <a:alpha val="48000"/>
            </a:srgbClr>
          </a:solidFill>
          <a:ln w="0">
            <a:noFill/>
            <a:prstDash val="solid"/>
          </a:ln>
        </p:spPr>
      </p:sp>
      <p:sp>
        <p:nvSpPr>
          <p:cNvPr id="1004" name="03_assume_matched_6301">
            <a:extLst>
              <a:ext uri="{FF2B5EF4-FFF2-40B4-BE49-F238E27FC236}">
                <a16:creationId xmlns:a16="http://schemas.microsoft.com/office/drawing/2014/main" id="{292F7FEB-3A4D-43E7-96F9-98F5D1057D4A}"/>
              </a:ext>
            </a:extLst>
          </p:cNvPr>
          <p:cNvSpPr>
            <a:spLocks noGrp="1"/>
          </p:cNvSpPr>
          <p:nvPr/>
        </p:nvSpPr>
        <p:spPr>
          <a:xfrm>
            <a:off x="3048142" y="2536045"/>
            <a:ext cx="28398" cy="28398"/>
          </a:xfrm>
          <a:prstGeom prst="ellipse">
            <a:avLst/>
          </a:prstGeom>
          <a:solidFill>
            <a:srgbClr val="7F8C97">
              <a:alpha val="48000"/>
            </a:srgbClr>
          </a:solidFill>
          <a:ln w="0">
            <a:noFill/>
            <a:prstDash val="solid"/>
          </a:ln>
        </p:spPr>
      </p:sp>
      <p:sp>
        <p:nvSpPr>
          <p:cNvPr id="1005" name="03_assume_matched_6302">
            <a:extLst>
              <a:ext uri="{FF2B5EF4-FFF2-40B4-BE49-F238E27FC236}">
                <a16:creationId xmlns:a16="http://schemas.microsoft.com/office/drawing/2014/main" id="{16312848-61B0-4F6E-A238-F3B0F1DC7699}"/>
              </a:ext>
            </a:extLst>
          </p:cNvPr>
          <p:cNvSpPr>
            <a:spLocks noGrp="1"/>
          </p:cNvSpPr>
          <p:nvPr/>
        </p:nvSpPr>
        <p:spPr>
          <a:xfrm>
            <a:off x="3032888" y="2536045"/>
            <a:ext cx="28398" cy="28398"/>
          </a:xfrm>
          <a:prstGeom prst="ellipse">
            <a:avLst/>
          </a:prstGeom>
          <a:solidFill>
            <a:srgbClr val="7F8C97">
              <a:alpha val="48000"/>
            </a:srgbClr>
          </a:solidFill>
          <a:ln w="0">
            <a:noFill/>
            <a:prstDash val="solid"/>
          </a:ln>
        </p:spPr>
      </p:sp>
      <p:sp>
        <p:nvSpPr>
          <p:cNvPr id="1006" name="03_assume_matched_6303">
            <a:extLst>
              <a:ext uri="{FF2B5EF4-FFF2-40B4-BE49-F238E27FC236}">
                <a16:creationId xmlns:a16="http://schemas.microsoft.com/office/drawing/2014/main" id="{EEB52D22-6C17-47D4-BB7E-980BD99D98D6}"/>
              </a:ext>
            </a:extLst>
          </p:cNvPr>
          <p:cNvSpPr>
            <a:spLocks noGrp="1"/>
          </p:cNvSpPr>
          <p:nvPr/>
        </p:nvSpPr>
        <p:spPr>
          <a:xfrm>
            <a:off x="3011158" y="3120914"/>
            <a:ext cx="28398" cy="28398"/>
          </a:xfrm>
          <a:prstGeom prst="ellipse">
            <a:avLst/>
          </a:prstGeom>
          <a:solidFill>
            <a:srgbClr val="7F8C97">
              <a:alpha val="48000"/>
            </a:srgbClr>
          </a:solidFill>
          <a:ln w="0">
            <a:noFill/>
            <a:prstDash val="solid"/>
          </a:ln>
        </p:spPr>
      </p:sp>
      <p:sp>
        <p:nvSpPr>
          <p:cNvPr id="1007" name="03_assume_matched_6304">
            <a:extLst>
              <a:ext uri="{FF2B5EF4-FFF2-40B4-BE49-F238E27FC236}">
                <a16:creationId xmlns:a16="http://schemas.microsoft.com/office/drawing/2014/main" id="{403AA121-FE53-4D1E-BD25-CEC05E7DF535}"/>
              </a:ext>
            </a:extLst>
          </p:cNvPr>
          <p:cNvSpPr>
            <a:spLocks noGrp="1"/>
          </p:cNvSpPr>
          <p:nvPr/>
        </p:nvSpPr>
        <p:spPr>
          <a:xfrm>
            <a:off x="2922941" y="2536045"/>
            <a:ext cx="28398" cy="28398"/>
          </a:xfrm>
          <a:prstGeom prst="ellipse">
            <a:avLst/>
          </a:prstGeom>
          <a:solidFill>
            <a:srgbClr val="7F8C97">
              <a:alpha val="48000"/>
            </a:srgbClr>
          </a:solidFill>
          <a:ln w="0">
            <a:noFill/>
            <a:prstDash val="solid"/>
          </a:ln>
        </p:spPr>
      </p:sp>
      <p:sp>
        <p:nvSpPr>
          <p:cNvPr id="1008" name="03_assume_matched_6305">
            <a:extLst>
              <a:ext uri="{FF2B5EF4-FFF2-40B4-BE49-F238E27FC236}">
                <a16:creationId xmlns:a16="http://schemas.microsoft.com/office/drawing/2014/main" id="{895B23DB-B89C-4E2A-A87B-EE612D8EBDB1}"/>
              </a:ext>
            </a:extLst>
          </p:cNvPr>
          <p:cNvSpPr>
            <a:spLocks noGrp="1"/>
          </p:cNvSpPr>
          <p:nvPr/>
        </p:nvSpPr>
        <p:spPr>
          <a:xfrm>
            <a:off x="2936900" y="3120914"/>
            <a:ext cx="28398" cy="28398"/>
          </a:xfrm>
          <a:prstGeom prst="ellipse">
            <a:avLst/>
          </a:prstGeom>
          <a:solidFill>
            <a:srgbClr val="7F8C97">
              <a:alpha val="48000"/>
            </a:srgbClr>
          </a:solidFill>
          <a:ln w="0">
            <a:noFill/>
            <a:prstDash val="solid"/>
          </a:ln>
        </p:spPr>
      </p:sp>
      <p:sp>
        <p:nvSpPr>
          <p:cNvPr id="1009" name="03_assume_matched_6306">
            <a:extLst>
              <a:ext uri="{FF2B5EF4-FFF2-40B4-BE49-F238E27FC236}">
                <a16:creationId xmlns:a16="http://schemas.microsoft.com/office/drawing/2014/main" id="{89C9E0F0-0B7E-4F85-A173-F1F63C506198}"/>
              </a:ext>
            </a:extLst>
          </p:cNvPr>
          <p:cNvSpPr>
            <a:spLocks noGrp="1"/>
          </p:cNvSpPr>
          <p:nvPr/>
        </p:nvSpPr>
        <p:spPr>
          <a:xfrm>
            <a:off x="2998062" y="2536045"/>
            <a:ext cx="28398" cy="28398"/>
          </a:xfrm>
          <a:prstGeom prst="ellipse">
            <a:avLst/>
          </a:prstGeom>
          <a:solidFill>
            <a:srgbClr val="7F8C97">
              <a:alpha val="48000"/>
            </a:srgbClr>
          </a:solidFill>
          <a:ln w="0">
            <a:noFill/>
            <a:prstDash val="solid"/>
          </a:ln>
        </p:spPr>
      </p:sp>
      <p:sp>
        <p:nvSpPr>
          <p:cNvPr id="1010" name="03_assume_matched_6307">
            <a:extLst>
              <a:ext uri="{FF2B5EF4-FFF2-40B4-BE49-F238E27FC236}">
                <a16:creationId xmlns:a16="http://schemas.microsoft.com/office/drawing/2014/main" id="{EA2159C9-C179-452C-90E5-6EE77A71DD6C}"/>
              </a:ext>
            </a:extLst>
          </p:cNvPr>
          <p:cNvSpPr>
            <a:spLocks noGrp="1"/>
          </p:cNvSpPr>
          <p:nvPr/>
        </p:nvSpPr>
        <p:spPr>
          <a:xfrm>
            <a:off x="2942945" y="2536045"/>
            <a:ext cx="28398" cy="28398"/>
          </a:xfrm>
          <a:prstGeom prst="ellipse">
            <a:avLst/>
          </a:prstGeom>
          <a:solidFill>
            <a:srgbClr val="7F8C97">
              <a:alpha val="48000"/>
            </a:srgbClr>
          </a:solidFill>
          <a:ln w="0">
            <a:noFill/>
            <a:prstDash val="solid"/>
          </a:ln>
        </p:spPr>
      </p:sp>
      <p:sp>
        <p:nvSpPr>
          <p:cNvPr id="1011" name="03_assume_matched_6308">
            <a:extLst>
              <a:ext uri="{FF2B5EF4-FFF2-40B4-BE49-F238E27FC236}">
                <a16:creationId xmlns:a16="http://schemas.microsoft.com/office/drawing/2014/main" id="{AC73B483-FE31-45A8-AEB2-695C2C66771F}"/>
              </a:ext>
            </a:extLst>
          </p:cNvPr>
          <p:cNvSpPr>
            <a:spLocks noGrp="1"/>
          </p:cNvSpPr>
          <p:nvPr/>
        </p:nvSpPr>
        <p:spPr>
          <a:xfrm>
            <a:off x="2968992" y="3120914"/>
            <a:ext cx="28398" cy="28398"/>
          </a:xfrm>
          <a:prstGeom prst="ellipse">
            <a:avLst/>
          </a:prstGeom>
          <a:solidFill>
            <a:srgbClr val="7F8C97">
              <a:alpha val="48000"/>
            </a:srgbClr>
          </a:solidFill>
          <a:ln w="0">
            <a:noFill/>
            <a:prstDash val="solid"/>
          </a:ln>
        </p:spPr>
      </p:sp>
      <p:sp>
        <p:nvSpPr>
          <p:cNvPr id="1012" name="03_assume_matched_6309">
            <a:extLst>
              <a:ext uri="{FF2B5EF4-FFF2-40B4-BE49-F238E27FC236}">
                <a16:creationId xmlns:a16="http://schemas.microsoft.com/office/drawing/2014/main" id="{B0AB5B00-8B05-4F40-AD5C-81C596DAAE4F}"/>
              </a:ext>
            </a:extLst>
          </p:cNvPr>
          <p:cNvSpPr>
            <a:spLocks noGrp="1"/>
          </p:cNvSpPr>
          <p:nvPr/>
        </p:nvSpPr>
        <p:spPr>
          <a:xfrm>
            <a:off x="2918048" y="3120914"/>
            <a:ext cx="28398" cy="28398"/>
          </a:xfrm>
          <a:prstGeom prst="ellipse">
            <a:avLst/>
          </a:prstGeom>
          <a:solidFill>
            <a:srgbClr val="7F8C97">
              <a:alpha val="48000"/>
            </a:srgbClr>
          </a:solidFill>
          <a:ln w="0">
            <a:noFill/>
            <a:prstDash val="solid"/>
          </a:ln>
        </p:spPr>
      </p:sp>
      <p:sp>
        <p:nvSpPr>
          <p:cNvPr id="1013" name="03_assume_matched_6310">
            <a:extLst>
              <a:ext uri="{FF2B5EF4-FFF2-40B4-BE49-F238E27FC236}">
                <a16:creationId xmlns:a16="http://schemas.microsoft.com/office/drawing/2014/main" id="{18FE858D-BE67-45D8-AF27-CAA422E40F2C}"/>
              </a:ext>
            </a:extLst>
          </p:cNvPr>
          <p:cNvSpPr>
            <a:spLocks noGrp="1"/>
          </p:cNvSpPr>
          <p:nvPr/>
        </p:nvSpPr>
        <p:spPr>
          <a:xfrm>
            <a:off x="712800" y="2521001"/>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1014" name="03_assume_matched_6311">
            <a:extLst>
              <a:ext uri="{FF2B5EF4-FFF2-40B4-BE49-F238E27FC236}">
                <a16:creationId xmlns:a16="http://schemas.microsoft.com/office/drawing/2014/main" id="{BAB5D4A1-0337-4AD7-A63E-9BFD933D0FD3}"/>
              </a:ext>
            </a:extLst>
          </p:cNvPr>
          <p:cNvSpPr>
            <a:spLocks noGrp="1"/>
          </p:cNvSpPr>
          <p:nvPr/>
        </p:nvSpPr>
        <p:spPr>
          <a:xfrm>
            <a:off x="712800" y="3164357"/>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1015" name="text_6312">
            <a:extLst>
              <a:ext uri="{FF2B5EF4-FFF2-40B4-BE49-F238E27FC236}">
                <a16:creationId xmlns:a16="http://schemas.microsoft.com/office/drawing/2014/main" id="{B48721B3-24FB-4A81-A99F-3A4845340C5B}"/>
              </a:ext>
            </a:extLst>
          </p:cNvPr>
          <p:cNvSpPr>
            <a:spLocks noGrp="1"/>
          </p:cNvSpPr>
          <p:nvPr/>
        </p:nvSpPr>
        <p:spPr>
          <a:xfrm>
            <a:off x="370611" y="2222065"/>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c</a:t>
            </a:r>
          </a:p>
        </p:txBody>
      </p:sp>
      <p:sp>
        <p:nvSpPr>
          <p:cNvPr id="1016" name="text_6313">
            <a:extLst>
              <a:ext uri="{FF2B5EF4-FFF2-40B4-BE49-F238E27FC236}">
                <a16:creationId xmlns:a16="http://schemas.microsoft.com/office/drawing/2014/main" id="{472EB373-C061-46C3-8D71-BA5214870B8B}"/>
              </a:ext>
            </a:extLst>
          </p:cNvPr>
          <p:cNvSpPr>
            <a:spLocks noGrp="1"/>
          </p:cNvSpPr>
          <p:nvPr/>
        </p:nvSpPr>
        <p:spPr>
          <a:xfrm>
            <a:off x="712800" y="2321420"/>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b="0">
                <a:solidFill>
                  <a:srgbClr val="273744"/>
                </a:solidFill>
                <a:latin typeface="Arial"/>
                <a:ea typeface="Arial"/>
                <a:cs typeface="Arial"/>
              </a:rPr>
              <a:t>Best of 50, RMSD &lt;2 Å</a:t>
            </a:r>
          </a:p>
        </p:txBody>
      </p:sp>
      <p:sp>
        <p:nvSpPr>
          <p:cNvPr id="1017" name="03_assume_matched_6314">
            <a:extLst>
              <a:ext uri="{FF2B5EF4-FFF2-40B4-BE49-F238E27FC236}">
                <a16:creationId xmlns:a16="http://schemas.microsoft.com/office/drawing/2014/main" id="{CDEC8D52-989C-475D-B717-87CC2267E22D}"/>
              </a:ext>
            </a:extLst>
          </p:cNvPr>
          <p:cNvSpPr>
            <a:spLocks noGrp="1"/>
          </p:cNvSpPr>
          <p:nvPr/>
        </p:nvSpPr>
        <p:spPr>
          <a:xfrm>
            <a:off x="735432" y="2898365"/>
            <a:ext cx="2263158" cy="236749"/>
          </a:xfrm>
          <a:custGeom>
            <a:avLst/>
            <a:gdLst/>
            <a:ahLst/>
            <a:cxnLst/>
            <a:rect l="0" t="0" r="0" b="0"/>
            <a:pathLst>
              <a:path w="2263158" h="236749">
                <a:moveTo>
                  <a:pt x="0" y="236749"/>
                </a:moveTo>
                <a:lnTo>
                  <a:pt x="62865" y="235742"/>
                </a:lnTo>
                <a:lnTo>
                  <a:pt x="62865" y="234477"/>
                </a:lnTo>
                <a:lnTo>
                  <a:pt x="87045" y="233100"/>
                </a:lnTo>
                <a:lnTo>
                  <a:pt x="87045" y="233003"/>
                </a:lnTo>
                <a:lnTo>
                  <a:pt x="125731" y="232711"/>
                </a:lnTo>
                <a:lnTo>
                  <a:pt x="125731" y="227550"/>
                </a:lnTo>
                <a:lnTo>
                  <a:pt x="137161" y="227452"/>
                </a:lnTo>
                <a:lnTo>
                  <a:pt x="137161" y="226071"/>
                </a:lnTo>
                <a:lnTo>
                  <a:pt x="150877" y="225974"/>
                </a:lnTo>
                <a:lnTo>
                  <a:pt x="150877" y="222176"/>
                </a:lnTo>
                <a:lnTo>
                  <a:pt x="188596" y="221884"/>
                </a:lnTo>
                <a:lnTo>
                  <a:pt x="188596" y="209857"/>
                </a:lnTo>
                <a:lnTo>
                  <a:pt x="205742" y="209760"/>
                </a:lnTo>
                <a:lnTo>
                  <a:pt x="205742" y="208379"/>
                </a:lnTo>
                <a:lnTo>
                  <a:pt x="215539" y="207859"/>
                </a:lnTo>
                <a:lnTo>
                  <a:pt x="215539" y="206774"/>
                </a:lnTo>
                <a:lnTo>
                  <a:pt x="251462" y="205723"/>
                </a:lnTo>
                <a:lnTo>
                  <a:pt x="251462" y="198760"/>
                </a:lnTo>
                <a:lnTo>
                  <a:pt x="274322" y="198120"/>
                </a:lnTo>
                <a:lnTo>
                  <a:pt x="274322" y="196739"/>
                </a:lnTo>
                <a:lnTo>
                  <a:pt x="301754" y="196122"/>
                </a:lnTo>
                <a:lnTo>
                  <a:pt x="301754" y="194603"/>
                </a:lnTo>
                <a:lnTo>
                  <a:pt x="342903" y="193226"/>
                </a:lnTo>
                <a:lnTo>
                  <a:pt x="342903" y="191845"/>
                </a:lnTo>
                <a:lnTo>
                  <a:pt x="377193" y="191553"/>
                </a:lnTo>
                <a:lnTo>
                  <a:pt x="377193" y="160410"/>
                </a:lnTo>
                <a:lnTo>
                  <a:pt x="411483" y="160215"/>
                </a:lnTo>
                <a:lnTo>
                  <a:pt x="411483" y="158834"/>
                </a:lnTo>
                <a:lnTo>
                  <a:pt x="452632" y="157749"/>
                </a:lnTo>
                <a:lnTo>
                  <a:pt x="452632" y="155471"/>
                </a:lnTo>
                <a:lnTo>
                  <a:pt x="502924" y="154488"/>
                </a:lnTo>
                <a:lnTo>
                  <a:pt x="502924" y="145529"/>
                </a:lnTo>
                <a:lnTo>
                  <a:pt x="548644" y="144444"/>
                </a:lnTo>
                <a:lnTo>
                  <a:pt x="548644" y="143753"/>
                </a:lnTo>
                <a:lnTo>
                  <a:pt x="565789" y="143656"/>
                </a:lnTo>
                <a:lnTo>
                  <a:pt x="565789" y="136060"/>
                </a:lnTo>
                <a:lnTo>
                  <a:pt x="603509" y="135865"/>
                </a:lnTo>
                <a:lnTo>
                  <a:pt x="603509" y="132068"/>
                </a:lnTo>
                <a:lnTo>
                  <a:pt x="628655" y="132068"/>
                </a:lnTo>
                <a:lnTo>
                  <a:pt x="628655" y="128270"/>
                </a:lnTo>
                <a:lnTo>
                  <a:pt x="754386" y="127579"/>
                </a:lnTo>
                <a:lnTo>
                  <a:pt x="754386" y="36934"/>
                </a:lnTo>
                <a:lnTo>
                  <a:pt x="829825" y="36146"/>
                </a:lnTo>
                <a:lnTo>
                  <a:pt x="829825" y="35386"/>
                </a:lnTo>
                <a:lnTo>
                  <a:pt x="880117" y="35289"/>
                </a:lnTo>
                <a:lnTo>
                  <a:pt x="880117" y="32757"/>
                </a:lnTo>
                <a:lnTo>
                  <a:pt x="905263" y="31872"/>
                </a:lnTo>
                <a:lnTo>
                  <a:pt x="905263" y="30353"/>
                </a:lnTo>
                <a:lnTo>
                  <a:pt x="1131579" y="28981"/>
                </a:lnTo>
                <a:lnTo>
                  <a:pt x="1131579" y="27082"/>
                </a:lnTo>
                <a:lnTo>
                  <a:pt x="1257310" y="26984"/>
                </a:lnTo>
                <a:lnTo>
                  <a:pt x="1257310" y="25085"/>
                </a:lnTo>
                <a:lnTo>
                  <a:pt x="1320175" y="24988"/>
                </a:lnTo>
                <a:lnTo>
                  <a:pt x="1320175" y="23089"/>
                </a:lnTo>
                <a:lnTo>
                  <a:pt x="1357895" y="22992"/>
                </a:lnTo>
                <a:lnTo>
                  <a:pt x="1357895" y="21472"/>
                </a:lnTo>
                <a:lnTo>
                  <a:pt x="1508772" y="21472"/>
                </a:lnTo>
                <a:lnTo>
                  <a:pt x="1508772" y="10079"/>
                </a:lnTo>
                <a:lnTo>
                  <a:pt x="1885965" y="9689"/>
                </a:lnTo>
                <a:lnTo>
                  <a:pt x="1885965" y="7790"/>
                </a:lnTo>
                <a:lnTo>
                  <a:pt x="2263158" y="7596"/>
                </a:lnTo>
                <a:lnTo>
                  <a:pt x="2263158" y="0"/>
                </a:lnTo>
                <a:lnTo>
                  <a:pt x="2263158" y="0"/>
                </a:lnTo>
              </a:path>
            </a:pathLst>
          </a:custGeom>
          <a:noFill/>
          <a:ln w="22860">
            <a:solidFill>
              <a:srgbClr val="00878B"/>
            </a:solidFill>
            <a:prstDash val="solid"/>
          </a:ln>
        </p:spPr>
      </p:sp>
      <p:sp>
        <p:nvSpPr>
          <p:cNvPr id="1018" name="03_assume_matched_6315">
            <a:extLst>
              <a:ext uri="{FF2B5EF4-FFF2-40B4-BE49-F238E27FC236}">
                <a16:creationId xmlns:a16="http://schemas.microsoft.com/office/drawing/2014/main" id="{9211858B-7DB4-4AD0-AF80-C986D75335EB}"/>
              </a:ext>
            </a:extLst>
          </p:cNvPr>
          <p:cNvSpPr>
            <a:spLocks noGrp="1"/>
          </p:cNvSpPr>
          <p:nvPr/>
        </p:nvSpPr>
        <p:spPr>
          <a:xfrm>
            <a:off x="735432" y="3005142"/>
            <a:ext cx="2263158" cy="129971"/>
          </a:xfrm>
          <a:custGeom>
            <a:avLst/>
            <a:gdLst/>
            <a:ahLst/>
            <a:cxnLst/>
            <a:rect l="0" t="0" r="0" b="0"/>
            <a:pathLst>
              <a:path w="2263158" h="129971">
                <a:moveTo>
                  <a:pt x="0" y="129971"/>
                </a:moveTo>
                <a:lnTo>
                  <a:pt x="1508772" y="129971"/>
                </a:lnTo>
                <a:lnTo>
                  <a:pt x="1508772" y="88195"/>
                </a:lnTo>
                <a:lnTo>
                  <a:pt x="2263158" y="88195"/>
                </a:lnTo>
                <a:lnTo>
                  <a:pt x="2263158" y="0"/>
                </a:lnTo>
                <a:lnTo>
                  <a:pt x="2263158" y="0"/>
                </a:lnTo>
              </a:path>
            </a:pathLst>
          </a:custGeom>
          <a:noFill/>
          <a:ln w="13335">
            <a:solidFill>
              <a:srgbClr val="3A64C8"/>
            </a:solidFill>
            <a:prstDash val="solid"/>
          </a:ln>
        </p:spPr>
      </p:sp>
      <p:sp>
        <p:nvSpPr>
          <p:cNvPr id="1019" name="03_assume_matched_6316">
            <a:extLst>
              <a:ext uri="{FF2B5EF4-FFF2-40B4-BE49-F238E27FC236}">
                <a16:creationId xmlns:a16="http://schemas.microsoft.com/office/drawing/2014/main" id="{9FBF6E36-7579-4A1B-991C-0EB233C0E6FC}"/>
              </a:ext>
            </a:extLst>
          </p:cNvPr>
          <p:cNvSpPr>
            <a:spLocks noGrp="1"/>
          </p:cNvSpPr>
          <p:nvPr/>
        </p:nvSpPr>
        <p:spPr>
          <a:xfrm>
            <a:off x="1091035" y="3037185"/>
            <a:ext cx="43180" cy="43180"/>
          </a:xfrm>
          <a:prstGeom prst="ellipse">
            <a:avLst/>
          </a:prstGeom>
          <a:solidFill>
            <a:srgbClr val="00878B"/>
          </a:solidFill>
          <a:ln w="4445">
            <a:solidFill>
              <a:srgbClr val="FFFFFF"/>
            </a:solidFill>
            <a:prstDash val="solid"/>
          </a:ln>
        </p:spPr>
      </p:sp>
      <p:sp>
        <p:nvSpPr>
          <p:cNvPr id="1020" name="03_assume_matched_6317">
            <a:extLst>
              <a:ext uri="{FF2B5EF4-FFF2-40B4-BE49-F238E27FC236}">
                <a16:creationId xmlns:a16="http://schemas.microsoft.com/office/drawing/2014/main" id="{89F05CFA-1331-42CB-A85E-7DFFB2C29156}"/>
              </a:ext>
            </a:extLst>
          </p:cNvPr>
          <p:cNvSpPr>
            <a:spLocks noGrp="1"/>
          </p:cNvSpPr>
          <p:nvPr/>
        </p:nvSpPr>
        <p:spPr>
          <a:xfrm>
            <a:off x="1468228" y="2913708"/>
            <a:ext cx="43180" cy="43180"/>
          </a:xfrm>
          <a:prstGeom prst="ellipse">
            <a:avLst/>
          </a:prstGeom>
          <a:solidFill>
            <a:srgbClr val="00878B"/>
          </a:solidFill>
          <a:ln w="4445">
            <a:solidFill>
              <a:srgbClr val="FFFFFF"/>
            </a:solidFill>
            <a:prstDash val="solid"/>
          </a:ln>
        </p:spPr>
      </p:sp>
      <p:sp>
        <p:nvSpPr>
          <p:cNvPr id="1021" name="03_assume_matched_6318">
            <a:extLst>
              <a:ext uri="{FF2B5EF4-FFF2-40B4-BE49-F238E27FC236}">
                <a16:creationId xmlns:a16="http://schemas.microsoft.com/office/drawing/2014/main" id="{D1F13CF6-19E2-40D5-8066-A45F2EE39015}"/>
              </a:ext>
            </a:extLst>
          </p:cNvPr>
          <p:cNvSpPr>
            <a:spLocks noGrp="1"/>
          </p:cNvSpPr>
          <p:nvPr/>
        </p:nvSpPr>
        <p:spPr>
          <a:xfrm>
            <a:off x="2222614" y="2886854"/>
            <a:ext cx="43180" cy="43180"/>
          </a:xfrm>
          <a:prstGeom prst="ellipse">
            <a:avLst/>
          </a:prstGeom>
          <a:solidFill>
            <a:srgbClr val="00878B"/>
          </a:solidFill>
          <a:ln w="4445">
            <a:solidFill>
              <a:srgbClr val="FFFFFF"/>
            </a:solidFill>
            <a:prstDash val="solid"/>
          </a:ln>
        </p:spPr>
      </p:sp>
      <p:sp>
        <p:nvSpPr>
          <p:cNvPr id="1022" name="03_assume_matched_6319">
            <a:extLst>
              <a:ext uri="{FF2B5EF4-FFF2-40B4-BE49-F238E27FC236}">
                <a16:creationId xmlns:a16="http://schemas.microsoft.com/office/drawing/2014/main" id="{603BE2C6-0B2A-4B4E-8D25-C155A0A3AFCE}"/>
              </a:ext>
            </a:extLst>
          </p:cNvPr>
          <p:cNvSpPr>
            <a:spLocks noGrp="1"/>
          </p:cNvSpPr>
          <p:nvPr/>
        </p:nvSpPr>
        <p:spPr>
          <a:xfrm>
            <a:off x="2976999" y="2876775"/>
            <a:ext cx="43180" cy="43180"/>
          </a:xfrm>
          <a:prstGeom prst="ellipse">
            <a:avLst/>
          </a:prstGeom>
          <a:solidFill>
            <a:srgbClr val="00878B"/>
          </a:solidFill>
          <a:ln w="4445">
            <a:solidFill>
              <a:srgbClr val="FFFFFF"/>
            </a:solidFill>
            <a:prstDash val="solid"/>
          </a:ln>
        </p:spPr>
      </p:sp>
      <p:sp>
        <p:nvSpPr>
          <p:cNvPr id="1023" name="03_assume_matched_6320">
            <a:extLst>
              <a:ext uri="{FF2B5EF4-FFF2-40B4-BE49-F238E27FC236}">
                <a16:creationId xmlns:a16="http://schemas.microsoft.com/office/drawing/2014/main" id="{67F4626F-6A8E-4E44-AAF3-BDE7B7EA8F28}"/>
              </a:ext>
            </a:extLst>
          </p:cNvPr>
          <p:cNvSpPr>
            <a:spLocks noGrp="1"/>
          </p:cNvSpPr>
          <p:nvPr/>
        </p:nvSpPr>
        <p:spPr>
          <a:xfrm>
            <a:off x="1076704" y="309919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024" name="03_assume_matched_6321">
            <a:extLst>
              <a:ext uri="{FF2B5EF4-FFF2-40B4-BE49-F238E27FC236}">
                <a16:creationId xmlns:a16="http://schemas.microsoft.com/office/drawing/2014/main" id="{B03716F1-429B-43B6-B1FF-773E065F580F}"/>
              </a:ext>
            </a:extLst>
          </p:cNvPr>
          <p:cNvSpPr>
            <a:spLocks noGrp="1"/>
          </p:cNvSpPr>
          <p:nvPr/>
        </p:nvSpPr>
        <p:spPr>
          <a:xfrm>
            <a:off x="1453897" y="309919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025" name="03_assume_matched_6322">
            <a:extLst>
              <a:ext uri="{FF2B5EF4-FFF2-40B4-BE49-F238E27FC236}">
                <a16:creationId xmlns:a16="http://schemas.microsoft.com/office/drawing/2014/main" id="{CD3BC035-16E3-497E-823B-C246E513D9A0}"/>
              </a:ext>
            </a:extLst>
          </p:cNvPr>
          <p:cNvSpPr>
            <a:spLocks noGrp="1"/>
          </p:cNvSpPr>
          <p:nvPr/>
        </p:nvSpPr>
        <p:spPr>
          <a:xfrm>
            <a:off x="2208282" y="305741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026" name="03_assume_matched_6323">
            <a:extLst>
              <a:ext uri="{FF2B5EF4-FFF2-40B4-BE49-F238E27FC236}">
                <a16:creationId xmlns:a16="http://schemas.microsoft.com/office/drawing/2014/main" id="{9AE9FAF9-1EDB-4742-88DF-9455DFB40A52}"/>
              </a:ext>
            </a:extLst>
          </p:cNvPr>
          <p:cNvSpPr>
            <a:spLocks noGrp="1"/>
          </p:cNvSpPr>
          <p:nvPr/>
        </p:nvSpPr>
        <p:spPr>
          <a:xfrm>
            <a:off x="2962668" y="2969221"/>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027" name="03_assume_matched_6324">
            <a:extLst>
              <a:ext uri="{FF2B5EF4-FFF2-40B4-BE49-F238E27FC236}">
                <a16:creationId xmlns:a16="http://schemas.microsoft.com/office/drawing/2014/main" id="{B2F8B3F6-C51E-45C1-940D-5FABA6EE97DC}"/>
              </a:ext>
            </a:extLst>
          </p:cNvPr>
          <p:cNvSpPr>
            <a:spLocks noGrp="1"/>
          </p:cNvSpPr>
          <p:nvPr/>
        </p:nvSpPr>
        <p:spPr>
          <a:xfrm>
            <a:off x="3841389" y="2521001"/>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1028" name="03_assume_matched_6325">
            <a:extLst>
              <a:ext uri="{FF2B5EF4-FFF2-40B4-BE49-F238E27FC236}">
                <a16:creationId xmlns:a16="http://schemas.microsoft.com/office/drawing/2014/main" id="{9E3E41A0-736F-4A83-842D-4CCE08152DAD}"/>
              </a:ext>
            </a:extLst>
          </p:cNvPr>
          <p:cNvSpPr>
            <a:spLocks noGrp="1"/>
          </p:cNvSpPr>
          <p:nvPr/>
        </p:nvSpPr>
        <p:spPr>
          <a:xfrm>
            <a:off x="4143144" y="2550244"/>
            <a:ext cx="196140" cy="584869"/>
          </a:xfrm>
          <a:custGeom>
            <a:avLst/>
            <a:gdLst/>
            <a:ahLst/>
            <a:cxnLst/>
            <a:rect l="0" t="0" r="0" b="0"/>
            <a:pathLst>
              <a:path w="196140" h="584869">
                <a:moveTo>
                  <a:pt x="196140" y="584869"/>
                </a:moveTo>
                <a:lnTo>
                  <a:pt x="0" y="584869"/>
                </a:lnTo>
                <a:lnTo>
                  <a:pt x="1097" y="579995"/>
                </a:lnTo>
                <a:lnTo>
                  <a:pt x="4314" y="575121"/>
                </a:lnTo>
                <a:lnTo>
                  <a:pt x="9434" y="570247"/>
                </a:lnTo>
                <a:lnTo>
                  <a:pt x="16125" y="565373"/>
                </a:lnTo>
                <a:lnTo>
                  <a:pt x="23971" y="560500"/>
                </a:lnTo>
                <a:lnTo>
                  <a:pt x="32519" y="555626"/>
                </a:lnTo>
                <a:lnTo>
                  <a:pt x="41317" y="550752"/>
                </a:lnTo>
                <a:lnTo>
                  <a:pt x="49953" y="545878"/>
                </a:lnTo>
                <a:lnTo>
                  <a:pt x="58089" y="541004"/>
                </a:lnTo>
                <a:lnTo>
                  <a:pt x="65471" y="536130"/>
                </a:lnTo>
                <a:lnTo>
                  <a:pt x="71937" y="531256"/>
                </a:lnTo>
                <a:lnTo>
                  <a:pt x="77417" y="526382"/>
                </a:lnTo>
                <a:lnTo>
                  <a:pt x="81914" y="521508"/>
                </a:lnTo>
                <a:lnTo>
                  <a:pt x="85489" y="516634"/>
                </a:lnTo>
                <a:lnTo>
                  <a:pt x="88245" y="511760"/>
                </a:lnTo>
                <a:lnTo>
                  <a:pt x="90303" y="506887"/>
                </a:lnTo>
                <a:lnTo>
                  <a:pt x="91792" y="502013"/>
                </a:lnTo>
                <a:lnTo>
                  <a:pt x="92835" y="497139"/>
                </a:lnTo>
                <a:lnTo>
                  <a:pt x="93541" y="492265"/>
                </a:lnTo>
                <a:lnTo>
                  <a:pt x="94001" y="487391"/>
                </a:lnTo>
                <a:lnTo>
                  <a:pt x="94288" y="482517"/>
                </a:lnTo>
                <a:lnTo>
                  <a:pt x="94458" y="477643"/>
                </a:lnTo>
                <a:lnTo>
                  <a:pt x="94549" y="472769"/>
                </a:lnTo>
                <a:lnTo>
                  <a:pt x="94588" y="467895"/>
                </a:lnTo>
                <a:lnTo>
                  <a:pt x="94589" y="463021"/>
                </a:lnTo>
                <a:lnTo>
                  <a:pt x="94562" y="458147"/>
                </a:lnTo>
                <a:lnTo>
                  <a:pt x="94506" y="453274"/>
                </a:lnTo>
                <a:lnTo>
                  <a:pt x="94422" y="448400"/>
                </a:lnTo>
                <a:lnTo>
                  <a:pt x="94305" y="443526"/>
                </a:lnTo>
                <a:lnTo>
                  <a:pt x="94149" y="438652"/>
                </a:lnTo>
                <a:lnTo>
                  <a:pt x="93952" y="433778"/>
                </a:lnTo>
                <a:lnTo>
                  <a:pt x="93711" y="428904"/>
                </a:lnTo>
                <a:lnTo>
                  <a:pt x="93425" y="424030"/>
                </a:lnTo>
                <a:lnTo>
                  <a:pt x="93098" y="419156"/>
                </a:lnTo>
                <a:lnTo>
                  <a:pt x="92735" y="414282"/>
                </a:lnTo>
                <a:lnTo>
                  <a:pt x="92346" y="409408"/>
                </a:lnTo>
                <a:lnTo>
                  <a:pt x="91942" y="404534"/>
                </a:lnTo>
                <a:lnTo>
                  <a:pt x="91533" y="399661"/>
                </a:lnTo>
                <a:lnTo>
                  <a:pt x="91131" y="394787"/>
                </a:lnTo>
                <a:lnTo>
                  <a:pt x="90744" y="389913"/>
                </a:lnTo>
                <a:lnTo>
                  <a:pt x="90377" y="385039"/>
                </a:lnTo>
                <a:lnTo>
                  <a:pt x="90028" y="380165"/>
                </a:lnTo>
                <a:lnTo>
                  <a:pt x="89692" y="375291"/>
                </a:lnTo>
                <a:lnTo>
                  <a:pt x="89358" y="370417"/>
                </a:lnTo>
                <a:lnTo>
                  <a:pt x="89009" y="365543"/>
                </a:lnTo>
                <a:lnTo>
                  <a:pt x="88627" y="360669"/>
                </a:lnTo>
                <a:lnTo>
                  <a:pt x="88191" y="355795"/>
                </a:lnTo>
                <a:lnTo>
                  <a:pt x="87683" y="350921"/>
                </a:lnTo>
                <a:lnTo>
                  <a:pt x="87088" y="346048"/>
                </a:lnTo>
                <a:lnTo>
                  <a:pt x="86401" y="341174"/>
                </a:lnTo>
                <a:lnTo>
                  <a:pt x="85624" y="336300"/>
                </a:lnTo>
                <a:lnTo>
                  <a:pt x="84775" y="331426"/>
                </a:lnTo>
                <a:lnTo>
                  <a:pt x="83882" y="326552"/>
                </a:lnTo>
                <a:lnTo>
                  <a:pt x="82989" y="321678"/>
                </a:lnTo>
                <a:lnTo>
                  <a:pt x="82147" y="316804"/>
                </a:lnTo>
                <a:lnTo>
                  <a:pt x="81416" y="311930"/>
                </a:lnTo>
                <a:lnTo>
                  <a:pt x="80858" y="307056"/>
                </a:lnTo>
                <a:lnTo>
                  <a:pt x="80526" y="302182"/>
                </a:lnTo>
                <a:lnTo>
                  <a:pt x="80465" y="297308"/>
                </a:lnTo>
                <a:lnTo>
                  <a:pt x="80703" y="292435"/>
                </a:lnTo>
                <a:lnTo>
                  <a:pt x="81247" y="287561"/>
                </a:lnTo>
                <a:lnTo>
                  <a:pt x="82083" y="282687"/>
                </a:lnTo>
                <a:lnTo>
                  <a:pt x="83178" y="277813"/>
                </a:lnTo>
                <a:lnTo>
                  <a:pt x="84479" y="272939"/>
                </a:lnTo>
                <a:lnTo>
                  <a:pt x="85923" y="268065"/>
                </a:lnTo>
                <a:lnTo>
                  <a:pt x="87444" y="263191"/>
                </a:lnTo>
                <a:lnTo>
                  <a:pt x="88973" y="258317"/>
                </a:lnTo>
                <a:lnTo>
                  <a:pt x="90452" y="253443"/>
                </a:lnTo>
                <a:lnTo>
                  <a:pt x="91829" y="248569"/>
                </a:lnTo>
                <a:lnTo>
                  <a:pt x="93070" y="243695"/>
                </a:lnTo>
                <a:lnTo>
                  <a:pt x="94153" y="238822"/>
                </a:lnTo>
                <a:lnTo>
                  <a:pt x="95069" y="233948"/>
                </a:lnTo>
                <a:lnTo>
                  <a:pt x="95823" y="229074"/>
                </a:lnTo>
                <a:lnTo>
                  <a:pt x="96425" y="224200"/>
                </a:lnTo>
                <a:lnTo>
                  <a:pt x="96892" y="219326"/>
                </a:lnTo>
                <a:lnTo>
                  <a:pt x="97246" y="214452"/>
                </a:lnTo>
                <a:lnTo>
                  <a:pt x="97507" y="209578"/>
                </a:lnTo>
                <a:lnTo>
                  <a:pt x="97693" y="204704"/>
                </a:lnTo>
                <a:lnTo>
                  <a:pt x="97824" y="199830"/>
                </a:lnTo>
                <a:lnTo>
                  <a:pt x="97913" y="194956"/>
                </a:lnTo>
                <a:lnTo>
                  <a:pt x="97972" y="190082"/>
                </a:lnTo>
                <a:lnTo>
                  <a:pt x="98010" y="185209"/>
                </a:lnTo>
                <a:lnTo>
                  <a:pt x="98034" y="180335"/>
                </a:lnTo>
                <a:lnTo>
                  <a:pt x="98049" y="175461"/>
                </a:lnTo>
                <a:lnTo>
                  <a:pt x="98058" y="170587"/>
                </a:lnTo>
                <a:lnTo>
                  <a:pt x="98064" y="165713"/>
                </a:lnTo>
                <a:lnTo>
                  <a:pt x="98067" y="160839"/>
                </a:lnTo>
                <a:lnTo>
                  <a:pt x="98068" y="155965"/>
                </a:lnTo>
                <a:lnTo>
                  <a:pt x="98069"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1" y="146217"/>
                </a:lnTo>
                <a:lnTo>
                  <a:pt x="98071" y="151091"/>
                </a:lnTo>
                <a:lnTo>
                  <a:pt x="98072" y="155965"/>
                </a:lnTo>
                <a:lnTo>
                  <a:pt x="98074" y="160839"/>
                </a:lnTo>
                <a:lnTo>
                  <a:pt x="98077" y="165713"/>
                </a:lnTo>
                <a:lnTo>
                  <a:pt x="98082" y="170587"/>
                </a:lnTo>
                <a:lnTo>
                  <a:pt x="98091" y="175461"/>
                </a:lnTo>
                <a:lnTo>
                  <a:pt x="98106" y="180335"/>
                </a:lnTo>
                <a:lnTo>
                  <a:pt x="98130" y="185209"/>
                </a:lnTo>
                <a:lnTo>
                  <a:pt x="98168" y="190082"/>
                </a:lnTo>
                <a:lnTo>
                  <a:pt x="98227" y="194956"/>
                </a:lnTo>
                <a:lnTo>
                  <a:pt x="98316" y="199830"/>
                </a:lnTo>
                <a:lnTo>
                  <a:pt x="98447" y="204704"/>
                </a:lnTo>
                <a:lnTo>
                  <a:pt x="98634" y="209578"/>
                </a:lnTo>
                <a:lnTo>
                  <a:pt x="98894" y="214452"/>
                </a:lnTo>
                <a:lnTo>
                  <a:pt x="99248" y="219326"/>
                </a:lnTo>
                <a:lnTo>
                  <a:pt x="99716" y="224200"/>
                </a:lnTo>
                <a:lnTo>
                  <a:pt x="100318" y="229074"/>
                </a:lnTo>
                <a:lnTo>
                  <a:pt x="101071" y="233948"/>
                </a:lnTo>
                <a:lnTo>
                  <a:pt x="101988" y="238822"/>
                </a:lnTo>
                <a:lnTo>
                  <a:pt x="103071" y="243695"/>
                </a:lnTo>
                <a:lnTo>
                  <a:pt x="104311" y="248569"/>
                </a:lnTo>
                <a:lnTo>
                  <a:pt x="105689" y="253443"/>
                </a:lnTo>
                <a:lnTo>
                  <a:pt x="107167" y="258317"/>
                </a:lnTo>
                <a:lnTo>
                  <a:pt x="108696" y="263191"/>
                </a:lnTo>
                <a:lnTo>
                  <a:pt x="110217" y="268065"/>
                </a:lnTo>
                <a:lnTo>
                  <a:pt x="111662" y="272939"/>
                </a:lnTo>
                <a:lnTo>
                  <a:pt x="112963" y="277813"/>
                </a:lnTo>
                <a:lnTo>
                  <a:pt x="114057" y="282687"/>
                </a:lnTo>
                <a:lnTo>
                  <a:pt x="114893" y="287561"/>
                </a:lnTo>
                <a:lnTo>
                  <a:pt x="115437" y="292435"/>
                </a:lnTo>
                <a:lnTo>
                  <a:pt x="115675" y="297308"/>
                </a:lnTo>
                <a:lnTo>
                  <a:pt x="115615" y="302182"/>
                </a:lnTo>
                <a:lnTo>
                  <a:pt x="115283" y="307056"/>
                </a:lnTo>
                <a:lnTo>
                  <a:pt x="114724" y="311930"/>
                </a:lnTo>
                <a:lnTo>
                  <a:pt x="113993" y="316804"/>
                </a:lnTo>
                <a:lnTo>
                  <a:pt x="113152" y="321678"/>
                </a:lnTo>
                <a:lnTo>
                  <a:pt x="112258" y="326552"/>
                </a:lnTo>
                <a:lnTo>
                  <a:pt x="111366" y="331426"/>
                </a:lnTo>
                <a:lnTo>
                  <a:pt x="110516" y="336300"/>
                </a:lnTo>
                <a:lnTo>
                  <a:pt x="109740" y="341174"/>
                </a:lnTo>
                <a:lnTo>
                  <a:pt x="109052" y="346048"/>
                </a:lnTo>
                <a:lnTo>
                  <a:pt x="108457" y="350921"/>
                </a:lnTo>
                <a:lnTo>
                  <a:pt x="107949" y="355795"/>
                </a:lnTo>
                <a:lnTo>
                  <a:pt x="107513" y="360669"/>
                </a:lnTo>
                <a:lnTo>
                  <a:pt x="107131" y="365543"/>
                </a:lnTo>
                <a:lnTo>
                  <a:pt x="106782" y="370417"/>
                </a:lnTo>
                <a:lnTo>
                  <a:pt x="106448" y="375291"/>
                </a:lnTo>
                <a:lnTo>
                  <a:pt x="106112" y="380165"/>
                </a:lnTo>
                <a:lnTo>
                  <a:pt x="105763" y="385039"/>
                </a:lnTo>
                <a:lnTo>
                  <a:pt x="105396" y="389913"/>
                </a:lnTo>
                <a:lnTo>
                  <a:pt x="105009" y="394787"/>
                </a:lnTo>
                <a:lnTo>
                  <a:pt x="104607" y="399661"/>
                </a:lnTo>
                <a:lnTo>
                  <a:pt x="104199" y="404534"/>
                </a:lnTo>
                <a:lnTo>
                  <a:pt x="103794" y="409408"/>
                </a:lnTo>
                <a:lnTo>
                  <a:pt x="103405" y="414282"/>
                </a:lnTo>
                <a:lnTo>
                  <a:pt x="103043" y="419156"/>
                </a:lnTo>
                <a:lnTo>
                  <a:pt x="102715" y="424030"/>
                </a:lnTo>
                <a:lnTo>
                  <a:pt x="102430" y="428904"/>
                </a:lnTo>
                <a:lnTo>
                  <a:pt x="102188" y="433778"/>
                </a:lnTo>
                <a:lnTo>
                  <a:pt x="101991" y="438652"/>
                </a:lnTo>
                <a:lnTo>
                  <a:pt x="101836" y="443526"/>
                </a:lnTo>
                <a:lnTo>
                  <a:pt x="101718" y="448400"/>
                </a:lnTo>
                <a:lnTo>
                  <a:pt x="101634" y="453274"/>
                </a:lnTo>
                <a:lnTo>
                  <a:pt x="101579" y="458147"/>
                </a:lnTo>
                <a:lnTo>
                  <a:pt x="101551" y="463021"/>
                </a:lnTo>
                <a:lnTo>
                  <a:pt x="101553" y="467895"/>
                </a:lnTo>
                <a:lnTo>
                  <a:pt x="101591" y="472769"/>
                </a:lnTo>
                <a:lnTo>
                  <a:pt x="101683" y="477643"/>
                </a:lnTo>
                <a:lnTo>
                  <a:pt x="101852" y="482517"/>
                </a:lnTo>
                <a:lnTo>
                  <a:pt x="102140" y="487391"/>
                </a:lnTo>
                <a:lnTo>
                  <a:pt x="102600" y="492265"/>
                </a:lnTo>
                <a:lnTo>
                  <a:pt x="103305" y="497139"/>
                </a:lnTo>
                <a:lnTo>
                  <a:pt x="104348" y="502013"/>
                </a:lnTo>
                <a:lnTo>
                  <a:pt x="105837" y="506887"/>
                </a:lnTo>
                <a:lnTo>
                  <a:pt x="107895" y="511760"/>
                </a:lnTo>
                <a:lnTo>
                  <a:pt x="110651" y="516634"/>
                </a:lnTo>
                <a:lnTo>
                  <a:pt x="114227" y="521508"/>
                </a:lnTo>
                <a:lnTo>
                  <a:pt x="118723" y="526382"/>
                </a:lnTo>
                <a:lnTo>
                  <a:pt x="124203" y="531256"/>
                </a:lnTo>
                <a:lnTo>
                  <a:pt x="130670" y="536130"/>
                </a:lnTo>
                <a:lnTo>
                  <a:pt x="138051" y="541004"/>
                </a:lnTo>
                <a:lnTo>
                  <a:pt x="146187" y="545878"/>
                </a:lnTo>
                <a:lnTo>
                  <a:pt x="154824" y="550752"/>
                </a:lnTo>
                <a:lnTo>
                  <a:pt x="163621" y="555626"/>
                </a:lnTo>
                <a:lnTo>
                  <a:pt x="172169" y="560500"/>
                </a:lnTo>
                <a:lnTo>
                  <a:pt x="180016" y="565373"/>
                </a:lnTo>
                <a:lnTo>
                  <a:pt x="186706" y="570247"/>
                </a:lnTo>
                <a:lnTo>
                  <a:pt x="191827" y="575121"/>
                </a:lnTo>
                <a:lnTo>
                  <a:pt x="195043"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1029" name="03_assume_matched_6326">
            <a:extLst>
              <a:ext uri="{FF2B5EF4-FFF2-40B4-BE49-F238E27FC236}">
                <a16:creationId xmlns:a16="http://schemas.microsoft.com/office/drawing/2014/main" id="{A18FFE73-DD74-4FBC-88A9-574C1E4A376F}"/>
              </a:ext>
            </a:extLst>
          </p:cNvPr>
          <p:cNvSpPr>
            <a:spLocks noGrp="1"/>
          </p:cNvSpPr>
          <p:nvPr/>
        </p:nvSpPr>
        <p:spPr>
          <a:xfrm>
            <a:off x="4520337" y="2550244"/>
            <a:ext cx="196140" cy="584869"/>
          </a:xfrm>
          <a:custGeom>
            <a:avLst/>
            <a:gdLst/>
            <a:ahLst/>
            <a:cxnLst/>
            <a:rect l="0" t="0" r="0" b="0"/>
            <a:pathLst>
              <a:path w="196140" h="584869">
                <a:moveTo>
                  <a:pt x="196140" y="584869"/>
                </a:moveTo>
                <a:lnTo>
                  <a:pt x="0" y="584869"/>
                </a:lnTo>
                <a:lnTo>
                  <a:pt x="1090" y="579995"/>
                </a:lnTo>
                <a:lnTo>
                  <a:pt x="4284" y="575121"/>
                </a:lnTo>
                <a:lnTo>
                  <a:pt x="9369" y="570247"/>
                </a:lnTo>
                <a:lnTo>
                  <a:pt x="16014" y="565373"/>
                </a:lnTo>
                <a:lnTo>
                  <a:pt x="23805" y="560500"/>
                </a:lnTo>
                <a:lnTo>
                  <a:pt x="32291" y="555626"/>
                </a:lnTo>
                <a:lnTo>
                  <a:pt x="41023" y="550752"/>
                </a:lnTo>
                <a:lnTo>
                  <a:pt x="49592" y="545878"/>
                </a:lnTo>
                <a:lnTo>
                  <a:pt x="57659" y="541004"/>
                </a:lnTo>
                <a:lnTo>
                  <a:pt x="64972" y="536130"/>
                </a:lnTo>
                <a:lnTo>
                  <a:pt x="71372" y="531256"/>
                </a:lnTo>
                <a:lnTo>
                  <a:pt x="76787" y="526382"/>
                </a:lnTo>
                <a:lnTo>
                  <a:pt x="81220" y="521508"/>
                </a:lnTo>
                <a:lnTo>
                  <a:pt x="84735" y="516634"/>
                </a:lnTo>
                <a:lnTo>
                  <a:pt x="87434" y="511760"/>
                </a:lnTo>
                <a:lnTo>
                  <a:pt x="89439" y="506887"/>
                </a:lnTo>
                <a:lnTo>
                  <a:pt x="90879" y="502013"/>
                </a:lnTo>
                <a:lnTo>
                  <a:pt x="91880" y="497139"/>
                </a:lnTo>
                <a:lnTo>
                  <a:pt x="92550" y="492265"/>
                </a:lnTo>
                <a:lnTo>
                  <a:pt x="92982" y="487391"/>
                </a:lnTo>
                <a:lnTo>
                  <a:pt x="93250" y="482517"/>
                </a:lnTo>
                <a:lnTo>
                  <a:pt x="93411" y="477643"/>
                </a:lnTo>
                <a:lnTo>
                  <a:pt x="93503" y="472769"/>
                </a:lnTo>
                <a:lnTo>
                  <a:pt x="93554" y="467895"/>
                </a:lnTo>
                <a:lnTo>
                  <a:pt x="93581" y="463021"/>
                </a:lnTo>
                <a:lnTo>
                  <a:pt x="93593" y="458147"/>
                </a:lnTo>
                <a:lnTo>
                  <a:pt x="93593" y="453274"/>
                </a:lnTo>
                <a:lnTo>
                  <a:pt x="93583" y="448400"/>
                </a:lnTo>
                <a:lnTo>
                  <a:pt x="93561" y="443526"/>
                </a:lnTo>
                <a:lnTo>
                  <a:pt x="93525" y="438652"/>
                </a:lnTo>
                <a:lnTo>
                  <a:pt x="93475" y="433778"/>
                </a:lnTo>
                <a:lnTo>
                  <a:pt x="93410" y="428904"/>
                </a:lnTo>
                <a:lnTo>
                  <a:pt x="93334" y="424030"/>
                </a:lnTo>
                <a:lnTo>
                  <a:pt x="93254" y="419156"/>
                </a:lnTo>
                <a:lnTo>
                  <a:pt x="93179" y="414282"/>
                </a:lnTo>
                <a:lnTo>
                  <a:pt x="93119" y="409408"/>
                </a:lnTo>
                <a:lnTo>
                  <a:pt x="93089" y="404534"/>
                </a:lnTo>
                <a:lnTo>
                  <a:pt x="93099" y="399661"/>
                </a:lnTo>
                <a:lnTo>
                  <a:pt x="93161" y="394787"/>
                </a:lnTo>
                <a:lnTo>
                  <a:pt x="93280" y="389913"/>
                </a:lnTo>
                <a:lnTo>
                  <a:pt x="93458" y="385039"/>
                </a:lnTo>
                <a:lnTo>
                  <a:pt x="93691" y="380165"/>
                </a:lnTo>
                <a:lnTo>
                  <a:pt x="93969" y="375291"/>
                </a:lnTo>
                <a:lnTo>
                  <a:pt x="94278" y="370417"/>
                </a:lnTo>
                <a:lnTo>
                  <a:pt x="94598" y="365543"/>
                </a:lnTo>
                <a:lnTo>
                  <a:pt x="94909" y="360669"/>
                </a:lnTo>
                <a:lnTo>
                  <a:pt x="95189" y="355795"/>
                </a:lnTo>
                <a:lnTo>
                  <a:pt x="95420" y="350921"/>
                </a:lnTo>
                <a:lnTo>
                  <a:pt x="95584" y="346048"/>
                </a:lnTo>
                <a:lnTo>
                  <a:pt x="95672" y="341174"/>
                </a:lnTo>
                <a:lnTo>
                  <a:pt x="95678" y="336300"/>
                </a:lnTo>
                <a:lnTo>
                  <a:pt x="95603" y="331426"/>
                </a:lnTo>
                <a:lnTo>
                  <a:pt x="95455" y="326552"/>
                </a:lnTo>
                <a:lnTo>
                  <a:pt x="95245" y="321678"/>
                </a:lnTo>
                <a:lnTo>
                  <a:pt x="94991" y="316804"/>
                </a:lnTo>
                <a:lnTo>
                  <a:pt x="94712" y="311930"/>
                </a:lnTo>
                <a:lnTo>
                  <a:pt x="94431" y="307056"/>
                </a:lnTo>
                <a:lnTo>
                  <a:pt x="94168" y="302182"/>
                </a:lnTo>
                <a:lnTo>
                  <a:pt x="93941" y="297308"/>
                </a:lnTo>
                <a:lnTo>
                  <a:pt x="93765" y="292435"/>
                </a:lnTo>
                <a:lnTo>
                  <a:pt x="93650" y="287561"/>
                </a:lnTo>
                <a:lnTo>
                  <a:pt x="93598" y="282687"/>
                </a:lnTo>
                <a:lnTo>
                  <a:pt x="93609" y="277813"/>
                </a:lnTo>
                <a:lnTo>
                  <a:pt x="93677" y="272939"/>
                </a:lnTo>
                <a:lnTo>
                  <a:pt x="93791" y="268065"/>
                </a:lnTo>
                <a:lnTo>
                  <a:pt x="93939" y="263191"/>
                </a:lnTo>
                <a:lnTo>
                  <a:pt x="94106" y="258317"/>
                </a:lnTo>
                <a:lnTo>
                  <a:pt x="94281" y="253443"/>
                </a:lnTo>
                <a:lnTo>
                  <a:pt x="94451" y="248569"/>
                </a:lnTo>
                <a:lnTo>
                  <a:pt x="94608" y="243695"/>
                </a:lnTo>
                <a:lnTo>
                  <a:pt x="94746" y="238822"/>
                </a:lnTo>
                <a:lnTo>
                  <a:pt x="94861" y="233948"/>
                </a:lnTo>
                <a:lnTo>
                  <a:pt x="94952" y="229074"/>
                </a:lnTo>
                <a:lnTo>
                  <a:pt x="95022" y="224200"/>
                </a:lnTo>
                <a:lnTo>
                  <a:pt x="95071" y="219326"/>
                </a:lnTo>
                <a:lnTo>
                  <a:pt x="95104" y="214452"/>
                </a:lnTo>
                <a:lnTo>
                  <a:pt x="95125" y="209578"/>
                </a:lnTo>
                <a:lnTo>
                  <a:pt x="95137" y="204704"/>
                </a:lnTo>
                <a:lnTo>
                  <a:pt x="95143" y="199830"/>
                </a:lnTo>
                <a:lnTo>
                  <a:pt x="95147" y="194956"/>
                </a:lnTo>
                <a:lnTo>
                  <a:pt x="95149" y="190082"/>
                </a:lnTo>
                <a:lnTo>
                  <a:pt x="95151" y="185209"/>
                </a:lnTo>
                <a:lnTo>
                  <a:pt x="95152" y="180335"/>
                </a:lnTo>
                <a:lnTo>
                  <a:pt x="95148" y="175461"/>
                </a:lnTo>
                <a:lnTo>
                  <a:pt x="95138" y="170587"/>
                </a:lnTo>
                <a:lnTo>
                  <a:pt x="95114" y="165713"/>
                </a:lnTo>
                <a:lnTo>
                  <a:pt x="95073" y="160839"/>
                </a:lnTo>
                <a:lnTo>
                  <a:pt x="95009" y="155965"/>
                </a:lnTo>
                <a:lnTo>
                  <a:pt x="94916" y="151091"/>
                </a:lnTo>
                <a:lnTo>
                  <a:pt x="94790" y="146217"/>
                </a:lnTo>
                <a:lnTo>
                  <a:pt x="94631" y="141343"/>
                </a:lnTo>
                <a:lnTo>
                  <a:pt x="94440" y="136469"/>
                </a:lnTo>
                <a:lnTo>
                  <a:pt x="94222" y="131596"/>
                </a:lnTo>
                <a:lnTo>
                  <a:pt x="93983" y="126722"/>
                </a:lnTo>
                <a:lnTo>
                  <a:pt x="93732" y="121848"/>
                </a:lnTo>
                <a:lnTo>
                  <a:pt x="93477" y="116974"/>
                </a:lnTo>
                <a:lnTo>
                  <a:pt x="93225" y="112100"/>
                </a:lnTo>
                <a:lnTo>
                  <a:pt x="92974" y="107226"/>
                </a:lnTo>
                <a:lnTo>
                  <a:pt x="92718" y="102352"/>
                </a:lnTo>
                <a:lnTo>
                  <a:pt x="92437" y="97478"/>
                </a:lnTo>
                <a:lnTo>
                  <a:pt x="92096" y="92604"/>
                </a:lnTo>
                <a:lnTo>
                  <a:pt x="91647" y="87730"/>
                </a:lnTo>
                <a:lnTo>
                  <a:pt x="91025" y="82856"/>
                </a:lnTo>
                <a:lnTo>
                  <a:pt x="90149" y="77983"/>
                </a:lnTo>
                <a:lnTo>
                  <a:pt x="88929" y="73109"/>
                </a:lnTo>
                <a:lnTo>
                  <a:pt x="87267" y="68235"/>
                </a:lnTo>
                <a:lnTo>
                  <a:pt x="85072" y="63361"/>
                </a:lnTo>
                <a:lnTo>
                  <a:pt x="82263" y="58487"/>
                </a:lnTo>
                <a:lnTo>
                  <a:pt x="78791" y="53613"/>
                </a:lnTo>
                <a:lnTo>
                  <a:pt x="74644" y="48739"/>
                </a:lnTo>
                <a:lnTo>
                  <a:pt x="69865" y="43865"/>
                </a:lnTo>
                <a:lnTo>
                  <a:pt x="64555" y="38991"/>
                </a:lnTo>
                <a:lnTo>
                  <a:pt x="58883" y="34117"/>
                </a:lnTo>
                <a:lnTo>
                  <a:pt x="53077" y="29243"/>
                </a:lnTo>
                <a:lnTo>
                  <a:pt x="47413" y="24370"/>
                </a:lnTo>
                <a:lnTo>
                  <a:pt x="42199" y="19496"/>
                </a:lnTo>
                <a:lnTo>
                  <a:pt x="37742" y="14622"/>
                </a:lnTo>
                <a:lnTo>
                  <a:pt x="34326" y="9748"/>
                </a:lnTo>
                <a:lnTo>
                  <a:pt x="32178" y="4874"/>
                </a:lnTo>
                <a:lnTo>
                  <a:pt x="31445" y="0"/>
                </a:lnTo>
                <a:lnTo>
                  <a:pt x="164695" y="0"/>
                </a:lnTo>
                <a:lnTo>
                  <a:pt x="164695" y="0"/>
                </a:lnTo>
                <a:lnTo>
                  <a:pt x="163962" y="4874"/>
                </a:lnTo>
                <a:lnTo>
                  <a:pt x="161814" y="9748"/>
                </a:lnTo>
                <a:lnTo>
                  <a:pt x="158398" y="14622"/>
                </a:lnTo>
                <a:lnTo>
                  <a:pt x="153942" y="19496"/>
                </a:lnTo>
                <a:lnTo>
                  <a:pt x="148727" y="24370"/>
                </a:lnTo>
                <a:lnTo>
                  <a:pt x="143064" y="29243"/>
                </a:lnTo>
                <a:lnTo>
                  <a:pt x="137257" y="34117"/>
                </a:lnTo>
                <a:lnTo>
                  <a:pt x="131585" y="38991"/>
                </a:lnTo>
                <a:lnTo>
                  <a:pt x="126276" y="43865"/>
                </a:lnTo>
                <a:lnTo>
                  <a:pt x="121496" y="48739"/>
                </a:lnTo>
                <a:lnTo>
                  <a:pt x="117349" y="53613"/>
                </a:lnTo>
                <a:lnTo>
                  <a:pt x="113877" y="58487"/>
                </a:lnTo>
                <a:lnTo>
                  <a:pt x="111069" y="63361"/>
                </a:lnTo>
                <a:lnTo>
                  <a:pt x="108873" y="68235"/>
                </a:lnTo>
                <a:lnTo>
                  <a:pt x="107211" y="73109"/>
                </a:lnTo>
                <a:lnTo>
                  <a:pt x="105991" y="77983"/>
                </a:lnTo>
                <a:lnTo>
                  <a:pt x="105115" y="82856"/>
                </a:lnTo>
                <a:lnTo>
                  <a:pt x="104493" y="87730"/>
                </a:lnTo>
                <a:lnTo>
                  <a:pt x="104044" y="92604"/>
                </a:lnTo>
                <a:lnTo>
                  <a:pt x="103704" y="97478"/>
                </a:lnTo>
                <a:lnTo>
                  <a:pt x="103422" y="102352"/>
                </a:lnTo>
                <a:lnTo>
                  <a:pt x="103166" y="107226"/>
                </a:lnTo>
                <a:lnTo>
                  <a:pt x="102916" y="112100"/>
                </a:lnTo>
                <a:lnTo>
                  <a:pt x="102663" y="116974"/>
                </a:lnTo>
                <a:lnTo>
                  <a:pt x="102408" y="121848"/>
                </a:lnTo>
                <a:lnTo>
                  <a:pt x="102158" y="126722"/>
                </a:lnTo>
                <a:lnTo>
                  <a:pt x="101918" y="131596"/>
                </a:lnTo>
                <a:lnTo>
                  <a:pt x="101700" y="136469"/>
                </a:lnTo>
                <a:lnTo>
                  <a:pt x="101509" y="141343"/>
                </a:lnTo>
                <a:lnTo>
                  <a:pt x="101350" y="146217"/>
                </a:lnTo>
                <a:lnTo>
                  <a:pt x="101225" y="151091"/>
                </a:lnTo>
                <a:lnTo>
                  <a:pt x="101131" y="155965"/>
                </a:lnTo>
                <a:lnTo>
                  <a:pt x="101067" y="160839"/>
                </a:lnTo>
                <a:lnTo>
                  <a:pt x="101026" y="165713"/>
                </a:lnTo>
                <a:lnTo>
                  <a:pt x="101003" y="170587"/>
                </a:lnTo>
                <a:lnTo>
                  <a:pt x="100992" y="175461"/>
                </a:lnTo>
                <a:lnTo>
                  <a:pt x="100989" y="180335"/>
                </a:lnTo>
                <a:lnTo>
                  <a:pt x="100989" y="185209"/>
                </a:lnTo>
                <a:lnTo>
                  <a:pt x="100991" y="190082"/>
                </a:lnTo>
                <a:lnTo>
                  <a:pt x="100994" y="194956"/>
                </a:lnTo>
                <a:lnTo>
                  <a:pt x="100997" y="199830"/>
                </a:lnTo>
                <a:lnTo>
                  <a:pt x="101004" y="204704"/>
                </a:lnTo>
                <a:lnTo>
                  <a:pt x="101016" y="209578"/>
                </a:lnTo>
                <a:lnTo>
                  <a:pt x="101036" y="214452"/>
                </a:lnTo>
                <a:lnTo>
                  <a:pt x="101069" y="219326"/>
                </a:lnTo>
                <a:lnTo>
                  <a:pt x="101119" y="224200"/>
                </a:lnTo>
                <a:lnTo>
                  <a:pt x="101188" y="229074"/>
                </a:lnTo>
                <a:lnTo>
                  <a:pt x="101280" y="233948"/>
                </a:lnTo>
                <a:lnTo>
                  <a:pt x="101395" y="238822"/>
                </a:lnTo>
                <a:lnTo>
                  <a:pt x="101532" y="243695"/>
                </a:lnTo>
                <a:lnTo>
                  <a:pt x="101689" y="248569"/>
                </a:lnTo>
                <a:lnTo>
                  <a:pt x="101860" y="253443"/>
                </a:lnTo>
                <a:lnTo>
                  <a:pt x="102034" y="258317"/>
                </a:lnTo>
                <a:lnTo>
                  <a:pt x="102202" y="263191"/>
                </a:lnTo>
                <a:lnTo>
                  <a:pt x="102349" y="268065"/>
                </a:lnTo>
                <a:lnTo>
                  <a:pt x="102463" y="272939"/>
                </a:lnTo>
                <a:lnTo>
                  <a:pt x="102531" y="277813"/>
                </a:lnTo>
                <a:lnTo>
                  <a:pt x="102542" y="282687"/>
                </a:lnTo>
                <a:lnTo>
                  <a:pt x="102491" y="287561"/>
                </a:lnTo>
                <a:lnTo>
                  <a:pt x="102375" y="292435"/>
                </a:lnTo>
                <a:lnTo>
                  <a:pt x="102199" y="297308"/>
                </a:lnTo>
                <a:lnTo>
                  <a:pt x="101972" y="302182"/>
                </a:lnTo>
                <a:lnTo>
                  <a:pt x="101709" y="307056"/>
                </a:lnTo>
                <a:lnTo>
                  <a:pt x="101428" y="311930"/>
                </a:lnTo>
                <a:lnTo>
                  <a:pt x="101150" y="316804"/>
                </a:lnTo>
                <a:lnTo>
                  <a:pt x="100896" y="321678"/>
                </a:lnTo>
                <a:lnTo>
                  <a:pt x="100686" y="326552"/>
                </a:lnTo>
                <a:lnTo>
                  <a:pt x="100537" y="331426"/>
                </a:lnTo>
                <a:lnTo>
                  <a:pt x="100462" y="336300"/>
                </a:lnTo>
                <a:lnTo>
                  <a:pt x="100468" y="341174"/>
                </a:lnTo>
                <a:lnTo>
                  <a:pt x="100556" y="346048"/>
                </a:lnTo>
                <a:lnTo>
                  <a:pt x="100721" y="350921"/>
                </a:lnTo>
                <a:lnTo>
                  <a:pt x="100951" y="355795"/>
                </a:lnTo>
                <a:lnTo>
                  <a:pt x="101232" y="360669"/>
                </a:lnTo>
                <a:lnTo>
                  <a:pt x="101542" y="365543"/>
                </a:lnTo>
                <a:lnTo>
                  <a:pt x="101863" y="370417"/>
                </a:lnTo>
                <a:lnTo>
                  <a:pt x="102171" y="375291"/>
                </a:lnTo>
                <a:lnTo>
                  <a:pt x="102450" y="380165"/>
                </a:lnTo>
                <a:lnTo>
                  <a:pt x="102683" y="385039"/>
                </a:lnTo>
                <a:lnTo>
                  <a:pt x="102861" y="389913"/>
                </a:lnTo>
                <a:lnTo>
                  <a:pt x="102980" y="394787"/>
                </a:lnTo>
                <a:lnTo>
                  <a:pt x="103041" y="399661"/>
                </a:lnTo>
                <a:lnTo>
                  <a:pt x="103051" y="404534"/>
                </a:lnTo>
                <a:lnTo>
                  <a:pt x="103021" y="409408"/>
                </a:lnTo>
                <a:lnTo>
                  <a:pt x="102962" y="414282"/>
                </a:lnTo>
                <a:lnTo>
                  <a:pt x="102887" y="419156"/>
                </a:lnTo>
                <a:lnTo>
                  <a:pt x="102806" y="424030"/>
                </a:lnTo>
                <a:lnTo>
                  <a:pt x="102731" y="428904"/>
                </a:lnTo>
                <a:lnTo>
                  <a:pt x="102666" y="433778"/>
                </a:lnTo>
                <a:lnTo>
                  <a:pt x="102615" y="438652"/>
                </a:lnTo>
                <a:lnTo>
                  <a:pt x="102579" y="443526"/>
                </a:lnTo>
                <a:lnTo>
                  <a:pt x="102557" y="448400"/>
                </a:lnTo>
                <a:lnTo>
                  <a:pt x="102547" y="453274"/>
                </a:lnTo>
                <a:lnTo>
                  <a:pt x="102548" y="458147"/>
                </a:lnTo>
                <a:lnTo>
                  <a:pt x="102560" y="463021"/>
                </a:lnTo>
                <a:lnTo>
                  <a:pt x="102586" y="467895"/>
                </a:lnTo>
                <a:lnTo>
                  <a:pt x="102638" y="472769"/>
                </a:lnTo>
                <a:lnTo>
                  <a:pt x="102730" y="477643"/>
                </a:lnTo>
                <a:lnTo>
                  <a:pt x="102890" y="482517"/>
                </a:lnTo>
                <a:lnTo>
                  <a:pt x="103158" y="487391"/>
                </a:lnTo>
                <a:lnTo>
                  <a:pt x="103591" y="492265"/>
                </a:lnTo>
                <a:lnTo>
                  <a:pt x="104261" y="497139"/>
                </a:lnTo>
                <a:lnTo>
                  <a:pt x="105261" y="502013"/>
                </a:lnTo>
                <a:lnTo>
                  <a:pt x="106702" y="506887"/>
                </a:lnTo>
                <a:lnTo>
                  <a:pt x="108707" y="511760"/>
                </a:lnTo>
                <a:lnTo>
                  <a:pt x="111405" y="516634"/>
                </a:lnTo>
                <a:lnTo>
                  <a:pt x="114920" y="521508"/>
                </a:lnTo>
                <a:lnTo>
                  <a:pt x="119354" y="526382"/>
                </a:lnTo>
                <a:lnTo>
                  <a:pt x="124768" y="531256"/>
                </a:lnTo>
                <a:lnTo>
                  <a:pt x="131168" y="536130"/>
                </a:lnTo>
                <a:lnTo>
                  <a:pt x="138481" y="541004"/>
                </a:lnTo>
                <a:lnTo>
                  <a:pt x="146548" y="545878"/>
                </a:lnTo>
                <a:lnTo>
                  <a:pt x="155117" y="550752"/>
                </a:lnTo>
                <a:lnTo>
                  <a:pt x="163849" y="555626"/>
                </a:lnTo>
                <a:lnTo>
                  <a:pt x="172335" y="560500"/>
                </a:lnTo>
                <a:lnTo>
                  <a:pt x="180126" y="565373"/>
                </a:lnTo>
                <a:lnTo>
                  <a:pt x="186771" y="570247"/>
                </a:lnTo>
                <a:lnTo>
                  <a:pt x="191856" y="575121"/>
                </a:lnTo>
                <a:lnTo>
                  <a:pt x="195051"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1030" name="03_assume_matched_6327">
            <a:extLst>
              <a:ext uri="{FF2B5EF4-FFF2-40B4-BE49-F238E27FC236}">
                <a16:creationId xmlns:a16="http://schemas.microsoft.com/office/drawing/2014/main" id="{228EF3AC-6A16-4B30-AAC6-B20E8832B478}"/>
              </a:ext>
            </a:extLst>
          </p:cNvPr>
          <p:cNvSpPr>
            <a:spLocks noGrp="1"/>
          </p:cNvSpPr>
          <p:nvPr/>
        </p:nvSpPr>
        <p:spPr>
          <a:xfrm>
            <a:off x="5274723" y="2550244"/>
            <a:ext cx="196140" cy="584869"/>
          </a:xfrm>
          <a:custGeom>
            <a:avLst/>
            <a:gdLst/>
            <a:ahLst/>
            <a:cxnLst/>
            <a:rect l="0" t="0" r="0" b="0"/>
            <a:pathLst>
              <a:path w="196140" h="584869">
                <a:moveTo>
                  <a:pt x="196140" y="584869"/>
                </a:moveTo>
                <a:lnTo>
                  <a:pt x="0" y="584869"/>
                </a:lnTo>
                <a:lnTo>
                  <a:pt x="1074" y="579995"/>
                </a:lnTo>
                <a:lnTo>
                  <a:pt x="4223" y="575121"/>
                </a:lnTo>
                <a:lnTo>
                  <a:pt x="9239" y="570247"/>
                </a:lnTo>
                <a:lnTo>
                  <a:pt x="15803" y="565373"/>
                </a:lnTo>
                <a:lnTo>
                  <a:pt x="23512" y="560500"/>
                </a:lnTo>
                <a:lnTo>
                  <a:pt x="31928" y="555626"/>
                </a:lnTo>
                <a:lnTo>
                  <a:pt x="40613" y="550752"/>
                </a:lnTo>
                <a:lnTo>
                  <a:pt x="49167" y="545878"/>
                </a:lnTo>
                <a:lnTo>
                  <a:pt x="57255" y="541004"/>
                </a:lnTo>
                <a:lnTo>
                  <a:pt x="64628" y="536130"/>
                </a:lnTo>
                <a:lnTo>
                  <a:pt x="71120" y="531256"/>
                </a:lnTo>
                <a:lnTo>
                  <a:pt x="76655" y="526382"/>
                </a:lnTo>
                <a:lnTo>
                  <a:pt x="81225" y="521508"/>
                </a:lnTo>
                <a:lnTo>
                  <a:pt x="84882" y="516634"/>
                </a:lnTo>
                <a:lnTo>
                  <a:pt x="87714" y="511760"/>
                </a:lnTo>
                <a:lnTo>
                  <a:pt x="89830" y="506887"/>
                </a:lnTo>
                <a:lnTo>
                  <a:pt x="91349" y="502013"/>
                </a:lnTo>
                <a:lnTo>
                  <a:pt x="92384" y="497139"/>
                </a:lnTo>
                <a:lnTo>
                  <a:pt x="93037" y="492265"/>
                </a:lnTo>
                <a:lnTo>
                  <a:pt x="93397" y="487391"/>
                </a:lnTo>
                <a:lnTo>
                  <a:pt x="93540" y="482517"/>
                </a:lnTo>
                <a:lnTo>
                  <a:pt x="93524" y="477643"/>
                </a:lnTo>
                <a:lnTo>
                  <a:pt x="93400" y="472769"/>
                </a:lnTo>
                <a:lnTo>
                  <a:pt x="93204" y="467895"/>
                </a:lnTo>
                <a:lnTo>
                  <a:pt x="92968" y="463021"/>
                </a:lnTo>
                <a:lnTo>
                  <a:pt x="92715" y="458147"/>
                </a:lnTo>
                <a:lnTo>
                  <a:pt x="92465" y="453274"/>
                </a:lnTo>
                <a:lnTo>
                  <a:pt x="92230" y="448400"/>
                </a:lnTo>
                <a:lnTo>
                  <a:pt x="92020" y="443526"/>
                </a:lnTo>
                <a:lnTo>
                  <a:pt x="91841" y="438652"/>
                </a:lnTo>
                <a:lnTo>
                  <a:pt x="91695" y="433778"/>
                </a:lnTo>
                <a:lnTo>
                  <a:pt x="91583" y="428904"/>
                </a:lnTo>
                <a:lnTo>
                  <a:pt x="91505" y="424030"/>
                </a:lnTo>
                <a:lnTo>
                  <a:pt x="91463" y="419156"/>
                </a:lnTo>
                <a:lnTo>
                  <a:pt x="91457" y="414282"/>
                </a:lnTo>
                <a:lnTo>
                  <a:pt x="91491" y="409408"/>
                </a:lnTo>
                <a:lnTo>
                  <a:pt x="91569" y="404534"/>
                </a:lnTo>
                <a:lnTo>
                  <a:pt x="91696" y="399661"/>
                </a:lnTo>
                <a:lnTo>
                  <a:pt x="91875" y="394787"/>
                </a:lnTo>
                <a:lnTo>
                  <a:pt x="92105" y="389913"/>
                </a:lnTo>
                <a:lnTo>
                  <a:pt x="92384" y="385039"/>
                </a:lnTo>
                <a:lnTo>
                  <a:pt x="92699" y="380165"/>
                </a:lnTo>
                <a:lnTo>
                  <a:pt x="93037" y="375291"/>
                </a:lnTo>
                <a:lnTo>
                  <a:pt x="93376" y="370417"/>
                </a:lnTo>
                <a:lnTo>
                  <a:pt x="93693" y="365543"/>
                </a:lnTo>
                <a:lnTo>
                  <a:pt x="93959" y="360669"/>
                </a:lnTo>
                <a:lnTo>
                  <a:pt x="94150" y="355795"/>
                </a:lnTo>
                <a:lnTo>
                  <a:pt x="94242" y="350921"/>
                </a:lnTo>
                <a:lnTo>
                  <a:pt x="94218" y="346048"/>
                </a:lnTo>
                <a:lnTo>
                  <a:pt x="94069" y="341174"/>
                </a:lnTo>
                <a:lnTo>
                  <a:pt x="93797" y="336300"/>
                </a:lnTo>
                <a:lnTo>
                  <a:pt x="93412" y="331426"/>
                </a:lnTo>
                <a:lnTo>
                  <a:pt x="92937" y="326552"/>
                </a:lnTo>
                <a:lnTo>
                  <a:pt x="92403" y="321678"/>
                </a:lnTo>
                <a:lnTo>
                  <a:pt x="91849" y="316804"/>
                </a:lnTo>
                <a:lnTo>
                  <a:pt x="91317" y="311930"/>
                </a:lnTo>
                <a:lnTo>
                  <a:pt x="90851" y="307056"/>
                </a:lnTo>
                <a:lnTo>
                  <a:pt x="90488" y="302182"/>
                </a:lnTo>
                <a:lnTo>
                  <a:pt x="90262" y="297308"/>
                </a:lnTo>
                <a:lnTo>
                  <a:pt x="90193" y="292435"/>
                </a:lnTo>
                <a:lnTo>
                  <a:pt x="90290" y="287561"/>
                </a:lnTo>
                <a:lnTo>
                  <a:pt x="90549" y="282687"/>
                </a:lnTo>
                <a:lnTo>
                  <a:pt x="90950" y="277813"/>
                </a:lnTo>
                <a:lnTo>
                  <a:pt x="91468" y="272939"/>
                </a:lnTo>
                <a:lnTo>
                  <a:pt x="92067" y="268065"/>
                </a:lnTo>
                <a:lnTo>
                  <a:pt x="92707" y="263191"/>
                </a:lnTo>
                <a:lnTo>
                  <a:pt x="93349" y="258317"/>
                </a:lnTo>
                <a:lnTo>
                  <a:pt x="93957" y="253443"/>
                </a:lnTo>
                <a:lnTo>
                  <a:pt x="94502" y="248569"/>
                </a:lnTo>
                <a:lnTo>
                  <a:pt x="94961" y="243695"/>
                </a:lnTo>
                <a:lnTo>
                  <a:pt x="95319" y="238822"/>
                </a:lnTo>
                <a:lnTo>
                  <a:pt x="95573" y="233948"/>
                </a:lnTo>
                <a:lnTo>
                  <a:pt x="95724" y="229074"/>
                </a:lnTo>
                <a:lnTo>
                  <a:pt x="95783" y="224200"/>
                </a:lnTo>
                <a:lnTo>
                  <a:pt x="95763" y="219326"/>
                </a:lnTo>
                <a:lnTo>
                  <a:pt x="95684" y="214452"/>
                </a:lnTo>
                <a:lnTo>
                  <a:pt x="95566" y="209578"/>
                </a:lnTo>
                <a:lnTo>
                  <a:pt x="95428" y="204704"/>
                </a:lnTo>
                <a:lnTo>
                  <a:pt x="95291" y="199830"/>
                </a:lnTo>
                <a:lnTo>
                  <a:pt x="95170" y="194956"/>
                </a:lnTo>
                <a:lnTo>
                  <a:pt x="95079" y="190082"/>
                </a:lnTo>
                <a:lnTo>
                  <a:pt x="95026" y="185209"/>
                </a:lnTo>
                <a:lnTo>
                  <a:pt x="95016" y="180335"/>
                </a:lnTo>
                <a:lnTo>
                  <a:pt x="95049" y="175461"/>
                </a:lnTo>
                <a:lnTo>
                  <a:pt x="95119" y="170587"/>
                </a:lnTo>
                <a:lnTo>
                  <a:pt x="95220" y="165713"/>
                </a:lnTo>
                <a:lnTo>
                  <a:pt x="95342" y="160839"/>
                </a:lnTo>
                <a:lnTo>
                  <a:pt x="95474" y="155965"/>
                </a:lnTo>
                <a:lnTo>
                  <a:pt x="95605" y="151091"/>
                </a:lnTo>
                <a:lnTo>
                  <a:pt x="95726" y="146217"/>
                </a:lnTo>
                <a:lnTo>
                  <a:pt x="95832" y="141343"/>
                </a:lnTo>
                <a:lnTo>
                  <a:pt x="95916" y="136469"/>
                </a:lnTo>
                <a:lnTo>
                  <a:pt x="95979" y="131596"/>
                </a:lnTo>
                <a:lnTo>
                  <a:pt x="96019" y="126722"/>
                </a:lnTo>
                <a:lnTo>
                  <a:pt x="96036" y="121848"/>
                </a:lnTo>
                <a:lnTo>
                  <a:pt x="96029" y="116974"/>
                </a:lnTo>
                <a:lnTo>
                  <a:pt x="95991" y="112100"/>
                </a:lnTo>
                <a:lnTo>
                  <a:pt x="95908" y="107226"/>
                </a:lnTo>
                <a:lnTo>
                  <a:pt x="95756" y="102352"/>
                </a:lnTo>
                <a:lnTo>
                  <a:pt x="95496" y="97478"/>
                </a:lnTo>
                <a:lnTo>
                  <a:pt x="95075" y="92604"/>
                </a:lnTo>
                <a:lnTo>
                  <a:pt x="94420" y="87730"/>
                </a:lnTo>
                <a:lnTo>
                  <a:pt x="93439" y="82856"/>
                </a:lnTo>
                <a:lnTo>
                  <a:pt x="92025" y="77983"/>
                </a:lnTo>
                <a:lnTo>
                  <a:pt x="90055" y="73109"/>
                </a:lnTo>
                <a:lnTo>
                  <a:pt x="87404" y="68235"/>
                </a:lnTo>
                <a:lnTo>
                  <a:pt x="83952" y="63361"/>
                </a:lnTo>
                <a:lnTo>
                  <a:pt x="79599" y="58487"/>
                </a:lnTo>
                <a:lnTo>
                  <a:pt x="74286" y="53613"/>
                </a:lnTo>
                <a:lnTo>
                  <a:pt x="68009" y="48739"/>
                </a:lnTo>
                <a:lnTo>
                  <a:pt x="60838" y="43865"/>
                </a:lnTo>
                <a:lnTo>
                  <a:pt x="52929" y="38991"/>
                </a:lnTo>
                <a:lnTo>
                  <a:pt x="44529" y="34117"/>
                </a:lnTo>
                <a:lnTo>
                  <a:pt x="35971" y="29243"/>
                </a:lnTo>
                <a:lnTo>
                  <a:pt x="27653" y="24370"/>
                </a:lnTo>
                <a:lnTo>
                  <a:pt x="20015" y="19496"/>
                </a:lnTo>
                <a:lnTo>
                  <a:pt x="13502" y="14622"/>
                </a:lnTo>
                <a:lnTo>
                  <a:pt x="8517" y="9748"/>
                </a:lnTo>
                <a:lnTo>
                  <a:pt x="5385" y="4874"/>
                </a:lnTo>
                <a:lnTo>
                  <a:pt x="4316" y="0"/>
                </a:lnTo>
                <a:lnTo>
                  <a:pt x="191824" y="0"/>
                </a:lnTo>
                <a:lnTo>
                  <a:pt x="191824" y="0"/>
                </a:lnTo>
                <a:lnTo>
                  <a:pt x="190756" y="4874"/>
                </a:lnTo>
                <a:lnTo>
                  <a:pt x="187624" y="9748"/>
                </a:lnTo>
                <a:lnTo>
                  <a:pt x="182638" y="14622"/>
                </a:lnTo>
                <a:lnTo>
                  <a:pt x="176125" y="19496"/>
                </a:lnTo>
                <a:lnTo>
                  <a:pt x="168488" y="24370"/>
                </a:lnTo>
                <a:lnTo>
                  <a:pt x="160170" y="29243"/>
                </a:lnTo>
                <a:lnTo>
                  <a:pt x="151611" y="34117"/>
                </a:lnTo>
                <a:lnTo>
                  <a:pt x="143211" y="38991"/>
                </a:lnTo>
                <a:lnTo>
                  <a:pt x="135303" y="43865"/>
                </a:lnTo>
                <a:lnTo>
                  <a:pt x="128132" y="48739"/>
                </a:lnTo>
                <a:lnTo>
                  <a:pt x="121854" y="53613"/>
                </a:lnTo>
                <a:lnTo>
                  <a:pt x="116541" y="58487"/>
                </a:lnTo>
                <a:lnTo>
                  <a:pt x="112188" y="63361"/>
                </a:lnTo>
                <a:lnTo>
                  <a:pt x="108736" y="68235"/>
                </a:lnTo>
                <a:lnTo>
                  <a:pt x="106085" y="73109"/>
                </a:lnTo>
                <a:lnTo>
                  <a:pt x="104116" y="77983"/>
                </a:lnTo>
                <a:lnTo>
                  <a:pt x="102701" y="82856"/>
                </a:lnTo>
                <a:lnTo>
                  <a:pt x="101720" y="87730"/>
                </a:lnTo>
                <a:lnTo>
                  <a:pt x="101065" y="92604"/>
                </a:lnTo>
                <a:lnTo>
                  <a:pt x="100644" y="97478"/>
                </a:lnTo>
                <a:lnTo>
                  <a:pt x="100384" y="102352"/>
                </a:lnTo>
                <a:lnTo>
                  <a:pt x="100232" y="107226"/>
                </a:lnTo>
                <a:lnTo>
                  <a:pt x="100149" y="112100"/>
                </a:lnTo>
                <a:lnTo>
                  <a:pt x="100111" y="116974"/>
                </a:lnTo>
                <a:lnTo>
                  <a:pt x="100104" y="121848"/>
                </a:lnTo>
                <a:lnTo>
                  <a:pt x="100122" y="126722"/>
                </a:lnTo>
                <a:lnTo>
                  <a:pt x="100162" y="131596"/>
                </a:lnTo>
                <a:lnTo>
                  <a:pt x="100224" y="136469"/>
                </a:lnTo>
                <a:lnTo>
                  <a:pt x="100309" y="141343"/>
                </a:lnTo>
                <a:lnTo>
                  <a:pt x="100414" y="146217"/>
                </a:lnTo>
                <a:lnTo>
                  <a:pt x="100535" y="151091"/>
                </a:lnTo>
                <a:lnTo>
                  <a:pt x="100666" y="155965"/>
                </a:lnTo>
                <a:lnTo>
                  <a:pt x="100798" y="160839"/>
                </a:lnTo>
                <a:lnTo>
                  <a:pt x="100920" y="165713"/>
                </a:lnTo>
                <a:lnTo>
                  <a:pt x="101021" y="170587"/>
                </a:lnTo>
                <a:lnTo>
                  <a:pt x="101092" y="175461"/>
                </a:lnTo>
                <a:lnTo>
                  <a:pt x="101124" y="180335"/>
                </a:lnTo>
                <a:lnTo>
                  <a:pt x="101114" y="185209"/>
                </a:lnTo>
                <a:lnTo>
                  <a:pt x="101062" y="190082"/>
                </a:lnTo>
                <a:lnTo>
                  <a:pt x="100970" y="194956"/>
                </a:lnTo>
                <a:lnTo>
                  <a:pt x="100849" y="199830"/>
                </a:lnTo>
                <a:lnTo>
                  <a:pt x="100712" y="204704"/>
                </a:lnTo>
                <a:lnTo>
                  <a:pt x="100574" y="209578"/>
                </a:lnTo>
                <a:lnTo>
                  <a:pt x="100456" y="214452"/>
                </a:lnTo>
                <a:lnTo>
                  <a:pt x="100377" y="219326"/>
                </a:lnTo>
                <a:lnTo>
                  <a:pt x="100358" y="224200"/>
                </a:lnTo>
                <a:lnTo>
                  <a:pt x="100416" y="229074"/>
                </a:lnTo>
                <a:lnTo>
                  <a:pt x="100568" y="233948"/>
                </a:lnTo>
                <a:lnTo>
                  <a:pt x="100821" y="238822"/>
                </a:lnTo>
                <a:lnTo>
                  <a:pt x="101180" y="243695"/>
                </a:lnTo>
                <a:lnTo>
                  <a:pt x="101638" y="248569"/>
                </a:lnTo>
                <a:lnTo>
                  <a:pt x="102183" y="253443"/>
                </a:lnTo>
                <a:lnTo>
                  <a:pt x="102791" y="258317"/>
                </a:lnTo>
                <a:lnTo>
                  <a:pt x="103434" y="263191"/>
                </a:lnTo>
                <a:lnTo>
                  <a:pt x="104074" y="268065"/>
                </a:lnTo>
                <a:lnTo>
                  <a:pt x="104672" y="272939"/>
                </a:lnTo>
                <a:lnTo>
                  <a:pt x="105190" y="277813"/>
                </a:lnTo>
                <a:lnTo>
                  <a:pt x="105592" y="282687"/>
                </a:lnTo>
                <a:lnTo>
                  <a:pt x="105850" y="287561"/>
                </a:lnTo>
                <a:lnTo>
                  <a:pt x="105947" y="292435"/>
                </a:lnTo>
                <a:lnTo>
                  <a:pt x="105878" y="297308"/>
                </a:lnTo>
                <a:lnTo>
                  <a:pt x="105652" y="302182"/>
                </a:lnTo>
                <a:lnTo>
                  <a:pt x="105290" y="307056"/>
                </a:lnTo>
                <a:lnTo>
                  <a:pt x="104823" y="311930"/>
                </a:lnTo>
                <a:lnTo>
                  <a:pt x="104291" y="316804"/>
                </a:lnTo>
                <a:lnTo>
                  <a:pt x="103737" y="321678"/>
                </a:lnTo>
                <a:lnTo>
                  <a:pt x="103203" y="326552"/>
                </a:lnTo>
                <a:lnTo>
                  <a:pt x="102728" y="331426"/>
                </a:lnTo>
                <a:lnTo>
                  <a:pt x="102343" y="336300"/>
                </a:lnTo>
                <a:lnTo>
                  <a:pt x="102071" y="341174"/>
                </a:lnTo>
                <a:lnTo>
                  <a:pt x="101923" y="346048"/>
                </a:lnTo>
                <a:lnTo>
                  <a:pt x="101899" y="350921"/>
                </a:lnTo>
                <a:lnTo>
                  <a:pt x="101991" y="355795"/>
                </a:lnTo>
                <a:lnTo>
                  <a:pt x="102181" y="360669"/>
                </a:lnTo>
                <a:lnTo>
                  <a:pt x="102448" y="365543"/>
                </a:lnTo>
                <a:lnTo>
                  <a:pt x="102764" y="370417"/>
                </a:lnTo>
                <a:lnTo>
                  <a:pt x="103103" y="375291"/>
                </a:lnTo>
                <a:lnTo>
                  <a:pt x="103441" y="380165"/>
                </a:lnTo>
                <a:lnTo>
                  <a:pt x="103757" y="385039"/>
                </a:lnTo>
                <a:lnTo>
                  <a:pt x="104035" y="389913"/>
                </a:lnTo>
                <a:lnTo>
                  <a:pt x="104265" y="394787"/>
                </a:lnTo>
                <a:lnTo>
                  <a:pt x="104444" y="399661"/>
                </a:lnTo>
                <a:lnTo>
                  <a:pt x="104571" y="404534"/>
                </a:lnTo>
                <a:lnTo>
                  <a:pt x="104650" y="409408"/>
                </a:lnTo>
                <a:lnTo>
                  <a:pt x="104684" y="414282"/>
                </a:lnTo>
                <a:lnTo>
                  <a:pt x="104678" y="419156"/>
                </a:lnTo>
                <a:lnTo>
                  <a:pt x="104635" y="424030"/>
                </a:lnTo>
                <a:lnTo>
                  <a:pt x="104557" y="428904"/>
                </a:lnTo>
                <a:lnTo>
                  <a:pt x="104445" y="433778"/>
                </a:lnTo>
                <a:lnTo>
                  <a:pt x="104299" y="438652"/>
                </a:lnTo>
                <a:lnTo>
                  <a:pt x="104120" y="443526"/>
                </a:lnTo>
                <a:lnTo>
                  <a:pt x="103910" y="448400"/>
                </a:lnTo>
                <a:lnTo>
                  <a:pt x="103676" y="453274"/>
                </a:lnTo>
                <a:lnTo>
                  <a:pt x="103425" y="458147"/>
                </a:lnTo>
                <a:lnTo>
                  <a:pt x="103173" y="463021"/>
                </a:lnTo>
                <a:lnTo>
                  <a:pt x="102937" y="467895"/>
                </a:lnTo>
                <a:lnTo>
                  <a:pt x="102741" y="472769"/>
                </a:lnTo>
                <a:lnTo>
                  <a:pt x="102616" y="477643"/>
                </a:lnTo>
                <a:lnTo>
                  <a:pt x="102601" y="482517"/>
                </a:lnTo>
                <a:lnTo>
                  <a:pt x="102743" y="487391"/>
                </a:lnTo>
                <a:lnTo>
                  <a:pt x="103104" y="492265"/>
                </a:lnTo>
                <a:lnTo>
                  <a:pt x="103757" y="497139"/>
                </a:lnTo>
                <a:lnTo>
                  <a:pt x="104791" y="502013"/>
                </a:lnTo>
                <a:lnTo>
                  <a:pt x="106310" y="506887"/>
                </a:lnTo>
                <a:lnTo>
                  <a:pt x="108427" y="511760"/>
                </a:lnTo>
                <a:lnTo>
                  <a:pt x="111258" y="516634"/>
                </a:lnTo>
                <a:lnTo>
                  <a:pt x="114915" y="521508"/>
                </a:lnTo>
                <a:lnTo>
                  <a:pt x="119486" y="526382"/>
                </a:lnTo>
                <a:lnTo>
                  <a:pt x="125020" y="531256"/>
                </a:lnTo>
                <a:lnTo>
                  <a:pt x="131513" y="536130"/>
                </a:lnTo>
                <a:lnTo>
                  <a:pt x="138885" y="541004"/>
                </a:lnTo>
                <a:lnTo>
                  <a:pt x="146973" y="545878"/>
                </a:lnTo>
                <a:lnTo>
                  <a:pt x="155527" y="550752"/>
                </a:lnTo>
                <a:lnTo>
                  <a:pt x="164212" y="555626"/>
                </a:lnTo>
                <a:lnTo>
                  <a:pt x="172628" y="560500"/>
                </a:lnTo>
                <a:lnTo>
                  <a:pt x="180338" y="565373"/>
                </a:lnTo>
                <a:lnTo>
                  <a:pt x="186901" y="570247"/>
                </a:lnTo>
                <a:lnTo>
                  <a:pt x="191918" y="575121"/>
                </a:lnTo>
                <a:lnTo>
                  <a:pt x="195067"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1031" name="03_assume_matched_6328">
            <a:extLst>
              <a:ext uri="{FF2B5EF4-FFF2-40B4-BE49-F238E27FC236}">
                <a16:creationId xmlns:a16="http://schemas.microsoft.com/office/drawing/2014/main" id="{E4299723-274E-4B96-9D36-4856D790DD25}"/>
              </a:ext>
            </a:extLst>
          </p:cNvPr>
          <p:cNvSpPr>
            <a:spLocks noGrp="1"/>
          </p:cNvSpPr>
          <p:nvPr/>
        </p:nvSpPr>
        <p:spPr>
          <a:xfrm>
            <a:off x="6029109" y="2550244"/>
            <a:ext cx="196140" cy="584869"/>
          </a:xfrm>
          <a:custGeom>
            <a:avLst/>
            <a:gdLst/>
            <a:ahLst/>
            <a:cxnLst/>
            <a:rect l="0" t="0" r="0" b="0"/>
            <a:pathLst>
              <a:path w="196140" h="584869">
                <a:moveTo>
                  <a:pt x="191179" y="584869"/>
                </a:moveTo>
                <a:lnTo>
                  <a:pt x="4961" y="584869"/>
                </a:lnTo>
                <a:lnTo>
                  <a:pt x="5979" y="579995"/>
                </a:lnTo>
                <a:lnTo>
                  <a:pt x="8965" y="575121"/>
                </a:lnTo>
                <a:lnTo>
                  <a:pt x="13721" y="570247"/>
                </a:lnTo>
                <a:lnTo>
                  <a:pt x="19944" y="565373"/>
                </a:lnTo>
                <a:lnTo>
                  <a:pt x="27254" y="560500"/>
                </a:lnTo>
                <a:lnTo>
                  <a:pt x="35235" y="555626"/>
                </a:lnTo>
                <a:lnTo>
                  <a:pt x="43471" y="550752"/>
                </a:lnTo>
                <a:lnTo>
                  <a:pt x="51583" y="545878"/>
                </a:lnTo>
                <a:lnTo>
                  <a:pt x="59254" y="541004"/>
                </a:lnTo>
                <a:lnTo>
                  <a:pt x="66247" y="536130"/>
                </a:lnTo>
                <a:lnTo>
                  <a:pt x="72405" y="531256"/>
                </a:lnTo>
                <a:lnTo>
                  <a:pt x="77656" y="526382"/>
                </a:lnTo>
                <a:lnTo>
                  <a:pt x="81991" y="521508"/>
                </a:lnTo>
                <a:lnTo>
                  <a:pt x="85460" y="516634"/>
                </a:lnTo>
                <a:lnTo>
                  <a:pt x="88146" y="511760"/>
                </a:lnTo>
                <a:lnTo>
                  <a:pt x="90152" y="506887"/>
                </a:lnTo>
                <a:lnTo>
                  <a:pt x="91590" y="502013"/>
                </a:lnTo>
                <a:lnTo>
                  <a:pt x="92568" y="497139"/>
                </a:lnTo>
                <a:lnTo>
                  <a:pt x="93183" y="492265"/>
                </a:lnTo>
                <a:lnTo>
                  <a:pt x="93519" y="487391"/>
                </a:lnTo>
                <a:lnTo>
                  <a:pt x="93647" y="482517"/>
                </a:lnTo>
                <a:lnTo>
                  <a:pt x="93624" y="477643"/>
                </a:lnTo>
                <a:lnTo>
                  <a:pt x="93497" y="472769"/>
                </a:lnTo>
                <a:lnTo>
                  <a:pt x="93302" y="467895"/>
                </a:lnTo>
                <a:lnTo>
                  <a:pt x="93069" y="463021"/>
                </a:lnTo>
                <a:lnTo>
                  <a:pt x="92820" y="458147"/>
                </a:lnTo>
                <a:lnTo>
                  <a:pt x="92574" y="453274"/>
                </a:lnTo>
                <a:lnTo>
                  <a:pt x="92343" y="448400"/>
                </a:lnTo>
                <a:lnTo>
                  <a:pt x="92138" y="443526"/>
                </a:lnTo>
                <a:lnTo>
                  <a:pt x="91962" y="438652"/>
                </a:lnTo>
                <a:lnTo>
                  <a:pt x="91819" y="433778"/>
                </a:lnTo>
                <a:lnTo>
                  <a:pt x="91709" y="428904"/>
                </a:lnTo>
                <a:lnTo>
                  <a:pt x="91633" y="424030"/>
                </a:lnTo>
                <a:lnTo>
                  <a:pt x="91592" y="419156"/>
                </a:lnTo>
                <a:lnTo>
                  <a:pt x="91587" y="414282"/>
                </a:lnTo>
                <a:lnTo>
                  <a:pt x="91622" y="409408"/>
                </a:lnTo>
                <a:lnTo>
                  <a:pt x="91702" y="404534"/>
                </a:lnTo>
                <a:lnTo>
                  <a:pt x="91831" y="399661"/>
                </a:lnTo>
                <a:lnTo>
                  <a:pt x="92014" y="394787"/>
                </a:lnTo>
                <a:lnTo>
                  <a:pt x="92252" y="389913"/>
                </a:lnTo>
                <a:lnTo>
                  <a:pt x="92542" y="385039"/>
                </a:lnTo>
                <a:lnTo>
                  <a:pt x="92877" y="380165"/>
                </a:lnTo>
                <a:lnTo>
                  <a:pt x="93246" y="375291"/>
                </a:lnTo>
                <a:lnTo>
                  <a:pt x="93629" y="370417"/>
                </a:lnTo>
                <a:lnTo>
                  <a:pt x="94009" y="365543"/>
                </a:lnTo>
                <a:lnTo>
                  <a:pt x="94362" y="360669"/>
                </a:lnTo>
                <a:lnTo>
                  <a:pt x="94666" y="355795"/>
                </a:lnTo>
                <a:lnTo>
                  <a:pt x="94903" y="350921"/>
                </a:lnTo>
                <a:lnTo>
                  <a:pt x="95056" y="346048"/>
                </a:lnTo>
                <a:lnTo>
                  <a:pt x="95119" y="341174"/>
                </a:lnTo>
                <a:lnTo>
                  <a:pt x="95089" y="336300"/>
                </a:lnTo>
                <a:lnTo>
                  <a:pt x="94972" y="331426"/>
                </a:lnTo>
                <a:lnTo>
                  <a:pt x="94783" y="326552"/>
                </a:lnTo>
                <a:lnTo>
                  <a:pt x="94540" y="321678"/>
                </a:lnTo>
                <a:lnTo>
                  <a:pt x="94269" y="316804"/>
                </a:lnTo>
                <a:lnTo>
                  <a:pt x="93998" y="311930"/>
                </a:lnTo>
                <a:lnTo>
                  <a:pt x="93754" y="307056"/>
                </a:lnTo>
                <a:lnTo>
                  <a:pt x="93562" y="302182"/>
                </a:lnTo>
                <a:lnTo>
                  <a:pt x="93443" y="297308"/>
                </a:lnTo>
                <a:lnTo>
                  <a:pt x="93412" y="292435"/>
                </a:lnTo>
                <a:lnTo>
                  <a:pt x="93473" y="287561"/>
                </a:lnTo>
                <a:lnTo>
                  <a:pt x="93625" y="282687"/>
                </a:lnTo>
                <a:lnTo>
                  <a:pt x="93858" y="277813"/>
                </a:lnTo>
                <a:lnTo>
                  <a:pt x="94157" y="272939"/>
                </a:lnTo>
                <a:lnTo>
                  <a:pt x="94500" y="268065"/>
                </a:lnTo>
                <a:lnTo>
                  <a:pt x="94864" y="263191"/>
                </a:lnTo>
                <a:lnTo>
                  <a:pt x="95226" y="258317"/>
                </a:lnTo>
                <a:lnTo>
                  <a:pt x="95565" y="253443"/>
                </a:lnTo>
                <a:lnTo>
                  <a:pt x="95863" y="248569"/>
                </a:lnTo>
                <a:lnTo>
                  <a:pt x="96107" y="243695"/>
                </a:lnTo>
                <a:lnTo>
                  <a:pt x="96291" y="238822"/>
                </a:lnTo>
                <a:lnTo>
                  <a:pt x="96411" y="233948"/>
                </a:lnTo>
                <a:lnTo>
                  <a:pt x="96469" y="229074"/>
                </a:lnTo>
                <a:lnTo>
                  <a:pt x="96472" y="224200"/>
                </a:lnTo>
                <a:lnTo>
                  <a:pt x="96428" y="219326"/>
                </a:lnTo>
                <a:lnTo>
                  <a:pt x="96345" y="214452"/>
                </a:lnTo>
                <a:lnTo>
                  <a:pt x="96234" y="209578"/>
                </a:lnTo>
                <a:lnTo>
                  <a:pt x="96102" y="204704"/>
                </a:lnTo>
                <a:lnTo>
                  <a:pt x="95956" y="199830"/>
                </a:lnTo>
                <a:lnTo>
                  <a:pt x="95801" y="194956"/>
                </a:lnTo>
                <a:lnTo>
                  <a:pt x="95640" y="190082"/>
                </a:lnTo>
                <a:lnTo>
                  <a:pt x="95472" y="185209"/>
                </a:lnTo>
                <a:lnTo>
                  <a:pt x="95299" y="180335"/>
                </a:lnTo>
                <a:lnTo>
                  <a:pt x="95120" y="175461"/>
                </a:lnTo>
                <a:lnTo>
                  <a:pt x="94934" y="170587"/>
                </a:lnTo>
                <a:lnTo>
                  <a:pt x="94745" y="165713"/>
                </a:lnTo>
                <a:lnTo>
                  <a:pt x="94555" y="160839"/>
                </a:lnTo>
                <a:lnTo>
                  <a:pt x="94369" y="155965"/>
                </a:lnTo>
                <a:lnTo>
                  <a:pt x="94197" y="151091"/>
                </a:lnTo>
                <a:lnTo>
                  <a:pt x="94045" y="146217"/>
                </a:lnTo>
                <a:lnTo>
                  <a:pt x="93923" y="141343"/>
                </a:lnTo>
                <a:lnTo>
                  <a:pt x="93840" y="136469"/>
                </a:lnTo>
                <a:lnTo>
                  <a:pt x="93800" y="131596"/>
                </a:lnTo>
                <a:lnTo>
                  <a:pt x="93807" y="126722"/>
                </a:lnTo>
                <a:lnTo>
                  <a:pt x="93856" y="121848"/>
                </a:lnTo>
                <a:lnTo>
                  <a:pt x="93940" y="116974"/>
                </a:lnTo>
                <a:lnTo>
                  <a:pt x="94041" y="112100"/>
                </a:lnTo>
                <a:lnTo>
                  <a:pt x="94131" y="107226"/>
                </a:lnTo>
                <a:lnTo>
                  <a:pt x="94170" y="102352"/>
                </a:lnTo>
                <a:lnTo>
                  <a:pt x="94107" y="97478"/>
                </a:lnTo>
                <a:lnTo>
                  <a:pt x="93873" y="92604"/>
                </a:lnTo>
                <a:lnTo>
                  <a:pt x="93382" y="87730"/>
                </a:lnTo>
                <a:lnTo>
                  <a:pt x="92532" y="82856"/>
                </a:lnTo>
                <a:lnTo>
                  <a:pt x="91207" y="77983"/>
                </a:lnTo>
                <a:lnTo>
                  <a:pt x="89277" y="73109"/>
                </a:lnTo>
                <a:lnTo>
                  <a:pt x="86610" y="68235"/>
                </a:lnTo>
                <a:lnTo>
                  <a:pt x="83083" y="63361"/>
                </a:lnTo>
                <a:lnTo>
                  <a:pt x="78595" y="58487"/>
                </a:lnTo>
                <a:lnTo>
                  <a:pt x="73086" y="53613"/>
                </a:lnTo>
                <a:lnTo>
                  <a:pt x="66554" y="48739"/>
                </a:lnTo>
                <a:lnTo>
                  <a:pt x="59078" y="43865"/>
                </a:lnTo>
                <a:lnTo>
                  <a:pt x="50822" y="38991"/>
                </a:lnTo>
                <a:lnTo>
                  <a:pt x="42047" y="34117"/>
                </a:lnTo>
                <a:lnTo>
                  <a:pt x="33101" y="29243"/>
                </a:lnTo>
                <a:lnTo>
                  <a:pt x="24405" y="24370"/>
                </a:lnTo>
                <a:lnTo>
                  <a:pt x="16419" y="19496"/>
                </a:lnTo>
                <a:lnTo>
                  <a:pt x="9607" y="14622"/>
                </a:lnTo>
                <a:lnTo>
                  <a:pt x="4393" y="9748"/>
                </a:lnTo>
                <a:lnTo>
                  <a:pt x="1117" y="4874"/>
                </a:lnTo>
                <a:lnTo>
                  <a:pt x="0" y="0"/>
                </a:lnTo>
                <a:lnTo>
                  <a:pt x="196140" y="0"/>
                </a:lnTo>
                <a:lnTo>
                  <a:pt x="196140" y="0"/>
                </a:lnTo>
                <a:lnTo>
                  <a:pt x="195023" y="4874"/>
                </a:lnTo>
                <a:lnTo>
                  <a:pt x="191747" y="9748"/>
                </a:lnTo>
                <a:lnTo>
                  <a:pt x="186533" y="14622"/>
                </a:lnTo>
                <a:lnTo>
                  <a:pt x="179722" y="19496"/>
                </a:lnTo>
                <a:lnTo>
                  <a:pt x="171735" y="24370"/>
                </a:lnTo>
                <a:lnTo>
                  <a:pt x="163039" y="29243"/>
                </a:lnTo>
                <a:lnTo>
                  <a:pt x="154094" y="34117"/>
                </a:lnTo>
                <a:lnTo>
                  <a:pt x="145318" y="38991"/>
                </a:lnTo>
                <a:lnTo>
                  <a:pt x="137063" y="43865"/>
                </a:lnTo>
                <a:lnTo>
                  <a:pt x="129586" y="48739"/>
                </a:lnTo>
                <a:lnTo>
                  <a:pt x="123055" y="53613"/>
                </a:lnTo>
                <a:lnTo>
                  <a:pt x="117545" y="58487"/>
                </a:lnTo>
                <a:lnTo>
                  <a:pt x="113057" y="63361"/>
                </a:lnTo>
                <a:lnTo>
                  <a:pt x="109530" y="68235"/>
                </a:lnTo>
                <a:lnTo>
                  <a:pt x="106864" y="73109"/>
                </a:lnTo>
                <a:lnTo>
                  <a:pt x="104933" y="77983"/>
                </a:lnTo>
                <a:lnTo>
                  <a:pt x="103608" y="82856"/>
                </a:lnTo>
                <a:lnTo>
                  <a:pt x="102758" y="87730"/>
                </a:lnTo>
                <a:lnTo>
                  <a:pt x="102268" y="92604"/>
                </a:lnTo>
                <a:lnTo>
                  <a:pt x="102033" y="97478"/>
                </a:lnTo>
                <a:lnTo>
                  <a:pt x="101970" y="102352"/>
                </a:lnTo>
                <a:lnTo>
                  <a:pt x="102010" y="107226"/>
                </a:lnTo>
                <a:lnTo>
                  <a:pt x="102099" y="112100"/>
                </a:lnTo>
                <a:lnTo>
                  <a:pt x="102200" y="116974"/>
                </a:lnTo>
                <a:lnTo>
                  <a:pt x="102284" y="121848"/>
                </a:lnTo>
                <a:lnTo>
                  <a:pt x="102334" y="126722"/>
                </a:lnTo>
                <a:lnTo>
                  <a:pt x="102340" y="131596"/>
                </a:lnTo>
                <a:lnTo>
                  <a:pt x="102301" y="136469"/>
                </a:lnTo>
                <a:lnTo>
                  <a:pt x="102217" y="141343"/>
                </a:lnTo>
                <a:lnTo>
                  <a:pt x="102095" y="146217"/>
                </a:lnTo>
                <a:lnTo>
                  <a:pt x="101944" y="151091"/>
                </a:lnTo>
                <a:lnTo>
                  <a:pt x="101771" y="155965"/>
                </a:lnTo>
                <a:lnTo>
                  <a:pt x="101586" y="160839"/>
                </a:lnTo>
                <a:lnTo>
                  <a:pt x="101396" y="165713"/>
                </a:lnTo>
                <a:lnTo>
                  <a:pt x="101206" y="170587"/>
                </a:lnTo>
                <a:lnTo>
                  <a:pt x="101021" y="175461"/>
                </a:lnTo>
                <a:lnTo>
                  <a:pt x="100841" y="180335"/>
                </a:lnTo>
                <a:lnTo>
                  <a:pt x="100668" y="185209"/>
                </a:lnTo>
                <a:lnTo>
                  <a:pt x="100501" y="190082"/>
                </a:lnTo>
                <a:lnTo>
                  <a:pt x="100339" y="194956"/>
                </a:lnTo>
                <a:lnTo>
                  <a:pt x="100184" y="199830"/>
                </a:lnTo>
                <a:lnTo>
                  <a:pt x="100039" y="204704"/>
                </a:lnTo>
                <a:lnTo>
                  <a:pt x="99907" y="209578"/>
                </a:lnTo>
                <a:lnTo>
                  <a:pt x="99795" y="214452"/>
                </a:lnTo>
                <a:lnTo>
                  <a:pt x="99712" y="219326"/>
                </a:lnTo>
                <a:lnTo>
                  <a:pt x="99668" y="224200"/>
                </a:lnTo>
                <a:lnTo>
                  <a:pt x="99671" y="229074"/>
                </a:lnTo>
                <a:lnTo>
                  <a:pt x="99729" y="233948"/>
                </a:lnTo>
                <a:lnTo>
                  <a:pt x="99849" y="238822"/>
                </a:lnTo>
                <a:lnTo>
                  <a:pt x="100033" y="243695"/>
                </a:lnTo>
                <a:lnTo>
                  <a:pt x="100278" y="248569"/>
                </a:lnTo>
                <a:lnTo>
                  <a:pt x="100576" y="253443"/>
                </a:lnTo>
                <a:lnTo>
                  <a:pt x="100914" y="258317"/>
                </a:lnTo>
                <a:lnTo>
                  <a:pt x="101277" y="263191"/>
                </a:lnTo>
                <a:lnTo>
                  <a:pt x="101641" y="268065"/>
                </a:lnTo>
                <a:lnTo>
                  <a:pt x="101983" y="272939"/>
                </a:lnTo>
                <a:lnTo>
                  <a:pt x="102282" y="277813"/>
                </a:lnTo>
                <a:lnTo>
                  <a:pt x="102515" y="282687"/>
                </a:lnTo>
                <a:lnTo>
                  <a:pt x="102668" y="287561"/>
                </a:lnTo>
                <a:lnTo>
                  <a:pt x="102729" y="292435"/>
                </a:lnTo>
                <a:lnTo>
                  <a:pt x="102697" y="297308"/>
                </a:lnTo>
                <a:lnTo>
                  <a:pt x="102578" y="302182"/>
                </a:lnTo>
                <a:lnTo>
                  <a:pt x="102386" y="307056"/>
                </a:lnTo>
                <a:lnTo>
                  <a:pt x="102142" y="311930"/>
                </a:lnTo>
                <a:lnTo>
                  <a:pt x="101871" y="316804"/>
                </a:lnTo>
                <a:lnTo>
                  <a:pt x="101600" y="321678"/>
                </a:lnTo>
                <a:lnTo>
                  <a:pt x="101358" y="326552"/>
                </a:lnTo>
                <a:lnTo>
                  <a:pt x="101168" y="331426"/>
                </a:lnTo>
                <a:lnTo>
                  <a:pt x="101051" y="336300"/>
                </a:lnTo>
                <a:lnTo>
                  <a:pt x="101021" y="341174"/>
                </a:lnTo>
                <a:lnTo>
                  <a:pt x="101084" y="346048"/>
                </a:lnTo>
                <a:lnTo>
                  <a:pt x="101238" y="350921"/>
                </a:lnTo>
                <a:lnTo>
                  <a:pt x="101474" y="355795"/>
                </a:lnTo>
                <a:lnTo>
                  <a:pt x="101779" y="360669"/>
                </a:lnTo>
                <a:lnTo>
                  <a:pt x="102131" y="365543"/>
                </a:lnTo>
                <a:lnTo>
                  <a:pt x="102511" y="370417"/>
                </a:lnTo>
                <a:lnTo>
                  <a:pt x="102895" y="375291"/>
                </a:lnTo>
                <a:lnTo>
                  <a:pt x="103263" y="380165"/>
                </a:lnTo>
                <a:lnTo>
                  <a:pt x="103598" y="385039"/>
                </a:lnTo>
                <a:lnTo>
                  <a:pt x="103888" y="389913"/>
                </a:lnTo>
                <a:lnTo>
                  <a:pt x="104126" y="394787"/>
                </a:lnTo>
                <a:lnTo>
                  <a:pt x="104309" y="399661"/>
                </a:lnTo>
                <a:lnTo>
                  <a:pt x="104439" y="404534"/>
                </a:lnTo>
                <a:lnTo>
                  <a:pt x="104518" y="409408"/>
                </a:lnTo>
                <a:lnTo>
                  <a:pt x="104553" y="414282"/>
                </a:lnTo>
                <a:lnTo>
                  <a:pt x="104549" y="419156"/>
                </a:lnTo>
                <a:lnTo>
                  <a:pt x="104507" y="424030"/>
                </a:lnTo>
                <a:lnTo>
                  <a:pt x="104431" y="428904"/>
                </a:lnTo>
                <a:lnTo>
                  <a:pt x="104322" y="433778"/>
                </a:lnTo>
                <a:lnTo>
                  <a:pt x="104179" y="438652"/>
                </a:lnTo>
                <a:lnTo>
                  <a:pt x="104003" y="443526"/>
                </a:lnTo>
                <a:lnTo>
                  <a:pt x="103797" y="448400"/>
                </a:lnTo>
                <a:lnTo>
                  <a:pt x="103567" y="453274"/>
                </a:lnTo>
                <a:lnTo>
                  <a:pt x="103320" y="458147"/>
                </a:lnTo>
                <a:lnTo>
                  <a:pt x="103072" y="463021"/>
                </a:lnTo>
                <a:lnTo>
                  <a:pt x="102838" y="467895"/>
                </a:lnTo>
                <a:lnTo>
                  <a:pt x="102643" y="472769"/>
                </a:lnTo>
                <a:lnTo>
                  <a:pt x="102516" y="477643"/>
                </a:lnTo>
                <a:lnTo>
                  <a:pt x="102493" y="482517"/>
                </a:lnTo>
                <a:lnTo>
                  <a:pt x="102622" y="487391"/>
                </a:lnTo>
                <a:lnTo>
                  <a:pt x="102958" y="492265"/>
                </a:lnTo>
                <a:lnTo>
                  <a:pt x="103572" y="497139"/>
                </a:lnTo>
                <a:lnTo>
                  <a:pt x="104550" y="502013"/>
                </a:lnTo>
                <a:lnTo>
                  <a:pt x="105988" y="506887"/>
                </a:lnTo>
                <a:lnTo>
                  <a:pt x="107995" y="511760"/>
                </a:lnTo>
                <a:lnTo>
                  <a:pt x="110680" y="516634"/>
                </a:lnTo>
                <a:lnTo>
                  <a:pt x="114149" y="521508"/>
                </a:lnTo>
                <a:lnTo>
                  <a:pt x="118485" y="526382"/>
                </a:lnTo>
                <a:lnTo>
                  <a:pt x="123735" y="531256"/>
                </a:lnTo>
                <a:lnTo>
                  <a:pt x="129894" y="536130"/>
                </a:lnTo>
                <a:lnTo>
                  <a:pt x="136886" y="541004"/>
                </a:lnTo>
                <a:lnTo>
                  <a:pt x="144558" y="545878"/>
                </a:lnTo>
                <a:lnTo>
                  <a:pt x="152670" y="550752"/>
                </a:lnTo>
                <a:lnTo>
                  <a:pt x="160906" y="555626"/>
                </a:lnTo>
                <a:lnTo>
                  <a:pt x="168886" y="560500"/>
                </a:lnTo>
                <a:lnTo>
                  <a:pt x="176196" y="565373"/>
                </a:lnTo>
                <a:lnTo>
                  <a:pt x="182419" y="570247"/>
                </a:lnTo>
                <a:lnTo>
                  <a:pt x="187175" y="575121"/>
                </a:lnTo>
                <a:lnTo>
                  <a:pt x="190161" y="579995"/>
                </a:lnTo>
                <a:lnTo>
                  <a:pt x="191179" y="584869"/>
                </a:lnTo>
                <a:lnTo>
                  <a:pt x="191179" y="584869"/>
                </a:lnTo>
                <a:close/>
              </a:path>
            </a:pathLst>
          </a:custGeom>
          <a:solidFill>
            <a:srgbClr val="A57948">
              <a:alpha val="12000"/>
            </a:srgbClr>
          </a:solidFill>
          <a:ln w="6985">
            <a:solidFill>
              <a:srgbClr val="A57948">
                <a:alpha val="12000"/>
              </a:srgbClr>
            </a:solidFill>
            <a:prstDash val="solid"/>
          </a:ln>
        </p:spPr>
      </p:sp>
      <p:sp>
        <p:nvSpPr>
          <p:cNvPr id="1032" name="03_assume_matched_6329">
            <a:extLst>
              <a:ext uri="{FF2B5EF4-FFF2-40B4-BE49-F238E27FC236}">
                <a16:creationId xmlns:a16="http://schemas.microsoft.com/office/drawing/2014/main" id="{C411DFBD-C745-4944-AF5C-FA51D87E96B2}"/>
              </a:ext>
            </a:extLst>
          </p:cNvPr>
          <p:cNvSpPr>
            <a:spLocks noGrp="1"/>
          </p:cNvSpPr>
          <p:nvPr/>
        </p:nvSpPr>
        <p:spPr>
          <a:xfrm>
            <a:off x="3864021"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33" name="03_assume_matched_6330">
            <a:extLst>
              <a:ext uri="{FF2B5EF4-FFF2-40B4-BE49-F238E27FC236}">
                <a16:creationId xmlns:a16="http://schemas.microsoft.com/office/drawing/2014/main" id="{1DFAE1C0-CC09-454F-B941-21EAA2E2BE3B}"/>
              </a:ext>
            </a:extLst>
          </p:cNvPr>
          <p:cNvSpPr>
            <a:spLocks noGrp="1"/>
          </p:cNvSpPr>
          <p:nvPr/>
        </p:nvSpPr>
        <p:spPr>
          <a:xfrm>
            <a:off x="4241214"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34" name="03_assume_matched_6331">
            <a:extLst>
              <a:ext uri="{FF2B5EF4-FFF2-40B4-BE49-F238E27FC236}">
                <a16:creationId xmlns:a16="http://schemas.microsoft.com/office/drawing/2014/main" id="{6AE10931-A339-42E9-8076-578169A68F93}"/>
              </a:ext>
            </a:extLst>
          </p:cNvPr>
          <p:cNvSpPr>
            <a:spLocks noGrp="1"/>
          </p:cNvSpPr>
          <p:nvPr/>
        </p:nvSpPr>
        <p:spPr>
          <a:xfrm>
            <a:off x="4618407"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35" name="03_assume_matched_6332">
            <a:extLst>
              <a:ext uri="{FF2B5EF4-FFF2-40B4-BE49-F238E27FC236}">
                <a16:creationId xmlns:a16="http://schemas.microsoft.com/office/drawing/2014/main" id="{072B8241-8FB5-4BEE-B969-4F5D0EB71D07}"/>
              </a:ext>
            </a:extLst>
          </p:cNvPr>
          <p:cNvSpPr>
            <a:spLocks noGrp="1"/>
          </p:cNvSpPr>
          <p:nvPr/>
        </p:nvSpPr>
        <p:spPr>
          <a:xfrm>
            <a:off x="5372793"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36" name="03_assume_matched_6333">
            <a:extLst>
              <a:ext uri="{FF2B5EF4-FFF2-40B4-BE49-F238E27FC236}">
                <a16:creationId xmlns:a16="http://schemas.microsoft.com/office/drawing/2014/main" id="{1C20E599-D92B-48C4-B7A2-201ED5093BF1}"/>
              </a:ext>
            </a:extLst>
          </p:cNvPr>
          <p:cNvSpPr>
            <a:spLocks noGrp="1"/>
          </p:cNvSpPr>
          <p:nvPr/>
        </p:nvSpPr>
        <p:spPr>
          <a:xfrm>
            <a:off x="6127179"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37" name="03_assume_matched_6334">
            <a:extLst>
              <a:ext uri="{FF2B5EF4-FFF2-40B4-BE49-F238E27FC236}">
                <a16:creationId xmlns:a16="http://schemas.microsoft.com/office/drawing/2014/main" id="{A554C0DD-B713-4C82-8FE5-51BD7C03D4B8}"/>
              </a:ext>
            </a:extLst>
          </p:cNvPr>
          <p:cNvSpPr>
            <a:spLocks noGrp="1"/>
          </p:cNvSpPr>
          <p:nvPr/>
        </p:nvSpPr>
        <p:spPr>
          <a:xfrm>
            <a:off x="3841389" y="3135113"/>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038" name="03_assume_matched_6335">
            <a:extLst>
              <a:ext uri="{FF2B5EF4-FFF2-40B4-BE49-F238E27FC236}">
                <a16:creationId xmlns:a16="http://schemas.microsoft.com/office/drawing/2014/main" id="{5E0035D8-F4E6-4591-ADCE-0A4CDEA344C0}"/>
              </a:ext>
            </a:extLst>
          </p:cNvPr>
          <p:cNvSpPr>
            <a:spLocks noGrp="1"/>
          </p:cNvSpPr>
          <p:nvPr/>
        </p:nvSpPr>
        <p:spPr>
          <a:xfrm>
            <a:off x="3803289" y="313511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039" name="text_6336">
            <a:extLst>
              <a:ext uri="{FF2B5EF4-FFF2-40B4-BE49-F238E27FC236}">
                <a16:creationId xmlns:a16="http://schemas.microsoft.com/office/drawing/2014/main" id="{DC058E89-1216-408C-86A3-05BFE281C7DC}"/>
              </a:ext>
            </a:extLst>
          </p:cNvPr>
          <p:cNvSpPr>
            <a:spLocks noGrp="1"/>
          </p:cNvSpPr>
          <p:nvPr/>
        </p:nvSpPr>
        <p:spPr>
          <a:xfrm>
            <a:off x="3713643" y="3095052"/>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1040" name="03_assume_matched_6337">
            <a:extLst>
              <a:ext uri="{FF2B5EF4-FFF2-40B4-BE49-F238E27FC236}">
                <a16:creationId xmlns:a16="http://schemas.microsoft.com/office/drawing/2014/main" id="{5767984F-2BE3-4A4D-B38E-08FBD7CA68AF}"/>
              </a:ext>
            </a:extLst>
          </p:cNvPr>
          <p:cNvSpPr>
            <a:spLocks noGrp="1"/>
          </p:cNvSpPr>
          <p:nvPr/>
        </p:nvSpPr>
        <p:spPr>
          <a:xfrm>
            <a:off x="3841389" y="2842679"/>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041" name="03_assume_matched_6338">
            <a:extLst>
              <a:ext uri="{FF2B5EF4-FFF2-40B4-BE49-F238E27FC236}">
                <a16:creationId xmlns:a16="http://schemas.microsoft.com/office/drawing/2014/main" id="{BE2A1F54-5AB1-4F98-A00E-046EC1089FA8}"/>
              </a:ext>
            </a:extLst>
          </p:cNvPr>
          <p:cNvSpPr>
            <a:spLocks noGrp="1"/>
          </p:cNvSpPr>
          <p:nvPr/>
        </p:nvSpPr>
        <p:spPr>
          <a:xfrm>
            <a:off x="3803289" y="2842679"/>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042" name="text_6339">
            <a:extLst>
              <a:ext uri="{FF2B5EF4-FFF2-40B4-BE49-F238E27FC236}">
                <a16:creationId xmlns:a16="http://schemas.microsoft.com/office/drawing/2014/main" id="{1561AAE9-3BCF-49B4-8F9A-33FC2666D858}"/>
              </a:ext>
            </a:extLst>
          </p:cNvPr>
          <p:cNvSpPr>
            <a:spLocks noGrp="1"/>
          </p:cNvSpPr>
          <p:nvPr/>
        </p:nvSpPr>
        <p:spPr>
          <a:xfrm>
            <a:off x="3662096" y="2802618"/>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1043" name="03_assume_matched_6340">
            <a:extLst>
              <a:ext uri="{FF2B5EF4-FFF2-40B4-BE49-F238E27FC236}">
                <a16:creationId xmlns:a16="http://schemas.microsoft.com/office/drawing/2014/main" id="{3128B4C6-9290-4056-9F27-9409A12A5F90}"/>
              </a:ext>
            </a:extLst>
          </p:cNvPr>
          <p:cNvSpPr>
            <a:spLocks noGrp="1"/>
          </p:cNvSpPr>
          <p:nvPr/>
        </p:nvSpPr>
        <p:spPr>
          <a:xfrm>
            <a:off x="3841389" y="2550244"/>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044" name="03_assume_matched_6341">
            <a:extLst>
              <a:ext uri="{FF2B5EF4-FFF2-40B4-BE49-F238E27FC236}">
                <a16:creationId xmlns:a16="http://schemas.microsoft.com/office/drawing/2014/main" id="{39987D83-11EC-4544-91D1-5DE920E159AC}"/>
              </a:ext>
            </a:extLst>
          </p:cNvPr>
          <p:cNvSpPr>
            <a:spLocks noGrp="1"/>
          </p:cNvSpPr>
          <p:nvPr/>
        </p:nvSpPr>
        <p:spPr>
          <a:xfrm>
            <a:off x="3803289" y="2550244"/>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045" name="text_6342">
            <a:extLst>
              <a:ext uri="{FF2B5EF4-FFF2-40B4-BE49-F238E27FC236}">
                <a16:creationId xmlns:a16="http://schemas.microsoft.com/office/drawing/2014/main" id="{4ACD307E-E243-4659-A160-7AE1D44E862D}"/>
              </a:ext>
            </a:extLst>
          </p:cNvPr>
          <p:cNvSpPr>
            <a:spLocks noGrp="1"/>
          </p:cNvSpPr>
          <p:nvPr/>
        </p:nvSpPr>
        <p:spPr>
          <a:xfrm>
            <a:off x="3610549" y="2510183"/>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1046" name="03_assume_matched_6343">
            <a:extLst>
              <a:ext uri="{FF2B5EF4-FFF2-40B4-BE49-F238E27FC236}">
                <a16:creationId xmlns:a16="http://schemas.microsoft.com/office/drawing/2014/main" id="{E84A756C-C428-4A60-87B6-75E61E536C2E}"/>
              </a:ext>
            </a:extLst>
          </p:cNvPr>
          <p:cNvSpPr>
            <a:spLocks noGrp="1"/>
          </p:cNvSpPr>
          <p:nvPr/>
        </p:nvSpPr>
        <p:spPr>
          <a:xfrm>
            <a:off x="4278966" y="2880968"/>
            <a:ext cx="28398" cy="28398"/>
          </a:xfrm>
          <a:prstGeom prst="ellipse">
            <a:avLst/>
          </a:prstGeom>
          <a:solidFill>
            <a:srgbClr val="7F8C97">
              <a:alpha val="48000"/>
            </a:srgbClr>
          </a:solidFill>
          <a:ln w="0">
            <a:noFill/>
            <a:prstDash val="solid"/>
          </a:ln>
        </p:spPr>
      </p:sp>
      <p:sp>
        <p:nvSpPr>
          <p:cNvPr id="1047" name="03_assume_matched_6344">
            <a:extLst>
              <a:ext uri="{FF2B5EF4-FFF2-40B4-BE49-F238E27FC236}">
                <a16:creationId xmlns:a16="http://schemas.microsoft.com/office/drawing/2014/main" id="{76C02E23-D2C9-4D86-B2C1-CC832B0CC3BE}"/>
              </a:ext>
            </a:extLst>
          </p:cNvPr>
          <p:cNvSpPr>
            <a:spLocks noGrp="1"/>
          </p:cNvSpPr>
          <p:nvPr/>
        </p:nvSpPr>
        <p:spPr>
          <a:xfrm>
            <a:off x="4267453" y="3120914"/>
            <a:ext cx="28398" cy="28398"/>
          </a:xfrm>
          <a:prstGeom prst="ellipse">
            <a:avLst/>
          </a:prstGeom>
          <a:solidFill>
            <a:srgbClr val="7F8C97">
              <a:alpha val="48000"/>
            </a:srgbClr>
          </a:solidFill>
          <a:ln w="0">
            <a:noFill/>
            <a:prstDash val="solid"/>
          </a:ln>
        </p:spPr>
      </p:sp>
      <p:sp>
        <p:nvSpPr>
          <p:cNvPr id="1048" name="03_assume_matched_6345">
            <a:extLst>
              <a:ext uri="{FF2B5EF4-FFF2-40B4-BE49-F238E27FC236}">
                <a16:creationId xmlns:a16="http://schemas.microsoft.com/office/drawing/2014/main" id="{C8EEACBB-121D-4769-99CB-13FE37A2357A}"/>
              </a:ext>
            </a:extLst>
          </p:cNvPr>
          <p:cNvSpPr>
            <a:spLocks noGrp="1"/>
          </p:cNvSpPr>
          <p:nvPr/>
        </p:nvSpPr>
        <p:spPr>
          <a:xfrm>
            <a:off x="4210322" y="3120914"/>
            <a:ext cx="28398" cy="28398"/>
          </a:xfrm>
          <a:prstGeom prst="ellipse">
            <a:avLst/>
          </a:prstGeom>
          <a:solidFill>
            <a:srgbClr val="7F8C97">
              <a:alpha val="48000"/>
            </a:srgbClr>
          </a:solidFill>
          <a:ln w="0">
            <a:noFill/>
            <a:prstDash val="solid"/>
          </a:ln>
        </p:spPr>
      </p:sp>
      <p:sp>
        <p:nvSpPr>
          <p:cNvPr id="1049" name="03_assume_matched_6346">
            <a:extLst>
              <a:ext uri="{FF2B5EF4-FFF2-40B4-BE49-F238E27FC236}">
                <a16:creationId xmlns:a16="http://schemas.microsoft.com/office/drawing/2014/main" id="{99731CB4-29AA-441B-A399-6A601EF1A458}"/>
              </a:ext>
            </a:extLst>
          </p:cNvPr>
          <p:cNvSpPr>
            <a:spLocks noGrp="1"/>
          </p:cNvSpPr>
          <p:nvPr/>
        </p:nvSpPr>
        <p:spPr>
          <a:xfrm>
            <a:off x="4289184" y="2828480"/>
            <a:ext cx="28398" cy="28398"/>
          </a:xfrm>
          <a:prstGeom prst="ellipse">
            <a:avLst/>
          </a:prstGeom>
          <a:solidFill>
            <a:srgbClr val="7F8C97">
              <a:alpha val="48000"/>
            </a:srgbClr>
          </a:solidFill>
          <a:ln w="0">
            <a:noFill/>
            <a:prstDash val="solid"/>
          </a:ln>
        </p:spPr>
      </p:sp>
      <p:sp>
        <p:nvSpPr>
          <p:cNvPr id="1050" name="03_assume_matched_6347">
            <a:extLst>
              <a:ext uri="{FF2B5EF4-FFF2-40B4-BE49-F238E27FC236}">
                <a16:creationId xmlns:a16="http://schemas.microsoft.com/office/drawing/2014/main" id="{9C221457-EDA6-462A-8EAE-C602D52A269A}"/>
              </a:ext>
            </a:extLst>
          </p:cNvPr>
          <p:cNvSpPr>
            <a:spLocks noGrp="1"/>
          </p:cNvSpPr>
          <p:nvPr/>
        </p:nvSpPr>
        <p:spPr>
          <a:xfrm>
            <a:off x="4256948" y="2870256"/>
            <a:ext cx="28398" cy="28398"/>
          </a:xfrm>
          <a:prstGeom prst="ellipse">
            <a:avLst/>
          </a:prstGeom>
          <a:solidFill>
            <a:srgbClr val="7F8C97">
              <a:alpha val="48000"/>
            </a:srgbClr>
          </a:solidFill>
          <a:ln w="0">
            <a:noFill/>
            <a:prstDash val="solid"/>
          </a:ln>
        </p:spPr>
      </p:sp>
      <p:sp>
        <p:nvSpPr>
          <p:cNvPr id="1051" name="03_assume_matched_6348">
            <a:extLst>
              <a:ext uri="{FF2B5EF4-FFF2-40B4-BE49-F238E27FC236}">
                <a16:creationId xmlns:a16="http://schemas.microsoft.com/office/drawing/2014/main" id="{BBA437CF-674A-48A5-AA86-09474FA602DF}"/>
              </a:ext>
            </a:extLst>
          </p:cNvPr>
          <p:cNvSpPr>
            <a:spLocks noGrp="1"/>
          </p:cNvSpPr>
          <p:nvPr/>
        </p:nvSpPr>
        <p:spPr>
          <a:xfrm>
            <a:off x="4161680" y="2855065"/>
            <a:ext cx="28398" cy="28398"/>
          </a:xfrm>
          <a:prstGeom prst="ellipse">
            <a:avLst/>
          </a:prstGeom>
          <a:solidFill>
            <a:srgbClr val="7F8C97">
              <a:alpha val="48000"/>
            </a:srgbClr>
          </a:solidFill>
          <a:ln w="0">
            <a:noFill/>
            <a:prstDash val="solid"/>
          </a:ln>
        </p:spPr>
      </p:sp>
      <p:sp>
        <p:nvSpPr>
          <p:cNvPr id="1052" name="03_assume_matched_6349">
            <a:extLst>
              <a:ext uri="{FF2B5EF4-FFF2-40B4-BE49-F238E27FC236}">
                <a16:creationId xmlns:a16="http://schemas.microsoft.com/office/drawing/2014/main" id="{38D68895-A9A9-4420-91D7-0EB91878F920}"/>
              </a:ext>
            </a:extLst>
          </p:cNvPr>
          <p:cNvSpPr>
            <a:spLocks noGrp="1"/>
          </p:cNvSpPr>
          <p:nvPr/>
        </p:nvSpPr>
        <p:spPr>
          <a:xfrm>
            <a:off x="4192333" y="3120914"/>
            <a:ext cx="28398" cy="28398"/>
          </a:xfrm>
          <a:prstGeom prst="ellipse">
            <a:avLst/>
          </a:prstGeom>
          <a:solidFill>
            <a:srgbClr val="7F8C97">
              <a:alpha val="48000"/>
            </a:srgbClr>
          </a:solidFill>
          <a:ln w="0">
            <a:noFill/>
            <a:prstDash val="solid"/>
          </a:ln>
        </p:spPr>
      </p:sp>
      <p:sp>
        <p:nvSpPr>
          <p:cNvPr id="1053" name="03_assume_matched_6350">
            <a:extLst>
              <a:ext uri="{FF2B5EF4-FFF2-40B4-BE49-F238E27FC236}">
                <a16:creationId xmlns:a16="http://schemas.microsoft.com/office/drawing/2014/main" id="{61111882-338B-4782-8417-2E33CFDF1818}"/>
              </a:ext>
            </a:extLst>
          </p:cNvPr>
          <p:cNvSpPr>
            <a:spLocks noGrp="1"/>
          </p:cNvSpPr>
          <p:nvPr/>
        </p:nvSpPr>
        <p:spPr>
          <a:xfrm>
            <a:off x="4161393" y="3120914"/>
            <a:ext cx="28398" cy="28398"/>
          </a:xfrm>
          <a:prstGeom prst="ellipse">
            <a:avLst/>
          </a:prstGeom>
          <a:solidFill>
            <a:srgbClr val="7F8C97">
              <a:alpha val="48000"/>
            </a:srgbClr>
          </a:solidFill>
          <a:ln w="0">
            <a:noFill/>
            <a:prstDash val="solid"/>
          </a:ln>
        </p:spPr>
      </p:sp>
      <p:sp>
        <p:nvSpPr>
          <p:cNvPr id="1054" name="03_assume_matched_6351">
            <a:extLst>
              <a:ext uri="{FF2B5EF4-FFF2-40B4-BE49-F238E27FC236}">
                <a16:creationId xmlns:a16="http://schemas.microsoft.com/office/drawing/2014/main" id="{583A6EBB-7DD9-438C-AAE5-4C9BC6C108D7}"/>
              </a:ext>
            </a:extLst>
          </p:cNvPr>
          <p:cNvSpPr>
            <a:spLocks noGrp="1"/>
          </p:cNvSpPr>
          <p:nvPr/>
        </p:nvSpPr>
        <p:spPr>
          <a:xfrm>
            <a:off x="4242701" y="3120914"/>
            <a:ext cx="28398" cy="28398"/>
          </a:xfrm>
          <a:prstGeom prst="ellipse">
            <a:avLst/>
          </a:prstGeom>
          <a:solidFill>
            <a:srgbClr val="7F8C97">
              <a:alpha val="48000"/>
            </a:srgbClr>
          </a:solidFill>
          <a:ln w="0">
            <a:noFill/>
            <a:prstDash val="solid"/>
          </a:ln>
        </p:spPr>
      </p:sp>
      <p:sp>
        <p:nvSpPr>
          <p:cNvPr id="1055" name="03_assume_matched_6352">
            <a:extLst>
              <a:ext uri="{FF2B5EF4-FFF2-40B4-BE49-F238E27FC236}">
                <a16:creationId xmlns:a16="http://schemas.microsoft.com/office/drawing/2014/main" id="{B523E1F5-CCBC-4FCE-B35D-C5CC793A2A8D}"/>
              </a:ext>
            </a:extLst>
          </p:cNvPr>
          <p:cNvSpPr>
            <a:spLocks noGrp="1"/>
          </p:cNvSpPr>
          <p:nvPr/>
        </p:nvSpPr>
        <p:spPr>
          <a:xfrm>
            <a:off x="4223993" y="3120914"/>
            <a:ext cx="28398" cy="28398"/>
          </a:xfrm>
          <a:prstGeom prst="ellipse">
            <a:avLst/>
          </a:prstGeom>
          <a:solidFill>
            <a:srgbClr val="7F8C97">
              <a:alpha val="48000"/>
            </a:srgbClr>
          </a:solidFill>
          <a:ln w="0">
            <a:noFill/>
            <a:prstDash val="solid"/>
          </a:ln>
        </p:spPr>
      </p:sp>
      <p:sp>
        <p:nvSpPr>
          <p:cNvPr id="1056" name="03_assume_matched_6353">
            <a:extLst>
              <a:ext uri="{FF2B5EF4-FFF2-40B4-BE49-F238E27FC236}">
                <a16:creationId xmlns:a16="http://schemas.microsoft.com/office/drawing/2014/main" id="{BED03944-EEF3-4DD2-84E7-7CBD091BA665}"/>
              </a:ext>
            </a:extLst>
          </p:cNvPr>
          <p:cNvSpPr>
            <a:spLocks noGrp="1"/>
          </p:cNvSpPr>
          <p:nvPr/>
        </p:nvSpPr>
        <p:spPr>
          <a:xfrm>
            <a:off x="4208739" y="3120914"/>
            <a:ext cx="28398" cy="28398"/>
          </a:xfrm>
          <a:prstGeom prst="ellipse">
            <a:avLst/>
          </a:prstGeom>
          <a:solidFill>
            <a:srgbClr val="7F8C97">
              <a:alpha val="48000"/>
            </a:srgbClr>
          </a:solidFill>
          <a:ln w="0">
            <a:noFill/>
            <a:prstDash val="solid"/>
          </a:ln>
        </p:spPr>
      </p:sp>
      <p:sp>
        <p:nvSpPr>
          <p:cNvPr id="1057" name="03_assume_matched_6354">
            <a:extLst>
              <a:ext uri="{FF2B5EF4-FFF2-40B4-BE49-F238E27FC236}">
                <a16:creationId xmlns:a16="http://schemas.microsoft.com/office/drawing/2014/main" id="{842B59AB-BDD4-4117-A68D-EDC743EEB844}"/>
              </a:ext>
            </a:extLst>
          </p:cNvPr>
          <p:cNvSpPr>
            <a:spLocks noGrp="1"/>
          </p:cNvSpPr>
          <p:nvPr/>
        </p:nvSpPr>
        <p:spPr>
          <a:xfrm>
            <a:off x="4194492" y="3120914"/>
            <a:ext cx="28398" cy="28398"/>
          </a:xfrm>
          <a:prstGeom prst="ellipse">
            <a:avLst/>
          </a:prstGeom>
          <a:solidFill>
            <a:srgbClr val="7F8C97">
              <a:alpha val="48000"/>
            </a:srgbClr>
          </a:solidFill>
          <a:ln w="0">
            <a:noFill/>
            <a:prstDash val="solid"/>
          </a:ln>
        </p:spPr>
      </p:sp>
      <p:sp>
        <p:nvSpPr>
          <p:cNvPr id="1058" name="03_assume_matched_6355">
            <a:extLst>
              <a:ext uri="{FF2B5EF4-FFF2-40B4-BE49-F238E27FC236}">
                <a16:creationId xmlns:a16="http://schemas.microsoft.com/office/drawing/2014/main" id="{021F92DC-6C6A-4BDF-A70B-068B0BEA50E9}"/>
              </a:ext>
            </a:extLst>
          </p:cNvPr>
          <p:cNvSpPr>
            <a:spLocks noGrp="1"/>
          </p:cNvSpPr>
          <p:nvPr/>
        </p:nvSpPr>
        <p:spPr>
          <a:xfrm>
            <a:off x="4210897" y="3120914"/>
            <a:ext cx="28398" cy="28398"/>
          </a:xfrm>
          <a:prstGeom prst="ellipse">
            <a:avLst/>
          </a:prstGeom>
          <a:solidFill>
            <a:srgbClr val="7F8C97">
              <a:alpha val="48000"/>
            </a:srgbClr>
          </a:solidFill>
          <a:ln w="0">
            <a:noFill/>
            <a:prstDash val="solid"/>
          </a:ln>
        </p:spPr>
      </p:sp>
      <p:sp>
        <p:nvSpPr>
          <p:cNvPr id="1059" name="03_assume_matched_6356">
            <a:extLst>
              <a:ext uri="{FF2B5EF4-FFF2-40B4-BE49-F238E27FC236}">
                <a16:creationId xmlns:a16="http://schemas.microsoft.com/office/drawing/2014/main" id="{452D2683-C648-46F2-B7C5-61C5E4F57973}"/>
              </a:ext>
            </a:extLst>
          </p:cNvPr>
          <p:cNvSpPr>
            <a:spLocks noGrp="1"/>
          </p:cNvSpPr>
          <p:nvPr/>
        </p:nvSpPr>
        <p:spPr>
          <a:xfrm>
            <a:off x="4296091" y="2828480"/>
            <a:ext cx="28398" cy="28398"/>
          </a:xfrm>
          <a:prstGeom prst="ellipse">
            <a:avLst/>
          </a:prstGeom>
          <a:solidFill>
            <a:srgbClr val="7F8C97">
              <a:alpha val="48000"/>
            </a:srgbClr>
          </a:solidFill>
          <a:ln w="0">
            <a:noFill/>
            <a:prstDash val="solid"/>
          </a:ln>
        </p:spPr>
      </p:sp>
      <p:sp>
        <p:nvSpPr>
          <p:cNvPr id="1060" name="03_assume_matched_6357">
            <a:extLst>
              <a:ext uri="{FF2B5EF4-FFF2-40B4-BE49-F238E27FC236}">
                <a16:creationId xmlns:a16="http://schemas.microsoft.com/office/drawing/2014/main" id="{20837B4D-7AC9-4209-BE84-56ABD8DF35D8}"/>
              </a:ext>
            </a:extLst>
          </p:cNvPr>
          <p:cNvSpPr>
            <a:spLocks noGrp="1"/>
          </p:cNvSpPr>
          <p:nvPr/>
        </p:nvSpPr>
        <p:spPr>
          <a:xfrm>
            <a:off x="4251048" y="2925958"/>
            <a:ext cx="28398" cy="28398"/>
          </a:xfrm>
          <a:prstGeom prst="ellipse">
            <a:avLst/>
          </a:prstGeom>
          <a:solidFill>
            <a:srgbClr val="7F8C97">
              <a:alpha val="48000"/>
            </a:srgbClr>
          </a:solidFill>
          <a:ln w="0">
            <a:noFill/>
            <a:prstDash val="solid"/>
          </a:ln>
        </p:spPr>
      </p:sp>
      <p:sp>
        <p:nvSpPr>
          <p:cNvPr id="1061" name="03_assume_matched_6358">
            <a:extLst>
              <a:ext uri="{FF2B5EF4-FFF2-40B4-BE49-F238E27FC236}">
                <a16:creationId xmlns:a16="http://schemas.microsoft.com/office/drawing/2014/main" id="{A0E5913F-9233-4977-B1DC-519E32A9AA97}"/>
              </a:ext>
            </a:extLst>
          </p:cNvPr>
          <p:cNvSpPr>
            <a:spLocks noGrp="1"/>
          </p:cNvSpPr>
          <p:nvPr/>
        </p:nvSpPr>
        <p:spPr>
          <a:xfrm>
            <a:off x="4260834" y="3120914"/>
            <a:ext cx="28398" cy="28398"/>
          </a:xfrm>
          <a:prstGeom prst="ellipse">
            <a:avLst/>
          </a:prstGeom>
          <a:solidFill>
            <a:srgbClr val="7F8C97">
              <a:alpha val="48000"/>
            </a:srgbClr>
          </a:solidFill>
          <a:ln w="0">
            <a:noFill/>
            <a:prstDash val="solid"/>
          </a:ln>
        </p:spPr>
      </p:sp>
      <p:sp>
        <p:nvSpPr>
          <p:cNvPr id="1062" name="03_assume_matched_6359">
            <a:extLst>
              <a:ext uri="{FF2B5EF4-FFF2-40B4-BE49-F238E27FC236}">
                <a16:creationId xmlns:a16="http://schemas.microsoft.com/office/drawing/2014/main" id="{D16347C4-5105-4A2F-B2EB-05ADCBDE7772}"/>
              </a:ext>
            </a:extLst>
          </p:cNvPr>
          <p:cNvSpPr>
            <a:spLocks noGrp="1"/>
          </p:cNvSpPr>
          <p:nvPr/>
        </p:nvSpPr>
        <p:spPr>
          <a:xfrm>
            <a:off x="4197658" y="2990943"/>
            <a:ext cx="28398" cy="28398"/>
          </a:xfrm>
          <a:prstGeom prst="ellipse">
            <a:avLst/>
          </a:prstGeom>
          <a:solidFill>
            <a:srgbClr val="7F8C97">
              <a:alpha val="48000"/>
            </a:srgbClr>
          </a:solidFill>
          <a:ln w="0">
            <a:noFill/>
            <a:prstDash val="solid"/>
          </a:ln>
        </p:spPr>
      </p:sp>
      <p:sp>
        <p:nvSpPr>
          <p:cNvPr id="1063" name="03_assume_matched_6360">
            <a:extLst>
              <a:ext uri="{FF2B5EF4-FFF2-40B4-BE49-F238E27FC236}">
                <a16:creationId xmlns:a16="http://schemas.microsoft.com/office/drawing/2014/main" id="{1688F52F-B1B0-49C7-B809-9D0345DB57EC}"/>
              </a:ext>
            </a:extLst>
          </p:cNvPr>
          <p:cNvSpPr>
            <a:spLocks noGrp="1"/>
          </p:cNvSpPr>
          <p:nvPr/>
        </p:nvSpPr>
        <p:spPr>
          <a:xfrm>
            <a:off x="4288032" y="3120914"/>
            <a:ext cx="28398" cy="28398"/>
          </a:xfrm>
          <a:prstGeom prst="ellipse">
            <a:avLst/>
          </a:prstGeom>
          <a:solidFill>
            <a:srgbClr val="7F8C97">
              <a:alpha val="48000"/>
            </a:srgbClr>
          </a:solidFill>
          <a:ln w="0">
            <a:noFill/>
            <a:prstDash val="solid"/>
          </a:ln>
        </p:spPr>
      </p:sp>
      <p:sp>
        <p:nvSpPr>
          <p:cNvPr id="1064" name="03_assume_matched_6361">
            <a:extLst>
              <a:ext uri="{FF2B5EF4-FFF2-40B4-BE49-F238E27FC236}">
                <a16:creationId xmlns:a16="http://schemas.microsoft.com/office/drawing/2014/main" id="{4CF3927A-7497-472C-B1E0-F5EBA29D94A1}"/>
              </a:ext>
            </a:extLst>
          </p:cNvPr>
          <p:cNvSpPr>
            <a:spLocks noGrp="1"/>
          </p:cNvSpPr>
          <p:nvPr/>
        </p:nvSpPr>
        <p:spPr>
          <a:xfrm>
            <a:off x="4261121" y="2908235"/>
            <a:ext cx="28398" cy="28398"/>
          </a:xfrm>
          <a:prstGeom prst="ellipse">
            <a:avLst/>
          </a:prstGeom>
          <a:solidFill>
            <a:srgbClr val="7F8C97">
              <a:alpha val="48000"/>
            </a:srgbClr>
          </a:solidFill>
          <a:ln w="0">
            <a:noFill/>
            <a:prstDash val="solid"/>
          </a:ln>
        </p:spPr>
      </p:sp>
      <p:sp>
        <p:nvSpPr>
          <p:cNvPr id="1065" name="03_assume_matched_6362">
            <a:extLst>
              <a:ext uri="{FF2B5EF4-FFF2-40B4-BE49-F238E27FC236}">
                <a16:creationId xmlns:a16="http://schemas.microsoft.com/office/drawing/2014/main" id="{23CD7D36-8E16-4376-B605-925D7620B261}"/>
              </a:ext>
            </a:extLst>
          </p:cNvPr>
          <p:cNvSpPr>
            <a:spLocks noGrp="1"/>
          </p:cNvSpPr>
          <p:nvPr/>
        </p:nvSpPr>
        <p:spPr>
          <a:xfrm>
            <a:off x="4178949" y="3120914"/>
            <a:ext cx="28398" cy="28398"/>
          </a:xfrm>
          <a:prstGeom prst="ellipse">
            <a:avLst/>
          </a:prstGeom>
          <a:solidFill>
            <a:srgbClr val="7F8C97">
              <a:alpha val="48000"/>
            </a:srgbClr>
          </a:solidFill>
          <a:ln w="0">
            <a:noFill/>
            <a:prstDash val="solid"/>
          </a:ln>
        </p:spPr>
      </p:sp>
      <p:sp>
        <p:nvSpPr>
          <p:cNvPr id="1066" name="03_assume_matched_6363">
            <a:extLst>
              <a:ext uri="{FF2B5EF4-FFF2-40B4-BE49-F238E27FC236}">
                <a16:creationId xmlns:a16="http://schemas.microsoft.com/office/drawing/2014/main" id="{83DBAD94-2FCE-4AE8-830A-B898179B0F30}"/>
              </a:ext>
            </a:extLst>
          </p:cNvPr>
          <p:cNvSpPr>
            <a:spLocks noGrp="1"/>
          </p:cNvSpPr>
          <p:nvPr/>
        </p:nvSpPr>
        <p:spPr>
          <a:xfrm>
            <a:off x="4186289" y="3120914"/>
            <a:ext cx="28398" cy="28398"/>
          </a:xfrm>
          <a:prstGeom prst="ellipse">
            <a:avLst/>
          </a:prstGeom>
          <a:solidFill>
            <a:srgbClr val="7F8C97">
              <a:alpha val="48000"/>
            </a:srgbClr>
          </a:solidFill>
          <a:ln w="0">
            <a:noFill/>
            <a:prstDash val="solid"/>
          </a:ln>
        </p:spPr>
      </p:sp>
      <p:sp>
        <p:nvSpPr>
          <p:cNvPr id="1067" name="03_assume_matched_6364">
            <a:extLst>
              <a:ext uri="{FF2B5EF4-FFF2-40B4-BE49-F238E27FC236}">
                <a16:creationId xmlns:a16="http://schemas.microsoft.com/office/drawing/2014/main" id="{A98C3338-AE09-4635-A4AC-9641B10E8ECA}"/>
              </a:ext>
            </a:extLst>
          </p:cNvPr>
          <p:cNvSpPr>
            <a:spLocks noGrp="1"/>
          </p:cNvSpPr>
          <p:nvPr/>
        </p:nvSpPr>
        <p:spPr>
          <a:xfrm>
            <a:off x="4197514" y="2925958"/>
            <a:ext cx="28398" cy="28398"/>
          </a:xfrm>
          <a:prstGeom prst="ellipse">
            <a:avLst/>
          </a:prstGeom>
          <a:solidFill>
            <a:srgbClr val="7F8C97">
              <a:alpha val="48000"/>
            </a:srgbClr>
          </a:solidFill>
          <a:ln w="0">
            <a:noFill/>
            <a:prstDash val="solid"/>
          </a:ln>
        </p:spPr>
      </p:sp>
      <p:sp>
        <p:nvSpPr>
          <p:cNvPr id="1068" name="03_assume_matched_6365">
            <a:extLst>
              <a:ext uri="{FF2B5EF4-FFF2-40B4-BE49-F238E27FC236}">
                <a16:creationId xmlns:a16="http://schemas.microsoft.com/office/drawing/2014/main" id="{3A651A53-A108-4567-AEE9-6F7B542B0592}"/>
              </a:ext>
            </a:extLst>
          </p:cNvPr>
          <p:cNvSpPr>
            <a:spLocks noGrp="1"/>
          </p:cNvSpPr>
          <p:nvPr/>
        </p:nvSpPr>
        <p:spPr>
          <a:xfrm>
            <a:off x="4286881" y="3120914"/>
            <a:ext cx="28398" cy="28398"/>
          </a:xfrm>
          <a:prstGeom prst="ellipse">
            <a:avLst/>
          </a:prstGeom>
          <a:solidFill>
            <a:srgbClr val="7F8C97">
              <a:alpha val="48000"/>
            </a:srgbClr>
          </a:solidFill>
          <a:ln w="0">
            <a:noFill/>
            <a:prstDash val="solid"/>
          </a:ln>
        </p:spPr>
      </p:sp>
      <p:sp>
        <p:nvSpPr>
          <p:cNvPr id="1069" name="03_assume_matched_6366">
            <a:extLst>
              <a:ext uri="{FF2B5EF4-FFF2-40B4-BE49-F238E27FC236}">
                <a16:creationId xmlns:a16="http://schemas.microsoft.com/office/drawing/2014/main" id="{350FEC99-BB04-4956-BA8F-28AF7DC487FF}"/>
              </a:ext>
            </a:extLst>
          </p:cNvPr>
          <p:cNvSpPr>
            <a:spLocks noGrp="1"/>
          </p:cNvSpPr>
          <p:nvPr/>
        </p:nvSpPr>
        <p:spPr>
          <a:xfrm>
            <a:off x="4199816" y="2828480"/>
            <a:ext cx="28398" cy="28398"/>
          </a:xfrm>
          <a:prstGeom prst="ellipse">
            <a:avLst/>
          </a:prstGeom>
          <a:solidFill>
            <a:srgbClr val="7F8C97">
              <a:alpha val="48000"/>
            </a:srgbClr>
          </a:solidFill>
          <a:ln w="0">
            <a:noFill/>
            <a:prstDash val="solid"/>
          </a:ln>
        </p:spPr>
      </p:sp>
      <p:sp>
        <p:nvSpPr>
          <p:cNvPr id="1070" name="03_assume_matched_6367">
            <a:extLst>
              <a:ext uri="{FF2B5EF4-FFF2-40B4-BE49-F238E27FC236}">
                <a16:creationId xmlns:a16="http://schemas.microsoft.com/office/drawing/2014/main" id="{26526320-86D1-48C8-9073-E80BF408C57E}"/>
              </a:ext>
            </a:extLst>
          </p:cNvPr>
          <p:cNvSpPr>
            <a:spLocks noGrp="1"/>
          </p:cNvSpPr>
          <p:nvPr/>
        </p:nvSpPr>
        <p:spPr>
          <a:xfrm>
            <a:off x="4278822" y="3120914"/>
            <a:ext cx="28398" cy="28398"/>
          </a:xfrm>
          <a:prstGeom prst="ellipse">
            <a:avLst/>
          </a:prstGeom>
          <a:solidFill>
            <a:srgbClr val="7F8C97">
              <a:alpha val="48000"/>
            </a:srgbClr>
          </a:solidFill>
          <a:ln w="0">
            <a:noFill/>
            <a:prstDash val="solid"/>
          </a:ln>
        </p:spPr>
      </p:sp>
      <p:sp>
        <p:nvSpPr>
          <p:cNvPr id="1071" name="03_assume_matched_6368">
            <a:extLst>
              <a:ext uri="{FF2B5EF4-FFF2-40B4-BE49-F238E27FC236}">
                <a16:creationId xmlns:a16="http://schemas.microsoft.com/office/drawing/2014/main" id="{CF171E97-2FCB-42D0-811E-68975ED882F2}"/>
              </a:ext>
            </a:extLst>
          </p:cNvPr>
          <p:cNvSpPr>
            <a:spLocks noGrp="1"/>
          </p:cNvSpPr>
          <p:nvPr/>
        </p:nvSpPr>
        <p:spPr>
          <a:xfrm>
            <a:off x="4279974" y="2828480"/>
            <a:ext cx="28398" cy="28398"/>
          </a:xfrm>
          <a:prstGeom prst="ellipse">
            <a:avLst/>
          </a:prstGeom>
          <a:solidFill>
            <a:srgbClr val="7F8C97">
              <a:alpha val="48000"/>
            </a:srgbClr>
          </a:solidFill>
          <a:ln w="0">
            <a:noFill/>
            <a:prstDash val="solid"/>
          </a:ln>
        </p:spPr>
      </p:sp>
      <p:sp>
        <p:nvSpPr>
          <p:cNvPr id="1072" name="03_assume_matched_6369">
            <a:extLst>
              <a:ext uri="{FF2B5EF4-FFF2-40B4-BE49-F238E27FC236}">
                <a16:creationId xmlns:a16="http://schemas.microsoft.com/office/drawing/2014/main" id="{7E47766E-B1BC-487F-8C6A-0F034ECA6E11}"/>
              </a:ext>
            </a:extLst>
          </p:cNvPr>
          <p:cNvSpPr>
            <a:spLocks noGrp="1"/>
          </p:cNvSpPr>
          <p:nvPr/>
        </p:nvSpPr>
        <p:spPr>
          <a:xfrm>
            <a:off x="4283715" y="3120914"/>
            <a:ext cx="28398" cy="28398"/>
          </a:xfrm>
          <a:prstGeom prst="ellipse">
            <a:avLst/>
          </a:prstGeom>
          <a:solidFill>
            <a:srgbClr val="7F8C97">
              <a:alpha val="48000"/>
            </a:srgbClr>
          </a:solidFill>
          <a:ln w="0">
            <a:noFill/>
            <a:prstDash val="solid"/>
          </a:ln>
        </p:spPr>
      </p:sp>
      <p:sp>
        <p:nvSpPr>
          <p:cNvPr id="1073" name="03_assume_matched_6370">
            <a:extLst>
              <a:ext uri="{FF2B5EF4-FFF2-40B4-BE49-F238E27FC236}">
                <a16:creationId xmlns:a16="http://schemas.microsoft.com/office/drawing/2014/main" id="{FBB1EFE1-F050-4B39-BE35-F6363EA895AE}"/>
              </a:ext>
            </a:extLst>
          </p:cNvPr>
          <p:cNvSpPr>
            <a:spLocks noGrp="1"/>
          </p:cNvSpPr>
          <p:nvPr/>
        </p:nvSpPr>
        <p:spPr>
          <a:xfrm>
            <a:off x="4200967" y="3120914"/>
            <a:ext cx="28398" cy="28398"/>
          </a:xfrm>
          <a:prstGeom prst="ellipse">
            <a:avLst/>
          </a:prstGeom>
          <a:solidFill>
            <a:srgbClr val="7F8C97">
              <a:alpha val="48000"/>
            </a:srgbClr>
          </a:solidFill>
          <a:ln w="0">
            <a:noFill/>
            <a:prstDash val="solid"/>
          </a:ln>
        </p:spPr>
      </p:sp>
      <p:sp>
        <p:nvSpPr>
          <p:cNvPr id="1074" name="03_assume_matched_6371">
            <a:extLst>
              <a:ext uri="{FF2B5EF4-FFF2-40B4-BE49-F238E27FC236}">
                <a16:creationId xmlns:a16="http://schemas.microsoft.com/office/drawing/2014/main" id="{7671C56B-7CF8-41FE-8C8C-9405DAE10F3A}"/>
              </a:ext>
            </a:extLst>
          </p:cNvPr>
          <p:cNvSpPr>
            <a:spLocks noGrp="1"/>
          </p:cNvSpPr>
          <p:nvPr/>
        </p:nvSpPr>
        <p:spPr>
          <a:xfrm>
            <a:off x="4179237" y="2828480"/>
            <a:ext cx="28398" cy="28398"/>
          </a:xfrm>
          <a:prstGeom prst="ellipse">
            <a:avLst/>
          </a:prstGeom>
          <a:solidFill>
            <a:srgbClr val="7F8C97">
              <a:alpha val="48000"/>
            </a:srgbClr>
          </a:solidFill>
          <a:ln w="0">
            <a:noFill/>
            <a:prstDash val="solid"/>
          </a:ln>
        </p:spPr>
      </p:sp>
      <p:sp>
        <p:nvSpPr>
          <p:cNvPr id="1075" name="03_assume_matched_6372">
            <a:extLst>
              <a:ext uri="{FF2B5EF4-FFF2-40B4-BE49-F238E27FC236}">
                <a16:creationId xmlns:a16="http://schemas.microsoft.com/office/drawing/2014/main" id="{1203ABEA-3EF9-47F1-871E-011D3DE9EC38}"/>
              </a:ext>
            </a:extLst>
          </p:cNvPr>
          <p:cNvSpPr>
            <a:spLocks noGrp="1"/>
          </p:cNvSpPr>
          <p:nvPr/>
        </p:nvSpPr>
        <p:spPr>
          <a:xfrm>
            <a:off x="4262992" y="3120914"/>
            <a:ext cx="28398" cy="28398"/>
          </a:xfrm>
          <a:prstGeom prst="ellipse">
            <a:avLst/>
          </a:prstGeom>
          <a:solidFill>
            <a:srgbClr val="7F8C97">
              <a:alpha val="48000"/>
            </a:srgbClr>
          </a:solidFill>
          <a:ln w="0">
            <a:noFill/>
            <a:prstDash val="solid"/>
          </a:ln>
        </p:spPr>
      </p:sp>
      <p:sp>
        <p:nvSpPr>
          <p:cNvPr id="1076" name="03_assume_matched_6373">
            <a:extLst>
              <a:ext uri="{FF2B5EF4-FFF2-40B4-BE49-F238E27FC236}">
                <a16:creationId xmlns:a16="http://schemas.microsoft.com/office/drawing/2014/main" id="{A3A8065D-B11A-45C3-8984-B14901F142E9}"/>
              </a:ext>
            </a:extLst>
          </p:cNvPr>
          <p:cNvSpPr>
            <a:spLocks noGrp="1"/>
          </p:cNvSpPr>
          <p:nvPr/>
        </p:nvSpPr>
        <p:spPr>
          <a:xfrm>
            <a:off x="4172474" y="3120914"/>
            <a:ext cx="28398" cy="28398"/>
          </a:xfrm>
          <a:prstGeom prst="ellipse">
            <a:avLst/>
          </a:prstGeom>
          <a:solidFill>
            <a:srgbClr val="7F8C97">
              <a:alpha val="48000"/>
            </a:srgbClr>
          </a:solidFill>
          <a:ln w="0">
            <a:noFill/>
            <a:prstDash val="solid"/>
          </a:ln>
        </p:spPr>
      </p:sp>
      <p:sp>
        <p:nvSpPr>
          <p:cNvPr id="1077" name="03_assume_matched_6374">
            <a:extLst>
              <a:ext uri="{FF2B5EF4-FFF2-40B4-BE49-F238E27FC236}">
                <a16:creationId xmlns:a16="http://schemas.microsoft.com/office/drawing/2014/main" id="{D6068CE4-0B4E-442D-A3B7-A4C0BFF66828}"/>
              </a:ext>
            </a:extLst>
          </p:cNvPr>
          <p:cNvSpPr>
            <a:spLocks noGrp="1"/>
          </p:cNvSpPr>
          <p:nvPr/>
        </p:nvSpPr>
        <p:spPr>
          <a:xfrm>
            <a:off x="4266590" y="2886967"/>
            <a:ext cx="28398" cy="28398"/>
          </a:xfrm>
          <a:prstGeom prst="ellipse">
            <a:avLst/>
          </a:prstGeom>
          <a:solidFill>
            <a:srgbClr val="7F8C97">
              <a:alpha val="48000"/>
            </a:srgbClr>
          </a:solidFill>
          <a:ln w="0">
            <a:noFill/>
            <a:prstDash val="solid"/>
          </a:ln>
        </p:spPr>
      </p:sp>
      <p:sp>
        <p:nvSpPr>
          <p:cNvPr id="1078" name="03_assume_matched_6375">
            <a:extLst>
              <a:ext uri="{FF2B5EF4-FFF2-40B4-BE49-F238E27FC236}">
                <a16:creationId xmlns:a16="http://schemas.microsoft.com/office/drawing/2014/main" id="{3BB897B8-D8FD-4180-B4C9-824615C30731}"/>
              </a:ext>
            </a:extLst>
          </p:cNvPr>
          <p:cNvSpPr>
            <a:spLocks noGrp="1"/>
          </p:cNvSpPr>
          <p:nvPr/>
        </p:nvSpPr>
        <p:spPr>
          <a:xfrm>
            <a:off x="4173769" y="2828480"/>
            <a:ext cx="28398" cy="28398"/>
          </a:xfrm>
          <a:prstGeom prst="ellipse">
            <a:avLst/>
          </a:prstGeom>
          <a:solidFill>
            <a:srgbClr val="7F8C97">
              <a:alpha val="48000"/>
            </a:srgbClr>
          </a:solidFill>
          <a:ln w="0">
            <a:noFill/>
            <a:prstDash val="solid"/>
          </a:ln>
        </p:spPr>
      </p:sp>
      <p:sp>
        <p:nvSpPr>
          <p:cNvPr id="1079" name="03_assume_matched_6376">
            <a:extLst>
              <a:ext uri="{FF2B5EF4-FFF2-40B4-BE49-F238E27FC236}">
                <a16:creationId xmlns:a16="http://schemas.microsoft.com/office/drawing/2014/main" id="{96EF758E-BBA3-4E99-A47E-BB5999763015}"/>
              </a:ext>
            </a:extLst>
          </p:cNvPr>
          <p:cNvSpPr>
            <a:spLocks noGrp="1"/>
          </p:cNvSpPr>
          <p:nvPr/>
        </p:nvSpPr>
        <p:spPr>
          <a:xfrm>
            <a:off x="4294220" y="3120914"/>
            <a:ext cx="28398" cy="28398"/>
          </a:xfrm>
          <a:prstGeom prst="ellipse">
            <a:avLst/>
          </a:prstGeom>
          <a:solidFill>
            <a:srgbClr val="7F8C97">
              <a:alpha val="48000"/>
            </a:srgbClr>
          </a:solidFill>
          <a:ln w="0">
            <a:noFill/>
            <a:prstDash val="solid"/>
          </a:ln>
        </p:spPr>
      </p:sp>
      <p:sp>
        <p:nvSpPr>
          <p:cNvPr id="1080" name="03_assume_matched_6377">
            <a:extLst>
              <a:ext uri="{FF2B5EF4-FFF2-40B4-BE49-F238E27FC236}">
                <a16:creationId xmlns:a16="http://schemas.microsoft.com/office/drawing/2014/main" id="{84C4984C-70EF-4596-9B4A-E9A665C484E0}"/>
              </a:ext>
            </a:extLst>
          </p:cNvPr>
          <p:cNvSpPr>
            <a:spLocks noGrp="1"/>
          </p:cNvSpPr>
          <p:nvPr/>
        </p:nvSpPr>
        <p:spPr>
          <a:xfrm>
            <a:off x="4272202" y="3120914"/>
            <a:ext cx="28398" cy="28398"/>
          </a:xfrm>
          <a:prstGeom prst="ellipse">
            <a:avLst/>
          </a:prstGeom>
          <a:solidFill>
            <a:srgbClr val="7F8C97">
              <a:alpha val="48000"/>
            </a:srgbClr>
          </a:solidFill>
          <a:ln w="0">
            <a:noFill/>
            <a:prstDash val="solid"/>
          </a:ln>
        </p:spPr>
      </p:sp>
      <p:sp>
        <p:nvSpPr>
          <p:cNvPr id="1081" name="03_assume_matched_6378">
            <a:extLst>
              <a:ext uri="{FF2B5EF4-FFF2-40B4-BE49-F238E27FC236}">
                <a16:creationId xmlns:a16="http://schemas.microsoft.com/office/drawing/2014/main" id="{8C9D51DB-CC90-44D0-8FB7-D0E3BD595D26}"/>
              </a:ext>
            </a:extLst>
          </p:cNvPr>
          <p:cNvSpPr>
            <a:spLocks noGrp="1"/>
          </p:cNvSpPr>
          <p:nvPr/>
        </p:nvSpPr>
        <p:spPr>
          <a:xfrm>
            <a:off x="4220107" y="3120914"/>
            <a:ext cx="28398" cy="28398"/>
          </a:xfrm>
          <a:prstGeom prst="ellipse">
            <a:avLst/>
          </a:prstGeom>
          <a:solidFill>
            <a:srgbClr val="7F8C97">
              <a:alpha val="48000"/>
            </a:srgbClr>
          </a:solidFill>
          <a:ln w="0">
            <a:noFill/>
            <a:prstDash val="solid"/>
          </a:ln>
        </p:spPr>
      </p:sp>
      <p:sp>
        <p:nvSpPr>
          <p:cNvPr id="1082" name="03_assume_matched_6379">
            <a:extLst>
              <a:ext uri="{FF2B5EF4-FFF2-40B4-BE49-F238E27FC236}">
                <a16:creationId xmlns:a16="http://schemas.microsoft.com/office/drawing/2014/main" id="{376579F7-3585-4653-B762-86BA04A42D61}"/>
              </a:ext>
            </a:extLst>
          </p:cNvPr>
          <p:cNvSpPr>
            <a:spLocks noGrp="1"/>
          </p:cNvSpPr>
          <p:nvPr/>
        </p:nvSpPr>
        <p:spPr>
          <a:xfrm>
            <a:off x="4195787" y="3120914"/>
            <a:ext cx="28398" cy="28398"/>
          </a:xfrm>
          <a:prstGeom prst="ellipse">
            <a:avLst/>
          </a:prstGeom>
          <a:solidFill>
            <a:srgbClr val="7F8C97">
              <a:alpha val="48000"/>
            </a:srgbClr>
          </a:solidFill>
          <a:ln w="0">
            <a:noFill/>
            <a:prstDash val="solid"/>
          </a:ln>
        </p:spPr>
      </p:sp>
      <p:sp>
        <p:nvSpPr>
          <p:cNvPr id="1083" name="03_assume_matched_6380">
            <a:extLst>
              <a:ext uri="{FF2B5EF4-FFF2-40B4-BE49-F238E27FC236}">
                <a16:creationId xmlns:a16="http://schemas.microsoft.com/office/drawing/2014/main" id="{7028987B-739D-4E0C-974A-63ADC694B5EB}"/>
              </a:ext>
            </a:extLst>
          </p:cNvPr>
          <p:cNvSpPr>
            <a:spLocks noGrp="1"/>
          </p:cNvSpPr>
          <p:nvPr/>
        </p:nvSpPr>
        <p:spPr>
          <a:xfrm>
            <a:off x="4298250" y="3120914"/>
            <a:ext cx="28398" cy="28398"/>
          </a:xfrm>
          <a:prstGeom prst="ellipse">
            <a:avLst/>
          </a:prstGeom>
          <a:solidFill>
            <a:srgbClr val="7F8C97">
              <a:alpha val="48000"/>
            </a:srgbClr>
          </a:solidFill>
          <a:ln w="0">
            <a:noFill/>
            <a:prstDash val="solid"/>
          </a:ln>
        </p:spPr>
      </p:sp>
      <p:sp>
        <p:nvSpPr>
          <p:cNvPr id="1084" name="03_assume_matched_6381">
            <a:extLst>
              <a:ext uri="{FF2B5EF4-FFF2-40B4-BE49-F238E27FC236}">
                <a16:creationId xmlns:a16="http://schemas.microsoft.com/office/drawing/2014/main" id="{A63C7137-E0F0-4A1C-B7C8-03ECECA3928D}"/>
              </a:ext>
            </a:extLst>
          </p:cNvPr>
          <p:cNvSpPr>
            <a:spLocks noGrp="1"/>
          </p:cNvSpPr>
          <p:nvPr/>
        </p:nvSpPr>
        <p:spPr>
          <a:xfrm>
            <a:off x="4246011" y="3120914"/>
            <a:ext cx="28398" cy="28398"/>
          </a:xfrm>
          <a:prstGeom prst="ellipse">
            <a:avLst/>
          </a:prstGeom>
          <a:solidFill>
            <a:srgbClr val="7F8C97">
              <a:alpha val="48000"/>
            </a:srgbClr>
          </a:solidFill>
          <a:ln w="0">
            <a:noFill/>
            <a:prstDash val="solid"/>
          </a:ln>
        </p:spPr>
      </p:sp>
      <p:sp>
        <p:nvSpPr>
          <p:cNvPr id="1085" name="03_assume_matched_6382">
            <a:extLst>
              <a:ext uri="{FF2B5EF4-FFF2-40B4-BE49-F238E27FC236}">
                <a16:creationId xmlns:a16="http://schemas.microsoft.com/office/drawing/2014/main" id="{F65E5277-522D-489A-9930-6D3E243EE018}"/>
              </a:ext>
            </a:extLst>
          </p:cNvPr>
          <p:cNvSpPr>
            <a:spLocks noGrp="1"/>
          </p:cNvSpPr>
          <p:nvPr/>
        </p:nvSpPr>
        <p:spPr>
          <a:xfrm>
            <a:off x="4278822" y="3120914"/>
            <a:ext cx="28398" cy="28398"/>
          </a:xfrm>
          <a:prstGeom prst="ellipse">
            <a:avLst/>
          </a:prstGeom>
          <a:solidFill>
            <a:srgbClr val="7F8C97">
              <a:alpha val="48000"/>
            </a:srgbClr>
          </a:solidFill>
          <a:ln w="0">
            <a:noFill/>
            <a:prstDash val="solid"/>
          </a:ln>
        </p:spPr>
      </p:sp>
      <p:sp>
        <p:nvSpPr>
          <p:cNvPr id="1086" name="03_assume_matched_6383">
            <a:extLst>
              <a:ext uri="{FF2B5EF4-FFF2-40B4-BE49-F238E27FC236}">
                <a16:creationId xmlns:a16="http://schemas.microsoft.com/office/drawing/2014/main" id="{E7EBAF03-05A2-409B-A56F-4FBA0BEEB31B}"/>
              </a:ext>
            </a:extLst>
          </p:cNvPr>
          <p:cNvSpPr>
            <a:spLocks noGrp="1"/>
          </p:cNvSpPr>
          <p:nvPr/>
        </p:nvSpPr>
        <p:spPr>
          <a:xfrm>
            <a:off x="4177942" y="2886967"/>
            <a:ext cx="28398" cy="28398"/>
          </a:xfrm>
          <a:prstGeom prst="ellipse">
            <a:avLst/>
          </a:prstGeom>
          <a:solidFill>
            <a:srgbClr val="7F8C97">
              <a:alpha val="48000"/>
            </a:srgbClr>
          </a:solidFill>
          <a:ln w="0">
            <a:noFill/>
            <a:prstDash val="solid"/>
          </a:ln>
        </p:spPr>
      </p:sp>
      <p:sp>
        <p:nvSpPr>
          <p:cNvPr id="1087" name="03_assume_matched_6384">
            <a:extLst>
              <a:ext uri="{FF2B5EF4-FFF2-40B4-BE49-F238E27FC236}">
                <a16:creationId xmlns:a16="http://schemas.microsoft.com/office/drawing/2014/main" id="{E18BC6FB-FCD6-4EBA-B849-1D3BAD505997}"/>
              </a:ext>
            </a:extLst>
          </p:cNvPr>
          <p:cNvSpPr>
            <a:spLocks noGrp="1"/>
          </p:cNvSpPr>
          <p:nvPr/>
        </p:nvSpPr>
        <p:spPr>
          <a:xfrm>
            <a:off x="4269900" y="3120914"/>
            <a:ext cx="28398" cy="28398"/>
          </a:xfrm>
          <a:prstGeom prst="ellipse">
            <a:avLst/>
          </a:prstGeom>
          <a:solidFill>
            <a:srgbClr val="7F8C97">
              <a:alpha val="48000"/>
            </a:srgbClr>
          </a:solidFill>
          <a:ln w="0">
            <a:noFill/>
            <a:prstDash val="solid"/>
          </a:ln>
        </p:spPr>
      </p:sp>
      <p:sp>
        <p:nvSpPr>
          <p:cNvPr id="1088" name="03_assume_matched_6385">
            <a:extLst>
              <a:ext uri="{FF2B5EF4-FFF2-40B4-BE49-F238E27FC236}">
                <a16:creationId xmlns:a16="http://schemas.microsoft.com/office/drawing/2014/main" id="{09622E31-E179-4CDE-8BC3-00F57E14A164}"/>
              </a:ext>
            </a:extLst>
          </p:cNvPr>
          <p:cNvSpPr>
            <a:spLocks noGrp="1"/>
          </p:cNvSpPr>
          <p:nvPr/>
        </p:nvSpPr>
        <p:spPr>
          <a:xfrm>
            <a:off x="4249033" y="3120914"/>
            <a:ext cx="28398" cy="28398"/>
          </a:xfrm>
          <a:prstGeom prst="ellipse">
            <a:avLst/>
          </a:prstGeom>
          <a:solidFill>
            <a:srgbClr val="7F8C97">
              <a:alpha val="48000"/>
            </a:srgbClr>
          </a:solidFill>
          <a:ln w="0">
            <a:noFill/>
            <a:prstDash val="solid"/>
          </a:ln>
        </p:spPr>
      </p:sp>
      <p:sp>
        <p:nvSpPr>
          <p:cNvPr id="1089" name="03_assume_matched_6386">
            <a:extLst>
              <a:ext uri="{FF2B5EF4-FFF2-40B4-BE49-F238E27FC236}">
                <a16:creationId xmlns:a16="http://schemas.microsoft.com/office/drawing/2014/main" id="{EE3455BD-1431-461A-8A84-4D437E2720DF}"/>
              </a:ext>
            </a:extLst>
          </p:cNvPr>
          <p:cNvSpPr>
            <a:spLocks noGrp="1"/>
          </p:cNvSpPr>
          <p:nvPr/>
        </p:nvSpPr>
        <p:spPr>
          <a:xfrm>
            <a:off x="4157651" y="2828480"/>
            <a:ext cx="28398" cy="28398"/>
          </a:xfrm>
          <a:prstGeom prst="ellipse">
            <a:avLst/>
          </a:prstGeom>
          <a:solidFill>
            <a:srgbClr val="7F8C97">
              <a:alpha val="48000"/>
            </a:srgbClr>
          </a:solidFill>
          <a:ln w="0">
            <a:noFill/>
            <a:prstDash val="solid"/>
          </a:ln>
        </p:spPr>
      </p:sp>
      <p:sp>
        <p:nvSpPr>
          <p:cNvPr id="1090" name="03_assume_matched_6387">
            <a:extLst>
              <a:ext uri="{FF2B5EF4-FFF2-40B4-BE49-F238E27FC236}">
                <a16:creationId xmlns:a16="http://schemas.microsoft.com/office/drawing/2014/main" id="{E3ABACE8-EA8E-4DC6-B8C9-F25CDD9D58FD}"/>
              </a:ext>
            </a:extLst>
          </p:cNvPr>
          <p:cNvSpPr>
            <a:spLocks noGrp="1"/>
          </p:cNvSpPr>
          <p:nvPr/>
        </p:nvSpPr>
        <p:spPr>
          <a:xfrm>
            <a:off x="4216941" y="3120914"/>
            <a:ext cx="28398" cy="28398"/>
          </a:xfrm>
          <a:prstGeom prst="ellipse">
            <a:avLst/>
          </a:prstGeom>
          <a:solidFill>
            <a:srgbClr val="7F8C97">
              <a:alpha val="48000"/>
            </a:srgbClr>
          </a:solidFill>
          <a:ln w="0">
            <a:noFill/>
            <a:prstDash val="solid"/>
          </a:ln>
        </p:spPr>
      </p:sp>
      <p:sp>
        <p:nvSpPr>
          <p:cNvPr id="1091" name="03_assume_matched_6388">
            <a:extLst>
              <a:ext uri="{FF2B5EF4-FFF2-40B4-BE49-F238E27FC236}">
                <a16:creationId xmlns:a16="http://schemas.microsoft.com/office/drawing/2014/main" id="{8D9969CA-478B-4483-BDF7-447D7E16AA41}"/>
              </a:ext>
            </a:extLst>
          </p:cNvPr>
          <p:cNvSpPr>
            <a:spLocks noGrp="1"/>
          </p:cNvSpPr>
          <p:nvPr/>
        </p:nvSpPr>
        <p:spPr>
          <a:xfrm>
            <a:off x="4199097" y="3120914"/>
            <a:ext cx="28398" cy="28398"/>
          </a:xfrm>
          <a:prstGeom prst="ellipse">
            <a:avLst/>
          </a:prstGeom>
          <a:solidFill>
            <a:srgbClr val="7F8C97">
              <a:alpha val="48000"/>
            </a:srgbClr>
          </a:solidFill>
          <a:ln w="0">
            <a:noFill/>
            <a:prstDash val="solid"/>
          </a:ln>
        </p:spPr>
      </p:sp>
      <p:sp>
        <p:nvSpPr>
          <p:cNvPr id="1092" name="03_assume_matched_6389">
            <a:extLst>
              <a:ext uri="{FF2B5EF4-FFF2-40B4-BE49-F238E27FC236}">
                <a16:creationId xmlns:a16="http://schemas.microsoft.com/office/drawing/2014/main" id="{FE6A8E4D-D5DC-41FB-97B5-5B0CF4774D92}"/>
              </a:ext>
            </a:extLst>
          </p:cNvPr>
          <p:cNvSpPr>
            <a:spLocks noGrp="1"/>
          </p:cNvSpPr>
          <p:nvPr/>
        </p:nvSpPr>
        <p:spPr>
          <a:xfrm>
            <a:off x="4231332" y="2828480"/>
            <a:ext cx="28398" cy="28398"/>
          </a:xfrm>
          <a:prstGeom prst="ellipse">
            <a:avLst/>
          </a:prstGeom>
          <a:solidFill>
            <a:srgbClr val="7F8C97">
              <a:alpha val="48000"/>
            </a:srgbClr>
          </a:solidFill>
          <a:ln w="0">
            <a:noFill/>
            <a:prstDash val="solid"/>
          </a:ln>
        </p:spPr>
      </p:sp>
      <p:sp>
        <p:nvSpPr>
          <p:cNvPr id="1093" name="03_assume_matched_6390">
            <a:extLst>
              <a:ext uri="{FF2B5EF4-FFF2-40B4-BE49-F238E27FC236}">
                <a16:creationId xmlns:a16="http://schemas.microsoft.com/office/drawing/2014/main" id="{040636FF-B698-4C4D-B8EE-26B54F0E7B3B}"/>
              </a:ext>
            </a:extLst>
          </p:cNvPr>
          <p:cNvSpPr>
            <a:spLocks noGrp="1"/>
          </p:cNvSpPr>
          <p:nvPr/>
        </p:nvSpPr>
        <p:spPr>
          <a:xfrm>
            <a:off x="4213200" y="3023436"/>
            <a:ext cx="28398" cy="28398"/>
          </a:xfrm>
          <a:prstGeom prst="ellipse">
            <a:avLst/>
          </a:prstGeom>
          <a:solidFill>
            <a:srgbClr val="7F8C97">
              <a:alpha val="48000"/>
            </a:srgbClr>
          </a:solidFill>
          <a:ln w="0">
            <a:noFill/>
            <a:prstDash val="solid"/>
          </a:ln>
        </p:spPr>
      </p:sp>
      <p:sp>
        <p:nvSpPr>
          <p:cNvPr id="1094" name="03_assume_matched_6391">
            <a:extLst>
              <a:ext uri="{FF2B5EF4-FFF2-40B4-BE49-F238E27FC236}">
                <a16:creationId xmlns:a16="http://schemas.microsoft.com/office/drawing/2014/main" id="{46961D90-F3BB-43EE-B70C-4A0B60930F43}"/>
              </a:ext>
            </a:extLst>
          </p:cNvPr>
          <p:cNvSpPr>
            <a:spLocks noGrp="1"/>
          </p:cNvSpPr>
          <p:nvPr/>
        </p:nvSpPr>
        <p:spPr>
          <a:xfrm>
            <a:off x="4275368" y="3120914"/>
            <a:ext cx="28398" cy="28398"/>
          </a:xfrm>
          <a:prstGeom prst="ellipse">
            <a:avLst/>
          </a:prstGeom>
          <a:solidFill>
            <a:srgbClr val="7F8C97">
              <a:alpha val="48000"/>
            </a:srgbClr>
          </a:solidFill>
          <a:ln w="0">
            <a:noFill/>
            <a:prstDash val="solid"/>
          </a:ln>
        </p:spPr>
      </p:sp>
      <p:sp>
        <p:nvSpPr>
          <p:cNvPr id="1095" name="03_assume_matched_6392">
            <a:extLst>
              <a:ext uri="{FF2B5EF4-FFF2-40B4-BE49-F238E27FC236}">
                <a16:creationId xmlns:a16="http://schemas.microsoft.com/office/drawing/2014/main" id="{26E9819E-1074-403E-8CC2-AE49BB6CF1EC}"/>
              </a:ext>
            </a:extLst>
          </p:cNvPr>
          <p:cNvSpPr>
            <a:spLocks noGrp="1"/>
          </p:cNvSpPr>
          <p:nvPr/>
        </p:nvSpPr>
        <p:spPr>
          <a:xfrm>
            <a:off x="4173481" y="2828480"/>
            <a:ext cx="28398" cy="28398"/>
          </a:xfrm>
          <a:prstGeom prst="ellipse">
            <a:avLst/>
          </a:prstGeom>
          <a:solidFill>
            <a:srgbClr val="7F8C97">
              <a:alpha val="48000"/>
            </a:srgbClr>
          </a:solidFill>
          <a:ln w="0">
            <a:noFill/>
            <a:prstDash val="solid"/>
          </a:ln>
        </p:spPr>
      </p:sp>
      <p:sp>
        <p:nvSpPr>
          <p:cNvPr id="1096" name="03_assume_matched_6393">
            <a:extLst>
              <a:ext uri="{FF2B5EF4-FFF2-40B4-BE49-F238E27FC236}">
                <a16:creationId xmlns:a16="http://schemas.microsoft.com/office/drawing/2014/main" id="{EBDAFE81-6BB9-46B2-ADE9-B1AB4C05B387}"/>
              </a:ext>
            </a:extLst>
          </p:cNvPr>
          <p:cNvSpPr>
            <a:spLocks noGrp="1"/>
          </p:cNvSpPr>
          <p:nvPr/>
        </p:nvSpPr>
        <p:spPr>
          <a:xfrm>
            <a:off x="4180101" y="3120914"/>
            <a:ext cx="28398" cy="28398"/>
          </a:xfrm>
          <a:prstGeom prst="ellipse">
            <a:avLst/>
          </a:prstGeom>
          <a:solidFill>
            <a:srgbClr val="7F8C97">
              <a:alpha val="48000"/>
            </a:srgbClr>
          </a:solidFill>
          <a:ln w="0">
            <a:noFill/>
            <a:prstDash val="solid"/>
          </a:ln>
        </p:spPr>
      </p:sp>
      <p:sp>
        <p:nvSpPr>
          <p:cNvPr id="1097" name="03_assume_matched_6394">
            <a:extLst>
              <a:ext uri="{FF2B5EF4-FFF2-40B4-BE49-F238E27FC236}">
                <a16:creationId xmlns:a16="http://schemas.microsoft.com/office/drawing/2014/main" id="{28302759-E993-48C1-868C-C9D280D16F8A}"/>
              </a:ext>
            </a:extLst>
          </p:cNvPr>
          <p:cNvSpPr>
            <a:spLocks noGrp="1"/>
          </p:cNvSpPr>
          <p:nvPr/>
        </p:nvSpPr>
        <p:spPr>
          <a:xfrm>
            <a:off x="4239967" y="2828480"/>
            <a:ext cx="28398" cy="28398"/>
          </a:xfrm>
          <a:prstGeom prst="ellipse">
            <a:avLst/>
          </a:prstGeom>
          <a:solidFill>
            <a:srgbClr val="7F8C97">
              <a:alpha val="48000"/>
            </a:srgbClr>
          </a:solidFill>
          <a:ln w="0">
            <a:noFill/>
            <a:prstDash val="solid"/>
          </a:ln>
        </p:spPr>
      </p:sp>
      <p:sp>
        <p:nvSpPr>
          <p:cNvPr id="1098" name="03_assume_matched_6395">
            <a:extLst>
              <a:ext uri="{FF2B5EF4-FFF2-40B4-BE49-F238E27FC236}">
                <a16:creationId xmlns:a16="http://schemas.microsoft.com/office/drawing/2014/main" id="{4B7CCC88-5FC0-404B-94A2-8961FC123E47}"/>
              </a:ext>
            </a:extLst>
          </p:cNvPr>
          <p:cNvSpPr>
            <a:spLocks noGrp="1"/>
          </p:cNvSpPr>
          <p:nvPr/>
        </p:nvSpPr>
        <p:spPr>
          <a:xfrm>
            <a:off x="4238672" y="2828480"/>
            <a:ext cx="28398" cy="28398"/>
          </a:xfrm>
          <a:prstGeom prst="ellipse">
            <a:avLst/>
          </a:prstGeom>
          <a:solidFill>
            <a:srgbClr val="7F8C97">
              <a:alpha val="48000"/>
            </a:srgbClr>
          </a:solidFill>
          <a:ln w="0">
            <a:noFill/>
            <a:prstDash val="solid"/>
          </a:ln>
        </p:spPr>
      </p:sp>
      <p:sp>
        <p:nvSpPr>
          <p:cNvPr id="1099" name="03_assume_matched_6396">
            <a:extLst>
              <a:ext uri="{FF2B5EF4-FFF2-40B4-BE49-F238E27FC236}">
                <a16:creationId xmlns:a16="http://schemas.microsoft.com/office/drawing/2014/main" id="{2E739F47-7392-41A9-A552-E645B6C6EABC}"/>
              </a:ext>
            </a:extLst>
          </p:cNvPr>
          <p:cNvSpPr>
            <a:spLocks noGrp="1"/>
          </p:cNvSpPr>
          <p:nvPr/>
        </p:nvSpPr>
        <p:spPr>
          <a:xfrm>
            <a:off x="4285442" y="3120914"/>
            <a:ext cx="28398" cy="28398"/>
          </a:xfrm>
          <a:prstGeom prst="ellipse">
            <a:avLst/>
          </a:prstGeom>
          <a:solidFill>
            <a:srgbClr val="7F8C97">
              <a:alpha val="48000"/>
            </a:srgbClr>
          </a:solidFill>
          <a:ln w="0">
            <a:noFill/>
            <a:prstDash val="solid"/>
          </a:ln>
        </p:spPr>
      </p:sp>
      <p:sp>
        <p:nvSpPr>
          <p:cNvPr id="1100" name="03_assume_matched_6397">
            <a:extLst>
              <a:ext uri="{FF2B5EF4-FFF2-40B4-BE49-F238E27FC236}">
                <a16:creationId xmlns:a16="http://schemas.microsoft.com/office/drawing/2014/main" id="{3937A866-CE50-4EBA-A641-757FF0E44B99}"/>
              </a:ext>
            </a:extLst>
          </p:cNvPr>
          <p:cNvSpPr>
            <a:spLocks noGrp="1"/>
          </p:cNvSpPr>
          <p:nvPr/>
        </p:nvSpPr>
        <p:spPr>
          <a:xfrm>
            <a:off x="4263712" y="3120914"/>
            <a:ext cx="28398" cy="28398"/>
          </a:xfrm>
          <a:prstGeom prst="ellipse">
            <a:avLst/>
          </a:prstGeom>
          <a:solidFill>
            <a:srgbClr val="7F8C97">
              <a:alpha val="48000"/>
            </a:srgbClr>
          </a:solidFill>
          <a:ln w="0">
            <a:noFill/>
            <a:prstDash val="solid"/>
          </a:ln>
        </p:spPr>
      </p:sp>
      <p:sp>
        <p:nvSpPr>
          <p:cNvPr id="1101" name="03_assume_matched_6398">
            <a:extLst>
              <a:ext uri="{FF2B5EF4-FFF2-40B4-BE49-F238E27FC236}">
                <a16:creationId xmlns:a16="http://schemas.microsoft.com/office/drawing/2014/main" id="{E97AFEC6-39D2-4B7A-9165-016D0446B6DE}"/>
              </a:ext>
            </a:extLst>
          </p:cNvPr>
          <p:cNvSpPr>
            <a:spLocks noGrp="1"/>
          </p:cNvSpPr>
          <p:nvPr/>
        </p:nvSpPr>
        <p:spPr>
          <a:xfrm>
            <a:off x="4195787" y="3120914"/>
            <a:ext cx="28398" cy="28398"/>
          </a:xfrm>
          <a:prstGeom prst="ellipse">
            <a:avLst/>
          </a:prstGeom>
          <a:solidFill>
            <a:srgbClr val="7F8C97">
              <a:alpha val="48000"/>
            </a:srgbClr>
          </a:solidFill>
          <a:ln w="0">
            <a:noFill/>
            <a:prstDash val="solid"/>
          </a:ln>
        </p:spPr>
      </p:sp>
      <p:sp>
        <p:nvSpPr>
          <p:cNvPr id="1102" name="03_assume_matched_6399">
            <a:extLst>
              <a:ext uri="{FF2B5EF4-FFF2-40B4-BE49-F238E27FC236}">
                <a16:creationId xmlns:a16="http://schemas.microsoft.com/office/drawing/2014/main" id="{9A4070AD-F517-4AD5-ABCA-479793E9A0A3}"/>
              </a:ext>
            </a:extLst>
          </p:cNvPr>
          <p:cNvSpPr>
            <a:spLocks noGrp="1"/>
          </p:cNvSpPr>
          <p:nvPr/>
        </p:nvSpPr>
        <p:spPr>
          <a:xfrm>
            <a:off x="4266590" y="3120914"/>
            <a:ext cx="28398" cy="28398"/>
          </a:xfrm>
          <a:prstGeom prst="ellipse">
            <a:avLst/>
          </a:prstGeom>
          <a:solidFill>
            <a:srgbClr val="7F8C97">
              <a:alpha val="48000"/>
            </a:srgbClr>
          </a:solidFill>
          <a:ln w="0">
            <a:noFill/>
            <a:prstDash val="solid"/>
          </a:ln>
        </p:spPr>
      </p:sp>
      <p:sp>
        <p:nvSpPr>
          <p:cNvPr id="1103" name="03_assume_matched_6400">
            <a:extLst>
              <a:ext uri="{FF2B5EF4-FFF2-40B4-BE49-F238E27FC236}">
                <a16:creationId xmlns:a16="http://schemas.microsoft.com/office/drawing/2014/main" id="{B9C66280-82D3-4A61-874F-0B8B252CAB32}"/>
              </a:ext>
            </a:extLst>
          </p:cNvPr>
          <p:cNvSpPr>
            <a:spLocks noGrp="1"/>
          </p:cNvSpPr>
          <p:nvPr/>
        </p:nvSpPr>
        <p:spPr>
          <a:xfrm>
            <a:off x="4254933" y="2925958"/>
            <a:ext cx="28398" cy="28398"/>
          </a:xfrm>
          <a:prstGeom prst="ellipse">
            <a:avLst/>
          </a:prstGeom>
          <a:solidFill>
            <a:srgbClr val="7F8C97">
              <a:alpha val="48000"/>
            </a:srgbClr>
          </a:solidFill>
          <a:ln w="0">
            <a:noFill/>
            <a:prstDash val="solid"/>
          </a:ln>
        </p:spPr>
      </p:sp>
      <p:sp>
        <p:nvSpPr>
          <p:cNvPr id="1104" name="03_assume_matched_6401">
            <a:extLst>
              <a:ext uri="{FF2B5EF4-FFF2-40B4-BE49-F238E27FC236}">
                <a16:creationId xmlns:a16="http://schemas.microsoft.com/office/drawing/2014/main" id="{33AC4C94-68D4-42F8-B99F-C4B522C5FA32}"/>
              </a:ext>
            </a:extLst>
          </p:cNvPr>
          <p:cNvSpPr>
            <a:spLocks noGrp="1"/>
          </p:cNvSpPr>
          <p:nvPr/>
        </p:nvSpPr>
        <p:spPr>
          <a:xfrm>
            <a:off x="4261121" y="3120914"/>
            <a:ext cx="28398" cy="28398"/>
          </a:xfrm>
          <a:prstGeom prst="ellipse">
            <a:avLst/>
          </a:prstGeom>
          <a:solidFill>
            <a:srgbClr val="7F8C97">
              <a:alpha val="48000"/>
            </a:srgbClr>
          </a:solidFill>
          <a:ln w="0">
            <a:noFill/>
            <a:prstDash val="solid"/>
          </a:ln>
        </p:spPr>
      </p:sp>
      <p:sp>
        <p:nvSpPr>
          <p:cNvPr id="1105" name="03_assume_matched_6402">
            <a:extLst>
              <a:ext uri="{FF2B5EF4-FFF2-40B4-BE49-F238E27FC236}">
                <a16:creationId xmlns:a16="http://schemas.microsoft.com/office/drawing/2014/main" id="{CF3929B9-F4A0-44A0-9232-22CE6861AFF5}"/>
              </a:ext>
            </a:extLst>
          </p:cNvPr>
          <p:cNvSpPr>
            <a:spLocks noGrp="1"/>
          </p:cNvSpPr>
          <p:nvPr/>
        </p:nvSpPr>
        <p:spPr>
          <a:xfrm>
            <a:off x="4274505" y="3088422"/>
            <a:ext cx="28398" cy="28398"/>
          </a:xfrm>
          <a:prstGeom prst="ellipse">
            <a:avLst/>
          </a:prstGeom>
          <a:solidFill>
            <a:srgbClr val="7F8C97">
              <a:alpha val="48000"/>
            </a:srgbClr>
          </a:solidFill>
          <a:ln w="0">
            <a:noFill/>
            <a:prstDash val="solid"/>
          </a:ln>
        </p:spPr>
      </p:sp>
      <p:sp>
        <p:nvSpPr>
          <p:cNvPr id="1106" name="03_assume_matched_6403">
            <a:extLst>
              <a:ext uri="{FF2B5EF4-FFF2-40B4-BE49-F238E27FC236}">
                <a16:creationId xmlns:a16="http://schemas.microsoft.com/office/drawing/2014/main" id="{D8F7DC2A-C8AD-4274-98D1-7C2646375BE3}"/>
              </a:ext>
            </a:extLst>
          </p:cNvPr>
          <p:cNvSpPr>
            <a:spLocks noGrp="1"/>
          </p:cNvSpPr>
          <p:nvPr/>
        </p:nvSpPr>
        <p:spPr>
          <a:xfrm>
            <a:off x="4183123" y="2828480"/>
            <a:ext cx="28398" cy="28398"/>
          </a:xfrm>
          <a:prstGeom prst="ellipse">
            <a:avLst/>
          </a:prstGeom>
          <a:solidFill>
            <a:srgbClr val="7F8C97">
              <a:alpha val="48000"/>
            </a:srgbClr>
          </a:solidFill>
          <a:ln w="0">
            <a:noFill/>
            <a:prstDash val="solid"/>
          </a:ln>
        </p:spPr>
      </p:sp>
      <p:sp>
        <p:nvSpPr>
          <p:cNvPr id="1107" name="03_assume_matched_6404">
            <a:extLst>
              <a:ext uri="{FF2B5EF4-FFF2-40B4-BE49-F238E27FC236}">
                <a16:creationId xmlns:a16="http://schemas.microsoft.com/office/drawing/2014/main" id="{4CEE3D36-360B-4752-90CE-ABBCA50D74D1}"/>
              </a:ext>
            </a:extLst>
          </p:cNvPr>
          <p:cNvSpPr>
            <a:spLocks noGrp="1"/>
          </p:cNvSpPr>
          <p:nvPr/>
        </p:nvSpPr>
        <p:spPr>
          <a:xfrm>
            <a:off x="4172330" y="2925958"/>
            <a:ext cx="28398" cy="28398"/>
          </a:xfrm>
          <a:prstGeom prst="ellipse">
            <a:avLst/>
          </a:prstGeom>
          <a:solidFill>
            <a:srgbClr val="7F8C97">
              <a:alpha val="48000"/>
            </a:srgbClr>
          </a:solidFill>
          <a:ln w="0">
            <a:noFill/>
            <a:prstDash val="solid"/>
          </a:ln>
        </p:spPr>
      </p:sp>
      <p:sp>
        <p:nvSpPr>
          <p:cNvPr id="1108" name="03_assume_matched_6405">
            <a:extLst>
              <a:ext uri="{FF2B5EF4-FFF2-40B4-BE49-F238E27FC236}">
                <a16:creationId xmlns:a16="http://schemas.microsoft.com/office/drawing/2014/main" id="{319BF44C-B5F7-47B8-8AA4-0575EE2CD525}"/>
              </a:ext>
            </a:extLst>
          </p:cNvPr>
          <p:cNvSpPr>
            <a:spLocks noGrp="1"/>
          </p:cNvSpPr>
          <p:nvPr/>
        </p:nvSpPr>
        <p:spPr>
          <a:xfrm>
            <a:off x="4255221" y="2974697"/>
            <a:ext cx="28398" cy="28398"/>
          </a:xfrm>
          <a:prstGeom prst="ellipse">
            <a:avLst/>
          </a:prstGeom>
          <a:solidFill>
            <a:srgbClr val="7F8C97">
              <a:alpha val="48000"/>
            </a:srgbClr>
          </a:solidFill>
          <a:ln w="0">
            <a:noFill/>
            <a:prstDash val="solid"/>
          </a:ln>
        </p:spPr>
      </p:sp>
      <p:sp>
        <p:nvSpPr>
          <p:cNvPr id="1109" name="03_assume_matched_6406">
            <a:extLst>
              <a:ext uri="{FF2B5EF4-FFF2-40B4-BE49-F238E27FC236}">
                <a16:creationId xmlns:a16="http://schemas.microsoft.com/office/drawing/2014/main" id="{92C035B9-28A9-48F4-B2B7-A3E8CEC25E00}"/>
              </a:ext>
            </a:extLst>
          </p:cNvPr>
          <p:cNvSpPr>
            <a:spLocks noGrp="1"/>
          </p:cNvSpPr>
          <p:nvPr/>
        </p:nvSpPr>
        <p:spPr>
          <a:xfrm>
            <a:off x="4292350" y="3037362"/>
            <a:ext cx="28398" cy="28398"/>
          </a:xfrm>
          <a:prstGeom prst="ellipse">
            <a:avLst/>
          </a:prstGeom>
          <a:solidFill>
            <a:srgbClr val="7F8C97">
              <a:alpha val="48000"/>
            </a:srgbClr>
          </a:solidFill>
          <a:ln w="0">
            <a:noFill/>
            <a:prstDash val="solid"/>
          </a:ln>
        </p:spPr>
      </p:sp>
      <p:sp>
        <p:nvSpPr>
          <p:cNvPr id="1110" name="03_assume_matched_6407">
            <a:extLst>
              <a:ext uri="{FF2B5EF4-FFF2-40B4-BE49-F238E27FC236}">
                <a16:creationId xmlns:a16="http://schemas.microsoft.com/office/drawing/2014/main" id="{B861268F-1AA7-4650-87A5-177971D4C60A}"/>
              </a:ext>
            </a:extLst>
          </p:cNvPr>
          <p:cNvSpPr>
            <a:spLocks noGrp="1"/>
          </p:cNvSpPr>
          <p:nvPr/>
        </p:nvSpPr>
        <p:spPr>
          <a:xfrm>
            <a:off x="4298538" y="2828480"/>
            <a:ext cx="28398" cy="28398"/>
          </a:xfrm>
          <a:prstGeom prst="ellipse">
            <a:avLst/>
          </a:prstGeom>
          <a:solidFill>
            <a:srgbClr val="7F8C97">
              <a:alpha val="48000"/>
            </a:srgbClr>
          </a:solidFill>
          <a:ln w="0">
            <a:noFill/>
            <a:prstDash val="solid"/>
          </a:ln>
        </p:spPr>
      </p:sp>
      <p:sp>
        <p:nvSpPr>
          <p:cNvPr id="1111" name="03_assume_matched_6408">
            <a:extLst>
              <a:ext uri="{FF2B5EF4-FFF2-40B4-BE49-F238E27FC236}">
                <a16:creationId xmlns:a16="http://schemas.microsoft.com/office/drawing/2014/main" id="{7E75CA24-BAA7-4237-A88A-AF7082FD8A1B}"/>
              </a:ext>
            </a:extLst>
          </p:cNvPr>
          <p:cNvSpPr>
            <a:spLocks noGrp="1"/>
          </p:cNvSpPr>
          <p:nvPr/>
        </p:nvSpPr>
        <p:spPr>
          <a:xfrm>
            <a:off x="4209602" y="3120914"/>
            <a:ext cx="28398" cy="28398"/>
          </a:xfrm>
          <a:prstGeom prst="ellipse">
            <a:avLst/>
          </a:prstGeom>
          <a:solidFill>
            <a:srgbClr val="7F8C97">
              <a:alpha val="48000"/>
            </a:srgbClr>
          </a:solidFill>
          <a:ln w="0">
            <a:noFill/>
            <a:prstDash val="solid"/>
          </a:ln>
        </p:spPr>
      </p:sp>
      <p:sp>
        <p:nvSpPr>
          <p:cNvPr id="1112" name="03_assume_matched_6409">
            <a:extLst>
              <a:ext uri="{FF2B5EF4-FFF2-40B4-BE49-F238E27FC236}">
                <a16:creationId xmlns:a16="http://schemas.microsoft.com/office/drawing/2014/main" id="{796D513B-ED74-4200-8B2C-4F627936AE5E}"/>
              </a:ext>
            </a:extLst>
          </p:cNvPr>
          <p:cNvSpPr>
            <a:spLocks noGrp="1"/>
          </p:cNvSpPr>
          <p:nvPr/>
        </p:nvSpPr>
        <p:spPr>
          <a:xfrm>
            <a:off x="4262417" y="3120914"/>
            <a:ext cx="28398" cy="28398"/>
          </a:xfrm>
          <a:prstGeom prst="ellipse">
            <a:avLst/>
          </a:prstGeom>
          <a:solidFill>
            <a:srgbClr val="7F8C97">
              <a:alpha val="48000"/>
            </a:srgbClr>
          </a:solidFill>
          <a:ln w="0">
            <a:noFill/>
            <a:prstDash val="solid"/>
          </a:ln>
        </p:spPr>
      </p:sp>
      <p:sp>
        <p:nvSpPr>
          <p:cNvPr id="1113" name="03_assume_matched_6410">
            <a:extLst>
              <a:ext uri="{FF2B5EF4-FFF2-40B4-BE49-F238E27FC236}">
                <a16:creationId xmlns:a16="http://schemas.microsoft.com/office/drawing/2014/main" id="{F4B2C727-C98C-43C7-A023-7C1DD26C5796}"/>
              </a:ext>
            </a:extLst>
          </p:cNvPr>
          <p:cNvSpPr>
            <a:spLocks noGrp="1"/>
          </p:cNvSpPr>
          <p:nvPr/>
        </p:nvSpPr>
        <p:spPr>
          <a:xfrm>
            <a:off x="4273354" y="3120914"/>
            <a:ext cx="28398" cy="28398"/>
          </a:xfrm>
          <a:prstGeom prst="ellipse">
            <a:avLst/>
          </a:prstGeom>
          <a:solidFill>
            <a:srgbClr val="7F8C97">
              <a:alpha val="48000"/>
            </a:srgbClr>
          </a:solidFill>
          <a:ln w="0">
            <a:noFill/>
            <a:prstDash val="solid"/>
          </a:ln>
        </p:spPr>
      </p:sp>
      <p:sp>
        <p:nvSpPr>
          <p:cNvPr id="1114" name="03_assume_matched_6411">
            <a:extLst>
              <a:ext uri="{FF2B5EF4-FFF2-40B4-BE49-F238E27FC236}">
                <a16:creationId xmlns:a16="http://schemas.microsoft.com/office/drawing/2014/main" id="{D0BD388D-2672-475B-A4A9-9095B4C60474}"/>
              </a:ext>
            </a:extLst>
          </p:cNvPr>
          <p:cNvSpPr>
            <a:spLocks noGrp="1"/>
          </p:cNvSpPr>
          <p:nvPr/>
        </p:nvSpPr>
        <p:spPr>
          <a:xfrm>
            <a:off x="4290767" y="3120914"/>
            <a:ext cx="28398" cy="28398"/>
          </a:xfrm>
          <a:prstGeom prst="ellipse">
            <a:avLst/>
          </a:prstGeom>
          <a:solidFill>
            <a:srgbClr val="7F8C97">
              <a:alpha val="48000"/>
            </a:srgbClr>
          </a:solidFill>
          <a:ln w="0">
            <a:noFill/>
            <a:prstDash val="solid"/>
          </a:ln>
        </p:spPr>
      </p:sp>
      <p:sp>
        <p:nvSpPr>
          <p:cNvPr id="1115" name="03_assume_matched_6412">
            <a:extLst>
              <a:ext uri="{FF2B5EF4-FFF2-40B4-BE49-F238E27FC236}">
                <a16:creationId xmlns:a16="http://schemas.microsoft.com/office/drawing/2014/main" id="{16FDE48A-42E7-4011-911A-4CDD197F6B4A}"/>
              </a:ext>
            </a:extLst>
          </p:cNvPr>
          <p:cNvSpPr>
            <a:spLocks noGrp="1"/>
          </p:cNvSpPr>
          <p:nvPr/>
        </p:nvSpPr>
        <p:spPr>
          <a:xfrm>
            <a:off x="4275512" y="3120914"/>
            <a:ext cx="28398" cy="28398"/>
          </a:xfrm>
          <a:prstGeom prst="ellipse">
            <a:avLst/>
          </a:prstGeom>
          <a:solidFill>
            <a:srgbClr val="7F8C97">
              <a:alpha val="48000"/>
            </a:srgbClr>
          </a:solidFill>
          <a:ln w="0">
            <a:noFill/>
            <a:prstDash val="solid"/>
          </a:ln>
        </p:spPr>
      </p:sp>
      <p:sp>
        <p:nvSpPr>
          <p:cNvPr id="1116" name="03_assume_matched_6413">
            <a:extLst>
              <a:ext uri="{FF2B5EF4-FFF2-40B4-BE49-F238E27FC236}">
                <a16:creationId xmlns:a16="http://schemas.microsoft.com/office/drawing/2014/main" id="{DBFA4D9B-F34B-4327-A1C5-FB83AC64EADE}"/>
              </a:ext>
            </a:extLst>
          </p:cNvPr>
          <p:cNvSpPr>
            <a:spLocks noGrp="1"/>
          </p:cNvSpPr>
          <p:nvPr/>
        </p:nvSpPr>
        <p:spPr>
          <a:xfrm>
            <a:off x="4253782" y="3120914"/>
            <a:ext cx="28398" cy="28398"/>
          </a:xfrm>
          <a:prstGeom prst="ellipse">
            <a:avLst/>
          </a:prstGeom>
          <a:solidFill>
            <a:srgbClr val="7F8C97">
              <a:alpha val="48000"/>
            </a:srgbClr>
          </a:solidFill>
          <a:ln w="0">
            <a:noFill/>
            <a:prstDash val="solid"/>
          </a:ln>
        </p:spPr>
      </p:sp>
      <p:sp>
        <p:nvSpPr>
          <p:cNvPr id="1117" name="03_assume_matched_6414">
            <a:extLst>
              <a:ext uri="{FF2B5EF4-FFF2-40B4-BE49-F238E27FC236}">
                <a16:creationId xmlns:a16="http://schemas.microsoft.com/office/drawing/2014/main" id="{0D7E1617-88B5-408B-B1F7-3BB2C3BD2AAD}"/>
              </a:ext>
            </a:extLst>
          </p:cNvPr>
          <p:cNvSpPr>
            <a:spLocks noGrp="1"/>
          </p:cNvSpPr>
          <p:nvPr/>
        </p:nvSpPr>
        <p:spPr>
          <a:xfrm>
            <a:off x="4165566" y="2828480"/>
            <a:ext cx="28398" cy="28398"/>
          </a:xfrm>
          <a:prstGeom prst="ellipse">
            <a:avLst/>
          </a:prstGeom>
          <a:solidFill>
            <a:srgbClr val="7F8C97">
              <a:alpha val="48000"/>
            </a:srgbClr>
          </a:solidFill>
          <a:ln w="0">
            <a:noFill/>
            <a:prstDash val="solid"/>
          </a:ln>
        </p:spPr>
      </p:sp>
      <p:sp>
        <p:nvSpPr>
          <p:cNvPr id="1118" name="03_assume_matched_6415">
            <a:extLst>
              <a:ext uri="{FF2B5EF4-FFF2-40B4-BE49-F238E27FC236}">
                <a16:creationId xmlns:a16="http://schemas.microsoft.com/office/drawing/2014/main" id="{5CA4C323-865C-49EC-BE67-07D2A8F071DD}"/>
              </a:ext>
            </a:extLst>
          </p:cNvPr>
          <p:cNvSpPr>
            <a:spLocks noGrp="1"/>
          </p:cNvSpPr>
          <p:nvPr/>
        </p:nvSpPr>
        <p:spPr>
          <a:xfrm>
            <a:off x="4179525" y="3120914"/>
            <a:ext cx="28398" cy="28398"/>
          </a:xfrm>
          <a:prstGeom prst="ellipse">
            <a:avLst/>
          </a:prstGeom>
          <a:solidFill>
            <a:srgbClr val="7F8C97">
              <a:alpha val="48000"/>
            </a:srgbClr>
          </a:solidFill>
          <a:ln w="0">
            <a:noFill/>
            <a:prstDash val="solid"/>
          </a:ln>
        </p:spPr>
      </p:sp>
      <p:sp>
        <p:nvSpPr>
          <p:cNvPr id="1119" name="03_assume_matched_6416">
            <a:extLst>
              <a:ext uri="{FF2B5EF4-FFF2-40B4-BE49-F238E27FC236}">
                <a16:creationId xmlns:a16="http://schemas.microsoft.com/office/drawing/2014/main" id="{C004E357-A6EB-414A-8042-8E418F69C5CA}"/>
              </a:ext>
            </a:extLst>
          </p:cNvPr>
          <p:cNvSpPr>
            <a:spLocks noGrp="1"/>
          </p:cNvSpPr>
          <p:nvPr/>
        </p:nvSpPr>
        <p:spPr>
          <a:xfrm>
            <a:off x="4240686" y="2828480"/>
            <a:ext cx="28398" cy="28398"/>
          </a:xfrm>
          <a:prstGeom prst="ellipse">
            <a:avLst/>
          </a:prstGeom>
          <a:solidFill>
            <a:srgbClr val="7F8C97">
              <a:alpha val="48000"/>
            </a:srgbClr>
          </a:solidFill>
          <a:ln w="0">
            <a:noFill/>
            <a:prstDash val="solid"/>
          </a:ln>
        </p:spPr>
      </p:sp>
      <p:sp>
        <p:nvSpPr>
          <p:cNvPr id="1120" name="03_assume_matched_6417">
            <a:extLst>
              <a:ext uri="{FF2B5EF4-FFF2-40B4-BE49-F238E27FC236}">
                <a16:creationId xmlns:a16="http://schemas.microsoft.com/office/drawing/2014/main" id="{1F3120C8-E390-44D1-937F-5D459B2582A1}"/>
              </a:ext>
            </a:extLst>
          </p:cNvPr>
          <p:cNvSpPr>
            <a:spLocks noGrp="1"/>
          </p:cNvSpPr>
          <p:nvPr/>
        </p:nvSpPr>
        <p:spPr>
          <a:xfrm>
            <a:off x="4185569" y="3120914"/>
            <a:ext cx="28398" cy="28398"/>
          </a:xfrm>
          <a:prstGeom prst="ellipse">
            <a:avLst/>
          </a:prstGeom>
          <a:solidFill>
            <a:srgbClr val="7F8C97">
              <a:alpha val="48000"/>
            </a:srgbClr>
          </a:solidFill>
          <a:ln w="0">
            <a:noFill/>
            <a:prstDash val="solid"/>
          </a:ln>
        </p:spPr>
      </p:sp>
      <p:sp>
        <p:nvSpPr>
          <p:cNvPr id="1121" name="03_assume_matched_6418">
            <a:extLst>
              <a:ext uri="{FF2B5EF4-FFF2-40B4-BE49-F238E27FC236}">
                <a16:creationId xmlns:a16="http://schemas.microsoft.com/office/drawing/2014/main" id="{BFFD7A4C-44C9-4DAA-9A60-E79D707F8471}"/>
              </a:ext>
            </a:extLst>
          </p:cNvPr>
          <p:cNvSpPr>
            <a:spLocks noGrp="1"/>
          </p:cNvSpPr>
          <p:nvPr/>
        </p:nvSpPr>
        <p:spPr>
          <a:xfrm>
            <a:off x="4211617" y="3120914"/>
            <a:ext cx="28398" cy="28398"/>
          </a:xfrm>
          <a:prstGeom prst="ellipse">
            <a:avLst/>
          </a:prstGeom>
          <a:solidFill>
            <a:srgbClr val="7F8C97">
              <a:alpha val="48000"/>
            </a:srgbClr>
          </a:solidFill>
          <a:ln w="0">
            <a:noFill/>
            <a:prstDash val="solid"/>
          </a:ln>
        </p:spPr>
      </p:sp>
      <p:sp>
        <p:nvSpPr>
          <p:cNvPr id="1122" name="03_assume_matched_6419">
            <a:extLst>
              <a:ext uri="{FF2B5EF4-FFF2-40B4-BE49-F238E27FC236}">
                <a16:creationId xmlns:a16="http://schemas.microsoft.com/office/drawing/2014/main" id="{70B0AA12-6BD3-4B0F-ACC1-EA382E5634FA}"/>
              </a:ext>
            </a:extLst>
          </p:cNvPr>
          <p:cNvSpPr>
            <a:spLocks noGrp="1"/>
          </p:cNvSpPr>
          <p:nvPr/>
        </p:nvSpPr>
        <p:spPr>
          <a:xfrm>
            <a:off x="4160673" y="3120914"/>
            <a:ext cx="28398" cy="28398"/>
          </a:xfrm>
          <a:prstGeom prst="ellipse">
            <a:avLst/>
          </a:prstGeom>
          <a:solidFill>
            <a:srgbClr val="7F8C97">
              <a:alpha val="48000"/>
            </a:srgbClr>
          </a:solidFill>
          <a:ln w="0">
            <a:noFill/>
            <a:prstDash val="solid"/>
          </a:ln>
        </p:spPr>
      </p:sp>
      <p:sp>
        <p:nvSpPr>
          <p:cNvPr id="1123" name="03_assume_matched_6420">
            <a:extLst>
              <a:ext uri="{FF2B5EF4-FFF2-40B4-BE49-F238E27FC236}">
                <a16:creationId xmlns:a16="http://schemas.microsoft.com/office/drawing/2014/main" id="{C5CFC65D-580A-4791-9B55-AEF85415611B}"/>
              </a:ext>
            </a:extLst>
          </p:cNvPr>
          <p:cNvSpPr>
            <a:spLocks noGrp="1"/>
          </p:cNvSpPr>
          <p:nvPr/>
        </p:nvSpPr>
        <p:spPr>
          <a:xfrm>
            <a:off x="4656159" y="2813483"/>
            <a:ext cx="28398" cy="28398"/>
          </a:xfrm>
          <a:prstGeom prst="ellipse">
            <a:avLst/>
          </a:prstGeom>
          <a:solidFill>
            <a:srgbClr val="7F8C97">
              <a:alpha val="48000"/>
            </a:srgbClr>
          </a:solidFill>
          <a:ln w="0">
            <a:noFill/>
            <a:prstDash val="solid"/>
          </a:ln>
        </p:spPr>
      </p:sp>
      <p:sp>
        <p:nvSpPr>
          <p:cNvPr id="1124" name="03_assume_matched_6421">
            <a:extLst>
              <a:ext uri="{FF2B5EF4-FFF2-40B4-BE49-F238E27FC236}">
                <a16:creationId xmlns:a16="http://schemas.microsoft.com/office/drawing/2014/main" id="{E5D3C9F1-1340-4E94-AB58-F3D08BD59071}"/>
              </a:ext>
            </a:extLst>
          </p:cNvPr>
          <p:cNvSpPr>
            <a:spLocks noGrp="1"/>
          </p:cNvSpPr>
          <p:nvPr/>
        </p:nvSpPr>
        <p:spPr>
          <a:xfrm>
            <a:off x="4644646" y="3120914"/>
            <a:ext cx="28398" cy="28398"/>
          </a:xfrm>
          <a:prstGeom prst="ellipse">
            <a:avLst/>
          </a:prstGeom>
          <a:solidFill>
            <a:srgbClr val="7F8C97">
              <a:alpha val="48000"/>
            </a:srgbClr>
          </a:solidFill>
          <a:ln w="0">
            <a:noFill/>
            <a:prstDash val="solid"/>
          </a:ln>
        </p:spPr>
      </p:sp>
      <p:sp>
        <p:nvSpPr>
          <p:cNvPr id="1125" name="03_assume_matched_6422">
            <a:extLst>
              <a:ext uri="{FF2B5EF4-FFF2-40B4-BE49-F238E27FC236}">
                <a16:creationId xmlns:a16="http://schemas.microsoft.com/office/drawing/2014/main" id="{0073A253-12BD-47CF-AEF3-7DACAC7B30B6}"/>
              </a:ext>
            </a:extLst>
          </p:cNvPr>
          <p:cNvSpPr>
            <a:spLocks noGrp="1"/>
          </p:cNvSpPr>
          <p:nvPr/>
        </p:nvSpPr>
        <p:spPr>
          <a:xfrm>
            <a:off x="4587515" y="3120914"/>
            <a:ext cx="28398" cy="28398"/>
          </a:xfrm>
          <a:prstGeom prst="ellipse">
            <a:avLst/>
          </a:prstGeom>
          <a:solidFill>
            <a:srgbClr val="7F8C97">
              <a:alpha val="48000"/>
            </a:srgbClr>
          </a:solidFill>
          <a:ln w="0">
            <a:noFill/>
            <a:prstDash val="solid"/>
          </a:ln>
        </p:spPr>
      </p:sp>
      <p:sp>
        <p:nvSpPr>
          <p:cNvPr id="1126" name="03_assume_matched_6423">
            <a:extLst>
              <a:ext uri="{FF2B5EF4-FFF2-40B4-BE49-F238E27FC236}">
                <a16:creationId xmlns:a16="http://schemas.microsoft.com/office/drawing/2014/main" id="{9E135C05-3D41-4EC6-9517-7E4B72A207CD}"/>
              </a:ext>
            </a:extLst>
          </p:cNvPr>
          <p:cNvSpPr>
            <a:spLocks noGrp="1"/>
          </p:cNvSpPr>
          <p:nvPr/>
        </p:nvSpPr>
        <p:spPr>
          <a:xfrm>
            <a:off x="4666377" y="2536045"/>
            <a:ext cx="28398" cy="28398"/>
          </a:xfrm>
          <a:prstGeom prst="ellipse">
            <a:avLst/>
          </a:prstGeom>
          <a:solidFill>
            <a:srgbClr val="7F8C97">
              <a:alpha val="48000"/>
            </a:srgbClr>
          </a:solidFill>
          <a:ln w="0">
            <a:noFill/>
            <a:prstDash val="solid"/>
          </a:ln>
        </p:spPr>
      </p:sp>
      <p:sp>
        <p:nvSpPr>
          <p:cNvPr id="1127" name="03_assume_matched_6424">
            <a:extLst>
              <a:ext uri="{FF2B5EF4-FFF2-40B4-BE49-F238E27FC236}">
                <a16:creationId xmlns:a16="http://schemas.microsoft.com/office/drawing/2014/main" id="{8BA98889-EBB9-4685-910E-B5572A057470}"/>
              </a:ext>
            </a:extLst>
          </p:cNvPr>
          <p:cNvSpPr>
            <a:spLocks noGrp="1"/>
          </p:cNvSpPr>
          <p:nvPr/>
        </p:nvSpPr>
        <p:spPr>
          <a:xfrm>
            <a:off x="4634141" y="2536045"/>
            <a:ext cx="28398" cy="28398"/>
          </a:xfrm>
          <a:prstGeom prst="ellipse">
            <a:avLst/>
          </a:prstGeom>
          <a:solidFill>
            <a:srgbClr val="7F8C97">
              <a:alpha val="48000"/>
            </a:srgbClr>
          </a:solidFill>
          <a:ln w="0">
            <a:noFill/>
            <a:prstDash val="solid"/>
          </a:ln>
        </p:spPr>
      </p:sp>
      <p:sp>
        <p:nvSpPr>
          <p:cNvPr id="1128" name="03_assume_matched_6425">
            <a:extLst>
              <a:ext uri="{FF2B5EF4-FFF2-40B4-BE49-F238E27FC236}">
                <a16:creationId xmlns:a16="http://schemas.microsoft.com/office/drawing/2014/main" id="{C4857721-B37E-44EC-BD11-51930043243A}"/>
              </a:ext>
            </a:extLst>
          </p:cNvPr>
          <p:cNvSpPr>
            <a:spLocks noGrp="1"/>
          </p:cNvSpPr>
          <p:nvPr/>
        </p:nvSpPr>
        <p:spPr>
          <a:xfrm>
            <a:off x="4538873" y="2642385"/>
            <a:ext cx="28398" cy="28398"/>
          </a:xfrm>
          <a:prstGeom prst="ellipse">
            <a:avLst/>
          </a:prstGeom>
          <a:solidFill>
            <a:srgbClr val="7F8C97">
              <a:alpha val="48000"/>
            </a:srgbClr>
          </a:solidFill>
          <a:ln w="0">
            <a:noFill/>
            <a:prstDash val="solid"/>
          </a:ln>
        </p:spPr>
      </p:sp>
      <p:sp>
        <p:nvSpPr>
          <p:cNvPr id="1129" name="03_assume_matched_6426">
            <a:extLst>
              <a:ext uri="{FF2B5EF4-FFF2-40B4-BE49-F238E27FC236}">
                <a16:creationId xmlns:a16="http://schemas.microsoft.com/office/drawing/2014/main" id="{BD6CD16C-B65C-4A2C-B62A-4B70A08D36AB}"/>
              </a:ext>
            </a:extLst>
          </p:cNvPr>
          <p:cNvSpPr>
            <a:spLocks noGrp="1"/>
          </p:cNvSpPr>
          <p:nvPr/>
        </p:nvSpPr>
        <p:spPr>
          <a:xfrm>
            <a:off x="4569526" y="3120914"/>
            <a:ext cx="28398" cy="28398"/>
          </a:xfrm>
          <a:prstGeom prst="ellipse">
            <a:avLst/>
          </a:prstGeom>
          <a:solidFill>
            <a:srgbClr val="7F8C97">
              <a:alpha val="48000"/>
            </a:srgbClr>
          </a:solidFill>
          <a:ln w="0">
            <a:noFill/>
            <a:prstDash val="solid"/>
          </a:ln>
        </p:spPr>
      </p:sp>
      <p:sp>
        <p:nvSpPr>
          <p:cNvPr id="1130" name="03_assume_matched_6427">
            <a:extLst>
              <a:ext uri="{FF2B5EF4-FFF2-40B4-BE49-F238E27FC236}">
                <a16:creationId xmlns:a16="http://schemas.microsoft.com/office/drawing/2014/main" id="{97688141-C5C4-4D93-9B1C-C885B3CBAB60}"/>
              </a:ext>
            </a:extLst>
          </p:cNvPr>
          <p:cNvSpPr>
            <a:spLocks noGrp="1"/>
          </p:cNvSpPr>
          <p:nvPr/>
        </p:nvSpPr>
        <p:spPr>
          <a:xfrm>
            <a:off x="4538585" y="3120914"/>
            <a:ext cx="28398" cy="28398"/>
          </a:xfrm>
          <a:prstGeom prst="ellipse">
            <a:avLst/>
          </a:prstGeom>
          <a:solidFill>
            <a:srgbClr val="7F8C97">
              <a:alpha val="48000"/>
            </a:srgbClr>
          </a:solidFill>
          <a:ln w="0">
            <a:noFill/>
            <a:prstDash val="solid"/>
          </a:ln>
        </p:spPr>
      </p:sp>
      <p:sp>
        <p:nvSpPr>
          <p:cNvPr id="1131" name="03_assume_matched_6428">
            <a:extLst>
              <a:ext uri="{FF2B5EF4-FFF2-40B4-BE49-F238E27FC236}">
                <a16:creationId xmlns:a16="http://schemas.microsoft.com/office/drawing/2014/main" id="{07351858-72ED-406A-8945-92B98DA2ED06}"/>
              </a:ext>
            </a:extLst>
          </p:cNvPr>
          <p:cNvSpPr>
            <a:spLocks noGrp="1"/>
          </p:cNvSpPr>
          <p:nvPr/>
        </p:nvSpPr>
        <p:spPr>
          <a:xfrm>
            <a:off x="4619894" y="3120914"/>
            <a:ext cx="28398" cy="28398"/>
          </a:xfrm>
          <a:prstGeom prst="ellipse">
            <a:avLst/>
          </a:prstGeom>
          <a:solidFill>
            <a:srgbClr val="7F8C97">
              <a:alpha val="48000"/>
            </a:srgbClr>
          </a:solidFill>
          <a:ln w="0">
            <a:noFill/>
            <a:prstDash val="solid"/>
          </a:ln>
        </p:spPr>
      </p:sp>
      <p:sp>
        <p:nvSpPr>
          <p:cNvPr id="1132" name="03_assume_matched_6429">
            <a:extLst>
              <a:ext uri="{FF2B5EF4-FFF2-40B4-BE49-F238E27FC236}">
                <a16:creationId xmlns:a16="http://schemas.microsoft.com/office/drawing/2014/main" id="{83F69FB2-A39C-4C0A-8CDA-61EA3D68CA30}"/>
              </a:ext>
            </a:extLst>
          </p:cNvPr>
          <p:cNvSpPr>
            <a:spLocks noGrp="1"/>
          </p:cNvSpPr>
          <p:nvPr/>
        </p:nvSpPr>
        <p:spPr>
          <a:xfrm>
            <a:off x="4601186" y="3120914"/>
            <a:ext cx="28398" cy="28398"/>
          </a:xfrm>
          <a:prstGeom prst="ellipse">
            <a:avLst/>
          </a:prstGeom>
          <a:solidFill>
            <a:srgbClr val="7F8C97">
              <a:alpha val="48000"/>
            </a:srgbClr>
          </a:solidFill>
          <a:ln w="0">
            <a:noFill/>
            <a:prstDash val="solid"/>
          </a:ln>
        </p:spPr>
      </p:sp>
      <p:sp>
        <p:nvSpPr>
          <p:cNvPr id="1133" name="03_assume_matched_6430">
            <a:extLst>
              <a:ext uri="{FF2B5EF4-FFF2-40B4-BE49-F238E27FC236}">
                <a16:creationId xmlns:a16="http://schemas.microsoft.com/office/drawing/2014/main" id="{FD717B14-5A51-4790-B04F-E5E2169A63F7}"/>
              </a:ext>
            </a:extLst>
          </p:cNvPr>
          <p:cNvSpPr>
            <a:spLocks noGrp="1"/>
          </p:cNvSpPr>
          <p:nvPr/>
        </p:nvSpPr>
        <p:spPr>
          <a:xfrm>
            <a:off x="4585932" y="3120914"/>
            <a:ext cx="28398" cy="28398"/>
          </a:xfrm>
          <a:prstGeom prst="ellipse">
            <a:avLst/>
          </a:prstGeom>
          <a:solidFill>
            <a:srgbClr val="7F8C97">
              <a:alpha val="48000"/>
            </a:srgbClr>
          </a:solidFill>
          <a:ln w="0">
            <a:noFill/>
            <a:prstDash val="solid"/>
          </a:ln>
        </p:spPr>
      </p:sp>
      <p:sp>
        <p:nvSpPr>
          <p:cNvPr id="1134" name="03_assume_matched_6431">
            <a:extLst>
              <a:ext uri="{FF2B5EF4-FFF2-40B4-BE49-F238E27FC236}">
                <a16:creationId xmlns:a16="http://schemas.microsoft.com/office/drawing/2014/main" id="{43387566-6DBD-4BAE-BA6C-F1986D90EF7C}"/>
              </a:ext>
            </a:extLst>
          </p:cNvPr>
          <p:cNvSpPr>
            <a:spLocks noGrp="1"/>
          </p:cNvSpPr>
          <p:nvPr/>
        </p:nvSpPr>
        <p:spPr>
          <a:xfrm>
            <a:off x="4571685" y="3120914"/>
            <a:ext cx="28398" cy="28398"/>
          </a:xfrm>
          <a:prstGeom prst="ellipse">
            <a:avLst/>
          </a:prstGeom>
          <a:solidFill>
            <a:srgbClr val="7F8C97">
              <a:alpha val="48000"/>
            </a:srgbClr>
          </a:solidFill>
          <a:ln w="0">
            <a:noFill/>
            <a:prstDash val="solid"/>
          </a:ln>
        </p:spPr>
      </p:sp>
      <p:sp>
        <p:nvSpPr>
          <p:cNvPr id="1135" name="03_assume_matched_6432">
            <a:extLst>
              <a:ext uri="{FF2B5EF4-FFF2-40B4-BE49-F238E27FC236}">
                <a16:creationId xmlns:a16="http://schemas.microsoft.com/office/drawing/2014/main" id="{FA25646B-9B4A-499B-B344-8480FC811651}"/>
              </a:ext>
            </a:extLst>
          </p:cNvPr>
          <p:cNvSpPr>
            <a:spLocks noGrp="1"/>
          </p:cNvSpPr>
          <p:nvPr/>
        </p:nvSpPr>
        <p:spPr>
          <a:xfrm>
            <a:off x="4588090" y="2536045"/>
            <a:ext cx="28398" cy="28398"/>
          </a:xfrm>
          <a:prstGeom prst="ellipse">
            <a:avLst/>
          </a:prstGeom>
          <a:solidFill>
            <a:srgbClr val="7F8C97">
              <a:alpha val="48000"/>
            </a:srgbClr>
          </a:solidFill>
          <a:ln w="0">
            <a:noFill/>
            <a:prstDash val="solid"/>
          </a:ln>
        </p:spPr>
      </p:sp>
      <p:sp>
        <p:nvSpPr>
          <p:cNvPr id="1136" name="03_assume_matched_6433">
            <a:extLst>
              <a:ext uri="{FF2B5EF4-FFF2-40B4-BE49-F238E27FC236}">
                <a16:creationId xmlns:a16="http://schemas.microsoft.com/office/drawing/2014/main" id="{E1E4880E-A7BB-496D-BA31-903C4D072846}"/>
              </a:ext>
            </a:extLst>
          </p:cNvPr>
          <p:cNvSpPr>
            <a:spLocks noGrp="1"/>
          </p:cNvSpPr>
          <p:nvPr/>
        </p:nvSpPr>
        <p:spPr>
          <a:xfrm>
            <a:off x="4673284" y="2828480"/>
            <a:ext cx="28398" cy="28398"/>
          </a:xfrm>
          <a:prstGeom prst="ellipse">
            <a:avLst/>
          </a:prstGeom>
          <a:solidFill>
            <a:srgbClr val="7F8C97">
              <a:alpha val="48000"/>
            </a:srgbClr>
          </a:solidFill>
          <a:ln w="0">
            <a:noFill/>
            <a:prstDash val="solid"/>
          </a:ln>
        </p:spPr>
      </p:sp>
      <p:sp>
        <p:nvSpPr>
          <p:cNvPr id="1137" name="03_assume_matched_6434">
            <a:extLst>
              <a:ext uri="{FF2B5EF4-FFF2-40B4-BE49-F238E27FC236}">
                <a16:creationId xmlns:a16="http://schemas.microsoft.com/office/drawing/2014/main" id="{F71ECA0E-7D47-46D2-8200-EF64D226F86F}"/>
              </a:ext>
            </a:extLst>
          </p:cNvPr>
          <p:cNvSpPr>
            <a:spLocks noGrp="1"/>
          </p:cNvSpPr>
          <p:nvPr/>
        </p:nvSpPr>
        <p:spPr>
          <a:xfrm>
            <a:off x="4628241" y="2536045"/>
            <a:ext cx="28398" cy="28398"/>
          </a:xfrm>
          <a:prstGeom prst="ellipse">
            <a:avLst/>
          </a:prstGeom>
          <a:solidFill>
            <a:srgbClr val="7F8C97">
              <a:alpha val="48000"/>
            </a:srgbClr>
          </a:solidFill>
          <a:ln w="0">
            <a:noFill/>
            <a:prstDash val="solid"/>
          </a:ln>
        </p:spPr>
      </p:sp>
      <p:sp>
        <p:nvSpPr>
          <p:cNvPr id="1138" name="03_assume_matched_6435">
            <a:extLst>
              <a:ext uri="{FF2B5EF4-FFF2-40B4-BE49-F238E27FC236}">
                <a16:creationId xmlns:a16="http://schemas.microsoft.com/office/drawing/2014/main" id="{15871983-1BFF-45ED-9327-845B75739C95}"/>
              </a:ext>
            </a:extLst>
          </p:cNvPr>
          <p:cNvSpPr>
            <a:spLocks noGrp="1"/>
          </p:cNvSpPr>
          <p:nvPr/>
        </p:nvSpPr>
        <p:spPr>
          <a:xfrm>
            <a:off x="4638027" y="3120914"/>
            <a:ext cx="28398" cy="28398"/>
          </a:xfrm>
          <a:prstGeom prst="ellipse">
            <a:avLst/>
          </a:prstGeom>
          <a:solidFill>
            <a:srgbClr val="7F8C97">
              <a:alpha val="48000"/>
            </a:srgbClr>
          </a:solidFill>
          <a:ln w="0">
            <a:noFill/>
            <a:prstDash val="solid"/>
          </a:ln>
        </p:spPr>
      </p:sp>
      <p:sp>
        <p:nvSpPr>
          <p:cNvPr id="1139" name="03_assume_matched_6436">
            <a:extLst>
              <a:ext uri="{FF2B5EF4-FFF2-40B4-BE49-F238E27FC236}">
                <a16:creationId xmlns:a16="http://schemas.microsoft.com/office/drawing/2014/main" id="{0C4CEEA9-CC08-4ECA-8D4E-F91154F92410}"/>
              </a:ext>
            </a:extLst>
          </p:cNvPr>
          <p:cNvSpPr>
            <a:spLocks noGrp="1"/>
          </p:cNvSpPr>
          <p:nvPr/>
        </p:nvSpPr>
        <p:spPr>
          <a:xfrm>
            <a:off x="4574851" y="2990943"/>
            <a:ext cx="28398" cy="28398"/>
          </a:xfrm>
          <a:prstGeom prst="ellipse">
            <a:avLst/>
          </a:prstGeom>
          <a:solidFill>
            <a:srgbClr val="7F8C97">
              <a:alpha val="48000"/>
            </a:srgbClr>
          </a:solidFill>
          <a:ln w="0">
            <a:noFill/>
            <a:prstDash val="solid"/>
          </a:ln>
        </p:spPr>
      </p:sp>
      <p:sp>
        <p:nvSpPr>
          <p:cNvPr id="1140" name="03_assume_matched_6437">
            <a:extLst>
              <a:ext uri="{FF2B5EF4-FFF2-40B4-BE49-F238E27FC236}">
                <a16:creationId xmlns:a16="http://schemas.microsoft.com/office/drawing/2014/main" id="{5A52ABF7-B27D-4896-8250-AAF633E230B6}"/>
              </a:ext>
            </a:extLst>
          </p:cNvPr>
          <p:cNvSpPr>
            <a:spLocks noGrp="1"/>
          </p:cNvSpPr>
          <p:nvPr/>
        </p:nvSpPr>
        <p:spPr>
          <a:xfrm>
            <a:off x="4665225" y="3120914"/>
            <a:ext cx="28398" cy="28398"/>
          </a:xfrm>
          <a:prstGeom prst="ellipse">
            <a:avLst/>
          </a:prstGeom>
          <a:solidFill>
            <a:srgbClr val="7F8C97">
              <a:alpha val="48000"/>
            </a:srgbClr>
          </a:solidFill>
          <a:ln w="0">
            <a:noFill/>
            <a:prstDash val="solid"/>
          </a:ln>
        </p:spPr>
      </p:sp>
      <p:sp>
        <p:nvSpPr>
          <p:cNvPr id="1141" name="03_assume_matched_6438">
            <a:extLst>
              <a:ext uri="{FF2B5EF4-FFF2-40B4-BE49-F238E27FC236}">
                <a16:creationId xmlns:a16="http://schemas.microsoft.com/office/drawing/2014/main" id="{D49630D5-E79D-4A91-94F4-338B0AC38151}"/>
              </a:ext>
            </a:extLst>
          </p:cNvPr>
          <p:cNvSpPr>
            <a:spLocks noGrp="1"/>
          </p:cNvSpPr>
          <p:nvPr/>
        </p:nvSpPr>
        <p:spPr>
          <a:xfrm>
            <a:off x="4638314" y="2695555"/>
            <a:ext cx="28398" cy="28398"/>
          </a:xfrm>
          <a:prstGeom prst="ellipse">
            <a:avLst/>
          </a:prstGeom>
          <a:solidFill>
            <a:srgbClr val="7F8C97">
              <a:alpha val="48000"/>
            </a:srgbClr>
          </a:solidFill>
          <a:ln w="0">
            <a:noFill/>
            <a:prstDash val="solid"/>
          </a:ln>
        </p:spPr>
      </p:sp>
      <p:sp>
        <p:nvSpPr>
          <p:cNvPr id="1142" name="03_assume_matched_6439">
            <a:extLst>
              <a:ext uri="{FF2B5EF4-FFF2-40B4-BE49-F238E27FC236}">
                <a16:creationId xmlns:a16="http://schemas.microsoft.com/office/drawing/2014/main" id="{0E0149A7-5154-45F0-990D-C435D46CE6D4}"/>
              </a:ext>
            </a:extLst>
          </p:cNvPr>
          <p:cNvSpPr>
            <a:spLocks noGrp="1"/>
          </p:cNvSpPr>
          <p:nvPr/>
        </p:nvSpPr>
        <p:spPr>
          <a:xfrm>
            <a:off x="4556142" y="3120914"/>
            <a:ext cx="28398" cy="28398"/>
          </a:xfrm>
          <a:prstGeom prst="ellipse">
            <a:avLst/>
          </a:prstGeom>
          <a:solidFill>
            <a:srgbClr val="7F8C97">
              <a:alpha val="48000"/>
            </a:srgbClr>
          </a:solidFill>
          <a:ln w="0">
            <a:noFill/>
            <a:prstDash val="solid"/>
          </a:ln>
        </p:spPr>
      </p:sp>
      <p:sp>
        <p:nvSpPr>
          <p:cNvPr id="1143" name="03_assume_matched_6440">
            <a:extLst>
              <a:ext uri="{FF2B5EF4-FFF2-40B4-BE49-F238E27FC236}">
                <a16:creationId xmlns:a16="http://schemas.microsoft.com/office/drawing/2014/main" id="{235B9DC5-8DA3-4100-805F-4A511F9DD985}"/>
              </a:ext>
            </a:extLst>
          </p:cNvPr>
          <p:cNvSpPr>
            <a:spLocks noGrp="1"/>
          </p:cNvSpPr>
          <p:nvPr/>
        </p:nvSpPr>
        <p:spPr>
          <a:xfrm>
            <a:off x="4563482" y="3120914"/>
            <a:ext cx="28398" cy="28398"/>
          </a:xfrm>
          <a:prstGeom prst="ellipse">
            <a:avLst/>
          </a:prstGeom>
          <a:solidFill>
            <a:srgbClr val="7F8C97">
              <a:alpha val="48000"/>
            </a:srgbClr>
          </a:solidFill>
          <a:ln w="0">
            <a:noFill/>
            <a:prstDash val="solid"/>
          </a:ln>
        </p:spPr>
      </p:sp>
      <p:sp>
        <p:nvSpPr>
          <p:cNvPr id="1144" name="03_assume_matched_6441">
            <a:extLst>
              <a:ext uri="{FF2B5EF4-FFF2-40B4-BE49-F238E27FC236}">
                <a16:creationId xmlns:a16="http://schemas.microsoft.com/office/drawing/2014/main" id="{92D3E911-1764-459A-8088-BDBF0D204105}"/>
              </a:ext>
            </a:extLst>
          </p:cNvPr>
          <p:cNvSpPr>
            <a:spLocks noGrp="1"/>
          </p:cNvSpPr>
          <p:nvPr/>
        </p:nvSpPr>
        <p:spPr>
          <a:xfrm>
            <a:off x="4574707" y="2925958"/>
            <a:ext cx="28398" cy="28398"/>
          </a:xfrm>
          <a:prstGeom prst="ellipse">
            <a:avLst/>
          </a:prstGeom>
          <a:solidFill>
            <a:srgbClr val="7F8C97">
              <a:alpha val="48000"/>
            </a:srgbClr>
          </a:solidFill>
          <a:ln w="0">
            <a:noFill/>
            <a:prstDash val="solid"/>
          </a:ln>
        </p:spPr>
      </p:sp>
      <p:sp>
        <p:nvSpPr>
          <p:cNvPr id="1145" name="03_assume_matched_6442">
            <a:extLst>
              <a:ext uri="{FF2B5EF4-FFF2-40B4-BE49-F238E27FC236}">
                <a16:creationId xmlns:a16="http://schemas.microsoft.com/office/drawing/2014/main" id="{33A0635F-BC45-4CC3-9206-657FB0E73545}"/>
              </a:ext>
            </a:extLst>
          </p:cNvPr>
          <p:cNvSpPr>
            <a:spLocks noGrp="1"/>
          </p:cNvSpPr>
          <p:nvPr/>
        </p:nvSpPr>
        <p:spPr>
          <a:xfrm>
            <a:off x="4664074" y="3120914"/>
            <a:ext cx="28398" cy="28398"/>
          </a:xfrm>
          <a:prstGeom prst="ellipse">
            <a:avLst/>
          </a:prstGeom>
          <a:solidFill>
            <a:srgbClr val="7F8C97">
              <a:alpha val="48000"/>
            </a:srgbClr>
          </a:solidFill>
          <a:ln w="0">
            <a:noFill/>
            <a:prstDash val="solid"/>
          </a:ln>
        </p:spPr>
      </p:sp>
      <p:sp>
        <p:nvSpPr>
          <p:cNvPr id="1146" name="03_assume_matched_6443">
            <a:extLst>
              <a:ext uri="{FF2B5EF4-FFF2-40B4-BE49-F238E27FC236}">
                <a16:creationId xmlns:a16="http://schemas.microsoft.com/office/drawing/2014/main" id="{283CDDFD-DC77-4D75-864E-84E76B97652E}"/>
              </a:ext>
            </a:extLst>
          </p:cNvPr>
          <p:cNvSpPr>
            <a:spLocks noGrp="1"/>
          </p:cNvSpPr>
          <p:nvPr/>
        </p:nvSpPr>
        <p:spPr>
          <a:xfrm>
            <a:off x="4577009" y="2536045"/>
            <a:ext cx="28398" cy="28398"/>
          </a:xfrm>
          <a:prstGeom prst="ellipse">
            <a:avLst/>
          </a:prstGeom>
          <a:solidFill>
            <a:srgbClr val="7F8C97">
              <a:alpha val="48000"/>
            </a:srgbClr>
          </a:solidFill>
          <a:ln w="0">
            <a:noFill/>
            <a:prstDash val="solid"/>
          </a:ln>
        </p:spPr>
      </p:sp>
      <p:sp>
        <p:nvSpPr>
          <p:cNvPr id="1147" name="03_assume_matched_6444">
            <a:extLst>
              <a:ext uri="{FF2B5EF4-FFF2-40B4-BE49-F238E27FC236}">
                <a16:creationId xmlns:a16="http://schemas.microsoft.com/office/drawing/2014/main" id="{8B4DDFBA-B856-4CB5-88B1-0B4DEF72A70B}"/>
              </a:ext>
            </a:extLst>
          </p:cNvPr>
          <p:cNvSpPr>
            <a:spLocks noGrp="1"/>
          </p:cNvSpPr>
          <p:nvPr/>
        </p:nvSpPr>
        <p:spPr>
          <a:xfrm>
            <a:off x="4656015" y="3120914"/>
            <a:ext cx="28398" cy="28398"/>
          </a:xfrm>
          <a:prstGeom prst="ellipse">
            <a:avLst/>
          </a:prstGeom>
          <a:solidFill>
            <a:srgbClr val="7F8C97">
              <a:alpha val="48000"/>
            </a:srgbClr>
          </a:solidFill>
          <a:ln w="0">
            <a:noFill/>
            <a:prstDash val="solid"/>
          </a:ln>
        </p:spPr>
      </p:sp>
      <p:sp>
        <p:nvSpPr>
          <p:cNvPr id="1148" name="03_assume_matched_6445">
            <a:extLst>
              <a:ext uri="{FF2B5EF4-FFF2-40B4-BE49-F238E27FC236}">
                <a16:creationId xmlns:a16="http://schemas.microsoft.com/office/drawing/2014/main" id="{E4A90025-7987-42DD-A500-0ED30050B1E6}"/>
              </a:ext>
            </a:extLst>
          </p:cNvPr>
          <p:cNvSpPr>
            <a:spLocks noGrp="1"/>
          </p:cNvSpPr>
          <p:nvPr/>
        </p:nvSpPr>
        <p:spPr>
          <a:xfrm>
            <a:off x="4657166" y="2536045"/>
            <a:ext cx="28398" cy="28398"/>
          </a:xfrm>
          <a:prstGeom prst="ellipse">
            <a:avLst/>
          </a:prstGeom>
          <a:solidFill>
            <a:srgbClr val="7F8C97">
              <a:alpha val="48000"/>
            </a:srgbClr>
          </a:solidFill>
          <a:ln w="0">
            <a:noFill/>
            <a:prstDash val="solid"/>
          </a:ln>
        </p:spPr>
      </p:sp>
      <p:sp>
        <p:nvSpPr>
          <p:cNvPr id="1149" name="03_assume_matched_6446">
            <a:extLst>
              <a:ext uri="{FF2B5EF4-FFF2-40B4-BE49-F238E27FC236}">
                <a16:creationId xmlns:a16="http://schemas.microsoft.com/office/drawing/2014/main" id="{10B7BA8B-7DD2-4873-8D3E-F227D7D77E2D}"/>
              </a:ext>
            </a:extLst>
          </p:cNvPr>
          <p:cNvSpPr>
            <a:spLocks noGrp="1"/>
          </p:cNvSpPr>
          <p:nvPr/>
        </p:nvSpPr>
        <p:spPr>
          <a:xfrm>
            <a:off x="4660908" y="3120914"/>
            <a:ext cx="28398" cy="28398"/>
          </a:xfrm>
          <a:prstGeom prst="ellipse">
            <a:avLst/>
          </a:prstGeom>
          <a:solidFill>
            <a:srgbClr val="7F8C97">
              <a:alpha val="48000"/>
            </a:srgbClr>
          </a:solidFill>
          <a:ln w="0">
            <a:noFill/>
            <a:prstDash val="solid"/>
          </a:ln>
        </p:spPr>
      </p:sp>
      <p:sp>
        <p:nvSpPr>
          <p:cNvPr id="1150" name="03_assume_matched_6447">
            <a:extLst>
              <a:ext uri="{FF2B5EF4-FFF2-40B4-BE49-F238E27FC236}">
                <a16:creationId xmlns:a16="http://schemas.microsoft.com/office/drawing/2014/main" id="{AC42BB7E-9A43-463D-AB9F-BEA50AE0B7D9}"/>
              </a:ext>
            </a:extLst>
          </p:cNvPr>
          <p:cNvSpPr>
            <a:spLocks noGrp="1"/>
          </p:cNvSpPr>
          <p:nvPr/>
        </p:nvSpPr>
        <p:spPr>
          <a:xfrm>
            <a:off x="4578160" y="3120914"/>
            <a:ext cx="28398" cy="28398"/>
          </a:xfrm>
          <a:prstGeom prst="ellipse">
            <a:avLst/>
          </a:prstGeom>
          <a:solidFill>
            <a:srgbClr val="7F8C97">
              <a:alpha val="48000"/>
            </a:srgbClr>
          </a:solidFill>
          <a:ln w="0">
            <a:noFill/>
            <a:prstDash val="solid"/>
          </a:ln>
        </p:spPr>
      </p:sp>
      <p:sp>
        <p:nvSpPr>
          <p:cNvPr id="1151" name="03_assume_matched_6448">
            <a:extLst>
              <a:ext uri="{FF2B5EF4-FFF2-40B4-BE49-F238E27FC236}">
                <a16:creationId xmlns:a16="http://schemas.microsoft.com/office/drawing/2014/main" id="{2C950B7A-8EBA-482F-899F-237606F49C39}"/>
              </a:ext>
            </a:extLst>
          </p:cNvPr>
          <p:cNvSpPr>
            <a:spLocks noGrp="1"/>
          </p:cNvSpPr>
          <p:nvPr/>
        </p:nvSpPr>
        <p:spPr>
          <a:xfrm>
            <a:off x="4556430" y="2536045"/>
            <a:ext cx="28398" cy="28398"/>
          </a:xfrm>
          <a:prstGeom prst="ellipse">
            <a:avLst/>
          </a:prstGeom>
          <a:solidFill>
            <a:srgbClr val="7F8C97">
              <a:alpha val="48000"/>
            </a:srgbClr>
          </a:solidFill>
          <a:ln w="0">
            <a:noFill/>
            <a:prstDash val="solid"/>
          </a:ln>
        </p:spPr>
      </p:sp>
      <p:sp>
        <p:nvSpPr>
          <p:cNvPr id="1152" name="03_assume_matched_6449">
            <a:extLst>
              <a:ext uri="{FF2B5EF4-FFF2-40B4-BE49-F238E27FC236}">
                <a16:creationId xmlns:a16="http://schemas.microsoft.com/office/drawing/2014/main" id="{99BA6CDB-6B32-49F7-B56A-6C976F0E1BCC}"/>
              </a:ext>
            </a:extLst>
          </p:cNvPr>
          <p:cNvSpPr>
            <a:spLocks noGrp="1"/>
          </p:cNvSpPr>
          <p:nvPr/>
        </p:nvSpPr>
        <p:spPr>
          <a:xfrm>
            <a:off x="4640185" y="3120914"/>
            <a:ext cx="28398" cy="28398"/>
          </a:xfrm>
          <a:prstGeom prst="ellipse">
            <a:avLst/>
          </a:prstGeom>
          <a:solidFill>
            <a:srgbClr val="7F8C97">
              <a:alpha val="48000"/>
            </a:srgbClr>
          </a:solidFill>
          <a:ln w="0">
            <a:noFill/>
            <a:prstDash val="solid"/>
          </a:ln>
        </p:spPr>
      </p:sp>
      <p:sp>
        <p:nvSpPr>
          <p:cNvPr id="1153" name="03_assume_matched_6450">
            <a:extLst>
              <a:ext uri="{FF2B5EF4-FFF2-40B4-BE49-F238E27FC236}">
                <a16:creationId xmlns:a16="http://schemas.microsoft.com/office/drawing/2014/main" id="{94A089A9-3C0E-4E3F-A3B8-49F58638D24E}"/>
              </a:ext>
            </a:extLst>
          </p:cNvPr>
          <p:cNvSpPr>
            <a:spLocks noGrp="1"/>
          </p:cNvSpPr>
          <p:nvPr/>
        </p:nvSpPr>
        <p:spPr>
          <a:xfrm>
            <a:off x="4549666" y="3120914"/>
            <a:ext cx="28398" cy="28398"/>
          </a:xfrm>
          <a:prstGeom prst="ellipse">
            <a:avLst/>
          </a:prstGeom>
          <a:solidFill>
            <a:srgbClr val="7F8C97">
              <a:alpha val="48000"/>
            </a:srgbClr>
          </a:solidFill>
          <a:ln w="0">
            <a:noFill/>
            <a:prstDash val="solid"/>
          </a:ln>
        </p:spPr>
      </p:sp>
      <p:sp>
        <p:nvSpPr>
          <p:cNvPr id="1154" name="03_assume_matched_6451">
            <a:extLst>
              <a:ext uri="{FF2B5EF4-FFF2-40B4-BE49-F238E27FC236}">
                <a16:creationId xmlns:a16="http://schemas.microsoft.com/office/drawing/2014/main" id="{9AE97851-8FB6-4255-A681-AB714495F78B}"/>
              </a:ext>
            </a:extLst>
          </p:cNvPr>
          <p:cNvSpPr>
            <a:spLocks noGrp="1"/>
          </p:cNvSpPr>
          <p:nvPr/>
        </p:nvSpPr>
        <p:spPr>
          <a:xfrm>
            <a:off x="4643783" y="2536045"/>
            <a:ext cx="28398" cy="28398"/>
          </a:xfrm>
          <a:prstGeom prst="ellipse">
            <a:avLst/>
          </a:prstGeom>
          <a:solidFill>
            <a:srgbClr val="7F8C97">
              <a:alpha val="48000"/>
            </a:srgbClr>
          </a:solidFill>
          <a:ln w="0">
            <a:noFill/>
            <a:prstDash val="solid"/>
          </a:ln>
        </p:spPr>
      </p:sp>
      <p:sp>
        <p:nvSpPr>
          <p:cNvPr id="1155" name="03_assume_matched_6452">
            <a:extLst>
              <a:ext uri="{FF2B5EF4-FFF2-40B4-BE49-F238E27FC236}">
                <a16:creationId xmlns:a16="http://schemas.microsoft.com/office/drawing/2014/main" id="{DD4A95A1-6D61-441E-BE53-BD44467E0E30}"/>
              </a:ext>
            </a:extLst>
          </p:cNvPr>
          <p:cNvSpPr>
            <a:spLocks noGrp="1"/>
          </p:cNvSpPr>
          <p:nvPr/>
        </p:nvSpPr>
        <p:spPr>
          <a:xfrm>
            <a:off x="4550962" y="2828480"/>
            <a:ext cx="28398" cy="28398"/>
          </a:xfrm>
          <a:prstGeom prst="ellipse">
            <a:avLst/>
          </a:prstGeom>
          <a:solidFill>
            <a:srgbClr val="7F8C97">
              <a:alpha val="48000"/>
            </a:srgbClr>
          </a:solidFill>
          <a:ln w="0">
            <a:noFill/>
            <a:prstDash val="solid"/>
          </a:ln>
        </p:spPr>
      </p:sp>
      <p:sp>
        <p:nvSpPr>
          <p:cNvPr id="1156" name="03_assume_matched_6453">
            <a:extLst>
              <a:ext uri="{FF2B5EF4-FFF2-40B4-BE49-F238E27FC236}">
                <a16:creationId xmlns:a16="http://schemas.microsoft.com/office/drawing/2014/main" id="{973AEA65-35E6-492C-889B-B0BEDDA19378}"/>
              </a:ext>
            </a:extLst>
          </p:cNvPr>
          <p:cNvSpPr>
            <a:spLocks noGrp="1"/>
          </p:cNvSpPr>
          <p:nvPr/>
        </p:nvSpPr>
        <p:spPr>
          <a:xfrm>
            <a:off x="4671413" y="2536045"/>
            <a:ext cx="28398" cy="28398"/>
          </a:xfrm>
          <a:prstGeom prst="ellipse">
            <a:avLst/>
          </a:prstGeom>
          <a:solidFill>
            <a:srgbClr val="7F8C97">
              <a:alpha val="48000"/>
            </a:srgbClr>
          </a:solidFill>
          <a:ln w="0">
            <a:noFill/>
            <a:prstDash val="solid"/>
          </a:ln>
        </p:spPr>
      </p:sp>
      <p:sp>
        <p:nvSpPr>
          <p:cNvPr id="1157" name="03_assume_matched_6454">
            <a:extLst>
              <a:ext uri="{FF2B5EF4-FFF2-40B4-BE49-F238E27FC236}">
                <a16:creationId xmlns:a16="http://schemas.microsoft.com/office/drawing/2014/main" id="{963642F4-1362-4665-B8E3-0490E0FAF35F}"/>
              </a:ext>
            </a:extLst>
          </p:cNvPr>
          <p:cNvSpPr>
            <a:spLocks noGrp="1"/>
          </p:cNvSpPr>
          <p:nvPr/>
        </p:nvSpPr>
        <p:spPr>
          <a:xfrm>
            <a:off x="4649395" y="2536045"/>
            <a:ext cx="28398" cy="28398"/>
          </a:xfrm>
          <a:prstGeom prst="ellipse">
            <a:avLst/>
          </a:prstGeom>
          <a:solidFill>
            <a:srgbClr val="7F8C97">
              <a:alpha val="48000"/>
            </a:srgbClr>
          </a:solidFill>
          <a:ln w="0">
            <a:noFill/>
            <a:prstDash val="solid"/>
          </a:ln>
        </p:spPr>
      </p:sp>
      <p:sp>
        <p:nvSpPr>
          <p:cNvPr id="1158" name="03_assume_matched_6455">
            <a:extLst>
              <a:ext uri="{FF2B5EF4-FFF2-40B4-BE49-F238E27FC236}">
                <a16:creationId xmlns:a16="http://schemas.microsoft.com/office/drawing/2014/main" id="{B6F49D46-4550-43F3-812E-21AAF5EE31CC}"/>
              </a:ext>
            </a:extLst>
          </p:cNvPr>
          <p:cNvSpPr>
            <a:spLocks noGrp="1"/>
          </p:cNvSpPr>
          <p:nvPr/>
        </p:nvSpPr>
        <p:spPr>
          <a:xfrm>
            <a:off x="4597300" y="2536045"/>
            <a:ext cx="28398" cy="28398"/>
          </a:xfrm>
          <a:prstGeom prst="ellipse">
            <a:avLst/>
          </a:prstGeom>
          <a:solidFill>
            <a:srgbClr val="7F8C97">
              <a:alpha val="48000"/>
            </a:srgbClr>
          </a:solidFill>
          <a:ln w="0">
            <a:noFill/>
            <a:prstDash val="solid"/>
          </a:ln>
        </p:spPr>
      </p:sp>
      <p:sp>
        <p:nvSpPr>
          <p:cNvPr id="1159" name="03_assume_matched_6456">
            <a:extLst>
              <a:ext uri="{FF2B5EF4-FFF2-40B4-BE49-F238E27FC236}">
                <a16:creationId xmlns:a16="http://schemas.microsoft.com/office/drawing/2014/main" id="{5626C0A0-559A-46FB-8500-CE422258BD6A}"/>
              </a:ext>
            </a:extLst>
          </p:cNvPr>
          <p:cNvSpPr>
            <a:spLocks noGrp="1"/>
          </p:cNvSpPr>
          <p:nvPr/>
        </p:nvSpPr>
        <p:spPr>
          <a:xfrm>
            <a:off x="4572980" y="3120914"/>
            <a:ext cx="28398" cy="28398"/>
          </a:xfrm>
          <a:prstGeom prst="ellipse">
            <a:avLst/>
          </a:prstGeom>
          <a:solidFill>
            <a:srgbClr val="7F8C97">
              <a:alpha val="48000"/>
            </a:srgbClr>
          </a:solidFill>
          <a:ln w="0">
            <a:noFill/>
            <a:prstDash val="solid"/>
          </a:ln>
        </p:spPr>
      </p:sp>
      <p:sp>
        <p:nvSpPr>
          <p:cNvPr id="1160" name="03_assume_matched_6457">
            <a:extLst>
              <a:ext uri="{FF2B5EF4-FFF2-40B4-BE49-F238E27FC236}">
                <a16:creationId xmlns:a16="http://schemas.microsoft.com/office/drawing/2014/main" id="{B65168A2-8FD5-4106-A651-507AF2B5DF2C}"/>
              </a:ext>
            </a:extLst>
          </p:cNvPr>
          <p:cNvSpPr>
            <a:spLocks noGrp="1"/>
          </p:cNvSpPr>
          <p:nvPr/>
        </p:nvSpPr>
        <p:spPr>
          <a:xfrm>
            <a:off x="4675443" y="3120914"/>
            <a:ext cx="28398" cy="28398"/>
          </a:xfrm>
          <a:prstGeom prst="ellipse">
            <a:avLst/>
          </a:prstGeom>
          <a:solidFill>
            <a:srgbClr val="7F8C97">
              <a:alpha val="48000"/>
            </a:srgbClr>
          </a:solidFill>
          <a:ln w="0">
            <a:noFill/>
            <a:prstDash val="solid"/>
          </a:ln>
        </p:spPr>
      </p:sp>
      <p:sp>
        <p:nvSpPr>
          <p:cNvPr id="1161" name="03_assume_matched_6458">
            <a:extLst>
              <a:ext uri="{FF2B5EF4-FFF2-40B4-BE49-F238E27FC236}">
                <a16:creationId xmlns:a16="http://schemas.microsoft.com/office/drawing/2014/main" id="{F20E5D5C-7985-47EA-B736-DF5EFCC373B2}"/>
              </a:ext>
            </a:extLst>
          </p:cNvPr>
          <p:cNvSpPr>
            <a:spLocks noGrp="1"/>
          </p:cNvSpPr>
          <p:nvPr/>
        </p:nvSpPr>
        <p:spPr>
          <a:xfrm>
            <a:off x="4623204" y="3120914"/>
            <a:ext cx="28398" cy="28398"/>
          </a:xfrm>
          <a:prstGeom prst="ellipse">
            <a:avLst/>
          </a:prstGeom>
          <a:solidFill>
            <a:srgbClr val="7F8C97">
              <a:alpha val="48000"/>
            </a:srgbClr>
          </a:solidFill>
          <a:ln w="0">
            <a:noFill/>
            <a:prstDash val="solid"/>
          </a:ln>
        </p:spPr>
      </p:sp>
      <p:sp>
        <p:nvSpPr>
          <p:cNvPr id="1162" name="03_assume_matched_6459">
            <a:extLst>
              <a:ext uri="{FF2B5EF4-FFF2-40B4-BE49-F238E27FC236}">
                <a16:creationId xmlns:a16="http://schemas.microsoft.com/office/drawing/2014/main" id="{447CEEE8-1813-41A7-BF0E-4DDE5A4761FF}"/>
              </a:ext>
            </a:extLst>
          </p:cNvPr>
          <p:cNvSpPr>
            <a:spLocks noGrp="1"/>
          </p:cNvSpPr>
          <p:nvPr/>
        </p:nvSpPr>
        <p:spPr>
          <a:xfrm>
            <a:off x="4656015" y="3120914"/>
            <a:ext cx="28398" cy="28398"/>
          </a:xfrm>
          <a:prstGeom prst="ellipse">
            <a:avLst/>
          </a:prstGeom>
          <a:solidFill>
            <a:srgbClr val="7F8C97">
              <a:alpha val="48000"/>
            </a:srgbClr>
          </a:solidFill>
          <a:ln w="0">
            <a:noFill/>
            <a:prstDash val="solid"/>
          </a:ln>
        </p:spPr>
      </p:sp>
      <p:sp>
        <p:nvSpPr>
          <p:cNvPr id="1163" name="03_assume_matched_6460">
            <a:extLst>
              <a:ext uri="{FF2B5EF4-FFF2-40B4-BE49-F238E27FC236}">
                <a16:creationId xmlns:a16="http://schemas.microsoft.com/office/drawing/2014/main" id="{A29D97A2-CE5C-4B5F-9782-260EE6944919}"/>
              </a:ext>
            </a:extLst>
          </p:cNvPr>
          <p:cNvSpPr>
            <a:spLocks noGrp="1"/>
          </p:cNvSpPr>
          <p:nvPr/>
        </p:nvSpPr>
        <p:spPr>
          <a:xfrm>
            <a:off x="4555135" y="2769993"/>
            <a:ext cx="28398" cy="28398"/>
          </a:xfrm>
          <a:prstGeom prst="ellipse">
            <a:avLst/>
          </a:prstGeom>
          <a:solidFill>
            <a:srgbClr val="7F8C97">
              <a:alpha val="48000"/>
            </a:srgbClr>
          </a:solidFill>
          <a:ln w="0">
            <a:noFill/>
            <a:prstDash val="solid"/>
          </a:ln>
        </p:spPr>
      </p:sp>
      <p:sp>
        <p:nvSpPr>
          <p:cNvPr id="1164" name="03_assume_matched_6461">
            <a:extLst>
              <a:ext uri="{FF2B5EF4-FFF2-40B4-BE49-F238E27FC236}">
                <a16:creationId xmlns:a16="http://schemas.microsoft.com/office/drawing/2014/main" id="{9BC6F001-986C-42B1-8A08-304EC237FC8F}"/>
              </a:ext>
            </a:extLst>
          </p:cNvPr>
          <p:cNvSpPr>
            <a:spLocks noGrp="1"/>
          </p:cNvSpPr>
          <p:nvPr/>
        </p:nvSpPr>
        <p:spPr>
          <a:xfrm>
            <a:off x="4647093" y="3120914"/>
            <a:ext cx="28398" cy="28398"/>
          </a:xfrm>
          <a:prstGeom prst="ellipse">
            <a:avLst/>
          </a:prstGeom>
          <a:solidFill>
            <a:srgbClr val="7F8C97">
              <a:alpha val="48000"/>
            </a:srgbClr>
          </a:solidFill>
          <a:ln w="0">
            <a:noFill/>
            <a:prstDash val="solid"/>
          </a:ln>
        </p:spPr>
      </p:sp>
      <p:sp>
        <p:nvSpPr>
          <p:cNvPr id="1165" name="03_assume_matched_6462">
            <a:extLst>
              <a:ext uri="{FF2B5EF4-FFF2-40B4-BE49-F238E27FC236}">
                <a16:creationId xmlns:a16="http://schemas.microsoft.com/office/drawing/2014/main" id="{45DB7FED-4E41-4CBE-8481-B07ED1526B61}"/>
              </a:ext>
            </a:extLst>
          </p:cNvPr>
          <p:cNvSpPr>
            <a:spLocks noGrp="1"/>
          </p:cNvSpPr>
          <p:nvPr/>
        </p:nvSpPr>
        <p:spPr>
          <a:xfrm>
            <a:off x="4626226" y="3120914"/>
            <a:ext cx="28398" cy="28398"/>
          </a:xfrm>
          <a:prstGeom prst="ellipse">
            <a:avLst/>
          </a:prstGeom>
          <a:solidFill>
            <a:srgbClr val="7F8C97">
              <a:alpha val="48000"/>
            </a:srgbClr>
          </a:solidFill>
          <a:ln w="0">
            <a:noFill/>
            <a:prstDash val="solid"/>
          </a:ln>
        </p:spPr>
      </p:sp>
      <p:sp>
        <p:nvSpPr>
          <p:cNvPr id="1166" name="03_assume_matched_6463">
            <a:extLst>
              <a:ext uri="{FF2B5EF4-FFF2-40B4-BE49-F238E27FC236}">
                <a16:creationId xmlns:a16="http://schemas.microsoft.com/office/drawing/2014/main" id="{F5ED506A-016C-45BF-9591-C66C2FC287D2}"/>
              </a:ext>
            </a:extLst>
          </p:cNvPr>
          <p:cNvSpPr>
            <a:spLocks noGrp="1"/>
          </p:cNvSpPr>
          <p:nvPr/>
        </p:nvSpPr>
        <p:spPr>
          <a:xfrm>
            <a:off x="4534844" y="2536045"/>
            <a:ext cx="28398" cy="28398"/>
          </a:xfrm>
          <a:prstGeom prst="ellipse">
            <a:avLst/>
          </a:prstGeom>
          <a:solidFill>
            <a:srgbClr val="7F8C97">
              <a:alpha val="48000"/>
            </a:srgbClr>
          </a:solidFill>
          <a:ln w="0">
            <a:noFill/>
            <a:prstDash val="solid"/>
          </a:ln>
        </p:spPr>
      </p:sp>
      <p:sp>
        <p:nvSpPr>
          <p:cNvPr id="1167" name="03_assume_matched_6464">
            <a:extLst>
              <a:ext uri="{FF2B5EF4-FFF2-40B4-BE49-F238E27FC236}">
                <a16:creationId xmlns:a16="http://schemas.microsoft.com/office/drawing/2014/main" id="{7CD58C6C-7FA8-4605-A5B7-6F06323FAF32}"/>
              </a:ext>
            </a:extLst>
          </p:cNvPr>
          <p:cNvSpPr>
            <a:spLocks noGrp="1"/>
          </p:cNvSpPr>
          <p:nvPr/>
        </p:nvSpPr>
        <p:spPr>
          <a:xfrm>
            <a:off x="4594134" y="3120914"/>
            <a:ext cx="28398" cy="28398"/>
          </a:xfrm>
          <a:prstGeom prst="ellipse">
            <a:avLst/>
          </a:prstGeom>
          <a:solidFill>
            <a:srgbClr val="7F8C97">
              <a:alpha val="48000"/>
            </a:srgbClr>
          </a:solidFill>
          <a:ln w="0">
            <a:noFill/>
            <a:prstDash val="solid"/>
          </a:ln>
        </p:spPr>
      </p:sp>
      <p:sp>
        <p:nvSpPr>
          <p:cNvPr id="1168" name="03_assume_matched_6465">
            <a:extLst>
              <a:ext uri="{FF2B5EF4-FFF2-40B4-BE49-F238E27FC236}">
                <a16:creationId xmlns:a16="http://schemas.microsoft.com/office/drawing/2014/main" id="{97A4F1CB-BFC2-4240-9BE1-772403767670}"/>
              </a:ext>
            </a:extLst>
          </p:cNvPr>
          <p:cNvSpPr>
            <a:spLocks noGrp="1"/>
          </p:cNvSpPr>
          <p:nvPr/>
        </p:nvSpPr>
        <p:spPr>
          <a:xfrm>
            <a:off x="4576290" y="3120914"/>
            <a:ext cx="28398" cy="28398"/>
          </a:xfrm>
          <a:prstGeom prst="ellipse">
            <a:avLst/>
          </a:prstGeom>
          <a:solidFill>
            <a:srgbClr val="7F8C97">
              <a:alpha val="48000"/>
            </a:srgbClr>
          </a:solidFill>
          <a:ln w="0">
            <a:noFill/>
            <a:prstDash val="solid"/>
          </a:ln>
        </p:spPr>
      </p:sp>
      <p:sp>
        <p:nvSpPr>
          <p:cNvPr id="1169" name="03_assume_matched_6466">
            <a:extLst>
              <a:ext uri="{FF2B5EF4-FFF2-40B4-BE49-F238E27FC236}">
                <a16:creationId xmlns:a16="http://schemas.microsoft.com/office/drawing/2014/main" id="{91228BF8-73E8-41B2-877F-C66A0EE1A5C5}"/>
              </a:ext>
            </a:extLst>
          </p:cNvPr>
          <p:cNvSpPr>
            <a:spLocks noGrp="1"/>
          </p:cNvSpPr>
          <p:nvPr/>
        </p:nvSpPr>
        <p:spPr>
          <a:xfrm>
            <a:off x="4608525" y="2633523"/>
            <a:ext cx="28398" cy="28398"/>
          </a:xfrm>
          <a:prstGeom prst="ellipse">
            <a:avLst/>
          </a:prstGeom>
          <a:solidFill>
            <a:srgbClr val="7F8C97">
              <a:alpha val="48000"/>
            </a:srgbClr>
          </a:solidFill>
          <a:ln w="0">
            <a:noFill/>
            <a:prstDash val="solid"/>
          </a:ln>
        </p:spPr>
      </p:sp>
      <p:sp>
        <p:nvSpPr>
          <p:cNvPr id="1170" name="03_assume_matched_6467">
            <a:extLst>
              <a:ext uri="{FF2B5EF4-FFF2-40B4-BE49-F238E27FC236}">
                <a16:creationId xmlns:a16="http://schemas.microsoft.com/office/drawing/2014/main" id="{B322F167-2241-4000-BB81-E202B8E46B0A}"/>
              </a:ext>
            </a:extLst>
          </p:cNvPr>
          <p:cNvSpPr>
            <a:spLocks noGrp="1"/>
          </p:cNvSpPr>
          <p:nvPr/>
        </p:nvSpPr>
        <p:spPr>
          <a:xfrm>
            <a:off x="4590393" y="3023436"/>
            <a:ext cx="28398" cy="28398"/>
          </a:xfrm>
          <a:prstGeom prst="ellipse">
            <a:avLst/>
          </a:prstGeom>
          <a:solidFill>
            <a:srgbClr val="7F8C97">
              <a:alpha val="48000"/>
            </a:srgbClr>
          </a:solidFill>
          <a:ln w="0">
            <a:noFill/>
            <a:prstDash val="solid"/>
          </a:ln>
        </p:spPr>
      </p:sp>
      <p:sp>
        <p:nvSpPr>
          <p:cNvPr id="1171" name="03_assume_matched_6468">
            <a:extLst>
              <a:ext uri="{FF2B5EF4-FFF2-40B4-BE49-F238E27FC236}">
                <a16:creationId xmlns:a16="http://schemas.microsoft.com/office/drawing/2014/main" id="{4B385716-A97F-4AD9-84B5-3C2B57B720DB}"/>
              </a:ext>
            </a:extLst>
          </p:cNvPr>
          <p:cNvSpPr>
            <a:spLocks noGrp="1"/>
          </p:cNvSpPr>
          <p:nvPr/>
        </p:nvSpPr>
        <p:spPr>
          <a:xfrm>
            <a:off x="4652561" y="3120914"/>
            <a:ext cx="28398" cy="28398"/>
          </a:xfrm>
          <a:prstGeom prst="ellipse">
            <a:avLst/>
          </a:prstGeom>
          <a:solidFill>
            <a:srgbClr val="7F8C97">
              <a:alpha val="48000"/>
            </a:srgbClr>
          </a:solidFill>
          <a:ln w="0">
            <a:noFill/>
            <a:prstDash val="solid"/>
          </a:ln>
        </p:spPr>
      </p:sp>
      <p:sp>
        <p:nvSpPr>
          <p:cNvPr id="1172" name="03_assume_matched_6469">
            <a:extLst>
              <a:ext uri="{FF2B5EF4-FFF2-40B4-BE49-F238E27FC236}">
                <a16:creationId xmlns:a16="http://schemas.microsoft.com/office/drawing/2014/main" id="{70CB0202-97AF-4C20-A32E-50997E4D3667}"/>
              </a:ext>
            </a:extLst>
          </p:cNvPr>
          <p:cNvSpPr>
            <a:spLocks noGrp="1"/>
          </p:cNvSpPr>
          <p:nvPr/>
        </p:nvSpPr>
        <p:spPr>
          <a:xfrm>
            <a:off x="4550674" y="2594532"/>
            <a:ext cx="28398" cy="28398"/>
          </a:xfrm>
          <a:prstGeom prst="ellipse">
            <a:avLst/>
          </a:prstGeom>
          <a:solidFill>
            <a:srgbClr val="7F8C97">
              <a:alpha val="48000"/>
            </a:srgbClr>
          </a:solidFill>
          <a:ln w="0">
            <a:noFill/>
            <a:prstDash val="solid"/>
          </a:ln>
        </p:spPr>
      </p:sp>
      <p:sp>
        <p:nvSpPr>
          <p:cNvPr id="1173" name="03_assume_matched_6470">
            <a:extLst>
              <a:ext uri="{FF2B5EF4-FFF2-40B4-BE49-F238E27FC236}">
                <a16:creationId xmlns:a16="http://schemas.microsoft.com/office/drawing/2014/main" id="{01220436-2DAF-4984-8A63-EE67349C2507}"/>
              </a:ext>
            </a:extLst>
          </p:cNvPr>
          <p:cNvSpPr>
            <a:spLocks noGrp="1"/>
          </p:cNvSpPr>
          <p:nvPr/>
        </p:nvSpPr>
        <p:spPr>
          <a:xfrm>
            <a:off x="4557294" y="3120914"/>
            <a:ext cx="28398" cy="28398"/>
          </a:xfrm>
          <a:prstGeom prst="ellipse">
            <a:avLst/>
          </a:prstGeom>
          <a:solidFill>
            <a:srgbClr val="7F8C97">
              <a:alpha val="48000"/>
            </a:srgbClr>
          </a:solidFill>
          <a:ln w="0">
            <a:noFill/>
            <a:prstDash val="solid"/>
          </a:ln>
        </p:spPr>
      </p:sp>
      <p:sp>
        <p:nvSpPr>
          <p:cNvPr id="1174" name="03_assume_matched_6471">
            <a:extLst>
              <a:ext uri="{FF2B5EF4-FFF2-40B4-BE49-F238E27FC236}">
                <a16:creationId xmlns:a16="http://schemas.microsoft.com/office/drawing/2014/main" id="{C67091B6-2A23-4242-AEED-7378B01CF6EE}"/>
              </a:ext>
            </a:extLst>
          </p:cNvPr>
          <p:cNvSpPr>
            <a:spLocks noGrp="1"/>
          </p:cNvSpPr>
          <p:nvPr/>
        </p:nvSpPr>
        <p:spPr>
          <a:xfrm>
            <a:off x="4617160" y="2536045"/>
            <a:ext cx="28398" cy="28398"/>
          </a:xfrm>
          <a:prstGeom prst="ellipse">
            <a:avLst/>
          </a:prstGeom>
          <a:solidFill>
            <a:srgbClr val="7F8C97">
              <a:alpha val="48000"/>
            </a:srgbClr>
          </a:solidFill>
          <a:ln w="0">
            <a:noFill/>
            <a:prstDash val="solid"/>
          </a:ln>
        </p:spPr>
      </p:sp>
      <p:sp>
        <p:nvSpPr>
          <p:cNvPr id="1175" name="03_assume_matched_6472">
            <a:extLst>
              <a:ext uri="{FF2B5EF4-FFF2-40B4-BE49-F238E27FC236}">
                <a16:creationId xmlns:a16="http://schemas.microsoft.com/office/drawing/2014/main" id="{DACC83F3-41D9-43A0-B087-0280C2B2935D}"/>
              </a:ext>
            </a:extLst>
          </p:cNvPr>
          <p:cNvSpPr>
            <a:spLocks noGrp="1"/>
          </p:cNvSpPr>
          <p:nvPr/>
        </p:nvSpPr>
        <p:spPr>
          <a:xfrm>
            <a:off x="4615865" y="2536045"/>
            <a:ext cx="28398" cy="28398"/>
          </a:xfrm>
          <a:prstGeom prst="ellipse">
            <a:avLst/>
          </a:prstGeom>
          <a:solidFill>
            <a:srgbClr val="7F8C97">
              <a:alpha val="48000"/>
            </a:srgbClr>
          </a:solidFill>
          <a:ln w="0">
            <a:noFill/>
            <a:prstDash val="solid"/>
          </a:ln>
        </p:spPr>
      </p:sp>
      <p:sp>
        <p:nvSpPr>
          <p:cNvPr id="1176" name="03_assume_matched_6473">
            <a:extLst>
              <a:ext uri="{FF2B5EF4-FFF2-40B4-BE49-F238E27FC236}">
                <a16:creationId xmlns:a16="http://schemas.microsoft.com/office/drawing/2014/main" id="{731CDA96-B406-4848-984E-F2B9B94D00F7}"/>
              </a:ext>
            </a:extLst>
          </p:cNvPr>
          <p:cNvSpPr>
            <a:spLocks noGrp="1"/>
          </p:cNvSpPr>
          <p:nvPr/>
        </p:nvSpPr>
        <p:spPr>
          <a:xfrm>
            <a:off x="4662635" y="2536045"/>
            <a:ext cx="28398" cy="28398"/>
          </a:xfrm>
          <a:prstGeom prst="ellipse">
            <a:avLst/>
          </a:prstGeom>
          <a:solidFill>
            <a:srgbClr val="7F8C97">
              <a:alpha val="48000"/>
            </a:srgbClr>
          </a:solidFill>
          <a:ln w="0">
            <a:noFill/>
            <a:prstDash val="solid"/>
          </a:ln>
        </p:spPr>
      </p:sp>
      <p:sp>
        <p:nvSpPr>
          <p:cNvPr id="1177" name="03_assume_matched_6474">
            <a:extLst>
              <a:ext uri="{FF2B5EF4-FFF2-40B4-BE49-F238E27FC236}">
                <a16:creationId xmlns:a16="http://schemas.microsoft.com/office/drawing/2014/main" id="{4C12ADD9-E8F0-42C5-9409-4FCD6C7538A9}"/>
              </a:ext>
            </a:extLst>
          </p:cNvPr>
          <p:cNvSpPr>
            <a:spLocks noGrp="1"/>
          </p:cNvSpPr>
          <p:nvPr/>
        </p:nvSpPr>
        <p:spPr>
          <a:xfrm>
            <a:off x="4640905" y="3120914"/>
            <a:ext cx="28398" cy="28398"/>
          </a:xfrm>
          <a:prstGeom prst="ellipse">
            <a:avLst/>
          </a:prstGeom>
          <a:solidFill>
            <a:srgbClr val="7F8C97">
              <a:alpha val="48000"/>
            </a:srgbClr>
          </a:solidFill>
          <a:ln w="0">
            <a:noFill/>
            <a:prstDash val="solid"/>
          </a:ln>
        </p:spPr>
      </p:sp>
      <p:sp>
        <p:nvSpPr>
          <p:cNvPr id="1178" name="03_assume_matched_6475">
            <a:extLst>
              <a:ext uri="{FF2B5EF4-FFF2-40B4-BE49-F238E27FC236}">
                <a16:creationId xmlns:a16="http://schemas.microsoft.com/office/drawing/2014/main" id="{C100CA40-2A71-4E08-81E1-7126605C872D}"/>
              </a:ext>
            </a:extLst>
          </p:cNvPr>
          <p:cNvSpPr>
            <a:spLocks noGrp="1"/>
          </p:cNvSpPr>
          <p:nvPr/>
        </p:nvSpPr>
        <p:spPr>
          <a:xfrm>
            <a:off x="4572980" y="3120914"/>
            <a:ext cx="28398" cy="28398"/>
          </a:xfrm>
          <a:prstGeom prst="ellipse">
            <a:avLst/>
          </a:prstGeom>
          <a:solidFill>
            <a:srgbClr val="7F8C97">
              <a:alpha val="48000"/>
            </a:srgbClr>
          </a:solidFill>
          <a:ln w="0">
            <a:noFill/>
            <a:prstDash val="solid"/>
          </a:ln>
        </p:spPr>
      </p:sp>
      <p:sp>
        <p:nvSpPr>
          <p:cNvPr id="1179" name="03_assume_matched_6476">
            <a:extLst>
              <a:ext uri="{FF2B5EF4-FFF2-40B4-BE49-F238E27FC236}">
                <a16:creationId xmlns:a16="http://schemas.microsoft.com/office/drawing/2014/main" id="{86B8077B-0A32-4D74-962F-88787DB45647}"/>
              </a:ext>
            </a:extLst>
          </p:cNvPr>
          <p:cNvSpPr>
            <a:spLocks noGrp="1"/>
          </p:cNvSpPr>
          <p:nvPr/>
        </p:nvSpPr>
        <p:spPr>
          <a:xfrm>
            <a:off x="4643783" y="3120914"/>
            <a:ext cx="28398" cy="28398"/>
          </a:xfrm>
          <a:prstGeom prst="ellipse">
            <a:avLst/>
          </a:prstGeom>
          <a:solidFill>
            <a:srgbClr val="7F8C97">
              <a:alpha val="48000"/>
            </a:srgbClr>
          </a:solidFill>
          <a:ln w="0">
            <a:noFill/>
            <a:prstDash val="solid"/>
          </a:ln>
        </p:spPr>
      </p:sp>
      <p:sp>
        <p:nvSpPr>
          <p:cNvPr id="1180" name="03_assume_matched_6477">
            <a:extLst>
              <a:ext uri="{FF2B5EF4-FFF2-40B4-BE49-F238E27FC236}">
                <a16:creationId xmlns:a16="http://schemas.microsoft.com/office/drawing/2014/main" id="{36EA9F22-A0CA-4E8A-B67A-8A6C9792C184}"/>
              </a:ext>
            </a:extLst>
          </p:cNvPr>
          <p:cNvSpPr>
            <a:spLocks noGrp="1"/>
          </p:cNvSpPr>
          <p:nvPr/>
        </p:nvSpPr>
        <p:spPr>
          <a:xfrm>
            <a:off x="4632126" y="2731002"/>
            <a:ext cx="28398" cy="28398"/>
          </a:xfrm>
          <a:prstGeom prst="ellipse">
            <a:avLst/>
          </a:prstGeom>
          <a:solidFill>
            <a:srgbClr val="7F8C97">
              <a:alpha val="48000"/>
            </a:srgbClr>
          </a:solidFill>
          <a:ln w="0">
            <a:noFill/>
            <a:prstDash val="solid"/>
          </a:ln>
        </p:spPr>
      </p:sp>
      <p:sp>
        <p:nvSpPr>
          <p:cNvPr id="1181" name="03_assume_matched_6478">
            <a:extLst>
              <a:ext uri="{FF2B5EF4-FFF2-40B4-BE49-F238E27FC236}">
                <a16:creationId xmlns:a16="http://schemas.microsoft.com/office/drawing/2014/main" id="{F9BE8897-B66D-4F4F-BFBC-F66F599CE13B}"/>
              </a:ext>
            </a:extLst>
          </p:cNvPr>
          <p:cNvSpPr>
            <a:spLocks noGrp="1"/>
          </p:cNvSpPr>
          <p:nvPr/>
        </p:nvSpPr>
        <p:spPr>
          <a:xfrm>
            <a:off x="4638314" y="3120914"/>
            <a:ext cx="28398" cy="28398"/>
          </a:xfrm>
          <a:prstGeom prst="ellipse">
            <a:avLst/>
          </a:prstGeom>
          <a:solidFill>
            <a:srgbClr val="7F8C97">
              <a:alpha val="48000"/>
            </a:srgbClr>
          </a:solidFill>
          <a:ln w="0">
            <a:noFill/>
            <a:prstDash val="solid"/>
          </a:ln>
        </p:spPr>
      </p:sp>
      <p:sp>
        <p:nvSpPr>
          <p:cNvPr id="1182" name="03_assume_matched_6479">
            <a:extLst>
              <a:ext uri="{FF2B5EF4-FFF2-40B4-BE49-F238E27FC236}">
                <a16:creationId xmlns:a16="http://schemas.microsoft.com/office/drawing/2014/main" id="{FC1F36C0-66FD-4636-A296-4E46E7036269}"/>
              </a:ext>
            </a:extLst>
          </p:cNvPr>
          <p:cNvSpPr>
            <a:spLocks noGrp="1"/>
          </p:cNvSpPr>
          <p:nvPr/>
        </p:nvSpPr>
        <p:spPr>
          <a:xfrm>
            <a:off x="4651698" y="3088422"/>
            <a:ext cx="28398" cy="28398"/>
          </a:xfrm>
          <a:prstGeom prst="ellipse">
            <a:avLst/>
          </a:prstGeom>
          <a:solidFill>
            <a:srgbClr val="7F8C97">
              <a:alpha val="48000"/>
            </a:srgbClr>
          </a:solidFill>
          <a:ln w="0">
            <a:noFill/>
            <a:prstDash val="solid"/>
          </a:ln>
        </p:spPr>
      </p:sp>
      <p:sp>
        <p:nvSpPr>
          <p:cNvPr id="1183" name="03_assume_matched_6480">
            <a:extLst>
              <a:ext uri="{FF2B5EF4-FFF2-40B4-BE49-F238E27FC236}">
                <a16:creationId xmlns:a16="http://schemas.microsoft.com/office/drawing/2014/main" id="{DA94F24F-39E6-47CD-ABE1-0D7C9AE3EFDE}"/>
              </a:ext>
            </a:extLst>
          </p:cNvPr>
          <p:cNvSpPr>
            <a:spLocks noGrp="1"/>
          </p:cNvSpPr>
          <p:nvPr/>
        </p:nvSpPr>
        <p:spPr>
          <a:xfrm>
            <a:off x="4560316" y="2536045"/>
            <a:ext cx="28398" cy="28398"/>
          </a:xfrm>
          <a:prstGeom prst="ellipse">
            <a:avLst/>
          </a:prstGeom>
          <a:solidFill>
            <a:srgbClr val="7F8C97">
              <a:alpha val="48000"/>
            </a:srgbClr>
          </a:solidFill>
          <a:ln w="0">
            <a:noFill/>
            <a:prstDash val="solid"/>
          </a:ln>
        </p:spPr>
      </p:sp>
      <p:sp>
        <p:nvSpPr>
          <p:cNvPr id="1184" name="03_assume_matched_6481">
            <a:extLst>
              <a:ext uri="{FF2B5EF4-FFF2-40B4-BE49-F238E27FC236}">
                <a16:creationId xmlns:a16="http://schemas.microsoft.com/office/drawing/2014/main" id="{B594D295-79AC-4A33-8822-B244DBBA4779}"/>
              </a:ext>
            </a:extLst>
          </p:cNvPr>
          <p:cNvSpPr>
            <a:spLocks noGrp="1"/>
          </p:cNvSpPr>
          <p:nvPr/>
        </p:nvSpPr>
        <p:spPr>
          <a:xfrm>
            <a:off x="4549523" y="2925958"/>
            <a:ext cx="28398" cy="28398"/>
          </a:xfrm>
          <a:prstGeom prst="ellipse">
            <a:avLst/>
          </a:prstGeom>
          <a:solidFill>
            <a:srgbClr val="7F8C97">
              <a:alpha val="48000"/>
            </a:srgbClr>
          </a:solidFill>
          <a:ln w="0">
            <a:noFill/>
            <a:prstDash val="solid"/>
          </a:ln>
        </p:spPr>
      </p:sp>
      <p:sp>
        <p:nvSpPr>
          <p:cNvPr id="1185" name="03_assume_matched_6482">
            <a:extLst>
              <a:ext uri="{FF2B5EF4-FFF2-40B4-BE49-F238E27FC236}">
                <a16:creationId xmlns:a16="http://schemas.microsoft.com/office/drawing/2014/main" id="{AA529B8D-5CA7-45B3-BE88-FCDED4375AEC}"/>
              </a:ext>
            </a:extLst>
          </p:cNvPr>
          <p:cNvSpPr>
            <a:spLocks noGrp="1"/>
          </p:cNvSpPr>
          <p:nvPr/>
        </p:nvSpPr>
        <p:spPr>
          <a:xfrm>
            <a:off x="4632414" y="2974697"/>
            <a:ext cx="28398" cy="28398"/>
          </a:xfrm>
          <a:prstGeom prst="ellipse">
            <a:avLst/>
          </a:prstGeom>
          <a:solidFill>
            <a:srgbClr val="7F8C97">
              <a:alpha val="48000"/>
            </a:srgbClr>
          </a:solidFill>
          <a:ln w="0">
            <a:noFill/>
            <a:prstDash val="solid"/>
          </a:ln>
        </p:spPr>
      </p:sp>
      <p:sp>
        <p:nvSpPr>
          <p:cNvPr id="1186" name="03_assume_matched_6483">
            <a:extLst>
              <a:ext uri="{FF2B5EF4-FFF2-40B4-BE49-F238E27FC236}">
                <a16:creationId xmlns:a16="http://schemas.microsoft.com/office/drawing/2014/main" id="{CF7B2BEC-0D9C-4A84-9C9B-F4F81518F861}"/>
              </a:ext>
            </a:extLst>
          </p:cNvPr>
          <p:cNvSpPr>
            <a:spLocks noGrp="1"/>
          </p:cNvSpPr>
          <p:nvPr/>
        </p:nvSpPr>
        <p:spPr>
          <a:xfrm>
            <a:off x="4669543" y="3037362"/>
            <a:ext cx="28398" cy="28398"/>
          </a:xfrm>
          <a:prstGeom prst="ellipse">
            <a:avLst/>
          </a:prstGeom>
          <a:solidFill>
            <a:srgbClr val="7F8C97">
              <a:alpha val="48000"/>
            </a:srgbClr>
          </a:solidFill>
          <a:ln w="0">
            <a:noFill/>
            <a:prstDash val="solid"/>
          </a:ln>
        </p:spPr>
      </p:sp>
      <p:sp>
        <p:nvSpPr>
          <p:cNvPr id="1187" name="03_assume_matched_6484">
            <a:extLst>
              <a:ext uri="{FF2B5EF4-FFF2-40B4-BE49-F238E27FC236}">
                <a16:creationId xmlns:a16="http://schemas.microsoft.com/office/drawing/2014/main" id="{822F4413-786C-449A-B77D-E235C58BF305}"/>
              </a:ext>
            </a:extLst>
          </p:cNvPr>
          <p:cNvSpPr>
            <a:spLocks noGrp="1"/>
          </p:cNvSpPr>
          <p:nvPr/>
        </p:nvSpPr>
        <p:spPr>
          <a:xfrm>
            <a:off x="4675731" y="2633523"/>
            <a:ext cx="28398" cy="28398"/>
          </a:xfrm>
          <a:prstGeom prst="ellipse">
            <a:avLst/>
          </a:prstGeom>
          <a:solidFill>
            <a:srgbClr val="7F8C97">
              <a:alpha val="48000"/>
            </a:srgbClr>
          </a:solidFill>
          <a:ln w="0">
            <a:noFill/>
            <a:prstDash val="solid"/>
          </a:ln>
        </p:spPr>
      </p:sp>
      <p:sp>
        <p:nvSpPr>
          <p:cNvPr id="1188" name="03_assume_matched_6485">
            <a:extLst>
              <a:ext uri="{FF2B5EF4-FFF2-40B4-BE49-F238E27FC236}">
                <a16:creationId xmlns:a16="http://schemas.microsoft.com/office/drawing/2014/main" id="{45392656-1278-4DAB-A921-B7CF0F53BED8}"/>
              </a:ext>
            </a:extLst>
          </p:cNvPr>
          <p:cNvSpPr>
            <a:spLocks noGrp="1"/>
          </p:cNvSpPr>
          <p:nvPr/>
        </p:nvSpPr>
        <p:spPr>
          <a:xfrm>
            <a:off x="4586795" y="3120914"/>
            <a:ext cx="28398" cy="28398"/>
          </a:xfrm>
          <a:prstGeom prst="ellipse">
            <a:avLst/>
          </a:prstGeom>
          <a:solidFill>
            <a:srgbClr val="7F8C97">
              <a:alpha val="48000"/>
            </a:srgbClr>
          </a:solidFill>
          <a:ln w="0">
            <a:noFill/>
            <a:prstDash val="solid"/>
          </a:ln>
        </p:spPr>
      </p:sp>
      <p:sp>
        <p:nvSpPr>
          <p:cNvPr id="1189" name="03_assume_matched_6486">
            <a:extLst>
              <a:ext uri="{FF2B5EF4-FFF2-40B4-BE49-F238E27FC236}">
                <a16:creationId xmlns:a16="http://schemas.microsoft.com/office/drawing/2014/main" id="{0EF50442-2FC4-4F91-B71E-5772FDF7A75E}"/>
              </a:ext>
            </a:extLst>
          </p:cNvPr>
          <p:cNvSpPr>
            <a:spLocks noGrp="1"/>
          </p:cNvSpPr>
          <p:nvPr/>
        </p:nvSpPr>
        <p:spPr>
          <a:xfrm>
            <a:off x="4639610" y="2925958"/>
            <a:ext cx="28398" cy="28398"/>
          </a:xfrm>
          <a:prstGeom prst="ellipse">
            <a:avLst/>
          </a:prstGeom>
          <a:solidFill>
            <a:srgbClr val="7F8C97">
              <a:alpha val="48000"/>
            </a:srgbClr>
          </a:solidFill>
          <a:ln w="0">
            <a:noFill/>
            <a:prstDash val="solid"/>
          </a:ln>
        </p:spPr>
      </p:sp>
      <p:sp>
        <p:nvSpPr>
          <p:cNvPr id="1190" name="03_assume_matched_6487">
            <a:extLst>
              <a:ext uri="{FF2B5EF4-FFF2-40B4-BE49-F238E27FC236}">
                <a16:creationId xmlns:a16="http://schemas.microsoft.com/office/drawing/2014/main" id="{74E12011-AF67-451D-A62E-7B5D39A6FFBE}"/>
              </a:ext>
            </a:extLst>
          </p:cNvPr>
          <p:cNvSpPr>
            <a:spLocks noGrp="1"/>
          </p:cNvSpPr>
          <p:nvPr/>
        </p:nvSpPr>
        <p:spPr>
          <a:xfrm>
            <a:off x="4650547" y="2536045"/>
            <a:ext cx="28398" cy="28398"/>
          </a:xfrm>
          <a:prstGeom prst="ellipse">
            <a:avLst/>
          </a:prstGeom>
          <a:solidFill>
            <a:srgbClr val="7F8C97">
              <a:alpha val="48000"/>
            </a:srgbClr>
          </a:solidFill>
          <a:ln w="0">
            <a:noFill/>
            <a:prstDash val="solid"/>
          </a:ln>
        </p:spPr>
      </p:sp>
      <p:sp>
        <p:nvSpPr>
          <p:cNvPr id="1191" name="03_assume_matched_6488">
            <a:extLst>
              <a:ext uri="{FF2B5EF4-FFF2-40B4-BE49-F238E27FC236}">
                <a16:creationId xmlns:a16="http://schemas.microsoft.com/office/drawing/2014/main" id="{C985CC49-4F1E-493B-B7B6-7ADB014FB03B}"/>
              </a:ext>
            </a:extLst>
          </p:cNvPr>
          <p:cNvSpPr>
            <a:spLocks noGrp="1"/>
          </p:cNvSpPr>
          <p:nvPr/>
        </p:nvSpPr>
        <p:spPr>
          <a:xfrm>
            <a:off x="4667960" y="2536045"/>
            <a:ext cx="28398" cy="28398"/>
          </a:xfrm>
          <a:prstGeom prst="ellipse">
            <a:avLst/>
          </a:prstGeom>
          <a:solidFill>
            <a:srgbClr val="7F8C97">
              <a:alpha val="48000"/>
            </a:srgbClr>
          </a:solidFill>
          <a:ln w="0">
            <a:noFill/>
            <a:prstDash val="solid"/>
          </a:ln>
        </p:spPr>
      </p:sp>
      <p:sp>
        <p:nvSpPr>
          <p:cNvPr id="1192" name="03_assume_matched_6489">
            <a:extLst>
              <a:ext uri="{FF2B5EF4-FFF2-40B4-BE49-F238E27FC236}">
                <a16:creationId xmlns:a16="http://schemas.microsoft.com/office/drawing/2014/main" id="{52EE9AC2-AA12-4A08-B1E7-4FB6FBA4A7D3}"/>
              </a:ext>
            </a:extLst>
          </p:cNvPr>
          <p:cNvSpPr>
            <a:spLocks noGrp="1"/>
          </p:cNvSpPr>
          <p:nvPr/>
        </p:nvSpPr>
        <p:spPr>
          <a:xfrm>
            <a:off x="4652705" y="2536045"/>
            <a:ext cx="28398" cy="28398"/>
          </a:xfrm>
          <a:prstGeom prst="ellipse">
            <a:avLst/>
          </a:prstGeom>
          <a:solidFill>
            <a:srgbClr val="7F8C97">
              <a:alpha val="48000"/>
            </a:srgbClr>
          </a:solidFill>
          <a:ln w="0">
            <a:noFill/>
            <a:prstDash val="solid"/>
          </a:ln>
        </p:spPr>
      </p:sp>
      <p:sp>
        <p:nvSpPr>
          <p:cNvPr id="1193" name="03_assume_matched_6490">
            <a:extLst>
              <a:ext uri="{FF2B5EF4-FFF2-40B4-BE49-F238E27FC236}">
                <a16:creationId xmlns:a16="http://schemas.microsoft.com/office/drawing/2014/main" id="{2B328653-732E-4A59-AD3C-EEA1C89DD838}"/>
              </a:ext>
            </a:extLst>
          </p:cNvPr>
          <p:cNvSpPr>
            <a:spLocks noGrp="1"/>
          </p:cNvSpPr>
          <p:nvPr/>
        </p:nvSpPr>
        <p:spPr>
          <a:xfrm>
            <a:off x="4630975" y="2536045"/>
            <a:ext cx="28398" cy="28398"/>
          </a:xfrm>
          <a:prstGeom prst="ellipse">
            <a:avLst/>
          </a:prstGeom>
          <a:solidFill>
            <a:srgbClr val="7F8C97">
              <a:alpha val="48000"/>
            </a:srgbClr>
          </a:solidFill>
          <a:ln w="0">
            <a:noFill/>
            <a:prstDash val="solid"/>
          </a:ln>
        </p:spPr>
      </p:sp>
      <p:sp>
        <p:nvSpPr>
          <p:cNvPr id="1194" name="03_assume_matched_6491">
            <a:extLst>
              <a:ext uri="{FF2B5EF4-FFF2-40B4-BE49-F238E27FC236}">
                <a16:creationId xmlns:a16="http://schemas.microsoft.com/office/drawing/2014/main" id="{28C230B5-3F14-4AB5-ADF8-3F01FA0417A2}"/>
              </a:ext>
            </a:extLst>
          </p:cNvPr>
          <p:cNvSpPr>
            <a:spLocks noGrp="1"/>
          </p:cNvSpPr>
          <p:nvPr/>
        </p:nvSpPr>
        <p:spPr>
          <a:xfrm>
            <a:off x="4542759" y="2536045"/>
            <a:ext cx="28398" cy="28398"/>
          </a:xfrm>
          <a:prstGeom prst="ellipse">
            <a:avLst/>
          </a:prstGeom>
          <a:solidFill>
            <a:srgbClr val="7F8C97">
              <a:alpha val="48000"/>
            </a:srgbClr>
          </a:solidFill>
          <a:ln w="0">
            <a:noFill/>
            <a:prstDash val="solid"/>
          </a:ln>
        </p:spPr>
      </p:sp>
      <p:sp>
        <p:nvSpPr>
          <p:cNvPr id="1195" name="03_assume_matched_6492">
            <a:extLst>
              <a:ext uri="{FF2B5EF4-FFF2-40B4-BE49-F238E27FC236}">
                <a16:creationId xmlns:a16="http://schemas.microsoft.com/office/drawing/2014/main" id="{EACFC361-549E-4963-941A-B4FFD9ABB18F}"/>
              </a:ext>
            </a:extLst>
          </p:cNvPr>
          <p:cNvSpPr>
            <a:spLocks noGrp="1"/>
          </p:cNvSpPr>
          <p:nvPr/>
        </p:nvSpPr>
        <p:spPr>
          <a:xfrm>
            <a:off x="4556718" y="3120914"/>
            <a:ext cx="28398" cy="28398"/>
          </a:xfrm>
          <a:prstGeom prst="ellipse">
            <a:avLst/>
          </a:prstGeom>
          <a:solidFill>
            <a:srgbClr val="7F8C97">
              <a:alpha val="48000"/>
            </a:srgbClr>
          </a:solidFill>
          <a:ln w="0">
            <a:noFill/>
            <a:prstDash val="solid"/>
          </a:ln>
        </p:spPr>
      </p:sp>
      <p:sp>
        <p:nvSpPr>
          <p:cNvPr id="1196" name="03_assume_matched_6493">
            <a:extLst>
              <a:ext uri="{FF2B5EF4-FFF2-40B4-BE49-F238E27FC236}">
                <a16:creationId xmlns:a16="http://schemas.microsoft.com/office/drawing/2014/main" id="{57E981A0-7D67-4012-9ACC-56FAA59A864F}"/>
              </a:ext>
            </a:extLst>
          </p:cNvPr>
          <p:cNvSpPr>
            <a:spLocks noGrp="1"/>
          </p:cNvSpPr>
          <p:nvPr/>
        </p:nvSpPr>
        <p:spPr>
          <a:xfrm>
            <a:off x="4617879" y="2536045"/>
            <a:ext cx="28398" cy="28398"/>
          </a:xfrm>
          <a:prstGeom prst="ellipse">
            <a:avLst/>
          </a:prstGeom>
          <a:solidFill>
            <a:srgbClr val="7F8C97">
              <a:alpha val="48000"/>
            </a:srgbClr>
          </a:solidFill>
          <a:ln w="0">
            <a:noFill/>
            <a:prstDash val="solid"/>
          </a:ln>
        </p:spPr>
      </p:sp>
      <p:sp>
        <p:nvSpPr>
          <p:cNvPr id="1197" name="03_assume_matched_6494">
            <a:extLst>
              <a:ext uri="{FF2B5EF4-FFF2-40B4-BE49-F238E27FC236}">
                <a16:creationId xmlns:a16="http://schemas.microsoft.com/office/drawing/2014/main" id="{F9D1CF38-3DEB-41BF-9E86-BA339772EA7C}"/>
              </a:ext>
            </a:extLst>
          </p:cNvPr>
          <p:cNvSpPr>
            <a:spLocks noGrp="1"/>
          </p:cNvSpPr>
          <p:nvPr/>
        </p:nvSpPr>
        <p:spPr>
          <a:xfrm>
            <a:off x="4562762" y="2536045"/>
            <a:ext cx="28398" cy="28398"/>
          </a:xfrm>
          <a:prstGeom prst="ellipse">
            <a:avLst/>
          </a:prstGeom>
          <a:solidFill>
            <a:srgbClr val="7F8C97">
              <a:alpha val="48000"/>
            </a:srgbClr>
          </a:solidFill>
          <a:ln w="0">
            <a:noFill/>
            <a:prstDash val="solid"/>
          </a:ln>
        </p:spPr>
      </p:sp>
      <p:sp>
        <p:nvSpPr>
          <p:cNvPr id="1198" name="03_assume_matched_6495">
            <a:extLst>
              <a:ext uri="{FF2B5EF4-FFF2-40B4-BE49-F238E27FC236}">
                <a16:creationId xmlns:a16="http://schemas.microsoft.com/office/drawing/2014/main" id="{A772EAE5-2614-4DB3-B034-83C99988A5C6}"/>
              </a:ext>
            </a:extLst>
          </p:cNvPr>
          <p:cNvSpPr>
            <a:spLocks noGrp="1"/>
          </p:cNvSpPr>
          <p:nvPr/>
        </p:nvSpPr>
        <p:spPr>
          <a:xfrm>
            <a:off x="4588810" y="2536045"/>
            <a:ext cx="28398" cy="28398"/>
          </a:xfrm>
          <a:prstGeom prst="ellipse">
            <a:avLst/>
          </a:prstGeom>
          <a:solidFill>
            <a:srgbClr val="7F8C97">
              <a:alpha val="48000"/>
            </a:srgbClr>
          </a:solidFill>
          <a:ln w="0">
            <a:noFill/>
            <a:prstDash val="solid"/>
          </a:ln>
        </p:spPr>
      </p:sp>
      <p:sp>
        <p:nvSpPr>
          <p:cNvPr id="1199" name="03_assume_matched_6496">
            <a:extLst>
              <a:ext uri="{FF2B5EF4-FFF2-40B4-BE49-F238E27FC236}">
                <a16:creationId xmlns:a16="http://schemas.microsoft.com/office/drawing/2014/main" id="{C695767E-786B-4BE9-B9D8-D47401E87246}"/>
              </a:ext>
            </a:extLst>
          </p:cNvPr>
          <p:cNvSpPr>
            <a:spLocks noGrp="1"/>
          </p:cNvSpPr>
          <p:nvPr/>
        </p:nvSpPr>
        <p:spPr>
          <a:xfrm>
            <a:off x="4537866" y="3120914"/>
            <a:ext cx="28398" cy="28398"/>
          </a:xfrm>
          <a:prstGeom prst="ellipse">
            <a:avLst/>
          </a:prstGeom>
          <a:solidFill>
            <a:srgbClr val="7F8C97">
              <a:alpha val="48000"/>
            </a:srgbClr>
          </a:solidFill>
          <a:ln w="0">
            <a:noFill/>
            <a:prstDash val="solid"/>
          </a:ln>
        </p:spPr>
      </p:sp>
      <p:sp>
        <p:nvSpPr>
          <p:cNvPr id="1200" name="03_assume_matched_6497">
            <a:extLst>
              <a:ext uri="{FF2B5EF4-FFF2-40B4-BE49-F238E27FC236}">
                <a16:creationId xmlns:a16="http://schemas.microsoft.com/office/drawing/2014/main" id="{EAF9F828-DAAA-40A0-92EA-FDB5FCA92991}"/>
              </a:ext>
            </a:extLst>
          </p:cNvPr>
          <p:cNvSpPr>
            <a:spLocks noGrp="1"/>
          </p:cNvSpPr>
          <p:nvPr/>
        </p:nvSpPr>
        <p:spPr>
          <a:xfrm>
            <a:off x="5410545" y="2708507"/>
            <a:ext cx="28398" cy="28398"/>
          </a:xfrm>
          <a:prstGeom prst="ellipse">
            <a:avLst/>
          </a:prstGeom>
          <a:solidFill>
            <a:srgbClr val="7F8C97">
              <a:alpha val="48000"/>
            </a:srgbClr>
          </a:solidFill>
          <a:ln w="0">
            <a:noFill/>
            <a:prstDash val="solid"/>
          </a:ln>
        </p:spPr>
      </p:sp>
      <p:sp>
        <p:nvSpPr>
          <p:cNvPr id="1201" name="03_assume_matched_6498">
            <a:extLst>
              <a:ext uri="{FF2B5EF4-FFF2-40B4-BE49-F238E27FC236}">
                <a16:creationId xmlns:a16="http://schemas.microsoft.com/office/drawing/2014/main" id="{4293007B-801A-47D8-9597-29B2DF2CB00F}"/>
              </a:ext>
            </a:extLst>
          </p:cNvPr>
          <p:cNvSpPr>
            <a:spLocks noGrp="1"/>
          </p:cNvSpPr>
          <p:nvPr/>
        </p:nvSpPr>
        <p:spPr>
          <a:xfrm>
            <a:off x="5399032" y="3120914"/>
            <a:ext cx="28398" cy="28398"/>
          </a:xfrm>
          <a:prstGeom prst="ellipse">
            <a:avLst/>
          </a:prstGeom>
          <a:solidFill>
            <a:srgbClr val="7F8C97">
              <a:alpha val="48000"/>
            </a:srgbClr>
          </a:solidFill>
          <a:ln w="0">
            <a:noFill/>
            <a:prstDash val="solid"/>
          </a:ln>
        </p:spPr>
      </p:sp>
      <p:sp>
        <p:nvSpPr>
          <p:cNvPr id="1202" name="03_assume_matched_6499">
            <a:extLst>
              <a:ext uri="{FF2B5EF4-FFF2-40B4-BE49-F238E27FC236}">
                <a16:creationId xmlns:a16="http://schemas.microsoft.com/office/drawing/2014/main" id="{8BA3FDAC-D778-4426-A95F-688717CBF4D8}"/>
              </a:ext>
            </a:extLst>
          </p:cNvPr>
          <p:cNvSpPr>
            <a:spLocks noGrp="1"/>
          </p:cNvSpPr>
          <p:nvPr/>
        </p:nvSpPr>
        <p:spPr>
          <a:xfrm>
            <a:off x="5341901" y="3120914"/>
            <a:ext cx="28398" cy="28398"/>
          </a:xfrm>
          <a:prstGeom prst="ellipse">
            <a:avLst/>
          </a:prstGeom>
          <a:solidFill>
            <a:srgbClr val="7F8C97">
              <a:alpha val="48000"/>
            </a:srgbClr>
          </a:solidFill>
          <a:ln w="0">
            <a:noFill/>
            <a:prstDash val="solid"/>
          </a:ln>
        </p:spPr>
      </p:sp>
      <p:sp>
        <p:nvSpPr>
          <p:cNvPr id="1203" name="03_assume_matched_6500">
            <a:extLst>
              <a:ext uri="{FF2B5EF4-FFF2-40B4-BE49-F238E27FC236}">
                <a16:creationId xmlns:a16="http://schemas.microsoft.com/office/drawing/2014/main" id="{F0867686-93A9-4A10-8552-283B3485694A}"/>
              </a:ext>
            </a:extLst>
          </p:cNvPr>
          <p:cNvSpPr>
            <a:spLocks noGrp="1"/>
          </p:cNvSpPr>
          <p:nvPr/>
        </p:nvSpPr>
        <p:spPr>
          <a:xfrm>
            <a:off x="5420763" y="2536045"/>
            <a:ext cx="28398" cy="28398"/>
          </a:xfrm>
          <a:prstGeom prst="ellipse">
            <a:avLst/>
          </a:prstGeom>
          <a:solidFill>
            <a:srgbClr val="7F8C97">
              <a:alpha val="48000"/>
            </a:srgbClr>
          </a:solidFill>
          <a:ln w="0">
            <a:noFill/>
            <a:prstDash val="solid"/>
          </a:ln>
        </p:spPr>
      </p:sp>
      <p:sp>
        <p:nvSpPr>
          <p:cNvPr id="1204" name="03_assume_matched_6501">
            <a:extLst>
              <a:ext uri="{FF2B5EF4-FFF2-40B4-BE49-F238E27FC236}">
                <a16:creationId xmlns:a16="http://schemas.microsoft.com/office/drawing/2014/main" id="{3242D3B3-BDAB-4E52-8DED-AB4B25AA2D2C}"/>
              </a:ext>
            </a:extLst>
          </p:cNvPr>
          <p:cNvSpPr>
            <a:spLocks noGrp="1"/>
          </p:cNvSpPr>
          <p:nvPr/>
        </p:nvSpPr>
        <p:spPr>
          <a:xfrm>
            <a:off x="5388527" y="2536045"/>
            <a:ext cx="28398" cy="28398"/>
          </a:xfrm>
          <a:prstGeom prst="ellipse">
            <a:avLst/>
          </a:prstGeom>
          <a:solidFill>
            <a:srgbClr val="7F8C97">
              <a:alpha val="48000"/>
            </a:srgbClr>
          </a:solidFill>
          <a:ln w="0">
            <a:noFill/>
            <a:prstDash val="solid"/>
          </a:ln>
        </p:spPr>
      </p:sp>
      <p:sp>
        <p:nvSpPr>
          <p:cNvPr id="1205" name="03_assume_matched_6502">
            <a:extLst>
              <a:ext uri="{FF2B5EF4-FFF2-40B4-BE49-F238E27FC236}">
                <a16:creationId xmlns:a16="http://schemas.microsoft.com/office/drawing/2014/main" id="{1A2A5233-542D-4A1D-A2AF-F2F5751E00B9}"/>
              </a:ext>
            </a:extLst>
          </p:cNvPr>
          <p:cNvSpPr>
            <a:spLocks noGrp="1"/>
          </p:cNvSpPr>
          <p:nvPr/>
        </p:nvSpPr>
        <p:spPr>
          <a:xfrm>
            <a:off x="5293259" y="2642385"/>
            <a:ext cx="28398" cy="28398"/>
          </a:xfrm>
          <a:prstGeom prst="ellipse">
            <a:avLst/>
          </a:prstGeom>
          <a:solidFill>
            <a:srgbClr val="7F8C97">
              <a:alpha val="48000"/>
            </a:srgbClr>
          </a:solidFill>
          <a:ln w="0">
            <a:noFill/>
            <a:prstDash val="solid"/>
          </a:ln>
        </p:spPr>
      </p:sp>
      <p:sp>
        <p:nvSpPr>
          <p:cNvPr id="1206" name="03_assume_matched_6503">
            <a:extLst>
              <a:ext uri="{FF2B5EF4-FFF2-40B4-BE49-F238E27FC236}">
                <a16:creationId xmlns:a16="http://schemas.microsoft.com/office/drawing/2014/main" id="{560C85C3-6CC2-48D5-BB52-5EAA744F2793}"/>
              </a:ext>
            </a:extLst>
          </p:cNvPr>
          <p:cNvSpPr>
            <a:spLocks noGrp="1"/>
          </p:cNvSpPr>
          <p:nvPr/>
        </p:nvSpPr>
        <p:spPr>
          <a:xfrm>
            <a:off x="5323912" y="3120914"/>
            <a:ext cx="28398" cy="28398"/>
          </a:xfrm>
          <a:prstGeom prst="ellipse">
            <a:avLst/>
          </a:prstGeom>
          <a:solidFill>
            <a:srgbClr val="7F8C97">
              <a:alpha val="48000"/>
            </a:srgbClr>
          </a:solidFill>
          <a:ln w="0">
            <a:noFill/>
            <a:prstDash val="solid"/>
          </a:ln>
        </p:spPr>
      </p:sp>
      <p:sp>
        <p:nvSpPr>
          <p:cNvPr id="1207" name="03_assume_matched_6504">
            <a:extLst>
              <a:ext uri="{FF2B5EF4-FFF2-40B4-BE49-F238E27FC236}">
                <a16:creationId xmlns:a16="http://schemas.microsoft.com/office/drawing/2014/main" id="{F3DC4392-F1FF-4E08-AABA-80A53ABA217F}"/>
              </a:ext>
            </a:extLst>
          </p:cNvPr>
          <p:cNvSpPr>
            <a:spLocks noGrp="1"/>
          </p:cNvSpPr>
          <p:nvPr/>
        </p:nvSpPr>
        <p:spPr>
          <a:xfrm>
            <a:off x="5292971" y="3096545"/>
            <a:ext cx="28398" cy="28398"/>
          </a:xfrm>
          <a:prstGeom prst="ellipse">
            <a:avLst/>
          </a:prstGeom>
          <a:solidFill>
            <a:srgbClr val="7F8C97">
              <a:alpha val="48000"/>
            </a:srgbClr>
          </a:solidFill>
          <a:ln w="0">
            <a:noFill/>
            <a:prstDash val="solid"/>
          </a:ln>
        </p:spPr>
      </p:sp>
      <p:sp>
        <p:nvSpPr>
          <p:cNvPr id="1208" name="03_assume_matched_6505">
            <a:extLst>
              <a:ext uri="{FF2B5EF4-FFF2-40B4-BE49-F238E27FC236}">
                <a16:creationId xmlns:a16="http://schemas.microsoft.com/office/drawing/2014/main" id="{FEDC94B7-7921-4141-BF61-3ACD3FAF6555}"/>
              </a:ext>
            </a:extLst>
          </p:cNvPr>
          <p:cNvSpPr>
            <a:spLocks noGrp="1"/>
          </p:cNvSpPr>
          <p:nvPr/>
        </p:nvSpPr>
        <p:spPr>
          <a:xfrm>
            <a:off x="5374280" y="2828480"/>
            <a:ext cx="28398" cy="28398"/>
          </a:xfrm>
          <a:prstGeom prst="ellipse">
            <a:avLst/>
          </a:prstGeom>
          <a:solidFill>
            <a:srgbClr val="7F8C97">
              <a:alpha val="48000"/>
            </a:srgbClr>
          </a:solidFill>
          <a:ln w="0">
            <a:noFill/>
            <a:prstDash val="solid"/>
          </a:ln>
        </p:spPr>
      </p:sp>
      <p:sp>
        <p:nvSpPr>
          <p:cNvPr id="1209" name="03_assume_matched_6506">
            <a:extLst>
              <a:ext uri="{FF2B5EF4-FFF2-40B4-BE49-F238E27FC236}">
                <a16:creationId xmlns:a16="http://schemas.microsoft.com/office/drawing/2014/main" id="{EC40FA4E-BB80-47D0-8AC1-EA3B17AB3974}"/>
              </a:ext>
            </a:extLst>
          </p:cNvPr>
          <p:cNvSpPr>
            <a:spLocks noGrp="1"/>
          </p:cNvSpPr>
          <p:nvPr/>
        </p:nvSpPr>
        <p:spPr>
          <a:xfrm>
            <a:off x="5355572" y="3120914"/>
            <a:ext cx="28398" cy="28398"/>
          </a:xfrm>
          <a:prstGeom prst="ellipse">
            <a:avLst/>
          </a:prstGeom>
          <a:solidFill>
            <a:srgbClr val="7F8C97">
              <a:alpha val="48000"/>
            </a:srgbClr>
          </a:solidFill>
          <a:ln w="0">
            <a:noFill/>
            <a:prstDash val="solid"/>
          </a:ln>
        </p:spPr>
      </p:sp>
      <p:sp>
        <p:nvSpPr>
          <p:cNvPr id="1210" name="03_assume_matched_6507">
            <a:extLst>
              <a:ext uri="{FF2B5EF4-FFF2-40B4-BE49-F238E27FC236}">
                <a16:creationId xmlns:a16="http://schemas.microsoft.com/office/drawing/2014/main" id="{50DFD648-3A6F-4EEE-BBA1-6B2027EE5514}"/>
              </a:ext>
            </a:extLst>
          </p:cNvPr>
          <p:cNvSpPr>
            <a:spLocks noGrp="1"/>
          </p:cNvSpPr>
          <p:nvPr/>
        </p:nvSpPr>
        <p:spPr>
          <a:xfrm>
            <a:off x="5340318" y="3120914"/>
            <a:ext cx="28398" cy="28398"/>
          </a:xfrm>
          <a:prstGeom prst="ellipse">
            <a:avLst/>
          </a:prstGeom>
          <a:solidFill>
            <a:srgbClr val="7F8C97">
              <a:alpha val="48000"/>
            </a:srgbClr>
          </a:solidFill>
          <a:ln w="0">
            <a:noFill/>
            <a:prstDash val="solid"/>
          </a:ln>
        </p:spPr>
      </p:sp>
      <p:sp>
        <p:nvSpPr>
          <p:cNvPr id="1211" name="03_assume_matched_6508">
            <a:extLst>
              <a:ext uri="{FF2B5EF4-FFF2-40B4-BE49-F238E27FC236}">
                <a16:creationId xmlns:a16="http://schemas.microsoft.com/office/drawing/2014/main" id="{4CB24DF7-C92C-4B6B-8918-E9E44CBCA27A}"/>
              </a:ext>
            </a:extLst>
          </p:cNvPr>
          <p:cNvSpPr>
            <a:spLocks noGrp="1"/>
          </p:cNvSpPr>
          <p:nvPr/>
        </p:nvSpPr>
        <p:spPr>
          <a:xfrm>
            <a:off x="5326071" y="3120914"/>
            <a:ext cx="28398" cy="28398"/>
          </a:xfrm>
          <a:prstGeom prst="ellipse">
            <a:avLst/>
          </a:prstGeom>
          <a:solidFill>
            <a:srgbClr val="7F8C97">
              <a:alpha val="48000"/>
            </a:srgbClr>
          </a:solidFill>
          <a:ln w="0">
            <a:noFill/>
            <a:prstDash val="solid"/>
          </a:ln>
        </p:spPr>
      </p:sp>
      <p:sp>
        <p:nvSpPr>
          <p:cNvPr id="1212" name="03_assume_matched_6509">
            <a:extLst>
              <a:ext uri="{FF2B5EF4-FFF2-40B4-BE49-F238E27FC236}">
                <a16:creationId xmlns:a16="http://schemas.microsoft.com/office/drawing/2014/main" id="{C8EC3F97-6113-4A10-9E1C-48794B4DE3E8}"/>
              </a:ext>
            </a:extLst>
          </p:cNvPr>
          <p:cNvSpPr>
            <a:spLocks noGrp="1"/>
          </p:cNvSpPr>
          <p:nvPr/>
        </p:nvSpPr>
        <p:spPr>
          <a:xfrm>
            <a:off x="5342476" y="2536045"/>
            <a:ext cx="28398" cy="28398"/>
          </a:xfrm>
          <a:prstGeom prst="ellipse">
            <a:avLst/>
          </a:prstGeom>
          <a:solidFill>
            <a:srgbClr val="7F8C97">
              <a:alpha val="48000"/>
            </a:srgbClr>
          </a:solidFill>
          <a:ln w="0">
            <a:noFill/>
            <a:prstDash val="solid"/>
          </a:ln>
        </p:spPr>
      </p:sp>
      <p:sp>
        <p:nvSpPr>
          <p:cNvPr id="1213" name="03_assume_matched_6510">
            <a:extLst>
              <a:ext uri="{FF2B5EF4-FFF2-40B4-BE49-F238E27FC236}">
                <a16:creationId xmlns:a16="http://schemas.microsoft.com/office/drawing/2014/main" id="{DC20A9AC-E184-436D-A354-7FCFC3D5C84D}"/>
              </a:ext>
            </a:extLst>
          </p:cNvPr>
          <p:cNvSpPr>
            <a:spLocks noGrp="1"/>
          </p:cNvSpPr>
          <p:nvPr/>
        </p:nvSpPr>
        <p:spPr>
          <a:xfrm>
            <a:off x="5427670" y="2828480"/>
            <a:ext cx="28398" cy="28398"/>
          </a:xfrm>
          <a:prstGeom prst="ellipse">
            <a:avLst/>
          </a:prstGeom>
          <a:solidFill>
            <a:srgbClr val="7F8C97">
              <a:alpha val="48000"/>
            </a:srgbClr>
          </a:solidFill>
          <a:ln w="0">
            <a:noFill/>
            <a:prstDash val="solid"/>
          </a:ln>
        </p:spPr>
      </p:sp>
      <p:sp>
        <p:nvSpPr>
          <p:cNvPr id="1214" name="03_assume_matched_6511">
            <a:extLst>
              <a:ext uri="{FF2B5EF4-FFF2-40B4-BE49-F238E27FC236}">
                <a16:creationId xmlns:a16="http://schemas.microsoft.com/office/drawing/2014/main" id="{F90F3834-56A6-422F-970A-40C81EEA12AD}"/>
              </a:ext>
            </a:extLst>
          </p:cNvPr>
          <p:cNvSpPr>
            <a:spLocks noGrp="1"/>
          </p:cNvSpPr>
          <p:nvPr/>
        </p:nvSpPr>
        <p:spPr>
          <a:xfrm>
            <a:off x="5382627" y="2536045"/>
            <a:ext cx="28398" cy="28398"/>
          </a:xfrm>
          <a:prstGeom prst="ellipse">
            <a:avLst/>
          </a:prstGeom>
          <a:solidFill>
            <a:srgbClr val="7F8C97">
              <a:alpha val="48000"/>
            </a:srgbClr>
          </a:solidFill>
          <a:ln w="0">
            <a:noFill/>
            <a:prstDash val="solid"/>
          </a:ln>
        </p:spPr>
      </p:sp>
      <p:sp>
        <p:nvSpPr>
          <p:cNvPr id="1215" name="03_assume_matched_6512">
            <a:extLst>
              <a:ext uri="{FF2B5EF4-FFF2-40B4-BE49-F238E27FC236}">
                <a16:creationId xmlns:a16="http://schemas.microsoft.com/office/drawing/2014/main" id="{BE795266-5B24-4DF2-B50C-91A9781FBBCD}"/>
              </a:ext>
            </a:extLst>
          </p:cNvPr>
          <p:cNvSpPr>
            <a:spLocks noGrp="1"/>
          </p:cNvSpPr>
          <p:nvPr/>
        </p:nvSpPr>
        <p:spPr>
          <a:xfrm>
            <a:off x="5392413" y="3120914"/>
            <a:ext cx="28398" cy="28398"/>
          </a:xfrm>
          <a:prstGeom prst="ellipse">
            <a:avLst/>
          </a:prstGeom>
          <a:solidFill>
            <a:srgbClr val="7F8C97">
              <a:alpha val="48000"/>
            </a:srgbClr>
          </a:solidFill>
          <a:ln w="0">
            <a:noFill/>
            <a:prstDash val="solid"/>
          </a:ln>
        </p:spPr>
      </p:sp>
      <p:sp>
        <p:nvSpPr>
          <p:cNvPr id="1216" name="03_assume_matched_6513">
            <a:extLst>
              <a:ext uri="{FF2B5EF4-FFF2-40B4-BE49-F238E27FC236}">
                <a16:creationId xmlns:a16="http://schemas.microsoft.com/office/drawing/2014/main" id="{D3A02B77-A05D-4E31-95A1-5AB644F38A35}"/>
              </a:ext>
            </a:extLst>
          </p:cNvPr>
          <p:cNvSpPr>
            <a:spLocks noGrp="1"/>
          </p:cNvSpPr>
          <p:nvPr/>
        </p:nvSpPr>
        <p:spPr>
          <a:xfrm>
            <a:off x="5329237" y="2990943"/>
            <a:ext cx="28398" cy="28398"/>
          </a:xfrm>
          <a:prstGeom prst="ellipse">
            <a:avLst/>
          </a:prstGeom>
          <a:solidFill>
            <a:srgbClr val="7F8C97">
              <a:alpha val="48000"/>
            </a:srgbClr>
          </a:solidFill>
          <a:ln w="0">
            <a:noFill/>
            <a:prstDash val="solid"/>
          </a:ln>
        </p:spPr>
      </p:sp>
      <p:sp>
        <p:nvSpPr>
          <p:cNvPr id="1217" name="03_assume_matched_6514">
            <a:extLst>
              <a:ext uri="{FF2B5EF4-FFF2-40B4-BE49-F238E27FC236}">
                <a16:creationId xmlns:a16="http://schemas.microsoft.com/office/drawing/2014/main" id="{B419247B-C8C1-4BC8-90F2-CBED18D0A069}"/>
              </a:ext>
            </a:extLst>
          </p:cNvPr>
          <p:cNvSpPr>
            <a:spLocks noGrp="1"/>
          </p:cNvSpPr>
          <p:nvPr/>
        </p:nvSpPr>
        <p:spPr>
          <a:xfrm>
            <a:off x="5419611" y="2925958"/>
            <a:ext cx="28398" cy="28398"/>
          </a:xfrm>
          <a:prstGeom prst="ellipse">
            <a:avLst/>
          </a:prstGeom>
          <a:solidFill>
            <a:srgbClr val="7F8C97">
              <a:alpha val="48000"/>
            </a:srgbClr>
          </a:solidFill>
          <a:ln w="0">
            <a:noFill/>
            <a:prstDash val="solid"/>
          </a:ln>
        </p:spPr>
      </p:sp>
      <p:sp>
        <p:nvSpPr>
          <p:cNvPr id="1218" name="03_assume_matched_6515">
            <a:extLst>
              <a:ext uri="{FF2B5EF4-FFF2-40B4-BE49-F238E27FC236}">
                <a16:creationId xmlns:a16="http://schemas.microsoft.com/office/drawing/2014/main" id="{30FB64C6-0A5E-4BB4-95FA-67D16FD0EF6E}"/>
              </a:ext>
            </a:extLst>
          </p:cNvPr>
          <p:cNvSpPr>
            <a:spLocks noGrp="1"/>
          </p:cNvSpPr>
          <p:nvPr/>
        </p:nvSpPr>
        <p:spPr>
          <a:xfrm>
            <a:off x="5392700" y="2536045"/>
            <a:ext cx="28398" cy="28398"/>
          </a:xfrm>
          <a:prstGeom prst="ellipse">
            <a:avLst/>
          </a:prstGeom>
          <a:solidFill>
            <a:srgbClr val="7F8C97">
              <a:alpha val="48000"/>
            </a:srgbClr>
          </a:solidFill>
          <a:ln w="0">
            <a:noFill/>
            <a:prstDash val="solid"/>
          </a:ln>
        </p:spPr>
      </p:sp>
      <p:sp>
        <p:nvSpPr>
          <p:cNvPr id="1219" name="03_assume_matched_6516">
            <a:extLst>
              <a:ext uri="{FF2B5EF4-FFF2-40B4-BE49-F238E27FC236}">
                <a16:creationId xmlns:a16="http://schemas.microsoft.com/office/drawing/2014/main" id="{0BB48892-5F6F-4A48-B112-1134963F37E1}"/>
              </a:ext>
            </a:extLst>
          </p:cNvPr>
          <p:cNvSpPr>
            <a:spLocks noGrp="1"/>
          </p:cNvSpPr>
          <p:nvPr/>
        </p:nvSpPr>
        <p:spPr>
          <a:xfrm>
            <a:off x="5310528" y="3120914"/>
            <a:ext cx="28398" cy="28398"/>
          </a:xfrm>
          <a:prstGeom prst="ellipse">
            <a:avLst/>
          </a:prstGeom>
          <a:solidFill>
            <a:srgbClr val="7F8C97">
              <a:alpha val="48000"/>
            </a:srgbClr>
          </a:solidFill>
          <a:ln w="0">
            <a:noFill/>
            <a:prstDash val="solid"/>
          </a:ln>
        </p:spPr>
      </p:sp>
      <p:sp>
        <p:nvSpPr>
          <p:cNvPr id="1220" name="03_assume_matched_6517">
            <a:extLst>
              <a:ext uri="{FF2B5EF4-FFF2-40B4-BE49-F238E27FC236}">
                <a16:creationId xmlns:a16="http://schemas.microsoft.com/office/drawing/2014/main" id="{CA57CB37-4730-4161-8E4A-FB354020A1CA}"/>
              </a:ext>
            </a:extLst>
          </p:cNvPr>
          <p:cNvSpPr>
            <a:spLocks noGrp="1"/>
          </p:cNvSpPr>
          <p:nvPr/>
        </p:nvSpPr>
        <p:spPr>
          <a:xfrm>
            <a:off x="5317868" y="3120914"/>
            <a:ext cx="28398" cy="28398"/>
          </a:xfrm>
          <a:prstGeom prst="ellipse">
            <a:avLst/>
          </a:prstGeom>
          <a:solidFill>
            <a:srgbClr val="7F8C97">
              <a:alpha val="48000"/>
            </a:srgbClr>
          </a:solidFill>
          <a:ln w="0">
            <a:noFill/>
            <a:prstDash val="solid"/>
          </a:ln>
        </p:spPr>
      </p:sp>
      <p:sp>
        <p:nvSpPr>
          <p:cNvPr id="1221" name="03_assume_matched_6518">
            <a:extLst>
              <a:ext uri="{FF2B5EF4-FFF2-40B4-BE49-F238E27FC236}">
                <a16:creationId xmlns:a16="http://schemas.microsoft.com/office/drawing/2014/main" id="{D81653D2-D169-44B2-9A58-016CC1973692}"/>
              </a:ext>
            </a:extLst>
          </p:cNvPr>
          <p:cNvSpPr>
            <a:spLocks noGrp="1"/>
          </p:cNvSpPr>
          <p:nvPr/>
        </p:nvSpPr>
        <p:spPr>
          <a:xfrm>
            <a:off x="5329093" y="2925958"/>
            <a:ext cx="28398" cy="28398"/>
          </a:xfrm>
          <a:prstGeom prst="ellipse">
            <a:avLst/>
          </a:prstGeom>
          <a:solidFill>
            <a:srgbClr val="7F8C97">
              <a:alpha val="48000"/>
            </a:srgbClr>
          </a:solidFill>
          <a:ln w="0">
            <a:noFill/>
            <a:prstDash val="solid"/>
          </a:ln>
        </p:spPr>
      </p:sp>
      <p:sp>
        <p:nvSpPr>
          <p:cNvPr id="1222" name="03_assume_matched_6519">
            <a:extLst>
              <a:ext uri="{FF2B5EF4-FFF2-40B4-BE49-F238E27FC236}">
                <a16:creationId xmlns:a16="http://schemas.microsoft.com/office/drawing/2014/main" id="{3F95ABE8-4EF3-4F3E-9905-29A9D057E5C0}"/>
              </a:ext>
            </a:extLst>
          </p:cNvPr>
          <p:cNvSpPr>
            <a:spLocks noGrp="1"/>
          </p:cNvSpPr>
          <p:nvPr/>
        </p:nvSpPr>
        <p:spPr>
          <a:xfrm>
            <a:off x="5418460" y="3120914"/>
            <a:ext cx="28398" cy="28398"/>
          </a:xfrm>
          <a:prstGeom prst="ellipse">
            <a:avLst/>
          </a:prstGeom>
          <a:solidFill>
            <a:srgbClr val="7F8C97">
              <a:alpha val="48000"/>
            </a:srgbClr>
          </a:solidFill>
          <a:ln w="0">
            <a:noFill/>
            <a:prstDash val="solid"/>
          </a:ln>
        </p:spPr>
      </p:sp>
      <p:sp>
        <p:nvSpPr>
          <p:cNvPr id="1223" name="03_assume_matched_6520">
            <a:extLst>
              <a:ext uri="{FF2B5EF4-FFF2-40B4-BE49-F238E27FC236}">
                <a16:creationId xmlns:a16="http://schemas.microsoft.com/office/drawing/2014/main" id="{32219319-D794-4F75-A662-52C281605D51}"/>
              </a:ext>
            </a:extLst>
          </p:cNvPr>
          <p:cNvSpPr>
            <a:spLocks noGrp="1"/>
          </p:cNvSpPr>
          <p:nvPr/>
        </p:nvSpPr>
        <p:spPr>
          <a:xfrm>
            <a:off x="5331395" y="2536045"/>
            <a:ext cx="28398" cy="28398"/>
          </a:xfrm>
          <a:prstGeom prst="ellipse">
            <a:avLst/>
          </a:prstGeom>
          <a:solidFill>
            <a:srgbClr val="7F8C97">
              <a:alpha val="48000"/>
            </a:srgbClr>
          </a:solidFill>
          <a:ln w="0">
            <a:noFill/>
            <a:prstDash val="solid"/>
          </a:ln>
        </p:spPr>
      </p:sp>
      <p:sp>
        <p:nvSpPr>
          <p:cNvPr id="1224" name="03_assume_matched_6521">
            <a:extLst>
              <a:ext uri="{FF2B5EF4-FFF2-40B4-BE49-F238E27FC236}">
                <a16:creationId xmlns:a16="http://schemas.microsoft.com/office/drawing/2014/main" id="{49CFE493-03E8-4CAA-82F9-BB05178D35A2}"/>
              </a:ext>
            </a:extLst>
          </p:cNvPr>
          <p:cNvSpPr>
            <a:spLocks noGrp="1"/>
          </p:cNvSpPr>
          <p:nvPr/>
        </p:nvSpPr>
        <p:spPr>
          <a:xfrm>
            <a:off x="5410401" y="3120914"/>
            <a:ext cx="28398" cy="28398"/>
          </a:xfrm>
          <a:prstGeom prst="ellipse">
            <a:avLst/>
          </a:prstGeom>
          <a:solidFill>
            <a:srgbClr val="7F8C97">
              <a:alpha val="48000"/>
            </a:srgbClr>
          </a:solidFill>
          <a:ln w="0">
            <a:noFill/>
            <a:prstDash val="solid"/>
          </a:ln>
        </p:spPr>
      </p:sp>
      <p:sp>
        <p:nvSpPr>
          <p:cNvPr id="1225" name="03_assume_matched_6522">
            <a:extLst>
              <a:ext uri="{FF2B5EF4-FFF2-40B4-BE49-F238E27FC236}">
                <a16:creationId xmlns:a16="http://schemas.microsoft.com/office/drawing/2014/main" id="{83C17545-B2F0-4EFE-8385-7092EA4976DE}"/>
              </a:ext>
            </a:extLst>
          </p:cNvPr>
          <p:cNvSpPr>
            <a:spLocks noGrp="1"/>
          </p:cNvSpPr>
          <p:nvPr/>
        </p:nvSpPr>
        <p:spPr>
          <a:xfrm>
            <a:off x="5411552" y="2536045"/>
            <a:ext cx="28398" cy="28398"/>
          </a:xfrm>
          <a:prstGeom prst="ellipse">
            <a:avLst/>
          </a:prstGeom>
          <a:solidFill>
            <a:srgbClr val="7F8C97">
              <a:alpha val="48000"/>
            </a:srgbClr>
          </a:solidFill>
          <a:ln w="0">
            <a:noFill/>
            <a:prstDash val="solid"/>
          </a:ln>
        </p:spPr>
      </p:sp>
      <p:sp>
        <p:nvSpPr>
          <p:cNvPr id="1226" name="03_assume_matched_6523">
            <a:extLst>
              <a:ext uri="{FF2B5EF4-FFF2-40B4-BE49-F238E27FC236}">
                <a16:creationId xmlns:a16="http://schemas.microsoft.com/office/drawing/2014/main" id="{69FEEB74-1CE8-4BD1-A728-C3A3A20454CE}"/>
              </a:ext>
            </a:extLst>
          </p:cNvPr>
          <p:cNvSpPr>
            <a:spLocks noGrp="1"/>
          </p:cNvSpPr>
          <p:nvPr/>
        </p:nvSpPr>
        <p:spPr>
          <a:xfrm>
            <a:off x="5415294" y="3120914"/>
            <a:ext cx="28398" cy="28398"/>
          </a:xfrm>
          <a:prstGeom prst="ellipse">
            <a:avLst/>
          </a:prstGeom>
          <a:solidFill>
            <a:srgbClr val="7F8C97">
              <a:alpha val="48000"/>
            </a:srgbClr>
          </a:solidFill>
          <a:ln w="0">
            <a:noFill/>
            <a:prstDash val="solid"/>
          </a:ln>
        </p:spPr>
      </p:sp>
      <p:sp>
        <p:nvSpPr>
          <p:cNvPr id="1227" name="03_assume_matched_6524">
            <a:extLst>
              <a:ext uri="{FF2B5EF4-FFF2-40B4-BE49-F238E27FC236}">
                <a16:creationId xmlns:a16="http://schemas.microsoft.com/office/drawing/2014/main" id="{D1DC421D-F046-4E6D-8386-451F51768818}"/>
              </a:ext>
            </a:extLst>
          </p:cNvPr>
          <p:cNvSpPr>
            <a:spLocks noGrp="1"/>
          </p:cNvSpPr>
          <p:nvPr/>
        </p:nvSpPr>
        <p:spPr>
          <a:xfrm>
            <a:off x="5332546" y="3120914"/>
            <a:ext cx="28398" cy="28398"/>
          </a:xfrm>
          <a:prstGeom prst="ellipse">
            <a:avLst/>
          </a:prstGeom>
          <a:solidFill>
            <a:srgbClr val="7F8C97">
              <a:alpha val="48000"/>
            </a:srgbClr>
          </a:solidFill>
          <a:ln w="0">
            <a:noFill/>
            <a:prstDash val="solid"/>
          </a:ln>
        </p:spPr>
      </p:sp>
      <p:sp>
        <p:nvSpPr>
          <p:cNvPr id="1228" name="03_assume_matched_6525">
            <a:extLst>
              <a:ext uri="{FF2B5EF4-FFF2-40B4-BE49-F238E27FC236}">
                <a16:creationId xmlns:a16="http://schemas.microsoft.com/office/drawing/2014/main" id="{45CB953D-DF4F-4E1D-A8C5-664FA6D82DFF}"/>
              </a:ext>
            </a:extLst>
          </p:cNvPr>
          <p:cNvSpPr>
            <a:spLocks noGrp="1"/>
          </p:cNvSpPr>
          <p:nvPr/>
        </p:nvSpPr>
        <p:spPr>
          <a:xfrm>
            <a:off x="5310816" y="2536045"/>
            <a:ext cx="28398" cy="28398"/>
          </a:xfrm>
          <a:prstGeom prst="ellipse">
            <a:avLst/>
          </a:prstGeom>
          <a:solidFill>
            <a:srgbClr val="7F8C97">
              <a:alpha val="48000"/>
            </a:srgbClr>
          </a:solidFill>
          <a:ln w="0">
            <a:noFill/>
            <a:prstDash val="solid"/>
          </a:ln>
        </p:spPr>
      </p:sp>
      <p:sp>
        <p:nvSpPr>
          <p:cNvPr id="1229" name="03_assume_matched_6526">
            <a:extLst>
              <a:ext uri="{FF2B5EF4-FFF2-40B4-BE49-F238E27FC236}">
                <a16:creationId xmlns:a16="http://schemas.microsoft.com/office/drawing/2014/main" id="{73F8A268-A041-4B3B-937C-983003825822}"/>
              </a:ext>
            </a:extLst>
          </p:cNvPr>
          <p:cNvSpPr>
            <a:spLocks noGrp="1"/>
          </p:cNvSpPr>
          <p:nvPr/>
        </p:nvSpPr>
        <p:spPr>
          <a:xfrm>
            <a:off x="5394571" y="3120914"/>
            <a:ext cx="28398" cy="28398"/>
          </a:xfrm>
          <a:prstGeom prst="ellipse">
            <a:avLst/>
          </a:prstGeom>
          <a:solidFill>
            <a:srgbClr val="7F8C97">
              <a:alpha val="48000"/>
            </a:srgbClr>
          </a:solidFill>
          <a:ln w="0">
            <a:noFill/>
            <a:prstDash val="solid"/>
          </a:ln>
        </p:spPr>
      </p:sp>
      <p:sp>
        <p:nvSpPr>
          <p:cNvPr id="1230" name="03_assume_matched_6527">
            <a:extLst>
              <a:ext uri="{FF2B5EF4-FFF2-40B4-BE49-F238E27FC236}">
                <a16:creationId xmlns:a16="http://schemas.microsoft.com/office/drawing/2014/main" id="{EFE34E23-2861-4AAB-B9DE-5AF13B1A260C}"/>
              </a:ext>
            </a:extLst>
          </p:cNvPr>
          <p:cNvSpPr>
            <a:spLocks noGrp="1"/>
          </p:cNvSpPr>
          <p:nvPr/>
        </p:nvSpPr>
        <p:spPr>
          <a:xfrm>
            <a:off x="5304052" y="3120914"/>
            <a:ext cx="28398" cy="28398"/>
          </a:xfrm>
          <a:prstGeom prst="ellipse">
            <a:avLst/>
          </a:prstGeom>
          <a:solidFill>
            <a:srgbClr val="7F8C97">
              <a:alpha val="48000"/>
            </a:srgbClr>
          </a:solidFill>
          <a:ln w="0">
            <a:noFill/>
            <a:prstDash val="solid"/>
          </a:ln>
        </p:spPr>
      </p:sp>
      <p:sp>
        <p:nvSpPr>
          <p:cNvPr id="1231" name="03_assume_matched_6528">
            <a:extLst>
              <a:ext uri="{FF2B5EF4-FFF2-40B4-BE49-F238E27FC236}">
                <a16:creationId xmlns:a16="http://schemas.microsoft.com/office/drawing/2014/main" id="{92AE3171-5F88-4C24-A96C-ABB5105A3AAF}"/>
              </a:ext>
            </a:extLst>
          </p:cNvPr>
          <p:cNvSpPr>
            <a:spLocks noGrp="1"/>
          </p:cNvSpPr>
          <p:nvPr/>
        </p:nvSpPr>
        <p:spPr>
          <a:xfrm>
            <a:off x="5398169" y="2536045"/>
            <a:ext cx="28398" cy="28398"/>
          </a:xfrm>
          <a:prstGeom prst="ellipse">
            <a:avLst/>
          </a:prstGeom>
          <a:solidFill>
            <a:srgbClr val="7F8C97">
              <a:alpha val="48000"/>
            </a:srgbClr>
          </a:solidFill>
          <a:ln w="0">
            <a:noFill/>
            <a:prstDash val="solid"/>
          </a:ln>
        </p:spPr>
      </p:sp>
      <p:sp>
        <p:nvSpPr>
          <p:cNvPr id="1232" name="03_assume_matched_6529">
            <a:extLst>
              <a:ext uri="{FF2B5EF4-FFF2-40B4-BE49-F238E27FC236}">
                <a16:creationId xmlns:a16="http://schemas.microsoft.com/office/drawing/2014/main" id="{BA8D5259-9683-40D2-B760-46170F66490D}"/>
              </a:ext>
            </a:extLst>
          </p:cNvPr>
          <p:cNvSpPr>
            <a:spLocks noGrp="1"/>
          </p:cNvSpPr>
          <p:nvPr/>
        </p:nvSpPr>
        <p:spPr>
          <a:xfrm>
            <a:off x="5305348" y="2828480"/>
            <a:ext cx="28398" cy="28398"/>
          </a:xfrm>
          <a:prstGeom prst="ellipse">
            <a:avLst/>
          </a:prstGeom>
          <a:solidFill>
            <a:srgbClr val="7F8C97">
              <a:alpha val="48000"/>
            </a:srgbClr>
          </a:solidFill>
          <a:ln w="0">
            <a:noFill/>
            <a:prstDash val="solid"/>
          </a:ln>
        </p:spPr>
      </p:sp>
      <p:sp>
        <p:nvSpPr>
          <p:cNvPr id="1233" name="03_assume_matched_6530">
            <a:extLst>
              <a:ext uri="{FF2B5EF4-FFF2-40B4-BE49-F238E27FC236}">
                <a16:creationId xmlns:a16="http://schemas.microsoft.com/office/drawing/2014/main" id="{CC35F825-5DD3-4005-A503-C1067CD9B292}"/>
              </a:ext>
            </a:extLst>
          </p:cNvPr>
          <p:cNvSpPr>
            <a:spLocks noGrp="1"/>
          </p:cNvSpPr>
          <p:nvPr/>
        </p:nvSpPr>
        <p:spPr>
          <a:xfrm>
            <a:off x="5425799" y="2536045"/>
            <a:ext cx="28398" cy="28398"/>
          </a:xfrm>
          <a:prstGeom prst="ellipse">
            <a:avLst/>
          </a:prstGeom>
          <a:solidFill>
            <a:srgbClr val="7F8C97">
              <a:alpha val="48000"/>
            </a:srgbClr>
          </a:solidFill>
          <a:ln w="0">
            <a:noFill/>
            <a:prstDash val="solid"/>
          </a:ln>
        </p:spPr>
      </p:sp>
      <p:sp>
        <p:nvSpPr>
          <p:cNvPr id="1234" name="03_assume_matched_6531">
            <a:extLst>
              <a:ext uri="{FF2B5EF4-FFF2-40B4-BE49-F238E27FC236}">
                <a16:creationId xmlns:a16="http://schemas.microsoft.com/office/drawing/2014/main" id="{ABBFD563-68B5-47FD-B663-7D1A7D071655}"/>
              </a:ext>
            </a:extLst>
          </p:cNvPr>
          <p:cNvSpPr>
            <a:spLocks noGrp="1"/>
          </p:cNvSpPr>
          <p:nvPr/>
        </p:nvSpPr>
        <p:spPr>
          <a:xfrm>
            <a:off x="5403781" y="2536045"/>
            <a:ext cx="28398" cy="28398"/>
          </a:xfrm>
          <a:prstGeom prst="ellipse">
            <a:avLst/>
          </a:prstGeom>
          <a:solidFill>
            <a:srgbClr val="7F8C97">
              <a:alpha val="48000"/>
            </a:srgbClr>
          </a:solidFill>
          <a:ln w="0">
            <a:noFill/>
            <a:prstDash val="solid"/>
          </a:ln>
        </p:spPr>
      </p:sp>
      <p:sp>
        <p:nvSpPr>
          <p:cNvPr id="1235" name="03_assume_matched_6532">
            <a:extLst>
              <a:ext uri="{FF2B5EF4-FFF2-40B4-BE49-F238E27FC236}">
                <a16:creationId xmlns:a16="http://schemas.microsoft.com/office/drawing/2014/main" id="{6DCC157F-A842-4135-AE0A-0D2DE1FEA373}"/>
              </a:ext>
            </a:extLst>
          </p:cNvPr>
          <p:cNvSpPr>
            <a:spLocks noGrp="1"/>
          </p:cNvSpPr>
          <p:nvPr/>
        </p:nvSpPr>
        <p:spPr>
          <a:xfrm>
            <a:off x="5351686" y="2536045"/>
            <a:ext cx="28398" cy="28398"/>
          </a:xfrm>
          <a:prstGeom prst="ellipse">
            <a:avLst/>
          </a:prstGeom>
          <a:solidFill>
            <a:srgbClr val="7F8C97">
              <a:alpha val="48000"/>
            </a:srgbClr>
          </a:solidFill>
          <a:ln w="0">
            <a:noFill/>
            <a:prstDash val="solid"/>
          </a:ln>
        </p:spPr>
      </p:sp>
      <p:sp>
        <p:nvSpPr>
          <p:cNvPr id="1236" name="03_assume_matched_6533">
            <a:extLst>
              <a:ext uri="{FF2B5EF4-FFF2-40B4-BE49-F238E27FC236}">
                <a16:creationId xmlns:a16="http://schemas.microsoft.com/office/drawing/2014/main" id="{73106E1C-2DF4-4568-94DB-E0535E21ACAA}"/>
              </a:ext>
            </a:extLst>
          </p:cNvPr>
          <p:cNvSpPr>
            <a:spLocks noGrp="1"/>
          </p:cNvSpPr>
          <p:nvPr/>
        </p:nvSpPr>
        <p:spPr>
          <a:xfrm>
            <a:off x="5327366" y="3120914"/>
            <a:ext cx="28398" cy="28398"/>
          </a:xfrm>
          <a:prstGeom prst="ellipse">
            <a:avLst/>
          </a:prstGeom>
          <a:solidFill>
            <a:srgbClr val="7F8C97">
              <a:alpha val="48000"/>
            </a:srgbClr>
          </a:solidFill>
          <a:ln w="0">
            <a:noFill/>
            <a:prstDash val="solid"/>
          </a:ln>
        </p:spPr>
      </p:sp>
      <p:sp>
        <p:nvSpPr>
          <p:cNvPr id="1237" name="03_assume_matched_6534">
            <a:extLst>
              <a:ext uri="{FF2B5EF4-FFF2-40B4-BE49-F238E27FC236}">
                <a16:creationId xmlns:a16="http://schemas.microsoft.com/office/drawing/2014/main" id="{FA76495F-2946-4DA6-98DC-7CB1B353B85A}"/>
              </a:ext>
            </a:extLst>
          </p:cNvPr>
          <p:cNvSpPr>
            <a:spLocks noGrp="1"/>
          </p:cNvSpPr>
          <p:nvPr/>
        </p:nvSpPr>
        <p:spPr>
          <a:xfrm>
            <a:off x="5429829" y="3120914"/>
            <a:ext cx="28398" cy="28398"/>
          </a:xfrm>
          <a:prstGeom prst="ellipse">
            <a:avLst/>
          </a:prstGeom>
          <a:solidFill>
            <a:srgbClr val="7F8C97">
              <a:alpha val="48000"/>
            </a:srgbClr>
          </a:solidFill>
          <a:ln w="0">
            <a:noFill/>
            <a:prstDash val="solid"/>
          </a:ln>
        </p:spPr>
      </p:sp>
      <p:sp>
        <p:nvSpPr>
          <p:cNvPr id="1238" name="03_assume_matched_6535">
            <a:extLst>
              <a:ext uri="{FF2B5EF4-FFF2-40B4-BE49-F238E27FC236}">
                <a16:creationId xmlns:a16="http://schemas.microsoft.com/office/drawing/2014/main" id="{17C7C1F3-3298-4AAC-83D5-FC83166EC723}"/>
              </a:ext>
            </a:extLst>
          </p:cNvPr>
          <p:cNvSpPr>
            <a:spLocks noGrp="1"/>
          </p:cNvSpPr>
          <p:nvPr/>
        </p:nvSpPr>
        <p:spPr>
          <a:xfrm>
            <a:off x="5377590" y="2536045"/>
            <a:ext cx="28398" cy="28398"/>
          </a:xfrm>
          <a:prstGeom prst="ellipse">
            <a:avLst/>
          </a:prstGeom>
          <a:solidFill>
            <a:srgbClr val="7F8C97">
              <a:alpha val="48000"/>
            </a:srgbClr>
          </a:solidFill>
          <a:ln w="0">
            <a:noFill/>
            <a:prstDash val="solid"/>
          </a:ln>
        </p:spPr>
      </p:sp>
      <p:sp>
        <p:nvSpPr>
          <p:cNvPr id="1239" name="03_assume_matched_6536">
            <a:extLst>
              <a:ext uri="{FF2B5EF4-FFF2-40B4-BE49-F238E27FC236}">
                <a16:creationId xmlns:a16="http://schemas.microsoft.com/office/drawing/2014/main" id="{EB77422E-00BE-4878-9D17-C08FCE9A5746}"/>
              </a:ext>
            </a:extLst>
          </p:cNvPr>
          <p:cNvSpPr>
            <a:spLocks noGrp="1"/>
          </p:cNvSpPr>
          <p:nvPr/>
        </p:nvSpPr>
        <p:spPr>
          <a:xfrm>
            <a:off x="5410401" y="3120914"/>
            <a:ext cx="28398" cy="28398"/>
          </a:xfrm>
          <a:prstGeom prst="ellipse">
            <a:avLst/>
          </a:prstGeom>
          <a:solidFill>
            <a:srgbClr val="7F8C97">
              <a:alpha val="48000"/>
            </a:srgbClr>
          </a:solidFill>
          <a:ln w="0">
            <a:noFill/>
            <a:prstDash val="solid"/>
          </a:ln>
        </p:spPr>
      </p:sp>
      <p:sp>
        <p:nvSpPr>
          <p:cNvPr id="1240" name="03_assume_matched_6537">
            <a:extLst>
              <a:ext uri="{FF2B5EF4-FFF2-40B4-BE49-F238E27FC236}">
                <a16:creationId xmlns:a16="http://schemas.microsoft.com/office/drawing/2014/main" id="{5EEBEEF5-AA09-4E5B-BC68-85532D307683}"/>
              </a:ext>
            </a:extLst>
          </p:cNvPr>
          <p:cNvSpPr>
            <a:spLocks noGrp="1"/>
          </p:cNvSpPr>
          <p:nvPr/>
        </p:nvSpPr>
        <p:spPr>
          <a:xfrm>
            <a:off x="5309521" y="2536045"/>
            <a:ext cx="28398" cy="28398"/>
          </a:xfrm>
          <a:prstGeom prst="ellipse">
            <a:avLst/>
          </a:prstGeom>
          <a:solidFill>
            <a:srgbClr val="7F8C97">
              <a:alpha val="48000"/>
            </a:srgbClr>
          </a:solidFill>
          <a:ln w="0">
            <a:noFill/>
            <a:prstDash val="solid"/>
          </a:ln>
        </p:spPr>
      </p:sp>
      <p:sp>
        <p:nvSpPr>
          <p:cNvPr id="1241" name="03_assume_matched_6538">
            <a:extLst>
              <a:ext uri="{FF2B5EF4-FFF2-40B4-BE49-F238E27FC236}">
                <a16:creationId xmlns:a16="http://schemas.microsoft.com/office/drawing/2014/main" id="{299814A1-C5CE-4ADA-9C5C-E90E8BB9D046}"/>
              </a:ext>
            </a:extLst>
          </p:cNvPr>
          <p:cNvSpPr>
            <a:spLocks noGrp="1"/>
          </p:cNvSpPr>
          <p:nvPr/>
        </p:nvSpPr>
        <p:spPr>
          <a:xfrm>
            <a:off x="5401479" y="3120914"/>
            <a:ext cx="28398" cy="28398"/>
          </a:xfrm>
          <a:prstGeom prst="ellipse">
            <a:avLst/>
          </a:prstGeom>
          <a:solidFill>
            <a:srgbClr val="7F8C97">
              <a:alpha val="48000"/>
            </a:srgbClr>
          </a:solidFill>
          <a:ln w="0">
            <a:noFill/>
            <a:prstDash val="solid"/>
          </a:ln>
        </p:spPr>
      </p:sp>
      <p:sp>
        <p:nvSpPr>
          <p:cNvPr id="1242" name="03_assume_matched_6539">
            <a:extLst>
              <a:ext uri="{FF2B5EF4-FFF2-40B4-BE49-F238E27FC236}">
                <a16:creationId xmlns:a16="http://schemas.microsoft.com/office/drawing/2014/main" id="{92163C1E-F27A-4FFE-A3E0-4FB330A7995A}"/>
              </a:ext>
            </a:extLst>
          </p:cNvPr>
          <p:cNvSpPr>
            <a:spLocks noGrp="1"/>
          </p:cNvSpPr>
          <p:nvPr/>
        </p:nvSpPr>
        <p:spPr>
          <a:xfrm>
            <a:off x="5380612" y="3120914"/>
            <a:ext cx="28398" cy="28398"/>
          </a:xfrm>
          <a:prstGeom prst="ellipse">
            <a:avLst/>
          </a:prstGeom>
          <a:solidFill>
            <a:srgbClr val="7F8C97">
              <a:alpha val="48000"/>
            </a:srgbClr>
          </a:solidFill>
          <a:ln w="0">
            <a:noFill/>
            <a:prstDash val="solid"/>
          </a:ln>
        </p:spPr>
      </p:sp>
      <p:sp>
        <p:nvSpPr>
          <p:cNvPr id="1243" name="03_assume_matched_6540">
            <a:extLst>
              <a:ext uri="{FF2B5EF4-FFF2-40B4-BE49-F238E27FC236}">
                <a16:creationId xmlns:a16="http://schemas.microsoft.com/office/drawing/2014/main" id="{2079A4BB-2A71-44BE-9A19-857B656448EE}"/>
              </a:ext>
            </a:extLst>
          </p:cNvPr>
          <p:cNvSpPr>
            <a:spLocks noGrp="1"/>
          </p:cNvSpPr>
          <p:nvPr/>
        </p:nvSpPr>
        <p:spPr>
          <a:xfrm>
            <a:off x="5289230" y="2536045"/>
            <a:ext cx="28398" cy="28398"/>
          </a:xfrm>
          <a:prstGeom prst="ellipse">
            <a:avLst/>
          </a:prstGeom>
          <a:solidFill>
            <a:srgbClr val="7F8C97">
              <a:alpha val="48000"/>
            </a:srgbClr>
          </a:solidFill>
          <a:ln w="0">
            <a:noFill/>
            <a:prstDash val="solid"/>
          </a:ln>
        </p:spPr>
      </p:sp>
      <p:sp>
        <p:nvSpPr>
          <p:cNvPr id="1244" name="03_assume_matched_6541">
            <a:extLst>
              <a:ext uri="{FF2B5EF4-FFF2-40B4-BE49-F238E27FC236}">
                <a16:creationId xmlns:a16="http://schemas.microsoft.com/office/drawing/2014/main" id="{CFFCEE85-DEDA-46B4-A540-C63566D716AF}"/>
              </a:ext>
            </a:extLst>
          </p:cNvPr>
          <p:cNvSpPr>
            <a:spLocks noGrp="1"/>
          </p:cNvSpPr>
          <p:nvPr/>
        </p:nvSpPr>
        <p:spPr>
          <a:xfrm>
            <a:off x="5348520" y="3120914"/>
            <a:ext cx="28398" cy="28398"/>
          </a:xfrm>
          <a:prstGeom prst="ellipse">
            <a:avLst/>
          </a:prstGeom>
          <a:solidFill>
            <a:srgbClr val="7F8C97">
              <a:alpha val="48000"/>
            </a:srgbClr>
          </a:solidFill>
          <a:ln w="0">
            <a:noFill/>
            <a:prstDash val="solid"/>
          </a:ln>
        </p:spPr>
      </p:sp>
      <p:sp>
        <p:nvSpPr>
          <p:cNvPr id="1245" name="03_assume_matched_6542">
            <a:extLst>
              <a:ext uri="{FF2B5EF4-FFF2-40B4-BE49-F238E27FC236}">
                <a16:creationId xmlns:a16="http://schemas.microsoft.com/office/drawing/2014/main" id="{F99FE189-990A-4E6F-BC31-65C381E84E4A}"/>
              </a:ext>
            </a:extLst>
          </p:cNvPr>
          <p:cNvSpPr>
            <a:spLocks noGrp="1"/>
          </p:cNvSpPr>
          <p:nvPr/>
        </p:nvSpPr>
        <p:spPr>
          <a:xfrm>
            <a:off x="5330676" y="3120914"/>
            <a:ext cx="28398" cy="28398"/>
          </a:xfrm>
          <a:prstGeom prst="ellipse">
            <a:avLst/>
          </a:prstGeom>
          <a:solidFill>
            <a:srgbClr val="7F8C97">
              <a:alpha val="48000"/>
            </a:srgbClr>
          </a:solidFill>
          <a:ln w="0">
            <a:noFill/>
            <a:prstDash val="solid"/>
          </a:ln>
        </p:spPr>
      </p:sp>
      <p:sp>
        <p:nvSpPr>
          <p:cNvPr id="1246" name="03_assume_matched_6543">
            <a:extLst>
              <a:ext uri="{FF2B5EF4-FFF2-40B4-BE49-F238E27FC236}">
                <a16:creationId xmlns:a16="http://schemas.microsoft.com/office/drawing/2014/main" id="{294EA90B-E757-4E8B-818A-F56A6418B6C6}"/>
              </a:ext>
            </a:extLst>
          </p:cNvPr>
          <p:cNvSpPr>
            <a:spLocks noGrp="1"/>
          </p:cNvSpPr>
          <p:nvPr/>
        </p:nvSpPr>
        <p:spPr>
          <a:xfrm>
            <a:off x="5362911" y="2536045"/>
            <a:ext cx="28398" cy="28398"/>
          </a:xfrm>
          <a:prstGeom prst="ellipse">
            <a:avLst/>
          </a:prstGeom>
          <a:solidFill>
            <a:srgbClr val="7F8C97">
              <a:alpha val="48000"/>
            </a:srgbClr>
          </a:solidFill>
          <a:ln w="0">
            <a:noFill/>
            <a:prstDash val="solid"/>
          </a:ln>
        </p:spPr>
      </p:sp>
      <p:sp>
        <p:nvSpPr>
          <p:cNvPr id="1247" name="03_assume_matched_6544">
            <a:extLst>
              <a:ext uri="{FF2B5EF4-FFF2-40B4-BE49-F238E27FC236}">
                <a16:creationId xmlns:a16="http://schemas.microsoft.com/office/drawing/2014/main" id="{14976966-FB7D-4B08-8269-A004BC8BD2C5}"/>
              </a:ext>
            </a:extLst>
          </p:cNvPr>
          <p:cNvSpPr>
            <a:spLocks noGrp="1"/>
          </p:cNvSpPr>
          <p:nvPr/>
        </p:nvSpPr>
        <p:spPr>
          <a:xfrm>
            <a:off x="5344779" y="2974697"/>
            <a:ext cx="28398" cy="28398"/>
          </a:xfrm>
          <a:prstGeom prst="ellipse">
            <a:avLst/>
          </a:prstGeom>
          <a:solidFill>
            <a:srgbClr val="7F8C97">
              <a:alpha val="48000"/>
            </a:srgbClr>
          </a:solidFill>
          <a:ln w="0">
            <a:noFill/>
            <a:prstDash val="solid"/>
          </a:ln>
        </p:spPr>
      </p:sp>
      <p:sp>
        <p:nvSpPr>
          <p:cNvPr id="1248" name="03_assume_matched_6545">
            <a:extLst>
              <a:ext uri="{FF2B5EF4-FFF2-40B4-BE49-F238E27FC236}">
                <a16:creationId xmlns:a16="http://schemas.microsoft.com/office/drawing/2014/main" id="{43F67D37-0C1A-4C31-9147-867AACEB512F}"/>
              </a:ext>
            </a:extLst>
          </p:cNvPr>
          <p:cNvSpPr>
            <a:spLocks noGrp="1"/>
          </p:cNvSpPr>
          <p:nvPr/>
        </p:nvSpPr>
        <p:spPr>
          <a:xfrm>
            <a:off x="5406947" y="3120914"/>
            <a:ext cx="28398" cy="28398"/>
          </a:xfrm>
          <a:prstGeom prst="ellipse">
            <a:avLst/>
          </a:prstGeom>
          <a:solidFill>
            <a:srgbClr val="7F8C97">
              <a:alpha val="48000"/>
            </a:srgbClr>
          </a:solidFill>
          <a:ln w="0">
            <a:noFill/>
            <a:prstDash val="solid"/>
          </a:ln>
        </p:spPr>
      </p:sp>
      <p:sp>
        <p:nvSpPr>
          <p:cNvPr id="1249" name="03_assume_matched_6546">
            <a:extLst>
              <a:ext uri="{FF2B5EF4-FFF2-40B4-BE49-F238E27FC236}">
                <a16:creationId xmlns:a16="http://schemas.microsoft.com/office/drawing/2014/main" id="{58CEBF4B-8464-4183-90A6-FC7EEB7AAC9F}"/>
              </a:ext>
            </a:extLst>
          </p:cNvPr>
          <p:cNvSpPr>
            <a:spLocks noGrp="1"/>
          </p:cNvSpPr>
          <p:nvPr/>
        </p:nvSpPr>
        <p:spPr>
          <a:xfrm>
            <a:off x="5305060" y="2536045"/>
            <a:ext cx="28398" cy="28398"/>
          </a:xfrm>
          <a:prstGeom prst="ellipse">
            <a:avLst/>
          </a:prstGeom>
          <a:solidFill>
            <a:srgbClr val="7F8C97">
              <a:alpha val="48000"/>
            </a:srgbClr>
          </a:solidFill>
          <a:ln w="0">
            <a:noFill/>
            <a:prstDash val="solid"/>
          </a:ln>
        </p:spPr>
      </p:sp>
      <p:sp>
        <p:nvSpPr>
          <p:cNvPr id="1250" name="03_assume_matched_6547">
            <a:extLst>
              <a:ext uri="{FF2B5EF4-FFF2-40B4-BE49-F238E27FC236}">
                <a16:creationId xmlns:a16="http://schemas.microsoft.com/office/drawing/2014/main" id="{BF2FB9C7-F512-490E-AFDD-DD4566805C99}"/>
              </a:ext>
            </a:extLst>
          </p:cNvPr>
          <p:cNvSpPr>
            <a:spLocks noGrp="1"/>
          </p:cNvSpPr>
          <p:nvPr/>
        </p:nvSpPr>
        <p:spPr>
          <a:xfrm>
            <a:off x="5311680" y="3120914"/>
            <a:ext cx="28398" cy="28398"/>
          </a:xfrm>
          <a:prstGeom prst="ellipse">
            <a:avLst/>
          </a:prstGeom>
          <a:solidFill>
            <a:srgbClr val="7F8C97">
              <a:alpha val="48000"/>
            </a:srgbClr>
          </a:solidFill>
          <a:ln w="0">
            <a:noFill/>
            <a:prstDash val="solid"/>
          </a:ln>
        </p:spPr>
      </p:sp>
      <p:sp>
        <p:nvSpPr>
          <p:cNvPr id="1251" name="03_assume_matched_6548">
            <a:extLst>
              <a:ext uri="{FF2B5EF4-FFF2-40B4-BE49-F238E27FC236}">
                <a16:creationId xmlns:a16="http://schemas.microsoft.com/office/drawing/2014/main" id="{52E6B349-F6F5-40FB-AC82-CC363C751D72}"/>
              </a:ext>
            </a:extLst>
          </p:cNvPr>
          <p:cNvSpPr>
            <a:spLocks noGrp="1"/>
          </p:cNvSpPr>
          <p:nvPr/>
        </p:nvSpPr>
        <p:spPr>
          <a:xfrm>
            <a:off x="5371546" y="2536045"/>
            <a:ext cx="28398" cy="28398"/>
          </a:xfrm>
          <a:prstGeom prst="ellipse">
            <a:avLst/>
          </a:prstGeom>
          <a:solidFill>
            <a:srgbClr val="7F8C97">
              <a:alpha val="48000"/>
            </a:srgbClr>
          </a:solidFill>
          <a:ln w="0">
            <a:noFill/>
            <a:prstDash val="solid"/>
          </a:ln>
        </p:spPr>
      </p:sp>
      <p:sp>
        <p:nvSpPr>
          <p:cNvPr id="1252" name="03_assume_matched_6549">
            <a:extLst>
              <a:ext uri="{FF2B5EF4-FFF2-40B4-BE49-F238E27FC236}">
                <a16:creationId xmlns:a16="http://schemas.microsoft.com/office/drawing/2014/main" id="{D55FEE88-31A8-4ADE-8AA4-4CA6A698E3A6}"/>
              </a:ext>
            </a:extLst>
          </p:cNvPr>
          <p:cNvSpPr>
            <a:spLocks noGrp="1"/>
          </p:cNvSpPr>
          <p:nvPr/>
        </p:nvSpPr>
        <p:spPr>
          <a:xfrm>
            <a:off x="5370251" y="2536045"/>
            <a:ext cx="28398" cy="28398"/>
          </a:xfrm>
          <a:prstGeom prst="ellipse">
            <a:avLst/>
          </a:prstGeom>
          <a:solidFill>
            <a:srgbClr val="7F8C97">
              <a:alpha val="48000"/>
            </a:srgbClr>
          </a:solidFill>
          <a:ln w="0">
            <a:noFill/>
            <a:prstDash val="solid"/>
          </a:ln>
        </p:spPr>
      </p:sp>
      <p:sp>
        <p:nvSpPr>
          <p:cNvPr id="1253" name="03_assume_matched_6550">
            <a:extLst>
              <a:ext uri="{FF2B5EF4-FFF2-40B4-BE49-F238E27FC236}">
                <a16:creationId xmlns:a16="http://schemas.microsoft.com/office/drawing/2014/main" id="{9990E407-A995-47FC-8D75-C3518DE4B3E3}"/>
              </a:ext>
            </a:extLst>
          </p:cNvPr>
          <p:cNvSpPr>
            <a:spLocks noGrp="1"/>
          </p:cNvSpPr>
          <p:nvPr/>
        </p:nvSpPr>
        <p:spPr>
          <a:xfrm>
            <a:off x="5417021" y="2536045"/>
            <a:ext cx="28398" cy="28398"/>
          </a:xfrm>
          <a:prstGeom prst="ellipse">
            <a:avLst/>
          </a:prstGeom>
          <a:solidFill>
            <a:srgbClr val="7F8C97">
              <a:alpha val="48000"/>
            </a:srgbClr>
          </a:solidFill>
          <a:ln w="0">
            <a:noFill/>
            <a:prstDash val="solid"/>
          </a:ln>
        </p:spPr>
      </p:sp>
      <p:sp>
        <p:nvSpPr>
          <p:cNvPr id="1254" name="03_assume_matched_6551">
            <a:extLst>
              <a:ext uri="{FF2B5EF4-FFF2-40B4-BE49-F238E27FC236}">
                <a16:creationId xmlns:a16="http://schemas.microsoft.com/office/drawing/2014/main" id="{4EAEE753-82A9-4CD7-92E7-6D1C68DA47E2}"/>
              </a:ext>
            </a:extLst>
          </p:cNvPr>
          <p:cNvSpPr>
            <a:spLocks noGrp="1"/>
          </p:cNvSpPr>
          <p:nvPr/>
        </p:nvSpPr>
        <p:spPr>
          <a:xfrm>
            <a:off x="5395291" y="2828480"/>
            <a:ext cx="28398" cy="28398"/>
          </a:xfrm>
          <a:prstGeom prst="ellipse">
            <a:avLst/>
          </a:prstGeom>
          <a:solidFill>
            <a:srgbClr val="7F8C97">
              <a:alpha val="48000"/>
            </a:srgbClr>
          </a:solidFill>
          <a:ln w="0">
            <a:noFill/>
            <a:prstDash val="solid"/>
          </a:ln>
        </p:spPr>
      </p:sp>
      <p:sp>
        <p:nvSpPr>
          <p:cNvPr id="1255" name="03_assume_matched_6552">
            <a:extLst>
              <a:ext uri="{FF2B5EF4-FFF2-40B4-BE49-F238E27FC236}">
                <a16:creationId xmlns:a16="http://schemas.microsoft.com/office/drawing/2014/main" id="{FBB64AD6-A447-4F6F-83FF-D18560511330}"/>
              </a:ext>
            </a:extLst>
          </p:cNvPr>
          <p:cNvSpPr>
            <a:spLocks noGrp="1"/>
          </p:cNvSpPr>
          <p:nvPr/>
        </p:nvSpPr>
        <p:spPr>
          <a:xfrm>
            <a:off x="5327366" y="3120914"/>
            <a:ext cx="28398" cy="28398"/>
          </a:xfrm>
          <a:prstGeom prst="ellipse">
            <a:avLst/>
          </a:prstGeom>
          <a:solidFill>
            <a:srgbClr val="7F8C97">
              <a:alpha val="48000"/>
            </a:srgbClr>
          </a:solidFill>
          <a:ln w="0">
            <a:noFill/>
            <a:prstDash val="solid"/>
          </a:ln>
        </p:spPr>
      </p:sp>
      <p:sp>
        <p:nvSpPr>
          <p:cNvPr id="1256" name="03_assume_matched_6553">
            <a:extLst>
              <a:ext uri="{FF2B5EF4-FFF2-40B4-BE49-F238E27FC236}">
                <a16:creationId xmlns:a16="http://schemas.microsoft.com/office/drawing/2014/main" id="{AC3CFDBF-E0EB-4AA6-B4DD-2947C9D238B0}"/>
              </a:ext>
            </a:extLst>
          </p:cNvPr>
          <p:cNvSpPr>
            <a:spLocks noGrp="1"/>
          </p:cNvSpPr>
          <p:nvPr/>
        </p:nvSpPr>
        <p:spPr>
          <a:xfrm>
            <a:off x="5398169" y="3120914"/>
            <a:ext cx="28398" cy="28398"/>
          </a:xfrm>
          <a:prstGeom prst="ellipse">
            <a:avLst/>
          </a:prstGeom>
          <a:solidFill>
            <a:srgbClr val="7F8C97">
              <a:alpha val="48000"/>
            </a:srgbClr>
          </a:solidFill>
          <a:ln w="0">
            <a:noFill/>
            <a:prstDash val="solid"/>
          </a:ln>
        </p:spPr>
      </p:sp>
      <p:sp>
        <p:nvSpPr>
          <p:cNvPr id="1257" name="03_assume_matched_6554">
            <a:extLst>
              <a:ext uri="{FF2B5EF4-FFF2-40B4-BE49-F238E27FC236}">
                <a16:creationId xmlns:a16="http://schemas.microsoft.com/office/drawing/2014/main" id="{D5D0E692-923F-4CC7-BDD8-9CD7E6E3E9FD}"/>
              </a:ext>
            </a:extLst>
          </p:cNvPr>
          <p:cNvSpPr>
            <a:spLocks noGrp="1"/>
          </p:cNvSpPr>
          <p:nvPr/>
        </p:nvSpPr>
        <p:spPr>
          <a:xfrm>
            <a:off x="5386512" y="2731002"/>
            <a:ext cx="28398" cy="28398"/>
          </a:xfrm>
          <a:prstGeom prst="ellipse">
            <a:avLst/>
          </a:prstGeom>
          <a:solidFill>
            <a:srgbClr val="7F8C97">
              <a:alpha val="48000"/>
            </a:srgbClr>
          </a:solidFill>
          <a:ln w="0">
            <a:noFill/>
            <a:prstDash val="solid"/>
          </a:ln>
        </p:spPr>
      </p:sp>
      <p:sp>
        <p:nvSpPr>
          <p:cNvPr id="1258" name="03_assume_matched_6555">
            <a:extLst>
              <a:ext uri="{FF2B5EF4-FFF2-40B4-BE49-F238E27FC236}">
                <a16:creationId xmlns:a16="http://schemas.microsoft.com/office/drawing/2014/main" id="{75EF8662-165E-4DD8-B9C1-2A50607393D4}"/>
              </a:ext>
            </a:extLst>
          </p:cNvPr>
          <p:cNvSpPr>
            <a:spLocks noGrp="1"/>
          </p:cNvSpPr>
          <p:nvPr/>
        </p:nvSpPr>
        <p:spPr>
          <a:xfrm>
            <a:off x="5392700" y="3120914"/>
            <a:ext cx="28398" cy="28398"/>
          </a:xfrm>
          <a:prstGeom prst="ellipse">
            <a:avLst/>
          </a:prstGeom>
          <a:solidFill>
            <a:srgbClr val="7F8C97">
              <a:alpha val="48000"/>
            </a:srgbClr>
          </a:solidFill>
          <a:ln w="0">
            <a:noFill/>
            <a:prstDash val="solid"/>
          </a:ln>
        </p:spPr>
      </p:sp>
      <p:sp>
        <p:nvSpPr>
          <p:cNvPr id="1259" name="03_assume_matched_6556">
            <a:extLst>
              <a:ext uri="{FF2B5EF4-FFF2-40B4-BE49-F238E27FC236}">
                <a16:creationId xmlns:a16="http://schemas.microsoft.com/office/drawing/2014/main" id="{11DCCBE9-9A31-4305-9502-AFE81BBF908A}"/>
              </a:ext>
            </a:extLst>
          </p:cNvPr>
          <p:cNvSpPr>
            <a:spLocks noGrp="1"/>
          </p:cNvSpPr>
          <p:nvPr/>
        </p:nvSpPr>
        <p:spPr>
          <a:xfrm>
            <a:off x="5406084" y="3088422"/>
            <a:ext cx="28398" cy="28398"/>
          </a:xfrm>
          <a:prstGeom prst="ellipse">
            <a:avLst/>
          </a:prstGeom>
          <a:solidFill>
            <a:srgbClr val="7F8C97">
              <a:alpha val="48000"/>
            </a:srgbClr>
          </a:solidFill>
          <a:ln w="0">
            <a:noFill/>
            <a:prstDash val="solid"/>
          </a:ln>
        </p:spPr>
      </p:sp>
      <p:sp>
        <p:nvSpPr>
          <p:cNvPr id="1260" name="03_assume_matched_6557">
            <a:extLst>
              <a:ext uri="{FF2B5EF4-FFF2-40B4-BE49-F238E27FC236}">
                <a16:creationId xmlns:a16="http://schemas.microsoft.com/office/drawing/2014/main" id="{2CE814D6-27AF-419F-A8E1-2473682A28FB}"/>
              </a:ext>
            </a:extLst>
          </p:cNvPr>
          <p:cNvSpPr>
            <a:spLocks noGrp="1"/>
          </p:cNvSpPr>
          <p:nvPr/>
        </p:nvSpPr>
        <p:spPr>
          <a:xfrm>
            <a:off x="5314702" y="2536045"/>
            <a:ext cx="28398" cy="28398"/>
          </a:xfrm>
          <a:prstGeom prst="ellipse">
            <a:avLst/>
          </a:prstGeom>
          <a:solidFill>
            <a:srgbClr val="7F8C97">
              <a:alpha val="48000"/>
            </a:srgbClr>
          </a:solidFill>
          <a:ln w="0">
            <a:noFill/>
            <a:prstDash val="solid"/>
          </a:ln>
        </p:spPr>
      </p:sp>
      <p:sp>
        <p:nvSpPr>
          <p:cNvPr id="1261" name="03_assume_matched_6558">
            <a:extLst>
              <a:ext uri="{FF2B5EF4-FFF2-40B4-BE49-F238E27FC236}">
                <a16:creationId xmlns:a16="http://schemas.microsoft.com/office/drawing/2014/main" id="{6EB417B6-1CA0-4FB6-B539-11E5E87D31F2}"/>
              </a:ext>
            </a:extLst>
          </p:cNvPr>
          <p:cNvSpPr>
            <a:spLocks noGrp="1"/>
          </p:cNvSpPr>
          <p:nvPr/>
        </p:nvSpPr>
        <p:spPr>
          <a:xfrm>
            <a:off x="5303909" y="2828480"/>
            <a:ext cx="28398" cy="28398"/>
          </a:xfrm>
          <a:prstGeom prst="ellipse">
            <a:avLst/>
          </a:prstGeom>
          <a:solidFill>
            <a:srgbClr val="7F8C97">
              <a:alpha val="48000"/>
            </a:srgbClr>
          </a:solidFill>
          <a:ln w="0">
            <a:noFill/>
            <a:prstDash val="solid"/>
          </a:ln>
        </p:spPr>
      </p:sp>
      <p:sp>
        <p:nvSpPr>
          <p:cNvPr id="1262" name="03_assume_matched_6559">
            <a:extLst>
              <a:ext uri="{FF2B5EF4-FFF2-40B4-BE49-F238E27FC236}">
                <a16:creationId xmlns:a16="http://schemas.microsoft.com/office/drawing/2014/main" id="{7762F811-906E-4BBE-B235-D2D250F2DE7D}"/>
              </a:ext>
            </a:extLst>
          </p:cNvPr>
          <p:cNvSpPr>
            <a:spLocks noGrp="1"/>
          </p:cNvSpPr>
          <p:nvPr/>
        </p:nvSpPr>
        <p:spPr>
          <a:xfrm>
            <a:off x="5386800" y="2974697"/>
            <a:ext cx="28398" cy="28398"/>
          </a:xfrm>
          <a:prstGeom prst="ellipse">
            <a:avLst/>
          </a:prstGeom>
          <a:solidFill>
            <a:srgbClr val="7F8C97">
              <a:alpha val="48000"/>
            </a:srgbClr>
          </a:solidFill>
          <a:ln w="0">
            <a:noFill/>
            <a:prstDash val="solid"/>
          </a:ln>
        </p:spPr>
      </p:sp>
      <p:sp>
        <p:nvSpPr>
          <p:cNvPr id="1263" name="03_assume_matched_6560">
            <a:extLst>
              <a:ext uri="{FF2B5EF4-FFF2-40B4-BE49-F238E27FC236}">
                <a16:creationId xmlns:a16="http://schemas.microsoft.com/office/drawing/2014/main" id="{1CF62ED6-2420-4A4E-BECE-D7247D7980E5}"/>
              </a:ext>
            </a:extLst>
          </p:cNvPr>
          <p:cNvSpPr>
            <a:spLocks noGrp="1"/>
          </p:cNvSpPr>
          <p:nvPr/>
        </p:nvSpPr>
        <p:spPr>
          <a:xfrm>
            <a:off x="5423929" y="3037362"/>
            <a:ext cx="28398" cy="28398"/>
          </a:xfrm>
          <a:prstGeom prst="ellipse">
            <a:avLst/>
          </a:prstGeom>
          <a:solidFill>
            <a:srgbClr val="7F8C97">
              <a:alpha val="48000"/>
            </a:srgbClr>
          </a:solidFill>
          <a:ln w="0">
            <a:noFill/>
            <a:prstDash val="solid"/>
          </a:ln>
        </p:spPr>
      </p:sp>
      <p:sp>
        <p:nvSpPr>
          <p:cNvPr id="1264" name="03_assume_matched_6561">
            <a:extLst>
              <a:ext uri="{FF2B5EF4-FFF2-40B4-BE49-F238E27FC236}">
                <a16:creationId xmlns:a16="http://schemas.microsoft.com/office/drawing/2014/main" id="{14FC18FB-8AC5-47A8-8DF6-46DA1EF78CB1}"/>
              </a:ext>
            </a:extLst>
          </p:cNvPr>
          <p:cNvSpPr>
            <a:spLocks noGrp="1"/>
          </p:cNvSpPr>
          <p:nvPr/>
        </p:nvSpPr>
        <p:spPr>
          <a:xfrm>
            <a:off x="5430117" y="2536045"/>
            <a:ext cx="28398" cy="28398"/>
          </a:xfrm>
          <a:prstGeom prst="ellipse">
            <a:avLst/>
          </a:prstGeom>
          <a:solidFill>
            <a:srgbClr val="7F8C97">
              <a:alpha val="48000"/>
            </a:srgbClr>
          </a:solidFill>
          <a:ln w="0">
            <a:noFill/>
            <a:prstDash val="solid"/>
          </a:ln>
        </p:spPr>
      </p:sp>
      <p:sp>
        <p:nvSpPr>
          <p:cNvPr id="1265" name="03_assume_matched_6562">
            <a:extLst>
              <a:ext uri="{FF2B5EF4-FFF2-40B4-BE49-F238E27FC236}">
                <a16:creationId xmlns:a16="http://schemas.microsoft.com/office/drawing/2014/main" id="{80DD261C-711F-47F4-B02A-7563288AF066}"/>
              </a:ext>
            </a:extLst>
          </p:cNvPr>
          <p:cNvSpPr>
            <a:spLocks noGrp="1"/>
          </p:cNvSpPr>
          <p:nvPr/>
        </p:nvSpPr>
        <p:spPr>
          <a:xfrm>
            <a:off x="5341181" y="3120914"/>
            <a:ext cx="28398" cy="28398"/>
          </a:xfrm>
          <a:prstGeom prst="ellipse">
            <a:avLst/>
          </a:prstGeom>
          <a:solidFill>
            <a:srgbClr val="7F8C97">
              <a:alpha val="48000"/>
            </a:srgbClr>
          </a:solidFill>
          <a:ln w="0">
            <a:noFill/>
            <a:prstDash val="solid"/>
          </a:ln>
        </p:spPr>
      </p:sp>
      <p:sp>
        <p:nvSpPr>
          <p:cNvPr id="1266" name="03_assume_matched_6563">
            <a:extLst>
              <a:ext uri="{FF2B5EF4-FFF2-40B4-BE49-F238E27FC236}">
                <a16:creationId xmlns:a16="http://schemas.microsoft.com/office/drawing/2014/main" id="{15477BB8-479C-4778-B3D8-122B392C8D5C}"/>
              </a:ext>
            </a:extLst>
          </p:cNvPr>
          <p:cNvSpPr>
            <a:spLocks noGrp="1"/>
          </p:cNvSpPr>
          <p:nvPr/>
        </p:nvSpPr>
        <p:spPr>
          <a:xfrm>
            <a:off x="5393996" y="2925958"/>
            <a:ext cx="28398" cy="28398"/>
          </a:xfrm>
          <a:prstGeom prst="ellipse">
            <a:avLst/>
          </a:prstGeom>
          <a:solidFill>
            <a:srgbClr val="7F8C97">
              <a:alpha val="48000"/>
            </a:srgbClr>
          </a:solidFill>
          <a:ln w="0">
            <a:noFill/>
            <a:prstDash val="solid"/>
          </a:ln>
        </p:spPr>
      </p:sp>
      <p:sp>
        <p:nvSpPr>
          <p:cNvPr id="1267" name="03_assume_matched_6564">
            <a:extLst>
              <a:ext uri="{FF2B5EF4-FFF2-40B4-BE49-F238E27FC236}">
                <a16:creationId xmlns:a16="http://schemas.microsoft.com/office/drawing/2014/main" id="{53949057-C8A8-4CC7-81D0-9F5C92DF2A3C}"/>
              </a:ext>
            </a:extLst>
          </p:cNvPr>
          <p:cNvSpPr>
            <a:spLocks noGrp="1"/>
          </p:cNvSpPr>
          <p:nvPr/>
        </p:nvSpPr>
        <p:spPr>
          <a:xfrm>
            <a:off x="5404933" y="2536045"/>
            <a:ext cx="28398" cy="28398"/>
          </a:xfrm>
          <a:prstGeom prst="ellipse">
            <a:avLst/>
          </a:prstGeom>
          <a:solidFill>
            <a:srgbClr val="7F8C97">
              <a:alpha val="48000"/>
            </a:srgbClr>
          </a:solidFill>
          <a:ln w="0">
            <a:noFill/>
            <a:prstDash val="solid"/>
          </a:ln>
        </p:spPr>
      </p:sp>
      <p:sp>
        <p:nvSpPr>
          <p:cNvPr id="1268" name="03_assume_matched_6565">
            <a:extLst>
              <a:ext uri="{FF2B5EF4-FFF2-40B4-BE49-F238E27FC236}">
                <a16:creationId xmlns:a16="http://schemas.microsoft.com/office/drawing/2014/main" id="{1F7C140E-8055-442C-8A71-D1DD753EEA99}"/>
              </a:ext>
            </a:extLst>
          </p:cNvPr>
          <p:cNvSpPr>
            <a:spLocks noGrp="1"/>
          </p:cNvSpPr>
          <p:nvPr/>
        </p:nvSpPr>
        <p:spPr>
          <a:xfrm>
            <a:off x="5422346" y="2536045"/>
            <a:ext cx="28398" cy="28398"/>
          </a:xfrm>
          <a:prstGeom prst="ellipse">
            <a:avLst/>
          </a:prstGeom>
          <a:solidFill>
            <a:srgbClr val="7F8C97">
              <a:alpha val="48000"/>
            </a:srgbClr>
          </a:solidFill>
          <a:ln w="0">
            <a:noFill/>
            <a:prstDash val="solid"/>
          </a:ln>
        </p:spPr>
      </p:sp>
      <p:sp>
        <p:nvSpPr>
          <p:cNvPr id="1269" name="03_assume_matched_6566">
            <a:extLst>
              <a:ext uri="{FF2B5EF4-FFF2-40B4-BE49-F238E27FC236}">
                <a16:creationId xmlns:a16="http://schemas.microsoft.com/office/drawing/2014/main" id="{CF00D1E6-B181-47B2-ABAF-D0B01F04B8BC}"/>
              </a:ext>
            </a:extLst>
          </p:cNvPr>
          <p:cNvSpPr>
            <a:spLocks noGrp="1"/>
          </p:cNvSpPr>
          <p:nvPr/>
        </p:nvSpPr>
        <p:spPr>
          <a:xfrm>
            <a:off x="5407091" y="2536045"/>
            <a:ext cx="28398" cy="28398"/>
          </a:xfrm>
          <a:prstGeom prst="ellipse">
            <a:avLst/>
          </a:prstGeom>
          <a:solidFill>
            <a:srgbClr val="7F8C97">
              <a:alpha val="48000"/>
            </a:srgbClr>
          </a:solidFill>
          <a:ln w="0">
            <a:noFill/>
            <a:prstDash val="solid"/>
          </a:ln>
        </p:spPr>
      </p:sp>
      <p:sp>
        <p:nvSpPr>
          <p:cNvPr id="1270" name="03_assume_matched_6567">
            <a:extLst>
              <a:ext uri="{FF2B5EF4-FFF2-40B4-BE49-F238E27FC236}">
                <a16:creationId xmlns:a16="http://schemas.microsoft.com/office/drawing/2014/main" id="{169195C7-2F83-4D5D-AC51-AA6F6C157315}"/>
              </a:ext>
            </a:extLst>
          </p:cNvPr>
          <p:cNvSpPr>
            <a:spLocks noGrp="1"/>
          </p:cNvSpPr>
          <p:nvPr/>
        </p:nvSpPr>
        <p:spPr>
          <a:xfrm>
            <a:off x="5385361" y="2536045"/>
            <a:ext cx="28398" cy="28398"/>
          </a:xfrm>
          <a:prstGeom prst="ellipse">
            <a:avLst/>
          </a:prstGeom>
          <a:solidFill>
            <a:srgbClr val="7F8C97">
              <a:alpha val="48000"/>
            </a:srgbClr>
          </a:solidFill>
          <a:ln w="0">
            <a:noFill/>
            <a:prstDash val="solid"/>
          </a:ln>
        </p:spPr>
      </p:sp>
      <p:sp>
        <p:nvSpPr>
          <p:cNvPr id="1271" name="03_assume_matched_6568">
            <a:extLst>
              <a:ext uri="{FF2B5EF4-FFF2-40B4-BE49-F238E27FC236}">
                <a16:creationId xmlns:a16="http://schemas.microsoft.com/office/drawing/2014/main" id="{429AED70-1A7E-46F2-800F-C1094BF1FA3D}"/>
              </a:ext>
            </a:extLst>
          </p:cNvPr>
          <p:cNvSpPr>
            <a:spLocks noGrp="1"/>
          </p:cNvSpPr>
          <p:nvPr/>
        </p:nvSpPr>
        <p:spPr>
          <a:xfrm>
            <a:off x="5297145" y="2536045"/>
            <a:ext cx="28398" cy="28398"/>
          </a:xfrm>
          <a:prstGeom prst="ellipse">
            <a:avLst/>
          </a:prstGeom>
          <a:solidFill>
            <a:srgbClr val="7F8C97">
              <a:alpha val="48000"/>
            </a:srgbClr>
          </a:solidFill>
          <a:ln w="0">
            <a:noFill/>
            <a:prstDash val="solid"/>
          </a:ln>
        </p:spPr>
      </p:sp>
      <p:sp>
        <p:nvSpPr>
          <p:cNvPr id="1272" name="03_assume_matched_6569">
            <a:extLst>
              <a:ext uri="{FF2B5EF4-FFF2-40B4-BE49-F238E27FC236}">
                <a16:creationId xmlns:a16="http://schemas.microsoft.com/office/drawing/2014/main" id="{BD76EBC4-6E4C-46E1-A61C-ACB90C8A378A}"/>
              </a:ext>
            </a:extLst>
          </p:cNvPr>
          <p:cNvSpPr>
            <a:spLocks noGrp="1"/>
          </p:cNvSpPr>
          <p:nvPr/>
        </p:nvSpPr>
        <p:spPr>
          <a:xfrm>
            <a:off x="5311104" y="3120914"/>
            <a:ext cx="28398" cy="28398"/>
          </a:xfrm>
          <a:prstGeom prst="ellipse">
            <a:avLst/>
          </a:prstGeom>
          <a:solidFill>
            <a:srgbClr val="7F8C97">
              <a:alpha val="48000"/>
            </a:srgbClr>
          </a:solidFill>
          <a:ln w="0">
            <a:noFill/>
            <a:prstDash val="solid"/>
          </a:ln>
        </p:spPr>
      </p:sp>
      <p:sp>
        <p:nvSpPr>
          <p:cNvPr id="1273" name="03_assume_matched_6570">
            <a:extLst>
              <a:ext uri="{FF2B5EF4-FFF2-40B4-BE49-F238E27FC236}">
                <a16:creationId xmlns:a16="http://schemas.microsoft.com/office/drawing/2014/main" id="{600ED554-DB21-495C-BD88-777175F59E00}"/>
              </a:ext>
            </a:extLst>
          </p:cNvPr>
          <p:cNvSpPr>
            <a:spLocks noGrp="1"/>
          </p:cNvSpPr>
          <p:nvPr/>
        </p:nvSpPr>
        <p:spPr>
          <a:xfrm>
            <a:off x="5372265" y="2536045"/>
            <a:ext cx="28398" cy="28398"/>
          </a:xfrm>
          <a:prstGeom prst="ellipse">
            <a:avLst/>
          </a:prstGeom>
          <a:solidFill>
            <a:srgbClr val="7F8C97">
              <a:alpha val="48000"/>
            </a:srgbClr>
          </a:solidFill>
          <a:ln w="0">
            <a:noFill/>
            <a:prstDash val="solid"/>
          </a:ln>
        </p:spPr>
      </p:sp>
      <p:sp>
        <p:nvSpPr>
          <p:cNvPr id="1274" name="03_assume_matched_6571">
            <a:extLst>
              <a:ext uri="{FF2B5EF4-FFF2-40B4-BE49-F238E27FC236}">
                <a16:creationId xmlns:a16="http://schemas.microsoft.com/office/drawing/2014/main" id="{78334580-33B1-40F6-A166-0A56BF8BBE54}"/>
              </a:ext>
            </a:extLst>
          </p:cNvPr>
          <p:cNvSpPr>
            <a:spLocks noGrp="1"/>
          </p:cNvSpPr>
          <p:nvPr/>
        </p:nvSpPr>
        <p:spPr>
          <a:xfrm>
            <a:off x="5317148" y="2536045"/>
            <a:ext cx="28398" cy="28398"/>
          </a:xfrm>
          <a:prstGeom prst="ellipse">
            <a:avLst/>
          </a:prstGeom>
          <a:solidFill>
            <a:srgbClr val="7F8C97">
              <a:alpha val="48000"/>
            </a:srgbClr>
          </a:solidFill>
          <a:ln w="0">
            <a:noFill/>
            <a:prstDash val="solid"/>
          </a:ln>
        </p:spPr>
      </p:sp>
      <p:sp>
        <p:nvSpPr>
          <p:cNvPr id="1275" name="03_assume_matched_6572">
            <a:extLst>
              <a:ext uri="{FF2B5EF4-FFF2-40B4-BE49-F238E27FC236}">
                <a16:creationId xmlns:a16="http://schemas.microsoft.com/office/drawing/2014/main" id="{87D426F2-613F-41DB-97EB-3F3DEDE43015}"/>
              </a:ext>
            </a:extLst>
          </p:cNvPr>
          <p:cNvSpPr>
            <a:spLocks noGrp="1"/>
          </p:cNvSpPr>
          <p:nvPr/>
        </p:nvSpPr>
        <p:spPr>
          <a:xfrm>
            <a:off x="5343196" y="2536045"/>
            <a:ext cx="28398" cy="28398"/>
          </a:xfrm>
          <a:prstGeom prst="ellipse">
            <a:avLst/>
          </a:prstGeom>
          <a:solidFill>
            <a:srgbClr val="7F8C97">
              <a:alpha val="48000"/>
            </a:srgbClr>
          </a:solidFill>
          <a:ln w="0">
            <a:noFill/>
            <a:prstDash val="solid"/>
          </a:ln>
        </p:spPr>
      </p:sp>
      <p:sp>
        <p:nvSpPr>
          <p:cNvPr id="1276" name="03_assume_matched_6573">
            <a:extLst>
              <a:ext uri="{FF2B5EF4-FFF2-40B4-BE49-F238E27FC236}">
                <a16:creationId xmlns:a16="http://schemas.microsoft.com/office/drawing/2014/main" id="{979A6C70-B2A4-4F6F-B1DB-39B8B4BCF31E}"/>
              </a:ext>
            </a:extLst>
          </p:cNvPr>
          <p:cNvSpPr>
            <a:spLocks noGrp="1"/>
          </p:cNvSpPr>
          <p:nvPr/>
        </p:nvSpPr>
        <p:spPr>
          <a:xfrm>
            <a:off x="5292252" y="3120914"/>
            <a:ext cx="28398" cy="28398"/>
          </a:xfrm>
          <a:prstGeom prst="ellipse">
            <a:avLst/>
          </a:prstGeom>
          <a:solidFill>
            <a:srgbClr val="7F8C97">
              <a:alpha val="48000"/>
            </a:srgbClr>
          </a:solidFill>
          <a:ln w="0">
            <a:noFill/>
            <a:prstDash val="solid"/>
          </a:ln>
        </p:spPr>
      </p:sp>
      <p:sp>
        <p:nvSpPr>
          <p:cNvPr id="1277" name="03_assume_matched_6574">
            <a:extLst>
              <a:ext uri="{FF2B5EF4-FFF2-40B4-BE49-F238E27FC236}">
                <a16:creationId xmlns:a16="http://schemas.microsoft.com/office/drawing/2014/main" id="{9D72C8B2-A5D4-42A7-8E0E-E6D47542CFDE}"/>
              </a:ext>
            </a:extLst>
          </p:cNvPr>
          <p:cNvSpPr>
            <a:spLocks noGrp="1"/>
          </p:cNvSpPr>
          <p:nvPr/>
        </p:nvSpPr>
        <p:spPr>
          <a:xfrm>
            <a:off x="6164931" y="2663517"/>
            <a:ext cx="28398" cy="28398"/>
          </a:xfrm>
          <a:prstGeom prst="ellipse">
            <a:avLst/>
          </a:prstGeom>
          <a:solidFill>
            <a:srgbClr val="7F8C97">
              <a:alpha val="48000"/>
            </a:srgbClr>
          </a:solidFill>
          <a:ln w="0">
            <a:noFill/>
            <a:prstDash val="solid"/>
          </a:ln>
        </p:spPr>
      </p:sp>
      <p:sp>
        <p:nvSpPr>
          <p:cNvPr id="1278" name="03_assume_matched_6575">
            <a:extLst>
              <a:ext uri="{FF2B5EF4-FFF2-40B4-BE49-F238E27FC236}">
                <a16:creationId xmlns:a16="http://schemas.microsoft.com/office/drawing/2014/main" id="{FED4BB0E-E248-4337-B106-7AEBB9469659}"/>
              </a:ext>
            </a:extLst>
          </p:cNvPr>
          <p:cNvSpPr>
            <a:spLocks noGrp="1"/>
          </p:cNvSpPr>
          <p:nvPr/>
        </p:nvSpPr>
        <p:spPr>
          <a:xfrm>
            <a:off x="6153418" y="3120914"/>
            <a:ext cx="28398" cy="28398"/>
          </a:xfrm>
          <a:prstGeom prst="ellipse">
            <a:avLst/>
          </a:prstGeom>
          <a:solidFill>
            <a:srgbClr val="7F8C97">
              <a:alpha val="48000"/>
            </a:srgbClr>
          </a:solidFill>
          <a:ln w="0">
            <a:noFill/>
            <a:prstDash val="solid"/>
          </a:ln>
        </p:spPr>
      </p:sp>
      <p:sp>
        <p:nvSpPr>
          <p:cNvPr id="1279" name="03_assume_matched_6576">
            <a:extLst>
              <a:ext uri="{FF2B5EF4-FFF2-40B4-BE49-F238E27FC236}">
                <a16:creationId xmlns:a16="http://schemas.microsoft.com/office/drawing/2014/main" id="{48B759FC-8C0A-4190-8A39-614ED2D179AF}"/>
              </a:ext>
            </a:extLst>
          </p:cNvPr>
          <p:cNvSpPr>
            <a:spLocks noGrp="1"/>
          </p:cNvSpPr>
          <p:nvPr/>
        </p:nvSpPr>
        <p:spPr>
          <a:xfrm>
            <a:off x="6096286" y="3120914"/>
            <a:ext cx="28398" cy="28398"/>
          </a:xfrm>
          <a:prstGeom prst="ellipse">
            <a:avLst/>
          </a:prstGeom>
          <a:solidFill>
            <a:srgbClr val="7F8C97">
              <a:alpha val="48000"/>
            </a:srgbClr>
          </a:solidFill>
          <a:ln w="0">
            <a:noFill/>
            <a:prstDash val="solid"/>
          </a:ln>
        </p:spPr>
      </p:sp>
      <p:sp>
        <p:nvSpPr>
          <p:cNvPr id="1280" name="03_assume_matched_6577">
            <a:extLst>
              <a:ext uri="{FF2B5EF4-FFF2-40B4-BE49-F238E27FC236}">
                <a16:creationId xmlns:a16="http://schemas.microsoft.com/office/drawing/2014/main" id="{AC9F68FC-167A-4710-A8F8-B8F8D2DD9C57}"/>
              </a:ext>
            </a:extLst>
          </p:cNvPr>
          <p:cNvSpPr>
            <a:spLocks noGrp="1"/>
          </p:cNvSpPr>
          <p:nvPr/>
        </p:nvSpPr>
        <p:spPr>
          <a:xfrm>
            <a:off x="6175149" y="2536045"/>
            <a:ext cx="28398" cy="28398"/>
          </a:xfrm>
          <a:prstGeom prst="ellipse">
            <a:avLst/>
          </a:prstGeom>
          <a:solidFill>
            <a:srgbClr val="7F8C97">
              <a:alpha val="48000"/>
            </a:srgbClr>
          </a:solidFill>
          <a:ln w="0">
            <a:noFill/>
            <a:prstDash val="solid"/>
          </a:ln>
        </p:spPr>
      </p:sp>
      <p:sp>
        <p:nvSpPr>
          <p:cNvPr id="1281" name="03_assume_matched_6578">
            <a:extLst>
              <a:ext uri="{FF2B5EF4-FFF2-40B4-BE49-F238E27FC236}">
                <a16:creationId xmlns:a16="http://schemas.microsoft.com/office/drawing/2014/main" id="{F3F4412E-E8A2-4507-9B6B-4E012B60E429}"/>
              </a:ext>
            </a:extLst>
          </p:cNvPr>
          <p:cNvSpPr>
            <a:spLocks noGrp="1"/>
          </p:cNvSpPr>
          <p:nvPr/>
        </p:nvSpPr>
        <p:spPr>
          <a:xfrm>
            <a:off x="6142913" y="2536045"/>
            <a:ext cx="28398" cy="28398"/>
          </a:xfrm>
          <a:prstGeom prst="ellipse">
            <a:avLst/>
          </a:prstGeom>
          <a:solidFill>
            <a:srgbClr val="7F8C97">
              <a:alpha val="48000"/>
            </a:srgbClr>
          </a:solidFill>
          <a:ln w="0">
            <a:noFill/>
            <a:prstDash val="solid"/>
          </a:ln>
        </p:spPr>
      </p:sp>
      <p:sp>
        <p:nvSpPr>
          <p:cNvPr id="1282" name="03_assume_matched_6579">
            <a:extLst>
              <a:ext uri="{FF2B5EF4-FFF2-40B4-BE49-F238E27FC236}">
                <a16:creationId xmlns:a16="http://schemas.microsoft.com/office/drawing/2014/main" id="{9B557A29-7D62-4667-901D-94BA617C2FE7}"/>
              </a:ext>
            </a:extLst>
          </p:cNvPr>
          <p:cNvSpPr>
            <a:spLocks noGrp="1"/>
          </p:cNvSpPr>
          <p:nvPr/>
        </p:nvSpPr>
        <p:spPr>
          <a:xfrm>
            <a:off x="6047645" y="2642385"/>
            <a:ext cx="28398" cy="28398"/>
          </a:xfrm>
          <a:prstGeom prst="ellipse">
            <a:avLst/>
          </a:prstGeom>
          <a:solidFill>
            <a:srgbClr val="7F8C97">
              <a:alpha val="48000"/>
            </a:srgbClr>
          </a:solidFill>
          <a:ln w="0">
            <a:noFill/>
            <a:prstDash val="solid"/>
          </a:ln>
        </p:spPr>
      </p:sp>
      <p:sp>
        <p:nvSpPr>
          <p:cNvPr id="1283" name="03_assume_matched_6580">
            <a:extLst>
              <a:ext uri="{FF2B5EF4-FFF2-40B4-BE49-F238E27FC236}">
                <a16:creationId xmlns:a16="http://schemas.microsoft.com/office/drawing/2014/main" id="{DEB6E1AF-590C-404E-927C-1D32C4FA50A8}"/>
              </a:ext>
            </a:extLst>
          </p:cNvPr>
          <p:cNvSpPr>
            <a:spLocks noGrp="1"/>
          </p:cNvSpPr>
          <p:nvPr/>
        </p:nvSpPr>
        <p:spPr>
          <a:xfrm>
            <a:off x="6078298" y="3120914"/>
            <a:ext cx="28398" cy="28398"/>
          </a:xfrm>
          <a:prstGeom prst="ellipse">
            <a:avLst/>
          </a:prstGeom>
          <a:solidFill>
            <a:srgbClr val="7F8C97">
              <a:alpha val="48000"/>
            </a:srgbClr>
          </a:solidFill>
          <a:ln w="0">
            <a:noFill/>
            <a:prstDash val="solid"/>
          </a:ln>
        </p:spPr>
      </p:sp>
      <p:sp>
        <p:nvSpPr>
          <p:cNvPr id="1284" name="03_assume_matched_6581">
            <a:extLst>
              <a:ext uri="{FF2B5EF4-FFF2-40B4-BE49-F238E27FC236}">
                <a16:creationId xmlns:a16="http://schemas.microsoft.com/office/drawing/2014/main" id="{62F4074F-51AF-40EB-83BC-B4375AA8DD92}"/>
              </a:ext>
            </a:extLst>
          </p:cNvPr>
          <p:cNvSpPr>
            <a:spLocks noGrp="1"/>
          </p:cNvSpPr>
          <p:nvPr/>
        </p:nvSpPr>
        <p:spPr>
          <a:xfrm>
            <a:off x="6047357" y="3096545"/>
            <a:ext cx="28398" cy="28398"/>
          </a:xfrm>
          <a:prstGeom prst="ellipse">
            <a:avLst/>
          </a:prstGeom>
          <a:solidFill>
            <a:srgbClr val="7F8C97">
              <a:alpha val="48000"/>
            </a:srgbClr>
          </a:solidFill>
          <a:ln w="0">
            <a:noFill/>
            <a:prstDash val="solid"/>
          </a:ln>
        </p:spPr>
      </p:sp>
      <p:sp>
        <p:nvSpPr>
          <p:cNvPr id="1285" name="03_assume_matched_6582">
            <a:extLst>
              <a:ext uri="{FF2B5EF4-FFF2-40B4-BE49-F238E27FC236}">
                <a16:creationId xmlns:a16="http://schemas.microsoft.com/office/drawing/2014/main" id="{4EB6946A-E75D-48CC-8EA7-B1C1B089E288}"/>
              </a:ext>
            </a:extLst>
          </p:cNvPr>
          <p:cNvSpPr>
            <a:spLocks noGrp="1"/>
          </p:cNvSpPr>
          <p:nvPr/>
        </p:nvSpPr>
        <p:spPr>
          <a:xfrm>
            <a:off x="6128666" y="2828480"/>
            <a:ext cx="28398" cy="28398"/>
          </a:xfrm>
          <a:prstGeom prst="ellipse">
            <a:avLst/>
          </a:prstGeom>
          <a:solidFill>
            <a:srgbClr val="7F8C97">
              <a:alpha val="48000"/>
            </a:srgbClr>
          </a:solidFill>
          <a:ln w="0">
            <a:noFill/>
            <a:prstDash val="solid"/>
          </a:ln>
        </p:spPr>
      </p:sp>
      <p:sp>
        <p:nvSpPr>
          <p:cNvPr id="1286" name="03_assume_matched_6583">
            <a:extLst>
              <a:ext uri="{FF2B5EF4-FFF2-40B4-BE49-F238E27FC236}">
                <a16:creationId xmlns:a16="http://schemas.microsoft.com/office/drawing/2014/main" id="{CBC1CB68-5815-4DCF-A3AC-484C2F81A423}"/>
              </a:ext>
            </a:extLst>
          </p:cNvPr>
          <p:cNvSpPr>
            <a:spLocks noGrp="1"/>
          </p:cNvSpPr>
          <p:nvPr/>
        </p:nvSpPr>
        <p:spPr>
          <a:xfrm>
            <a:off x="6109958" y="3120914"/>
            <a:ext cx="28398" cy="28398"/>
          </a:xfrm>
          <a:prstGeom prst="ellipse">
            <a:avLst/>
          </a:prstGeom>
          <a:solidFill>
            <a:srgbClr val="7F8C97">
              <a:alpha val="48000"/>
            </a:srgbClr>
          </a:solidFill>
          <a:ln w="0">
            <a:noFill/>
            <a:prstDash val="solid"/>
          </a:ln>
        </p:spPr>
      </p:sp>
      <p:sp>
        <p:nvSpPr>
          <p:cNvPr id="1287" name="03_assume_matched_6584">
            <a:extLst>
              <a:ext uri="{FF2B5EF4-FFF2-40B4-BE49-F238E27FC236}">
                <a16:creationId xmlns:a16="http://schemas.microsoft.com/office/drawing/2014/main" id="{B6297987-79F2-423F-918F-80E63473D70B}"/>
              </a:ext>
            </a:extLst>
          </p:cNvPr>
          <p:cNvSpPr>
            <a:spLocks noGrp="1"/>
          </p:cNvSpPr>
          <p:nvPr/>
        </p:nvSpPr>
        <p:spPr>
          <a:xfrm>
            <a:off x="6094703" y="3120914"/>
            <a:ext cx="28398" cy="28398"/>
          </a:xfrm>
          <a:prstGeom prst="ellipse">
            <a:avLst/>
          </a:prstGeom>
          <a:solidFill>
            <a:srgbClr val="7F8C97">
              <a:alpha val="48000"/>
            </a:srgbClr>
          </a:solidFill>
          <a:ln w="0">
            <a:noFill/>
            <a:prstDash val="solid"/>
          </a:ln>
        </p:spPr>
      </p:sp>
      <p:sp>
        <p:nvSpPr>
          <p:cNvPr id="1288" name="03_assume_matched_6585">
            <a:extLst>
              <a:ext uri="{FF2B5EF4-FFF2-40B4-BE49-F238E27FC236}">
                <a16:creationId xmlns:a16="http://schemas.microsoft.com/office/drawing/2014/main" id="{236A0BEE-C95F-4AB0-A568-36F3C3B6C9C1}"/>
              </a:ext>
            </a:extLst>
          </p:cNvPr>
          <p:cNvSpPr>
            <a:spLocks noGrp="1"/>
          </p:cNvSpPr>
          <p:nvPr/>
        </p:nvSpPr>
        <p:spPr>
          <a:xfrm>
            <a:off x="6080456" y="3120914"/>
            <a:ext cx="28398" cy="28398"/>
          </a:xfrm>
          <a:prstGeom prst="ellipse">
            <a:avLst/>
          </a:prstGeom>
          <a:solidFill>
            <a:srgbClr val="7F8C97">
              <a:alpha val="48000"/>
            </a:srgbClr>
          </a:solidFill>
          <a:ln w="0">
            <a:noFill/>
            <a:prstDash val="solid"/>
          </a:ln>
        </p:spPr>
      </p:sp>
      <p:sp>
        <p:nvSpPr>
          <p:cNvPr id="1289" name="03_assume_matched_6586">
            <a:extLst>
              <a:ext uri="{FF2B5EF4-FFF2-40B4-BE49-F238E27FC236}">
                <a16:creationId xmlns:a16="http://schemas.microsoft.com/office/drawing/2014/main" id="{4B617C88-A545-4AF7-80F1-D95830F7D590}"/>
              </a:ext>
            </a:extLst>
          </p:cNvPr>
          <p:cNvSpPr>
            <a:spLocks noGrp="1"/>
          </p:cNvSpPr>
          <p:nvPr/>
        </p:nvSpPr>
        <p:spPr>
          <a:xfrm>
            <a:off x="6096862" y="2536045"/>
            <a:ext cx="28398" cy="28398"/>
          </a:xfrm>
          <a:prstGeom prst="ellipse">
            <a:avLst/>
          </a:prstGeom>
          <a:solidFill>
            <a:srgbClr val="7F8C97">
              <a:alpha val="48000"/>
            </a:srgbClr>
          </a:solidFill>
          <a:ln w="0">
            <a:noFill/>
            <a:prstDash val="solid"/>
          </a:ln>
        </p:spPr>
      </p:sp>
      <p:sp>
        <p:nvSpPr>
          <p:cNvPr id="1290" name="03_assume_matched_6587">
            <a:extLst>
              <a:ext uri="{FF2B5EF4-FFF2-40B4-BE49-F238E27FC236}">
                <a16:creationId xmlns:a16="http://schemas.microsoft.com/office/drawing/2014/main" id="{5999A01C-7A67-4459-A0AA-562B59BB25DC}"/>
              </a:ext>
            </a:extLst>
          </p:cNvPr>
          <p:cNvSpPr>
            <a:spLocks noGrp="1"/>
          </p:cNvSpPr>
          <p:nvPr/>
        </p:nvSpPr>
        <p:spPr>
          <a:xfrm>
            <a:off x="6182056" y="2828480"/>
            <a:ext cx="28398" cy="28398"/>
          </a:xfrm>
          <a:prstGeom prst="ellipse">
            <a:avLst/>
          </a:prstGeom>
          <a:solidFill>
            <a:srgbClr val="7F8C97">
              <a:alpha val="48000"/>
            </a:srgbClr>
          </a:solidFill>
          <a:ln w="0">
            <a:noFill/>
            <a:prstDash val="solid"/>
          </a:ln>
        </p:spPr>
      </p:sp>
      <p:sp>
        <p:nvSpPr>
          <p:cNvPr id="1291" name="03_assume_matched_6588">
            <a:extLst>
              <a:ext uri="{FF2B5EF4-FFF2-40B4-BE49-F238E27FC236}">
                <a16:creationId xmlns:a16="http://schemas.microsoft.com/office/drawing/2014/main" id="{BE72DFFC-DE9D-4BA6-9492-E73F269E1DE6}"/>
              </a:ext>
            </a:extLst>
          </p:cNvPr>
          <p:cNvSpPr>
            <a:spLocks noGrp="1"/>
          </p:cNvSpPr>
          <p:nvPr/>
        </p:nvSpPr>
        <p:spPr>
          <a:xfrm>
            <a:off x="6137013" y="2536045"/>
            <a:ext cx="28398" cy="28398"/>
          </a:xfrm>
          <a:prstGeom prst="ellipse">
            <a:avLst/>
          </a:prstGeom>
          <a:solidFill>
            <a:srgbClr val="7F8C97">
              <a:alpha val="48000"/>
            </a:srgbClr>
          </a:solidFill>
          <a:ln w="0">
            <a:noFill/>
            <a:prstDash val="solid"/>
          </a:ln>
        </p:spPr>
      </p:sp>
      <p:sp>
        <p:nvSpPr>
          <p:cNvPr id="1292" name="03_assume_matched_6589">
            <a:extLst>
              <a:ext uri="{FF2B5EF4-FFF2-40B4-BE49-F238E27FC236}">
                <a16:creationId xmlns:a16="http://schemas.microsoft.com/office/drawing/2014/main" id="{34E4B782-9C53-412E-831A-E42BA7205E5C}"/>
              </a:ext>
            </a:extLst>
          </p:cNvPr>
          <p:cNvSpPr>
            <a:spLocks noGrp="1"/>
          </p:cNvSpPr>
          <p:nvPr/>
        </p:nvSpPr>
        <p:spPr>
          <a:xfrm>
            <a:off x="6146799" y="3120914"/>
            <a:ext cx="28398" cy="28398"/>
          </a:xfrm>
          <a:prstGeom prst="ellipse">
            <a:avLst/>
          </a:prstGeom>
          <a:solidFill>
            <a:srgbClr val="7F8C97">
              <a:alpha val="48000"/>
            </a:srgbClr>
          </a:solidFill>
          <a:ln w="0">
            <a:noFill/>
            <a:prstDash val="solid"/>
          </a:ln>
        </p:spPr>
      </p:sp>
      <p:sp>
        <p:nvSpPr>
          <p:cNvPr id="1293" name="03_assume_matched_6590">
            <a:extLst>
              <a:ext uri="{FF2B5EF4-FFF2-40B4-BE49-F238E27FC236}">
                <a16:creationId xmlns:a16="http://schemas.microsoft.com/office/drawing/2014/main" id="{2CF38F5E-55EB-4170-9B38-C47DFB0E6B37}"/>
              </a:ext>
            </a:extLst>
          </p:cNvPr>
          <p:cNvSpPr>
            <a:spLocks noGrp="1"/>
          </p:cNvSpPr>
          <p:nvPr/>
        </p:nvSpPr>
        <p:spPr>
          <a:xfrm>
            <a:off x="6083622" y="2990943"/>
            <a:ext cx="28398" cy="28398"/>
          </a:xfrm>
          <a:prstGeom prst="ellipse">
            <a:avLst/>
          </a:prstGeom>
          <a:solidFill>
            <a:srgbClr val="7F8C97">
              <a:alpha val="48000"/>
            </a:srgbClr>
          </a:solidFill>
          <a:ln w="0">
            <a:noFill/>
            <a:prstDash val="solid"/>
          </a:ln>
        </p:spPr>
      </p:sp>
      <p:sp>
        <p:nvSpPr>
          <p:cNvPr id="1294" name="03_assume_matched_6591">
            <a:extLst>
              <a:ext uri="{FF2B5EF4-FFF2-40B4-BE49-F238E27FC236}">
                <a16:creationId xmlns:a16="http://schemas.microsoft.com/office/drawing/2014/main" id="{A55B5000-B932-4156-B2DB-691C200E3686}"/>
              </a:ext>
            </a:extLst>
          </p:cNvPr>
          <p:cNvSpPr>
            <a:spLocks noGrp="1"/>
          </p:cNvSpPr>
          <p:nvPr/>
        </p:nvSpPr>
        <p:spPr>
          <a:xfrm>
            <a:off x="6173997" y="2925958"/>
            <a:ext cx="28398" cy="28398"/>
          </a:xfrm>
          <a:prstGeom prst="ellipse">
            <a:avLst/>
          </a:prstGeom>
          <a:solidFill>
            <a:srgbClr val="7F8C97">
              <a:alpha val="48000"/>
            </a:srgbClr>
          </a:solidFill>
          <a:ln w="0">
            <a:noFill/>
            <a:prstDash val="solid"/>
          </a:ln>
        </p:spPr>
      </p:sp>
      <p:sp>
        <p:nvSpPr>
          <p:cNvPr id="1295" name="03_assume_matched_6592">
            <a:extLst>
              <a:ext uri="{FF2B5EF4-FFF2-40B4-BE49-F238E27FC236}">
                <a16:creationId xmlns:a16="http://schemas.microsoft.com/office/drawing/2014/main" id="{54F1BAAF-B4E4-4EC2-860F-C9949D3D9ED6}"/>
              </a:ext>
            </a:extLst>
          </p:cNvPr>
          <p:cNvSpPr>
            <a:spLocks noGrp="1"/>
          </p:cNvSpPr>
          <p:nvPr/>
        </p:nvSpPr>
        <p:spPr>
          <a:xfrm>
            <a:off x="6147086" y="2536045"/>
            <a:ext cx="28398" cy="28398"/>
          </a:xfrm>
          <a:prstGeom prst="ellipse">
            <a:avLst/>
          </a:prstGeom>
          <a:solidFill>
            <a:srgbClr val="7F8C97">
              <a:alpha val="48000"/>
            </a:srgbClr>
          </a:solidFill>
          <a:ln w="0">
            <a:noFill/>
            <a:prstDash val="solid"/>
          </a:ln>
        </p:spPr>
      </p:sp>
      <p:sp>
        <p:nvSpPr>
          <p:cNvPr id="1296" name="03_assume_matched_6593">
            <a:extLst>
              <a:ext uri="{FF2B5EF4-FFF2-40B4-BE49-F238E27FC236}">
                <a16:creationId xmlns:a16="http://schemas.microsoft.com/office/drawing/2014/main" id="{320F2961-D42A-48D9-9D7C-A4C2F2C01D33}"/>
              </a:ext>
            </a:extLst>
          </p:cNvPr>
          <p:cNvSpPr>
            <a:spLocks noGrp="1"/>
          </p:cNvSpPr>
          <p:nvPr/>
        </p:nvSpPr>
        <p:spPr>
          <a:xfrm>
            <a:off x="6064914" y="3120914"/>
            <a:ext cx="28398" cy="28398"/>
          </a:xfrm>
          <a:prstGeom prst="ellipse">
            <a:avLst/>
          </a:prstGeom>
          <a:solidFill>
            <a:srgbClr val="7F8C97">
              <a:alpha val="48000"/>
            </a:srgbClr>
          </a:solidFill>
          <a:ln w="0">
            <a:noFill/>
            <a:prstDash val="solid"/>
          </a:ln>
        </p:spPr>
      </p:sp>
      <p:sp>
        <p:nvSpPr>
          <p:cNvPr id="1297" name="03_assume_matched_6594">
            <a:extLst>
              <a:ext uri="{FF2B5EF4-FFF2-40B4-BE49-F238E27FC236}">
                <a16:creationId xmlns:a16="http://schemas.microsoft.com/office/drawing/2014/main" id="{FD83B5E3-4168-4A70-A57F-F0BB38B4C99F}"/>
              </a:ext>
            </a:extLst>
          </p:cNvPr>
          <p:cNvSpPr>
            <a:spLocks noGrp="1"/>
          </p:cNvSpPr>
          <p:nvPr/>
        </p:nvSpPr>
        <p:spPr>
          <a:xfrm>
            <a:off x="6072254" y="3120914"/>
            <a:ext cx="28398" cy="28398"/>
          </a:xfrm>
          <a:prstGeom prst="ellipse">
            <a:avLst/>
          </a:prstGeom>
          <a:solidFill>
            <a:srgbClr val="7F8C97">
              <a:alpha val="48000"/>
            </a:srgbClr>
          </a:solidFill>
          <a:ln w="0">
            <a:noFill/>
            <a:prstDash val="solid"/>
          </a:ln>
        </p:spPr>
      </p:sp>
      <p:sp>
        <p:nvSpPr>
          <p:cNvPr id="1298" name="03_assume_matched_6595">
            <a:extLst>
              <a:ext uri="{FF2B5EF4-FFF2-40B4-BE49-F238E27FC236}">
                <a16:creationId xmlns:a16="http://schemas.microsoft.com/office/drawing/2014/main" id="{8317097D-A45C-4F8C-8E6C-06A290552D03}"/>
              </a:ext>
            </a:extLst>
          </p:cNvPr>
          <p:cNvSpPr>
            <a:spLocks noGrp="1"/>
          </p:cNvSpPr>
          <p:nvPr/>
        </p:nvSpPr>
        <p:spPr>
          <a:xfrm>
            <a:off x="6083479" y="2925958"/>
            <a:ext cx="28398" cy="28398"/>
          </a:xfrm>
          <a:prstGeom prst="ellipse">
            <a:avLst/>
          </a:prstGeom>
          <a:solidFill>
            <a:srgbClr val="7F8C97">
              <a:alpha val="48000"/>
            </a:srgbClr>
          </a:solidFill>
          <a:ln w="0">
            <a:noFill/>
            <a:prstDash val="solid"/>
          </a:ln>
        </p:spPr>
      </p:sp>
      <p:sp>
        <p:nvSpPr>
          <p:cNvPr id="1299" name="03_assume_matched_6596">
            <a:extLst>
              <a:ext uri="{FF2B5EF4-FFF2-40B4-BE49-F238E27FC236}">
                <a16:creationId xmlns:a16="http://schemas.microsoft.com/office/drawing/2014/main" id="{CAEB3AA2-14D5-422C-A3D1-A826FEF5A7A4}"/>
              </a:ext>
            </a:extLst>
          </p:cNvPr>
          <p:cNvSpPr>
            <a:spLocks noGrp="1"/>
          </p:cNvSpPr>
          <p:nvPr/>
        </p:nvSpPr>
        <p:spPr>
          <a:xfrm>
            <a:off x="6172846" y="3120914"/>
            <a:ext cx="28398" cy="28398"/>
          </a:xfrm>
          <a:prstGeom prst="ellipse">
            <a:avLst/>
          </a:prstGeom>
          <a:solidFill>
            <a:srgbClr val="7F8C97">
              <a:alpha val="48000"/>
            </a:srgbClr>
          </a:solidFill>
          <a:ln w="0">
            <a:noFill/>
            <a:prstDash val="solid"/>
          </a:ln>
        </p:spPr>
      </p:sp>
      <p:sp>
        <p:nvSpPr>
          <p:cNvPr id="1300" name="03_assume_matched_6597">
            <a:extLst>
              <a:ext uri="{FF2B5EF4-FFF2-40B4-BE49-F238E27FC236}">
                <a16:creationId xmlns:a16="http://schemas.microsoft.com/office/drawing/2014/main" id="{75CC179E-B2F3-4DB5-A505-41B17D9EFD67}"/>
              </a:ext>
            </a:extLst>
          </p:cNvPr>
          <p:cNvSpPr>
            <a:spLocks noGrp="1"/>
          </p:cNvSpPr>
          <p:nvPr/>
        </p:nvSpPr>
        <p:spPr>
          <a:xfrm>
            <a:off x="6085781" y="2536045"/>
            <a:ext cx="28398" cy="28398"/>
          </a:xfrm>
          <a:prstGeom prst="ellipse">
            <a:avLst/>
          </a:prstGeom>
          <a:solidFill>
            <a:srgbClr val="7F8C97">
              <a:alpha val="48000"/>
            </a:srgbClr>
          </a:solidFill>
          <a:ln w="0">
            <a:noFill/>
            <a:prstDash val="solid"/>
          </a:ln>
        </p:spPr>
      </p:sp>
      <p:sp>
        <p:nvSpPr>
          <p:cNvPr id="1301" name="03_assume_matched_6598">
            <a:extLst>
              <a:ext uri="{FF2B5EF4-FFF2-40B4-BE49-F238E27FC236}">
                <a16:creationId xmlns:a16="http://schemas.microsoft.com/office/drawing/2014/main" id="{1302C517-10C3-409F-B503-E4A64C9120CD}"/>
              </a:ext>
            </a:extLst>
          </p:cNvPr>
          <p:cNvSpPr>
            <a:spLocks noGrp="1"/>
          </p:cNvSpPr>
          <p:nvPr/>
        </p:nvSpPr>
        <p:spPr>
          <a:xfrm>
            <a:off x="6164787" y="3120914"/>
            <a:ext cx="28398" cy="28398"/>
          </a:xfrm>
          <a:prstGeom prst="ellipse">
            <a:avLst/>
          </a:prstGeom>
          <a:solidFill>
            <a:srgbClr val="7F8C97">
              <a:alpha val="48000"/>
            </a:srgbClr>
          </a:solidFill>
          <a:ln w="0">
            <a:noFill/>
            <a:prstDash val="solid"/>
          </a:ln>
        </p:spPr>
      </p:sp>
      <p:sp>
        <p:nvSpPr>
          <p:cNvPr id="1302" name="03_assume_matched_6599">
            <a:extLst>
              <a:ext uri="{FF2B5EF4-FFF2-40B4-BE49-F238E27FC236}">
                <a16:creationId xmlns:a16="http://schemas.microsoft.com/office/drawing/2014/main" id="{5AC477BC-23C9-46DE-B7DA-E4F5058A9BAF}"/>
              </a:ext>
            </a:extLst>
          </p:cNvPr>
          <p:cNvSpPr>
            <a:spLocks noGrp="1"/>
          </p:cNvSpPr>
          <p:nvPr/>
        </p:nvSpPr>
        <p:spPr>
          <a:xfrm>
            <a:off x="6165938" y="2536045"/>
            <a:ext cx="28398" cy="28398"/>
          </a:xfrm>
          <a:prstGeom prst="ellipse">
            <a:avLst/>
          </a:prstGeom>
          <a:solidFill>
            <a:srgbClr val="7F8C97">
              <a:alpha val="48000"/>
            </a:srgbClr>
          </a:solidFill>
          <a:ln w="0">
            <a:noFill/>
            <a:prstDash val="solid"/>
          </a:ln>
        </p:spPr>
      </p:sp>
      <p:sp>
        <p:nvSpPr>
          <p:cNvPr id="1303" name="03_assume_matched_6600">
            <a:extLst>
              <a:ext uri="{FF2B5EF4-FFF2-40B4-BE49-F238E27FC236}">
                <a16:creationId xmlns:a16="http://schemas.microsoft.com/office/drawing/2014/main" id="{7F7D4E36-9293-4364-962C-0E8DBEA0B8F6}"/>
              </a:ext>
            </a:extLst>
          </p:cNvPr>
          <p:cNvSpPr>
            <a:spLocks noGrp="1"/>
          </p:cNvSpPr>
          <p:nvPr/>
        </p:nvSpPr>
        <p:spPr>
          <a:xfrm>
            <a:off x="6169680" y="3120914"/>
            <a:ext cx="28398" cy="28398"/>
          </a:xfrm>
          <a:prstGeom prst="ellipse">
            <a:avLst/>
          </a:prstGeom>
          <a:solidFill>
            <a:srgbClr val="7F8C97">
              <a:alpha val="48000"/>
            </a:srgbClr>
          </a:solidFill>
          <a:ln w="0">
            <a:noFill/>
            <a:prstDash val="solid"/>
          </a:ln>
        </p:spPr>
      </p:sp>
      <p:sp>
        <p:nvSpPr>
          <p:cNvPr id="1304" name="03_assume_matched_6601">
            <a:extLst>
              <a:ext uri="{FF2B5EF4-FFF2-40B4-BE49-F238E27FC236}">
                <a16:creationId xmlns:a16="http://schemas.microsoft.com/office/drawing/2014/main" id="{21F2D351-4766-464A-B0A6-CAB67424BAEE}"/>
              </a:ext>
            </a:extLst>
          </p:cNvPr>
          <p:cNvSpPr>
            <a:spLocks noGrp="1"/>
          </p:cNvSpPr>
          <p:nvPr/>
        </p:nvSpPr>
        <p:spPr>
          <a:xfrm>
            <a:off x="6086932" y="3120914"/>
            <a:ext cx="28398" cy="28398"/>
          </a:xfrm>
          <a:prstGeom prst="ellipse">
            <a:avLst/>
          </a:prstGeom>
          <a:solidFill>
            <a:srgbClr val="7F8C97">
              <a:alpha val="48000"/>
            </a:srgbClr>
          </a:solidFill>
          <a:ln w="0">
            <a:noFill/>
            <a:prstDash val="solid"/>
          </a:ln>
        </p:spPr>
      </p:sp>
      <p:sp>
        <p:nvSpPr>
          <p:cNvPr id="1305" name="03_assume_matched_6602">
            <a:extLst>
              <a:ext uri="{FF2B5EF4-FFF2-40B4-BE49-F238E27FC236}">
                <a16:creationId xmlns:a16="http://schemas.microsoft.com/office/drawing/2014/main" id="{5654664D-9758-4ADD-89C3-237BF4EED27D}"/>
              </a:ext>
            </a:extLst>
          </p:cNvPr>
          <p:cNvSpPr>
            <a:spLocks noGrp="1"/>
          </p:cNvSpPr>
          <p:nvPr/>
        </p:nvSpPr>
        <p:spPr>
          <a:xfrm>
            <a:off x="6065202" y="2536045"/>
            <a:ext cx="28398" cy="28398"/>
          </a:xfrm>
          <a:prstGeom prst="ellipse">
            <a:avLst/>
          </a:prstGeom>
          <a:solidFill>
            <a:srgbClr val="7F8C97">
              <a:alpha val="48000"/>
            </a:srgbClr>
          </a:solidFill>
          <a:ln w="0">
            <a:noFill/>
            <a:prstDash val="solid"/>
          </a:ln>
        </p:spPr>
      </p:sp>
      <p:sp>
        <p:nvSpPr>
          <p:cNvPr id="1306" name="03_assume_matched_6603">
            <a:extLst>
              <a:ext uri="{FF2B5EF4-FFF2-40B4-BE49-F238E27FC236}">
                <a16:creationId xmlns:a16="http://schemas.microsoft.com/office/drawing/2014/main" id="{5891762F-1BA7-4431-AFD5-EB329120E249}"/>
              </a:ext>
            </a:extLst>
          </p:cNvPr>
          <p:cNvSpPr>
            <a:spLocks noGrp="1"/>
          </p:cNvSpPr>
          <p:nvPr/>
        </p:nvSpPr>
        <p:spPr>
          <a:xfrm>
            <a:off x="6148957" y="2536045"/>
            <a:ext cx="28398" cy="28398"/>
          </a:xfrm>
          <a:prstGeom prst="ellipse">
            <a:avLst/>
          </a:prstGeom>
          <a:solidFill>
            <a:srgbClr val="7F8C97">
              <a:alpha val="48000"/>
            </a:srgbClr>
          </a:solidFill>
          <a:ln w="0">
            <a:noFill/>
            <a:prstDash val="solid"/>
          </a:ln>
        </p:spPr>
      </p:sp>
      <p:sp>
        <p:nvSpPr>
          <p:cNvPr id="1307" name="03_assume_matched_6604">
            <a:extLst>
              <a:ext uri="{FF2B5EF4-FFF2-40B4-BE49-F238E27FC236}">
                <a16:creationId xmlns:a16="http://schemas.microsoft.com/office/drawing/2014/main" id="{7B56C448-FD65-4390-912A-11742384808A}"/>
              </a:ext>
            </a:extLst>
          </p:cNvPr>
          <p:cNvSpPr>
            <a:spLocks noGrp="1"/>
          </p:cNvSpPr>
          <p:nvPr/>
        </p:nvSpPr>
        <p:spPr>
          <a:xfrm>
            <a:off x="6058438" y="3120914"/>
            <a:ext cx="28398" cy="28398"/>
          </a:xfrm>
          <a:prstGeom prst="ellipse">
            <a:avLst/>
          </a:prstGeom>
          <a:solidFill>
            <a:srgbClr val="7F8C97">
              <a:alpha val="48000"/>
            </a:srgbClr>
          </a:solidFill>
          <a:ln w="0">
            <a:noFill/>
            <a:prstDash val="solid"/>
          </a:ln>
        </p:spPr>
      </p:sp>
      <p:sp>
        <p:nvSpPr>
          <p:cNvPr id="1308" name="03_assume_matched_6605">
            <a:extLst>
              <a:ext uri="{FF2B5EF4-FFF2-40B4-BE49-F238E27FC236}">
                <a16:creationId xmlns:a16="http://schemas.microsoft.com/office/drawing/2014/main" id="{6CAD7F97-0191-425E-AB86-9EEF09328AD6}"/>
              </a:ext>
            </a:extLst>
          </p:cNvPr>
          <p:cNvSpPr>
            <a:spLocks noGrp="1"/>
          </p:cNvSpPr>
          <p:nvPr/>
        </p:nvSpPr>
        <p:spPr>
          <a:xfrm>
            <a:off x="6152555" y="2536045"/>
            <a:ext cx="28398" cy="28398"/>
          </a:xfrm>
          <a:prstGeom prst="ellipse">
            <a:avLst/>
          </a:prstGeom>
          <a:solidFill>
            <a:srgbClr val="7F8C97">
              <a:alpha val="48000"/>
            </a:srgbClr>
          </a:solidFill>
          <a:ln w="0">
            <a:noFill/>
            <a:prstDash val="solid"/>
          </a:ln>
        </p:spPr>
      </p:sp>
      <p:sp>
        <p:nvSpPr>
          <p:cNvPr id="1309" name="03_assume_matched_6606">
            <a:extLst>
              <a:ext uri="{FF2B5EF4-FFF2-40B4-BE49-F238E27FC236}">
                <a16:creationId xmlns:a16="http://schemas.microsoft.com/office/drawing/2014/main" id="{C0B7577E-0626-446A-8F26-6AD01DCE5B71}"/>
              </a:ext>
            </a:extLst>
          </p:cNvPr>
          <p:cNvSpPr>
            <a:spLocks noGrp="1"/>
          </p:cNvSpPr>
          <p:nvPr/>
        </p:nvSpPr>
        <p:spPr>
          <a:xfrm>
            <a:off x="6059734" y="2828480"/>
            <a:ext cx="28398" cy="28398"/>
          </a:xfrm>
          <a:prstGeom prst="ellipse">
            <a:avLst/>
          </a:prstGeom>
          <a:solidFill>
            <a:srgbClr val="7F8C97">
              <a:alpha val="48000"/>
            </a:srgbClr>
          </a:solidFill>
          <a:ln w="0">
            <a:noFill/>
            <a:prstDash val="solid"/>
          </a:ln>
        </p:spPr>
      </p:sp>
      <p:sp>
        <p:nvSpPr>
          <p:cNvPr id="1310" name="03_assume_matched_6607">
            <a:extLst>
              <a:ext uri="{FF2B5EF4-FFF2-40B4-BE49-F238E27FC236}">
                <a16:creationId xmlns:a16="http://schemas.microsoft.com/office/drawing/2014/main" id="{D57AC096-17ED-42F6-A502-1ED84914FA6A}"/>
              </a:ext>
            </a:extLst>
          </p:cNvPr>
          <p:cNvSpPr>
            <a:spLocks noGrp="1"/>
          </p:cNvSpPr>
          <p:nvPr/>
        </p:nvSpPr>
        <p:spPr>
          <a:xfrm>
            <a:off x="6180185" y="2536045"/>
            <a:ext cx="28398" cy="28398"/>
          </a:xfrm>
          <a:prstGeom prst="ellipse">
            <a:avLst/>
          </a:prstGeom>
          <a:solidFill>
            <a:srgbClr val="7F8C97">
              <a:alpha val="48000"/>
            </a:srgbClr>
          </a:solidFill>
          <a:ln w="0">
            <a:noFill/>
            <a:prstDash val="solid"/>
          </a:ln>
        </p:spPr>
      </p:sp>
      <p:sp>
        <p:nvSpPr>
          <p:cNvPr id="1311" name="03_assume_matched_6608">
            <a:extLst>
              <a:ext uri="{FF2B5EF4-FFF2-40B4-BE49-F238E27FC236}">
                <a16:creationId xmlns:a16="http://schemas.microsoft.com/office/drawing/2014/main" id="{5153AEC1-56B4-4FD6-B7B7-EB8937154067}"/>
              </a:ext>
            </a:extLst>
          </p:cNvPr>
          <p:cNvSpPr>
            <a:spLocks noGrp="1"/>
          </p:cNvSpPr>
          <p:nvPr/>
        </p:nvSpPr>
        <p:spPr>
          <a:xfrm>
            <a:off x="6158167" y="2536045"/>
            <a:ext cx="28398" cy="28398"/>
          </a:xfrm>
          <a:prstGeom prst="ellipse">
            <a:avLst/>
          </a:prstGeom>
          <a:solidFill>
            <a:srgbClr val="7F8C97">
              <a:alpha val="48000"/>
            </a:srgbClr>
          </a:solidFill>
          <a:ln w="0">
            <a:noFill/>
            <a:prstDash val="solid"/>
          </a:ln>
        </p:spPr>
      </p:sp>
      <p:sp>
        <p:nvSpPr>
          <p:cNvPr id="1312" name="03_assume_matched_6609">
            <a:extLst>
              <a:ext uri="{FF2B5EF4-FFF2-40B4-BE49-F238E27FC236}">
                <a16:creationId xmlns:a16="http://schemas.microsoft.com/office/drawing/2014/main" id="{34FC766C-4EB0-49F0-9C06-3BECC329AAD6}"/>
              </a:ext>
            </a:extLst>
          </p:cNvPr>
          <p:cNvSpPr>
            <a:spLocks noGrp="1"/>
          </p:cNvSpPr>
          <p:nvPr/>
        </p:nvSpPr>
        <p:spPr>
          <a:xfrm>
            <a:off x="6106072" y="2536045"/>
            <a:ext cx="28398" cy="28398"/>
          </a:xfrm>
          <a:prstGeom prst="ellipse">
            <a:avLst/>
          </a:prstGeom>
          <a:solidFill>
            <a:srgbClr val="7F8C97">
              <a:alpha val="48000"/>
            </a:srgbClr>
          </a:solidFill>
          <a:ln w="0">
            <a:noFill/>
            <a:prstDash val="solid"/>
          </a:ln>
        </p:spPr>
      </p:sp>
      <p:sp>
        <p:nvSpPr>
          <p:cNvPr id="1313" name="03_assume_matched_6610">
            <a:extLst>
              <a:ext uri="{FF2B5EF4-FFF2-40B4-BE49-F238E27FC236}">
                <a16:creationId xmlns:a16="http://schemas.microsoft.com/office/drawing/2014/main" id="{ACCBA6C0-E0B9-4329-A6AC-FCCECEDA3B1F}"/>
              </a:ext>
            </a:extLst>
          </p:cNvPr>
          <p:cNvSpPr>
            <a:spLocks noGrp="1"/>
          </p:cNvSpPr>
          <p:nvPr/>
        </p:nvSpPr>
        <p:spPr>
          <a:xfrm>
            <a:off x="6081752" y="3120914"/>
            <a:ext cx="28398" cy="28398"/>
          </a:xfrm>
          <a:prstGeom prst="ellipse">
            <a:avLst/>
          </a:prstGeom>
          <a:solidFill>
            <a:srgbClr val="7F8C97">
              <a:alpha val="48000"/>
            </a:srgbClr>
          </a:solidFill>
          <a:ln w="0">
            <a:noFill/>
            <a:prstDash val="solid"/>
          </a:ln>
        </p:spPr>
      </p:sp>
      <p:sp>
        <p:nvSpPr>
          <p:cNvPr id="1314" name="03_assume_matched_6611">
            <a:extLst>
              <a:ext uri="{FF2B5EF4-FFF2-40B4-BE49-F238E27FC236}">
                <a16:creationId xmlns:a16="http://schemas.microsoft.com/office/drawing/2014/main" id="{3588764D-4B85-4D91-BAD0-3EC83C089D60}"/>
              </a:ext>
            </a:extLst>
          </p:cNvPr>
          <p:cNvSpPr>
            <a:spLocks noGrp="1"/>
          </p:cNvSpPr>
          <p:nvPr/>
        </p:nvSpPr>
        <p:spPr>
          <a:xfrm>
            <a:off x="6184215" y="3120914"/>
            <a:ext cx="28398" cy="28398"/>
          </a:xfrm>
          <a:prstGeom prst="ellipse">
            <a:avLst/>
          </a:prstGeom>
          <a:solidFill>
            <a:srgbClr val="7F8C97">
              <a:alpha val="48000"/>
            </a:srgbClr>
          </a:solidFill>
          <a:ln w="0">
            <a:noFill/>
            <a:prstDash val="solid"/>
          </a:ln>
        </p:spPr>
      </p:sp>
      <p:sp>
        <p:nvSpPr>
          <p:cNvPr id="1315" name="03_assume_matched_6612">
            <a:extLst>
              <a:ext uri="{FF2B5EF4-FFF2-40B4-BE49-F238E27FC236}">
                <a16:creationId xmlns:a16="http://schemas.microsoft.com/office/drawing/2014/main" id="{DA543765-AA17-433D-99AC-16FA6B93DB03}"/>
              </a:ext>
            </a:extLst>
          </p:cNvPr>
          <p:cNvSpPr>
            <a:spLocks noGrp="1"/>
          </p:cNvSpPr>
          <p:nvPr/>
        </p:nvSpPr>
        <p:spPr>
          <a:xfrm>
            <a:off x="6131976" y="2536045"/>
            <a:ext cx="28398" cy="28398"/>
          </a:xfrm>
          <a:prstGeom prst="ellipse">
            <a:avLst/>
          </a:prstGeom>
          <a:solidFill>
            <a:srgbClr val="7F8C97">
              <a:alpha val="48000"/>
            </a:srgbClr>
          </a:solidFill>
          <a:ln w="0">
            <a:noFill/>
            <a:prstDash val="solid"/>
          </a:ln>
        </p:spPr>
      </p:sp>
      <p:sp>
        <p:nvSpPr>
          <p:cNvPr id="1316" name="03_assume_matched_6613">
            <a:extLst>
              <a:ext uri="{FF2B5EF4-FFF2-40B4-BE49-F238E27FC236}">
                <a16:creationId xmlns:a16="http://schemas.microsoft.com/office/drawing/2014/main" id="{F3A48529-0FCE-43F1-8CF5-375D12C50E52}"/>
              </a:ext>
            </a:extLst>
          </p:cNvPr>
          <p:cNvSpPr>
            <a:spLocks noGrp="1"/>
          </p:cNvSpPr>
          <p:nvPr/>
        </p:nvSpPr>
        <p:spPr>
          <a:xfrm>
            <a:off x="6164787" y="3120914"/>
            <a:ext cx="28398" cy="28398"/>
          </a:xfrm>
          <a:prstGeom prst="ellipse">
            <a:avLst/>
          </a:prstGeom>
          <a:solidFill>
            <a:srgbClr val="7F8C97">
              <a:alpha val="48000"/>
            </a:srgbClr>
          </a:solidFill>
          <a:ln w="0">
            <a:noFill/>
            <a:prstDash val="solid"/>
          </a:ln>
        </p:spPr>
      </p:sp>
      <p:sp>
        <p:nvSpPr>
          <p:cNvPr id="1317" name="03_assume_matched_6614">
            <a:extLst>
              <a:ext uri="{FF2B5EF4-FFF2-40B4-BE49-F238E27FC236}">
                <a16:creationId xmlns:a16="http://schemas.microsoft.com/office/drawing/2014/main" id="{8D2E1B2B-DC32-4847-A58D-1EB0981CC2CF}"/>
              </a:ext>
            </a:extLst>
          </p:cNvPr>
          <p:cNvSpPr>
            <a:spLocks noGrp="1"/>
          </p:cNvSpPr>
          <p:nvPr/>
        </p:nvSpPr>
        <p:spPr>
          <a:xfrm>
            <a:off x="6063907" y="2536045"/>
            <a:ext cx="28398" cy="28398"/>
          </a:xfrm>
          <a:prstGeom prst="ellipse">
            <a:avLst/>
          </a:prstGeom>
          <a:solidFill>
            <a:srgbClr val="7F8C97">
              <a:alpha val="48000"/>
            </a:srgbClr>
          </a:solidFill>
          <a:ln w="0">
            <a:noFill/>
            <a:prstDash val="solid"/>
          </a:ln>
        </p:spPr>
      </p:sp>
      <p:sp>
        <p:nvSpPr>
          <p:cNvPr id="1318" name="03_assume_matched_6615">
            <a:extLst>
              <a:ext uri="{FF2B5EF4-FFF2-40B4-BE49-F238E27FC236}">
                <a16:creationId xmlns:a16="http://schemas.microsoft.com/office/drawing/2014/main" id="{937E0A22-324E-4D7A-B748-56DD1174EFDE}"/>
              </a:ext>
            </a:extLst>
          </p:cNvPr>
          <p:cNvSpPr>
            <a:spLocks noGrp="1"/>
          </p:cNvSpPr>
          <p:nvPr/>
        </p:nvSpPr>
        <p:spPr>
          <a:xfrm>
            <a:off x="6155865" y="3120914"/>
            <a:ext cx="28398" cy="28398"/>
          </a:xfrm>
          <a:prstGeom prst="ellipse">
            <a:avLst/>
          </a:prstGeom>
          <a:solidFill>
            <a:srgbClr val="7F8C97">
              <a:alpha val="48000"/>
            </a:srgbClr>
          </a:solidFill>
          <a:ln w="0">
            <a:noFill/>
            <a:prstDash val="solid"/>
          </a:ln>
        </p:spPr>
      </p:sp>
      <p:sp>
        <p:nvSpPr>
          <p:cNvPr id="1319" name="03_assume_matched_6616">
            <a:extLst>
              <a:ext uri="{FF2B5EF4-FFF2-40B4-BE49-F238E27FC236}">
                <a16:creationId xmlns:a16="http://schemas.microsoft.com/office/drawing/2014/main" id="{87F96B8F-96C3-4191-95DC-8A3173F1E13A}"/>
              </a:ext>
            </a:extLst>
          </p:cNvPr>
          <p:cNvSpPr>
            <a:spLocks noGrp="1"/>
          </p:cNvSpPr>
          <p:nvPr/>
        </p:nvSpPr>
        <p:spPr>
          <a:xfrm>
            <a:off x="6134998" y="3120914"/>
            <a:ext cx="28398" cy="28398"/>
          </a:xfrm>
          <a:prstGeom prst="ellipse">
            <a:avLst/>
          </a:prstGeom>
          <a:solidFill>
            <a:srgbClr val="7F8C97">
              <a:alpha val="48000"/>
            </a:srgbClr>
          </a:solidFill>
          <a:ln w="0">
            <a:noFill/>
            <a:prstDash val="solid"/>
          </a:ln>
        </p:spPr>
      </p:sp>
      <p:sp>
        <p:nvSpPr>
          <p:cNvPr id="1320" name="03_assume_matched_6617">
            <a:extLst>
              <a:ext uri="{FF2B5EF4-FFF2-40B4-BE49-F238E27FC236}">
                <a16:creationId xmlns:a16="http://schemas.microsoft.com/office/drawing/2014/main" id="{2B4B4E19-D5DD-4851-BFB5-C199B9C1350B}"/>
              </a:ext>
            </a:extLst>
          </p:cNvPr>
          <p:cNvSpPr>
            <a:spLocks noGrp="1"/>
          </p:cNvSpPr>
          <p:nvPr/>
        </p:nvSpPr>
        <p:spPr>
          <a:xfrm>
            <a:off x="6043616" y="2536045"/>
            <a:ext cx="28398" cy="28398"/>
          </a:xfrm>
          <a:prstGeom prst="ellipse">
            <a:avLst/>
          </a:prstGeom>
          <a:solidFill>
            <a:srgbClr val="7F8C97">
              <a:alpha val="48000"/>
            </a:srgbClr>
          </a:solidFill>
          <a:ln w="0">
            <a:noFill/>
            <a:prstDash val="solid"/>
          </a:ln>
        </p:spPr>
      </p:sp>
      <p:sp>
        <p:nvSpPr>
          <p:cNvPr id="1321" name="03_assume_matched_6618">
            <a:extLst>
              <a:ext uri="{FF2B5EF4-FFF2-40B4-BE49-F238E27FC236}">
                <a16:creationId xmlns:a16="http://schemas.microsoft.com/office/drawing/2014/main" id="{09FD9DD7-8D16-42AA-A602-E310CAF5C683}"/>
              </a:ext>
            </a:extLst>
          </p:cNvPr>
          <p:cNvSpPr>
            <a:spLocks noGrp="1"/>
          </p:cNvSpPr>
          <p:nvPr/>
        </p:nvSpPr>
        <p:spPr>
          <a:xfrm>
            <a:off x="6102906" y="3120914"/>
            <a:ext cx="28398" cy="28398"/>
          </a:xfrm>
          <a:prstGeom prst="ellipse">
            <a:avLst/>
          </a:prstGeom>
          <a:solidFill>
            <a:srgbClr val="7F8C97">
              <a:alpha val="48000"/>
            </a:srgbClr>
          </a:solidFill>
          <a:ln w="0">
            <a:noFill/>
            <a:prstDash val="solid"/>
          </a:ln>
        </p:spPr>
      </p:sp>
      <p:sp>
        <p:nvSpPr>
          <p:cNvPr id="1322" name="03_assume_matched_6619">
            <a:extLst>
              <a:ext uri="{FF2B5EF4-FFF2-40B4-BE49-F238E27FC236}">
                <a16:creationId xmlns:a16="http://schemas.microsoft.com/office/drawing/2014/main" id="{F8E869A6-9E82-4D20-8786-FB9F9B5C3E7B}"/>
              </a:ext>
            </a:extLst>
          </p:cNvPr>
          <p:cNvSpPr>
            <a:spLocks noGrp="1"/>
          </p:cNvSpPr>
          <p:nvPr/>
        </p:nvSpPr>
        <p:spPr>
          <a:xfrm>
            <a:off x="6085062" y="3120914"/>
            <a:ext cx="28398" cy="28398"/>
          </a:xfrm>
          <a:prstGeom prst="ellipse">
            <a:avLst/>
          </a:prstGeom>
          <a:solidFill>
            <a:srgbClr val="7F8C97">
              <a:alpha val="48000"/>
            </a:srgbClr>
          </a:solidFill>
          <a:ln w="0">
            <a:noFill/>
            <a:prstDash val="solid"/>
          </a:ln>
        </p:spPr>
      </p:sp>
      <p:sp>
        <p:nvSpPr>
          <p:cNvPr id="1323" name="03_assume_matched_6620">
            <a:extLst>
              <a:ext uri="{FF2B5EF4-FFF2-40B4-BE49-F238E27FC236}">
                <a16:creationId xmlns:a16="http://schemas.microsoft.com/office/drawing/2014/main" id="{0DD0DACC-7C66-4019-9204-251DA4D53056}"/>
              </a:ext>
            </a:extLst>
          </p:cNvPr>
          <p:cNvSpPr>
            <a:spLocks noGrp="1"/>
          </p:cNvSpPr>
          <p:nvPr/>
        </p:nvSpPr>
        <p:spPr>
          <a:xfrm>
            <a:off x="6117297" y="2536045"/>
            <a:ext cx="28398" cy="28398"/>
          </a:xfrm>
          <a:prstGeom prst="ellipse">
            <a:avLst/>
          </a:prstGeom>
          <a:solidFill>
            <a:srgbClr val="7F8C97">
              <a:alpha val="48000"/>
            </a:srgbClr>
          </a:solidFill>
          <a:ln w="0">
            <a:noFill/>
            <a:prstDash val="solid"/>
          </a:ln>
        </p:spPr>
      </p:sp>
      <p:sp>
        <p:nvSpPr>
          <p:cNvPr id="1324" name="03_assume_matched_6621">
            <a:extLst>
              <a:ext uri="{FF2B5EF4-FFF2-40B4-BE49-F238E27FC236}">
                <a16:creationId xmlns:a16="http://schemas.microsoft.com/office/drawing/2014/main" id="{7F79CFE7-4DA7-4FA7-B50C-EAC11EC70069}"/>
              </a:ext>
            </a:extLst>
          </p:cNvPr>
          <p:cNvSpPr>
            <a:spLocks noGrp="1"/>
          </p:cNvSpPr>
          <p:nvPr/>
        </p:nvSpPr>
        <p:spPr>
          <a:xfrm>
            <a:off x="6099165" y="2974697"/>
            <a:ext cx="28398" cy="28398"/>
          </a:xfrm>
          <a:prstGeom prst="ellipse">
            <a:avLst/>
          </a:prstGeom>
          <a:solidFill>
            <a:srgbClr val="7F8C97">
              <a:alpha val="48000"/>
            </a:srgbClr>
          </a:solidFill>
          <a:ln w="0">
            <a:noFill/>
            <a:prstDash val="solid"/>
          </a:ln>
        </p:spPr>
      </p:sp>
      <p:sp>
        <p:nvSpPr>
          <p:cNvPr id="1325" name="03_assume_matched_6622">
            <a:extLst>
              <a:ext uri="{FF2B5EF4-FFF2-40B4-BE49-F238E27FC236}">
                <a16:creationId xmlns:a16="http://schemas.microsoft.com/office/drawing/2014/main" id="{3246C908-E481-4485-8D7F-3C365A0AC863}"/>
              </a:ext>
            </a:extLst>
          </p:cNvPr>
          <p:cNvSpPr>
            <a:spLocks noGrp="1"/>
          </p:cNvSpPr>
          <p:nvPr/>
        </p:nvSpPr>
        <p:spPr>
          <a:xfrm>
            <a:off x="6161333" y="3120914"/>
            <a:ext cx="28398" cy="28398"/>
          </a:xfrm>
          <a:prstGeom prst="ellipse">
            <a:avLst/>
          </a:prstGeom>
          <a:solidFill>
            <a:srgbClr val="7F8C97">
              <a:alpha val="48000"/>
            </a:srgbClr>
          </a:solidFill>
          <a:ln w="0">
            <a:noFill/>
            <a:prstDash val="solid"/>
          </a:ln>
        </p:spPr>
      </p:sp>
      <p:sp>
        <p:nvSpPr>
          <p:cNvPr id="1326" name="03_assume_matched_6623">
            <a:extLst>
              <a:ext uri="{FF2B5EF4-FFF2-40B4-BE49-F238E27FC236}">
                <a16:creationId xmlns:a16="http://schemas.microsoft.com/office/drawing/2014/main" id="{EA533CFD-553C-446E-9A49-1F19408F978B}"/>
              </a:ext>
            </a:extLst>
          </p:cNvPr>
          <p:cNvSpPr>
            <a:spLocks noGrp="1"/>
          </p:cNvSpPr>
          <p:nvPr/>
        </p:nvSpPr>
        <p:spPr>
          <a:xfrm>
            <a:off x="6059446" y="2536045"/>
            <a:ext cx="28398" cy="28398"/>
          </a:xfrm>
          <a:prstGeom prst="ellipse">
            <a:avLst/>
          </a:prstGeom>
          <a:solidFill>
            <a:srgbClr val="7F8C97">
              <a:alpha val="48000"/>
            </a:srgbClr>
          </a:solidFill>
          <a:ln w="0">
            <a:noFill/>
            <a:prstDash val="solid"/>
          </a:ln>
        </p:spPr>
      </p:sp>
      <p:sp>
        <p:nvSpPr>
          <p:cNvPr id="1327" name="03_assume_matched_6624">
            <a:extLst>
              <a:ext uri="{FF2B5EF4-FFF2-40B4-BE49-F238E27FC236}">
                <a16:creationId xmlns:a16="http://schemas.microsoft.com/office/drawing/2014/main" id="{3D555A55-A190-48AD-A43C-8A2EA6157DB9}"/>
              </a:ext>
            </a:extLst>
          </p:cNvPr>
          <p:cNvSpPr>
            <a:spLocks noGrp="1"/>
          </p:cNvSpPr>
          <p:nvPr/>
        </p:nvSpPr>
        <p:spPr>
          <a:xfrm>
            <a:off x="6066066" y="3120914"/>
            <a:ext cx="28398" cy="28398"/>
          </a:xfrm>
          <a:prstGeom prst="ellipse">
            <a:avLst/>
          </a:prstGeom>
          <a:solidFill>
            <a:srgbClr val="7F8C97">
              <a:alpha val="48000"/>
            </a:srgbClr>
          </a:solidFill>
          <a:ln w="0">
            <a:noFill/>
            <a:prstDash val="solid"/>
          </a:ln>
        </p:spPr>
      </p:sp>
      <p:sp>
        <p:nvSpPr>
          <p:cNvPr id="1328" name="03_assume_matched_6625">
            <a:extLst>
              <a:ext uri="{FF2B5EF4-FFF2-40B4-BE49-F238E27FC236}">
                <a16:creationId xmlns:a16="http://schemas.microsoft.com/office/drawing/2014/main" id="{5BEC85FA-BAC1-4E3F-BD6C-919CA7BE3042}"/>
              </a:ext>
            </a:extLst>
          </p:cNvPr>
          <p:cNvSpPr>
            <a:spLocks noGrp="1"/>
          </p:cNvSpPr>
          <p:nvPr/>
        </p:nvSpPr>
        <p:spPr>
          <a:xfrm>
            <a:off x="6125932" y="2536045"/>
            <a:ext cx="28398" cy="28398"/>
          </a:xfrm>
          <a:prstGeom prst="ellipse">
            <a:avLst/>
          </a:prstGeom>
          <a:solidFill>
            <a:srgbClr val="7F8C97">
              <a:alpha val="48000"/>
            </a:srgbClr>
          </a:solidFill>
          <a:ln w="0">
            <a:noFill/>
            <a:prstDash val="solid"/>
          </a:ln>
        </p:spPr>
      </p:sp>
      <p:sp>
        <p:nvSpPr>
          <p:cNvPr id="1329" name="03_assume_matched_6626">
            <a:extLst>
              <a:ext uri="{FF2B5EF4-FFF2-40B4-BE49-F238E27FC236}">
                <a16:creationId xmlns:a16="http://schemas.microsoft.com/office/drawing/2014/main" id="{8242EC79-38C8-40BF-A3B7-E9F5A8375CAD}"/>
              </a:ext>
            </a:extLst>
          </p:cNvPr>
          <p:cNvSpPr>
            <a:spLocks noGrp="1"/>
          </p:cNvSpPr>
          <p:nvPr/>
        </p:nvSpPr>
        <p:spPr>
          <a:xfrm>
            <a:off x="6124637" y="2536045"/>
            <a:ext cx="28398" cy="28398"/>
          </a:xfrm>
          <a:prstGeom prst="ellipse">
            <a:avLst/>
          </a:prstGeom>
          <a:solidFill>
            <a:srgbClr val="7F8C97">
              <a:alpha val="48000"/>
            </a:srgbClr>
          </a:solidFill>
          <a:ln w="0">
            <a:noFill/>
            <a:prstDash val="solid"/>
          </a:ln>
        </p:spPr>
      </p:sp>
      <p:sp>
        <p:nvSpPr>
          <p:cNvPr id="1330" name="03_assume_matched_6627">
            <a:extLst>
              <a:ext uri="{FF2B5EF4-FFF2-40B4-BE49-F238E27FC236}">
                <a16:creationId xmlns:a16="http://schemas.microsoft.com/office/drawing/2014/main" id="{F2C650FC-9C4B-4153-B1C4-00D7C9C37C8F}"/>
              </a:ext>
            </a:extLst>
          </p:cNvPr>
          <p:cNvSpPr>
            <a:spLocks noGrp="1"/>
          </p:cNvSpPr>
          <p:nvPr/>
        </p:nvSpPr>
        <p:spPr>
          <a:xfrm>
            <a:off x="6171407" y="2536045"/>
            <a:ext cx="28398" cy="28398"/>
          </a:xfrm>
          <a:prstGeom prst="ellipse">
            <a:avLst/>
          </a:prstGeom>
          <a:solidFill>
            <a:srgbClr val="7F8C97">
              <a:alpha val="48000"/>
            </a:srgbClr>
          </a:solidFill>
          <a:ln w="0">
            <a:noFill/>
            <a:prstDash val="solid"/>
          </a:ln>
        </p:spPr>
      </p:sp>
      <p:sp>
        <p:nvSpPr>
          <p:cNvPr id="1331" name="03_assume_matched_6628">
            <a:extLst>
              <a:ext uri="{FF2B5EF4-FFF2-40B4-BE49-F238E27FC236}">
                <a16:creationId xmlns:a16="http://schemas.microsoft.com/office/drawing/2014/main" id="{399FC69A-8E3A-4126-A6FC-794F56B70632}"/>
              </a:ext>
            </a:extLst>
          </p:cNvPr>
          <p:cNvSpPr>
            <a:spLocks noGrp="1"/>
          </p:cNvSpPr>
          <p:nvPr/>
        </p:nvSpPr>
        <p:spPr>
          <a:xfrm>
            <a:off x="6149677" y="2682262"/>
            <a:ext cx="28398" cy="28398"/>
          </a:xfrm>
          <a:prstGeom prst="ellipse">
            <a:avLst/>
          </a:prstGeom>
          <a:solidFill>
            <a:srgbClr val="7F8C97">
              <a:alpha val="48000"/>
            </a:srgbClr>
          </a:solidFill>
          <a:ln w="0">
            <a:noFill/>
            <a:prstDash val="solid"/>
          </a:ln>
        </p:spPr>
      </p:sp>
      <p:sp>
        <p:nvSpPr>
          <p:cNvPr id="1332" name="03_assume_matched_6629">
            <a:extLst>
              <a:ext uri="{FF2B5EF4-FFF2-40B4-BE49-F238E27FC236}">
                <a16:creationId xmlns:a16="http://schemas.microsoft.com/office/drawing/2014/main" id="{ADF6B623-83B3-446A-9515-67F55E588A82}"/>
              </a:ext>
            </a:extLst>
          </p:cNvPr>
          <p:cNvSpPr>
            <a:spLocks noGrp="1"/>
          </p:cNvSpPr>
          <p:nvPr/>
        </p:nvSpPr>
        <p:spPr>
          <a:xfrm>
            <a:off x="6081752" y="3120914"/>
            <a:ext cx="28398" cy="28398"/>
          </a:xfrm>
          <a:prstGeom prst="ellipse">
            <a:avLst/>
          </a:prstGeom>
          <a:solidFill>
            <a:srgbClr val="7F8C97">
              <a:alpha val="48000"/>
            </a:srgbClr>
          </a:solidFill>
          <a:ln w="0">
            <a:noFill/>
            <a:prstDash val="solid"/>
          </a:ln>
        </p:spPr>
      </p:sp>
      <p:sp>
        <p:nvSpPr>
          <p:cNvPr id="1333" name="03_assume_matched_6630">
            <a:extLst>
              <a:ext uri="{FF2B5EF4-FFF2-40B4-BE49-F238E27FC236}">
                <a16:creationId xmlns:a16="http://schemas.microsoft.com/office/drawing/2014/main" id="{99B6F9A7-1B1D-4E87-9BC2-29EFFB357F41}"/>
              </a:ext>
            </a:extLst>
          </p:cNvPr>
          <p:cNvSpPr>
            <a:spLocks noGrp="1"/>
          </p:cNvSpPr>
          <p:nvPr/>
        </p:nvSpPr>
        <p:spPr>
          <a:xfrm>
            <a:off x="6152555" y="3120914"/>
            <a:ext cx="28398" cy="28398"/>
          </a:xfrm>
          <a:prstGeom prst="ellipse">
            <a:avLst/>
          </a:prstGeom>
          <a:solidFill>
            <a:srgbClr val="7F8C97">
              <a:alpha val="48000"/>
            </a:srgbClr>
          </a:solidFill>
          <a:ln w="0">
            <a:noFill/>
            <a:prstDash val="solid"/>
          </a:ln>
        </p:spPr>
      </p:sp>
      <p:sp>
        <p:nvSpPr>
          <p:cNvPr id="1334" name="03_assume_matched_6631">
            <a:extLst>
              <a:ext uri="{FF2B5EF4-FFF2-40B4-BE49-F238E27FC236}">
                <a16:creationId xmlns:a16="http://schemas.microsoft.com/office/drawing/2014/main" id="{6F231A7D-050B-4A5C-B6F1-0F2547AA0013}"/>
              </a:ext>
            </a:extLst>
          </p:cNvPr>
          <p:cNvSpPr>
            <a:spLocks noGrp="1"/>
          </p:cNvSpPr>
          <p:nvPr/>
        </p:nvSpPr>
        <p:spPr>
          <a:xfrm>
            <a:off x="6140898" y="2536045"/>
            <a:ext cx="28398" cy="28398"/>
          </a:xfrm>
          <a:prstGeom prst="ellipse">
            <a:avLst/>
          </a:prstGeom>
          <a:solidFill>
            <a:srgbClr val="7F8C97">
              <a:alpha val="48000"/>
            </a:srgbClr>
          </a:solidFill>
          <a:ln w="0">
            <a:noFill/>
            <a:prstDash val="solid"/>
          </a:ln>
        </p:spPr>
      </p:sp>
      <p:sp>
        <p:nvSpPr>
          <p:cNvPr id="1335" name="03_assume_matched_6632">
            <a:extLst>
              <a:ext uri="{FF2B5EF4-FFF2-40B4-BE49-F238E27FC236}">
                <a16:creationId xmlns:a16="http://schemas.microsoft.com/office/drawing/2014/main" id="{AF973991-72D9-475A-818A-858D723D04B4}"/>
              </a:ext>
            </a:extLst>
          </p:cNvPr>
          <p:cNvSpPr>
            <a:spLocks noGrp="1"/>
          </p:cNvSpPr>
          <p:nvPr/>
        </p:nvSpPr>
        <p:spPr>
          <a:xfrm>
            <a:off x="6147086" y="3120914"/>
            <a:ext cx="28398" cy="28398"/>
          </a:xfrm>
          <a:prstGeom prst="ellipse">
            <a:avLst/>
          </a:prstGeom>
          <a:solidFill>
            <a:srgbClr val="7F8C97">
              <a:alpha val="48000"/>
            </a:srgbClr>
          </a:solidFill>
          <a:ln w="0">
            <a:noFill/>
            <a:prstDash val="solid"/>
          </a:ln>
        </p:spPr>
      </p:sp>
      <p:sp>
        <p:nvSpPr>
          <p:cNvPr id="1336" name="03_assume_matched_6633">
            <a:extLst>
              <a:ext uri="{FF2B5EF4-FFF2-40B4-BE49-F238E27FC236}">
                <a16:creationId xmlns:a16="http://schemas.microsoft.com/office/drawing/2014/main" id="{ADE2DDCE-2352-4921-B70B-2B9BE5225042}"/>
              </a:ext>
            </a:extLst>
          </p:cNvPr>
          <p:cNvSpPr>
            <a:spLocks noGrp="1"/>
          </p:cNvSpPr>
          <p:nvPr/>
        </p:nvSpPr>
        <p:spPr>
          <a:xfrm>
            <a:off x="6160470" y="3088422"/>
            <a:ext cx="28398" cy="28398"/>
          </a:xfrm>
          <a:prstGeom prst="ellipse">
            <a:avLst/>
          </a:prstGeom>
          <a:solidFill>
            <a:srgbClr val="7F8C97">
              <a:alpha val="48000"/>
            </a:srgbClr>
          </a:solidFill>
          <a:ln w="0">
            <a:noFill/>
            <a:prstDash val="solid"/>
          </a:ln>
        </p:spPr>
      </p:sp>
      <p:sp>
        <p:nvSpPr>
          <p:cNvPr id="1337" name="03_assume_matched_6634">
            <a:extLst>
              <a:ext uri="{FF2B5EF4-FFF2-40B4-BE49-F238E27FC236}">
                <a16:creationId xmlns:a16="http://schemas.microsoft.com/office/drawing/2014/main" id="{4FEFDEEF-3AF8-40C4-B5AE-CEE4E0C3E372}"/>
              </a:ext>
            </a:extLst>
          </p:cNvPr>
          <p:cNvSpPr>
            <a:spLocks noGrp="1"/>
          </p:cNvSpPr>
          <p:nvPr/>
        </p:nvSpPr>
        <p:spPr>
          <a:xfrm>
            <a:off x="6069088" y="2536045"/>
            <a:ext cx="28398" cy="28398"/>
          </a:xfrm>
          <a:prstGeom prst="ellipse">
            <a:avLst/>
          </a:prstGeom>
          <a:solidFill>
            <a:srgbClr val="7F8C97">
              <a:alpha val="48000"/>
            </a:srgbClr>
          </a:solidFill>
          <a:ln w="0">
            <a:noFill/>
            <a:prstDash val="solid"/>
          </a:ln>
        </p:spPr>
      </p:sp>
      <p:sp>
        <p:nvSpPr>
          <p:cNvPr id="1338" name="03_assume_matched_6635">
            <a:extLst>
              <a:ext uri="{FF2B5EF4-FFF2-40B4-BE49-F238E27FC236}">
                <a16:creationId xmlns:a16="http://schemas.microsoft.com/office/drawing/2014/main" id="{AEA2DD1A-A1C5-423B-8E9D-8B897C3459C1}"/>
              </a:ext>
            </a:extLst>
          </p:cNvPr>
          <p:cNvSpPr>
            <a:spLocks noGrp="1"/>
          </p:cNvSpPr>
          <p:nvPr/>
        </p:nvSpPr>
        <p:spPr>
          <a:xfrm>
            <a:off x="6058295" y="2731002"/>
            <a:ext cx="28398" cy="28398"/>
          </a:xfrm>
          <a:prstGeom prst="ellipse">
            <a:avLst/>
          </a:prstGeom>
          <a:solidFill>
            <a:srgbClr val="7F8C97">
              <a:alpha val="48000"/>
            </a:srgbClr>
          </a:solidFill>
          <a:ln w="0">
            <a:noFill/>
            <a:prstDash val="solid"/>
          </a:ln>
        </p:spPr>
      </p:sp>
      <p:sp>
        <p:nvSpPr>
          <p:cNvPr id="1339" name="03_assume_matched_6636">
            <a:extLst>
              <a:ext uri="{FF2B5EF4-FFF2-40B4-BE49-F238E27FC236}">
                <a16:creationId xmlns:a16="http://schemas.microsoft.com/office/drawing/2014/main" id="{625AC808-E66D-4960-9345-21FDEBCF88A5}"/>
              </a:ext>
            </a:extLst>
          </p:cNvPr>
          <p:cNvSpPr>
            <a:spLocks noGrp="1"/>
          </p:cNvSpPr>
          <p:nvPr/>
        </p:nvSpPr>
        <p:spPr>
          <a:xfrm>
            <a:off x="6141186" y="2974697"/>
            <a:ext cx="28398" cy="28398"/>
          </a:xfrm>
          <a:prstGeom prst="ellipse">
            <a:avLst/>
          </a:prstGeom>
          <a:solidFill>
            <a:srgbClr val="7F8C97">
              <a:alpha val="48000"/>
            </a:srgbClr>
          </a:solidFill>
          <a:ln w="0">
            <a:noFill/>
            <a:prstDash val="solid"/>
          </a:ln>
        </p:spPr>
      </p:sp>
      <p:sp>
        <p:nvSpPr>
          <p:cNvPr id="1340" name="03_assume_matched_6637">
            <a:extLst>
              <a:ext uri="{FF2B5EF4-FFF2-40B4-BE49-F238E27FC236}">
                <a16:creationId xmlns:a16="http://schemas.microsoft.com/office/drawing/2014/main" id="{5F8811DC-B0D6-4805-B337-9B64A64F3478}"/>
              </a:ext>
            </a:extLst>
          </p:cNvPr>
          <p:cNvSpPr>
            <a:spLocks noGrp="1"/>
          </p:cNvSpPr>
          <p:nvPr/>
        </p:nvSpPr>
        <p:spPr>
          <a:xfrm>
            <a:off x="6178315" y="3037362"/>
            <a:ext cx="28398" cy="28398"/>
          </a:xfrm>
          <a:prstGeom prst="ellipse">
            <a:avLst/>
          </a:prstGeom>
          <a:solidFill>
            <a:srgbClr val="7F8C97">
              <a:alpha val="48000"/>
            </a:srgbClr>
          </a:solidFill>
          <a:ln w="0">
            <a:noFill/>
            <a:prstDash val="solid"/>
          </a:ln>
        </p:spPr>
      </p:sp>
      <p:sp>
        <p:nvSpPr>
          <p:cNvPr id="1341" name="03_assume_matched_6638">
            <a:extLst>
              <a:ext uri="{FF2B5EF4-FFF2-40B4-BE49-F238E27FC236}">
                <a16:creationId xmlns:a16="http://schemas.microsoft.com/office/drawing/2014/main" id="{6A32F19B-4B39-4836-B096-3A3177844286}"/>
              </a:ext>
            </a:extLst>
          </p:cNvPr>
          <p:cNvSpPr>
            <a:spLocks noGrp="1"/>
          </p:cNvSpPr>
          <p:nvPr/>
        </p:nvSpPr>
        <p:spPr>
          <a:xfrm>
            <a:off x="6184503" y="2536045"/>
            <a:ext cx="28398" cy="28398"/>
          </a:xfrm>
          <a:prstGeom prst="ellipse">
            <a:avLst/>
          </a:prstGeom>
          <a:solidFill>
            <a:srgbClr val="7F8C97">
              <a:alpha val="48000"/>
            </a:srgbClr>
          </a:solidFill>
          <a:ln w="0">
            <a:noFill/>
            <a:prstDash val="solid"/>
          </a:ln>
        </p:spPr>
      </p:sp>
      <p:sp>
        <p:nvSpPr>
          <p:cNvPr id="1342" name="03_assume_matched_6639">
            <a:extLst>
              <a:ext uri="{FF2B5EF4-FFF2-40B4-BE49-F238E27FC236}">
                <a16:creationId xmlns:a16="http://schemas.microsoft.com/office/drawing/2014/main" id="{BB248338-13A0-45A1-A097-66A59D6CAD3B}"/>
              </a:ext>
            </a:extLst>
          </p:cNvPr>
          <p:cNvSpPr>
            <a:spLocks noGrp="1"/>
          </p:cNvSpPr>
          <p:nvPr/>
        </p:nvSpPr>
        <p:spPr>
          <a:xfrm>
            <a:off x="6095567" y="3120914"/>
            <a:ext cx="28398" cy="28398"/>
          </a:xfrm>
          <a:prstGeom prst="ellipse">
            <a:avLst/>
          </a:prstGeom>
          <a:solidFill>
            <a:srgbClr val="7F8C97">
              <a:alpha val="48000"/>
            </a:srgbClr>
          </a:solidFill>
          <a:ln w="0">
            <a:noFill/>
            <a:prstDash val="solid"/>
          </a:ln>
        </p:spPr>
      </p:sp>
      <p:sp>
        <p:nvSpPr>
          <p:cNvPr id="1343" name="03_assume_matched_6640">
            <a:extLst>
              <a:ext uri="{FF2B5EF4-FFF2-40B4-BE49-F238E27FC236}">
                <a16:creationId xmlns:a16="http://schemas.microsoft.com/office/drawing/2014/main" id="{B384AD20-6CA7-4388-A9AF-C940A006A329}"/>
              </a:ext>
            </a:extLst>
          </p:cNvPr>
          <p:cNvSpPr>
            <a:spLocks noGrp="1"/>
          </p:cNvSpPr>
          <p:nvPr/>
        </p:nvSpPr>
        <p:spPr>
          <a:xfrm>
            <a:off x="6148382" y="2925958"/>
            <a:ext cx="28398" cy="28398"/>
          </a:xfrm>
          <a:prstGeom prst="ellipse">
            <a:avLst/>
          </a:prstGeom>
          <a:solidFill>
            <a:srgbClr val="7F8C97">
              <a:alpha val="48000"/>
            </a:srgbClr>
          </a:solidFill>
          <a:ln w="0">
            <a:noFill/>
            <a:prstDash val="solid"/>
          </a:ln>
        </p:spPr>
      </p:sp>
      <p:sp>
        <p:nvSpPr>
          <p:cNvPr id="1344" name="03_assume_matched_6641">
            <a:extLst>
              <a:ext uri="{FF2B5EF4-FFF2-40B4-BE49-F238E27FC236}">
                <a16:creationId xmlns:a16="http://schemas.microsoft.com/office/drawing/2014/main" id="{3E4F2DFA-3E8F-454F-9DA5-5F344F42C672}"/>
              </a:ext>
            </a:extLst>
          </p:cNvPr>
          <p:cNvSpPr>
            <a:spLocks noGrp="1"/>
          </p:cNvSpPr>
          <p:nvPr/>
        </p:nvSpPr>
        <p:spPr>
          <a:xfrm>
            <a:off x="6159319" y="2536045"/>
            <a:ext cx="28398" cy="28398"/>
          </a:xfrm>
          <a:prstGeom prst="ellipse">
            <a:avLst/>
          </a:prstGeom>
          <a:solidFill>
            <a:srgbClr val="7F8C97">
              <a:alpha val="48000"/>
            </a:srgbClr>
          </a:solidFill>
          <a:ln w="0">
            <a:noFill/>
            <a:prstDash val="solid"/>
          </a:ln>
        </p:spPr>
      </p:sp>
      <p:sp>
        <p:nvSpPr>
          <p:cNvPr id="1345" name="03_assume_matched_6642">
            <a:extLst>
              <a:ext uri="{FF2B5EF4-FFF2-40B4-BE49-F238E27FC236}">
                <a16:creationId xmlns:a16="http://schemas.microsoft.com/office/drawing/2014/main" id="{5C8716E6-B878-490F-B6C0-2BED65ABDF7C}"/>
              </a:ext>
            </a:extLst>
          </p:cNvPr>
          <p:cNvSpPr>
            <a:spLocks noGrp="1"/>
          </p:cNvSpPr>
          <p:nvPr/>
        </p:nvSpPr>
        <p:spPr>
          <a:xfrm>
            <a:off x="6176732" y="2536045"/>
            <a:ext cx="28398" cy="28398"/>
          </a:xfrm>
          <a:prstGeom prst="ellipse">
            <a:avLst/>
          </a:prstGeom>
          <a:solidFill>
            <a:srgbClr val="7F8C97">
              <a:alpha val="48000"/>
            </a:srgbClr>
          </a:solidFill>
          <a:ln w="0">
            <a:noFill/>
            <a:prstDash val="solid"/>
          </a:ln>
        </p:spPr>
      </p:sp>
      <p:sp>
        <p:nvSpPr>
          <p:cNvPr id="1346" name="03_assume_matched_6643">
            <a:extLst>
              <a:ext uri="{FF2B5EF4-FFF2-40B4-BE49-F238E27FC236}">
                <a16:creationId xmlns:a16="http://schemas.microsoft.com/office/drawing/2014/main" id="{EEC9C03A-31D4-4F28-97C4-BB201F3C1FD1}"/>
              </a:ext>
            </a:extLst>
          </p:cNvPr>
          <p:cNvSpPr>
            <a:spLocks noGrp="1"/>
          </p:cNvSpPr>
          <p:nvPr/>
        </p:nvSpPr>
        <p:spPr>
          <a:xfrm>
            <a:off x="6161477" y="2536045"/>
            <a:ext cx="28398" cy="28398"/>
          </a:xfrm>
          <a:prstGeom prst="ellipse">
            <a:avLst/>
          </a:prstGeom>
          <a:solidFill>
            <a:srgbClr val="7F8C97">
              <a:alpha val="48000"/>
            </a:srgbClr>
          </a:solidFill>
          <a:ln w="0">
            <a:noFill/>
            <a:prstDash val="solid"/>
          </a:ln>
        </p:spPr>
      </p:sp>
      <p:sp>
        <p:nvSpPr>
          <p:cNvPr id="1347" name="03_assume_matched_6644">
            <a:extLst>
              <a:ext uri="{FF2B5EF4-FFF2-40B4-BE49-F238E27FC236}">
                <a16:creationId xmlns:a16="http://schemas.microsoft.com/office/drawing/2014/main" id="{635B5F0E-0D4E-46D1-89C6-5B385B0C7433}"/>
              </a:ext>
            </a:extLst>
          </p:cNvPr>
          <p:cNvSpPr>
            <a:spLocks noGrp="1"/>
          </p:cNvSpPr>
          <p:nvPr/>
        </p:nvSpPr>
        <p:spPr>
          <a:xfrm>
            <a:off x="6139747" y="2536045"/>
            <a:ext cx="28398" cy="28398"/>
          </a:xfrm>
          <a:prstGeom prst="ellipse">
            <a:avLst/>
          </a:prstGeom>
          <a:solidFill>
            <a:srgbClr val="7F8C97">
              <a:alpha val="48000"/>
            </a:srgbClr>
          </a:solidFill>
          <a:ln w="0">
            <a:noFill/>
            <a:prstDash val="solid"/>
          </a:ln>
        </p:spPr>
      </p:sp>
      <p:sp>
        <p:nvSpPr>
          <p:cNvPr id="1348" name="03_assume_matched_6645">
            <a:extLst>
              <a:ext uri="{FF2B5EF4-FFF2-40B4-BE49-F238E27FC236}">
                <a16:creationId xmlns:a16="http://schemas.microsoft.com/office/drawing/2014/main" id="{DB59A40C-F59A-4BCC-B146-6D4332C09E8D}"/>
              </a:ext>
            </a:extLst>
          </p:cNvPr>
          <p:cNvSpPr>
            <a:spLocks noGrp="1"/>
          </p:cNvSpPr>
          <p:nvPr/>
        </p:nvSpPr>
        <p:spPr>
          <a:xfrm>
            <a:off x="6051531" y="2536045"/>
            <a:ext cx="28398" cy="28398"/>
          </a:xfrm>
          <a:prstGeom prst="ellipse">
            <a:avLst/>
          </a:prstGeom>
          <a:solidFill>
            <a:srgbClr val="7F8C97">
              <a:alpha val="48000"/>
            </a:srgbClr>
          </a:solidFill>
          <a:ln w="0">
            <a:noFill/>
            <a:prstDash val="solid"/>
          </a:ln>
        </p:spPr>
      </p:sp>
      <p:sp>
        <p:nvSpPr>
          <p:cNvPr id="1349" name="03_assume_matched_6646">
            <a:extLst>
              <a:ext uri="{FF2B5EF4-FFF2-40B4-BE49-F238E27FC236}">
                <a16:creationId xmlns:a16="http://schemas.microsoft.com/office/drawing/2014/main" id="{69E87A91-25FA-4ACD-935B-B13997B67A17}"/>
              </a:ext>
            </a:extLst>
          </p:cNvPr>
          <p:cNvSpPr>
            <a:spLocks noGrp="1"/>
          </p:cNvSpPr>
          <p:nvPr/>
        </p:nvSpPr>
        <p:spPr>
          <a:xfrm>
            <a:off x="6065490" y="3120914"/>
            <a:ext cx="28398" cy="28398"/>
          </a:xfrm>
          <a:prstGeom prst="ellipse">
            <a:avLst/>
          </a:prstGeom>
          <a:solidFill>
            <a:srgbClr val="7F8C97">
              <a:alpha val="48000"/>
            </a:srgbClr>
          </a:solidFill>
          <a:ln w="0">
            <a:noFill/>
            <a:prstDash val="solid"/>
          </a:ln>
        </p:spPr>
      </p:sp>
      <p:sp>
        <p:nvSpPr>
          <p:cNvPr id="1350" name="03_assume_matched_6647">
            <a:extLst>
              <a:ext uri="{FF2B5EF4-FFF2-40B4-BE49-F238E27FC236}">
                <a16:creationId xmlns:a16="http://schemas.microsoft.com/office/drawing/2014/main" id="{F562DC35-EBB1-458F-9DBB-95C2755A4676}"/>
              </a:ext>
            </a:extLst>
          </p:cNvPr>
          <p:cNvSpPr>
            <a:spLocks noGrp="1"/>
          </p:cNvSpPr>
          <p:nvPr/>
        </p:nvSpPr>
        <p:spPr>
          <a:xfrm>
            <a:off x="6126651" y="2536045"/>
            <a:ext cx="28398" cy="28398"/>
          </a:xfrm>
          <a:prstGeom prst="ellipse">
            <a:avLst/>
          </a:prstGeom>
          <a:solidFill>
            <a:srgbClr val="7F8C97">
              <a:alpha val="48000"/>
            </a:srgbClr>
          </a:solidFill>
          <a:ln w="0">
            <a:noFill/>
            <a:prstDash val="solid"/>
          </a:ln>
        </p:spPr>
      </p:sp>
      <p:sp>
        <p:nvSpPr>
          <p:cNvPr id="1351" name="03_assume_matched_6648">
            <a:extLst>
              <a:ext uri="{FF2B5EF4-FFF2-40B4-BE49-F238E27FC236}">
                <a16:creationId xmlns:a16="http://schemas.microsoft.com/office/drawing/2014/main" id="{E5134E78-526D-4E6F-9934-5919368F1113}"/>
              </a:ext>
            </a:extLst>
          </p:cNvPr>
          <p:cNvSpPr>
            <a:spLocks noGrp="1"/>
          </p:cNvSpPr>
          <p:nvPr/>
        </p:nvSpPr>
        <p:spPr>
          <a:xfrm>
            <a:off x="6071534" y="2536045"/>
            <a:ext cx="28398" cy="28398"/>
          </a:xfrm>
          <a:prstGeom prst="ellipse">
            <a:avLst/>
          </a:prstGeom>
          <a:solidFill>
            <a:srgbClr val="7F8C97">
              <a:alpha val="48000"/>
            </a:srgbClr>
          </a:solidFill>
          <a:ln w="0">
            <a:noFill/>
            <a:prstDash val="solid"/>
          </a:ln>
        </p:spPr>
      </p:sp>
      <p:sp>
        <p:nvSpPr>
          <p:cNvPr id="1352" name="03_assume_matched_6649">
            <a:extLst>
              <a:ext uri="{FF2B5EF4-FFF2-40B4-BE49-F238E27FC236}">
                <a16:creationId xmlns:a16="http://schemas.microsoft.com/office/drawing/2014/main" id="{EF04F91B-35DC-410E-AC04-8AA4AFCA0366}"/>
              </a:ext>
            </a:extLst>
          </p:cNvPr>
          <p:cNvSpPr>
            <a:spLocks noGrp="1"/>
          </p:cNvSpPr>
          <p:nvPr/>
        </p:nvSpPr>
        <p:spPr>
          <a:xfrm>
            <a:off x="6097582" y="2536045"/>
            <a:ext cx="28398" cy="28398"/>
          </a:xfrm>
          <a:prstGeom prst="ellipse">
            <a:avLst/>
          </a:prstGeom>
          <a:solidFill>
            <a:srgbClr val="7F8C97">
              <a:alpha val="48000"/>
            </a:srgbClr>
          </a:solidFill>
          <a:ln w="0">
            <a:noFill/>
            <a:prstDash val="solid"/>
          </a:ln>
        </p:spPr>
      </p:sp>
      <p:sp>
        <p:nvSpPr>
          <p:cNvPr id="1353" name="03_assume_matched_6650">
            <a:extLst>
              <a:ext uri="{FF2B5EF4-FFF2-40B4-BE49-F238E27FC236}">
                <a16:creationId xmlns:a16="http://schemas.microsoft.com/office/drawing/2014/main" id="{89B86466-0784-4D1A-978E-3C79A2A438F4}"/>
              </a:ext>
            </a:extLst>
          </p:cNvPr>
          <p:cNvSpPr>
            <a:spLocks noGrp="1"/>
          </p:cNvSpPr>
          <p:nvPr/>
        </p:nvSpPr>
        <p:spPr>
          <a:xfrm>
            <a:off x="6046638" y="3120914"/>
            <a:ext cx="28398" cy="28398"/>
          </a:xfrm>
          <a:prstGeom prst="ellipse">
            <a:avLst/>
          </a:prstGeom>
          <a:solidFill>
            <a:srgbClr val="7F8C97">
              <a:alpha val="48000"/>
            </a:srgbClr>
          </a:solidFill>
          <a:ln w="0">
            <a:noFill/>
            <a:prstDash val="solid"/>
          </a:ln>
        </p:spPr>
      </p:sp>
      <p:sp>
        <p:nvSpPr>
          <p:cNvPr id="1354" name="03_assume_matched_6651">
            <a:extLst>
              <a:ext uri="{FF2B5EF4-FFF2-40B4-BE49-F238E27FC236}">
                <a16:creationId xmlns:a16="http://schemas.microsoft.com/office/drawing/2014/main" id="{F975438C-A6A2-4813-9482-3196B2CAFC38}"/>
              </a:ext>
            </a:extLst>
          </p:cNvPr>
          <p:cNvSpPr>
            <a:spLocks noGrp="1"/>
          </p:cNvSpPr>
          <p:nvPr/>
        </p:nvSpPr>
        <p:spPr>
          <a:xfrm>
            <a:off x="3841389" y="2521001"/>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1355" name="03_assume_matched_6652">
            <a:extLst>
              <a:ext uri="{FF2B5EF4-FFF2-40B4-BE49-F238E27FC236}">
                <a16:creationId xmlns:a16="http://schemas.microsoft.com/office/drawing/2014/main" id="{FE5FE6D0-2B06-4735-A353-B1F58DCAFFA4}"/>
              </a:ext>
            </a:extLst>
          </p:cNvPr>
          <p:cNvSpPr>
            <a:spLocks noGrp="1"/>
          </p:cNvSpPr>
          <p:nvPr/>
        </p:nvSpPr>
        <p:spPr>
          <a:xfrm>
            <a:off x="3841389" y="3164357"/>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1356" name="text_6653">
            <a:extLst>
              <a:ext uri="{FF2B5EF4-FFF2-40B4-BE49-F238E27FC236}">
                <a16:creationId xmlns:a16="http://schemas.microsoft.com/office/drawing/2014/main" id="{024AB7F2-DEF4-4647-85A0-D78DE9AAB0BE}"/>
              </a:ext>
            </a:extLst>
          </p:cNvPr>
          <p:cNvSpPr>
            <a:spLocks noGrp="1"/>
          </p:cNvSpPr>
          <p:nvPr/>
        </p:nvSpPr>
        <p:spPr>
          <a:xfrm>
            <a:off x="3499200" y="2222065"/>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d</a:t>
            </a:r>
          </a:p>
        </p:txBody>
      </p:sp>
      <p:sp>
        <p:nvSpPr>
          <p:cNvPr id="1357" name="text_6654">
            <a:extLst>
              <a:ext uri="{FF2B5EF4-FFF2-40B4-BE49-F238E27FC236}">
                <a16:creationId xmlns:a16="http://schemas.microsoft.com/office/drawing/2014/main" id="{9B28D507-11B2-4E7A-B091-B050A4B26665}"/>
              </a:ext>
            </a:extLst>
          </p:cNvPr>
          <p:cNvSpPr>
            <a:spLocks noGrp="1"/>
          </p:cNvSpPr>
          <p:nvPr/>
        </p:nvSpPr>
        <p:spPr>
          <a:xfrm>
            <a:off x="3841389" y="2321420"/>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b="0">
                <a:solidFill>
                  <a:srgbClr val="273744"/>
                </a:solidFill>
                <a:latin typeface="Arial"/>
                <a:ea typeface="Arial"/>
                <a:cs typeface="Arial"/>
              </a:rPr>
              <a:t>Best of 50, RMSD &lt;3 Å</a:t>
            </a:r>
          </a:p>
        </p:txBody>
      </p:sp>
      <p:sp>
        <p:nvSpPr>
          <p:cNvPr id="1358" name="03_assume_matched_6655">
            <a:extLst>
              <a:ext uri="{FF2B5EF4-FFF2-40B4-BE49-F238E27FC236}">
                <a16:creationId xmlns:a16="http://schemas.microsoft.com/office/drawing/2014/main" id="{C17B72B1-727F-4379-81A4-9F09992E01CE}"/>
              </a:ext>
            </a:extLst>
          </p:cNvPr>
          <p:cNvSpPr>
            <a:spLocks noGrp="1"/>
          </p:cNvSpPr>
          <p:nvPr/>
        </p:nvSpPr>
        <p:spPr>
          <a:xfrm>
            <a:off x="3864021" y="2842837"/>
            <a:ext cx="2263158" cy="292277"/>
          </a:xfrm>
          <a:custGeom>
            <a:avLst/>
            <a:gdLst/>
            <a:ahLst/>
            <a:cxnLst/>
            <a:rect l="0" t="0" r="0" b="0"/>
            <a:pathLst>
              <a:path w="2263158" h="292277">
                <a:moveTo>
                  <a:pt x="0" y="292277"/>
                </a:moveTo>
                <a:lnTo>
                  <a:pt x="53885" y="291368"/>
                </a:lnTo>
                <a:lnTo>
                  <a:pt x="53885" y="290825"/>
                </a:lnTo>
                <a:lnTo>
                  <a:pt x="67701" y="289462"/>
                </a:lnTo>
                <a:lnTo>
                  <a:pt x="68581" y="288674"/>
                </a:lnTo>
                <a:lnTo>
                  <a:pt x="96716" y="287298"/>
                </a:lnTo>
                <a:lnTo>
                  <a:pt x="96716" y="287200"/>
                </a:lnTo>
                <a:lnTo>
                  <a:pt x="125731" y="285920"/>
                </a:lnTo>
                <a:lnTo>
                  <a:pt x="125731" y="279071"/>
                </a:lnTo>
                <a:lnTo>
                  <a:pt x="137161" y="278974"/>
                </a:lnTo>
                <a:lnTo>
                  <a:pt x="137161" y="277593"/>
                </a:lnTo>
                <a:lnTo>
                  <a:pt x="150877" y="277495"/>
                </a:lnTo>
                <a:lnTo>
                  <a:pt x="150877" y="273698"/>
                </a:lnTo>
                <a:lnTo>
                  <a:pt x="188596" y="273405"/>
                </a:lnTo>
                <a:lnTo>
                  <a:pt x="188596" y="261379"/>
                </a:lnTo>
                <a:lnTo>
                  <a:pt x="205742" y="261282"/>
                </a:lnTo>
                <a:lnTo>
                  <a:pt x="205742" y="259900"/>
                </a:lnTo>
                <a:lnTo>
                  <a:pt x="215539" y="259381"/>
                </a:lnTo>
                <a:lnTo>
                  <a:pt x="215539" y="258296"/>
                </a:lnTo>
                <a:lnTo>
                  <a:pt x="251462" y="257244"/>
                </a:lnTo>
                <a:lnTo>
                  <a:pt x="251462" y="246484"/>
                </a:lnTo>
                <a:lnTo>
                  <a:pt x="274322" y="245844"/>
                </a:lnTo>
                <a:lnTo>
                  <a:pt x="274322" y="244463"/>
                </a:lnTo>
                <a:lnTo>
                  <a:pt x="301754" y="243846"/>
                </a:lnTo>
                <a:lnTo>
                  <a:pt x="301754" y="240048"/>
                </a:lnTo>
                <a:lnTo>
                  <a:pt x="342903" y="238671"/>
                </a:lnTo>
                <a:lnTo>
                  <a:pt x="342903" y="237290"/>
                </a:lnTo>
                <a:lnTo>
                  <a:pt x="377193" y="236998"/>
                </a:lnTo>
                <a:lnTo>
                  <a:pt x="377193" y="200159"/>
                </a:lnTo>
                <a:lnTo>
                  <a:pt x="411483" y="199964"/>
                </a:lnTo>
                <a:lnTo>
                  <a:pt x="411483" y="198583"/>
                </a:lnTo>
                <a:lnTo>
                  <a:pt x="452632" y="197498"/>
                </a:lnTo>
                <a:lnTo>
                  <a:pt x="452632" y="195219"/>
                </a:lnTo>
                <a:lnTo>
                  <a:pt x="480064" y="195024"/>
                </a:lnTo>
                <a:lnTo>
                  <a:pt x="480064" y="193643"/>
                </a:lnTo>
                <a:lnTo>
                  <a:pt x="502924" y="193546"/>
                </a:lnTo>
                <a:lnTo>
                  <a:pt x="502924" y="182055"/>
                </a:lnTo>
                <a:lnTo>
                  <a:pt x="548644" y="180970"/>
                </a:lnTo>
                <a:lnTo>
                  <a:pt x="548644" y="179589"/>
                </a:lnTo>
                <a:lnTo>
                  <a:pt x="565789" y="179491"/>
                </a:lnTo>
                <a:lnTo>
                  <a:pt x="565789" y="171896"/>
                </a:lnTo>
                <a:lnTo>
                  <a:pt x="603509" y="171701"/>
                </a:lnTo>
                <a:lnTo>
                  <a:pt x="603509" y="167903"/>
                </a:lnTo>
                <a:lnTo>
                  <a:pt x="628655" y="167903"/>
                </a:lnTo>
                <a:lnTo>
                  <a:pt x="628655" y="164105"/>
                </a:lnTo>
                <a:lnTo>
                  <a:pt x="678947" y="163020"/>
                </a:lnTo>
                <a:lnTo>
                  <a:pt x="678947" y="162261"/>
                </a:lnTo>
                <a:lnTo>
                  <a:pt x="754386" y="161570"/>
                </a:lnTo>
                <a:lnTo>
                  <a:pt x="754386" y="43580"/>
                </a:lnTo>
                <a:lnTo>
                  <a:pt x="829825" y="42792"/>
                </a:lnTo>
                <a:lnTo>
                  <a:pt x="829825" y="42033"/>
                </a:lnTo>
                <a:lnTo>
                  <a:pt x="880117" y="41935"/>
                </a:lnTo>
                <a:lnTo>
                  <a:pt x="880117" y="39403"/>
                </a:lnTo>
                <a:lnTo>
                  <a:pt x="905263" y="38518"/>
                </a:lnTo>
                <a:lnTo>
                  <a:pt x="905263" y="36999"/>
                </a:lnTo>
                <a:lnTo>
                  <a:pt x="1131579" y="35627"/>
                </a:lnTo>
                <a:lnTo>
                  <a:pt x="1131579" y="33728"/>
                </a:lnTo>
                <a:lnTo>
                  <a:pt x="1257310" y="33630"/>
                </a:lnTo>
                <a:lnTo>
                  <a:pt x="1257310" y="31732"/>
                </a:lnTo>
                <a:lnTo>
                  <a:pt x="1320175" y="31634"/>
                </a:lnTo>
                <a:lnTo>
                  <a:pt x="1320175" y="29735"/>
                </a:lnTo>
                <a:lnTo>
                  <a:pt x="1357895" y="29638"/>
                </a:lnTo>
                <a:lnTo>
                  <a:pt x="1357895" y="28119"/>
                </a:lnTo>
                <a:lnTo>
                  <a:pt x="1508772" y="27802"/>
                </a:lnTo>
                <a:lnTo>
                  <a:pt x="1508772" y="13877"/>
                </a:lnTo>
                <a:lnTo>
                  <a:pt x="1760234" y="13585"/>
                </a:lnTo>
                <a:lnTo>
                  <a:pt x="1760234" y="9787"/>
                </a:lnTo>
                <a:lnTo>
                  <a:pt x="1885965" y="9689"/>
                </a:lnTo>
                <a:lnTo>
                  <a:pt x="1885965" y="7790"/>
                </a:lnTo>
                <a:lnTo>
                  <a:pt x="2263158" y="7596"/>
                </a:lnTo>
                <a:lnTo>
                  <a:pt x="2263158" y="0"/>
                </a:lnTo>
                <a:lnTo>
                  <a:pt x="2263158" y="0"/>
                </a:lnTo>
              </a:path>
            </a:pathLst>
          </a:custGeom>
          <a:noFill/>
          <a:ln w="22860">
            <a:solidFill>
              <a:srgbClr val="00878B"/>
            </a:solidFill>
            <a:prstDash val="solid"/>
          </a:ln>
        </p:spPr>
      </p:sp>
      <p:sp>
        <p:nvSpPr>
          <p:cNvPr id="1359" name="03_assume_matched_6656">
            <a:extLst>
              <a:ext uri="{FF2B5EF4-FFF2-40B4-BE49-F238E27FC236}">
                <a16:creationId xmlns:a16="http://schemas.microsoft.com/office/drawing/2014/main" id="{1C5C4487-1D25-462F-9667-3FAA4D9AAB88}"/>
              </a:ext>
            </a:extLst>
          </p:cNvPr>
          <p:cNvSpPr>
            <a:spLocks noGrp="1"/>
          </p:cNvSpPr>
          <p:nvPr/>
        </p:nvSpPr>
        <p:spPr>
          <a:xfrm>
            <a:off x="3864021" y="2842679"/>
            <a:ext cx="2263158" cy="292435"/>
          </a:xfrm>
          <a:custGeom>
            <a:avLst/>
            <a:gdLst/>
            <a:ahLst/>
            <a:cxnLst/>
            <a:rect l="0" t="0" r="0" b="0"/>
            <a:pathLst>
              <a:path w="2263158" h="292435">
                <a:moveTo>
                  <a:pt x="0" y="292435"/>
                </a:moveTo>
                <a:lnTo>
                  <a:pt x="754386" y="292435"/>
                </a:lnTo>
                <a:lnTo>
                  <a:pt x="754386" y="162464"/>
                </a:lnTo>
                <a:lnTo>
                  <a:pt x="1131579" y="162464"/>
                </a:lnTo>
                <a:lnTo>
                  <a:pt x="1131579" y="146217"/>
                </a:lnTo>
                <a:lnTo>
                  <a:pt x="1508772" y="146217"/>
                </a:lnTo>
                <a:lnTo>
                  <a:pt x="1508772" y="97478"/>
                </a:lnTo>
                <a:lnTo>
                  <a:pt x="2263158" y="97478"/>
                </a:lnTo>
                <a:lnTo>
                  <a:pt x="2263158" y="0"/>
                </a:lnTo>
                <a:lnTo>
                  <a:pt x="2263158" y="0"/>
                </a:lnTo>
              </a:path>
            </a:pathLst>
          </a:custGeom>
          <a:noFill/>
          <a:ln w="13335">
            <a:solidFill>
              <a:srgbClr val="3A64C8"/>
            </a:solidFill>
            <a:prstDash val="solid"/>
          </a:ln>
        </p:spPr>
      </p:sp>
      <p:sp>
        <p:nvSpPr>
          <p:cNvPr id="1360" name="03_assume_matched_6657">
            <a:extLst>
              <a:ext uri="{FF2B5EF4-FFF2-40B4-BE49-F238E27FC236}">
                <a16:creationId xmlns:a16="http://schemas.microsoft.com/office/drawing/2014/main" id="{E70C7A49-6CDA-460B-99C7-102A328229E6}"/>
              </a:ext>
            </a:extLst>
          </p:cNvPr>
          <p:cNvSpPr>
            <a:spLocks noGrp="1"/>
          </p:cNvSpPr>
          <p:nvPr/>
        </p:nvSpPr>
        <p:spPr>
          <a:xfrm>
            <a:off x="4219624" y="3021405"/>
            <a:ext cx="43180" cy="43180"/>
          </a:xfrm>
          <a:prstGeom prst="ellipse">
            <a:avLst/>
          </a:prstGeom>
          <a:solidFill>
            <a:srgbClr val="00878B"/>
          </a:solidFill>
          <a:ln w="4445">
            <a:solidFill>
              <a:srgbClr val="FFFFFF"/>
            </a:solidFill>
            <a:prstDash val="solid"/>
          </a:ln>
        </p:spPr>
      </p:sp>
      <p:sp>
        <p:nvSpPr>
          <p:cNvPr id="1361" name="03_assume_matched_6658">
            <a:extLst>
              <a:ext uri="{FF2B5EF4-FFF2-40B4-BE49-F238E27FC236}">
                <a16:creationId xmlns:a16="http://schemas.microsoft.com/office/drawing/2014/main" id="{FB8CCAD7-48C9-4380-A016-6A95E9D24B94}"/>
              </a:ext>
            </a:extLst>
          </p:cNvPr>
          <p:cNvSpPr>
            <a:spLocks noGrp="1"/>
          </p:cNvSpPr>
          <p:nvPr/>
        </p:nvSpPr>
        <p:spPr>
          <a:xfrm>
            <a:off x="4596817" y="2864827"/>
            <a:ext cx="43180" cy="43180"/>
          </a:xfrm>
          <a:prstGeom prst="ellipse">
            <a:avLst/>
          </a:prstGeom>
          <a:solidFill>
            <a:srgbClr val="00878B"/>
          </a:solidFill>
          <a:ln w="4445">
            <a:solidFill>
              <a:srgbClr val="FFFFFF"/>
            </a:solidFill>
            <a:prstDash val="solid"/>
          </a:ln>
        </p:spPr>
      </p:sp>
      <p:sp>
        <p:nvSpPr>
          <p:cNvPr id="1362" name="03_assume_matched_6659">
            <a:extLst>
              <a:ext uri="{FF2B5EF4-FFF2-40B4-BE49-F238E27FC236}">
                <a16:creationId xmlns:a16="http://schemas.microsoft.com/office/drawing/2014/main" id="{F648A407-5135-49D9-8C5F-B1541D07611A}"/>
              </a:ext>
            </a:extLst>
          </p:cNvPr>
          <p:cNvSpPr>
            <a:spLocks noGrp="1"/>
          </p:cNvSpPr>
          <p:nvPr/>
        </p:nvSpPr>
        <p:spPr>
          <a:xfrm>
            <a:off x="5351203" y="2835124"/>
            <a:ext cx="43180" cy="43180"/>
          </a:xfrm>
          <a:prstGeom prst="ellipse">
            <a:avLst/>
          </a:prstGeom>
          <a:solidFill>
            <a:srgbClr val="00878B"/>
          </a:solidFill>
          <a:ln w="4445">
            <a:solidFill>
              <a:srgbClr val="FFFFFF"/>
            </a:solidFill>
            <a:prstDash val="solid"/>
          </a:ln>
        </p:spPr>
      </p:sp>
      <p:sp>
        <p:nvSpPr>
          <p:cNvPr id="1363" name="03_assume_matched_6660">
            <a:extLst>
              <a:ext uri="{FF2B5EF4-FFF2-40B4-BE49-F238E27FC236}">
                <a16:creationId xmlns:a16="http://schemas.microsoft.com/office/drawing/2014/main" id="{C9F63D5A-F331-4C12-BE17-104FF8BEF162}"/>
              </a:ext>
            </a:extLst>
          </p:cNvPr>
          <p:cNvSpPr>
            <a:spLocks noGrp="1"/>
          </p:cNvSpPr>
          <p:nvPr/>
        </p:nvSpPr>
        <p:spPr>
          <a:xfrm>
            <a:off x="6105589" y="2821247"/>
            <a:ext cx="43180" cy="43180"/>
          </a:xfrm>
          <a:prstGeom prst="ellipse">
            <a:avLst/>
          </a:prstGeom>
          <a:solidFill>
            <a:srgbClr val="00878B"/>
          </a:solidFill>
          <a:ln w="4445">
            <a:solidFill>
              <a:srgbClr val="FFFFFF"/>
            </a:solidFill>
            <a:prstDash val="solid"/>
          </a:ln>
        </p:spPr>
      </p:sp>
      <p:sp>
        <p:nvSpPr>
          <p:cNvPr id="1364" name="03_assume_matched_6661">
            <a:extLst>
              <a:ext uri="{FF2B5EF4-FFF2-40B4-BE49-F238E27FC236}">
                <a16:creationId xmlns:a16="http://schemas.microsoft.com/office/drawing/2014/main" id="{9FD4E62C-F363-4A05-B086-51863716675D}"/>
              </a:ext>
            </a:extLst>
          </p:cNvPr>
          <p:cNvSpPr>
            <a:spLocks noGrp="1"/>
          </p:cNvSpPr>
          <p:nvPr/>
        </p:nvSpPr>
        <p:spPr>
          <a:xfrm>
            <a:off x="4205293" y="309919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365" name="03_assume_matched_6662">
            <a:extLst>
              <a:ext uri="{FF2B5EF4-FFF2-40B4-BE49-F238E27FC236}">
                <a16:creationId xmlns:a16="http://schemas.microsoft.com/office/drawing/2014/main" id="{FB140175-3FCD-44C8-B6E9-4C258AB591B8}"/>
              </a:ext>
            </a:extLst>
          </p:cNvPr>
          <p:cNvSpPr>
            <a:spLocks noGrp="1"/>
          </p:cNvSpPr>
          <p:nvPr/>
        </p:nvSpPr>
        <p:spPr>
          <a:xfrm>
            <a:off x="4582486" y="2969221"/>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366" name="03_assume_matched_6663">
            <a:extLst>
              <a:ext uri="{FF2B5EF4-FFF2-40B4-BE49-F238E27FC236}">
                <a16:creationId xmlns:a16="http://schemas.microsoft.com/office/drawing/2014/main" id="{0BB95C47-5F79-49FD-A71B-F3F131D93B1E}"/>
              </a:ext>
            </a:extLst>
          </p:cNvPr>
          <p:cNvSpPr>
            <a:spLocks noGrp="1"/>
          </p:cNvSpPr>
          <p:nvPr/>
        </p:nvSpPr>
        <p:spPr>
          <a:xfrm>
            <a:off x="5336872" y="290423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367" name="03_assume_matched_6664">
            <a:extLst>
              <a:ext uri="{FF2B5EF4-FFF2-40B4-BE49-F238E27FC236}">
                <a16:creationId xmlns:a16="http://schemas.microsoft.com/office/drawing/2014/main" id="{675626E5-E2DB-44A6-92CA-370265F48611}"/>
              </a:ext>
            </a:extLst>
          </p:cNvPr>
          <p:cNvSpPr>
            <a:spLocks noGrp="1"/>
          </p:cNvSpPr>
          <p:nvPr/>
        </p:nvSpPr>
        <p:spPr>
          <a:xfrm>
            <a:off x="6091258" y="2806758"/>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368" name="03_assume_matched_6665">
            <a:extLst>
              <a:ext uri="{FF2B5EF4-FFF2-40B4-BE49-F238E27FC236}">
                <a16:creationId xmlns:a16="http://schemas.microsoft.com/office/drawing/2014/main" id="{0CED9DFE-E8AD-474B-8AEB-AEFFD69A0D05}"/>
              </a:ext>
            </a:extLst>
          </p:cNvPr>
          <p:cNvSpPr>
            <a:spLocks noGrp="1"/>
          </p:cNvSpPr>
          <p:nvPr/>
        </p:nvSpPr>
        <p:spPr>
          <a:xfrm>
            <a:off x="712800" y="3679042"/>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1369" name="03_assume_matched_6666">
            <a:extLst>
              <a:ext uri="{FF2B5EF4-FFF2-40B4-BE49-F238E27FC236}">
                <a16:creationId xmlns:a16="http://schemas.microsoft.com/office/drawing/2014/main" id="{32A8ED14-12B5-4001-92D7-2A4922298886}"/>
              </a:ext>
            </a:extLst>
          </p:cNvPr>
          <p:cNvSpPr>
            <a:spLocks noGrp="1"/>
          </p:cNvSpPr>
          <p:nvPr/>
        </p:nvSpPr>
        <p:spPr>
          <a:xfrm>
            <a:off x="1014554" y="3708285"/>
            <a:ext cx="196140" cy="584869"/>
          </a:xfrm>
          <a:custGeom>
            <a:avLst/>
            <a:gdLst/>
            <a:ahLst/>
            <a:cxnLst/>
            <a:rect l="0" t="0" r="0" b="0"/>
            <a:pathLst>
              <a:path w="196140" h="584869">
                <a:moveTo>
                  <a:pt x="196140" y="584869"/>
                </a:moveTo>
                <a:lnTo>
                  <a:pt x="0" y="584869"/>
                </a:lnTo>
                <a:lnTo>
                  <a:pt x="1064" y="579995"/>
                </a:lnTo>
                <a:lnTo>
                  <a:pt x="4183" y="575121"/>
                </a:lnTo>
                <a:lnTo>
                  <a:pt x="9151" y="570247"/>
                </a:lnTo>
                <a:lnTo>
                  <a:pt x="15649" y="565373"/>
                </a:lnTo>
                <a:lnTo>
                  <a:pt x="23280" y="560500"/>
                </a:lnTo>
                <a:lnTo>
                  <a:pt x="31608" y="555626"/>
                </a:lnTo>
                <a:lnTo>
                  <a:pt x="40200" y="550752"/>
                </a:lnTo>
                <a:lnTo>
                  <a:pt x="48658" y="545878"/>
                </a:lnTo>
                <a:lnTo>
                  <a:pt x="56653" y="541004"/>
                </a:lnTo>
                <a:lnTo>
                  <a:pt x="63936" y="536130"/>
                </a:lnTo>
                <a:lnTo>
                  <a:pt x="70343" y="531256"/>
                </a:lnTo>
                <a:lnTo>
                  <a:pt x="75797" y="526382"/>
                </a:lnTo>
                <a:lnTo>
                  <a:pt x="80287" y="521508"/>
                </a:lnTo>
                <a:lnTo>
                  <a:pt x="83860" y="516634"/>
                </a:lnTo>
                <a:lnTo>
                  <a:pt x="86600" y="511760"/>
                </a:lnTo>
                <a:lnTo>
                  <a:pt x="88611" y="506887"/>
                </a:lnTo>
                <a:lnTo>
                  <a:pt x="90007" y="502013"/>
                </a:lnTo>
                <a:lnTo>
                  <a:pt x="90896" y="497139"/>
                </a:lnTo>
                <a:lnTo>
                  <a:pt x="91381" y="492265"/>
                </a:lnTo>
                <a:lnTo>
                  <a:pt x="91550" y="487391"/>
                </a:lnTo>
                <a:lnTo>
                  <a:pt x="91478" y="482517"/>
                </a:lnTo>
                <a:lnTo>
                  <a:pt x="91228" y="477643"/>
                </a:lnTo>
                <a:lnTo>
                  <a:pt x="90856" y="472769"/>
                </a:lnTo>
                <a:lnTo>
                  <a:pt x="90407" y="467895"/>
                </a:lnTo>
                <a:lnTo>
                  <a:pt x="89922" y="463021"/>
                </a:lnTo>
                <a:lnTo>
                  <a:pt x="89437" y="458147"/>
                </a:lnTo>
                <a:lnTo>
                  <a:pt x="88983" y="453274"/>
                </a:lnTo>
                <a:lnTo>
                  <a:pt x="88588" y="448400"/>
                </a:lnTo>
                <a:lnTo>
                  <a:pt x="88274" y="443526"/>
                </a:lnTo>
                <a:lnTo>
                  <a:pt x="88056" y="438652"/>
                </a:lnTo>
                <a:lnTo>
                  <a:pt x="87944" y="433778"/>
                </a:lnTo>
                <a:lnTo>
                  <a:pt x="87940" y="428904"/>
                </a:lnTo>
                <a:lnTo>
                  <a:pt x="88039" y="424030"/>
                </a:lnTo>
                <a:lnTo>
                  <a:pt x="88230" y="419156"/>
                </a:lnTo>
                <a:lnTo>
                  <a:pt x="88499" y="414282"/>
                </a:lnTo>
                <a:lnTo>
                  <a:pt x="88826" y="409408"/>
                </a:lnTo>
                <a:lnTo>
                  <a:pt x="89193" y="404534"/>
                </a:lnTo>
                <a:lnTo>
                  <a:pt x="89577" y="399661"/>
                </a:lnTo>
                <a:lnTo>
                  <a:pt x="89960" y="394787"/>
                </a:lnTo>
                <a:lnTo>
                  <a:pt x="90322" y="389913"/>
                </a:lnTo>
                <a:lnTo>
                  <a:pt x="90646" y="385039"/>
                </a:lnTo>
                <a:lnTo>
                  <a:pt x="90912" y="380165"/>
                </a:lnTo>
                <a:lnTo>
                  <a:pt x="91105" y="375291"/>
                </a:lnTo>
                <a:lnTo>
                  <a:pt x="91205" y="370417"/>
                </a:lnTo>
                <a:lnTo>
                  <a:pt x="91196" y="365543"/>
                </a:lnTo>
                <a:lnTo>
                  <a:pt x="91061" y="360669"/>
                </a:lnTo>
                <a:lnTo>
                  <a:pt x="90786" y="355795"/>
                </a:lnTo>
                <a:lnTo>
                  <a:pt x="90358" y="350921"/>
                </a:lnTo>
                <a:lnTo>
                  <a:pt x="89773" y="346048"/>
                </a:lnTo>
                <a:lnTo>
                  <a:pt x="89035" y="341174"/>
                </a:lnTo>
                <a:lnTo>
                  <a:pt x="88158" y="336300"/>
                </a:lnTo>
                <a:lnTo>
                  <a:pt x="87172" y="331426"/>
                </a:lnTo>
                <a:lnTo>
                  <a:pt x="86115" y="326552"/>
                </a:lnTo>
                <a:lnTo>
                  <a:pt x="85041" y="321678"/>
                </a:lnTo>
                <a:lnTo>
                  <a:pt x="84012" y="316804"/>
                </a:lnTo>
                <a:lnTo>
                  <a:pt x="83096" y="311930"/>
                </a:lnTo>
                <a:lnTo>
                  <a:pt x="82359" y="307056"/>
                </a:lnTo>
                <a:lnTo>
                  <a:pt x="81862" y="302182"/>
                </a:lnTo>
                <a:lnTo>
                  <a:pt x="81650" y="297308"/>
                </a:lnTo>
                <a:lnTo>
                  <a:pt x="81752" y="292435"/>
                </a:lnTo>
                <a:lnTo>
                  <a:pt x="82175" y="287561"/>
                </a:lnTo>
                <a:lnTo>
                  <a:pt x="82902" y="282687"/>
                </a:lnTo>
                <a:lnTo>
                  <a:pt x="83899" y="277813"/>
                </a:lnTo>
                <a:lnTo>
                  <a:pt x="85111" y="272939"/>
                </a:lnTo>
                <a:lnTo>
                  <a:pt x="86474" y="268065"/>
                </a:lnTo>
                <a:lnTo>
                  <a:pt x="87919" y="263191"/>
                </a:lnTo>
                <a:lnTo>
                  <a:pt x="89379" y="258317"/>
                </a:lnTo>
                <a:lnTo>
                  <a:pt x="90792" y="253443"/>
                </a:lnTo>
                <a:lnTo>
                  <a:pt x="92111" y="248569"/>
                </a:lnTo>
                <a:lnTo>
                  <a:pt x="93299" y="243695"/>
                </a:lnTo>
                <a:lnTo>
                  <a:pt x="94335" y="238822"/>
                </a:lnTo>
                <a:lnTo>
                  <a:pt x="95212" y="233948"/>
                </a:lnTo>
                <a:lnTo>
                  <a:pt x="95932" y="229074"/>
                </a:lnTo>
                <a:lnTo>
                  <a:pt x="96506" y="224200"/>
                </a:lnTo>
                <a:lnTo>
                  <a:pt x="96952" y="219326"/>
                </a:lnTo>
                <a:lnTo>
                  <a:pt x="97289" y="214452"/>
                </a:lnTo>
                <a:lnTo>
                  <a:pt x="97536" y="209578"/>
                </a:lnTo>
                <a:lnTo>
                  <a:pt x="97714" y="204704"/>
                </a:lnTo>
                <a:lnTo>
                  <a:pt x="97838" y="199830"/>
                </a:lnTo>
                <a:lnTo>
                  <a:pt x="97922" y="194956"/>
                </a:lnTo>
                <a:lnTo>
                  <a:pt x="97978" y="190082"/>
                </a:lnTo>
                <a:lnTo>
                  <a:pt x="98014" y="185209"/>
                </a:lnTo>
                <a:lnTo>
                  <a:pt x="98037" y="180335"/>
                </a:lnTo>
                <a:lnTo>
                  <a:pt x="98051" y="175461"/>
                </a:lnTo>
                <a:lnTo>
                  <a:pt x="98059" y="170587"/>
                </a:lnTo>
                <a:lnTo>
                  <a:pt x="98064" y="165713"/>
                </a:lnTo>
                <a:lnTo>
                  <a:pt x="98067" y="160839"/>
                </a:lnTo>
                <a:lnTo>
                  <a:pt x="98068" y="155965"/>
                </a:lnTo>
                <a:lnTo>
                  <a:pt x="98069"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1" y="146217"/>
                </a:lnTo>
                <a:lnTo>
                  <a:pt x="98071" y="151091"/>
                </a:lnTo>
                <a:lnTo>
                  <a:pt x="98072" y="155965"/>
                </a:lnTo>
                <a:lnTo>
                  <a:pt x="98074" y="160839"/>
                </a:lnTo>
                <a:lnTo>
                  <a:pt x="98076" y="165713"/>
                </a:lnTo>
                <a:lnTo>
                  <a:pt x="98081" y="170587"/>
                </a:lnTo>
                <a:lnTo>
                  <a:pt x="98090" y="175461"/>
                </a:lnTo>
                <a:lnTo>
                  <a:pt x="98104" y="180335"/>
                </a:lnTo>
                <a:lnTo>
                  <a:pt x="98127" y="185209"/>
                </a:lnTo>
                <a:lnTo>
                  <a:pt x="98163" y="190082"/>
                </a:lnTo>
                <a:lnTo>
                  <a:pt x="98219" y="194956"/>
                </a:lnTo>
                <a:lnTo>
                  <a:pt x="98303" y="199830"/>
                </a:lnTo>
                <a:lnTo>
                  <a:pt x="98427" y="204704"/>
                </a:lnTo>
                <a:lnTo>
                  <a:pt x="98604" y="209578"/>
                </a:lnTo>
                <a:lnTo>
                  <a:pt x="98852" y="214452"/>
                </a:lnTo>
                <a:lnTo>
                  <a:pt x="99188" y="219326"/>
                </a:lnTo>
                <a:lnTo>
                  <a:pt x="99634" y="224200"/>
                </a:lnTo>
                <a:lnTo>
                  <a:pt x="100208" y="229074"/>
                </a:lnTo>
                <a:lnTo>
                  <a:pt x="100928" y="233948"/>
                </a:lnTo>
                <a:lnTo>
                  <a:pt x="101805" y="238822"/>
                </a:lnTo>
                <a:lnTo>
                  <a:pt x="102841" y="243695"/>
                </a:lnTo>
                <a:lnTo>
                  <a:pt x="104029" y="248569"/>
                </a:lnTo>
                <a:lnTo>
                  <a:pt x="105348" y="253443"/>
                </a:lnTo>
                <a:lnTo>
                  <a:pt x="106762" y="258317"/>
                </a:lnTo>
                <a:lnTo>
                  <a:pt x="108221" y="263191"/>
                </a:lnTo>
                <a:lnTo>
                  <a:pt x="109666" y="268065"/>
                </a:lnTo>
                <a:lnTo>
                  <a:pt x="111030" y="272939"/>
                </a:lnTo>
                <a:lnTo>
                  <a:pt x="112242" y="277813"/>
                </a:lnTo>
                <a:lnTo>
                  <a:pt x="113238" y="282687"/>
                </a:lnTo>
                <a:lnTo>
                  <a:pt x="113966" y="287561"/>
                </a:lnTo>
                <a:lnTo>
                  <a:pt x="114388" y="292435"/>
                </a:lnTo>
                <a:lnTo>
                  <a:pt x="114490" y="297308"/>
                </a:lnTo>
                <a:lnTo>
                  <a:pt x="114279" y="302182"/>
                </a:lnTo>
                <a:lnTo>
                  <a:pt x="113781" y="307056"/>
                </a:lnTo>
                <a:lnTo>
                  <a:pt x="113044" y="311930"/>
                </a:lnTo>
                <a:lnTo>
                  <a:pt x="112128" y="316804"/>
                </a:lnTo>
                <a:lnTo>
                  <a:pt x="111100" y="321678"/>
                </a:lnTo>
                <a:lnTo>
                  <a:pt x="110026" y="326552"/>
                </a:lnTo>
                <a:lnTo>
                  <a:pt x="108969" y="331426"/>
                </a:lnTo>
                <a:lnTo>
                  <a:pt x="107982" y="336300"/>
                </a:lnTo>
                <a:lnTo>
                  <a:pt x="107106" y="341174"/>
                </a:lnTo>
                <a:lnTo>
                  <a:pt x="106368" y="346048"/>
                </a:lnTo>
                <a:lnTo>
                  <a:pt x="105783" y="350921"/>
                </a:lnTo>
                <a:lnTo>
                  <a:pt x="105355" y="355795"/>
                </a:lnTo>
                <a:lnTo>
                  <a:pt x="105079" y="360669"/>
                </a:lnTo>
                <a:lnTo>
                  <a:pt x="104944" y="365543"/>
                </a:lnTo>
                <a:lnTo>
                  <a:pt x="104935" y="370417"/>
                </a:lnTo>
                <a:lnTo>
                  <a:pt x="105036" y="375291"/>
                </a:lnTo>
                <a:lnTo>
                  <a:pt x="105228" y="380165"/>
                </a:lnTo>
                <a:lnTo>
                  <a:pt x="105495" y="385039"/>
                </a:lnTo>
                <a:lnTo>
                  <a:pt x="105818" y="389913"/>
                </a:lnTo>
                <a:lnTo>
                  <a:pt x="106180" y="394787"/>
                </a:lnTo>
                <a:lnTo>
                  <a:pt x="106563" y="399661"/>
                </a:lnTo>
                <a:lnTo>
                  <a:pt x="106948" y="404534"/>
                </a:lnTo>
                <a:lnTo>
                  <a:pt x="107314" y="409408"/>
                </a:lnTo>
                <a:lnTo>
                  <a:pt x="107641" y="414282"/>
                </a:lnTo>
                <a:lnTo>
                  <a:pt x="107910" y="419156"/>
                </a:lnTo>
                <a:lnTo>
                  <a:pt x="108101" y="424030"/>
                </a:lnTo>
                <a:lnTo>
                  <a:pt x="108200" y="428904"/>
                </a:lnTo>
                <a:lnTo>
                  <a:pt x="108196" y="433778"/>
                </a:lnTo>
                <a:lnTo>
                  <a:pt x="108084" y="438652"/>
                </a:lnTo>
                <a:lnTo>
                  <a:pt x="107866" y="443526"/>
                </a:lnTo>
                <a:lnTo>
                  <a:pt x="107552" y="448400"/>
                </a:lnTo>
                <a:lnTo>
                  <a:pt x="107157" y="453274"/>
                </a:lnTo>
                <a:lnTo>
                  <a:pt x="106703" y="458147"/>
                </a:lnTo>
                <a:lnTo>
                  <a:pt x="106218" y="463021"/>
                </a:lnTo>
                <a:lnTo>
                  <a:pt x="105733" y="467895"/>
                </a:lnTo>
                <a:lnTo>
                  <a:pt x="105284" y="472769"/>
                </a:lnTo>
                <a:lnTo>
                  <a:pt x="104912" y="477643"/>
                </a:lnTo>
                <a:lnTo>
                  <a:pt x="104663" y="482517"/>
                </a:lnTo>
                <a:lnTo>
                  <a:pt x="104590" y="487391"/>
                </a:lnTo>
                <a:lnTo>
                  <a:pt x="104759" y="492265"/>
                </a:lnTo>
                <a:lnTo>
                  <a:pt x="105244" y="497139"/>
                </a:lnTo>
                <a:lnTo>
                  <a:pt x="106134" y="502013"/>
                </a:lnTo>
                <a:lnTo>
                  <a:pt x="107529" y="506887"/>
                </a:lnTo>
                <a:lnTo>
                  <a:pt x="109541" y="511760"/>
                </a:lnTo>
                <a:lnTo>
                  <a:pt x="112281" y="516634"/>
                </a:lnTo>
                <a:lnTo>
                  <a:pt x="115854" y="521508"/>
                </a:lnTo>
                <a:lnTo>
                  <a:pt x="120344" y="526382"/>
                </a:lnTo>
                <a:lnTo>
                  <a:pt x="125797" y="531256"/>
                </a:lnTo>
                <a:lnTo>
                  <a:pt x="132205" y="536130"/>
                </a:lnTo>
                <a:lnTo>
                  <a:pt x="139487" y="541004"/>
                </a:lnTo>
                <a:lnTo>
                  <a:pt x="147482" y="545878"/>
                </a:lnTo>
                <a:lnTo>
                  <a:pt x="155941" y="550752"/>
                </a:lnTo>
                <a:lnTo>
                  <a:pt x="164532" y="555626"/>
                </a:lnTo>
                <a:lnTo>
                  <a:pt x="172860" y="560500"/>
                </a:lnTo>
                <a:lnTo>
                  <a:pt x="180491" y="565373"/>
                </a:lnTo>
                <a:lnTo>
                  <a:pt x="186990" y="570247"/>
                </a:lnTo>
                <a:lnTo>
                  <a:pt x="191958" y="575121"/>
                </a:lnTo>
                <a:lnTo>
                  <a:pt x="195077"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1370" name="03_assume_matched_6667">
            <a:extLst>
              <a:ext uri="{FF2B5EF4-FFF2-40B4-BE49-F238E27FC236}">
                <a16:creationId xmlns:a16="http://schemas.microsoft.com/office/drawing/2014/main" id="{5BCBD0B6-1385-47F7-AEA2-4143C045FB8B}"/>
              </a:ext>
            </a:extLst>
          </p:cNvPr>
          <p:cNvSpPr>
            <a:spLocks noGrp="1"/>
          </p:cNvSpPr>
          <p:nvPr/>
        </p:nvSpPr>
        <p:spPr>
          <a:xfrm>
            <a:off x="1391747" y="3708285"/>
            <a:ext cx="196140" cy="584869"/>
          </a:xfrm>
          <a:custGeom>
            <a:avLst/>
            <a:gdLst/>
            <a:ahLst/>
            <a:cxnLst/>
            <a:rect l="0" t="0" r="0" b="0"/>
            <a:pathLst>
              <a:path w="196140" h="584869">
                <a:moveTo>
                  <a:pt x="196140" y="584869"/>
                </a:moveTo>
                <a:lnTo>
                  <a:pt x="0" y="584869"/>
                </a:lnTo>
                <a:lnTo>
                  <a:pt x="1066" y="579995"/>
                </a:lnTo>
                <a:lnTo>
                  <a:pt x="4190" y="575121"/>
                </a:lnTo>
                <a:lnTo>
                  <a:pt x="9165" y="570247"/>
                </a:lnTo>
                <a:lnTo>
                  <a:pt x="15670" y="565373"/>
                </a:lnTo>
                <a:lnTo>
                  <a:pt x="23304" y="560500"/>
                </a:lnTo>
                <a:lnTo>
                  <a:pt x="31627" y="555626"/>
                </a:lnTo>
                <a:lnTo>
                  <a:pt x="40202" y="550752"/>
                </a:lnTo>
                <a:lnTo>
                  <a:pt x="48631" y="545878"/>
                </a:lnTo>
                <a:lnTo>
                  <a:pt x="56579" y="541004"/>
                </a:lnTo>
                <a:lnTo>
                  <a:pt x="63797" y="536130"/>
                </a:lnTo>
                <a:lnTo>
                  <a:pt x="70123" y="531256"/>
                </a:lnTo>
                <a:lnTo>
                  <a:pt x="75476" y="526382"/>
                </a:lnTo>
                <a:lnTo>
                  <a:pt x="79853" y="521508"/>
                </a:lnTo>
                <a:lnTo>
                  <a:pt x="83301" y="516634"/>
                </a:lnTo>
                <a:lnTo>
                  <a:pt x="85910" y="511760"/>
                </a:lnTo>
                <a:lnTo>
                  <a:pt x="87789" y="506887"/>
                </a:lnTo>
                <a:lnTo>
                  <a:pt x="89057" y="502013"/>
                </a:lnTo>
                <a:lnTo>
                  <a:pt x="89829" y="497139"/>
                </a:lnTo>
                <a:lnTo>
                  <a:pt x="90212" y="492265"/>
                </a:lnTo>
                <a:lnTo>
                  <a:pt x="90298" y="487391"/>
                </a:lnTo>
                <a:lnTo>
                  <a:pt x="90167" y="482517"/>
                </a:lnTo>
                <a:lnTo>
                  <a:pt x="89884" y="477643"/>
                </a:lnTo>
                <a:lnTo>
                  <a:pt x="89507" y="472769"/>
                </a:lnTo>
                <a:lnTo>
                  <a:pt x="89080" y="467895"/>
                </a:lnTo>
                <a:lnTo>
                  <a:pt x="88645" y="463021"/>
                </a:lnTo>
                <a:lnTo>
                  <a:pt x="88236" y="458147"/>
                </a:lnTo>
                <a:lnTo>
                  <a:pt x="87881" y="453274"/>
                </a:lnTo>
                <a:lnTo>
                  <a:pt x="87606" y="448400"/>
                </a:lnTo>
                <a:lnTo>
                  <a:pt x="87430" y="443526"/>
                </a:lnTo>
                <a:lnTo>
                  <a:pt x="87363" y="438652"/>
                </a:lnTo>
                <a:lnTo>
                  <a:pt x="87414" y="433778"/>
                </a:lnTo>
                <a:lnTo>
                  <a:pt x="87581" y="428904"/>
                </a:lnTo>
                <a:lnTo>
                  <a:pt x="87859" y="424030"/>
                </a:lnTo>
                <a:lnTo>
                  <a:pt x="88236" y="419156"/>
                </a:lnTo>
                <a:lnTo>
                  <a:pt x="88698" y="414282"/>
                </a:lnTo>
                <a:lnTo>
                  <a:pt x="89227" y="409408"/>
                </a:lnTo>
                <a:lnTo>
                  <a:pt x="89807" y="404534"/>
                </a:lnTo>
                <a:lnTo>
                  <a:pt x="90419" y="399661"/>
                </a:lnTo>
                <a:lnTo>
                  <a:pt x="91046" y="394787"/>
                </a:lnTo>
                <a:lnTo>
                  <a:pt x="91671" y="389913"/>
                </a:lnTo>
                <a:lnTo>
                  <a:pt x="92277" y="385039"/>
                </a:lnTo>
                <a:lnTo>
                  <a:pt x="92847" y="380165"/>
                </a:lnTo>
                <a:lnTo>
                  <a:pt x="93363" y="375291"/>
                </a:lnTo>
                <a:lnTo>
                  <a:pt x="93807" y="370417"/>
                </a:lnTo>
                <a:lnTo>
                  <a:pt x="94159" y="365543"/>
                </a:lnTo>
                <a:lnTo>
                  <a:pt x="94403" y="360669"/>
                </a:lnTo>
                <a:lnTo>
                  <a:pt x="94520" y="355795"/>
                </a:lnTo>
                <a:lnTo>
                  <a:pt x="94498" y="350921"/>
                </a:lnTo>
                <a:lnTo>
                  <a:pt x="94331" y="346048"/>
                </a:lnTo>
                <a:lnTo>
                  <a:pt x="94017" y="341174"/>
                </a:lnTo>
                <a:lnTo>
                  <a:pt x="93566" y="336300"/>
                </a:lnTo>
                <a:lnTo>
                  <a:pt x="92997" y="331426"/>
                </a:lnTo>
                <a:lnTo>
                  <a:pt x="92338" y="326552"/>
                </a:lnTo>
                <a:lnTo>
                  <a:pt x="91626" y="321678"/>
                </a:lnTo>
                <a:lnTo>
                  <a:pt x="90908" y="316804"/>
                </a:lnTo>
                <a:lnTo>
                  <a:pt x="90232" y="311930"/>
                </a:lnTo>
                <a:lnTo>
                  <a:pt x="89645" y="307056"/>
                </a:lnTo>
                <a:lnTo>
                  <a:pt x="89194" y="302182"/>
                </a:lnTo>
                <a:lnTo>
                  <a:pt x="88912" y="297308"/>
                </a:lnTo>
                <a:lnTo>
                  <a:pt x="88825" y="292435"/>
                </a:lnTo>
                <a:lnTo>
                  <a:pt x="88942" y="287561"/>
                </a:lnTo>
                <a:lnTo>
                  <a:pt x="89256" y="282687"/>
                </a:lnTo>
                <a:lnTo>
                  <a:pt x="89749" y="277813"/>
                </a:lnTo>
                <a:lnTo>
                  <a:pt x="90390" y="272939"/>
                </a:lnTo>
                <a:lnTo>
                  <a:pt x="91138" y="268065"/>
                </a:lnTo>
                <a:lnTo>
                  <a:pt x="91949" y="263191"/>
                </a:lnTo>
                <a:lnTo>
                  <a:pt x="92779" y="258317"/>
                </a:lnTo>
                <a:lnTo>
                  <a:pt x="93588" y="253443"/>
                </a:lnTo>
                <a:lnTo>
                  <a:pt x="94339" y="248569"/>
                </a:lnTo>
                <a:lnTo>
                  <a:pt x="95007" y="243695"/>
                </a:lnTo>
                <a:lnTo>
                  <a:pt x="95572" y="238822"/>
                </a:lnTo>
                <a:lnTo>
                  <a:pt x="96023" y="233948"/>
                </a:lnTo>
                <a:lnTo>
                  <a:pt x="96358" y="229074"/>
                </a:lnTo>
                <a:lnTo>
                  <a:pt x="96578" y="224200"/>
                </a:lnTo>
                <a:lnTo>
                  <a:pt x="96690" y="219326"/>
                </a:lnTo>
                <a:lnTo>
                  <a:pt x="96706" y="214452"/>
                </a:lnTo>
                <a:lnTo>
                  <a:pt x="96637" y="209578"/>
                </a:lnTo>
                <a:lnTo>
                  <a:pt x="96499" y="204704"/>
                </a:lnTo>
                <a:lnTo>
                  <a:pt x="96309" y="199830"/>
                </a:lnTo>
                <a:lnTo>
                  <a:pt x="96085" y="194956"/>
                </a:lnTo>
                <a:lnTo>
                  <a:pt x="95845" y="190082"/>
                </a:lnTo>
                <a:lnTo>
                  <a:pt x="95608" y="185209"/>
                </a:lnTo>
                <a:lnTo>
                  <a:pt x="95392" y="180335"/>
                </a:lnTo>
                <a:lnTo>
                  <a:pt x="95215" y="175461"/>
                </a:lnTo>
                <a:lnTo>
                  <a:pt x="95088" y="170587"/>
                </a:lnTo>
                <a:lnTo>
                  <a:pt x="95022" y="165713"/>
                </a:lnTo>
                <a:lnTo>
                  <a:pt x="95022" y="160839"/>
                </a:lnTo>
                <a:lnTo>
                  <a:pt x="95087" y="155965"/>
                </a:lnTo>
                <a:lnTo>
                  <a:pt x="95213" y="151091"/>
                </a:lnTo>
                <a:lnTo>
                  <a:pt x="95391" y="146217"/>
                </a:lnTo>
                <a:lnTo>
                  <a:pt x="95606" y="141343"/>
                </a:lnTo>
                <a:lnTo>
                  <a:pt x="95843" y="136469"/>
                </a:lnTo>
                <a:lnTo>
                  <a:pt x="96084" y="131596"/>
                </a:lnTo>
                <a:lnTo>
                  <a:pt x="96311" y="126722"/>
                </a:lnTo>
                <a:lnTo>
                  <a:pt x="96506" y="121848"/>
                </a:lnTo>
                <a:lnTo>
                  <a:pt x="96650" y="116974"/>
                </a:lnTo>
                <a:lnTo>
                  <a:pt x="96723" y="112100"/>
                </a:lnTo>
                <a:lnTo>
                  <a:pt x="96704" y="107226"/>
                </a:lnTo>
                <a:lnTo>
                  <a:pt x="96567" y="102352"/>
                </a:lnTo>
                <a:lnTo>
                  <a:pt x="96281" y="97478"/>
                </a:lnTo>
                <a:lnTo>
                  <a:pt x="95806" y="92604"/>
                </a:lnTo>
                <a:lnTo>
                  <a:pt x="95091" y="87730"/>
                </a:lnTo>
                <a:lnTo>
                  <a:pt x="94075" y="82856"/>
                </a:lnTo>
                <a:lnTo>
                  <a:pt x="92683" y="77983"/>
                </a:lnTo>
                <a:lnTo>
                  <a:pt x="90834" y="73109"/>
                </a:lnTo>
                <a:lnTo>
                  <a:pt x="88439" y="68235"/>
                </a:lnTo>
                <a:lnTo>
                  <a:pt x="85415" y="63361"/>
                </a:lnTo>
                <a:lnTo>
                  <a:pt x="81695" y="58487"/>
                </a:lnTo>
                <a:lnTo>
                  <a:pt x="77238" y="53613"/>
                </a:lnTo>
                <a:lnTo>
                  <a:pt x="72047" y="48739"/>
                </a:lnTo>
                <a:lnTo>
                  <a:pt x="66180" y="43865"/>
                </a:lnTo>
                <a:lnTo>
                  <a:pt x="59761" y="38991"/>
                </a:lnTo>
                <a:lnTo>
                  <a:pt x="52985" y="34117"/>
                </a:lnTo>
                <a:lnTo>
                  <a:pt x="46110" y="29243"/>
                </a:lnTo>
                <a:lnTo>
                  <a:pt x="39449" y="24370"/>
                </a:lnTo>
                <a:lnTo>
                  <a:pt x="33348" y="19496"/>
                </a:lnTo>
                <a:lnTo>
                  <a:pt x="28153" y="14622"/>
                </a:lnTo>
                <a:lnTo>
                  <a:pt x="24182" y="9748"/>
                </a:lnTo>
                <a:lnTo>
                  <a:pt x="21688" y="4874"/>
                </a:lnTo>
                <a:lnTo>
                  <a:pt x="20838" y="0"/>
                </a:lnTo>
                <a:lnTo>
                  <a:pt x="175302" y="0"/>
                </a:lnTo>
                <a:lnTo>
                  <a:pt x="175302" y="0"/>
                </a:lnTo>
                <a:lnTo>
                  <a:pt x="174452" y="4874"/>
                </a:lnTo>
                <a:lnTo>
                  <a:pt x="171959" y="9748"/>
                </a:lnTo>
                <a:lnTo>
                  <a:pt x="167987" y="14622"/>
                </a:lnTo>
                <a:lnTo>
                  <a:pt x="162792" y="19496"/>
                </a:lnTo>
                <a:lnTo>
                  <a:pt x="156691" y="24370"/>
                </a:lnTo>
                <a:lnTo>
                  <a:pt x="150031" y="29243"/>
                </a:lnTo>
                <a:lnTo>
                  <a:pt x="143156" y="34117"/>
                </a:lnTo>
                <a:lnTo>
                  <a:pt x="136379" y="38991"/>
                </a:lnTo>
                <a:lnTo>
                  <a:pt x="129960" y="43865"/>
                </a:lnTo>
                <a:lnTo>
                  <a:pt x="124093" y="48739"/>
                </a:lnTo>
                <a:lnTo>
                  <a:pt x="118902" y="53613"/>
                </a:lnTo>
                <a:lnTo>
                  <a:pt x="114445" y="58487"/>
                </a:lnTo>
                <a:lnTo>
                  <a:pt x="110725" y="63361"/>
                </a:lnTo>
                <a:lnTo>
                  <a:pt x="107702" y="68235"/>
                </a:lnTo>
                <a:lnTo>
                  <a:pt x="105307" y="73109"/>
                </a:lnTo>
                <a:lnTo>
                  <a:pt x="103457" y="77983"/>
                </a:lnTo>
                <a:lnTo>
                  <a:pt x="102065" y="82856"/>
                </a:lnTo>
                <a:lnTo>
                  <a:pt x="101049" y="87730"/>
                </a:lnTo>
                <a:lnTo>
                  <a:pt x="100334" y="92604"/>
                </a:lnTo>
                <a:lnTo>
                  <a:pt x="99859" y="97478"/>
                </a:lnTo>
                <a:lnTo>
                  <a:pt x="99573" y="102352"/>
                </a:lnTo>
                <a:lnTo>
                  <a:pt x="99437" y="107226"/>
                </a:lnTo>
                <a:lnTo>
                  <a:pt x="99418" y="112100"/>
                </a:lnTo>
                <a:lnTo>
                  <a:pt x="99491" y="116974"/>
                </a:lnTo>
                <a:lnTo>
                  <a:pt x="99634" y="121848"/>
                </a:lnTo>
                <a:lnTo>
                  <a:pt x="99829" y="126722"/>
                </a:lnTo>
                <a:lnTo>
                  <a:pt x="100057" y="131596"/>
                </a:lnTo>
                <a:lnTo>
                  <a:pt x="100298" y="136469"/>
                </a:lnTo>
                <a:lnTo>
                  <a:pt x="100535" y="141343"/>
                </a:lnTo>
                <a:lnTo>
                  <a:pt x="100750" y="146217"/>
                </a:lnTo>
                <a:lnTo>
                  <a:pt x="100927" y="151091"/>
                </a:lnTo>
                <a:lnTo>
                  <a:pt x="101053" y="155965"/>
                </a:lnTo>
                <a:lnTo>
                  <a:pt x="101119" y="160839"/>
                </a:lnTo>
                <a:lnTo>
                  <a:pt x="101119" y="165713"/>
                </a:lnTo>
                <a:lnTo>
                  <a:pt x="101053" y="170587"/>
                </a:lnTo>
                <a:lnTo>
                  <a:pt x="100926" y="175461"/>
                </a:lnTo>
                <a:lnTo>
                  <a:pt x="100748" y="180335"/>
                </a:lnTo>
                <a:lnTo>
                  <a:pt x="100532" y="185209"/>
                </a:lnTo>
                <a:lnTo>
                  <a:pt x="100296" y="190082"/>
                </a:lnTo>
                <a:lnTo>
                  <a:pt x="100056" y="194956"/>
                </a:lnTo>
                <a:lnTo>
                  <a:pt x="99831" y="199830"/>
                </a:lnTo>
                <a:lnTo>
                  <a:pt x="99641" y="204704"/>
                </a:lnTo>
                <a:lnTo>
                  <a:pt x="99504" y="209578"/>
                </a:lnTo>
                <a:lnTo>
                  <a:pt x="99435" y="214452"/>
                </a:lnTo>
                <a:lnTo>
                  <a:pt x="99450" y="219326"/>
                </a:lnTo>
                <a:lnTo>
                  <a:pt x="99562" y="224200"/>
                </a:lnTo>
                <a:lnTo>
                  <a:pt x="99782" y="229074"/>
                </a:lnTo>
                <a:lnTo>
                  <a:pt x="100117" y="233948"/>
                </a:lnTo>
                <a:lnTo>
                  <a:pt x="100569" y="238822"/>
                </a:lnTo>
                <a:lnTo>
                  <a:pt x="101134" y="243695"/>
                </a:lnTo>
                <a:lnTo>
                  <a:pt x="101801" y="248569"/>
                </a:lnTo>
                <a:lnTo>
                  <a:pt x="102553" y="253443"/>
                </a:lnTo>
                <a:lnTo>
                  <a:pt x="103361" y="258317"/>
                </a:lnTo>
                <a:lnTo>
                  <a:pt x="104191" y="263191"/>
                </a:lnTo>
                <a:lnTo>
                  <a:pt x="105003" y="268065"/>
                </a:lnTo>
                <a:lnTo>
                  <a:pt x="105751" y="272939"/>
                </a:lnTo>
                <a:lnTo>
                  <a:pt x="106391" y="277813"/>
                </a:lnTo>
                <a:lnTo>
                  <a:pt x="106884" y="282687"/>
                </a:lnTo>
                <a:lnTo>
                  <a:pt x="107199" y="287561"/>
                </a:lnTo>
                <a:lnTo>
                  <a:pt x="107315" y="292435"/>
                </a:lnTo>
                <a:lnTo>
                  <a:pt x="107228" y="297308"/>
                </a:lnTo>
                <a:lnTo>
                  <a:pt x="106947" y="302182"/>
                </a:lnTo>
                <a:lnTo>
                  <a:pt x="106495" y="307056"/>
                </a:lnTo>
                <a:lnTo>
                  <a:pt x="105909" y="311930"/>
                </a:lnTo>
                <a:lnTo>
                  <a:pt x="105232" y="316804"/>
                </a:lnTo>
                <a:lnTo>
                  <a:pt x="104514" y="321678"/>
                </a:lnTo>
                <a:lnTo>
                  <a:pt x="103803" y="326552"/>
                </a:lnTo>
                <a:lnTo>
                  <a:pt x="103144" y="331426"/>
                </a:lnTo>
                <a:lnTo>
                  <a:pt x="102574" y="336300"/>
                </a:lnTo>
                <a:lnTo>
                  <a:pt x="102123" y="341174"/>
                </a:lnTo>
                <a:lnTo>
                  <a:pt x="101810" y="346048"/>
                </a:lnTo>
                <a:lnTo>
                  <a:pt x="101642" y="350921"/>
                </a:lnTo>
                <a:lnTo>
                  <a:pt x="101621" y="355795"/>
                </a:lnTo>
                <a:lnTo>
                  <a:pt x="101738" y="360669"/>
                </a:lnTo>
                <a:lnTo>
                  <a:pt x="101981" y="365543"/>
                </a:lnTo>
                <a:lnTo>
                  <a:pt x="102333" y="370417"/>
                </a:lnTo>
                <a:lnTo>
                  <a:pt x="102777" y="375291"/>
                </a:lnTo>
                <a:lnTo>
                  <a:pt x="103293" y="380165"/>
                </a:lnTo>
                <a:lnTo>
                  <a:pt x="103863" y="385039"/>
                </a:lnTo>
                <a:lnTo>
                  <a:pt x="104469" y="389913"/>
                </a:lnTo>
                <a:lnTo>
                  <a:pt x="105094" y="394787"/>
                </a:lnTo>
                <a:lnTo>
                  <a:pt x="105721" y="399661"/>
                </a:lnTo>
                <a:lnTo>
                  <a:pt x="106333" y="404534"/>
                </a:lnTo>
                <a:lnTo>
                  <a:pt x="106913" y="409408"/>
                </a:lnTo>
                <a:lnTo>
                  <a:pt x="107443" y="414282"/>
                </a:lnTo>
                <a:lnTo>
                  <a:pt x="107904" y="419156"/>
                </a:lnTo>
                <a:lnTo>
                  <a:pt x="108281" y="424030"/>
                </a:lnTo>
                <a:lnTo>
                  <a:pt x="108559" y="428904"/>
                </a:lnTo>
                <a:lnTo>
                  <a:pt x="108726" y="433778"/>
                </a:lnTo>
                <a:lnTo>
                  <a:pt x="108777" y="438652"/>
                </a:lnTo>
                <a:lnTo>
                  <a:pt x="108711" y="443526"/>
                </a:lnTo>
                <a:lnTo>
                  <a:pt x="108534" y="448400"/>
                </a:lnTo>
                <a:lnTo>
                  <a:pt x="108259" y="453274"/>
                </a:lnTo>
                <a:lnTo>
                  <a:pt x="107905" y="458147"/>
                </a:lnTo>
                <a:lnTo>
                  <a:pt x="107495" y="463021"/>
                </a:lnTo>
                <a:lnTo>
                  <a:pt x="107060" y="467895"/>
                </a:lnTo>
                <a:lnTo>
                  <a:pt x="106634" y="472769"/>
                </a:lnTo>
                <a:lnTo>
                  <a:pt x="106256" y="477643"/>
                </a:lnTo>
                <a:lnTo>
                  <a:pt x="105974" y="482517"/>
                </a:lnTo>
                <a:lnTo>
                  <a:pt x="105842" y="487391"/>
                </a:lnTo>
                <a:lnTo>
                  <a:pt x="105928" y="492265"/>
                </a:lnTo>
                <a:lnTo>
                  <a:pt x="106311" y="497139"/>
                </a:lnTo>
                <a:lnTo>
                  <a:pt x="107083" y="502013"/>
                </a:lnTo>
                <a:lnTo>
                  <a:pt x="108351" y="506887"/>
                </a:lnTo>
                <a:lnTo>
                  <a:pt x="110231" y="511760"/>
                </a:lnTo>
                <a:lnTo>
                  <a:pt x="112839" y="516634"/>
                </a:lnTo>
                <a:lnTo>
                  <a:pt x="116288" y="521508"/>
                </a:lnTo>
                <a:lnTo>
                  <a:pt x="120664" y="526382"/>
                </a:lnTo>
                <a:lnTo>
                  <a:pt x="126018" y="531256"/>
                </a:lnTo>
                <a:lnTo>
                  <a:pt x="132343" y="536130"/>
                </a:lnTo>
                <a:lnTo>
                  <a:pt x="139561" y="541004"/>
                </a:lnTo>
                <a:lnTo>
                  <a:pt x="147510" y="545878"/>
                </a:lnTo>
                <a:lnTo>
                  <a:pt x="155938" y="550752"/>
                </a:lnTo>
                <a:lnTo>
                  <a:pt x="164514" y="555626"/>
                </a:lnTo>
                <a:lnTo>
                  <a:pt x="172837" y="560500"/>
                </a:lnTo>
                <a:lnTo>
                  <a:pt x="180470" y="565373"/>
                </a:lnTo>
                <a:lnTo>
                  <a:pt x="186975" y="570247"/>
                </a:lnTo>
                <a:lnTo>
                  <a:pt x="191950" y="575121"/>
                </a:lnTo>
                <a:lnTo>
                  <a:pt x="195075"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1371" name="03_assume_matched_6668">
            <a:extLst>
              <a:ext uri="{FF2B5EF4-FFF2-40B4-BE49-F238E27FC236}">
                <a16:creationId xmlns:a16="http://schemas.microsoft.com/office/drawing/2014/main" id="{7CD49857-8CA4-4C94-B46C-446C3990FE20}"/>
              </a:ext>
            </a:extLst>
          </p:cNvPr>
          <p:cNvSpPr>
            <a:spLocks noGrp="1"/>
          </p:cNvSpPr>
          <p:nvPr/>
        </p:nvSpPr>
        <p:spPr>
          <a:xfrm>
            <a:off x="2146133" y="3708285"/>
            <a:ext cx="196140" cy="584869"/>
          </a:xfrm>
          <a:custGeom>
            <a:avLst/>
            <a:gdLst/>
            <a:ahLst/>
            <a:cxnLst/>
            <a:rect l="0" t="0" r="0" b="0"/>
            <a:pathLst>
              <a:path w="196140" h="584869">
                <a:moveTo>
                  <a:pt x="196140" y="584869"/>
                </a:moveTo>
                <a:lnTo>
                  <a:pt x="0" y="584869"/>
                </a:lnTo>
                <a:lnTo>
                  <a:pt x="1059" y="579995"/>
                </a:lnTo>
                <a:lnTo>
                  <a:pt x="4165" y="575121"/>
                </a:lnTo>
                <a:lnTo>
                  <a:pt x="9111" y="570247"/>
                </a:lnTo>
                <a:lnTo>
                  <a:pt x="15575" y="565373"/>
                </a:lnTo>
                <a:lnTo>
                  <a:pt x="23160" y="560500"/>
                </a:lnTo>
                <a:lnTo>
                  <a:pt x="31426" y="555626"/>
                </a:lnTo>
                <a:lnTo>
                  <a:pt x="39937" y="550752"/>
                </a:lnTo>
                <a:lnTo>
                  <a:pt x="48295" y="545878"/>
                </a:lnTo>
                <a:lnTo>
                  <a:pt x="56164" y="541004"/>
                </a:lnTo>
                <a:lnTo>
                  <a:pt x="63293" y="536130"/>
                </a:lnTo>
                <a:lnTo>
                  <a:pt x="69518" y="531256"/>
                </a:lnTo>
                <a:lnTo>
                  <a:pt x="74758" y="526382"/>
                </a:lnTo>
                <a:lnTo>
                  <a:pt x="79003" y="521508"/>
                </a:lnTo>
                <a:lnTo>
                  <a:pt x="82304" y="516634"/>
                </a:lnTo>
                <a:lnTo>
                  <a:pt x="84748" y="511760"/>
                </a:lnTo>
                <a:lnTo>
                  <a:pt x="86447" y="506887"/>
                </a:lnTo>
                <a:lnTo>
                  <a:pt x="87522" y="502013"/>
                </a:lnTo>
                <a:lnTo>
                  <a:pt x="88095" y="497139"/>
                </a:lnTo>
                <a:lnTo>
                  <a:pt x="88277" y="492265"/>
                </a:lnTo>
                <a:lnTo>
                  <a:pt x="88169" y="487391"/>
                </a:lnTo>
                <a:lnTo>
                  <a:pt x="87857" y="482517"/>
                </a:lnTo>
                <a:lnTo>
                  <a:pt x="87416" y="477643"/>
                </a:lnTo>
                <a:lnTo>
                  <a:pt x="86906" y="472769"/>
                </a:lnTo>
                <a:lnTo>
                  <a:pt x="86378" y="467895"/>
                </a:lnTo>
                <a:lnTo>
                  <a:pt x="85873" y="463021"/>
                </a:lnTo>
                <a:lnTo>
                  <a:pt x="85424" y="458147"/>
                </a:lnTo>
                <a:lnTo>
                  <a:pt x="85056" y="453274"/>
                </a:lnTo>
                <a:lnTo>
                  <a:pt x="84789" y="448400"/>
                </a:lnTo>
                <a:lnTo>
                  <a:pt x="84633" y="443526"/>
                </a:lnTo>
                <a:lnTo>
                  <a:pt x="84596" y="438652"/>
                </a:lnTo>
                <a:lnTo>
                  <a:pt x="84676" y="433778"/>
                </a:lnTo>
                <a:lnTo>
                  <a:pt x="84869" y="428904"/>
                </a:lnTo>
                <a:lnTo>
                  <a:pt x="85167" y="424030"/>
                </a:lnTo>
                <a:lnTo>
                  <a:pt x="85559" y="419156"/>
                </a:lnTo>
                <a:lnTo>
                  <a:pt x="86034" y="414282"/>
                </a:lnTo>
                <a:lnTo>
                  <a:pt x="86579" y="409408"/>
                </a:lnTo>
                <a:lnTo>
                  <a:pt x="87183" y="404534"/>
                </a:lnTo>
                <a:lnTo>
                  <a:pt x="87836" y="399661"/>
                </a:lnTo>
                <a:lnTo>
                  <a:pt x="88526" y="394787"/>
                </a:lnTo>
                <a:lnTo>
                  <a:pt x="89241" y="389913"/>
                </a:lnTo>
                <a:lnTo>
                  <a:pt x="89968" y="385039"/>
                </a:lnTo>
                <a:lnTo>
                  <a:pt x="90688" y="380165"/>
                </a:lnTo>
                <a:lnTo>
                  <a:pt x="91382" y="375291"/>
                </a:lnTo>
                <a:lnTo>
                  <a:pt x="92028" y="370417"/>
                </a:lnTo>
                <a:lnTo>
                  <a:pt x="92600" y="365543"/>
                </a:lnTo>
                <a:lnTo>
                  <a:pt x="93074" y="360669"/>
                </a:lnTo>
                <a:lnTo>
                  <a:pt x="93426" y="355795"/>
                </a:lnTo>
                <a:lnTo>
                  <a:pt x="93638" y="350921"/>
                </a:lnTo>
                <a:lnTo>
                  <a:pt x="93696" y="346048"/>
                </a:lnTo>
                <a:lnTo>
                  <a:pt x="93596" y="341174"/>
                </a:lnTo>
                <a:lnTo>
                  <a:pt x="93345" y="336300"/>
                </a:lnTo>
                <a:lnTo>
                  <a:pt x="92959" y="331426"/>
                </a:lnTo>
                <a:lnTo>
                  <a:pt x="92465" y="326552"/>
                </a:lnTo>
                <a:lnTo>
                  <a:pt x="91900" y="321678"/>
                </a:lnTo>
                <a:lnTo>
                  <a:pt x="91308" y="316804"/>
                </a:lnTo>
                <a:lnTo>
                  <a:pt x="90738" y="311930"/>
                </a:lnTo>
                <a:lnTo>
                  <a:pt x="90235" y="307056"/>
                </a:lnTo>
                <a:lnTo>
                  <a:pt x="89845" y="302182"/>
                </a:lnTo>
                <a:lnTo>
                  <a:pt x="89601" y="297308"/>
                </a:lnTo>
                <a:lnTo>
                  <a:pt x="89528" y="292435"/>
                </a:lnTo>
                <a:lnTo>
                  <a:pt x="89635" y="287561"/>
                </a:lnTo>
                <a:lnTo>
                  <a:pt x="89916" y="282687"/>
                </a:lnTo>
                <a:lnTo>
                  <a:pt x="90354" y="277813"/>
                </a:lnTo>
                <a:lnTo>
                  <a:pt x="90920" y="272939"/>
                </a:lnTo>
                <a:lnTo>
                  <a:pt x="91574" y="268065"/>
                </a:lnTo>
                <a:lnTo>
                  <a:pt x="92276" y="263191"/>
                </a:lnTo>
                <a:lnTo>
                  <a:pt x="92983" y="258317"/>
                </a:lnTo>
                <a:lnTo>
                  <a:pt x="93657" y="253443"/>
                </a:lnTo>
                <a:lnTo>
                  <a:pt x="94267" y="248569"/>
                </a:lnTo>
                <a:lnTo>
                  <a:pt x="94789" y="243695"/>
                </a:lnTo>
                <a:lnTo>
                  <a:pt x="95208" y="238822"/>
                </a:lnTo>
                <a:lnTo>
                  <a:pt x="95519" y="233948"/>
                </a:lnTo>
                <a:lnTo>
                  <a:pt x="95724" y="229074"/>
                </a:lnTo>
                <a:lnTo>
                  <a:pt x="95832" y="224200"/>
                </a:lnTo>
                <a:lnTo>
                  <a:pt x="95857" y="219326"/>
                </a:lnTo>
                <a:lnTo>
                  <a:pt x="95817" y="214452"/>
                </a:lnTo>
                <a:lnTo>
                  <a:pt x="95730" y="209578"/>
                </a:lnTo>
                <a:lnTo>
                  <a:pt x="95615" y="204704"/>
                </a:lnTo>
                <a:lnTo>
                  <a:pt x="95488" y="199830"/>
                </a:lnTo>
                <a:lnTo>
                  <a:pt x="95367" y="194956"/>
                </a:lnTo>
                <a:lnTo>
                  <a:pt x="95263" y="190082"/>
                </a:lnTo>
                <a:lnTo>
                  <a:pt x="95188" y="185209"/>
                </a:lnTo>
                <a:lnTo>
                  <a:pt x="95148" y="180335"/>
                </a:lnTo>
                <a:lnTo>
                  <a:pt x="95150" y="175461"/>
                </a:lnTo>
                <a:lnTo>
                  <a:pt x="95195" y="170587"/>
                </a:lnTo>
                <a:lnTo>
                  <a:pt x="95282" y="165713"/>
                </a:lnTo>
                <a:lnTo>
                  <a:pt x="95409" y="160839"/>
                </a:lnTo>
                <a:lnTo>
                  <a:pt x="95571" y="155965"/>
                </a:lnTo>
                <a:lnTo>
                  <a:pt x="95762" y="151091"/>
                </a:lnTo>
                <a:lnTo>
                  <a:pt x="95973" y="146217"/>
                </a:lnTo>
                <a:lnTo>
                  <a:pt x="96196" y="141343"/>
                </a:lnTo>
                <a:lnTo>
                  <a:pt x="96422" y="136469"/>
                </a:lnTo>
                <a:lnTo>
                  <a:pt x="96640" y="131596"/>
                </a:lnTo>
                <a:lnTo>
                  <a:pt x="96840" y="126722"/>
                </a:lnTo>
                <a:lnTo>
                  <a:pt x="97011" y="121848"/>
                </a:lnTo>
                <a:lnTo>
                  <a:pt x="97139" y="116974"/>
                </a:lnTo>
                <a:lnTo>
                  <a:pt x="97207" y="112100"/>
                </a:lnTo>
                <a:lnTo>
                  <a:pt x="97194" y="107226"/>
                </a:lnTo>
                <a:lnTo>
                  <a:pt x="97070" y="102352"/>
                </a:lnTo>
                <a:lnTo>
                  <a:pt x="96794" y="97478"/>
                </a:lnTo>
                <a:lnTo>
                  <a:pt x="96315" y="92604"/>
                </a:lnTo>
                <a:lnTo>
                  <a:pt x="95562" y="87730"/>
                </a:lnTo>
                <a:lnTo>
                  <a:pt x="94451" y="82856"/>
                </a:lnTo>
                <a:lnTo>
                  <a:pt x="92880" y="77983"/>
                </a:lnTo>
                <a:lnTo>
                  <a:pt x="90737" y="73109"/>
                </a:lnTo>
                <a:lnTo>
                  <a:pt x="87903" y="68235"/>
                </a:lnTo>
                <a:lnTo>
                  <a:pt x="84266" y="63361"/>
                </a:lnTo>
                <a:lnTo>
                  <a:pt x="79732" y="58487"/>
                </a:lnTo>
                <a:lnTo>
                  <a:pt x="74249" y="53613"/>
                </a:lnTo>
                <a:lnTo>
                  <a:pt x="67816" y="48739"/>
                </a:lnTo>
                <a:lnTo>
                  <a:pt x="60508" y="43865"/>
                </a:lnTo>
                <a:lnTo>
                  <a:pt x="52481" y="38991"/>
                </a:lnTo>
                <a:lnTo>
                  <a:pt x="43985" y="34117"/>
                </a:lnTo>
                <a:lnTo>
                  <a:pt x="35349" y="29243"/>
                </a:lnTo>
                <a:lnTo>
                  <a:pt x="26973" y="24370"/>
                </a:lnTo>
                <a:lnTo>
                  <a:pt x="19293" y="19496"/>
                </a:lnTo>
                <a:lnTo>
                  <a:pt x="12750" y="14622"/>
                </a:lnTo>
                <a:lnTo>
                  <a:pt x="7747" y="9748"/>
                </a:lnTo>
                <a:lnTo>
                  <a:pt x="4605" y="4874"/>
                </a:lnTo>
                <a:lnTo>
                  <a:pt x="3534" y="0"/>
                </a:lnTo>
                <a:lnTo>
                  <a:pt x="192607" y="0"/>
                </a:lnTo>
                <a:lnTo>
                  <a:pt x="192607" y="0"/>
                </a:lnTo>
                <a:lnTo>
                  <a:pt x="191535" y="4874"/>
                </a:lnTo>
                <a:lnTo>
                  <a:pt x="188393" y="9748"/>
                </a:lnTo>
                <a:lnTo>
                  <a:pt x="183390" y="14622"/>
                </a:lnTo>
                <a:lnTo>
                  <a:pt x="176847" y="19496"/>
                </a:lnTo>
                <a:lnTo>
                  <a:pt x="169168" y="24370"/>
                </a:lnTo>
                <a:lnTo>
                  <a:pt x="160791" y="29243"/>
                </a:lnTo>
                <a:lnTo>
                  <a:pt x="152156" y="34117"/>
                </a:lnTo>
                <a:lnTo>
                  <a:pt x="143659" y="38991"/>
                </a:lnTo>
                <a:lnTo>
                  <a:pt x="135633" y="43865"/>
                </a:lnTo>
                <a:lnTo>
                  <a:pt x="128324" y="48739"/>
                </a:lnTo>
                <a:lnTo>
                  <a:pt x="121891" y="53613"/>
                </a:lnTo>
                <a:lnTo>
                  <a:pt x="116408" y="58487"/>
                </a:lnTo>
                <a:lnTo>
                  <a:pt x="111875" y="63361"/>
                </a:lnTo>
                <a:lnTo>
                  <a:pt x="108237" y="68235"/>
                </a:lnTo>
                <a:lnTo>
                  <a:pt x="105403" y="73109"/>
                </a:lnTo>
                <a:lnTo>
                  <a:pt x="103260" y="77983"/>
                </a:lnTo>
                <a:lnTo>
                  <a:pt x="101690" y="82856"/>
                </a:lnTo>
                <a:lnTo>
                  <a:pt x="100579" y="87730"/>
                </a:lnTo>
                <a:lnTo>
                  <a:pt x="99826" y="92604"/>
                </a:lnTo>
                <a:lnTo>
                  <a:pt x="99346" y="97478"/>
                </a:lnTo>
                <a:lnTo>
                  <a:pt x="99071" y="102352"/>
                </a:lnTo>
                <a:lnTo>
                  <a:pt x="98946" y="107226"/>
                </a:lnTo>
                <a:lnTo>
                  <a:pt x="98933" y="112100"/>
                </a:lnTo>
                <a:lnTo>
                  <a:pt x="99001" y="116974"/>
                </a:lnTo>
                <a:lnTo>
                  <a:pt x="99129" y="121848"/>
                </a:lnTo>
                <a:lnTo>
                  <a:pt x="99300" y="126722"/>
                </a:lnTo>
                <a:lnTo>
                  <a:pt x="99500" y="131596"/>
                </a:lnTo>
                <a:lnTo>
                  <a:pt x="99718" y="136469"/>
                </a:lnTo>
                <a:lnTo>
                  <a:pt x="99944" y="141343"/>
                </a:lnTo>
                <a:lnTo>
                  <a:pt x="100167" y="146217"/>
                </a:lnTo>
                <a:lnTo>
                  <a:pt x="100378" y="151091"/>
                </a:lnTo>
                <a:lnTo>
                  <a:pt x="100569" y="155965"/>
                </a:lnTo>
                <a:lnTo>
                  <a:pt x="100731" y="160839"/>
                </a:lnTo>
                <a:lnTo>
                  <a:pt x="100858" y="165713"/>
                </a:lnTo>
                <a:lnTo>
                  <a:pt x="100945" y="170587"/>
                </a:lnTo>
                <a:lnTo>
                  <a:pt x="100990" y="175461"/>
                </a:lnTo>
                <a:lnTo>
                  <a:pt x="100992" y="180335"/>
                </a:lnTo>
                <a:lnTo>
                  <a:pt x="100953" y="185209"/>
                </a:lnTo>
                <a:lnTo>
                  <a:pt x="100877" y="190082"/>
                </a:lnTo>
                <a:lnTo>
                  <a:pt x="100774" y="194956"/>
                </a:lnTo>
                <a:lnTo>
                  <a:pt x="100652" y="199830"/>
                </a:lnTo>
                <a:lnTo>
                  <a:pt x="100526" y="204704"/>
                </a:lnTo>
                <a:lnTo>
                  <a:pt x="100410" y="209578"/>
                </a:lnTo>
                <a:lnTo>
                  <a:pt x="100323" y="214452"/>
                </a:lnTo>
                <a:lnTo>
                  <a:pt x="100283" y="219326"/>
                </a:lnTo>
                <a:lnTo>
                  <a:pt x="100308" y="224200"/>
                </a:lnTo>
                <a:lnTo>
                  <a:pt x="100417" y="229074"/>
                </a:lnTo>
                <a:lnTo>
                  <a:pt x="100622" y="233948"/>
                </a:lnTo>
                <a:lnTo>
                  <a:pt x="100933" y="238822"/>
                </a:lnTo>
                <a:lnTo>
                  <a:pt x="101351" y="243695"/>
                </a:lnTo>
                <a:lnTo>
                  <a:pt x="101873" y="248569"/>
                </a:lnTo>
                <a:lnTo>
                  <a:pt x="102483" y="253443"/>
                </a:lnTo>
                <a:lnTo>
                  <a:pt x="103157" y="258317"/>
                </a:lnTo>
                <a:lnTo>
                  <a:pt x="103865" y="263191"/>
                </a:lnTo>
                <a:lnTo>
                  <a:pt x="104566" y="268065"/>
                </a:lnTo>
                <a:lnTo>
                  <a:pt x="105221" y="272939"/>
                </a:lnTo>
                <a:lnTo>
                  <a:pt x="105786" y="277813"/>
                </a:lnTo>
                <a:lnTo>
                  <a:pt x="106224" y="282687"/>
                </a:lnTo>
                <a:lnTo>
                  <a:pt x="106506" y="287561"/>
                </a:lnTo>
                <a:lnTo>
                  <a:pt x="106612" y="292435"/>
                </a:lnTo>
                <a:lnTo>
                  <a:pt x="106539" y="297308"/>
                </a:lnTo>
                <a:lnTo>
                  <a:pt x="106295" y="302182"/>
                </a:lnTo>
                <a:lnTo>
                  <a:pt x="105905" y="307056"/>
                </a:lnTo>
                <a:lnTo>
                  <a:pt x="105403" y="311930"/>
                </a:lnTo>
                <a:lnTo>
                  <a:pt x="104832" y="316804"/>
                </a:lnTo>
                <a:lnTo>
                  <a:pt x="104240" y="321678"/>
                </a:lnTo>
                <a:lnTo>
                  <a:pt x="103675" y="326552"/>
                </a:lnTo>
                <a:lnTo>
                  <a:pt x="103181" y="331426"/>
                </a:lnTo>
                <a:lnTo>
                  <a:pt x="102795" y="336300"/>
                </a:lnTo>
                <a:lnTo>
                  <a:pt x="102544" y="341174"/>
                </a:lnTo>
                <a:lnTo>
                  <a:pt x="102444" y="346048"/>
                </a:lnTo>
                <a:lnTo>
                  <a:pt x="102503" y="350921"/>
                </a:lnTo>
                <a:lnTo>
                  <a:pt x="102714" y="355795"/>
                </a:lnTo>
                <a:lnTo>
                  <a:pt x="103067" y="360669"/>
                </a:lnTo>
                <a:lnTo>
                  <a:pt x="103541" y="365543"/>
                </a:lnTo>
                <a:lnTo>
                  <a:pt x="104113" y="370417"/>
                </a:lnTo>
                <a:lnTo>
                  <a:pt x="104758" y="375291"/>
                </a:lnTo>
                <a:lnTo>
                  <a:pt x="105453" y="380165"/>
                </a:lnTo>
                <a:lnTo>
                  <a:pt x="106173" y="385039"/>
                </a:lnTo>
                <a:lnTo>
                  <a:pt x="106899" y="389913"/>
                </a:lnTo>
                <a:lnTo>
                  <a:pt x="107614" y="394787"/>
                </a:lnTo>
                <a:lnTo>
                  <a:pt x="108304" y="399661"/>
                </a:lnTo>
                <a:lnTo>
                  <a:pt x="108957" y="404534"/>
                </a:lnTo>
                <a:lnTo>
                  <a:pt x="109562" y="409408"/>
                </a:lnTo>
                <a:lnTo>
                  <a:pt x="110107" y="414282"/>
                </a:lnTo>
                <a:lnTo>
                  <a:pt x="110581" y="419156"/>
                </a:lnTo>
                <a:lnTo>
                  <a:pt x="110973" y="424030"/>
                </a:lnTo>
                <a:lnTo>
                  <a:pt x="111271" y="428904"/>
                </a:lnTo>
                <a:lnTo>
                  <a:pt x="111464" y="433778"/>
                </a:lnTo>
                <a:lnTo>
                  <a:pt x="111545" y="438652"/>
                </a:lnTo>
                <a:lnTo>
                  <a:pt x="111507" y="443526"/>
                </a:lnTo>
                <a:lnTo>
                  <a:pt x="111351" y="448400"/>
                </a:lnTo>
                <a:lnTo>
                  <a:pt x="111084" y="453274"/>
                </a:lnTo>
                <a:lnTo>
                  <a:pt x="110716" y="458147"/>
                </a:lnTo>
                <a:lnTo>
                  <a:pt x="110267" y="463021"/>
                </a:lnTo>
                <a:lnTo>
                  <a:pt x="109762" y="467895"/>
                </a:lnTo>
                <a:lnTo>
                  <a:pt x="109234" y="472769"/>
                </a:lnTo>
                <a:lnTo>
                  <a:pt x="108724" y="477643"/>
                </a:lnTo>
                <a:lnTo>
                  <a:pt x="108283" y="482517"/>
                </a:lnTo>
                <a:lnTo>
                  <a:pt x="107972" y="487391"/>
                </a:lnTo>
                <a:lnTo>
                  <a:pt x="107864" y="492265"/>
                </a:lnTo>
                <a:lnTo>
                  <a:pt x="108046" y="497139"/>
                </a:lnTo>
                <a:lnTo>
                  <a:pt x="108618" y="502013"/>
                </a:lnTo>
                <a:lnTo>
                  <a:pt x="109693" y="506887"/>
                </a:lnTo>
                <a:lnTo>
                  <a:pt x="111392" y="511760"/>
                </a:lnTo>
                <a:lnTo>
                  <a:pt x="113836" y="516634"/>
                </a:lnTo>
                <a:lnTo>
                  <a:pt x="117137" y="521508"/>
                </a:lnTo>
                <a:lnTo>
                  <a:pt x="121383" y="526382"/>
                </a:lnTo>
                <a:lnTo>
                  <a:pt x="126622" y="531256"/>
                </a:lnTo>
                <a:lnTo>
                  <a:pt x="132847" y="536130"/>
                </a:lnTo>
                <a:lnTo>
                  <a:pt x="139976" y="541004"/>
                </a:lnTo>
                <a:lnTo>
                  <a:pt x="147846" y="545878"/>
                </a:lnTo>
                <a:lnTo>
                  <a:pt x="156203" y="550752"/>
                </a:lnTo>
                <a:lnTo>
                  <a:pt x="164714" y="555626"/>
                </a:lnTo>
                <a:lnTo>
                  <a:pt x="172981" y="560500"/>
                </a:lnTo>
                <a:lnTo>
                  <a:pt x="180565" y="565373"/>
                </a:lnTo>
                <a:lnTo>
                  <a:pt x="187030" y="570247"/>
                </a:lnTo>
                <a:lnTo>
                  <a:pt x="191975" y="575121"/>
                </a:lnTo>
                <a:lnTo>
                  <a:pt x="195081"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1372" name="03_assume_matched_6669">
            <a:extLst>
              <a:ext uri="{FF2B5EF4-FFF2-40B4-BE49-F238E27FC236}">
                <a16:creationId xmlns:a16="http://schemas.microsoft.com/office/drawing/2014/main" id="{2C2CA77E-7269-4AA0-B65B-13C7BEEF4333}"/>
              </a:ext>
            </a:extLst>
          </p:cNvPr>
          <p:cNvSpPr>
            <a:spLocks noGrp="1"/>
          </p:cNvSpPr>
          <p:nvPr/>
        </p:nvSpPr>
        <p:spPr>
          <a:xfrm>
            <a:off x="2900519" y="3708285"/>
            <a:ext cx="196140" cy="584869"/>
          </a:xfrm>
          <a:custGeom>
            <a:avLst/>
            <a:gdLst/>
            <a:ahLst/>
            <a:cxnLst/>
            <a:rect l="0" t="0" r="0" b="0"/>
            <a:pathLst>
              <a:path w="196140" h="584869">
                <a:moveTo>
                  <a:pt x="192892" y="584869"/>
                </a:moveTo>
                <a:lnTo>
                  <a:pt x="3249" y="584869"/>
                </a:lnTo>
                <a:lnTo>
                  <a:pt x="4271" y="579995"/>
                </a:lnTo>
                <a:lnTo>
                  <a:pt x="7268" y="575121"/>
                </a:lnTo>
                <a:lnTo>
                  <a:pt x="12040" y="570247"/>
                </a:lnTo>
                <a:lnTo>
                  <a:pt x="18278" y="565373"/>
                </a:lnTo>
                <a:lnTo>
                  <a:pt x="25596" y="560500"/>
                </a:lnTo>
                <a:lnTo>
                  <a:pt x="33573" y="555626"/>
                </a:lnTo>
                <a:lnTo>
                  <a:pt x="41785" y="550752"/>
                </a:lnTo>
                <a:lnTo>
                  <a:pt x="49849" y="545878"/>
                </a:lnTo>
                <a:lnTo>
                  <a:pt x="57441" y="541004"/>
                </a:lnTo>
                <a:lnTo>
                  <a:pt x="64319" y="536130"/>
                </a:lnTo>
                <a:lnTo>
                  <a:pt x="70322" y="531256"/>
                </a:lnTo>
                <a:lnTo>
                  <a:pt x="75373" y="526382"/>
                </a:lnTo>
                <a:lnTo>
                  <a:pt x="79463" y="521508"/>
                </a:lnTo>
                <a:lnTo>
                  <a:pt x="82638" y="516634"/>
                </a:lnTo>
                <a:lnTo>
                  <a:pt x="84985" y="511760"/>
                </a:lnTo>
                <a:lnTo>
                  <a:pt x="86609" y="506887"/>
                </a:lnTo>
                <a:lnTo>
                  <a:pt x="87630" y="502013"/>
                </a:lnTo>
                <a:lnTo>
                  <a:pt x="88162" y="497139"/>
                </a:lnTo>
                <a:lnTo>
                  <a:pt x="88316" y="492265"/>
                </a:lnTo>
                <a:lnTo>
                  <a:pt x="88188" y="487391"/>
                </a:lnTo>
                <a:lnTo>
                  <a:pt x="87864" y="482517"/>
                </a:lnTo>
                <a:lnTo>
                  <a:pt x="87413" y="477643"/>
                </a:lnTo>
                <a:lnTo>
                  <a:pt x="86898" y="472769"/>
                </a:lnTo>
                <a:lnTo>
                  <a:pt x="86366" y="467895"/>
                </a:lnTo>
                <a:lnTo>
                  <a:pt x="85858" y="463021"/>
                </a:lnTo>
                <a:lnTo>
                  <a:pt x="85407" y="458147"/>
                </a:lnTo>
                <a:lnTo>
                  <a:pt x="85038" y="453274"/>
                </a:lnTo>
                <a:lnTo>
                  <a:pt x="84770" y="448400"/>
                </a:lnTo>
                <a:lnTo>
                  <a:pt x="84614" y="443526"/>
                </a:lnTo>
                <a:lnTo>
                  <a:pt x="84576" y="438652"/>
                </a:lnTo>
                <a:lnTo>
                  <a:pt x="84656" y="433778"/>
                </a:lnTo>
                <a:lnTo>
                  <a:pt x="84850" y="428904"/>
                </a:lnTo>
                <a:lnTo>
                  <a:pt x="85148" y="424030"/>
                </a:lnTo>
                <a:lnTo>
                  <a:pt x="85541" y="419156"/>
                </a:lnTo>
                <a:lnTo>
                  <a:pt x="86016" y="414282"/>
                </a:lnTo>
                <a:lnTo>
                  <a:pt x="86562" y="409408"/>
                </a:lnTo>
                <a:lnTo>
                  <a:pt x="87167" y="404534"/>
                </a:lnTo>
                <a:lnTo>
                  <a:pt x="87821" y="399661"/>
                </a:lnTo>
                <a:lnTo>
                  <a:pt x="88512" y="394787"/>
                </a:lnTo>
                <a:lnTo>
                  <a:pt x="89228" y="389913"/>
                </a:lnTo>
                <a:lnTo>
                  <a:pt x="89956" y="385039"/>
                </a:lnTo>
                <a:lnTo>
                  <a:pt x="90677" y="380165"/>
                </a:lnTo>
                <a:lnTo>
                  <a:pt x="91372" y="375291"/>
                </a:lnTo>
                <a:lnTo>
                  <a:pt x="92019" y="370417"/>
                </a:lnTo>
                <a:lnTo>
                  <a:pt x="92592" y="365543"/>
                </a:lnTo>
                <a:lnTo>
                  <a:pt x="93066" y="360669"/>
                </a:lnTo>
                <a:lnTo>
                  <a:pt x="93419" y="355795"/>
                </a:lnTo>
                <a:lnTo>
                  <a:pt x="93631" y="350921"/>
                </a:lnTo>
                <a:lnTo>
                  <a:pt x="93689" y="346048"/>
                </a:lnTo>
                <a:lnTo>
                  <a:pt x="93590" y="341174"/>
                </a:lnTo>
                <a:lnTo>
                  <a:pt x="93338" y="336300"/>
                </a:lnTo>
                <a:lnTo>
                  <a:pt x="92951" y="331426"/>
                </a:lnTo>
                <a:lnTo>
                  <a:pt x="92457" y="326552"/>
                </a:lnTo>
                <a:lnTo>
                  <a:pt x="91891" y="321678"/>
                </a:lnTo>
                <a:lnTo>
                  <a:pt x="91298" y="316804"/>
                </a:lnTo>
                <a:lnTo>
                  <a:pt x="90727" y="311930"/>
                </a:lnTo>
                <a:lnTo>
                  <a:pt x="90224" y="307056"/>
                </a:lnTo>
                <a:lnTo>
                  <a:pt x="89833" y="302182"/>
                </a:lnTo>
                <a:lnTo>
                  <a:pt x="89589" y="297308"/>
                </a:lnTo>
                <a:lnTo>
                  <a:pt x="89515" y="292435"/>
                </a:lnTo>
                <a:lnTo>
                  <a:pt x="89622" y="287561"/>
                </a:lnTo>
                <a:lnTo>
                  <a:pt x="89904" y="282687"/>
                </a:lnTo>
                <a:lnTo>
                  <a:pt x="90343" y="277813"/>
                </a:lnTo>
                <a:lnTo>
                  <a:pt x="90909" y="272939"/>
                </a:lnTo>
                <a:lnTo>
                  <a:pt x="91564" y="268065"/>
                </a:lnTo>
                <a:lnTo>
                  <a:pt x="92267" y="263191"/>
                </a:lnTo>
                <a:lnTo>
                  <a:pt x="92975" y="258317"/>
                </a:lnTo>
                <a:lnTo>
                  <a:pt x="93651" y="253443"/>
                </a:lnTo>
                <a:lnTo>
                  <a:pt x="94262" y="248569"/>
                </a:lnTo>
                <a:lnTo>
                  <a:pt x="94784" y="243695"/>
                </a:lnTo>
                <a:lnTo>
                  <a:pt x="95204" y="238822"/>
                </a:lnTo>
                <a:lnTo>
                  <a:pt x="95515" y="233948"/>
                </a:lnTo>
                <a:lnTo>
                  <a:pt x="95720" y="229074"/>
                </a:lnTo>
                <a:lnTo>
                  <a:pt x="95829" y="224200"/>
                </a:lnTo>
                <a:lnTo>
                  <a:pt x="95854" y="219326"/>
                </a:lnTo>
                <a:lnTo>
                  <a:pt x="95814" y="214452"/>
                </a:lnTo>
                <a:lnTo>
                  <a:pt x="95727" y="209578"/>
                </a:lnTo>
                <a:lnTo>
                  <a:pt x="95611" y="204704"/>
                </a:lnTo>
                <a:lnTo>
                  <a:pt x="95485" y="199830"/>
                </a:lnTo>
                <a:lnTo>
                  <a:pt x="95363" y="194956"/>
                </a:lnTo>
                <a:lnTo>
                  <a:pt x="95259" y="190082"/>
                </a:lnTo>
                <a:lnTo>
                  <a:pt x="95183" y="185209"/>
                </a:lnTo>
                <a:lnTo>
                  <a:pt x="95144" y="180335"/>
                </a:lnTo>
                <a:lnTo>
                  <a:pt x="95146" y="175461"/>
                </a:lnTo>
                <a:lnTo>
                  <a:pt x="95191" y="170587"/>
                </a:lnTo>
                <a:lnTo>
                  <a:pt x="95278" y="165713"/>
                </a:lnTo>
                <a:lnTo>
                  <a:pt x="95405" y="160839"/>
                </a:lnTo>
                <a:lnTo>
                  <a:pt x="95568" y="155965"/>
                </a:lnTo>
                <a:lnTo>
                  <a:pt x="95758" y="151091"/>
                </a:lnTo>
                <a:lnTo>
                  <a:pt x="95970" y="146217"/>
                </a:lnTo>
                <a:lnTo>
                  <a:pt x="96193" y="141343"/>
                </a:lnTo>
                <a:lnTo>
                  <a:pt x="96419" y="136469"/>
                </a:lnTo>
                <a:lnTo>
                  <a:pt x="96637" y="131596"/>
                </a:lnTo>
                <a:lnTo>
                  <a:pt x="96837" y="126722"/>
                </a:lnTo>
                <a:lnTo>
                  <a:pt x="97007" y="121848"/>
                </a:lnTo>
                <a:lnTo>
                  <a:pt x="97133" y="116974"/>
                </a:lnTo>
                <a:lnTo>
                  <a:pt x="97198" y="112100"/>
                </a:lnTo>
                <a:lnTo>
                  <a:pt x="97180" y="107226"/>
                </a:lnTo>
                <a:lnTo>
                  <a:pt x="97047" y="102352"/>
                </a:lnTo>
                <a:lnTo>
                  <a:pt x="96758" y="97478"/>
                </a:lnTo>
                <a:lnTo>
                  <a:pt x="96258" y="92604"/>
                </a:lnTo>
                <a:lnTo>
                  <a:pt x="95476" y="87730"/>
                </a:lnTo>
                <a:lnTo>
                  <a:pt x="94322" y="82856"/>
                </a:lnTo>
                <a:lnTo>
                  <a:pt x="92693" y="77983"/>
                </a:lnTo>
                <a:lnTo>
                  <a:pt x="90470" y="73109"/>
                </a:lnTo>
                <a:lnTo>
                  <a:pt x="87530" y="68235"/>
                </a:lnTo>
                <a:lnTo>
                  <a:pt x="83757" y="63361"/>
                </a:lnTo>
                <a:lnTo>
                  <a:pt x="79055" y="58487"/>
                </a:lnTo>
                <a:lnTo>
                  <a:pt x="73368" y="53613"/>
                </a:lnTo>
                <a:lnTo>
                  <a:pt x="66695" y="48739"/>
                </a:lnTo>
                <a:lnTo>
                  <a:pt x="59113" y="43865"/>
                </a:lnTo>
                <a:lnTo>
                  <a:pt x="50786" y="38991"/>
                </a:lnTo>
                <a:lnTo>
                  <a:pt x="41971" y="34117"/>
                </a:lnTo>
                <a:lnTo>
                  <a:pt x="33011" y="29243"/>
                </a:lnTo>
                <a:lnTo>
                  <a:pt x="24320" y="24370"/>
                </a:lnTo>
                <a:lnTo>
                  <a:pt x="16352" y="19496"/>
                </a:lnTo>
                <a:lnTo>
                  <a:pt x="9564" y="14622"/>
                </a:lnTo>
                <a:lnTo>
                  <a:pt x="4372" y="9748"/>
                </a:lnTo>
                <a:lnTo>
                  <a:pt x="1112" y="4874"/>
                </a:lnTo>
                <a:lnTo>
                  <a:pt x="0" y="0"/>
                </a:lnTo>
                <a:lnTo>
                  <a:pt x="196140" y="0"/>
                </a:lnTo>
                <a:lnTo>
                  <a:pt x="196140" y="0"/>
                </a:lnTo>
                <a:lnTo>
                  <a:pt x="195029" y="4874"/>
                </a:lnTo>
                <a:lnTo>
                  <a:pt x="191768" y="9748"/>
                </a:lnTo>
                <a:lnTo>
                  <a:pt x="186577" y="14622"/>
                </a:lnTo>
                <a:lnTo>
                  <a:pt x="179788" y="19496"/>
                </a:lnTo>
                <a:lnTo>
                  <a:pt x="171820" y="24370"/>
                </a:lnTo>
                <a:lnTo>
                  <a:pt x="163129" y="29243"/>
                </a:lnTo>
                <a:lnTo>
                  <a:pt x="154169" y="34117"/>
                </a:lnTo>
                <a:lnTo>
                  <a:pt x="145354" y="38991"/>
                </a:lnTo>
                <a:lnTo>
                  <a:pt x="137027" y="43865"/>
                </a:lnTo>
                <a:lnTo>
                  <a:pt x="129446" y="48739"/>
                </a:lnTo>
                <a:lnTo>
                  <a:pt x="122773" y="53613"/>
                </a:lnTo>
                <a:lnTo>
                  <a:pt x="117085" y="58487"/>
                </a:lnTo>
                <a:lnTo>
                  <a:pt x="112383" y="63361"/>
                </a:lnTo>
                <a:lnTo>
                  <a:pt x="108610" y="68235"/>
                </a:lnTo>
                <a:lnTo>
                  <a:pt x="105671" y="73109"/>
                </a:lnTo>
                <a:lnTo>
                  <a:pt x="103448" y="77983"/>
                </a:lnTo>
                <a:lnTo>
                  <a:pt x="101818" y="82856"/>
                </a:lnTo>
                <a:lnTo>
                  <a:pt x="100665" y="87730"/>
                </a:lnTo>
                <a:lnTo>
                  <a:pt x="99882" y="92604"/>
                </a:lnTo>
                <a:lnTo>
                  <a:pt x="99382" y="97478"/>
                </a:lnTo>
                <a:lnTo>
                  <a:pt x="99094" y="102352"/>
                </a:lnTo>
                <a:lnTo>
                  <a:pt x="98961" y="107226"/>
                </a:lnTo>
                <a:lnTo>
                  <a:pt x="98942" y="112100"/>
                </a:lnTo>
                <a:lnTo>
                  <a:pt x="99007" y="116974"/>
                </a:lnTo>
                <a:lnTo>
                  <a:pt x="99133" y="121848"/>
                </a:lnTo>
                <a:lnTo>
                  <a:pt x="99303" y="126722"/>
                </a:lnTo>
                <a:lnTo>
                  <a:pt x="99503" y="131596"/>
                </a:lnTo>
                <a:lnTo>
                  <a:pt x="99721" y="136469"/>
                </a:lnTo>
                <a:lnTo>
                  <a:pt x="99947" y="141343"/>
                </a:lnTo>
                <a:lnTo>
                  <a:pt x="100170" y="146217"/>
                </a:lnTo>
                <a:lnTo>
                  <a:pt x="100382" y="151091"/>
                </a:lnTo>
                <a:lnTo>
                  <a:pt x="100573" y="155965"/>
                </a:lnTo>
                <a:lnTo>
                  <a:pt x="100735" y="160839"/>
                </a:lnTo>
                <a:lnTo>
                  <a:pt x="100862" y="165713"/>
                </a:lnTo>
                <a:lnTo>
                  <a:pt x="100950" y="170587"/>
                </a:lnTo>
                <a:lnTo>
                  <a:pt x="100994" y="175461"/>
                </a:lnTo>
                <a:lnTo>
                  <a:pt x="100996" y="180335"/>
                </a:lnTo>
                <a:lnTo>
                  <a:pt x="100957" y="185209"/>
                </a:lnTo>
                <a:lnTo>
                  <a:pt x="100882" y="190082"/>
                </a:lnTo>
                <a:lnTo>
                  <a:pt x="100778" y="194956"/>
                </a:lnTo>
                <a:lnTo>
                  <a:pt x="100656" y="199830"/>
                </a:lnTo>
                <a:lnTo>
                  <a:pt x="100529" y="204704"/>
                </a:lnTo>
                <a:lnTo>
                  <a:pt x="100413" y="209578"/>
                </a:lnTo>
                <a:lnTo>
                  <a:pt x="100326" y="214452"/>
                </a:lnTo>
                <a:lnTo>
                  <a:pt x="100286" y="219326"/>
                </a:lnTo>
                <a:lnTo>
                  <a:pt x="100312" y="224200"/>
                </a:lnTo>
                <a:lnTo>
                  <a:pt x="100420" y="229074"/>
                </a:lnTo>
                <a:lnTo>
                  <a:pt x="100626" y="233948"/>
                </a:lnTo>
                <a:lnTo>
                  <a:pt x="100937" y="238822"/>
                </a:lnTo>
                <a:lnTo>
                  <a:pt x="101356" y="243695"/>
                </a:lnTo>
                <a:lnTo>
                  <a:pt x="101879" y="248569"/>
                </a:lnTo>
                <a:lnTo>
                  <a:pt x="102490" y="253443"/>
                </a:lnTo>
                <a:lnTo>
                  <a:pt x="103165" y="258317"/>
                </a:lnTo>
                <a:lnTo>
                  <a:pt x="103873" y="263191"/>
                </a:lnTo>
                <a:lnTo>
                  <a:pt x="104576" y="268065"/>
                </a:lnTo>
                <a:lnTo>
                  <a:pt x="105231" y="272939"/>
                </a:lnTo>
                <a:lnTo>
                  <a:pt x="105797" y="277813"/>
                </a:lnTo>
                <a:lnTo>
                  <a:pt x="106236" y="282687"/>
                </a:lnTo>
                <a:lnTo>
                  <a:pt x="106518" y="287561"/>
                </a:lnTo>
                <a:lnTo>
                  <a:pt x="106625" y="292435"/>
                </a:lnTo>
                <a:lnTo>
                  <a:pt x="106551" y="297308"/>
                </a:lnTo>
                <a:lnTo>
                  <a:pt x="106308" y="302182"/>
                </a:lnTo>
                <a:lnTo>
                  <a:pt x="105917" y="307056"/>
                </a:lnTo>
                <a:lnTo>
                  <a:pt x="105414" y="311930"/>
                </a:lnTo>
                <a:lnTo>
                  <a:pt x="104842" y="316804"/>
                </a:lnTo>
                <a:lnTo>
                  <a:pt x="104249" y="321678"/>
                </a:lnTo>
                <a:lnTo>
                  <a:pt x="103684" y="326552"/>
                </a:lnTo>
                <a:lnTo>
                  <a:pt x="103189" y="331426"/>
                </a:lnTo>
                <a:lnTo>
                  <a:pt x="102802" y="336300"/>
                </a:lnTo>
                <a:lnTo>
                  <a:pt x="102551" y="341174"/>
                </a:lnTo>
                <a:lnTo>
                  <a:pt x="102451" y="346048"/>
                </a:lnTo>
                <a:lnTo>
                  <a:pt x="102509" y="350921"/>
                </a:lnTo>
                <a:lnTo>
                  <a:pt x="102721" y="355795"/>
                </a:lnTo>
                <a:lnTo>
                  <a:pt x="103074" y="360669"/>
                </a:lnTo>
                <a:lnTo>
                  <a:pt x="103549" y="365543"/>
                </a:lnTo>
                <a:lnTo>
                  <a:pt x="104122" y="370417"/>
                </a:lnTo>
                <a:lnTo>
                  <a:pt x="104768" y="375291"/>
                </a:lnTo>
                <a:lnTo>
                  <a:pt x="105464" y="380165"/>
                </a:lnTo>
                <a:lnTo>
                  <a:pt x="106185" y="385039"/>
                </a:lnTo>
                <a:lnTo>
                  <a:pt x="106912" y="389913"/>
                </a:lnTo>
                <a:lnTo>
                  <a:pt x="107628" y="394787"/>
                </a:lnTo>
                <a:lnTo>
                  <a:pt x="108319" y="399661"/>
                </a:lnTo>
                <a:lnTo>
                  <a:pt x="108973" y="404534"/>
                </a:lnTo>
                <a:lnTo>
                  <a:pt x="109579" y="409408"/>
                </a:lnTo>
                <a:lnTo>
                  <a:pt x="110125" y="414282"/>
                </a:lnTo>
                <a:lnTo>
                  <a:pt x="110600" y="419156"/>
                </a:lnTo>
                <a:lnTo>
                  <a:pt x="110992" y="424030"/>
                </a:lnTo>
                <a:lnTo>
                  <a:pt x="111291" y="428904"/>
                </a:lnTo>
                <a:lnTo>
                  <a:pt x="111484" y="433778"/>
                </a:lnTo>
                <a:lnTo>
                  <a:pt x="111564" y="438652"/>
                </a:lnTo>
                <a:lnTo>
                  <a:pt x="111526" y="443526"/>
                </a:lnTo>
                <a:lnTo>
                  <a:pt x="111371" y="448400"/>
                </a:lnTo>
                <a:lnTo>
                  <a:pt x="111102" y="453274"/>
                </a:lnTo>
                <a:lnTo>
                  <a:pt x="110734" y="458147"/>
                </a:lnTo>
                <a:lnTo>
                  <a:pt x="110283" y="463021"/>
                </a:lnTo>
                <a:lnTo>
                  <a:pt x="109775" y="467895"/>
                </a:lnTo>
                <a:lnTo>
                  <a:pt x="109243" y="472769"/>
                </a:lnTo>
                <a:lnTo>
                  <a:pt x="108727" y="477643"/>
                </a:lnTo>
                <a:lnTo>
                  <a:pt x="108277" y="482517"/>
                </a:lnTo>
                <a:lnTo>
                  <a:pt x="107952" y="487391"/>
                </a:lnTo>
                <a:lnTo>
                  <a:pt x="107824" y="492265"/>
                </a:lnTo>
                <a:lnTo>
                  <a:pt x="107978" y="497139"/>
                </a:lnTo>
                <a:lnTo>
                  <a:pt x="108511" y="502013"/>
                </a:lnTo>
                <a:lnTo>
                  <a:pt x="109531" y="506887"/>
                </a:lnTo>
                <a:lnTo>
                  <a:pt x="111156" y="511760"/>
                </a:lnTo>
                <a:lnTo>
                  <a:pt x="113502" y="516634"/>
                </a:lnTo>
                <a:lnTo>
                  <a:pt x="116677" y="521508"/>
                </a:lnTo>
                <a:lnTo>
                  <a:pt x="120767" y="526382"/>
                </a:lnTo>
                <a:lnTo>
                  <a:pt x="125818" y="531256"/>
                </a:lnTo>
                <a:lnTo>
                  <a:pt x="131822" y="536130"/>
                </a:lnTo>
                <a:lnTo>
                  <a:pt x="138699" y="541004"/>
                </a:lnTo>
                <a:lnTo>
                  <a:pt x="146291" y="545878"/>
                </a:lnTo>
                <a:lnTo>
                  <a:pt x="154355" y="550752"/>
                </a:lnTo>
                <a:lnTo>
                  <a:pt x="162568" y="555626"/>
                </a:lnTo>
                <a:lnTo>
                  <a:pt x="170544" y="560500"/>
                </a:lnTo>
                <a:lnTo>
                  <a:pt x="177863" y="565373"/>
                </a:lnTo>
                <a:lnTo>
                  <a:pt x="184101" y="570247"/>
                </a:lnTo>
                <a:lnTo>
                  <a:pt x="188873" y="575121"/>
                </a:lnTo>
                <a:lnTo>
                  <a:pt x="191870" y="579995"/>
                </a:lnTo>
                <a:lnTo>
                  <a:pt x="192892" y="584869"/>
                </a:lnTo>
                <a:lnTo>
                  <a:pt x="192892" y="584869"/>
                </a:lnTo>
                <a:close/>
              </a:path>
            </a:pathLst>
          </a:custGeom>
          <a:solidFill>
            <a:srgbClr val="596BC0">
              <a:alpha val="12000"/>
            </a:srgbClr>
          </a:solidFill>
          <a:ln w="6985">
            <a:solidFill>
              <a:srgbClr val="596BC0">
                <a:alpha val="12000"/>
              </a:srgbClr>
            </a:solidFill>
            <a:prstDash val="solid"/>
          </a:ln>
        </p:spPr>
      </p:sp>
      <p:sp>
        <p:nvSpPr>
          <p:cNvPr id="1373" name="03_assume_matched_6670">
            <a:extLst>
              <a:ext uri="{FF2B5EF4-FFF2-40B4-BE49-F238E27FC236}">
                <a16:creationId xmlns:a16="http://schemas.microsoft.com/office/drawing/2014/main" id="{F8C3FC4A-2E22-4F1E-BBB6-9948AE40D853}"/>
              </a:ext>
            </a:extLst>
          </p:cNvPr>
          <p:cNvSpPr>
            <a:spLocks noGrp="1"/>
          </p:cNvSpPr>
          <p:nvPr/>
        </p:nvSpPr>
        <p:spPr>
          <a:xfrm>
            <a:off x="735432"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374" name="03_assume_matched_6671">
            <a:extLst>
              <a:ext uri="{FF2B5EF4-FFF2-40B4-BE49-F238E27FC236}">
                <a16:creationId xmlns:a16="http://schemas.microsoft.com/office/drawing/2014/main" id="{FCBE8F7E-3674-47D5-8007-0C6E3F9CC038}"/>
              </a:ext>
            </a:extLst>
          </p:cNvPr>
          <p:cNvSpPr>
            <a:spLocks noGrp="1"/>
          </p:cNvSpPr>
          <p:nvPr/>
        </p:nvSpPr>
        <p:spPr>
          <a:xfrm>
            <a:off x="1112625"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375" name="03_assume_matched_6672">
            <a:extLst>
              <a:ext uri="{FF2B5EF4-FFF2-40B4-BE49-F238E27FC236}">
                <a16:creationId xmlns:a16="http://schemas.microsoft.com/office/drawing/2014/main" id="{84E6319A-B6BF-4E06-9031-C3BB80787382}"/>
              </a:ext>
            </a:extLst>
          </p:cNvPr>
          <p:cNvSpPr>
            <a:spLocks noGrp="1"/>
          </p:cNvSpPr>
          <p:nvPr/>
        </p:nvSpPr>
        <p:spPr>
          <a:xfrm>
            <a:off x="1489818"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376" name="03_assume_matched_6673">
            <a:extLst>
              <a:ext uri="{FF2B5EF4-FFF2-40B4-BE49-F238E27FC236}">
                <a16:creationId xmlns:a16="http://schemas.microsoft.com/office/drawing/2014/main" id="{5C03AB19-7E9E-4F4F-A823-164EA5DE28BB}"/>
              </a:ext>
            </a:extLst>
          </p:cNvPr>
          <p:cNvSpPr>
            <a:spLocks noGrp="1"/>
          </p:cNvSpPr>
          <p:nvPr/>
        </p:nvSpPr>
        <p:spPr>
          <a:xfrm>
            <a:off x="2244204"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377" name="03_assume_matched_6674">
            <a:extLst>
              <a:ext uri="{FF2B5EF4-FFF2-40B4-BE49-F238E27FC236}">
                <a16:creationId xmlns:a16="http://schemas.microsoft.com/office/drawing/2014/main" id="{228802E3-9850-4ADB-990F-18C5B29A3E58}"/>
              </a:ext>
            </a:extLst>
          </p:cNvPr>
          <p:cNvSpPr>
            <a:spLocks noGrp="1"/>
          </p:cNvSpPr>
          <p:nvPr/>
        </p:nvSpPr>
        <p:spPr>
          <a:xfrm>
            <a:off x="2998589"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378" name="03_assume_matched_6675">
            <a:extLst>
              <a:ext uri="{FF2B5EF4-FFF2-40B4-BE49-F238E27FC236}">
                <a16:creationId xmlns:a16="http://schemas.microsoft.com/office/drawing/2014/main" id="{70E65D53-AB64-48A7-9B67-727EE0EC4915}"/>
              </a:ext>
            </a:extLst>
          </p:cNvPr>
          <p:cNvSpPr>
            <a:spLocks noGrp="1"/>
          </p:cNvSpPr>
          <p:nvPr/>
        </p:nvSpPr>
        <p:spPr>
          <a:xfrm>
            <a:off x="712800" y="4293154"/>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379" name="03_assume_matched_6676">
            <a:extLst>
              <a:ext uri="{FF2B5EF4-FFF2-40B4-BE49-F238E27FC236}">
                <a16:creationId xmlns:a16="http://schemas.microsoft.com/office/drawing/2014/main" id="{481624DF-AF88-48C9-BC8B-A2B2701BBBE5}"/>
              </a:ext>
            </a:extLst>
          </p:cNvPr>
          <p:cNvSpPr>
            <a:spLocks noGrp="1"/>
          </p:cNvSpPr>
          <p:nvPr/>
        </p:nvSpPr>
        <p:spPr>
          <a:xfrm>
            <a:off x="674700" y="4293154"/>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380" name="text_6677">
            <a:extLst>
              <a:ext uri="{FF2B5EF4-FFF2-40B4-BE49-F238E27FC236}">
                <a16:creationId xmlns:a16="http://schemas.microsoft.com/office/drawing/2014/main" id="{0A31BE7E-CEDE-41DD-BB96-B58ECF92C851}"/>
              </a:ext>
            </a:extLst>
          </p:cNvPr>
          <p:cNvSpPr>
            <a:spLocks noGrp="1"/>
          </p:cNvSpPr>
          <p:nvPr/>
        </p:nvSpPr>
        <p:spPr>
          <a:xfrm>
            <a:off x="585053" y="4253093"/>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1381" name="03_assume_matched_6678">
            <a:extLst>
              <a:ext uri="{FF2B5EF4-FFF2-40B4-BE49-F238E27FC236}">
                <a16:creationId xmlns:a16="http://schemas.microsoft.com/office/drawing/2014/main" id="{DAF7665D-037F-4E19-AE10-318A5449BF8B}"/>
              </a:ext>
            </a:extLst>
          </p:cNvPr>
          <p:cNvSpPr>
            <a:spLocks noGrp="1"/>
          </p:cNvSpPr>
          <p:nvPr/>
        </p:nvSpPr>
        <p:spPr>
          <a:xfrm>
            <a:off x="712800" y="4000720"/>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382" name="03_assume_matched_6679">
            <a:extLst>
              <a:ext uri="{FF2B5EF4-FFF2-40B4-BE49-F238E27FC236}">
                <a16:creationId xmlns:a16="http://schemas.microsoft.com/office/drawing/2014/main" id="{C4D238D4-5E48-4DFA-93F4-DD29035DDAA3}"/>
              </a:ext>
            </a:extLst>
          </p:cNvPr>
          <p:cNvSpPr>
            <a:spLocks noGrp="1"/>
          </p:cNvSpPr>
          <p:nvPr/>
        </p:nvSpPr>
        <p:spPr>
          <a:xfrm>
            <a:off x="674700" y="4000720"/>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383" name="text_6680">
            <a:extLst>
              <a:ext uri="{FF2B5EF4-FFF2-40B4-BE49-F238E27FC236}">
                <a16:creationId xmlns:a16="http://schemas.microsoft.com/office/drawing/2014/main" id="{2DF10191-2127-48B8-8157-42D9AFAC9F61}"/>
              </a:ext>
            </a:extLst>
          </p:cNvPr>
          <p:cNvSpPr>
            <a:spLocks noGrp="1"/>
          </p:cNvSpPr>
          <p:nvPr/>
        </p:nvSpPr>
        <p:spPr>
          <a:xfrm>
            <a:off x="533506" y="3960659"/>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1384" name="03_assume_matched_6681">
            <a:extLst>
              <a:ext uri="{FF2B5EF4-FFF2-40B4-BE49-F238E27FC236}">
                <a16:creationId xmlns:a16="http://schemas.microsoft.com/office/drawing/2014/main" id="{4AF0AFF8-2A0C-4B60-9ACD-E82B84BD8C65}"/>
              </a:ext>
            </a:extLst>
          </p:cNvPr>
          <p:cNvSpPr>
            <a:spLocks noGrp="1"/>
          </p:cNvSpPr>
          <p:nvPr/>
        </p:nvSpPr>
        <p:spPr>
          <a:xfrm>
            <a:off x="712800" y="3708285"/>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385" name="03_assume_matched_6682">
            <a:extLst>
              <a:ext uri="{FF2B5EF4-FFF2-40B4-BE49-F238E27FC236}">
                <a16:creationId xmlns:a16="http://schemas.microsoft.com/office/drawing/2014/main" id="{CB11CDE6-39DF-40F2-856F-6F41AC763674}"/>
              </a:ext>
            </a:extLst>
          </p:cNvPr>
          <p:cNvSpPr>
            <a:spLocks noGrp="1"/>
          </p:cNvSpPr>
          <p:nvPr/>
        </p:nvSpPr>
        <p:spPr>
          <a:xfrm>
            <a:off x="674700" y="3708285"/>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386" name="text_6683">
            <a:extLst>
              <a:ext uri="{FF2B5EF4-FFF2-40B4-BE49-F238E27FC236}">
                <a16:creationId xmlns:a16="http://schemas.microsoft.com/office/drawing/2014/main" id="{997F3353-D86F-45BD-A647-5BA0AFB20398}"/>
              </a:ext>
            </a:extLst>
          </p:cNvPr>
          <p:cNvSpPr>
            <a:spLocks noGrp="1"/>
          </p:cNvSpPr>
          <p:nvPr/>
        </p:nvSpPr>
        <p:spPr>
          <a:xfrm>
            <a:off x="481960" y="3668224"/>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1387" name="text_6684">
            <a:extLst>
              <a:ext uri="{FF2B5EF4-FFF2-40B4-BE49-F238E27FC236}">
                <a16:creationId xmlns:a16="http://schemas.microsoft.com/office/drawing/2014/main" id="{3FD8B163-B2A4-41A8-ACF1-CFE271BAE817}"/>
              </a:ext>
            </a:extLst>
          </p:cNvPr>
          <p:cNvSpPr>
            <a:spLocks noGrp="1"/>
          </p:cNvSpPr>
          <p:nvPr/>
        </p:nvSpPr>
        <p:spPr>
          <a:xfrm rot="-5400000">
            <a:off x="67234" y="3941188"/>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b="0">
                <a:solidFill>
                  <a:srgbClr val="273744"/>
                </a:solidFill>
                <a:latin typeface="Arial"/>
                <a:ea typeface="Arial"/>
                <a:cs typeface="Arial"/>
              </a:rPr>
              <a:t>Completion (%)</a:t>
            </a:r>
          </a:p>
        </p:txBody>
      </p:sp>
      <p:sp>
        <p:nvSpPr>
          <p:cNvPr id="1388" name="03_assume_matched_6685">
            <a:extLst>
              <a:ext uri="{FF2B5EF4-FFF2-40B4-BE49-F238E27FC236}">
                <a16:creationId xmlns:a16="http://schemas.microsoft.com/office/drawing/2014/main" id="{EAE9EC6E-2BA2-48C6-A101-4841F6437A42}"/>
              </a:ext>
            </a:extLst>
          </p:cNvPr>
          <p:cNvSpPr>
            <a:spLocks noGrp="1"/>
          </p:cNvSpPr>
          <p:nvPr/>
        </p:nvSpPr>
        <p:spPr>
          <a:xfrm>
            <a:off x="1150377" y="3994019"/>
            <a:ext cx="28398" cy="28398"/>
          </a:xfrm>
          <a:prstGeom prst="ellipse">
            <a:avLst/>
          </a:prstGeom>
          <a:solidFill>
            <a:srgbClr val="7F8C97">
              <a:alpha val="48000"/>
            </a:srgbClr>
          </a:solidFill>
          <a:ln w="0">
            <a:noFill/>
            <a:prstDash val="solid"/>
          </a:ln>
        </p:spPr>
      </p:sp>
      <p:sp>
        <p:nvSpPr>
          <p:cNvPr id="1389" name="03_assume_matched_6686">
            <a:extLst>
              <a:ext uri="{FF2B5EF4-FFF2-40B4-BE49-F238E27FC236}">
                <a16:creationId xmlns:a16="http://schemas.microsoft.com/office/drawing/2014/main" id="{1CFCAB45-23BE-4FA4-BCA4-5158D9EEFC8A}"/>
              </a:ext>
            </a:extLst>
          </p:cNvPr>
          <p:cNvSpPr>
            <a:spLocks noGrp="1"/>
          </p:cNvSpPr>
          <p:nvPr/>
        </p:nvSpPr>
        <p:spPr>
          <a:xfrm>
            <a:off x="1138864" y="4278955"/>
            <a:ext cx="28398" cy="28398"/>
          </a:xfrm>
          <a:prstGeom prst="ellipse">
            <a:avLst/>
          </a:prstGeom>
          <a:solidFill>
            <a:srgbClr val="7F8C97">
              <a:alpha val="48000"/>
            </a:srgbClr>
          </a:solidFill>
          <a:ln w="0">
            <a:noFill/>
            <a:prstDash val="solid"/>
          </a:ln>
        </p:spPr>
      </p:sp>
      <p:sp>
        <p:nvSpPr>
          <p:cNvPr id="1390" name="03_assume_matched_6687">
            <a:extLst>
              <a:ext uri="{FF2B5EF4-FFF2-40B4-BE49-F238E27FC236}">
                <a16:creationId xmlns:a16="http://schemas.microsoft.com/office/drawing/2014/main" id="{5D8AFBB7-5D93-4785-99BB-BC7D1D0EF50C}"/>
              </a:ext>
            </a:extLst>
          </p:cNvPr>
          <p:cNvSpPr>
            <a:spLocks noGrp="1"/>
          </p:cNvSpPr>
          <p:nvPr/>
        </p:nvSpPr>
        <p:spPr>
          <a:xfrm>
            <a:off x="1081732" y="4278955"/>
            <a:ext cx="28398" cy="28398"/>
          </a:xfrm>
          <a:prstGeom prst="ellipse">
            <a:avLst/>
          </a:prstGeom>
          <a:solidFill>
            <a:srgbClr val="7F8C97">
              <a:alpha val="48000"/>
            </a:srgbClr>
          </a:solidFill>
          <a:ln w="0">
            <a:noFill/>
            <a:prstDash val="solid"/>
          </a:ln>
        </p:spPr>
      </p:sp>
      <p:sp>
        <p:nvSpPr>
          <p:cNvPr id="1391" name="03_assume_matched_6688">
            <a:extLst>
              <a:ext uri="{FF2B5EF4-FFF2-40B4-BE49-F238E27FC236}">
                <a16:creationId xmlns:a16="http://schemas.microsoft.com/office/drawing/2014/main" id="{1A97BA5B-274C-4FF4-BE31-C07BA22EB866}"/>
              </a:ext>
            </a:extLst>
          </p:cNvPr>
          <p:cNvSpPr>
            <a:spLocks noGrp="1"/>
          </p:cNvSpPr>
          <p:nvPr/>
        </p:nvSpPr>
        <p:spPr>
          <a:xfrm>
            <a:off x="1160594" y="3986521"/>
            <a:ext cx="28398" cy="28398"/>
          </a:xfrm>
          <a:prstGeom prst="ellipse">
            <a:avLst/>
          </a:prstGeom>
          <a:solidFill>
            <a:srgbClr val="7F8C97">
              <a:alpha val="48000"/>
            </a:srgbClr>
          </a:solidFill>
          <a:ln w="0">
            <a:noFill/>
            <a:prstDash val="solid"/>
          </a:ln>
        </p:spPr>
      </p:sp>
      <p:sp>
        <p:nvSpPr>
          <p:cNvPr id="1392" name="03_assume_matched_6689">
            <a:extLst>
              <a:ext uri="{FF2B5EF4-FFF2-40B4-BE49-F238E27FC236}">
                <a16:creationId xmlns:a16="http://schemas.microsoft.com/office/drawing/2014/main" id="{3847A6D3-730A-404B-A0A1-8A4452B717F8}"/>
              </a:ext>
            </a:extLst>
          </p:cNvPr>
          <p:cNvSpPr>
            <a:spLocks noGrp="1"/>
          </p:cNvSpPr>
          <p:nvPr/>
        </p:nvSpPr>
        <p:spPr>
          <a:xfrm>
            <a:off x="1128359" y="4111850"/>
            <a:ext cx="28398" cy="28398"/>
          </a:xfrm>
          <a:prstGeom prst="ellipse">
            <a:avLst/>
          </a:prstGeom>
          <a:solidFill>
            <a:srgbClr val="7F8C97">
              <a:alpha val="48000"/>
            </a:srgbClr>
          </a:solidFill>
          <a:ln w="0">
            <a:noFill/>
            <a:prstDash val="solid"/>
          </a:ln>
        </p:spPr>
      </p:sp>
      <p:sp>
        <p:nvSpPr>
          <p:cNvPr id="1393" name="03_assume_matched_6690">
            <a:extLst>
              <a:ext uri="{FF2B5EF4-FFF2-40B4-BE49-F238E27FC236}">
                <a16:creationId xmlns:a16="http://schemas.microsoft.com/office/drawing/2014/main" id="{A1228731-2424-4DCA-A3E2-5A452E42067B}"/>
              </a:ext>
            </a:extLst>
          </p:cNvPr>
          <p:cNvSpPr>
            <a:spLocks noGrp="1"/>
          </p:cNvSpPr>
          <p:nvPr/>
        </p:nvSpPr>
        <p:spPr>
          <a:xfrm>
            <a:off x="1033091" y="4013106"/>
            <a:ext cx="28398" cy="28398"/>
          </a:xfrm>
          <a:prstGeom prst="ellipse">
            <a:avLst/>
          </a:prstGeom>
          <a:solidFill>
            <a:srgbClr val="7F8C97">
              <a:alpha val="48000"/>
            </a:srgbClr>
          </a:solidFill>
          <a:ln w="0">
            <a:noFill/>
            <a:prstDash val="solid"/>
          </a:ln>
        </p:spPr>
      </p:sp>
      <p:sp>
        <p:nvSpPr>
          <p:cNvPr id="1394" name="03_assume_matched_6691">
            <a:extLst>
              <a:ext uri="{FF2B5EF4-FFF2-40B4-BE49-F238E27FC236}">
                <a16:creationId xmlns:a16="http://schemas.microsoft.com/office/drawing/2014/main" id="{1099433D-E78B-4C77-A981-E857B3E798EA}"/>
              </a:ext>
            </a:extLst>
          </p:cNvPr>
          <p:cNvSpPr>
            <a:spLocks noGrp="1"/>
          </p:cNvSpPr>
          <p:nvPr/>
        </p:nvSpPr>
        <p:spPr>
          <a:xfrm>
            <a:off x="1063743" y="4278955"/>
            <a:ext cx="28398" cy="28398"/>
          </a:xfrm>
          <a:prstGeom prst="ellipse">
            <a:avLst/>
          </a:prstGeom>
          <a:solidFill>
            <a:srgbClr val="7F8C97">
              <a:alpha val="48000"/>
            </a:srgbClr>
          </a:solidFill>
          <a:ln w="0">
            <a:noFill/>
            <a:prstDash val="solid"/>
          </a:ln>
        </p:spPr>
      </p:sp>
      <p:sp>
        <p:nvSpPr>
          <p:cNvPr id="1395" name="03_assume_matched_6692">
            <a:extLst>
              <a:ext uri="{FF2B5EF4-FFF2-40B4-BE49-F238E27FC236}">
                <a16:creationId xmlns:a16="http://schemas.microsoft.com/office/drawing/2014/main" id="{0C056C96-3BF5-4740-9934-487EC26F4D60}"/>
              </a:ext>
            </a:extLst>
          </p:cNvPr>
          <p:cNvSpPr>
            <a:spLocks noGrp="1"/>
          </p:cNvSpPr>
          <p:nvPr/>
        </p:nvSpPr>
        <p:spPr>
          <a:xfrm>
            <a:off x="1032803" y="4132738"/>
            <a:ext cx="28398" cy="28398"/>
          </a:xfrm>
          <a:prstGeom prst="ellipse">
            <a:avLst/>
          </a:prstGeom>
          <a:solidFill>
            <a:srgbClr val="7F8C97">
              <a:alpha val="48000"/>
            </a:srgbClr>
          </a:solidFill>
          <a:ln w="0">
            <a:noFill/>
            <a:prstDash val="solid"/>
          </a:ln>
        </p:spPr>
      </p:sp>
      <p:sp>
        <p:nvSpPr>
          <p:cNvPr id="1396" name="03_assume_matched_6693">
            <a:extLst>
              <a:ext uri="{FF2B5EF4-FFF2-40B4-BE49-F238E27FC236}">
                <a16:creationId xmlns:a16="http://schemas.microsoft.com/office/drawing/2014/main" id="{B3A079D1-E29C-49CC-B8CA-BBB8CD6A751D}"/>
              </a:ext>
            </a:extLst>
          </p:cNvPr>
          <p:cNvSpPr>
            <a:spLocks noGrp="1"/>
          </p:cNvSpPr>
          <p:nvPr/>
        </p:nvSpPr>
        <p:spPr>
          <a:xfrm>
            <a:off x="1114112" y="3986521"/>
            <a:ext cx="28398" cy="28398"/>
          </a:xfrm>
          <a:prstGeom prst="ellipse">
            <a:avLst/>
          </a:prstGeom>
          <a:solidFill>
            <a:srgbClr val="7F8C97">
              <a:alpha val="48000"/>
            </a:srgbClr>
          </a:solidFill>
          <a:ln w="0">
            <a:noFill/>
            <a:prstDash val="solid"/>
          </a:ln>
        </p:spPr>
      </p:sp>
      <p:sp>
        <p:nvSpPr>
          <p:cNvPr id="1397" name="03_assume_matched_6694">
            <a:extLst>
              <a:ext uri="{FF2B5EF4-FFF2-40B4-BE49-F238E27FC236}">
                <a16:creationId xmlns:a16="http://schemas.microsoft.com/office/drawing/2014/main" id="{14767E36-D765-40C8-BDFF-EB7718352F4C}"/>
              </a:ext>
            </a:extLst>
          </p:cNvPr>
          <p:cNvSpPr>
            <a:spLocks noGrp="1"/>
          </p:cNvSpPr>
          <p:nvPr/>
        </p:nvSpPr>
        <p:spPr>
          <a:xfrm>
            <a:off x="1095403" y="4278955"/>
            <a:ext cx="28398" cy="28398"/>
          </a:xfrm>
          <a:prstGeom prst="ellipse">
            <a:avLst/>
          </a:prstGeom>
          <a:solidFill>
            <a:srgbClr val="7F8C97">
              <a:alpha val="48000"/>
            </a:srgbClr>
          </a:solidFill>
          <a:ln w="0">
            <a:noFill/>
            <a:prstDash val="solid"/>
          </a:ln>
        </p:spPr>
      </p:sp>
      <p:sp>
        <p:nvSpPr>
          <p:cNvPr id="1398" name="03_assume_matched_6695">
            <a:extLst>
              <a:ext uri="{FF2B5EF4-FFF2-40B4-BE49-F238E27FC236}">
                <a16:creationId xmlns:a16="http://schemas.microsoft.com/office/drawing/2014/main" id="{3B6ADC6E-7984-41C0-8E63-B80F21EE0856}"/>
              </a:ext>
            </a:extLst>
          </p:cNvPr>
          <p:cNvSpPr>
            <a:spLocks noGrp="1"/>
          </p:cNvSpPr>
          <p:nvPr/>
        </p:nvSpPr>
        <p:spPr>
          <a:xfrm>
            <a:off x="1080149" y="4278955"/>
            <a:ext cx="28398" cy="28398"/>
          </a:xfrm>
          <a:prstGeom prst="ellipse">
            <a:avLst/>
          </a:prstGeom>
          <a:solidFill>
            <a:srgbClr val="7F8C97">
              <a:alpha val="48000"/>
            </a:srgbClr>
          </a:solidFill>
          <a:ln w="0">
            <a:noFill/>
            <a:prstDash val="solid"/>
          </a:ln>
        </p:spPr>
      </p:sp>
      <p:sp>
        <p:nvSpPr>
          <p:cNvPr id="1399" name="03_assume_matched_6696">
            <a:extLst>
              <a:ext uri="{FF2B5EF4-FFF2-40B4-BE49-F238E27FC236}">
                <a16:creationId xmlns:a16="http://schemas.microsoft.com/office/drawing/2014/main" id="{2EA2F100-F417-4254-9B26-8B39BD08F2E0}"/>
              </a:ext>
            </a:extLst>
          </p:cNvPr>
          <p:cNvSpPr>
            <a:spLocks noGrp="1"/>
          </p:cNvSpPr>
          <p:nvPr/>
        </p:nvSpPr>
        <p:spPr>
          <a:xfrm>
            <a:off x="1065902" y="4278955"/>
            <a:ext cx="28398" cy="28398"/>
          </a:xfrm>
          <a:prstGeom prst="ellipse">
            <a:avLst/>
          </a:prstGeom>
          <a:solidFill>
            <a:srgbClr val="7F8C97">
              <a:alpha val="48000"/>
            </a:srgbClr>
          </a:solidFill>
          <a:ln w="0">
            <a:noFill/>
            <a:prstDash val="solid"/>
          </a:ln>
        </p:spPr>
      </p:sp>
      <p:sp>
        <p:nvSpPr>
          <p:cNvPr id="1400" name="03_assume_matched_6697">
            <a:extLst>
              <a:ext uri="{FF2B5EF4-FFF2-40B4-BE49-F238E27FC236}">
                <a16:creationId xmlns:a16="http://schemas.microsoft.com/office/drawing/2014/main" id="{9A5D7DBC-DA03-468E-9B8E-1BF19ACA21EB}"/>
              </a:ext>
            </a:extLst>
          </p:cNvPr>
          <p:cNvSpPr>
            <a:spLocks noGrp="1"/>
          </p:cNvSpPr>
          <p:nvPr/>
        </p:nvSpPr>
        <p:spPr>
          <a:xfrm>
            <a:off x="1082308" y="4278955"/>
            <a:ext cx="28398" cy="28398"/>
          </a:xfrm>
          <a:prstGeom prst="ellipse">
            <a:avLst/>
          </a:prstGeom>
          <a:solidFill>
            <a:srgbClr val="7F8C97">
              <a:alpha val="48000"/>
            </a:srgbClr>
          </a:solidFill>
          <a:ln w="0">
            <a:noFill/>
            <a:prstDash val="solid"/>
          </a:ln>
        </p:spPr>
      </p:sp>
      <p:sp>
        <p:nvSpPr>
          <p:cNvPr id="1401" name="03_assume_matched_6698">
            <a:extLst>
              <a:ext uri="{FF2B5EF4-FFF2-40B4-BE49-F238E27FC236}">
                <a16:creationId xmlns:a16="http://schemas.microsoft.com/office/drawing/2014/main" id="{14D38D99-70A7-45D3-9E99-28B1C8E3A2AE}"/>
              </a:ext>
            </a:extLst>
          </p:cNvPr>
          <p:cNvSpPr>
            <a:spLocks noGrp="1"/>
          </p:cNvSpPr>
          <p:nvPr/>
        </p:nvSpPr>
        <p:spPr>
          <a:xfrm>
            <a:off x="1167502" y="4132738"/>
            <a:ext cx="28398" cy="28398"/>
          </a:xfrm>
          <a:prstGeom prst="ellipse">
            <a:avLst/>
          </a:prstGeom>
          <a:solidFill>
            <a:srgbClr val="7F8C97">
              <a:alpha val="48000"/>
            </a:srgbClr>
          </a:solidFill>
          <a:ln w="0">
            <a:noFill/>
            <a:prstDash val="solid"/>
          </a:ln>
        </p:spPr>
      </p:sp>
      <p:sp>
        <p:nvSpPr>
          <p:cNvPr id="1402" name="03_assume_matched_6699">
            <a:extLst>
              <a:ext uri="{FF2B5EF4-FFF2-40B4-BE49-F238E27FC236}">
                <a16:creationId xmlns:a16="http://schemas.microsoft.com/office/drawing/2014/main" id="{5EAB2770-B032-4E1C-AB42-139A46B42A83}"/>
              </a:ext>
            </a:extLst>
          </p:cNvPr>
          <p:cNvSpPr>
            <a:spLocks noGrp="1"/>
          </p:cNvSpPr>
          <p:nvPr/>
        </p:nvSpPr>
        <p:spPr>
          <a:xfrm>
            <a:off x="1122458" y="4083999"/>
            <a:ext cx="28398" cy="28398"/>
          </a:xfrm>
          <a:prstGeom prst="ellipse">
            <a:avLst/>
          </a:prstGeom>
          <a:solidFill>
            <a:srgbClr val="7F8C97">
              <a:alpha val="48000"/>
            </a:srgbClr>
          </a:solidFill>
          <a:ln w="0">
            <a:noFill/>
            <a:prstDash val="solid"/>
          </a:ln>
        </p:spPr>
      </p:sp>
      <p:sp>
        <p:nvSpPr>
          <p:cNvPr id="1403" name="03_assume_matched_6700">
            <a:extLst>
              <a:ext uri="{FF2B5EF4-FFF2-40B4-BE49-F238E27FC236}">
                <a16:creationId xmlns:a16="http://schemas.microsoft.com/office/drawing/2014/main" id="{A1F5F558-3AD2-4342-9C13-9B468EA28F75}"/>
              </a:ext>
            </a:extLst>
          </p:cNvPr>
          <p:cNvSpPr>
            <a:spLocks noGrp="1"/>
          </p:cNvSpPr>
          <p:nvPr/>
        </p:nvSpPr>
        <p:spPr>
          <a:xfrm>
            <a:off x="1132244" y="4246462"/>
            <a:ext cx="28398" cy="28398"/>
          </a:xfrm>
          <a:prstGeom prst="ellipse">
            <a:avLst/>
          </a:prstGeom>
          <a:solidFill>
            <a:srgbClr val="7F8C97">
              <a:alpha val="48000"/>
            </a:srgbClr>
          </a:solidFill>
          <a:ln w="0">
            <a:noFill/>
            <a:prstDash val="solid"/>
          </a:ln>
        </p:spPr>
      </p:sp>
      <p:sp>
        <p:nvSpPr>
          <p:cNvPr id="1404" name="03_assume_matched_6701">
            <a:extLst>
              <a:ext uri="{FF2B5EF4-FFF2-40B4-BE49-F238E27FC236}">
                <a16:creationId xmlns:a16="http://schemas.microsoft.com/office/drawing/2014/main" id="{5EA9B8DD-3F1B-4FC6-B227-3E7B1E27D59C}"/>
              </a:ext>
            </a:extLst>
          </p:cNvPr>
          <p:cNvSpPr>
            <a:spLocks noGrp="1"/>
          </p:cNvSpPr>
          <p:nvPr/>
        </p:nvSpPr>
        <p:spPr>
          <a:xfrm>
            <a:off x="1069068" y="4181477"/>
            <a:ext cx="28398" cy="28398"/>
          </a:xfrm>
          <a:prstGeom prst="ellipse">
            <a:avLst/>
          </a:prstGeom>
          <a:solidFill>
            <a:srgbClr val="7F8C97">
              <a:alpha val="48000"/>
            </a:srgbClr>
          </a:solidFill>
          <a:ln w="0">
            <a:noFill/>
            <a:prstDash val="solid"/>
          </a:ln>
        </p:spPr>
      </p:sp>
      <p:sp>
        <p:nvSpPr>
          <p:cNvPr id="1405" name="03_assume_matched_6702">
            <a:extLst>
              <a:ext uri="{FF2B5EF4-FFF2-40B4-BE49-F238E27FC236}">
                <a16:creationId xmlns:a16="http://schemas.microsoft.com/office/drawing/2014/main" id="{CEA69F13-382B-49FA-B4D1-88DB470E39E9}"/>
              </a:ext>
            </a:extLst>
          </p:cNvPr>
          <p:cNvSpPr>
            <a:spLocks noGrp="1"/>
          </p:cNvSpPr>
          <p:nvPr/>
        </p:nvSpPr>
        <p:spPr>
          <a:xfrm>
            <a:off x="1159443" y="4278955"/>
            <a:ext cx="28398" cy="28398"/>
          </a:xfrm>
          <a:prstGeom prst="ellipse">
            <a:avLst/>
          </a:prstGeom>
          <a:solidFill>
            <a:srgbClr val="7F8C97">
              <a:alpha val="48000"/>
            </a:srgbClr>
          </a:solidFill>
          <a:ln w="0">
            <a:noFill/>
            <a:prstDash val="solid"/>
          </a:ln>
        </p:spPr>
      </p:sp>
      <p:sp>
        <p:nvSpPr>
          <p:cNvPr id="1406" name="03_assume_matched_6703">
            <a:extLst>
              <a:ext uri="{FF2B5EF4-FFF2-40B4-BE49-F238E27FC236}">
                <a16:creationId xmlns:a16="http://schemas.microsoft.com/office/drawing/2014/main" id="{633258F4-2037-4D23-8A54-89F1BEC87997}"/>
              </a:ext>
            </a:extLst>
          </p:cNvPr>
          <p:cNvSpPr>
            <a:spLocks noGrp="1"/>
          </p:cNvSpPr>
          <p:nvPr/>
        </p:nvSpPr>
        <p:spPr>
          <a:xfrm>
            <a:off x="1132532" y="4119445"/>
            <a:ext cx="28398" cy="28398"/>
          </a:xfrm>
          <a:prstGeom prst="ellipse">
            <a:avLst/>
          </a:prstGeom>
          <a:solidFill>
            <a:srgbClr val="7F8C97">
              <a:alpha val="48000"/>
            </a:srgbClr>
          </a:solidFill>
          <a:ln w="0">
            <a:noFill/>
            <a:prstDash val="solid"/>
          </a:ln>
        </p:spPr>
      </p:sp>
      <p:sp>
        <p:nvSpPr>
          <p:cNvPr id="1407" name="03_assume_matched_6704">
            <a:extLst>
              <a:ext uri="{FF2B5EF4-FFF2-40B4-BE49-F238E27FC236}">
                <a16:creationId xmlns:a16="http://schemas.microsoft.com/office/drawing/2014/main" id="{9DF6733B-CA72-43DA-9355-9AD304E023A9}"/>
              </a:ext>
            </a:extLst>
          </p:cNvPr>
          <p:cNvSpPr>
            <a:spLocks noGrp="1"/>
          </p:cNvSpPr>
          <p:nvPr/>
        </p:nvSpPr>
        <p:spPr>
          <a:xfrm>
            <a:off x="1050360" y="4278955"/>
            <a:ext cx="28398" cy="28398"/>
          </a:xfrm>
          <a:prstGeom prst="ellipse">
            <a:avLst/>
          </a:prstGeom>
          <a:solidFill>
            <a:srgbClr val="7F8C97">
              <a:alpha val="48000"/>
            </a:srgbClr>
          </a:solidFill>
          <a:ln w="0">
            <a:noFill/>
            <a:prstDash val="solid"/>
          </a:ln>
        </p:spPr>
      </p:sp>
      <p:sp>
        <p:nvSpPr>
          <p:cNvPr id="1408" name="03_assume_matched_6705">
            <a:extLst>
              <a:ext uri="{FF2B5EF4-FFF2-40B4-BE49-F238E27FC236}">
                <a16:creationId xmlns:a16="http://schemas.microsoft.com/office/drawing/2014/main" id="{05D57CCA-B8E5-43EB-B149-B28940504BD5}"/>
              </a:ext>
            </a:extLst>
          </p:cNvPr>
          <p:cNvSpPr>
            <a:spLocks noGrp="1"/>
          </p:cNvSpPr>
          <p:nvPr/>
        </p:nvSpPr>
        <p:spPr>
          <a:xfrm>
            <a:off x="1057699" y="4045007"/>
            <a:ext cx="28398" cy="28398"/>
          </a:xfrm>
          <a:prstGeom prst="ellipse">
            <a:avLst/>
          </a:prstGeom>
          <a:solidFill>
            <a:srgbClr val="7F8C97">
              <a:alpha val="48000"/>
            </a:srgbClr>
          </a:solidFill>
          <a:ln w="0">
            <a:noFill/>
            <a:prstDash val="solid"/>
          </a:ln>
        </p:spPr>
      </p:sp>
      <p:sp>
        <p:nvSpPr>
          <p:cNvPr id="1409" name="03_assume_matched_6706">
            <a:extLst>
              <a:ext uri="{FF2B5EF4-FFF2-40B4-BE49-F238E27FC236}">
                <a16:creationId xmlns:a16="http://schemas.microsoft.com/office/drawing/2014/main" id="{6814E3C9-C78E-4C85-B30B-DC52091D65BA}"/>
              </a:ext>
            </a:extLst>
          </p:cNvPr>
          <p:cNvSpPr>
            <a:spLocks noGrp="1"/>
          </p:cNvSpPr>
          <p:nvPr/>
        </p:nvSpPr>
        <p:spPr>
          <a:xfrm>
            <a:off x="1068924" y="4132738"/>
            <a:ext cx="28398" cy="28398"/>
          </a:xfrm>
          <a:prstGeom prst="ellipse">
            <a:avLst/>
          </a:prstGeom>
          <a:solidFill>
            <a:srgbClr val="7F8C97">
              <a:alpha val="48000"/>
            </a:srgbClr>
          </a:solidFill>
          <a:ln w="0">
            <a:noFill/>
            <a:prstDash val="solid"/>
          </a:ln>
        </p:spPr>
      </p:sp>
      <p:sp>
        <p:nvSpPr>
          <p:cNvPr id="1410" name="03_assume_matched_6707">
            <a:extLst>
              <a:ext uri="{FF2B5EF4-FFF2-40B4-BE49-F238E27FC236}">
                <a16:creationId xmlns:a16="http://schemas.microsoft.com/office/drawing/2014/main" id="{5B361C01-88EA-43E3-AB0D-E3C1264B4BAC}"/>
              </a:ext>
            </a:extLst>
          </p:cNvPr>
          <p:cNvSpPr>
            <a:spLocks noGrp="1"/>
          </p:cNvSpPr>
          <p:nvPr/>
        </p:nvSpPr>
        <p:spPr>
          <a:xfrm>
            <a:off x="1158292" y="4278955"/>
            <a:ext cx="28398" cy="28398"/>
          </a:xfrm>
          <a:prstGeom prst="ellipse">
            <a:avLst/>
          </a:prstGeom>
          <a:solidFill>
            <a:srgbClr val="7F8C97">
              <a:alpha val="48000"/>
            </a:srgbClr>
          </a:solidFill>
          <a:ln w="0">
            <a:noFill/>
            <a:prstDash val="solid"/>
          </a:ln>
        </p:spPr>
      </p:sp>
      <p:sp>
        <p:nvSpPr>
          <p:cNvPr id="1411" name="03_assume_matched_6708">
            <a:extLst>
              <a:ext uri="{FF2B5EF4-FFF2-40B4-BE49-F238E27FC236}">
                <a16:creationId xmlns:a16="http://schemas.microsoft.com/office/drawing/2014/main" id="{4B7AE1FF-FDCC-4C31-88B7-13A7BB1C22E4}"/>
              </a:ext>
            </a:extLst>
          </p:cNvPr>
          <p:cNvSpPr>
            <a:spLocks noGrp="1"/>
          </p:cNvSpPr>
          <p:nvPr/>
        </p:nvSpPr>
        <p:spPr>
          <a:xfrm>
            <a:off x="1071227" y="3986521"/>
            <a:ext cx="28398" cy="28398"/>
          </a:xfrm>
          <a:prstGeom prst="ellipse">
            <a:avLst/>
          </a:prstGeom>
          <a:solidFill>
            <a:srgbClr val="7F8C97">
              <a:alpha val="48000"/>
            </a:srgbClr>
          </a:solidFill>
          <a:ln w="0">
            <a:noFill/>
            <a:prstDash val="solid"/>
          </a:ln>
        </p:spPr>
      </p:sp>
      <p:sp>
        <p:nvSpPr>
          <p:cNvPr id="1412" name="03_assume_matched_6709">
            <a:extLst>
              <a:ext uri="{FF2B5EF4-FFF2-40B4-BE49-F238E27FC236}">
                <a16:creationId xmlns:a16="http://schemas.microsoft.com/office/drawing/2014/main" id="{629994AC-079A-460C-8AE3-3F9B51A17E13}"/>
              </a:ext>
            </a:extLst>
          </p:cNvPr>
          <p:cNvSpPr>
            <a:spLocks noGrp="1"/>
          </p:cNvSpPr>
          <p:nvPr/>
        </p:nvSpPr>
        <p:spPr>
          <a:xfrm>
            <a:off x="1150233" y="4148984"/>
            <a:ext cx="28398" cy="28398"/>
          </a:xfrm>
          <a:prstGeom prst="ellipse">
            <a:avLst/>
          </a:prstGeom>
          <a:solidFill>
            <a:srgbClr val="7F8C97">
              <a:alpha val="48000"/>
            </a:srgbClr>
          </a:solidFill>
          <a:ln w="0">
            <a:noFill/>
            <a:prstDash val="solid"/>
          </a:ln>
        </p:spPr>
      </p:sp>
      <p:sp>
        <p:nvSpPr>
          <p:cNvPr id="1413" name="03_assume_matched_6710">
            <a:extLst>
              <a:ext uri="{FF2B5EF4-FFF2-40B4-BE49-F238E27FC236}">
                <a16:creationId xmlns:a16="http://schemas.microsoft.com/office/drawing/2014/main" id="{7D715B4F-C57F-4B10-B520-2389C585C04C}"/>
              </a:ext>
            </a:extLst>
          </p:cNvPr>
          <p:cNvSpPr>
            <a:spLocks noGrp="1"/>
          </p:cNvSpPr>
          <p:nvPr/>
        </p:nvSpPr>
        <p:spPr>
          <a:xfrm>
            <a:off x="1151384" y="3986521"/>
            <a:ext cx="28398" cy="28398"/>
          </a:xfrm>
          <a:prstGeom prst="ellipse">
            <a:avLst/>
          </a:prstGeom>
          <a:solidFill>
            <a:srgbClr val="7F8C97">
              <a:alpha val="48000"/>
            </a:srgbClr>
          </a:solidFill>
          <a:ln w="0">
            <a:noFill/>
            <a:prstDash val="solid"/>
          </a:ln>
        </p:spPr>
      </p:sp>
      <p:sp>
        <p:nvSpPr>
          <p:cNvPr id="1414" name="03_assume_matched_6711">
            <a:extLst>
              <a:ext uri="{FF2B5EF4-FFF2-40B4-BE49-F238E27FC236}">
                <a16:creationId xmlns:a16="http://schemas.microsoft.com/office/drawing/2014/main" id="{8D312E15-CFFB-4713-A54E-818ABB62E7B7}"/>
              </a:ext>
            </a:extLst>
          </p:cNvPr>
          <p:cNvSpPr>
            <a:spLocks noGrp="1"/>
          </p:cNvSpPr>
          <p:nvPr/>
        </p:nvSpPr>
        <p:spPr>
          <a:xfrm>
            <a:off x="1155126" y="4278955"/>
            <a:ext cx="28398" cy="28398"/>
          </a:xfrm>
          <a:prstGeom prst="ellipse">
            <a:avLst/>
          </a:prstGeom>
          <a:solidFill>
            <a:srgbClr val="7F8C97">
              <a:alpha val="48000"/>
            </a:srgbClr>
          </a:solidFill>
          <a:ln w="0">
            <a:noFill/>
            <a:prstDash val="solid"/>
          </a:ln>
        </p:spPr>
      </p:sp>
      <p:sp>
        <p:nvSpPr>
          <p:cNvPr id="1415" name="03_assume_matched_6712">
            <a:extLst>
              <a:ext uri="{FF2B5EF4-FFF2-40B4-BE49-F238E27FC236}">
                <a16:creationId xmlns:a16="http://schemas.microsoft.com/office/drawing/2014/main" id="{6729F85A-DF47-455E-93CC-80213228A8B0}"/>
              </a:ext>
            </a:extLst>
          </p:cNvPr>
          <p:cNvSpPr>
            <a:spLocks noGrp="1"/>
          </p:cNvSpPr>
          <p:nvPr/>
        </p:nvSpPr>
        <p:spPr>
          <a:xfrm>
            <a:off x="1072378" y="4083999"/>
            <a:ext cx="28398" cy="28398"/>
          </a:xfrm>
          <a:prstGeom prst="ellipse">
            <a:avLst/>
          </a:prstGeom>
          <a:solidFill>
            <a:srgbClr val="7F8C97">
              <a:alpha val="48000"/>
            </a:srgbClr>
          </a:solidFill>
          <a:ln w="0">
            <a:noFill/>
            <a:prstDash val="solid"/>
          </a:ln>
        </p:spPr>
      </p:sp>
      <p:sp>
        <p:nvSpPr>
          <p:cNvPr id="1416" name="03_assume_matched_6713">
            <a:extLst>
              <a:ext uri="{FF2B5EF4-FFF2-40B4-BE49-F238E27FC236}">
                <a16:creationId xmlns:a16="http://schemas.microsoft.com/office/drawing/2014/main" id="{47D95C2B-5581-4078-9637-02D3BDB2CC80}"/>
              </a:ext>
            </a:extLst>
          </p:cNvPr>
          <p:cNvSpPr>
            <a:spLocks noGrp="1"/>
          </p:cNvSpPr>
          <p:nvPr/>
        </p:nvSpPr>
        <p:spPr>
          <a:xfrm>
            <a:off x="1050648" y="4278955"/>
            <a:ext cx="28398" cy="28398"/>
          </a:xfrm>
          <a:prstGeom prst="ellipse">
            <a:avLst/>
          </a:prstGeom>
          <a:solidFill>
            <a:srgbClr val="7F8C97">
              <a:alpha val="48000"/>
            </a:srgbClr>
          </a:solidFill>
          <a:ln w="0">
            <a:noFill/>
            <a:prstDash val="solid"/>
          </a:ln>
        </p:spPr>
      </p:sp>
      <p:sp>
        <p:nvSpPr>
          <p:cNvPr id="1417" name="03_assume_matched_6714">
            <a:extLst>
              <a:ext uri="{FF2B5EF4-FFF2-40B4-BE49-F238E27FC236}">
                <a16:creationId xmlns:a16="http://schemas.microsoft.com/office/drawing/2014/main" id="{F16917D5-A78E-4457-BFE9-0D4D2DDDE875}"/>
              </a:ext>
            </a:extLst>
          </p:cNvPr>
          <p:cNvSpPr>
            <a:spLocks noGrp="1"/>
          </p:cNvSpPr>
          <p:nvPr/>
        </p:nvSpPr>
        <p:spPr>
          <a:xfrm>
            <a:off x="1134403" y="4278955"/>
            <a:ext cx="28398" cy="28398"/>
          </a:xfrm>
          <a:prstGeom prst="ellipse">
            <a:avLst/>
          </a:prstGeom>
          <a:solidFill>
            <a:srgbClr val="7F8C97">
              <a:alpha val="48000"/>
            </a:srgbClr>
          </a:solidFill>
          <a:ln w="0">
            <a:noFill/>
            <a:prstDash val="solid"/>
          </a:ln>
        </p:spPr>
      </p:sp>
      <p:sp>
        <p:nvSpPr>
          <p:cNvPr id="1418" name="03_assume_matched_6715">
            <a:extLst>
              <a:ext uri="{FF2B5EF4-FFF2-40B4-BE49-F238E27FC236}">
                <a16:creationId xmlns:a16="http://schemas.microsoft.com/office/drawing/2014/main" id="{FE0F1D36-963F-46A4-BA2D-EBD0467BF97B}"/>
              </a:ext>
            </a:extLst>
          </p:cNvPr>
          <p:cNvSpPr>
            <a:spLocks noGrp="1"/>
          </p:cNvSpPr>
          <p:nvPr/>
        </p:nvSpPr>
        <p:spPr>
          <a:xfrm>
            <a:off x="1043884" y="4278955"/>
            <a:ext cx="28398" cy="28398"/>
          </a:xfrm>
          <a:prstGeom prst="ellipse">
            <a:avLst/>
          </a:prstGeom>
          <a:solidFill>
            <a:srgbClr val="7F8C97">
              <a:alpha val="48000"/>
            </a:srgbClr>
          </a:solidFill>
          <a:ln w="0">
            <a:noFill/>
            <a:prstDash val="solid"/>
          </a:ln>
        </p:spPr>
      </p:sp>
      <p:sp>
        <p:nvSpPr>
          <p:cNvPr id="1419" name="03_assume_matched_6716">
            <a:extLst>
              <a:ext uri="{FF2B5EF4-FFF2-40B4-BE49-F238E27FC236}">
                <a16:creationId xmlns:a16="http://schemas.microsoft.com/office/drawing/2014/main" id="{F705FA25-C631-4499-94A8-3C7CBE84D8DF}"/>
              </a:ext>
            </a:extLst>
          </p:cNvPr>
          <p:cNvSpPr>
            <a:spLocks noGrp="1"/>
          </p:cNvSpPr>
          <p:nvPr/>
        </p:nvSpPr>
        <p:spPr>
          <a:xfrm>
            <a:off x="1138000" y="4045007"/>
            <a:ext cx="28398" cy="28398"/>
          </a:xfrm>
          <a:prstGeom prst="ellipse">
            <a:avLst/>
          </a:prstGeom>
          <a:solidFill>
            <a:srgbClr val="7F8C97">
              <a:alpha val="48000"/>
            </a:srgbClr>
          </a:solidFill>
          <a:ln w="0">
            <a:noFill/>
            <a:prstDash val="solid"/>
          </a:ln>
        </p:spPr>
      </p:sp>
      <p:sp>
        <p:nvSpPr>
          <p:cNvPr id="1420" name="03_assume_matched_6717">
            <a:extLst>
              <a:ext uri="{FF2B5EF4-FFF2-40B4-BE49-F238E27FC236}">
                <a16:creationId xmlns:a16="http://schemas.microsoft.com/office/drawing/2014/main" id="{F621BFE5-A73A-4B51-8D39-C3BECEA34870}"/>
              </a:ext>
            </a:extLst>
          </p:cNvPr>
          <p:cNvSpPr>
            <a:spLocks noGrp="1"/>
          </p:cNvSpPr>
          <p:nvPr/>
        </p:nvSpPr>
        <p:spPr>
          <a:xfrm>
            <a:off x="1045179" y="4278955"/>
            <a:ext cx="28398" cy="28398"/>
          </a:xfrm>
          <a:prstGeom prst="ellipse">
            <a:avLst/>
          </a:prstGeom>
          <a:solidFill>
            <a:srgbClr val="7F8C97">
              <a:alpha val="48000"/>
            </a:srgbClr>
          </a:solidFill>
          <a:ln w="0">
            <a:noFill/>
            <a:prstDash val="solid"/>
          </a:ln>
        </p:spPr>
      </p:sp>
      <p:sp>
        <p:nvSpPr>
          <p:cNvPr id="1421" name="03_assume_matched_6718">
            <a:extLst>
              <a:ext uri="{FF2B5EF4-FFF2-40B4-BE49-F238E27FC236}">
                <a16:creationId xmlns:a16="http://schemas.microsoft.com/office/drawing/2014/main" id="{60922048-4A2C-4152-950E-9FE81DA242BE}"/>
              </a:ext>
            </a:extLst>
          </p:cNvPr>
          <p:cNvSpPr>
            <a:spLocks noGrp="1"/>
          </p:cNvSpPr>
          <p:nvPr/>
        </p:nvSpPr>
        <p:spPr>
          <a:xfrm>
            <a:off x="1165631" y="4278955"/>
            <a:ext cx="28398" cy="28398"/>
          </a:xfrm>
          <a:prstGeom prst="ellipse">
            <a:avLst/>
          </a:prstGeom>
          <a:solidFill>
            <a:srgbClr val="7F8C97">
              <a:alpha val="48000"/>
            </a:srgbClr>
          </a:solidFill>
          <a:ln w="0">
            <a:noFill/>
            <a:prstDash val="solid"/>
          </a:ln>
        </p:spPr>
      </p:sp>
      <p:sp>
        <p:nvSpPr>
          <p:cNvPr id="1422" name="03_assume_matched_6719">
            <a:extLst>
              <a:ext uri="{FF2B5EF4-FFF2-40B4-BE49-F238E27FC236}">
                <a16:creationId xmlns:a16="http://schemas.microsoft.com/office/drawing/2014/main" id="{01BC64CA-5F07-42FF-A841-6353FA3DE04C}"/>
              </a:ext>
            </a:extLst>
          </p:cNvPr>
          <p:cNvSpPr>
            <a:spLocks noGrp="1"/>
          </p:cNvSpPr>
          <p:nvPr/>
        </p:nvSpPr>
        <p:spPr>
          <a:xfrm>
            <a:off x="1143613" y="4278955"/>
            <a:ext cx="28398" cy="28398"/>
          </a:xfrm>
          <a:prstGeom prst="ellipse">
            <a:avLst/>
          </a:prstGeom>
          <a:solidFill>
            <a:srgbClr val="7F8C97">
              <a:alpha val="48000"/>
            </a:srgbClr>
          </a:solidFill>
          <a:ln w="0">
            <a:noFill/>
            <a:prstDash val="solid"/>
          </a:ln>
        </p:spPr>
      </p:sp>
      <p:sp>
        <p:nvSpPr>
          <p:cNvPr id="1423" name="03_assume_matched_6720">
            <a:extLst>
              <a:ext uri="{FF2B5EF4-FFF2-40B4-BE49-F238E27FC236}">
                <a16:creationId xmlns:a16="http://schemas.microsoft.com/office/drawing/2014/main" id="{A1307913-D40C-40C0-AB9A-96D84D2D6156}"/>
              </a:ext>
            </a:extLst>
          </p:cNvPr>
          <p:cNvSpPr>
            <a:spLocks noGrp="1"/>
          </p:cNvSpPr>
          <p:nvPr/>
        </p:nvSpPr>
        <p:spPr>
          <a:xfrm>
            <a:off x="1091518" y="4278955"/>
            <a:ext cx="28398" cy="28398"/>
          </a:xfrm>
          <a:prstGeom prst="ellipse">
            <a:avLst/>
          </a:prstGeom>
          <a:solidFill>
            <a:srgbClr val="7F8C97">
              <a:alpha val="48000"/>
            </a:srgbClr>
          </a:solidFill>
          <a:ln w="0">
            <a:noFill/>
            <a:prstDash val="solid"/>
          </a:ln>
        </p:spPr>
      </p:sp>
      <p:sp>
        <p:nvSpPr>
          <p:cNvPr id="1424" name="03_assume_matched_6721">
            <a:extLst>
              <a:ext uri="{FF2B5EF4-FFF2-40B4-BE49-F238E27FC236}">
                <a16:creationId xmlns:a16="http://schemas.microsoft.com/office/drawing/2014/main" id="{A5ADCB3B-B6FA-4D0F-8A30-36172A293C5A}"/>
              </a:ext>
            </a:extLst>
          </p:cNvPr>
          <p:cNvSpPr>
            <a:spLocks noGrp="1"/>
          </p:cNvSpPr>
          <p:nvPr/>
        </p:nvSpPr>
        <p:spPr>
          <a:xfrm>
            <a:off x="1067197" y="4278955"/>
            <a:ext cx="28398" cy="28398"/>
          </a:xfrm>
          <a:prstGeom prst="ellipse">
            <a:avLst/>
          </a:prstGeom>
          <a:solidFill>
            <a:srgbClr val="7F8C97">
              <a:alpha val="48000"/>
            </a:srgbClr>
          </a:solidFill>
          <a:ln w="0">
            <a:noFill/>
            <a:prstDash val="solid"/>
          </a:ln>
        </p:spPr>
      </p:sp>
      <p:sp>
        <p:nvSpPr>
          <p:cNvPr id="1425" name="03_assume_matched_6722">
            <a:extLst>
              <a:ext uri="{FF2B5EF4-FFF2-40B4-BE49-F238E27FC236}">
                <a16:creationId xmlns:a16="http://schemas.microsoft.com/office/drawing/2014/main" id="{61678BA0-B995-4E93-826C-AA6A80534837}"/>
              </a:ext>
            </a:extLst>
          </p:cNvPr>
          <p:cNvSpPr>
            <a:spLocks noGrp="1"/>
          </p:cNvSpPr>
          <p:nvPr/>
        </p:nvSpPr>
        <p:spPr>
          <a:xfrm>
            <a:off x="1169660" y="4278955"/>
            <a:ext cx="28398" cy="28398"/>
          </a:xfrm>
          <a:prstGeom prst="ellipse">
            <a:avLst/>
          </a:prstGeom>
          <a:solidFill>
            <a:srgbClr val="7F8C97">
              <a:alpha val="48000"/>
            </a:srgbClr>
          </a:solidFill>
          <a:ln w="0">
            <a:noFill/>
            <a:prstDash val="solid"/>
          </a:ln>
        </p:spPr>
      </p:sp>
      <p:sp>
        <p:nvSpPr>
          <p:cNvPr id="1426" name="03_assume_matched_6723">
            <a:extLst>
              <a:ext uri="{FF2B5EF4-FFF2-40B4-BE49-F238E27FC236}">
                <a16:creationId xmlns:a16="http://schemas.microsoft.com/office/drawing/2014/main" id="{7FBB9CF2-2BFA-4F3F-B190-E14A64B6EA8A}"/>
              </a:ext>
            </a:extLst>
          </p:cNvPr>
          <p:cNvSpPr>
            <a:spLocks noGrp="1"/>
          </p:cNvSpPr>
          <p:nvPr/>
        </p:nvSpPr>
        <p:spPr>
          <a:xfrm>
            <a:off x="1117422" y="4278955"/>
            <a:ext cx="28398" cy="28398"/>
          </a:xfrm>
          <a:prstGeom prst="ellipse">
            <a:avLst/>
          </a:prstGeom>
          <a:solidFill>
            <a:srgbClr val="7F8C97">
              <a:alpha val="48000"/>
            </a:srgbClr>
          </a:solidFill>
          <a:ln w="0">
            <a:noFill/>
            <a:prstDash val="solid"/>
          </a:ln>
        </p:spPr>
      </p:sp>
      <p:sp>
        <p:nvSpPr>
          <p:cNvPr id="1427" name="03_assume_matched_6724">
            <a:extLst>
              <a:ext uri="{FF2B5EF4-FFF2-40B4-BE49-F238E27FC236}">
                <a16:creationId xmlns:a16="http://schemas.microsoft.com/office/drawing/2014/main" id="{FED2A892-BEC7-4744-B618-C9F88B8B3810}"/>
              </a:ext>
            </a:extLst>
          </p:cNvPr>
          <p:cNvSpPr>
            <a:spLocks noGrp="1"/>
          </p:cNvSpPr>
          <p:nvPr/>
        </p:nvSpPr>
        <p:spPr>
          <a:xfrm>
            <a:off x="1150233" y="4278955"/>
            <a:ext cx="28398" cy="28398"/>
          </a:xfrm>
          <a:prstGeom prst="ellipse">
            <a:avLst/>
          </a:prstGeom>
          <a:solidFill>
            <a:srgbClr val="7F8C97">
              <a:alpha val="48000"/>
            </a:srgbClr>
          </a:solidFill>
          <a:ln w="0">
            <a:noFill/>
            <a:prstDash val="solid"/>
          </a:ln>
        </p:spPr>
      </p:sp>
      <p:sp>
        <p:nvSpPr>
          <p:cNvPr id="1428" name="03_assume_matched_6725">
            <a:extLst>
              <a:ext uri="{FF2B5EF4-FFF2-40B4-BE49-F238E27FC236}">
                <a16:creationId xmlns:a16="http://schemas.microsoft.com/office/drawing/2014/main" id="{768908F4-9A0A-4DA5-B6AE-61EB6351A130}"/>
              </a:ext>
            </a:extLst>
          </p:cNvPr>
          <p:cNvSpPr>
            <a:spLocks noGrp="1"/>
          </p:cNvSpPr>
          <p:nvPr/>
        </p:nvSpPr>
        <p:spPr>
          <a:xfrm>
            <a:off x="1049353" y="4278955"/>
            <a:ext cx="28398" cy="28398"/>
          </a:xfrm>
          <a:prstGeom prst="ellipse">
            <a:avLst/>
          </a:prstGeom>
          <a:solidFill>
            <a:srgbClr val="7F8C97">
              <a:alpha val="48000"/>
            </a:srgbClr>
          </a:solidFill>
          <a:ln w="0">
            <a:noFill/>
            <a:prstDash val="solid"/>
          </a:ln>
        </p:spPr>
      </p:sp>
      <p:sp>
        <p:nvSpPr>
          <p:cNvPr id="1429" name="03_assume_matched_6726">
            <a:extLst>
              <a:ext uri="{FF2B5EF4-FFF2-40B4-BE49-F238E27FC236}">
                <a16:creationId xmlns:a16="http://schemas.microsoft.com/office/drawing/2014/main" id="{28DB7204-1F8C-4BE9-914A-84E99B35667B}"/>
              </a:ext>
            </a:extLst>
          </p:cNvPr>
          <p:cNvSpPr>
            <a:spLocks noGrp="1"/>
          </p:cNvSpPr>
          <p:nvPr/>
        </p:nvSpPr>
        <p:spPr>
          <a:xfrm>
            <a:off x="1141310" y="3986521"/>
            <a:ext cx="28398" cy="28398"/>
          </a:xfrm>
          <a:prstGeom prst="ellipse">
            <a:avLst/>
          </a:prstGeom>
          <a:solidFill>
            <a:srgbClr val="7F8C97">
              <a:alpha val="48000"/>
            </a:srgbClr>
          </a:solidFill>
          <a:ln w="0">
            <a:noFill/>
            <a:prstDash val="solid"/>
          </a:ln>
        </p:spPr>
      </p:sp>
      <p:sp>
        <p:nvSpPr>
          <p:cNvPr id="1430" name="03_assume_matched_6727">
            <a:extLst>
              <a:ext uri="{FF2B5EF4-FFF2-40B4-BE49-F238E27FC236}">
                <a16:creationId xmlns:a16="http://schemas.microsoft.com/office/drawing/2014/main" id="{34B7495A-68DE-48DB-A008-C81AF4C4075F}"/>
              </a:ext>
            </a:extLst>
          </p:cNvPr>
          <p:cNvSpPr>
            <a:spLocks noGrp="1"/>
          </p:cNvSpPr>
          <p:nvPr/>
        </p:nvSpPr>
        <p:spPr>
          <a:xfrm>
            <a:off x="1120444" y="4181477"/>
            <a:ext cx="28398" cy="28398"/>
          </a:xfrm>
          <a:prstGeom prst="ellipse">
            <a:avLst/>
          </a:prstGeom>
          <a:solidFill>
            <a:srgbClr val="7F8C97">
              <a:alpha val="48000"/>
            </a:srgbClr>
          </a:solidFill>
          <a:ln w="0">
            <a:noFill/>
            <a:prstDash val="solid"/>
          </a:ln>
        </p:spPr>
      </p:sp>
      <p:sp>
        <p:nvSpPr>
          <p:cNvPr id="1431" name="03_assume_matched_6728">
            <a:extLst>
              <a:ext uri="{FF2B5EF4-FFF2-40B4-BE49-F238E27FC236}">
                <a16:creationId xmlns:a16="http://schemas.microsoft.com/office/drawing/2014/main" id="{EE2C0340-5AED-469A-8B8E-A1D36493E31A}"/>
              </a:ext>
            </a:extLst>
          </p:cNvPr>
          <p:cNvSpPr>
            <a:spLocks noGrp="1"/>
          </p:cNvSpPr>
          <p:nvPr/>
        </p:nvSpPr>
        <p:spPr>
          <a:xfrm>
            <a:off x="1029061" y="3986521"/>
            <a:ext cx="28398" cy="28398"/>
          </a:xfrm>
          <a:prstGeom prst="ellipse">
            <a:avLst/>
          </a:prstGeom>
          <a:solidFill>
            <a:srgbClr val="7F8C97">
              <a:alpha val="48000"/>
            </a:srgbClr>
          </a:solidFill>
          <a:ln w="0">
            <a:noFill/>
            <a:prstDash val="solid"/>
          </a:ln>
        </p:spPr>
      </p:sp>
      <p:sp>
        <p:nvSpPr>
          <p:cNvPr id="1432" name="03_assume_matched_6729">
            <a:extLst>
              <a:ext uri="{FF2B5EF4-FFF2-40B4-BE49-F238E27FC236}">
                <a16:creationId xmlns:a16="http://schemas.microsoft.com/office/drawing/2014/main" id="{8C974236-8B01-4F92-802E-34B776BB6F8D}"/>
              </a:ext>
            </a:extLst>
          </p:cNvPr>
          <p:cNvSpPr>
            <a:spLocks noGrp="1"/>
          </p:cNvSpPr>
          <p:nvPr/>
        </p:nvSpPr>
        <p:spPr>
          <a:xfrm>
            <a:off x="1088352" y="4278955"/>
            <a:ext cx="28398" cy="28398"/>
          </a:xfrm>
          <a:prstGeom prst="ellipse">
            <a:avLst/>
          </a:prstGeom>
          <a:solidFill>
            <a:srgbClr val="7F8C97">
              <a:alpha val="48000"/>
            </a:srgbClr>
          </a:solidFill>
          <a:ln w="0">
            <a:noFill/>
            <a:prstDash val="solid"/>
          </a:ln>
        </p:spPr>
      </p:sp>
      <p:sp>
        <p:nvSpPr>
          <p:cNvPr id="1433" name="03_assume_matched_6730">
            <a:extLst>
              <a:ext uri="{FF2B5EF4-FFF2-40B4-BE49-F238E27FC236}">
                <a16:creationId xmlns:a16="http://schemas.microsoft.com/office/drawing/2014/main" id="{5978E280-BDC5-495E-9FDB-79D98306001F}"/>
              </a:ext>
            </a:extLst>
          </p:cNvPr>
          <p:cNvSpPr>
            <a:spLocks noGrp="1"/>
          </p:cNvSpPr>
          <p:nvPr/>
        </p:nvSpPr>
        <p:spPr>
          <a:xfrm>
            <a:off x="1070507" y="4278955"/>
            <a:ext cx="28398" cy="28398"/>
          </a:xfrm>
          <a:prstGeom prst="ellipse">
            <a:avLst/>
          </a:prstGeom>
          <a:solidFill>
            <a:srgbClr val="7F8C97">
              <a:alpha val="48000"/>
            </a:srgbClr>
          </a:solidFill>
          <a:ln w="0">
            <a:noFill/>
            <a:prstDash val="solid"/>
          </a:ln>
        </p:spPr>
      </p:sp>
      <p:sp>
        <p:nvSpPr>
          <p:cNvPr id="1434" name="03_assume_matched_6731">
            <a:extLst>
              <a:ext uri="{FF2B5EF4-FFF2-40B4-BE49-F238E27FC236}">
                <a16:creationId xmlns:a16="http://schemas.microsoft.com/office/drawing/2014/main" id="{A9905BE0-E8A5-4D77-932A-7BBDBB736C59}"/>
              </a:ext>
            </a:extLst>
          </p:cNvPr>
          <p:cNvSpPr>
            <a:spLocks noGrp="1"/>
          </p:cNvSpPr>
          <p:nvPr/>
        </p:nvSpPr>
        <p:spPr>
          <a:xfrm>
            <a:off x="1102743" y="3986521"/>
            <a:ext cx="28398" cy="28398"/>
          </a:xfrm>
          <a:prstGeom prst="ellipse">
            <a:avLst/>
          </a:prstGeom>
          <a:solidFill>
            <a:srgbClr val="7F8C97">
              <a:alpha val="48000"/>
            </a:srgbClr>
          </a:solidFill>
          <a:ln w="0">
            <a:noFill/>
            <a:prstDash val="solid"/>
          </a:ln>
        </p:spPr>
      </p:sp>
      <p:sp>
        <p:nvSpPr>
          <p:cNvPr id="1435" name="03_assume_matched_6732">
            <a:extLst>
              <a:ext uri="{FF2B5EF4-FFF2-40B4-BE49-F238E27FC236}">
                <a16:creationId xmlns:a16="http://schemas.microsoft.com/office/drawing/2014/main" id="{0849604B-718A-4F42-8217-BDBA1B12D535}"/>
              </a:ext>
            </a:extLst>
          </p:cNvPr>
          <p:cNvSpPr>
            <a:spLocks noGrp="1"/>
          </p:cNvSpPr>
          <p:nvPr/>
        </p:nvSpPr>
        <p:spPr>
          <a:xfrm>
            <a:off x="1084610" y="4230216"/>
            <a:ext cx="28398" cy="28398"/>
          </a:xfrm>
          <a:prstGeom prst="ellipse">
            <a:avLst/>
          </a:prstGeom>
          <a:solidFill>
            <a:srgbClr val="7F8C97">
              <a:alpha val="48000"/>
            </a:srgbClr>
          </a:solidFill>
          <a:ln w="0">
            <a:noFill/>
            <a:prstDash val="solid"/>
          </a:ln>
        </p:spPr>
      </p:sp>
      <p:sp>
        <p:nvSpPr>
          <p:cNvPr id="1436" name="03_assume_matched_6733">
            <a:extLst>
              <a:ext uri="{FF2B5EF4-FFF2-40B4-BE49-F238E27FC236}">
                <a16:creationId xmlns:a16="http://schemas.microsoft.com/office/drawing/2014/main" id="{C9EDE098-B556-45C2-B8A4-28932C26FB5F}"/>
              </a:ext>
            </a:extLst>
          </p:cNvPr>
          <p:cNvSpPr>
            <a:spLocks noGrp="1"/>
          </p:cNvSpPr>
          <p:nvPr/>
        </p:nvSpPr>
        <p:spPr>
          <a:xfrm>
            <a:off x="1146779" y="4132738"/>
            <a:ext cx="28398" cy="28398"/>
          </a:xfrm>
          <a:prstGeom prst="ellipse">
            <a:avLst/>
          </a:prstGeom>
          <a:solidFill>
            <a:srgbClr val="7F8C97">
              <a:alpha val="48000"/>
            </a:srgbClr>
          </a:solidFill>
          <a:ln w="0">
            <a:noFill/>
            <a:prstDash val="solid"/>
          </a:ln>
        </p:spPr>
      </p:sp>
      <p:sp>
        <p:nvSpPr>
          <p:cNvPr id="1437" name="03_assume_matched_6734">
            <a:extLst>
              <a:ext uri="{FF2B5EF4-FFF2-40B4-BE49-F238E27FC236}">
                <a16:creationId xmlns:a16="http://schemas.microsoft.com/office/drawing/2014/main" id="{06A2A664-6F2D-44BE-892D-A63D705C62F4}"/>
              </a:ext>
            </a:extLst>
          </p:cNvPr>
          <p:cNvSpPr>
            <a:spLocks noGrp="1"/>
          </p:cNvSpPr>
          <p:nvPr/>
        </p:nvSpPr>
        <p:spPr>
          <a:xfrm>
            <a:off x="1044891" y="3986521"/>
            <a:ext cx="28398" cy="28398"/>
          </a:xfrm>
          <a:prstGeom prst="ellipse">
            <a:avLst/>
          </a:prstGeom>
          <a:solidFill>
            <a:srgbClr val="7F8C97">
              <a:alpha val="48000"/>
            </a:srgbClr>
          </a:solidFill>
          <a:ln w="0">
            <a:noFill/>
            <a:prstDash val="solid"/>
          </a:ln>
        </p:spPr>
      </p:sp>
      <p:sp>
        <p:nvSpPr>
          <p:cNvPr id="1438" name="03_assume_matched_6735">
            <a:extLst>
              <a:ext uri="{FF2B5EF4-FFF2-40B4-BE49-F238E27FC236}">
                <a16:creationId xmlns:a16="http://schemas.microsoft.com/office/drawing/2014/main" id="{E814D4A3-94D2-4267-B38D-94201EECB412}"/>
              </a:ext>
            </a:extLst>
          </p:cNvPr>
          <p:cNvSpPr>
            <a:spLocks noGrp="1"/>
          </p:cNvSpPr>
          <p:nvPr/>
        </p:nvSpPr>
        <p:spPr>
          <a:xfrm>
            <a:off x="1051511" y="4278955"/>
            <a:ext cx="28398" cy="28398"/>
          </a:xfrm>
          <a:prstGeom prst="ellipse">
            <a:avLst/>
          </a:prstGeom>
          <a:solidFill>
            <a:srgbClr val="7F8C97">
              <a:alpha val="48000"/>
            </a:srgbClr>
          </a:solidFill>
          <a:ln w="0">
            <a:noFill/>
            <a:prstDash val="solid"/>
          </a:ln>
        </p:spPr>
      </p:sp>
      <p:sp>
        <p:nvSpPr>
          <p:cNvPr id="1439" name="03_assume_matched_6736">
            <a:extLst>
              <a:ext uri="{FF2B5EF4-FFF2-40B4-BE49-F238E27FC236}">
                <a16:creationId xmlns:a16="http://schemas.microsoft.com/office/drawing/2014/main" id="{A4066A25-330A-4D36-9317-766A6995C92D}"/>
              </a:ext>
            </a:extLst>
          </p:cNvPr>
          <p:cNvSpPr>
            <a:spLocks noGrp="1"/>
          </p:cNvSpPr>
          <p:nvPr/>
        </p:nvSpPr>
        <p:spPr>
          <a:xfrm>
            <a:off x="1111377" y="3986521"/>
            <a:ext cx="28398" cy="28398"/>
          </a:xfrm>
          <a:prstGeom prst="ellipse">
            <a:avLst/>
          </a:prstGeom>
          <a:solidFill>
            <a:srgbClr val="7F8C97">
              <a:alpha val="48000"/>
            </a:srgbClr>
          </a:solidFill>
          <a:ln w="0">
            <a:noFill/>
            <a:prstDash val="solid"/>
          </a:ln>
        </p:spPr>
      </p:sp>
      <p:sp>
        <p:nvSpPr>
          <p:cNvPr id="1440" name="03_assume_matched_6737">
            <a:extLst>
              <a:ext uri="{FF2B5EF4-FFF2-40B4-BE49-F238E27FC236}">
                <a16:creationId xmlns:a16="http://schemas.microsoft.com/office/drawing/2014/main" id="{6D6B7579-17C6-476B-89D1-F7B29D844928}"/>
              </a:ext>
            </a:extLst>
          </p:cNvPr>
          <p:cNvSpPr>
            <a:spLocks noGrp="1"/>
          </p:cNvSpPr>
          <p:nvPr/>
        </p:nvSpPr>
        <p:spPr>
          <a:xfrm>
            <a:off x="1110082" y="4278955"/>
            <a:ext cx="28398" cy="28398"/>
          </a:xfrm>
          <a:prstGeom prst="ellipse">
            <a:avLst/>
          </a:prstGeom>
          <a:solidFill>
            <a:srgbClr val="7F8C97">
              <a:alpha val="48000"/>
            </a:srgbClr>
          </a:solidFill>
          <a:ln w="0">
            <a:noFill/>
            <a:prstDash val="solid"/>
          </a:ln>
        </p:spPr>
      </p:sp>
      <p:sp>
        <p:nvSpPr>
          <p:cNvPr id="1441" name="03_assume_matched_6738">
            <a:extLst>
              <a:ext uri="{FF2B5EF4-FFF2-40B4-BE49-F238E27FC236}">
                <a16:creationId xmlns:a16="http://schemas.microsoft.com/office/drawing/2014/main" id="{B511FB3D-0DD1-4D94-9C85-857CF1B5EE00}"/>
              </a:ext>
            </a:extLst>
          </p:cNvPr>
          <p:cNvSpPr>
            <a:spLocks noGrp="1"/>
          </p:cNvSpPr>
          <p:nvPr/>
        </p:nvSpPr>
        <p:spPr>
          <a:xfrm>
            <a:off x="1156853" y="4278955"/>
            <a:ext cx="28398" cy="28398"/>
          </a:xfrm>
          <a:prstGeom prst="ellipse">
            <a:avLst/>
          </a:prstGeom>
          <a:solidFill>
            <a:srgbClr val="7F8C97">
              <a:alpha val="48000"/>
            </a:srgbClr>
          </a:solidFill>
          <a:ln w="0">
            <a:noFill/>
            <a:prstDash val="solid"/>
          </a:ln>
        </p:spPr>
      </p:sp>
      <p:sp>
        <p:nvSpPr>
          <p:cNvPr id="1442" name="03_assume_matched_6739">
            <a:extLst>
              <a:ext uri="{FF2B5EF4-FFF2-40B4-BE49-F238E27FC236}">
                <a16:creationId xmlns:a16="http://schemas.microsoft.com/office/drawing/2014/main" id="{25EBD729-575C-4F9D-BF4C-59B958E9606D}"/>
              </a:ext>
            </a:extLst>
          </p:cNvPr>
          <p:cNvSpPr>
            <a:spLocks noGrp="1"/>
          </p:cNvSpPr>
          <p:nvPr/>
        </p:nvSpPr>
        <p:spPr>
          <a:xfrm>
            <a:off x="1135122" y="4278955"/>
            <a:ext cx="28398" cy="28398"/>
          </a:xfrm>
          <a:prstGeom prst="ellipse">
            <a:avLst/>
          </a:prstGeom>
          <a:solidFill>
            <a:srgbClr val="7F8C97">
              <a:alpha val="48000"/>
            </a:srgbClr>
          </a:solidFill>
          <a:ln w="0">
            <a:noFill/>
            <a:prstDash val="solid"/>
          </a:ln>
        </p:spPr>
      </p:sp>
      <p:sp>
        <p:nvSpPr>
          <p:cNvPr id="1443" name="03_assume_matched_6740">
            <a:extLst>
              <a:ext uri="{FF2B5EF4-FFF2-40B4-BE49-F238E27FC236}">
                <a16:creationId xmlns:a16="http://schemas.microsoft.com/office/drawing/2014/main" id="{FDB6CF96-BD66-4379-B5EE-7F6FA34E7734}"/>
              </a:ext>
            </a:extLst>
          </p:cNvPr>
          <p:cNvSpPr>
            <a:spLocks noGrp="1"/>
          </p:cNvSpPr>
          <p:nvPr/>
        </p:nvSpPr>
        <p:spPr>
          <a:xfrm>
            <a:off x="1067197" y="4278955"/>
            <a:ext cx="28398" cy="28398"/>
          </a:xfrm>
          <a:prstGeom prst="ellipse">
            <a:avLst/>
          </a:prstGeom>
          <a:solidFill>
            <a:srgbClr val="7F8C97">
              <a:alpha val="48000"/>
            </a:srgbClr>
          </a:solidFill>
          <a:ln w="0">
            <a:noFill/>
            <a:prstDash val="solid"/>
          </a:ln>
        </p:spPr>
      </p:sp>
      <p:sp>
        <p:nvSpPr>
          <p:cNvPr id="1444" name="03_assume_matched_6741">
            <a:extLst>
              <a:ext uri="{FF2B5EF4-FFF2-40B4-BE49-F238E27FC236}">
                <a16:creationId xmlns:a16="http://schemas.microsoft.com/office/drawing/2014/main" id="{86C8CAE4-1A03-456D-A409-7DD1808D87EA}"/>
              </a:ext>
            </a:extLst>
          </p:cNvPr>
          <p:cNvSpPr>
            <a:spLocks noGrp="1"/>
          </p:cNvSpPr>
          <p:nvPr/>
        </p:nvSpPr>
        <p:spPr>
          <a:xfrm>
            <a:off x="1138000" y="4278955"/>
            <a:ext cx="28398" cy="28398"/>
          </a:xfrm>
          <a:prstGeom prst="ellipse">
            <a:avLst/>
          </a:prstGeom>
          <a:solidFill>
            <a:srgbClr val="7F8C97">
              <a:alpha val="48000"/>
            </a:srgbClr>
          </a:solidFill>
          <a:ln w="0">
            <a:noFill/>
            <a:prstDash val="solid"/>
          </a:ln>
        </p:spPr>
      </p:sp>
      <p:sp>
        <p:nvSpPr>
          <p:cNvPr id="1445" name="03_assume_matched_6742">
            <a:extLst>
              <a:ext uri="{FF2B5EF4-FFF2-40B4-BE49-F238E27FC236}">
                <a16:creationId xmlns:a16="http://schemas.microsoft.com/office/drawing/2014/main" id="{4E5F1F9C-E214-4AE1-A1EA-E163DFAF3635}"/>
              </a:ext>
            </a:extLst>
          </p:cNvPr>
          <p:cNvSpPr>
            <a:spLocks noGrp="1"/>
          </p:cNvSpPr>
          <p:nvPr/>
        </p:nvSpPr>
        <p:spPr>
          <a:xfrm>
            <a:off x="1126344" y="4278955"/>
            <a:ext cx="28398" cy="28398"/>
          </a:xfrm>
          <a:prstGeom prst="ellipse">
            <a:avLst/>
          </a:prstGeom>
          <a:solidFill>
            <a:srgbClr val="7F8C97">
              <a:alpha val="48000"/>
            </a:srgbClr>
          </a:solidFill>
          <a:ln w="0">
            <a:noFill/>
            <a:prstDash val="solid"/>
          </a:ln>
        </p:spPr>
      </p:sp>
      <p:sp>
        <p:nvSpPr>
          <p:cNvPr id="1446" name="03_assume_matched_6743">
            <a:extLst>
              <a:ext uri="{FF2B5EF4-FFF2-40B4-BE49-F238E27FC236}">
                <a16:creationId xmlns:a16="http://schemas.microsoft.com/office/drawing/2014/main" id="{0C77D85D-D22E-4252-903B-8A8E640F9B29}"/>
              </a:ext>
            </a:extLst>
          </p:cNvPr>
          <p:cNvSpPr>
            <a:spLocks noGrp="1"/>
          </p:cNvSpPr>
          <p:nvPr/>
        </p:nvSpPr>
        <p:spPr>
          <a:xfrm>
            <a:off x="1132532" y="4278955"/>
            <a:ext cx="28398" cy="28398"/>
          </a:xfrm>
          <a:prstGeom prst="ellipse">
            <a:avLst/>
          </a:prstGeom>
          <a:solidFill>
            <a:srgbClr val="7F8C97">
              <a:alpha val="48000"/>
            </a:srgbClr>
          </a:solidFill>
          <a:ln w="0">
            <a:noFill/>
            <a:prstDash val="solid"/>
          </a:ln>
        </p:spPr>
      </p:sp>
      <p:sp>
        <p:nvSpPr>
          <p:cNvPr id="1447" name="03_assume_matched_6744">
            <a:extLst>
              <a:ext uri="{FF2B5EF4-FFF2-40B4-BE49-F238E27FC236}">
                <a16:creationId xmlns:a16="http://schemas.microsoft.com/office/drawing/2014/main" id="{3EA76B6B-9AA8-456A-9EB0-7280752913FA}"/>
              </a:ext>
            </a:extLst>
          </p:cNvPr>
          <p:cNvSpPr>
            <a:spLocks noGrp="1"/>
          </p:cNvSpPr>
          <p:nvPr/>
        </p:nvSpPr>
        <p:spPr>
          <a:xfrm>
            <a:off x="1145915" y="4278955"/>
            <a:ext cx="28398" cy="28398"/>
          </a:xfrm>
          <a:prstGeom prst="ellipse">
            <a:avLst/>
          </a:prstGeom>
          <a:solidFill>
            <a:srgbClr val="7F8C97">
              <a:alpha val="48000"/>
            </a:srgbClr>
          </a:solidFill>
          <a:ln w="0">
            <a:noFill/>
            <a:prstDash val="solid"/>
          </a:ln>
        </p:spPr>
      </p:sp>
      <p:sp>
        <p:nvSpPr>
          <p:cNvPr id="1448" name="03_assume_matched_6745">
            <a:extLst>
              <a:ext uri="{FF2B5EF4-FFF2-40B4-BE49-F238E27FC236}">
                <a16:creationId xmlns:a16="http://schemas.microsoft.com/office/drawing/2014/main" id="{E0381A3B-68EF-48BF-9E39-CFB599C0786E}"/>
              </a:ext>
            </a:extLst>
          </p:cNvPr>
          <p:cNvSpPr>
            <a:spLocks noGrp="1"/>
          </p:cNvSpPr>
          <p:nvPr/>
        </p:nvSpPr>
        <p:spPr>
          <a:xfrm>
            <a:off x="1054533" y="3986521"/>
            <a:ext cx="28398" cy="28398"/>
          </a:xfrm>
          <a:prstGeom prst="ellipse">
            <a:avLst/>
          </a:prstGeom>
          <a:solidFill>
            <a:srgbClr val="7F8C97">
              <a:alpha val="48000"/>
            </a:srgbClr>
          </a:solidFill>
          <a:ln w="0">
            <a:noFill/>
            <a:prstDash val="solid"/>
          </a:ln>
        </p:spPr>
      </p:sp>
      <p:sp>
        <p:nvSpPr>
          <p:cNvPr id="1449" name="03_assume_matched_6746">
            <a:extLst>
              <a:ext uri="{FF2B5EF4-FFF2-40B4-BE49-F238E27FC236}">
                <a16:creationId xmlns:a16="http://schemas.microsoft.com/office/drawing/2014/main" id="{DEA44C41-0767-4A4A-9B2B-13563ED38921}"/>
              </a:ext>
            </a:extLst>
          </p:cNvPr>
          <p:cNvSpPr>
            <a:spLocks noGrp="1"/>
          </p:cNvSpPr>
          <p:nvPr/>
        </p:nvSpPr>
        <p:spPr>
          <a:xfrm>
            <a:off x="1043740" y="4083999"/>
            <a:ext cx="28398" cy="28398"/>
          </a:xfrm>
          <a:prstGeom prst="ellipse">
            <a:avLst/>
          </a:prstGeom>
          <a:solidFill>
            <a:srgbClr val="7F8C97">
              <a:alpha val="48000"/>
            </a:srgbClr>
          </a:solidFill>
          <a:ln w="0">
            <a:noFill/>
            <a:prstDash val="solid"/>
          </a:ln>
        </p:spPr>
      </p:sp>
      <p:sp>
        <p:nvSpPr>
          <p:cNvPr id="1450" name="03_assume_matched_6747">
            <a:extLst>
              <a:ext uri="{FF2B5EF4-FFF2-40B4-BE49-F238E27FC236}">
                <a16:creationId xmlns:a16="http://schemas.microsoft.com/office/drawing/2014/main" id="{B98E201E-8CDB-4C08-822E-8096A33BCBDE}"/>
              </a:ext>
            </a:extLst>
          </p:cNvPr>
          <p:cNvSpPr>
            <a:spLocks noGrp="1"/>
          </p:cNvSpPr>
          <p:nvPr/>
        </p:nvSpPr>
        <p:spPr>
          <a:xfrm>
            <a:off x="1126632" y="4132738"/>
            <a:ext cx="28398" cy="28398"/>
          </a:xfrm>
          <a:prstGeom prst="ellipse">
            <a:avLst/>
          </a:prstGeom>
          <a:solidFill>
            <a:srgbClr val="7F8C97">
              <a:alpha val="48000"/>
            </a:srgbClr>
          </a:solidFill>
          <a:ln w="0">
            <a:noFill/>
            <a:prstDash val="solid"/>
          </a:ln>
        </p:spPr>
      </p:sp>
      <p:sp>
        <p:nvSpPr>
          <p:cNvPr id="1451" name="03_assume_matched_6748">
            <a:extLst>
              <a:ext uri="{FF2B5EF4-FFF2-40B4-BE49-F238E27FC236}">
                <a16:creationId xmlns:a16="http://schemas.microsoft.com/office/drawing/2014/main" id="{5F5F71FB-196E-4DFD-87D4-5C45309C7243}"/>
              </a:ext>
            </a:extLst>
          </p:cNvPr>
          <p:cNvSpPr>
            <a:spLocks noGrp="1"/>
          </p:cNvSpPr>
          <p:nvPr/>
        </p:nvSpPr>
        <p:spPr>
          <a:xfrm>
            <a:off x="1163760" y="4237179"/>
            <a:ext cx="28398" cy="28398"/>
          </a:xfrm>
          <a:prstGeom prst="ellipse">
            <a:avLst/>
          </a:prstGeom>
          <a:solidFill>
            <a:srgbClr val="7F8C97">
              <a:alpha val="48000"/>
            </a:srgbClr>
          </a:solidFill>
          <a:ln w="0">
            <a:noFill/>
            <a:prstDash val="solid"/>
          </a:ln>
        </p:spPr>
      </p:sp>
      <p:sp>
        <p:nvSpPr>
          <p:cNvPr id="1452" name="03_assume_matched_6749">
            <a:extLst>
              <a:ext uri="{FF2B5EF4-FFF2-40B4-BE49-F238E27FC236}">
                <a16:creationId xmlns:a16="http://schemas.microsoft.com/office/drawing/2014/main" id="{84900D5A-EE13-4692-B562-DEC3EBB5D3E8}"/>
              </a:ext>
            </a:extLst>
          </p:cNvPr>
          <p:cNvSpPr>
            <a:spLocks noGrp="1"/>
          </p:cNvSpPr>
          <p:nvPr/>
        </p:nvSpPr>
        <p:spPr>
          <a:xfrm>
            <a:off x="1169948" y="3986521"/>
            <a:ext cx="28398" cy="28398"/>
          </a:xfrm>
          <a:prstGeom prst="ellipse">
            <a:avLst/>
          </a:prstGeom>
          <a:solidFill>
            <a:srgbClr val="7F8C97">
              <a:alpha val="48000"/>
            </a:srgbClr>
          </a:solidFill>
          <a:ln w="0">
            <a:noFill/>
            <a:prstDash val="solid"/>
          </a:ln>
        </p:spPr>
      </p:sp>
      <p:sp>
        <p:nvSpPr>
          <p:cNvPr id="1453" name="03_assume_matched_6750">
            <a:extLst>
              <a:ext uri="{FF2B5EF4-FFF2-40B4-BE49-F238E27FC236}">
                <a16:creationId xmlns:a16="http://schemas.microsoft.com/office/drawing/2014/main" id="{AD5EB286-E59B-4A9C-A162-C9DFCAD897EE}"/>
              </a:ext>
            </a:extLst>
          </p:cNvPr>
          <p:cNvSpPr>
            <a:spLocks noGrp="1"/>
          </p:cNvSpPr>
          <p:nvPr/>
        </p:nvSpPr>
        <p:spPr>
          <a:xfrm>
            <a:off x="1081013" y="4278955"/>
            <a:ext cx="28398" cy="28398"/>
          </a:xfrm>
          <a:prstGeom prst="ellipse">
            <a:avLst/>
          </a:prstGeom>
          <a:solidFill>
            <a:srgbClr val="7F8C97">
              <a:alpha val="48000"/>
            </a:srgbClr>
          </a:solidFill>
          <a:ln w="0">
            <a:noFill/>
            <a:prstDash val="solid"/>
          </a:ln>
        </p:spPr>
      </p:sp>
      <p:sp>
        <p:nvSpPr>
          <p:cNvPr id="1454" name="03_assume_matched_6751">
            <a:extLst>
              <a:ext uri="{FF2B5EF4-FFF2-40B4-BE49-F238E27FC236}">
                <a16:creationId xmlns:a16="http://schemas.microsoft.com/office/drawing/2014/main" id="{2885C300-6F5F-42B6-91DC-3C37A3AAA782}"/>
              </a:ext>
            </a:extLst>
          </p:cNvPr>
          <p:cNvSpPr>
            <a:spLocks noGrp="1"/>
          </p:cNvSpPr>
          <p:nvPr/>
        </p:nvSpPr>
        <p:spPr>
          <a:xfrm>
            <a:off x="1133827" y="4278955"/>
            <a:ext cx="28398" cy="28398"/>
          </a:xfrm>
          <a:prstGeom prst="ellipse">
            <a:avLst/>
          </a:prstGeom>
          <a:solidFill>
            <a:srgbClr val="7F8C97">
              <a:alpha val="48000"/>
            </a:srgbClr>
          </a:solidFill>
          <a:ln w="0">
            <a:noFill/>
            <a:prstDash val="solid"/>
          </a:ln>
        </p:spPr>
      </p:sp>
      <p:sp>
        <p:nvSpPr>
          <p:cNvPr id="1455" name="03_assume_matched_6752">
            <a:extLst>
              <a:ext uri="{FF2B5EF4-FFF2-40B4-BE49-F238E27FC236}">
                <a16:creationId xmlns:a16="http://schemas.microsoft.com/office/drawing/2014/main" id="{116A7BCE-A4E9-482D-9510-C1335F929A97}"/>
              </a:ext>
            </a:extLst>
          </p:cNvPr>
          <p:cNvSpPr>
            <a:spLocks noGrp="1"/>
          </p:cNvSpPr>
          <p:nvPr/>
        </p:nvSpPr>
        <p:spPr>
          <a:xfrm>
            <a:off x="1144764" y="4278955"/>
            <a:ext cx="28398" cy="28398"/>
          </a:xfrm>
          <a:prstGeom prst="ellipse">
            <a:avLst/>
          </a:prstGeom>
          <a:solidFill>
            <a:srgbClr val="7F8C97">
              <a:alpha val="48000"/>
            </a:srgbClr>
          </a:solidFill>
          <a:ln w="0">
            <a:noFill/>
            <a:prstDash val="solid"/>
          </a:ln>
        </p:spPr>
      </p:sp>
      <p:sp>
        <p:nvSpPr>
          <p:cNvPr id="1456" name="03_assume_matched_6753">
            <a:extLst>
              <a:ext uri="{FF2B5EF4-FFF2-40B4-BE49-F238E27FC236}">
                <a16:creationId xmlns:a16="http://schemas.microsoft.com/office/drawing/2014/main" id="{5DFD0474-0225-40C7-A832-6B2F72A0D884}"/>
              </a:ext>
            </a:extLst>
          </p:cNvPr>
          <p:cNvSpPr>
            <a:spLocks noGrp="1"/>
          </p:cNvSpPr>
          <p:nvPr/>
        </p:nvSpPr>
        <p:spPr>
          <a:xfrm>
            <a:off x="1162177" y="4278955"/>
            <a:ext cx="28398" cy="28398"/>
          </a:xfrm>
          <a:prstGeom prst="ellipse">
            <a:avLst/>
          </a:prstGeom>
          <a:solidFill>
            <a:srgbClr val="7F8C97">
              <a:alpha val="48000"/>
            </a:srgbClr>
          </a:solidFill>
          <a:ln w="0">
            <a:noFill/>
            <a:prstDash val="solid"/>
          </a:ln>
        </p:spPr>
      </p:sp>
      <p:sp>
        <p:nvSpPr>
          <p:cNvPr id="1457" name="03_assume_matched_6754">
            <a:extLst>
              <a:ext uri="{FF2B5EF4-FFF2-40B4-BE49-F238E27FC236}">
                <a16:creationId xmlns:a16="http://schemas.microsoft.com/office/drawing/2014/main" id="{1728112D-826C-4B5A-A7C6-CADAF5B5A00C}"/>
              </a:ext>
            </a:extLst>
          </p:cNvPr>
          <p:cNvSpPr>
            <a:spLocks noGrp="1"/>
          </p:cNvSpPr>
          <p:nvPr/>
        </p:nvSpPr>
        <p:spPr>
          <a:xfrm>
            <a:off x="1146923" y="4278955"/>
            <a:ext cx="28398" cy="28398"/>
          </a:xfrm>
          <a:prstGeom prst="ellipse">
            <a:avLst/>
          </a:prstGeom>
          <a:solidFill>
            <a:srgbClr val="7F8C97">
              <a:alpha val="48000"/>
            </a:srgbClr>
          </a:solidFill>
          <a:ln w="0">
            <a:noFill/>
            <a:prstDash val="solid"/>
          </a:ln>
        </p:spPr>
      </p:sp>
      <p:sp>
        <p:nvSpPr>
          <p:cNvPr id="1458" name="03_assume_matched_6755">
            <a:extLst>
              <a:ext uri="{FF2B5EF4-FFF2-40B4-BE49-F238E27FC236}">
                <a16:creationId xmlns:a16="http://schemas.microsoft.com/office/drawing/2014/main" id="{A797E53C-CFC3-4F86-B025-23395A47CF8C}"/>
              </a:ext>
            </a:extLst>
          </p:cNvPr>
          <p:cNvSpPr>
            <a:spLocks noGrp="1"/>
          </p:cNvSpPr>
          <p:nvPr/>
        </p:nvSpPr>
        <p:spPr>
          <a:xfrm>
            <a:off x="1125193" y="4278955"/>
            <a:ext cx="28398" cy="28398"/>
          </a:xfrm>
          <a:prstGeom prst="ellipse">
            <a:avLst/>
          </a:prstGeom>
          <a:solidFill>
            <a:srgbClr val="7F8C97">
              <a:alpha val="48000"/>
            </a:srgbClr>
          </a:solidFill>
          <a:ln w="0">
            <a:noFill/>
            <a:prstDash val="solid"/>
          </a:ln>
        </p:spPr>
      </p:sp>
      <p:sp>
        <p:nvSpPr>
          <p:cNvPr id="1459" name="03_assume_matched_6756">
            <a:extLst>
              <a:ext uri="{FF2B5EF4-FFF2-40B4-BE49-F238E27FC236}">
                <a16:creationId xmlns:a16="http://schemas.microsoft.com/office/drawing/2014/main" id="{76B02680-652E-47F5-9F87-2D9A5B2EECF3}"/>
              </a:ext>
            </a:extLst>
          </p:cNvPr>
          <p:cNvSpPr>
            <a:spLocks noGrp="1"/>
          </p:cNvSpPr>
          <p:nvPr/>
        </p:nvSpPr>
        <p:spPr>
          <a:xfrm>
            <a:off x="1036976" y="3986521"/>
            <a:ext cx="28398" cy="28398"/>
          </a:xfrm>
          <a:prstGeom prst="ellipse">
            <a:avLst/>
          </a:prstGeom>
          <a:solidFill>
            <a:srgbClr val="7F8C97">
              <a:alpha val="48000"/>
            </a:srgbClr>
          </a:solidFill>
          <a:ln w="0">
            <a:noFill/>
            <a:prstDash val="solid"/>
          </a:ln>
        </p:spPr>
      </p:sp>
      <p:sp>
        <p:nvSpPr>
          <p:cNvPr id="1460" name="03_assume_matched_6757">
            <a:extLst>
              <a:ext uri="{FF2B5EF4-FFF2-40B4-BE49-F238E27FC236}">
                <a16:creationId xmlns:a16="http://schemas.microsoft.com/office/drawing/2014/main" id="{A43FF07A-C679-4DC4-B644-F7FE14618EC2}"/>
              </a:ext>
            </a:extLst>
          </p:cNvPr>
          <p:cNvSpPr>
            <a:spLocks noGrp="1"/>
          </p:cNvSpPr>
          <p:nvPr/>
        </p:nvSpPr>
        <p:spPr>
          <a:xfrm>
            <a:off x="1050936" y="4278955"/>
            <a:ext cx="28398" cy="28398"/>
          </a:xfrm>
          <a:prstGeom prst="ellipse">
            <a:avLst/>
          </a:prstGeom>
          <a:solidFill>
            <a:srgbClr val="7F8C97">
              <a:alpha val="48000"/>
            </a:srgbClr>
          </a:solidFill>
          <a:ln w="0">
            <a:noFill/>
            <a:prstDash val="solid"/>
          </a:ln>
        </p:spPr>
      </p:sp>
      <p:sp>
        <p:nvSpPr>
          <p:cNvPr id="1461" name="03_assume_matched_6758">
            <a:extLst>
              <a:ext uri="{FF2B5EF4-FFF2-40B4-BE49-F238E27FC236}">
                <a16:creationId xmlns:a16="http://schemas.microsoft.com/office/drawing/2014/main" id="{AA708901-4BF2-4B6D-A69A-78930BED92BF}"/>
              </a:ext>
            </a:extLst>
          </p:cNvPr>
          <p:cNvSpPr>
            <a:spLocks noGrp="1"/>
          </p:cNvSpPr>
          <p:nvPr/>
        </p:nvSpPr>
        <p:spPr>
          <a:xfrm>
            <a:off x="1112097" y="3986521"/>
            <a:ext cx="28398" cy="28398"/>
          </a:xfrm>
          <a:prstGeom prst="ellipse">
            <a:avLst/>
          </a:prstGeom>
          <a:solidFill>
            <a:srgbClr val="7F8C97">
              <a:alpha val="48000"/>
            </a:srgbClr>
          </a:solidFill>
          <a:ln w="0">
            <a:noFill/>
            <a:prstDash val="solid"/>
          </a:ln>
        </p:spPr>
      </p:sp>
      <p:sp>
        <p:nvSpPr>
          <p:cNvPr id="1462" name="03_assume_matched_6759">
            <a:extLst>
              <a:ext uri="{FF2B5EF4-FFF2-40B4-BE49-F238E27FC236}">
                <a16:creationId xmlns:a16="http://schemas.microsoft.com/office/drawing/2014/main" id="{6CC16472-425F-4722-A858-A2BD2D3DC544}"/>
              </a:ext>
            </a:extLst>
          </p:cNvPr>
          <p:cNvSpPr>
            <a:spLocks noGrp="1"/>
          </p:cNvSpPr>
          <p:nvPr/>
        </p:nvSpPr>
        <p:spPr>
          <a:xfrm>
            <a:off x="1056980" y="4278955"/>
            <a:ext cx="28398" cy="28398"/>
          </a:xfrm>
          <a:prstGeom prst="ellipse">
            <a:avLst/>
          </a:prstGeom>
          <a:solidFill>
            <a:srgbClr val="7F8C97">
              <a:alpha val="48000"/>
            </a:srgbClr>
          </a:solidFill>
          <a:ln w="0">
            <a:noFill/>
            <a:prstDash val="solid"/>
          </a:ln>
        </p:spPr>
      </p:sp>
      <p:sp>
        <p:nvSpPr>
          <p:cNvPr id="1463" name="03_assume_matched_6760">
            <a:extLst>
              <a:ext uri="{FF2B5EF4-FFF2-40B4-BE49-F238E27FC236}">
                <a16:creationId xmlns:a16="http://schemas.microsoft.com/office/drawing/2014/main" id="{5A5C41ED-F884-42D7-AE65-0CD7F1B3FD6B}"/>
              </a:ext>
            </a:extLst>
          </p:cNvPr>
          <p:cNvSpPr>
            <a:spLocks noGrp="1"/>
          </p:cNvSpPr>
          <p:nvPr/>
        </p:nvSpPr>
        <p:spPr>
          <a:xfrm>
            <a:off x="1083027" y="4278955"/>
            <a:ext cx="28398" cy="28398"/>
          </a:xfrm>
          <a:prstGeom prst="ellipse">
            <a:avLst/>
          </a:prstGeom>
          <a:solidFill>
            <a:srgbClr val="7F8C97">
              <a:alpha val="48000"/>
            </a:srgbClr>
          </a:solidFill>
          <a:ln w="0">
            <a:noFill/>
            <a:prstDash val="solid"/>
          </a:ln>
        </p:spPr>
      </p:sp>
      <p:sp>
        <p:nvSpPr>
          <p:cNvPr id="1464" name="03_assume_matched_6761">
            <a:extLst>
              <a:ext uri="{FF2B5EF4-FFF2-40B4-BE49-F238E27FC236}">
                <a16:creationId xmlns:a16="http://schemas.microsoft.com/office/drawing/2014/main" id="{E279CC84-A934-43CD-B5F0-9B2E64B35DEA}"/>
              </a:ext>
            </a:extLst>
          </p:cNvPr>
          <p:cNvSpPr>
            <a:spLocks noGrp="1"/>
          </p:cNvSpPr>
          <p:nvPr/>
        </p:nvSpPr>
        <p:spPr>
          <a:xfrm>
            <a:off x="1032083" y="4278955"/>
            <a:ext cx="28398" cy="28398"/>
          </a:xfrm>
          <a:prstGeom prst="ellipse">
            <a:avLst/>
          </a:prstGeom>
          <a:solidFill>
            <a:srgbClr val="7F8C97">
              <a:alpha val="48000"/>
            </a:srgbClr>
          </a:solidFill>
          <a:ln w="0">
            <a:noFill/>
            <a:prstDash val="solid"/>
          </a:ln>
        </p:spPr>
      </p:sp>
      <p:sp>
        <p:nvSpPr>
          <p:cNvPr id="1465" name="03_assume_matched_6762">
            <a:extLst>
              <a:ext uri="{FF2B5EF4-FFF2-40B4-BE49-F238E27FC236}">
                <a16:creationId xmlns:a16="http://schemas.microsoft.com/office/drawing/2014/main" id="{11A2C62E-10E6-483A-B6D1-5DD0D735C8DC}"/>
              </a:ext>
            </a:extLst>
          </p:cNvPr>
          <p:cNvSpPr>
            <a:spLocks noGrp="1"/>
          </p:cNvSpPr>
          <p:nvPr/>
        </p:nvSpPr>
        <p:spPr>
          <a:xfrm>
            <a:off x="1527570" y="3709083"/>
            <a:ext cx="28398" cy="28398"/>
          </a:xfrm>
          <a:prstGeom prst="ellipse">
            <a:avLst/>
          </a:prstGeom>
          <a:solidFill>
            <a:srgbClr val="7F8C97">
              <a:alpha val="48000"/>
            </a:srgbClr>
          </a:solidFill>
          <a:ln w="0">
            <a:noFill/>
            <a:prstDash val="solid"/>
          </a:ln>
        </p:spPr>
      </p:sp>
      <p:sp>
        <p:nvSpPr>
          <p:cNvPr id="1466" name="03_assume_matched_6763">
            <a:extLst>
              <a:ext uri="{FF2B5EF4-FFF2-40B4-BE49-F238E27FC236}">
                <a16:creationId xmlns:a16="http://schemas.microsoft.com/office/drawing/2014/main" id="{2929E1BB-63ED-4897-99EE-FB20A4038A7F}"/>
              </a:ext>
            </a:extLst>
          </p:cNvPr>
          <p:cNvSpPr>
            <a:spLocks noGrp="1"/>
          </p:cNvSpPr>
          <p:nvPr/>
        </p:nvSpPr>
        <p:spPr>
          <a:xfrm>
            <a:off x="1516057" y="4278955"/>
            <a:ext cx="28398" cy="28398"/>
          </a:xfrm>
          <a:prstGeom prst="ellipse">
            <a:avLst/>
          </a:prstGeom>
          <a:solidFill>
            <a:srgbClr val="7F8C97">
              <a:alpha val="48000"/>
            </a:srgbClr>
          </a:solidFill>
          <a:ln w="0">
            <a:noFill/>
            <a:prstDash val="solid"/>
          </a:ln>
        </p:spPr>
      </p:sp>
      <p:sp>
        <p:nvSpPr>
          <p:cNvPr id="1467" name="03_assume_matched_6764">
            <a:extLst>
              <a:ext uri="{FF2B5EF4-FFF2-40B4-BE49-F238E27FC236}">
                <a16:creationId xmlns:a16="http://schemas.microsoft.com/office/drawing/2014/main" id="{E107324C-A612-47AD-B67C-38E5F7286C2D}"/>
              </a:ext>
            </a:extLst>
          </p:cNvPr>
          <p:cNvSpPr>
            <a:spLocks noGrp="1"/>
          </p:cNvSpPr>
          <p:nvPr/>
        </p:nvSpPr>
        <p:spPr>
          <a:xfrm>
            <a:off x="1458925" y="3694086"/>
            <a:ext cx="28398" cy="28398"/>
          </a:xfrm>
          <a:prstGeom prst="ellipse">
            <a:avLst/>
          </a:prstGeom>
          <a:solidFill>
            <a:srgbClr val="7F8C97">
              <a:alpha val="48000"/>
            </a:srgbClr>
          </a:solidFill>
          <a:ln w="0">
            <a:noFill/>
            <a:prstDash val="solid"/>
          </a:ln>
        </p:spPr>
      </p:sp>
      <p:sp>
        <p:nvSpPr>
          <p:cNvPr id="1468" name="03_assume_matched_6765">
            <a:extLst>
              <a:ext uri="{FF2B5EF4-FFF2-40B4-BE49-F238E27FC236}">
                <a16:creationId xmlns:a16="http://schemas.microsoft.com/office/drawing/2014/main" id="{F42E73E7-4595-4579-A6B8-E559C3061F22}"/>
              </a:ext>
            </a:extLst>
          </p:cNvPr>
          <p:cNvSpPr>
            <a:spLocks noGrp="1"/>
          </p:cNvSpPr>
          <p:nvPr/>
        </p:nvSpPr>
        <p:spPr>
          <a:xfrm>
            <a:off x="1537787" y="3694086"/>
            <a:ext cx="28398" cy="28398"/>
          </a:xfrm>
          <a:prstGeom prst="ellipse">
            <a:avLst/>
          </a:prstGeom>
          <a:solidFill>
            <a:srgbClr val="7F8C97">
              <a:alpha val="48000"/>
            </a:srgbClr>
          </a:solidFill>
          <a:ln w="0">
            <a:noFill/>
            <a:prstDash val="solid"/>
          </a:ln>
        </p:spPr>
      </p:sp>
      <p:sp>
        <p:nvSpPr>
          <p:cNvPr id="1469" name="03_assume_matched_6766">
            <a:extLst>
              <a:ext uri="{FF2B5EF4-FFF2-40B4-BE49-F238E27FC236}">
                <a16:creationId xmlns:a16="http://schemas.microsoft.com/office/drawing/2014/main" id="{704FD6C2-6B89-4146-8051-07C37EB71FDD}"/>
              </a:ext>
            </a:extLst>
          </p:cNvPr>
          <p:cNvSpPr>
            <a:spLocks noGrp="1"/>
          </p:cNvSpPr>
          <p:nvPr/>
        </p:nvSpPr>
        <p:spPr>
          <a:xfrm>
            <a:off x="1505552" y="3861191"/>
            <a:ext cx="28398" cy="28398"/>
          </a:xfrm>
          <a:prstGeom prst="ellipse">
            <a:avLst/>
          </a:prstGeom>
          <a:solidFill>
            <a:srgbClr val="7F8C97">
              <a:alpha val="48000"/>
            </a:srgbClr>
          </a:solidFill>
          <a:ln w="0">
            <a:noFill/>
            <a:prstDash val="solid"/>
          </a:ln>
        </p:spPr>
      </p:sp>
      <p:sp>
        <p:nvSpPr>
          <p:cNvPr id="1470" name="03_assume_matched_6767">
            <a:extLst>
              <a:ext uri="{FF2B5EF4-FFF2-40B4-BE49-F238E27FC236}">
                <a16:creationId xmlns:a16="http://schemas.microsoft.com/office/drawing/2014/main" id="{E96DC81D-41AF-464E-8EE3-758C89541050}"/>
              </a:ext>
            </a:extLst>
          </p:cNvPr>
          <p:cNvSpPr>
            <a:spLocks noGrp="1"/>
          </p:cNvSpPr>
          <p:nvPr/>
        </p:nvSpPr>
        <p:spPr>
          <a:xfrm>
            <a:off x="1410284" y="3747256"/>
            <a:ext cx="28398" cy="28398"/>
          </a:xfrm>
          <a:prstGeom prst="ellipse">
            <a:avLst/>
          </a:prstGeom>
          <a:solidFill>
            <a:srgbClr val="7F8C97">
              <a:alpha val="48000"/>
            </a:srgbClr>
          </a:solidFill>
          <a:ln w="0">
            <a:noFill/>
            <a:prstDash val="solid"/>
          </a:ln>
        </p:spPr>
      </p:sp>
      <p:sp>
        <p:nvSpPr>
          <p:cNvPr id="1471" name="03_assume_matched_6768">
            <a:extLst>
              <a:ext uri="{FF2B5EF4-FFF2-40B4-BE49-F238E27FC236}">
                <a16:creationId xmlns:a16="http://schemas.microsoft.com/office/drawing/2014/main" id="{597EF746-4E48-4C10-A26F-14A356A500A3}"/>
              </a:ext>
            </a:extLst>
          </p:cNvPr>
          <p:cNvSpPr>
            <a:spLocks noGrp="1"/>
          </p:cNvSpPr>
          <p:nvPr/>
        </p:nvSpPr>
        <p:spPr>
          <a:xfrm>
            <a:off x="1440936" y="4278955"/>
            <a:ext cx="28398" cy="28398"/>
          </a:xfrm>
          <a:prstGeom prst="ellipse">
            <a:avLst/>
          </a:prstGeom>
          <a:solidFill>
            <a:srgbClr val="7F8C97">
              <a:alpha val="48000"/>
            </a:srgbClr>
          </a:solidFill>
          <a:ln w="0">
            <a:noFill/>
            <a:prstDash val="solid"/>
          </a:ln>
        </p:spPr>
      </p:sp>
      <p:sp>
        <p:nvSpPr>
          <p:cNvPr id="1472" name="03_assume_matched_6769">
            <a:extLst>
              <a:ext uri="{FF2B5EF4-FFF2-40B4-BE49-F238E27FC236}">
                <a16:creationId xmlns:a16="http://schemas.microsoft.com/office/drawing/2014/main" id="{6ED84185-34C5-4CCD-8AAB-F7FC64201989}"/>
              </a:ext>
            </a:extLst>
          </p:cNvPr>
          <p:cNvSpPr>
            <a:spLocks noGrp="1"/>
          </p:cNvSpPr>
          <p:nvPr/>
        </p:nvSpPr>
        <p:spPr>
          <a:xfrm>
            <a:off x="1409996" y="4132738"/>
            <a:ext cx="28398" cy="28398"/>
          </a:xfrm>
          <a:prstGeom prst="ellipse">
            <a:avLst/>
          </a:prstGeom>
          <a:solidFill>
            <a:srgbClr val="7F8C97">
              <a:alpha val="48000"/>
            </a:srgbClr>
          </a:solidFill>
          <a:ln w="0">
            <a:noFill/>
            <a:prstDash val="solid"/>
          </a:ln>
        </p:spPr>
      </p:sp>
      <p:sp>
        <p:nvSpPr>
          <p:cNvPr id="1473" name="03_assume_matched_6770">
            <a:extLst>
              <a:ext uri="{FF2B5EF4-FFF2-40B4-BE49-F238E27FC236}">
                <a16:creationId xmlns:a16="http://schemas.microsoft.com/office/drawing/2014/main" id="{77F00DE7-F3D3-4D1D-AB2E-14D0AFC1A777}"/>
              </a:ext>
            </a:extLst>
          </p:cNvPr>
          <p:cNvSpPr>
            <a:spLocks noGrp="1"/>
          </p:cNvSpPr>
          <p:nvPr/>
        </p:nvSpPr>
        <p:spPr>
          <a:xfrm>
            <a:off x="1491305" y="3986521"/>
            <a:ext cx="28398" cy="28398"/>
          </a:xfrm>
          <a:prstGeom prst="ellipse">
            <a:avLst/>
          </a:prstGeom>
          <a:solidFill>
            <a:srgbClr val="7F8C97">
              <a:alpha val="48000"/>
            </a:srgbClr>
          </a:solidFill>
          <a:ln w="0">
            <a:noFill/>
            <a:prstDash val="solid"/>
          </a:ln>
        </p:spPr>
      </p:sp>
      <p:sp>
        <p:nvSpPr>
          <p:cNvPr id="1474" name="03_assume_matched_6771">
            <a:extLst>
              <a:ext uri="{FF2B5EF4-FFF2-40B4-BE49-F238E27FC236}">
                <a16:creationId xmlns:a16="http://schemas.microsoft.com/office/drawing/2014/main" id="{C7A72B79-BB54-43F5-BA21-FDD897DC19CC}"/>
              </a:ext>
            </a:extLst>
          </p:cNvPr>
          <p:cNvSpPr>
            <a:spLocks noGrp="1"/>
          </p:cNvSpPr>
          <p:nvPr/>
        </p:nvSpPr>
        <p:spPr>
          <a:xfrm>
            <a:off x="1472596" y="4278955"/>
            <a:ext cx="28398" cy="28398"/>
          </a:xfrm>
          <a:prstGeom prst="ellipse">
            <a:avLst/>
          </a:prstGeom>
          <a:solidFill>
            <a:srgbClr val="7F8C97">
              <a:alpha val="48000"/>
            </a:srgbClr>
          </a:solidFill>
          <a:ln w="0">
            <a:noFill/>
            <a:prstDash val="solid"/>
          </a:ln>
        </p:spPr>
      </p:sp>
      <p:sp>
        <p:nvSpPr>
          <p:cNvPr id="1475" name="03_assume_matched_6772">
            <a:extLst>
              <a:ext uri="{FF2B5EF4-FFF2-40B4-BE49-F238E27FC236}">
                <a16:creationId xmlns:a16="http://schemas.microsoft.com/office/drawing/2014/main" id="{2CE38905-E168-4371-BFDF-FF83519EF8EB}"/>
              </a:ext>
            </a:extLst>
          </p:cNvPr>
          <p:cNvSpPr>
            <a:spLocks noGrp="1"/>
          </p:cNvSpPr>
          <p:nvPr/>
        </p:nvSpPr>
        <p:spPr>
          <a:xfrm>
            <a:off x="1457342" y="4278955"/>
            <a:ext cx="28398" cy="28398"/>
          </a:xfrm>
          <a:prstGeom prst="ellipse">
            <a:avLst/>
          </a:prstGeom>
          <a:solidFill>
            <a:srgbClr val="7F8C97">
              <a:alpha val="48000"/>
            </a:srgbClr>
          </a:solidFill>
          <a:ln w="0">
            <a:noFill/>
            <a:prstDash val="solid"/>
          </a:ln>
        </p:spPr>
      </p:sp>
      <p:sp>
        <p:nvSpPr>
          <p:cNvPr id="1476" name="03_assume_matched_6773">
            <a:extLst>
              <a:ext uri="{FF2B5EF4-FFF2-40B4-BE49-F238E27FC236}">
                <a16:creationId xmlns:a16="http://schemas.microsoft.com/office/drawing/2014/main" id="{1A8BF281-5A3A-44C3-B2B4-F358534F891F}"/>
              </a:ext>
            </a:extLst>
          </p:cNvPr>
          <p:cNvSpPr>
            <a:spLocks noGrp="1"/>
          </p:cNvSpPr>
          <p:nvPr/>
        </p:nvSpPr>
        <p:spPr>
          <a:xfrm>
            <a:off x="1443095" y="4278955"/>
            <a:ext cx="28398" cy="28398"/>
          </a:xfrm>
          <a:prstGeom prst="ellipse">
            <a:avLst/>
          </a:prstGeom>
          <a:solidFill>
            <a:srgbClr val="7F8C97">
              <a:alpha val="48000"/>
            </a:srgbClr>
          </a:solidFill>
          <a:ln w="0">
            <a:noFill/>
            <a:prstDash val="solid"/>
          </a:ln>
        </p:spPr>
      </p:sp>
      <p:sp>
        <p:nvSpPr>
          <p:cNvPr id="1477" name="03_assume_matched_6774">
            <a:extLst>
              <a:ext uri="{FF2B5EF4-FFF2-40B4-BE49-F238E27FC236}">
                <a16:creationId xmlns:a16="http://schemas.microsoft.com/office/drawing/2014/main" id="{A1178842-1951-485C-95F1-899D33EB144C}"/>
              </a:ext>
            </a:extLst>
          </p:cNvPr>
          <p:cNvSpPr>
            <a:spLocks noGrp="1"/>
          </p:cNvSpPr>
          <p:nvPr/>
        </p:nvSpPr>
        <p:spPr>
          <a:xfrm>
            <a:off x="1459501" y="4278955"/>
            <a:ext cx="28398" cy="28398"/>
          </a:xfrm>
          <a:prstGeom prst="ellipse">
            <a:avLst/>
          </a:prstGeom>
          <a:solidFill>
            <a:srgbClr val="7F8C97">
              <a:alpha val="48000"/>
            </a:srgbClr>
          </a:solidFill>
          <a:ln w="0">
            <a:noFill/>
            <a:prstDash val="solid"/>
          </a:ln>
        </p:spPr>
      </p:sp>
      <p:sp>
        <p:nvSpPr>
          <p:cNvPr id="1478" name="03_assume_matched_6775">
            <a:extLst>
              <a:ext uri="{FF2B5EF4-FFF2-40B4-BE49-F238E27FC236}">
                <a16:creationId xmlns:a16="http://schemas.microsoft.com/office/drawing/2014/main" id="{E94A3C07-436F-4037-8BA7-17B905172D36}"/>
              </a:ext>
            </a:extLst>
          </p:cNvPr>
          <p:cNvSpPr>
            <a:spLocks noGrp="1"/>
          </p:cNvSpPr>
          <p:nvPr/>
        </p:nvSpPr>
        <p:spPr>
          <a:xfrm>
            <a:off x="1544695" y="4132738"/>
            <a:ext cx="28398" cy="28398"/>
          </a:xfrm>
          <a:prstGeom prst="ellipse">
            <a:avLst/>
          </a:prstGeom>
          <a:solidFill>
            <a:srgbClr val="7F8C97">
              <a:alpha val="48000"/>
            </a:srgbClr>
          </a:solidFill>
          <a:ln w="0">
            <a:noFill/>
            <a:prstDash val="solid"/>
          </a:ln>
        </p:spPr>
      </p:sp>
      <p:sp>
        <p:nvSpPr>
          <p:cNvPr id="1479" name="03_assume_matched_6776">
            <a:extLst>
              <a:ext uri="{FF2B5EF4-FFF2-40B4-BE49-F238E27FC236}">
                <a16:creationId xmlns:a16="http://schemas.microsoft.com/office/drawing/2014/main" id="{14536EC1-CF46-4BE2-8723-68038FFEE6B3}"/>
              </a:ext>
            </a:extLst>
          </p:cNvPr>
          <p:cNvSpPr>
            <a:spLocks noGrp="1"/>
          </p:cNvSpPr>
          <p:nvPr/>
        </p:nvSpPr>
        <p:spPr>
          <a:xfrm>
            <a:off x="1499651" y="3694086"/>
            <a:ext cx="28398" cy="28398"/>
          </a:xfrm>
          <a:prstGeom prst="ellipse">
            <a:avLst/>
          </a:prstGeom>
          <a:solidFill>
            <a:srgbClr val="7F8C97">
              <a:alpha val="48000"/>
            </a:srgbClr>
          </a:solidFill>
          <a:ln w="0">
            <a:noFill/>
            <a:prstDash val="solid"/>
          </a:ln>
        </p:spPr>
      </p:sp>
      <p:sp>
        <p:nvSpPr>
          <p:cNvPr id="1480" name="03_assume_matched_6777">
            <a:extLst>
              <a:ext uri="{FF2B5EF4-FFF2-40B4-BE49-F238E27FC236}">
                <a16:creationId xmlns:a16="http://schemas.microsoft.com/office/drawing/2014/main" id="{24E33057-5569-4140-8BA1-EE47D3CF1ED0}"/>
              </a:ext>
            </a:extLst>
          </p:cNvPr>
          <p:cNvSpPr>
            <a:spLocks noGrp="1"/>
          </p:cNvSpPr>
          <p:nvPr/>
        </p:nvSpPr>
        <p:spPr>
          <a:xfrm>
            <a:off x="1509437" y="4246462"/>
            <a:ext cx="28398" cy="28398"/>
          </a:xfrm>
          <a:prstGeom prst="ellipse">
            <a:avLst/>
          </a:prstGeom>
          <a:solidFill>
            <a:srgbClr val="7F8C97">
              <a:alpha val="48000"/>
            </a:srgbClr>
          </a:solidFill>
          <a:ln w="0">
            <a:noFill/>
            <a:prstDash val="solid"/>
          </a:ln>
        </p:spPr>
      </p:sp>
      <p:sp>
        <p:nvSpPr>
          <p:cNvPr id="1481" name="03_assume_matched_6778">
            <a:extLst>
              <a:ext uri="{FF2B5EF4-FFF2-40B4-BE49-F238E27FC236}">
                <a16:creationId xmlns:a16="http://schemas.microsoft.com/office/drawing/2014/main" id="{D5ECAF85-22E4-4508-B047-74DF9DCF4C88}"/>
              </a:ext>
            </a:extLst>
          </p:cNvPr>
          <p:cNvSpPr>
            <a:spLocks noGrp="1"/>
          </p:cNvSpPr>
          <p:nvPr/>
        </p:nvSpPr>
        <p:spPr>
          <a:xfrm>
            <a:off x="1446261" y="4181477"/>
            <a:ext cx="28398" cy="28398"/>
          </a:xfrm>
          <a:prstGeom prst="ellipse">
            <a:avLst/>
          </a:prstGeom>
          <a:solidFill>
            <a:srgbClr val="7F8C97">
              <a:alpha val="48000"/>
            </a:srgbClr>
          </a:solidFill>
          <a:ln w="0">
            <a:noFill/>
            <a:prstDash val="solid"/>
          </a:ln>
        </p:spPr>
      </p:sp>
      <p:sp>
        <p:nvSpPr>
          <p:cNvPr id="1482" name="03_assume_matched_6779">
            <a:extLst>
              <a:ext uri="{FF2B5EF4-FFF2-40B4-BE49-F238E27FC236}">
                <a16:creationId xmlns:a16="http://schemas.microsoft.com/office/drawing/2014/main" id="{F6DE5B61-7CF0-4949-996A-2D3DA729BB7B}"/>
              </a:ext>
            </a:extLst>
          </p:cNvPr>
          <p:cNvSpPr>
            <a:spLocks noGrp="1"/>
          </p:cNvSpPr>
          <p:nvPr/>
        </p:nvSpPr>
        <p:spPr>
          <a:xfrm>
            <a:off x="1536636" y="4278955"/>
            <a:ext cx="28398" cy="28398"/>
          </a:xfrm>
          <a:prstGeom prst="ellipse">
            <a:avLst/>
          </a:prstGeom>
          <a:solidFill>
            <a:srgbClr val="7F8C97">
              <a:alpha val="48000"/>
            </a:srgbClr>
          </a:solidFill>
          <a:ln w="0">
            <a:noFill/>
            <a:prstDash val="solid"/>
          </a:ln>
        </p:spPr>
      </p:sp>
      <p:sp>
        <p:nvSpPr>
          <p:cNvPr id="1483" name="03_assume_matched_6780">
            <a:extLst>
              <a:ext uri="{FF2B5EF4-FFF2-40B4-BE49-F238E27FC236}">
                <a16:creationId xmlns:a16="http://schemas.microsoft.com/office/drawing/2014/main" id="{D7A8ED30-C4D5-4640-91AC-612275F463AD}"/>
              </a:ext>
            </a:extLst>
          </p:cNvPr>
          <p:cNvSpPr>
            <a:spLocks noGrp="1"/>
          </p:cNvSpPr>
          <p:nvPr/>
        </p:nvSpPr>
        <p:spPr>
          <a:xfrm>
            <a:off x="1509725" y="3853596"/>
            <a:ext cx="28398" cy="28398"/>
          </a:xfrm>
          <a:prstGeom prst="ellipse">
            <a:avLst/>
          </a:prstGeom>
          <a:solidFill>
            <a:srgbClr val="7F8C97">
              <a:alpha val="48000"/>
            </a:srgbClr>
          </a:solidFill>
          <a:ln w="0">
            <a:noFill/>
            <a:prstDash val="solid"/>
          </a:ln>
        </p:spPr>
      </p:sp>
      <p:sp>
        <p:nvSpPr>
          <p:cNvPr id="1484" name="03_assume_matched_6781">
            <a:extLst>
              <a:ext uri="{FF2B5EF4-FFF2-40B4-BE49-F238E27FC236}">
                <a16:creationId xmlns:a16="http://schemas.microsoft.com/office/drawing/2014/main" id="{D0D5ECE2-83A6-4E1E-8769-640B0D44437C}"/>
              </a:ext>
            </a:extLst>
          </p:cNvPr>
          <p:cNvSpPr>
            <a:spLocks noGrp="1"/>
          </p:cNvSpPr>
          <p:nvPr/>
        </p:nvSpPr>
        <p:spPr>
          <a:xfrm>
            <a:off x="1427553" y="4278955"/>
            <a:ext cx="28398" cy="28398"/>
          </a:xfrm>
          <a:prstGeom prst="ellipse">
            <a:avLst/>
          </a:prstGeom>
          <a:solidFill>
            <a:srgbClr val="7F8C97">
              <a:alpha val="48000"/>
            </a:srgbClr>
          </a:solidFill>
          <a:ln w="0">
            <a:noFill/>
            <a:prstDash val="solid"/>
          </a:ln>
        </p:spPr>
      </p:sp>
      <p:sp>
        <p:nvSpPr>
          <p:cNvPr id="1485" name="03_assume_matched_6782">
            <a:extLst>
              <a:ext uri="{FF2B5EF4-FFF2-40B4-BE49-F238E27FC236}">
                <a16:creationId xmlns:a16="http://schemas.microsoft.com/office/drawing/2014/main" id="{6AFD01B4-B74A-45E0-847D-AF6513DE8C05}"/>
              </a:ext>
            </a:extLst>
          </p:cNvPr>
          <p:cNvSpPr>
            <a:spLocks noGrp="1"/>
          </p:cNvSpPr>
          <p:nvPr/>
        </p:nvSpPr>
        <p:spPr>
          <a:xfrm>
            <a:off x="1434892" y="3694086"/>
            <a:ext cx="28398" cy="28398"/>
          </a:xfrm>
          <a:prstGeom prst="ellipse">
            <a:avLst/>
          </a:prstGeom>
          <a:solidFill>
            <a:srgbClr val="7F8C97">
              <a:alpha val="48000"/>
            </a:srgbClr>
          </a:solidFill>
          <a:ln w="0">
            <a:noFill/>
            <a:prstDash val="solid"/>
          </a:ln>
        </p:spPr>
      </p:sp>
      <p:sp>
        <p:nvSpPr>
          <p:cNvPr id="1486" name="03_assume_matched_6783">
            <a:extLst>
              <a:ext uri="{FF2B5EF4-FFF2-40B4-BE49-F238E27FC236}">
                <a16:creationId xmlns:a16="http://schemas.microsoft.com/office/drawing/2014/main" id="{0E9ABD29-0AC4-47BA-AD5F-A09047FB9577}"/>
              </a:ext>
            </a:extLst>
          </p:cNvPr>
          <p:cNvSpPr>
            <a:spLocks noGrp="1"/>
          </p:cNvSpPr>
          <p:nvPr/>
        </p:nvSpPr>
        <p:spPr>
          <a:xfrm>
            <a:off x="1446117" y="4083999"/>
            <a:ext cx="28398" cy="28398"/>
          </a:xfrm>
          <a:prstGeom prst="ellipse">
            <a:avLst/>
          </a:prstGeom>
          <a:solidFill>
            <a:srgbClr val="7F8C97">
              <a:alpha val="48000"/>
            </a:srgbClr>
          </a:solidFill>
          <a:ln w="0">
            <a:noFill/>
            <a:prstDash val="solid"/>
          </a:ln>
        </p:spPr>
      </p:sp>
      <p:sp>
        <p:nvSpPr>
          <p:cNvPr id="1487" name="03_assume_matched_6784">
            <a:extLst>
              <a:ext uri="{FF2B5EF4-FFF2-40B4-BE49-F238E27FC236}">
                <a16:creationId xmlns:a16="http://schemas.microsoft.com/office/drawing/2014/main" id="{836633D3-755C-4DB9-B2BE-8D25DE95C542}"/>
              </a:ext>
            </a:extLst>
          </p:cNvPr>
          <p:cNvSpPr>
            <a:spLocks noGrp="1"/>
          </p:cNvSpPr>
          <p:nvPr/>
        </p:nvSpPr>
        <p:spPr>
          <a:xfrm>
            <a:off x="1535485" y="4278955"/>
            <a:ext cx="28398" cy="28398"/>
          </a:xfrm>
          <a:prstGeom prst="ellipse">
            <a:avLst/>
          </a:prstGeom>
          <a:solidFill>
            <a:srgbClr val="7F8C97">
              <a:alpha val="48000"/>
            </a:srgbClr>
          </a:solidFill>
          <a:ln w="0">
            <a:noFill/>
            <a:prstDash val="solid"/>
          </a:ln>
        </p:spPr>
      </p:sp>
      <p:sp>
        <p:nvSpPr>
          <p:cNvPr id="1488" name="03_assume_matched_6785">
            <a:extLst>
              <a:ext uri="{FF2B5EF4-FFF2-40B4-BE49-F238E27FC236}">
                <a16:creationId xmlns:a16="http://schemas.microsoft.com/office/drawing/2014/main" id="{050FB95F-2E5A-4FC1-8D4B-A16B4CB6B399}"/>
              </a:ext>
            </a:extLst>
          </p:cNvPr>
          <p:cNvSpPr>
            <a:spLocks noGrp="1"/>
          </p:cNvSpPr>
          <p:nvPr/>
        </p:nvSpPr>
        <p:spPr>
          <a:xfrm>
            <a:off x="1448420" y="3694086"/>
            <a:ext cx="28398" cy="28398"/>
          </a:xfrm>
          <a:prstGeom prst="ellipse">
            <a:avLst/>
          </a:prstGeom>
          <a:solidFill>
            <a:srgbClr val="7F8C97">
              <a:alpha val="48000"/>
            </a:srgbClr>
          </a:solidFill>
          <a:ln w="0">
            <a:noFill/>
            <a:prstDash val="solid"/>
          </a:ln>
        </p:spPr>
      </p:sp>
      <p:sp>
        <p:nvSpPr>
          <p:cNvPr id="1489" name="03_assume_matched_6786">
            <a:extLst>
              <a:ext uri="{FF2B5EF4-FFF2-40B4-BE49-F238E27FC236}">
                <a16:creationId xmlns:a16="http://schemas.microsoft.com/office/drawing/2014/main" id="{C79C4979-CE26-4A54-BAF7-C1629928FC40}"/>
              </a:ext>
            </a:extLst>
          </p:cNvPr>
          <p:cNvSpPr>
            <a:spLocks noGrp="1"/>
          </p:cNvSpPr>
          <p:nvPr/>
        </p:nvSpPr>
        <p:spPr>
          <a:xfrm>
            <a:off x="1527426" y="4148984"/>
            <a:ext cx="28398" cy="28398"/>
          </a:xfrm>
          <a:prstGeom prst="ellipse">
            <a:avLst/>
          </a:prstGeom>
          <a:solidFill>
            <a:srgbClr val="7F8C97">
              <a:alpha val="48000"/>
            </a:srgbClr>
          </a:solidFill>
          <a:ln w="0">
            <a:noFill/>
            <a:prstDash val="solid"/>
          </a:ln>
        </p:spPr>
      </p:sp>
      <p:sp>
        <p:nvSpPr>
          <p:cNvPr id="1490" name="03_assume_matched_6787">
            <a:extLst>
              <a:ext uri="{FF2B5EF4-FFF2-40B4-BE49-F238E27FC236}">
                <a16:creationId xmlns:a16="http://schemas.microsoft.com/office/drawing/2014/main" id="{7C1144C6-6F28-4940-B836-B18117637F7B}"/>
              </a:ext>
            </a:extLst>
          </p:cNvPr>
          <p:cNvSpPr>
            <a:spLocks noGrp="1"/>
          </p:cNvSpPr>
          <p:nvPr/>
        </p:nvSpPr>
        <p:spPr>
          <a:xfrm>
            <a:off x="1528577" y="3694086"/>
            <a:ext cx="28398" cy="28398"/>
          </a:xfrm>
          <a:prstGeom prst="ellipse">
            <a:avLst/>
          </a:prstGeom>
          <a:solidFill>
            <a:srgbClr val="7F8C97">
              <a:alpha val="48000"/>
            </a:srgbClr>
          </a:solidFill>
          <a:ln w="0">
            <a:noFill/>
            <a:prstDash val="solid"/>
          </a:ln>
        </p:spPr>
      </p:sp>
      <p:sp>
        <p:nvSpPr>
          <p:cNvPr id="1491" name="03_assume_matched_6788">
            <a:extLst>
              <a:ext uri="{FF2B5EF4-FFF2-40B4-BE49-F238E27FC236}">
                <a16:creationId xmlns:a16="http://schemas.microsoft.com/office/drawing/2014/main" id="{20056071-3681-4FDD-894B-BEE5C19774F1}"/>
              </a:ext>
            </a:extLst>
          </p:cNvPr>
          <p:cNvSpPr>
            <a:spLocks noGrp="1"/>
          </p:cNvSpPr>
          <p:nvPr/>
        </p:nvSpPr>
        <p:spPr>
          <a:xfrm>
            <a:off x="1532319" y="4278955"/>
            <a:ext cx="28398" cy="28398"/>
          </a:xfrm>
          <a:prstGeom prst="ellipse">
            <a:avLst/>
          </a:prstGeom>
          <a:solidFill>
            <a:srgbClr val="7F8C97">
              <a:alpha val="48000"/>
            </a:srgbClr>
          </a:solidFill>
          <a:ln w="0">
            <a:noFill/>
            <a:prstDash val="solid"/>
          </a:ln>
        </p:spPr>
      </p:sp>
      <p:sp>
        <p:nvSpPr>
          <p:cNvPr id="1492" name="03_assume_matched_6789">
            <a:extLst>
              <a:ext uri="{FF2B5EF4-FFF2-40B4-BE49-F238E27FC236}">
                <a16:creationId xmlns:a16="http://schemas.microsoft.com/office/drawing/2014/main" id="{364712BA-7B7F-45B4-AC2C-CAA705C10920}"/>
              </a:ext>
            </a:extLst>
          </p:cNvPr>
          <p:cNvSpPr>
            <a:spLocks noGrp="1"/>
          </p:cNvSpPr>
          <p:nvPr/>
        </p:nvSpPr>
        <p:spPr>
          <a:xfrm>
            <a:off x="1449571" y="4083999"/>
            <a:ext cx="28398" cy="28398"/>
          </a:xfrm>
          <a:prstGeom prst="ellipse">
            <a:avLst/>
          </a:prstGeom>
          <a:solidFill>
            <a:srgbClr val="7F8C97">
              <a:alpha val="48000"/>
            </a:srgbClr>
          </a:solidFill>
          <a:ln w="0">
            <a:noFill/>
            <a:prstDash val="solid"/>
          </a:ln>
        </p:spPr>
      </p:sp>
      <p:sp>
        <p:nvSpPr>
          <p:cNvPr id="1493" name="03_assume_matched_6790">
            <a:extLst>
              <a:ext uri="{FF2B5EF4-FFF2-40B4-BE49-F238E27FC236}">
                <a16:creationId xmlns:a16="http://schemas.microsoft.com/office/drawing/2014/main" id="{E24CA517-0181-4EFE-88B2-F4B31B123A26}"/>
              </a:ext>
            </a:extLst>
          </p:cNvPr>
          <p:cNvSpPr>
            <a:spLocks noGrp="1"/>
          </p:cNvSpPr>
          <p:nvPr/>
        </p:nvSpPr>
        <p:spPr>
          <a:xfrm>
            <a:off x="1427841" y="4132738"/>
            <a:ext cx="28398" cy="28398"/>
          </a:xfrm>
          <a:prstGeom prst="ellipse">
            <a:avLst/>
          </a:prstGeom>
          <a:solidFill>
            <a:srgbClr val="7F8C97">
              <a:alpha val="48000"/>
            </a:srgbClr>
          </a:solidFill>
          <a:ln w="0">
            <a:noFill/>
            <a:prstDash val="solid"/>
          </a:ln>
        </p:spPr>
      </p:sp>
      <p:sp>
        <p:nvSpPr>
          <p:cNvPr id="1494" name="03_assume_matched_6791">
            <a:extLst>
              <a:ext uri="{FF2B5EF4-FFF2-40B4-BE49-F238E27FC236}">
                <a16:creationId xmlns:a16="http://schemas.microsoft.com/office/drawing/2014/main" id="{43EAF947-0723-43DE-AC65-2E1E00057C4C}"/>
              </a:ext>
            </a:extLst>
          </p:cNvPr>
          <p:cNvSpPr>
            <a:spLocks noGrp="1"/>
          </p:cNvSpPr>
          <p:nvPr/>
        </p:nvSpPr>
        <p:spPr>
          <a:xfrm>
            <a:off x="1511596" y="4278955"/>
            <a:ext cx="28398" cy="28398"/>
          </a:xfrm>
          <a:prstGeom prst="ellipse">
            <a:avLst/>
          </a:prstGeom>
          <a:solidFill>
            <a:srgbClr val="7F8C97">
              <a:alpha val="48000"/>
            </a:srgbClr>
          </a:solidFill>
          <a:ln w="0">
            <a:noFill/>
            <a:prstDash val="solid"/>
          </a:ln>
        </p:spPr>
      </p:sp>
      <p:sp>
        <p:nvSpPr>
          <p:cNvPr id="1495" name="03_assume_matched_6792">
            <a:extLst>
              <a:ext uri="{FF2B5EF4-FFF2-40B4-BE49-F238E27FC236}">
                <a16:creationId xmlns:a16="http://schemas.microsoft.com/office/drawing/2014/main" id="{D37B4905-A635-4B07-BD93-61928F112F90}"/>
              </a:ext>
            </a:extLst>
          </p:cNvPr>
          <p:cNvSpPr>
            <a:spLocks noGrp="1"/>
          </p:cNvSpPr>
          <p:nvPr/>
        </p:nvSpPr>
        <p:spPr>
          <a:xfrm>
            <a:off x="1421077" y="3694086"/>
            <a:ext cx="28398" cy="28398"/>
          </a:xfrm>
          <a:prstGeom prst="ellipse">
            <a:avLst/>
          </a:prstGeom>
          <a:solidFill>
            <a:srgbClr val="7F8C97">
              <a:alpha val="48000"/>
            </a:srgbClr>
          </a:solidFill>
          <a:ln w="0">
            <a:noFill/>
            <a:prstDash val="solid"/>
          </a:ln>
        </p:spPr>
      </p:sp>
      <p:sp>
        <p:nvSpPr>
          <p:cNvPr id="1496" name="03_assume_matched_6793">
            <a:extLst>
              <a:ext uri="{FF2B5EF4-FFF2-40B4-BE49-F238E27FC236}">
                <a16:creationId xmlns:a16="http://schemas.microsoft.com/office/drawing/2014/main" id="{4285E1F3-599E-4DAE-B82C-80053C5BA8AF}"/>
              </a:ext>
            </a:extLst>
          </p:cNvPr>
          <p:cNvSpPr>
            <a:spLocks noGrp="1"/>
          </p:cNvSpPr>
          <p:nvPr/>
        </p:nvSpPr>
        <p:spPr>
          <a:xfrm>
            <a:off x="1515193" y="3694086"/>
            <a:ext cx="28398" cy="28398"/>
          </a:xfrm>
          <a:prstGeom prst="ellipse">
            <a:avLst/>
          </a:prstGeom>
          <a:solidFill>
            <a:srgbClr val="7F8C97">
              <a:alpha val="48000"/>
            </a:srgbClr>
          </a:solidFill>
          <a:ln w="0">
            <a:noFill/>
            <a:prstDash val="solid"/>
          </a:ln>
        </p:spPr>
      </p:sp>
      <p:sp>
        <p:nvSpPr>
          <p:cNvPr id="1497" name="03_assume_matched_6794">
            <a:extLst>
              <a:ext uri="{FF2B5EF4-FFF2-40B4-BE49-F238E27FC236}">
                <a16:creationId xmlns:a16="http://schemas.microsoft.com/office/drawing/2014/main" id="{E351C6EC-872D-4C10-B654-A67FA656B443}"/>
              </a:ext>
            </a:extLst>
          </p:cNvPr>
          <p:cNvSpPr>
            <a:spLocks noGrp="1"/>
          </p:cNvSpPr>
          <p:nvPr/>
        </p:nvSpPr>
        <p:spPr>
          <a:xfrm>
            <a:off x="1422372" y="4278955"/>
            <a:ext cx="28398" cy="28398"/>
          </a:xfrm>
          <a:prstGeom prst="ellipse">
            <a:avLst/>
          </a:prstGeom>
          <a:solidFill>
            <a:srgbClr val="7F8C97">
              <a:alpha val="48000"/>
            </a:srgbClr>
          </a:solidFill>
          <a:ln w="0">
            <a:noFill/>
            <a:prstDash val="solid"/>
          </a:ln>
        </p:spPr>
      </p:sp>
      <p:sp>
        <p:nvSpPr>
          <p:cNvPr id="1498" name="03_assume_matched_6795">
            <a:extLst>
              <a:ext uri="{FF2B5EF4-FFF2-40B4-BE49-F238E27FC236}">
                <a16:creationId xmlns:a16="http://schemas.microsoft.com/office/drawing/2014/main" id="{E6E3B4DB-8EC5-4898-ADB0-42E6AD077D02}"/>
              </a:ext>
            </a:extLst>
          </p:cNvPr>
          <p:cNvSpPr>
            <a:spLocks noGrp="1"/>
          </p:cNvSpPr>
          <p:nvPr/>
        </p:nvSpPr>
        <p:spPr>
          <a:xfrm>
            <a:off x="1542824" y="3694086"/>
            <a:ext cx="28398" cy="28398"/>
          </a:xfrm>
          <a:prstGeom prst="ellipse">
            <a:avLst/>
          </a:prstGeom>
          <a:solidFill>
            <a:srgbClr val="7F8C97">
              <a:alpha val="48000"/>
            </a:srgbClr>
          </a:solidFill>
          <a:ln w="0">
            <a:noFill/>
            <a:prstDash val="solid"/>
          </a:ln>
        </p:spPr>
      </p:sp>
      <p:sp>
        <p:nvSpPr>
          <p:cNvPr id="1499" name="03_assume_matched_6796">
            <a:extLst>
              <a:ext uri="{FF2B5EF4-FFF2-40B4-BE49-F238E27FC236}">
                <a16:creationId xmlns:a16="http://schemas.microsoft.com/office/drawing/2014/main" id="{2EFFFE80-751D-441A-804D-D46D84A097BC}"/>
              </a:ext>
            </a:extLst>
          </p:cNvPr>
          <p:cNvSpPr>
            <a:spLocks noGrp="1"/>
          </p:cNvSpPr>
          <p:nvPr/>
        </p:nvSpPr>
        <p:spPr>
          <a:xfrm>
            <a:off x="1520806" y="3694086"/>
            <a:ext cx="28398" cy="28398"/>
          </a:xfrm>
          <a:prstGeom prst="ellipse">
            <a:avLst/>
          </a:prstGeom>
          <a:solidFill>
            <a:srgbClr val="7F8C97">
              <a:alpha val="48000"/>
            </a:srgbClr>
          </a:solidFill>
          <a:ln w="0">
            <a:noFill/>
            <a:prstDash val="solid"/>
          </a:ln>
        </p:spPr>
      </p:sp>
      <p:sp>
        <p:nvSpPr>
          <p:cNvPr id="1500" name="03_assume_matched_6797">
            <a:extLst>
              <a:ext uri="{FF2B5EF4-FFF2-40B4-BE49-F238E27FC236}">
                <a16:creationId xmlns:a16="http://schemas.microsoft.com/office/drawing/2014/main" id="{3D0ED705-7C37-469A-901A-FB149B63A799}"/>
              </a:ext>
            </a:extLst>
          </p:cNvPr>
          <p:cNvSpPr>
            <a:spLocks noGrp="1"/>
          </p:cNvSpPr>
          <p:nvPr/>
        </p:nvSpPr>
        <p:spPr>
          <a:xfrm>
            <a:off x="1468711" y="4278955"/>
            <a:ext cx="28398" cy="28398"/>
          </a:xfrm>
          <a:prstGeom prst="ellipse">
            <a:avLst/>
          </a:prstGeom>
          <a:solidFill>
            <a:srgbClr val="7F8C97">
              <a:alpha val="48000"/>
            </a:srgbClr>
          </a:solidFill>
          <a:ln w="0">
            <a:noFill/>
            <a:prstDash val="solid"/>
          </a:ln>
        </p:spPr>
      </p:sp>
      <p:sp>
        <p:nvSpPr>
          <p:cNvPr id="1501" name="03_assume_matched_6798">
            <a:extLst>
              <a:ext uri="{FF2B5EF4-FFF2-40B4-BE49-F238E27FC236}">
                <a16:creationId xmlns:a16="http://schemas.microsoft.com/office/drawing/2014/main" id="{89DFD070-B801-4CD0-B087-56F3C7C43B04}"/>
              </a:ext>
            </a:extLst>
          </p:cNvPr>
          <p:cNvSpPr>
            <a:spLocks noGrp="1"/>
          </p:cNvSpPr>
          <p:nvPr/>
        </p:nvSpPr>
        <p:spPr>
          <a:xfrm>
            <a:off x="1444390" y="4278955"/>
            <a:ext cx="28398" cy="28398"/>
          </a:xfrm>
          <a:prstGeom prst="ellipse">
            <a:avLst/>
          </a:prstGeom>
          <a:solidFill>
            <a:srgbClr val="7F8C97">
              <a:alpha val="48000"/>
            </a:srgbClr>
          </a:solidFill>
          <a:ln w="0">
            <a:noFill/>
            <a:prstDash val="solid"/>
          </a:ln>
        </p:spPr>
      </p:sp>
      <p:sp>
        <p:nvSpPr>
          <p:cNvPr id="1502" name="03_assume_matched_6799">
            <a:extLst>
              <a:ext uri="{FF2B5EF4-FFF2-40B4-BE49-F238E27FC236}">
                <a16:creationId xmlns:a16="http://schemas.microsoft.com/office/drawing/2014/main" id="{F5EE39EB-9FF7-4DFC-BA05-74670BA43F37}"/>
              </a:ext>
            </a:extLst>
          </p:cNvPr>
          <p:cNvSpPr>
            <a:spLocks noGrp="1"/>
          </p:cNvSpPr>
          <p:nvPr/>
        </p:nvSpPr>
        <p:spPr>
          <a:xfrm>
            <a:off x="1546853" y="4278955"/>
            <a:ext cx="28398" cy="28398"/>
          </a:xfrm>
          <a:prstGeom prst="ellipse">
            <a:avLst/>
          </a:prstGeom>
          <a:solidFill>
            <a:srgbClr val="7F8C97">
              <a:alpha val="48000"/>
            </a:srgbClr>
          </a:solidFill>
          <a:ln w="0">
            <a:noFill/>
            <a:prstDash val="solid"/>
          </a:ln>
        </p:spPr>
      </p:sp>
      <p:sp>
        <p:nvSpPr>
          <p:cNvPr id="1503" name="03_assume_matched_6800">
            <a:extLst>
              <a:ext uri="{FF2B5EF4-FFF2-40B4-BE49-F238E27FC236}">
                <a16:creationId xmlns:a16="http://schemas.microsoft.com/office/drawing/2014/main" id="{6575F546-7518-48F9-97BC-BBDC5287A39F}"/>
              </a:ext>
            </a:extLst>
          </p:cNvPr>
          <p:cNvSpPr>
            <a:spLocks noGrp="1"/>
          </p:cNvSpPr>
          <p:nvPr/>
        </p:nvSpPr>
        <p:spPr>
          <a:xfrm>
            <a:off x="1494614" y="4278955"/>
            <a:ext cx="28398" cy="28398"/>
          </a:xfrm>
          <a:prstGeom prst="ellipse">
            <a:avLst/>
          </a:prstGeom>
          <a:solidFill>
            <a:srgbClr val="7F8C97">
              <a:alpha val="48000"/>
            </a:srgbClr>
          </a:solidFill>
          <a:ln w="0">
            <a:noFill/>
            <a:prstDash val="solid"/>
          </a:ln>
        </p:spPr>
      </p:sp>
      <p:sp>
        <p:nvSpPr>
          <p:cNvPr id="1504" name="03_assume_matched_6801">
            <a:extLst>
              <a:ext uri="{FF2B5EF4-FFF2-40B4-BE49-F238E27FC236}">
                <a16:creationId xmlns:a16="http://schemas.microsoft.com/office/drawing/2014/main" id="{CABC2DEF-8105-4033-A220-D4E40B403185}"/>
              </a:ext>
            </a:extLst>
          </p:cNvPr>
          <p:cNvSpPr>
            <a:spLocks noGrp="1"/>
          </p:cNvSpPr>
          <p:nvPr/>
        </p:nvSpPr>
        <p:spPr>
          <a:xfrm>
            <a:off x="1527426" y="4278955"/>
            <a:ext cx="28398" cy="28398"/>
          </a:xfrm>
          <a:prstGeom prst="ellipse">
            <a:avLst/>
          </a:prstGeom>
          <a:solidFill>
            <a:srgbClr val="7F8C97">
              <a:alpha val="48000"/>
            </a:srgbClr>
          </a:solidFill>
          <a:ln w="0">
            <a:noFill/>
            <a:prstDash val="solid"/>
          </a:ln>
        </p:spPr>
      </p:sp>
      <p:sp>
        <p:nvSpPr>
          <p:cNvPr id="1505" name="03_assume_matched_6802">
            <a:extLst>
              <a:ext uri="{FF2B5EF4-FFF2-40B4-BE49-F238E27FC236}">
                <a16:creationId xmlns:a16="http://schemas.microsoft.com/office/drawing/2014/main" id="{72679DFE-E160-42BB-A6EB-DA55679FC0B4}"/>
              </a:ext>
            </a:extLst>
          </p:cNvPr>
          <p:cNvSpPr>
            <a:spLocks noGrp="1"/>
          </p:cNvSpPr>
          <p:nvPr/>
        </p:nvSpPr>
        <p:spPr>
          <a:xfrm>
            <a:off x="1426546" y="4278955"/>
            <a:ext cx="28398" cy="28398"/>
          </a:xfrm>
          <a:prstGeom prst="ellipse">
            <a:avLst/>
          </a:prstGeom>
          <a:solidFill>
            <a:srgbClr val="7F8C97">
              <a:alpha val="48000"/>
            </a:srgbClr>
          </a:solidFill>
          <a:ln w="0">
            <a:noFill/>
            <a:prstDash val="solid"/>
          </a:ln>
        </p:spPr>
      </p:sp>
      <p:sp>
        <p:nvSpPr>
          <p:cNvPr id="1506" name="03_assume_matched_6803">
            <a:extLst>
              <a:ext uri="{FF2B5EF4-FFF2-40B4-BE49-F238E27FC236}">
                <a16:creationId xmlns:a16="http://schemas.microsoft.com/office/drawing/2014/main" id="{6478E287-5DA9-42C8-AA9F-C906F3E70E52}"/>
              </a:ext>
            </a:extLst>
          </p:cNvPr>
          <p:cNvSpPr>
            <a:spLocks noGrp="1"/>
          </p:cNvSpPr>
          <p:nvPr/>
        </p:nvSpPr>
        <p:spPr>
          <a:xfrm>
            <a:off x="1518503" y="3986521"/>
            <a:ext cx="28398" cy="28398"/>
          </a:xfrm>
          <a:prstGeom prst="ellipse">
            <a:avLst/>
          </a:prstGeom>
          <a:solidFill>
            <a:srgbClr val="7F8C97">
              <a:alpha val="48000"/>
            </a:srgbClr>
          </a:solidFill>
          <a:ln w="0">
            <a:noFill/>
            <a:prstDash val="solid"/>
          </a:ln>
        </p:spPr>
      </p:sp>
      <p:sp>
        <p:nvSpPr>
          <p:cNvPr id="1507" name="03_assume_matched_6804">
            <a:extLst>
              <a:ext uri="{FF2B5EF4-FFF2-40B4-BE49-F238E27FC236}">
                <a16:creationId xmlns:a16="http://schemas.microsoft.com/office/drawing/2014/main" id="{F7967805-05B2-42B9-8E76-45B68E92F36D}"/>
              </a:ext>
            </a:extLst>
          </p:cNvPr>
          <p:cNvSpPr>
            <a:spLocks noGrp="1"/>
          </p:cNvSpPr>
          <p:nvPr/>
        </p:nvSpPr>
        <p:spPr>
          <a:xfrm>
            <a:off x="1497637" y="4181477"/>
            <a:ext cx="28398" cy="28398"/>
          </a:xfrm>
          <a:prstGeom prst="ellipse">
            <a:avLst/>
          </a:prstGeom>
          <a:solidFill>
            <a:srgbClr val="7F8C97">
              <a:alpha val="48000"/>
            </a:srgbClr>
          </a:solidFill>
          <a:ln w="0">
            <a:noFill/>
            <a:prstDash val="solid"/>
          </a:ln>
        </p:spPr>
      </p:sp>
      <p:sp>
        <p:nvSpPr>
          <p:cNvPr id="1508" name="03_assume_matched_6805">
            <a:extLst>
              <a:ext uri="{FF2B5EF4-FFF2-40B4-BE49-F238E27FC236}">
                <a16:creationId xmlns:a16="http://schemas.microsoft.com/office/drawing/2014/main" id="{E3450657-A13D-4BB5-B7FF-F590912053FE}"/>
              </a:ext>
            </a:extLst>
          </p:cNvPr>
          <p:cNvSpPr>
            <a:spLocks noGrp="1"/>
          </p:cNvSpPr>
          <p:nvPr/>
        </p:nvSpPr>
        <p:spPr>
          <a:xfrm>
            <a:off x="1406254" y="3694086"/>
            <a:ext cx="28398" cy="28398"/>
          </a:xfrm>
          <a:prstGeom prst="ellipse">
            <a:avLst/>
          </a:prstGeom>
          <a:solidFill>
            <a:srgbClr val="7F8C97">
              <a:alpha val="48000"/>
            </a:srgbClr>
          </a:solidFill>
          <a:ln w="0">
            <a:noFill/>
            <a:prstDash val="solid"/>
          </a:ln>
        </p:spPr>
      </p:sp>
      <p:sp>
        <p:nvSpPr>
          <p:cNvPr id="1509" name="03_assume_matched_6806">
            <a:extLst>
              <a:ext uri="{FF2B5EF4-FFF2-40B4-BE49-F238E27FC236}">
                <a16:creationId xmlns:a16="http://schemas.microsoft.com/office/drawing/2014/main" id="{F85BB05F-5F5E-4364-8637-E34659D4F5CC}"/>
              </a:ext>
            </a:extLst>
          </p:cNvPr>
          <p:cNvSpPr>
            <a:spLocks noGrp="1"/>
          </p:cNvSpPr>
          <p:nvPr/>
        </p:nvSpPr>
        <p:spPr>
          <a:xfrm>
            <a:off x="1465545" y="4278955"/>
            <a:ext cx="28398" cy="28398"/>
          </a:xfrm>
          <a:prstGeom prst="ellipse">
            <a:avLst/>
          </a:prstGeom>
          <a:solidFill>
            <a:srgbClr val="7F8C97">
              <a:alpha val="48000"/>
            </a:srgbClr>
          </a:solidFill>
          <a:ln w="0">
            <a:noFill/>
            <a:prstDash val="solid"/>
          </a:ln>
        </p:spPr>
      </p:sp>
      <p:sp>
        <p:nvSpPr>
          <p:cNvPr id="1510" name="03_assume_matched_6807">
            <a:extLst>
              <a:ext uri="{FF2B5EF4-FFF2-40B4-BE49-F238E27FC236}">
                <a16:creationId xmlns:a16="http://schemas.microsoft.com/office/drawing/2014/main" id="{9A8A01C9-CD2B-4D67-B308-80A6B10B00F5}"/>
              </a:ext>
            </a:extLst>
          </p:cNvPr>
          <p:cNvSpPr>
            <a:spLocks noGrp="1"/>
          </p:cNvSpPr>
          <p:nvPr/>
        </p:nvSpPr>
        <p:spPr>
          <a:xfrm>
            <a:off x="1447700" y="4278955"/>
            <a:ext cx="28398" cy="28398"/>
          </a:xfrm>
          <a:prstGeom prst="ellipse">
            <a:avLst/>
          </a:prstGeom>
          <a:solidFill>
            <a:srgbClr val="7F8C97">
              <a:alpha val="48000"/>
            </a:srgbClr>
          </a:solidFill>
          <a:ln w="0">
            <a:noFill/>
            <a:prstDash val="solid"/>
          </a:ln>
        </p:spPr>
      </p:sp>
      <p:sp>
        <p:nvSpPr>
          <p:cNvPr id="1511" name="03_assume_matched_6808">
            <a:extLst>
              <a:ext uri="{FF2B5EF4-FFF2-40B4-BE49-F238E27FC236}">
                <a16:creationId xmlns:a16="http://schemas.microsoft.com/office/drawing/2014/main" id="{6D9BFCE4-290C-4D17-83AD-C2F74636CEFE}"/>
              </a:ext>
            </a:extLst>
          </p:cNvPr>
          <p:cNvSpPr>
            <a:spLocks noGrp="1"/>
          </p:cNvSpPr>
          <p:nvPr/>
        </p:nvSpPr>
        <p:spPr>
          <a:xfrm>
            <a:off x="1479936" y="3694086"/>
            <a:ext cx="28398" cy="28398"/>
          </a:xfrm>
          <a:prstGeom prst="ellipse">
            <a:avLst/>
          </a:prstGeom>
          <a:solidFill>
            <a:srgbClr val="7F8C97">
              <a:alpha val="48000"/>
            </a:srgbClr>
          </a:solidFill>
          <a:ln w="0">
            <a:noFill/>
            <a:prstDash val="solid"/>
          </a:ln>
        </p:spPr>
      </p:sp>
      <p:sp>
        <p:nvSpPr>
          <p:cNvPr id="1512" name="03_assume_matched_6809">
            <a:extLst>
              <a:ext uri="{FF2B5EF4-FFF2-40B4-BE49-F238E27FC236}">
                <a16:creationId xmlns:a16="http://schemas.microsoft.com/office/drawing/2014/main" id="{7A2C0C1A-B0D7-45F2-9F45-BFE817F19A56}"/>
              </a:ext>
            </a:extLst>
          </p:cNvPr>
          <p:cNvSpPr>
            <a:spLocks noGrp="1"/>
          </p:cNvSpPr>
          <p:nvPr/>
        </p:nvSpPr>
        <p:spPr>
          <a:xfrm>
            <a:off x="1461803" y="4230216"/>
            <a:ext cx="28398" cy="28398"/>
          </a:xfrm>
          <a:prstGeom prst="ellipse">
            <a:avLst/>
          </a:prstGeom>
          <a:solidFill>
            <a:srgbClr val="7F8C97">
              <a:alpha val="48000"/>
            </a:srgbClr>
          </a:solidFill>
          <a:ln w="0">
            <a:noFill/>
            <a:prstDash val="solid"/>
          </a:ln>
        </p:spPr>
      </p:sp>
      <p:sp>
        <p:nvSpPr>
          <p:cNvPr id="1513" name="03_assume_matched_6810">
            <a:extLst>
              <a:ext uri="{FF2B5EF4-FFF2-40B4-BE49-F238E27FC236}">
                <a16:creationId xmlns:a16="http://schemas.microsoft.com/office/drawing/2014/main" id="{DA335038-2168-4B76-9A2D-A5FC0762462B}"/>
              </a:ext>
            </a:extLst>
          </p:cNvPr>
          <p:cNvSpPr>
            <a:spLocks noGrp="1"/>
          </p:cNvSpPr>
          <p:nvPr/>
        </p:nvSpPr>
        <p:spPr>
          <a:xfrm>
            <a:off x="1523972" y="4132738"/>
            <a:ext cx="28398" cy="28398"/>
          </a:xfrm>
          <a:prstGeom prst="ellipse">
            <a:avLst/>
          </a:prstGeom>
          <a:solidFill>
            <a:srgbClr val="7F8C97">
              <a:alpha val="48000"/>
            </a:srgbClr>
          </a:solidFill>
          <a:ln w="0">
            <a:noFill/>
            <a:prstDash val="solid"/>
          </a:ln>
        </p:spPr>
      </p:sp>
      <p:sp>
        <p:nvSpPr>
          <p:cNvPr id="1514" name="03_assume_matched_6811">
            <a:extLst>
              <a:ext uri="{FF2B5EF4-FFF2-40B4-BE49-F238E27FC236}">
                <a16:creationId xmlns:a16="http://schemas.microsoft.com/office/drawing/2014/main" id="{DE043278-E655-4E6F-A364-48AA2062C6AB}"/>
              </a:ext>
            </a:extLst>
          </p:cNvPr>
          <p:cNvSpPr>
            <a:spLocks noGrp="1"/>
          </p:cNvSpPr>
          <p:nvPr/>
        </p:nvSpPr>
        <p:spPr>
          <a:xfrm>
            <a:off x="1422084" y="3694086"/>
            <a:ext cx="28398" cy="28398"/>
          </a:xfrm>
          <a:prstGeom prst="ellipse">
            <a:avLst/>
          </a:prstGeom>
          <a:solidFill>
            <a:srgbClr val="7F8C97">
              <a:alpha val="48000"/>
            </a:srgbClr>
          </a:solidFill>
          <a:ln w="0">
            <a:noFill/>
            <a:prstDash val="solid"/>
          </a:ln>
        </p:spPr>
      </p:sp>
      <p:sp>
        <p:nvSpPr>
          <p:cNvPr id="1515" name="03_assume_matched_6812">
            <a:extLst>
              <a:ext uri="{FF2B5EF4-FFF2-40B4-BE49-F238E27FC236}">
                <a16:creationId xmlns:a16="http://schemas.microsoft.com/office/drawing/2014/main" id="{84DC8538-C691-4CD2-90F6-577B8C9704AD}"/>
              </a:ext>
            </a:extLst>
          </p:cNvPr>
          <p:cNvSpPr>
            <a:spLocks noGrp="1"/>
          </p:cNvSpPr>
          <p:nvPr/>
        </p:nvSpPr>
        <p:spPr>
          <a:xfrm>
            <a:off x="1428704" y="4278955"/>
            <a:ext cx="28398" cy="28398"/>
          </a:xfrm>
          <a:prstGeom prst="ellipse">
            <a:avLst/>
          </a:prstGeom>
          <a:solidFill>
            <a:srgbClr val="7F8C97">
              <a:alpha val="48000"/>
            </a:srgbClr>
          </a:solidFill>
          <a:ln w="0">
            <a:noFill/>
            <a:prstDash val="solid"/>
          </a:ln>
        </p:spPr>
      </p:sp>
      <p:sp>
        <p:nvSpPr>
          <p:cNvPr id="1516" name="03_assume_matched_6813">
            <a:extLst>
              <a:ext uri="{FF2B5EF4-FFF2-40B4-BE49-F238E27FC236}">
                <a16:creationId xmlns:a16="http://schemas.microsoft.com/office/drawing/2014/main" id="{D8A0F455-7548-4E6B-9B0B-FB830D595EC3}"/>
              </a:ext>
            </a:extLst>
          </p:cNvPr>
          <p:cNvSpPr>
            <a:spLocks noGrp="1"/>
          </p:cNvSpPr>
          <p:nvPr/>
        </p:nvSpPr>
        <p:spPr>
          <a:xfrm>
            <a:off x="1488570" y="3694086"/>
            <a:ext cx="28398" cy="28398"/>
          </a:xfrm>
          <a:prstGeom prst="ellipse">
            <a:avLst/>
          </a:prstGeom>
          <a:solidFill>
            <a:srgbClr val="7F8C97">
              <a:alpha val="48000"/>
            </a:srgbClr>
          </a:solidFill>
          <a:ln w="0">
            <a:noFill/>
            <a:prstDash val="solid"/>
          </a:ln>
        </p:spPr>
      </p:sp>
      <p:sp>
        <p:nvSpPr>
          <p:cNvPr id="1517" name="03_assume_matched_6814">
            <a:extLst>
              <a:ext uri="{FF2B5EF4-FFF2-40B4-BE49-F238E27FC236}">
                <a16:creationId xmlns:a16="http://schemas.microsoft.com/office/drawing/2014/main" id="{CF17A1CF-D3A4-4CDD-87E9-5FD91CD99976}"/>
              </a:ext>
            </a:extLst>
          </p:cNvPr>
          <p:cNvSpPr>
            <a:spLocks noGrp="1"/>
          </p:cNvSpPr>
          <p:nvPr/>
        </p:nvSpPr>
        <p:spPr>
          <a:xfrm>
            <a:off x="1487275" y="4278955"/>
            <a:ext cx="28398" cy="28398"/>
          </a:xfrm>
          <a:prstGeom prst="ellipse">
            <a:avLst/>
          </a:prstGeom>
          <a:solidFill>
            <a:srgbClr val="7F8C97">
              <a:alpha val="48000"/>
            </a:srgbClr>
          </a:solidFill>
          <a:ln w="0">
            <a:noFill/>
            <a:prstDash val="solid"/>
          </a:ln>
        </p:spPr>
      </p:sp>
      <p:sp>
        <p:nvSpPr>
          <p:cNvPr id="1518" name="03_assume_matched_6815">
            <a:extLst>
              <a:ext uri="{FF2B5EF4-FFF2-40B4-BE49-F238E27FC236}">
                <a16:creationId xmlns:a16="http://schemas.microsoft.com/office/drawing/2014/main" id="{BF6D129E-D1CA-4774-A9DC-3B5185ED5546}"/>
              </a:ext>
            </a:extLst>
          </p:cNvPr>
          <p:cNvSpPr>
            <a:spLocks noGrp="1"/>
          </p:cNvSpPr>
          <p:nvPr/>
        </p:nvSpPr>
        <p:spPr>
          <a:xfrm>
            <a:off x="1534046" y="3694086"/>
            <a:ext cx="28398" cy="28398"/>
          </a:xfrm>
          <a:prstGeom prst="ellipse">
            <a:avLst/>
          </a:prstGeom>
          <a:solidFill>
            <a:srgbClr val="7F8C97">
              <a:alpha val="48000"/>
            </a:srgbClr>
          </a:solidFill>
          <a:ln w="0">
            <a:noFill/>
            <a:prstDash val="solid"/>
          </a:ln>
        </p:spPr>
      </p:sp>
      <p:sp>
        <p:nvSpPr>
          <p:cNvPr id="1519" name="03_assume_matched_6816">
            <a:extLst>
              <a:ext uri="{FF2B5EF4-FFF2-40B4-BE49-F238E27FC236}">
                <a16:creationId xmlns:a16="http://schemas.microsoft.com/office/drawing/2014/main" id="{E0FC2D6F-A89D-45D0-84D5-9405D1D2526C}"/>
              </a:ext>
            </a:extLst>
          </p:cNvPr>
          <p:cNvSpPr>
            <a:spLocks noGrp="1"/>
          </p:cNvSpPr>
          <p:nvPr/>
        </p:nvSpPr>
        <p:spPr>
          <a:xfrm>
            <a:off x="1512315" y="3986521"/>
            <a:ext cx="28398" cy="28398"/>
          </a:xfrm>
          <a:prstGeom prst="ellipse">
            <a:avLst/>
          </a:prstGeom>
          <a:solidFill>
            <a:srgbClr val="7F8C97">
              <a:alpha val="48000"/>
            </a:srgbClr>
          </a:solidFill>
          <a:ln w="0">
            <a:noFill/>
            <a:prstDash val="solid"/>
          </a:ln>
        </p:spPr>
      </p:sp>
      <p:sp>
        <p:nvSpPr>
          <p:cNvPr id="1520" name="03_assume_matched_6817">
            <a:extLst>
              <a:ext uri="{FF2B5EF4-FFF2-40B4-BE49-F238E27FC236}">
                <a16:creationId xmlns:a16="http://schemas.microsoft.com/office/drawing/2014/main" id="{2F91FE7A-CFD1-4B0E-825D-438EF0F7B476}"/>
              </a:ext>
            </a:extLst>
          </p:cNvPr>
          <p:cNvSpPr>
            <a:spLocks noGrp="1"/>
          </p:cNvSpPr>
          <p:nvPr/>
        </p:nvSpPr>
        <p:spPr>
          <a:xfrm>
            <a:off x="1444390" y="4278955"/>
            <a:ext cx="28398" cy="28398"/>
          </a:xfrm>
          <a:prstGeom prst="ellipse">
            <a:avLst/>
          </a:prstGeom>
          <a:solidFill>
            <a:srgbClr val="7F8C97">
              <a:alpha val="48000"/>
            </a:srgbClr>
          </a:solidFill>
          <a:ln w="0">
            <a:noFill/>
            <a:prstDash val="solid"/>
          </a:ln>
        </p:spPr>
      </p:sp>
      <p:sp>
        <p:nvSpPr>
          <p:cNvPr id="1521" name="03_assume_matched_6818">
            <a:extLst>
              <a:ext uri="{FF2B5EF4-FFF2-40B4-BE49-F238E27FC236}">
                <a16:creationId xmlns:a16="http://schemas.microsoft.com/office/drawing/2014/main" id="{16C20A92-6C8B-4E5E-B963-3A8596C1D4B7}"/>
              </a:ext>
            </a:extLst>
          </p:cNvPr>
          <p:cNvSpPr>
            <a:spLocks noGrp="1"/>
          </p:cNvSpPr>
          <p:nvPr/>
        </p:nvSpPr>
        <p:spPr>
          <a:xfrm>
            <a:off x="1515193" y="4278955"/>
            <a:ext cx="28398" cy="28398"/>
          </a:xfrm>
          <a:prstGeom prst="ellipse">
            <a:avLst/>
          </a:prstGeom>
          <a:solidFill>
            <a:srgbClr val="7F8C97">
              <a:alpha val="48000"/>
            </a:srgbClr>
          </a:solidFill>
          <a:ln w="0">
            <a:noFill/>
            <a:prstDash val="solid"/>
          </a:ln>
        </p:spPr>
      </p:sp>
      <p:sp>
        <p:nvSpPr>
          <p:cNvPr id="1522" name="03_assume_matched_6819">
            <a:extLst>
              <a:ext uri="{FF2B5EF4-FFF2-40B4-BE49-F238E27FC236}">
                <a16:creationId xmlns:a16="http://schemas.microsoft.com/office/drawing/2014/main" id="{85E2E506-66EC-47CB-BDBB-8A4B61512A20}"/>
              </a:ext>
            </a:extLst>
          </p:cNvPr>
          <p:cNvSpPr>
            <a:spLocks noGrp="1"/>
          </p:cNvSpPr>
          <p:nvPr/>
        </p:nvSpPr>
        <p:spPr>
          <a:xfrm>
            <a:off x="1503537" y="4278955"/>
            <a:ext cx="28398" cy="28398"/>
          </a:xfrm>
          <a:prstGeom prst="ellipse">
            <a:avLst/>
          </a:prstGeom>
          <a:solidFill>
            <a:srgbClr val="7F8C97">
              <a:alpha val="48000"/>
            </a:srgbClr>
          </a:solidFill>
          <a:ln w="0">
            <a:noFill/>
            <a:prstDash val="solid"/>
          </a:ln>
        </p:spPr>
      </p:sp>
      <p:sp>
        <p:nvSpPr>
          <p:cNvPr id="1523" name="03_assume_matched_6820">
            <a:extLst>
              <a:ext uri="{FF2B5EF4-FFF2-40B4-BE49-F238E27FC236}">
                <a16:creationId xmlns:a16="http://schemas.microsoft.com/office/drawing/2014/main" id="{DC3FE244-75C9-418B-B9C4-2FA69A6FDC52}"/>
              </a:ext>
            </a:extLst>
          </p:cNvPr>
          <p:cNvSpPr>
            <a:spLocks noGrp="1"/>
          </p:cNvSpPr>
          <p:nvPr/>
        </p:nvSpPr>
        <p:spPr>
          <a:xfrm>
            <a:off x="1509725" y="4278955"/>
            <a:ext cx="28398" cy="28398"/>
          </a:xfrm>
          <a:prstGeom prst="ellipse">
            <a:avLst/>
          </a:prstGeom>
          <a:solidFill>
            <a:srgbClr val="7F8C97">
              <a:alpha val="48000"/>
            </a:srgbClr>
          </a:solidFill>
          <a:ln w="0">
            <a:noFill/>
            <a:prstDash val="solid"/>
          </a:ln>
        </p:spPr>
      </p:sp>
      <p:sp>
        <p:nvSpPr>
          <p:cNvPr id="1524" name="03_assume_matched_6821">
            <a:extLst>
              <a:ext uri="{FF2B5EF4-FFF2-40B4-BE49-F238E27FC236}">
                <a16:creationId xmlns:a16="http://schemas.microsoft.com/office/drawing/2014/main" id="{7959D724-7572-4831-9060-818860AFD2E6}"/>
              </a:ext>
            </a:extLst>
          </p:cNvPr>
          <p:cNvSpPr>
            <a:spLocks noGrp="1"/>
          </p:cNvSpPr>
          <p:nvPr/>
        </p:nvSpPr>
        <p:spPr>
          <a:xfrm>
            <a:off x="1523108" y="4278955"/>
            <a:ext cx="28398" cy="28398"/>
          </a:xfrm>
          <a:prstGeom prst="ellipse">
            <a:avLst/>
          </a:prstGeom>
          <a:solidFill>
            <a:srgbClr val="7F8C97">
              <a:alpha val="48000"/>
            </a:srgbClr>
          </a:solidFill>
          <a:ln w="0">
            <a:noFill/>
            <a:prstDash val="solid"/>
          </a:ln>
        </p:spPr>
      </p:sp>
      <p:sp>
        <p:nvSpPr>
          <p:cNvPr id="1525" name="03_assume_matched_6822">
            <a:extLst>
              <a:ext uri="{FF2B5EF4-FFF2-40B4-BE49-F238E27FC236}">
                <a16:creationId xmlns:a16="http://schemas.microsoft.com/office/drawing/2014/main" id="{723C0491-4A7A-41C7-B4BF-6365E87304EF}"/>
              </a:ext>
            </a:extLst>
          </p:cNvPr>
          <p:cNvSpPr>
            <a:spLocks noGrp="1"/>
          </p:cNvSpPr>
          <p:nvPr/>
        </p:nvSpPr>
        <p:spPr>
          <a:xfrm>
            <a:off x="1431726" y="3694086"/>
            <a:ext cx="28398" cy="28398"/>
          </a:xfrm>
          <a:prstGeom prst="ellipse">
            <a:avLst/>
          </a:prstGeom>
          <a:solidFill>
            <a:srgbClr val="7F8C97">
              <a:alpha val="48000"/>
            </a:srgbClr>
          </a:solidFill>
          <a:ln w="0">
            <a:noFill/>
            <a:prstDash val="solid"/>
          </a:ln>
        </p:spPr>
      </p:sp>
      <p:sp>
        <p:nvSpPr>
          <p:cNvPr id="1526" name="03_assume_matched_6823">
            <a:extLst>
              <a:ext uri="{FF2B5EF4-FFF2-40B4-BE49-F238E27FC236}">
                <a16:creationId xmlns:a16="http://schemas.microsoft.com/office/drawing/2014/main" id="{3B11F165-A2BB-450F-ACF1-F83C119342C1}"/>
              </a:ext>
            </a:extLst>
          </p:cNvPr>
          <p:cNvSpPr>
            <a:spLocks noGrp="1"/>
          </p:cNvSpPr>
          <p:nvPr/>
        </p:nvSpPr>
        <p:spPr>
          <a:xfrm>
            <a:off x="1420933" y="3986521"/>
            <a:ext cx="28398" cy="28398"/>
          </a:xfrm>
          <a:prstGeom prst="ellipse">
            <a:avLst/>
          </a:prstGeom>
          <a:solidFill>
            <a:srgbClr val="7F8C97">
              <a:alpha val="48000"/>
            </a:srgbClr>
          </a:solidFill>
          <a:ln w="0">
            <a:noFill/>
            <a:prstDash val="solid"/>
          </a:ln>
        </p:spPr>
      </p:sp>
      <p:sp>
        <p:nvSpPr>
          <p:cNvPr id="1527" name="03_assume_matched_6824">
            <a:extLst>
              <a:ext uri="{FF2B5EF4-FFF2-40B4-BE49-F238E27FC236}">
                <a16:creationId xmlns:a16="http://schemas.microsoft.com/office/drawing/2014/main" id="{B147CFE5-6D45-4246-8E73-768CC6DD8325}"/>
              </a:ext>
            </a:extLst>
          </p:cNvPr>
          <p:cNvSpPr>
            <a:spLocks noGrp="1"/>
          </p:cNvSpPr>
          <p:nvPr/>
        </p:nvSpPr>
        <p:spPr>
          <a:xfrm>
            <a:off x="1503825" y="3986521"/>
            <a:ext cx="28398" cy="28398"/>
          </a:xfrm>
          <a:prstGeom prst="ellipse">
            <a:avLst/>
          </a:prstGeom>
          <a:solidFill>
            <a:srgbClr val="7F8C97">
              <a:alpha val="48000"/>
            </a:srgbClr>
          </a:solidFill>
          <a:ln w="0">
            <a:noFill/>
            <a:prstDash val="solid"/>
          </a:ln>
        </p:spPr>
      </p:sp>
      <p:sp>
        <p:nvSpPr>
          <p:cNvPr id="1528" name="03_assume_matched_6825">
            <a:extLst>
              <a:ext uri="{FF2B5EF4-FFF2-40B4-BE49-F238E27FC236}">
                <a16:creationId xmlns:a16="http://schemas.microsoft.com/office/drawing/2014/main" id="{FCE048E8-572F-45A7-8648-AB9A99E573C4}"/>
              </a:ext>
            </a:extLst>
          </p:cNvPr>
          <p:cNvSpPr>
            <a:spLocks noGrp="1"/>
          </p:cNvSpPr>
          <p:nvPr/>
        </p:nvSpPr>
        <p:spPr>
          <a:xfrm>
            <a:off x="1540953" y="4111850"/>
            <a:ext cx="28398" cy="28398"/>
          </a:xfrm>
          <a:prstGeom prst="ellipse">
            <a:avLst/>
          </a:prstGeom>
          <a:solidFill>
            <a:srgbClr val="7F8C97">
              <a:alpha val="48000"/>
            </a:srgbClr>
          </a:solidFill>
          <a:ln w="0">
            <a:noFill/>
            <a:prstDash val="solid"/>
          </a:ln>
        </p:spPr>
      </p:sp>
      <p:sp>
        <p:nvSpPr>
          <p:cNvPr id="1529" name="03_assume_matched_6826">
            <a:extLst>
              <a:ext uri="{FF2B5EF4-FFF2-40B4-BE49-F238E27FC236}">
                <a16:creationId xmlns:a16="http://schemas.microsoft.com/office/drawing/2014/main" id="{A132FB9E-FB91-4E7A-BADA-BB66E0BC3B7D}"/>
              </a:ext>
            </a:extLst>
          </p:cNvPr>
          <p:cNvSpPr>
            <a:spLocks noGrp="1"/>
          </p:cNvSpPr>
          <p:nvPr/>
        </p:nvSpPr>
        <p:spPr>
          <a:xfrm>
            <a:off x="1547141" y="3694086"/>
            <a:ext cx="28398" cy="28398"/>
          </a:xfrm>
          <a:prstGeom prst="ellipse">
            <a:avLst/>
          </a:prstGeom>
          <a:solidFill>
            <a:srgbClr val="7F8C97">
              <a:alpha val="48000"/>
            </a:srgbClr>
          </a:solidFill>
          <a:ln w="0">
            <a:noFill/>
            <a:prstDash val="solid"/>
          </a:ln>
        </p:spPr>
      </p:sp>
      <p:sp>
        <p:nvSpPr>
          <p:cNvPr id="1530" name="03_assume_matched_6827">
            <a:extLst>
              <a:ext uri="{FF2B5EF4-FFF2-40B4-BE49-F238E27FC236}">
                <a16:creationId xmlns:a16="http://schemas.microsoft.com/office/drawing/2014/main" id="{D76B0F6C-F2A8-413C-96D0-53459104F8F9}"/>
              </a:ext>
            </a:extLst>
          </p:cNvPr>
          <p:cNvSpPr>
            <a:spLocks noGrp="1"/>
          </p:cNvSpPr>
          <p:nvPr/>
        </p:nvSpPr>
        <p:spPr>
          <a:xfrm>
            <a:off x="1458206" y="3986521"/>
            <a:ext cx="28398" cy="28398"/>
          </a:xfrm>
          <a:prstGeom prst="ellipse">
            <a:avLst/>
          </a:prstGeom>
          <a:solidFill>
            <a:srgbClr val="7F8C97">
              <a:alpha val="48000"/>
            </a:srgbClr>
          </a:solidFill>
          <a:ln w="0">
            <a:noFill/>
            <a:prstDash val="solid"/>
          </a:ln>
        </p:spPr>
      </p:sp>
      <p:sp>
        <p:nvSpPr>
          <p:cNvPr id="1531" name="03_assume_matched_6828">
            <a:extLst>
              <a:ext uri="{FF2B5EF4-FFF2-40B4-BE49-F238E27FC236}">
                <a16:creationId xmlns:a16="http://schemas.microsoft.com/office/drawing/2014/main" id="{B6DE3854-6B42-49E3-B0E9-A4DE0E2BEE45}"/>
              </a:ext>
            </a:extLst>
          </p:cNvPr>
          <p:cNvSpPr>
            <a:spLocks noGrp="1"/>
          </p:cNvSpPr>
          <p:nvPr/>
        </p:nvSpPr>
        <p:spPr>
          <a:xfrm>
            <a:off x="1511020" y="4278955"/>
            <a:ext cx="28398" cy="28398"/>
          </a:xfrm>
          <a:prstGeom prst="ellipse">
            <a:avLst/>
          </a:prstGeom>
          <a:solidFill>
            <a:srgbClr val="7F8C97">
              <a:alpha val="48000"/>
            </a:srgbClr>
          </a:solidFill>
          <a:ln w="0">
            <a:noFill/>
            <a:prstDash val="solid"/>
          </a:ln>
        </p:spPr>
      </p:sp>
      <p:sp>
        <p:nvSpPr>
          <p:cNvPr id="1532" name="03_assume_matched_6829">
            <a:extLst>
              <a:ext uri="{FF2B5EF4-FFF2-40B4-BE49-F238E27FC236}">
                <a16:creationId xmlns:a16="http://schemas.microsoft.com/office/drawing/2014/main" id="{02C386E7-F254-47DA-B702-599A3C975B04}"/>
              </a:ext>
            </a:extLst>
          </p:cNvPr>
          <p:cNvSpPr>
            <a:spLocks noGrp="1"/>
          </p:cNvSpPr>
          <p:nvPr/>
        </p:nvSpPr>
        <p:spPr>
          <a:xfrm>
            <a:off x="1521957" y="3694086"/>
            <a:ext cx="28398" cy="28398"/>
          </a:xfrm>
          <a:prstGeom prst="ellipse">
            <a:avLst/>
          </a:prstGeom>
          <a:solidFill>
            <a:srgbClr val="7F8C97">
              <a:alpha val="48000"/>
            </a:srgbClr>
          </a:solidFill>
          <a:ln w="0">
            <a:noFill/>
            <a:prstDash val="solid"/>
          </a:ln>
        </p:spPr>
      </p:sp>
      <p:sp>
        <p:nvSpPr>
          <p:cNvPr id="1533" name="03_assume_matched_6830">
            <a:extLst>
              <a:ext uri="{FF2B5EF4-FFF2-40B4-BE49-F238E27FC236}">
                <a16:creationId xmlns:a16="http://schemas.microsoft.com/office/drawing/2014/main" id="{9D27B7D0-41C2-40B0-BAF0-D7B0B638E1AE}"/>
              </a:ext>
            </a:extLst>
          </p:cNvPr>
          <p:cNvSpPr>
            <a:spLocks noGrp="1"/>
          </p:cNvSpPr>
          <p:nvPr/>
        </p:nvSpPr>
        <p:spPr>
          <a:xfrm>
            <a:off x="1539370" y="3694086"/>
            <a:ext cx="28398" cy="28398"/>
          </a:xfrm>
          <a:prstGeom prst="ellipse">
            <a:avLst/>
          </a:prstGeom>
          <a:solidFill>
            <a:srgbClr val="7F8C97">
              <a:alpha val="48000"/>
            </a:srgbClr>
          </a:solidFill>
          <a:ln w="0">
            <a:noFill/>
            <a:prstDash val="solid"/>
          </a:ln>
        </p:spPr>
      </p:sp>
      <p:sp>
        <p:nvSpPr>
          <p:cNvPr id="1534" name="03_assume_matched_6831">
            <a:extLst>
              <a:ext uri="{FF2B5EF4-FFF2-40B4-BE49-F238E27FC236}">
                <a16:creationId xmlns:a16="http://schemas.microsoft.com/office/drawing/2014/main" id="{6489278E-7627-4939-85F4-8F292B725595}"/>
              </a:ext>
            </a:extLst>
          </p:cNvPr>
          <p:cNvSpPr>
            <a:spLocks noGrp="1"/>
          </p:cNvSpPr>
          <p:nvPr/>
        </p:nvSpPr>
        <p:spPr>
          <a:xfrm>
            <a:off x="1524116" y="3694086"/>
            <a:ext cx="28398" cy="28398"/>
          </a:xfrm>
          <a:prstGeom prst="ellipse">
            <a:avLst/>
          </a:prstGeom>
          <a:solidFill>
            <a:srgbClr val="7F8C97">
              <a:alpha val="48000"/>
            </a:srgbClr>
          </a:solidFill>
          <a:ln w="0">
            <a:noFill/>
            <a:prstDash val="solid"/>
          </a:ln>
        </p:spPr>
      </p:sp>
      <p:sp>
        <p:nvSpPr>
          <p:cNvPr id="1535" name="03_assume_matched_6832">
            <a:extLst>
              <a:ext uri="{FF2B5EF4-FFF2-40B4-BE49-F238E27FC236}">
                <a16:creationId xmlns:a16="http://schemas.microsoft.com/office/drawing/2014/main" id="{5B0AB677-E602-4C21-A097-82E1FC54050D}"/>
              </a:ext>
            </a:extLst>
          </p:cNvPr>
          <p:cNvSpPr>
            <a:spLocks noGrp="1"/>
          </p:cNvSpPr>
          <p:nvPr/>
        </p:nvSpPr>
        <p:spPr>
          <a:xfrm>
            <a:off x="1502386" y="3694086"/>
            <a:ext cx="28398" cy="28398"/>
          </a:xfrm>
          <a:prstGeom prst="ellipse">
            <a:avLst/>
          </a:prstGeom>
          <a:solidFill>
            <a:srgbClr val="7F8C97">
              <a:alpha val="48000"/>
            </a:srgbClr>
          </a:solidFill>
          <a:ln w="0">
            <a:noFill/>
            <a:prstDash val="solid"/>
          </a:ln>
        </p:spPr>
      </p:sp>
      <p:sp>
        <p:nvSpPr>
          <p:cNvPr id="1536" name="03_assume_matched_6833">
            <a:extLst>
              <a:ext uri="{FF2B5EF4-FFF2-40B4-BE49-F238E27FC236}">
                <a16:creationId xmlns:a16="http://schemas.microsoft.com/office/drawing/2014/main" id="{FEAFBA0A-440B-4E7E-89C5-5519B278677F}"/>
              </a:ext>
            </a:extLst>
          </p:cNvPr>
          <p:cNvSpPr>
            <a:spLocks noGrp="1"/>
          </p:cNvSpPr>
          <p:nvPr/>
        </p:nvSpPr>
        <p:spPr>
          <a:xfrm>
            <a:off x="1414169" y="3694086"/>
            <a:ext cx="28398" cy="28398"/>
          </a:xfrm>
          <a:prstGeom prst="ellipse">
            <a:avLst/>
          </a:prstGeom>
          <a:solidFill>
            <a:srgbClr val="7F8C97">
              <a:alpha val="48000"/>
            </a:srgbClr>
          </a:solidFill>
          <a:ln w="0">
            <a:noFill/>
            <a:prstDash val="solid"/>
          </a:ln>
        </p:spPr>
      </p:sp>
      <p:sp>
        <p:nvSpPr>
          <p:cNvPr id="1537" name="03_assume_matched_6834">
            <a:extLst>
              <a:ext uri="{FF2B5EF4-FFF2-40B4-BE49-F238E27FC236}">
                <a16:creationId xmlns:a16="http://schemas.microsoft.com/office/drawing/2014/main" id="{93FE83F9-7822-454D-AC65-F92CE390E940}"/>
              </a:ext>
            </a:extLst>
          </p:cNvPr>
          <p:cNvSpPr>
            <a:spLocks noGrp="1"/>
          </p:cNvSpPr>
          <p:nvPr/>
        </p:nvSpPr>
        <p:spPr>
          <a:xfrm>
            <a:off x="1428129" y="4278955"/>
            <a:ext cx="28398" cy="28398"/>
          </a:xfrm>
          <a:prstGeom prst="ellipse">
            <a:avLst/>
          </a:prstGeom>
          <a:solidFill>
            <a:srgbClr val="7F8C97">
              <a:alpha val="48000"/>
            </a:srgbClr>
          </a:solidFill>
          <a:ln w="0">
            <a:noFill/>
            <a:prstDash val="solid"/>
          </a:ln>
        </p:spPr>
      </p:sp>
      <p:sp>
        <p:nvSpPr>
          <p:cNvPr id="1538" name="03_assume_matched_6835">
            <a:extLst>
              <a:ext uri="{FF2B5EF4-FFF2-40B4-BE49-F238E27FC236}">
                <a16:creationId xmlns:a16="http://schemas.microsoft.com/office/drawing/2014/main" id="{813536FB-299C-4575-B99A-5CB72887A5D2}"/>
              </a:ext>
            </a:extLst>
          </p:cNvPr>
          <p:cNvSpPr>
            <a:spLocks noGrp="1"/>
          </p:cNvSpPr>
          <p:nvPr/>
        </p:nvSpPr>
        <p:spPr>
          <a:xfrm>
            <a:off x="1489290" y="3694086"/>
            <a:ext cx="28398" cy="28398"/>
          </a:xfrm>
          <a:prstGeom prst="ellipse">
            <a:avLst/>
          </a:prstGeom>
          <a:solidFill>
            <a:srgbClr val="7F8C97">
              <a:alpha val="48000"/>
            </a:srgbClr>
          </a:solidFill>
          <a:ln w="0">
            <a:noFill/>
            <a:prstDash val="solid"/>
          </a:ln>
        </p:spPr>
      </p:sp>
      <p:sp>
        <p:nvSpPr>
          <p:cNvPr id="1539" name="03_assume_matched_6836">
            <a:extLst>
              <a:ext uri="{FF2B5EF4-FFF2-40B4-BE49-F238E27FC236}">
                <a16:creationId xmlns:a16="http://schemas.microsoft.com/office/drawing/2014/main" id="{1BC07BFF-0E85-4401-9EAF-F9229CFEC0F2}"/>
              </a:ext>
            </a:extLst>
          </p:cNvPr>
          <p:cNvSpPr>
            <a:spLocks noGrp="1"/>
          </p:cNvSpPr>
          <p:nvPr/>
        </p:nvSpPr>
        <p:spPr>
          <a:xfrm>
            <a:off x="1434173" y="4278955"/>
            <a:ext cx="28398" cy="28398"/>
          </a:xfrm>
          <a:prstGeom prst="ellipse">
            <a:avLst/>
          </a:prstGeom>
          <a:solidFill>
            <a:srgbClr val="7F8C97">
              <a:alpha val="48000"/>
            </a:srgbClr>
          </a:solidFill>
          <a:ln w="0">
            <a:noFill/>
            <a:prstDash val="solid"/>
          </a:ln>
        </p:spPr>
      </p:sp>
      <p:sp>
        <p:nvSpPr>
          <p:cNvPr id="1540" name="03_assume_matched_6837">
            <a:extLst>
              <a:ext uri="{FF2B5EF4-FFF2-40B4-BE49-F238E27FC236}">
                <a16:creationId xmlns:a16="http://schemas.microsoft.com/office/drawing/2014/main" id="{6D4706D7-A9A2-4F75-873B-A96FB309175D}"/>
              </a:ext>
            </a:extLst>
          </p:cNvPr>
          <p:cNvSpPr>
            <a:spLocks noGrp="1"/>
          </p:cNvSpPr>
          <p:nvPr/>
        </p:nvSpPr>
        <p:spPr>
          <a:xfrm>
            <a:off x="1460220" y="3694086"/>
            <a:ext cx="28398" cy="28398"/>
          </a:xfrm>
          <a:prstGeom prst="ellipse">
            <a:avLst/>
          </a:prstGeom>
          <a:solidFill>
            <a:srgbClr val="7F8C97">
              <a:alpha val="48000"/>
            </a:srgbClr>
          </a:solidFill>
          <a:ln w="0">
            <a:noFill/>
            <a:prstDash val="solid"/>
          </a:ln>
        </p:spPr>
      </p:sp>
      <p:sp>
        <p:nvSpPr>
          <p:cNvPr id="1541" name="03_assume_matched_6838">
            <a:extLst>
              <a:ext uri="{FF2B5EF4-FFF2-40B4-BE49-F238E27FC236}">
                <a16:creationId xmlns:a16="http://schemas.microsoft.com/office/drawing/2014/main" id="{58617E43-B282-441E-A468-9F89EBB393EF}"/>
              </a:ext>
            </a:extLst>
          </p:cNvPr>
          <p:cNvSpPr>
            <a:spLocks noGrp="1"/>
          </p:cNvSpPr>
          <p:nvPr/>
        </p:nvSpPr>
        <p:spPr>
          <a:xfrm>
            <a:off x="1409276" y="4278955"/>
            <a:ext cx="28398" cy="28398"/>
          </a:xfrm>
          <a:prstGeom prst="ellipse">
            <a:avLst/>
          </a:prstGeom>
          <a:solidFill>
            <a:srgbClr val="7F8C97">
              <a:alpha val="48000"/>
            </a:srgbClr>
          </a:solidFill>
          <a:ln w="0">
            <a:noFill/>
            <a:prstDash val="solid"/>
          </a:ln>
        </p:spPr>
      </p:sp>
      <p:sp>
        <p:nvSpPr>
          <p:cNvPr id="1542" name="03_assume_matched_6839">
            <a:extLst>
              <a:ext uri="{FF2B5EF4-FFF2-40B4-BE49-F238E27FC236}">
                <a16:creationId xmlns:a16="http://schemas.microsoft.com/office/drawing/2014/main" id="{B02109CE-15C1-43B5-9866-733555D2E056}"/>
              </a:ext>
            </a:extLst>
          </p:cNvPr>
          <p:cNvSpPr>
            <a:spLocks noGrp="1"/>
          </p:cNvSpPr>
          <p:nvPr/>
        </p:nvSpPr>
        <p:spPr>
          <a:xfrm>
            <a:off x="2281956" y="3709083"/>
            <a:ext cx="28398" cy="28398"/>
          </a:xfrm>
          <a:prstGeom prst="ellipse">
            <a:avLst/>
          </a:prstGeom>
          <a:solidFill>
            <a:srgbClr val="7F8C97">
              <a:alpha val="48000"/>
            </a:srgbClr>
          </a:solidFill>
          <a:ln w="0">
            <a:noFill/>
            <a:prstDash val="solid"/>
          </a:ln>
        </p:spPr>
      </p:sp>
      <p:sp>
        <p:nvSpPr>
          <p:cNvPr id="1543" name="03_assume_matched_6840">
            <a:extLst>
              <a:ext uri="{FF2B5EF4-FFF2-40B4-BE49-F238E27FC236}">
                <a16:creationId xmlns:a16="http://schemas.microsoft.com/office/drawing/2014/main" id="{1D91A9B2-ABD0-479A-85E4-E78AD2C29345}"/>
              </a:ext>
            </a:extLst>
          </p:cNvPr>
          <p:cNvSpPr>
            <a:spLocks noGrp="1"/>
          </p:cNvSpPr>
          <p:nvPr/>
        </p:nvSpPr>
        <p:spPr>
          <a:xfrm>
            <a:off x="2270443" y="4278955"/>
            <a:ext cx="28398" cy="28398"/>
          </a:xfrm>
          <a:prstGeom prst="ellipse">
            <a:avLst/>
          </a:prstGeom>
          <a:solidFill>
            <a:srgbClr val="7F8C97">
              <a:alpha val="48000"/>
            </a:srgbClr>
          </a:solidFill>
          <a:ln w="0">
            <a:noFill/>
            <a:prstDash val="solid"/>
          </a:ln>
        </p:spPr>
      </p:sp>
      <p:sp>
        <p:nvSpPr>
          <p:cNvPr id="1544" name="03_assume_matched_6841">
            <a:extLst>
              <a:ext uri="{FF2B5EF4-FFF2-40B4-BE49-F238E27FC236}">
                <a16:creationId xmlns:a16="http://schemas.microsoft.com/office/drawing/2014/main" id="{D61F44E8-BB58-4059-A0AB-8A9512BBE4AA}"/>
              </a:ext>
            </a:extLst>
          </p:cNvPr>
          <p:cNvSpPr>
            <a:spLocks noGrp="1"/>
          </p:cNvSpPr>
          <p:nvPr/>
        </p:nvSpPr>
        <p:spPr>
          <a:xfrm>
            <a:off x="2213311" y="3694086"/>
            <a:ext cx="28398" cy="28398"/>
          </a:xfrm>
          <a:prstGeom prst="ellipse">
            <a:avLst/>
          </a:prstGeom>
          <a:solidFill>
            <a:srgbClr val="7F8C97">
              <a:alpha val="48000"/>
            </a:srgbClr>
          </a:solidFill>
          <a:ln w="0">
            <a:noFill/>
            <a:prstDash val="solid"/>
          </a:ln>
        </p:spPr>
      </p:sp>
      <p:sp>
        <p:nvSpPr>
          <p:cNvPr id="1545" name="03_assume_matched_6842">
            <a:extLst>
              <a:ext uri="{FF2B5EF4-FFF2-40B4-BE49-F238E27FC236}">
                <a16:creationId xmlns:a16="http://schemas.microsoft.com/office/drawing/2014/main" id="{9899CD5B-6A24-47DF-A014-94140474298A}"/>
              </a:ext>
            </a:extLst>
          </p:cNvPr>
          <p:cNvSpPr>
            <a:spLocks noGrp="1"/>
          </p:cNvSpPr>
          <p:nvPr/>
        </p:nvSpPr>
        <p:spPr>
          <a:xfrm>
            <a:off x="2292173" y="3694086"/>
            <a:ext cx="28398" cy="28398"/>
          </a:xfrm>
          <a:prstGeom prst="ellipse">
            <a:avLst/>
          </a:prstGeom>
          <a:solidFill>
            <a:srgbClr val="7F8C97">
              <a:alpha val="48000"/>
            </a:srgbClr>
          </a:solidFill>
          <a:ln w="0">
            <a:noFill/>
            <a:prstDash val="solid"/>
          </a:ln>
        </p:spPr>
      </p:sp>
      <p:sp>
        <p:nvSpPr>
          <p:cNvPr id="1546" name="03_assume_matched_6843">
            <a:extLst>
              <a:ext uri="{FF2B5EF4-FFF2-40B4-BE49-F238E27FC236}">
                <a16:creationId xmlns:a16="http://schemas.microsoft.com/office/drawing/2014/main" id="{3ACB044C-38C6-49A0-90F3-84AAF5123A88}"/>
              </a:ext>
            </a:extLst>
          </p:cNvPr>
          <p:cNvSpPr>
            <a:spLocks noGrp="1"/>
          </p:cNvSpPr>
          <p:nvPr/>
        </p:nvSpPr>
        <p:spPr>
          <a:xfrm>
            <a:off x="2259938" y="3694086"/>
            <a:ext cx="28398" cy="28398"/>
          </a:xfrm>
          <a:prstGeom prst="ellipse">
            <a:avLst/>
          </a:prstGeom>
          <a:solidFill>
            <a:srgbClr val="7F8C97">
              <a:alpha val="48000"/>
            </a:srgbClr>
          </a:solidFill>
          <a:ln w="0">
            <a:noFill/>
            <a:prstDash val="solid"/>
          </a:ln>
        </p:spPr>
      </p:sp>
      <p:sp>
        <p:nvSpPr>
          <p:cNvPr id="1547" name="03_assume_matched_6844">
            <a:extLst>
              <a:ext uri="{FF2B5EF4-FFF2-40B4-BE49-F238E27FC236}">
                <a16:creationId xmlns:a16="http://schemas.microsoft.com/office/drawing/2014/main" id="{339DA2B0-43D0-4C10-9CB1-4AA212ACB05B}"/>
              </a:ext>
            </a:extLst>
          </p:cNvPr>
          <p:cNvSpPr>
            <a:spLocks noGrp="1"/>
          </p:cNvSpPr>
          <p:nvPr/>
        </p:nvSpPr>
        <p:spPr>
          <a:xfrm>
            <a:off x="2164670" y="3694086"/>
            <a:ext cx="28398" cy="28398"/>
          </a:xfrm>
          <a:prstGeom prst="ellipse">
            <a:avLst/>
          </a:prstGeom>
          <a:solidFill>
            <a:srgbClr val="7F8C97">
              <a:alpha val="48000"/>
            </a:srgbClr>
          </a:solidFill>
          <a:ln w="0">
            <a:noFill/>
            <a:prstDash val="solid"/>
          </a:ln>
        </p:spPr>
      </p:sp>
      <p:sp>
        <p:nvSpPr>
          <p:cNvPr id="1548" name="03_assume_matched_6845">
            <a:extLst>
              <a:ext uri="{FF2B5EF4-FFF2-40B4-BE49-F238E27FC236}">
                <a16:creationId xmlns:a16="http://schemas.microsoft.com/office/drawing/2014/main" id="{19038778-6E58-4D48-A37F-963406A21B24}"/>
              </a:ext>
            </a:extLst>
          </p:cNvPr>
          <p:cNvSpPr>
            <a:spLocks noGrp="1"/>
          </p:cNvSpPr>
          <p:nvPr/>
        </p:nvSpPr>
        <p:spPr>
          <a:xfrm>
            <a:off x="2195322" y="4278955"/>
            <a:ext cx="28398" cy="28398"/>
          </a:xfrm>
          <a:prstGeom prst="ellipse">
            <a:avLst/>
          </a:prstGeom>
          <a:solidFill>
            <a:srgbClr val="7F8C97">
              <a:alpha val="48000"/>
            </a:srgbClr>
          </a:solidFill>
          <a:ln w="0">
            <a:noFill/>
            <a:prstDash val="solid"/>
          </a:ln>
        </p:spPr>
      </p:sp>
      <p:sp>
        <p:nvSpPr>
          <p:cNvPr id="1549" name="03_assume_matched_6846">
            <a:extLst>
              <a:ext uri="{FF2B5EF4-FFF2-40B4-BE49-F238E27FC236}">
                <a16:creationId xmlns:a16="http://schemas.microsoft.com/office/drawing/2014/main" id="{D7E6A4BD-A310-4797-AA91-71A9AE2F3F02}"/>
              </a:ext>
            </a:extLst>
          </p:cNvPr>
          <p:cNvSpPr>
            <a:spLocks noGrp="1"/>
          </p:cNvSpPr>
          <p:nvPr/>
        </p:nvSpPr>
        <p:spPr>
          <a:xfrm>
            <a:off x="2164382" y="4132738"/>
            <a:ext cx="28398" cy="28398"/>
          </a:xfrm>
          <a:prstGeom prst="ellipse">
            <a:avLst/>
          </a:prstGeom>
          <a:solidFill>
            <a:srgbClr val="7F8C97">
              <a:alpha val="48000"/>
            </a:srgbClr>
          </a:solidFill>
          <a:ln w="0">
            <a:noFill/>
            <a:prstDash val="solid"/>
          </a:ln>
        </p:spPr>
      </p:sp>
      <p:sp>
        <p:nvSpPr>
          <p:cNvPr id="1550" name="03_assume_matched_6847">
            <a:extLst>
              <a:ext uri="{FF2B5EF4-FFF2-40B4-BE49-F238E27FC236}">
                <a16:creationId xmlns:a16="http://schemas.microsoft.com/office/drawing/2014/main" id="{84D1A568-8514-4689-9C93-9119F29D604A}"/>
              </a:ext>
            </a:extLst>
          </p:cNvPr>
          <p:cNvSpPr>
            <a:spLocks noGrp="1"/>
          </p:cNvSpPr>
          <p:nvPr/>
        </p:nvSpPr>
        <p:spPr>
          <a:xfrm>
            <a:off x="2245691" y="3986521"/>
            <a:ext cx="28398" cy="28398"/>
          </a:xfrm>
          <a:prstGeom prst="ellipse">
            <a:avLst/>
          </a:prstGeom>
          <a:solidFill>
            <a:srgbClr val="7F8C97">
              <a:alpha val="48000"/>
            </a:srgbClr>
          </a:solidFill>
          <a:ln w="0">
            <a:noFill/>
            <a:prstDash val="solid"/>
          </a:ln>
        </p:spPr>
      </p:sp>
      <p:sp>
        <p:nvSpPr>
          <p:cNvPr id="1551" name="03_assume_matched_6848">
            <a:extLst>
              <a:ext uri="{FF2B5EF4-FFF2-40B4-BE49-F238E27FC236}">
                <a16:creationId xmlns:a16="http://schemas.microsoft.com/office/drawing/2014/main" id="{64422671-0D46-4FFA-B395-8C5F9C377751}"/>
              </a:ext>
            </a:extLst>
          </p:cNvPr>
          <p:cNvSpPr>
            <a:spLocks noGrp="1"/>
          </p:cNvSpPr>
          <p:nvPr/>
        </p:nvSpPr>
        <p:spPr>
          <a:xfrm>
            <a:off x="2226982" y="4278955"/>
            <a:ext cx="28398" cy="28398"/>
          </a:xfrm>
          <a:prstGeom prst="ellipse">
            <a:avLst/>
          </a:prstGeom>
          <a:solidFill>
            <a:srgbClr val="7F8C97">
              <a:alpha val="48000"/>
            </a:srgbClr>
          </a:solidFill>
          <a:ln w="0">
            <a:noFill/>
            <a:prstDash val="solid"/>
          </a:ln>
        </p:spPr>
      </p:sp>
      <p:sp>
        <p:nvSpPr>
          <p:cNvPr id="1552" name="03_assume_matched_6849">
            <a:extLst>
              <a:ext uri="{FF2B5EF4-FFF2-40B4-BE49-F238E27FC236}">
                <a16:creationId xmlns:a16="http://schemas.microsoft.com/office/drawing/2014/main" id="{453EA48C-038F-44C4-960B-F1F3369126D6}"/>
              </a:ext>
            </a:extLst>
          </p:cNvPr>
          <p:cNvSpPr>
            <a:spLocks noGrp="1"/>
          </p:cNvSpPr>
          <p:nvPr/>
        </p:nvSpPr>
        <p:spPr>
          <a:xfrm>
            <a:off x="2211728" y="4278955"/>
            <a:ext cx="28398" cy="28398"/>
          </a:xfrm>
          <a:prstGeom prst="ellipse">
            <a:avLst/>
          </a:prstGeom>
          <a:solidFill>
            <a:srgbClr val="7F8C97">
              <a:alpha val="48000"/>
            </a:srgbClr>
          </a:solidFill>
          <a:ln w="0">
            <a:noFill/>
            <a:prstDash val="solid"/>
          </a:ln>
        </p:spPr>
      </p:sp>
      <p:sp>
        <p:nvSpPr>
          <p:cNvPr id="1553" name="03_assume_matched_6850">
            <a:extLst>
              <a:ext uri="{FF2B5EF4-FFF2-40B4-BE49-F238E27FC236}">
                <a16:creationId xmlns:a16="http://schemas.microsoft.com/office/drawing/2014/main" id="{24CBC714-7F5B-4F6D-A527-77B0A49BEAE3}"/>
              </a:ext>
            </a:extLst>
          </p:cNvPr>
          <p:cNvSpPr>
            <a:spLocks noGrp="1"/>
          </p:cNvSpPr>
          <p:nvPr/>
        </p:nvSpPr>
        <p:spPr>
          <a:xfrm>
            <a:off x="2197481" y="4278955"/>
            <a:ext cx="28398" cy="28398"/>
          </a:xfrm>
          <a:prstGeom prst="ellipse">
            <a:avLst/>
          </a:prstGeom>
          <a:solidFill>
            <a:srgbClr val="7F8C97">
              <a:alpha val="48000"/>
            </a:srgbClr>
          </a:solidFill>
          <a:ln w="0">
            <a:noFill/>
            <a:prstDash val="solid"/>
          </a:ln>
        </p:spPr>
      </p:sp>
      <p:sp>
        <p:nvSpPr>
          <p:cNvPr id="1554" name="03_assume_matched_6851">
            <a:extLst>
              <a:ext uri="{FF2B5EF4-FFF2-40B4-BE49-F238E27FC236}">
                <a16:creationId xmlns:a16="http://schemas.microsoft.com/office/drawing/2014/main" id="{419B6989-930D-4089-AD10-F6268E911E81}"/>
              </a:ext>
            </a:extLst>
          </p:cNvPr>
          <p:cNvSpPr>
            <a:spLocks noGrp="1"/>
          </p:cNvSpPr>
          <p:nvPr/>
        </p:nvSpPr>
        <p:spPr>
          <a:xfrm>
            <a:off x="2213887" y="4278955"/>
            <a:ext cx="28398" cy="28398"/>
          </a:xfrm>
          <a:prstGeom prst="ellipse">
            <a:avLst/>
          </a:prstGeom>
          <a:solidFill>
            <a:srgbClr val="7F8C97">
              <a:alpha val="48000"/>
            </a:srgbClr>
          </a:solidFill>
          <a:ln w="0">
            <a:noFill/>
            <a:prstDash val="solid"/>
          </a:ln>
        </p:spPr>
      </p:sp>
      <p:sp>
        <p:nvSpPr>
          <p:cNvPr id="1555" name="03_assume_matched_6852">
            <a:extLst>
              <a:ext uri="{FF2B5EF4-FFF2-40B4-BE49-F238E27FC236}">
                <a16:creationId xmlns:a16="http://schemas.microsoft.com/office/drawing/2014/main" id="{810142F6-53A3-4FB3-91D3-4B2A93380A4E}"/>
              </a:ext>
            </a:extLst>
          </p:cNvPr>
          <p:cNvSpPr>
            <a:spLocks noGrp="1"/>
          </p:cNvSpPr>
          <p:nvPr/>
        </p:nvSpPr>
        <p:spPr>
          <a:xfrm>
            <a:off x="2299081" y="4132738"/>
            <a:ext cx="28398" cy="28398"/>
          </a:xfrm>
          <a:prstGeom prst="ellipse">
            <a:avLst/>
          </a:prstGeom>
          <a:solidFill>
            <a:srgbClr val="7F8C97">
              <a:alpha val="48000"/>
            </a:srgbClr>
          </a:solidFill>
          <a:ln w="0">
            <a:noFill/>
            <a:prstDash val="solid"/>
          </a:ln>
        </p:spPr>
      </p:sp>
      <p:sp>
        <p:nvSpPr>
          <p:cNvPr id="1556" name="03_assume_matched_6853">
            <a:extLst>
              <a:ext uri="{FF2B5EF4-FFF2-40B4-BE49-F238E27FC236}">
                <a16:creationId xmlns:a16="http://schemas.microsoft.com/office/drawing/2014/main" id="{503A6F66-865B-4C67-A0BD-3FA0436526FF}"/>
              </a:ext>
            </a:extLst>
          </p:cNvPr>
          <p:cNvSpPr>
            <a:spLocks noGrp="1"/>
          </p:cNvSpPr>
          <p:nvPr/>
        </p:nvSpPr>
        <p:spPr>
          <a:xfrm>
            <a:off x="2254037" y="3694086"/>
            <a:ext cx="28398" cy="28398"/>
          </a:xfrm>
          <a:prstGeom prst="ellipse">
            <a:avLst/>
          </a:prstGeom>
          <a:solidFill>
            <a:srgbClr val="7F8C97">
              <a:alpha val="48000"/>
            </a:srgbClr>
          </a:solidFill>
          <a:ln w="0">
            <a:noFill/>
            <a:prstDash val="solid"/>
          </a:ln>
        </p:spPr>
      </p:sp>
      <p:sp>
        <p:nvSpPr>
          <p:cNvPr id="1557" name="03_assume_matched_6854">
            <a:extLst>
              <a:ext uri="{FF2B5EF4-FFF2-40B4-BE49-F238E27FC236}">
                <a16:creationId xmlns:a16="http://schemas.microsoft.com/office/drawing/2014/main" id="{FCCD1194-FC10-4065-92DB-CD2B946D483C}"/>
              </a:ext>
            </a:extLst>
          </p:cNvPr>
          <p:cNvSpPr>
            <a:spLocks noGrp="1"/>
          </p:cNvSpPr>
          <p:nvPr/>
        </p:nvSpPr>
        <p:spPr>
          <a:xfrm>
            <a:off x="2263823" y="4246462"/>
            <a:ext cx="28398" cy="28398"/>
          </a:xfrm>
          <a:prstGeom prst="ellipse">
            <a:avLst/>
          </a:prstGeom>
          <a:solidFill>
            <a:srgbClr val="7F8C97">
              <a:alpha val="48000"/>
            </a:srgbClr>
          </a:solidFill>
          <a:ln w="0">
            <a:noFill/>
            <a:prstDash val="solid"/>
          </a:ln>
        </p:spPr>
      </p:sp>
      <p:sp>
        <p:nvSpPr>
          <p:cNvPr id="1558" name="03_assume_matched_6855">
            <a:extLst>
              <a:ext uri="{FF2B5EF4-FFF2-40B4-BE49-F238E27FC236}">
                <a16:creationId xmlns:a16="http://schemas.microsoft.com/office/drawing/2014/main" id="{E1AD6CAC-BDF8-4621-808F-142CD40B5796}"/>
              </a:ext>
            </a:extLst>
          </p:cNvPr>
          <p:cNvSpPr>
            <a:spLocks noGrp="1"/>
          </p:cNvSpPr>
          <p:nvPr/>
        </p:nvSpPr>
        <p:spPr>
          <a:xfrm>
            <a:off x="2200647" y="4181477"/>
            <a:ext cx="28398" cy="28398"/>
          </a:xfrm>
          <a:prstGeom prst="ellipse">
            <a:avLst/>
          </a:prstGeom>
          <a:solidFill>
            <a:srgbClr val="7F8C97">
              <a:alpha val="48000"/>
            </a:srgbClr>
          </a:solidFill>
          <a:ln w="0">
            <a:noFill/>
            <a:prstDash val="solid"/>
          </a:ln>
        </p:spPr>
      </p:sp>
      <p:sp>
        <p:nvSpPr>
          <p:cNvPr id="1559" name="03_assume_matched_6856">
            <a:extLst>
              <a:ext uri="{FF2B5EF4-FFF2-40B4-BE49-F238E27FC236}">
                <a16:creationId xmlns:a16="http://schemas.microsoft.com/office/drawing/2014/main" id="{79811AA6-4B07-40D5-B95F-0FCFC70B5F7D}"/>
              </a:ext>
            </a:extLst>
          </p:cNvPr>
          <p:cNvSpPr>
            <a:spLocks noGrp="1"/>
          </p:cNvSpPr>
          <p:nvPr/>
        </p:nvSpPr>
        <p:spPr>
          <a:xfrm>
            <a:off x="2291022" y="4278955"/>
            <a:ext cx="28398" cy="28398"/>
          </a:xfrm>
          <a:prstGeom prst="ellipse">
            <a:avLst/>
          </a:prstGeom>
          <a:solidFill>
            <a:srgbClr val="7F8C97">
              <a:alpha val="48000"/>
            </a:srgbClr>
          </a:solidFill>
          <a:ln w="0">
            <a:noFill/>
            <a:prstDash val="solid"/>
          </a:ln>
        </p:spPr>
      </p:sp>
      <p:sp>
        <p:nvSpPr>
          <p:cNvPr id="1560" name="03_assume_matched_6857">
            <a:extLst>
              <a:ext uri="{FF2B5EF4-FFF2-40B4-BE49-F238E27FC236}">
                <a16:creationId xmlns:a16="http://schemas.microsoft.com/office/drawing/2014/main" id="{1372823E-1E92-4B7A-9BD7-53B3E301CC31}"/>
              </a:ext>
            </a:extLst>
          </p:cNvPr>
          <p:cNvSpPr>
            <a:spLocks noGrp="1"/>
          </p:cNvSpPr>
          <p:nvPr/>
        </p:nvSpPr>
        <p:spPr>
          <a:xfrm>
            <a:off x="2264111" y="3853596"/>
            <a:ext cx="28398" cy="28398"/>
          </a:xfrm>
          <a:prstGeom prst="ellipse">
            <a:avLst/>
          </a:prstGeom>
          <a:solidFill>
            <a:srgbClr val="7F8C97">
              <a:alpha val="48000"/>
            </a:srgbClr>
          </a:solidFill>
          <a:ln w="0">
            <a:noFill/>
            <a:prstDash val="solid"/>
          </a:ln>
        </p:spPr>
      </p:sp>
      <p:sp>
        <p:nvSpPr>
          <p:cNvPr id="1561" name="03_assume_matched_6858">
            <a:extLst>
              <a:ext uri="{FF2B5EF4-FFF2-40B4-BE49-F238E27FC236}">
                <a16:creationId xmlns:a16="http://schemas.microsoft.com/office/drawing/2014/main" id="{F019C2A8-599C-417B-A346-CAD24D1380FD}"/>
              </a:ext>
            </a:extLst>
          </p:cNvPr>
          <p:cNvSpPr>
            <a:spLocks noGrp="1"/>
          </p:cNvSpPr>
          <p:nvPr/>
        </p:nvSpPr>
        <p:spPr>
          <a:xfrm>
            <a:off x="2181939" y="4278955"/>
            <a:ext cx="28398" cy="28398"/>
          </a:xfrm>
          <a:prstGeom prst="ellipse">
            <a:avLst/>
          </a:prstGeom>
          <a:solidFill>
            <a:srgbClr val="7F8C97">
              <a:alpha val="48000"/>
            </a:srgbClr>
          </a:solidFill>
          <a:ln w="0">
            <a:noFill/>
            <a:prstDash val="solid"/>
          </a:ln>
        </p:spPr>
      </p:sp>
      <p:sp>
        <p:nvSpPr>
          <p:cNvPr id="1562" name="03_assume_matched_6859">
            <a:extLst>
              <a:ext uri="{FF2B5EF4-FFF2-40B4-BE49-F238E27FC236}">
                <a16:creationId xmlns:a16="http://schemas.microsoft.com/office/drawing/2014/main" id="{CA2D21BA-912D-49A1-B420-C4103F0D7048}"/>
              </a:ext>
            </a:extLst>
          </p:cNvPr>
          <p:cNvSpPr>
            <a:spLocks noGrp="1"/>
          </p:cNvSpPr>
          <p:nvPr/>
        </p:nvSpPr>
        <p:spPr>
          <a:xfrm>
            <a:off x="2189278" y="3694086"/>
            <a:ext cx="28398" cy="28398"/>
          </a:xfrm>
          <a:prstGeom prst="ellipse">
            <a:avLst/>
          </a:prstGeom>
          <a:solidFill>
            <a:srgbClr val="7F8C97">
              <a:alpha val="48000"/>
            </a:srgbClr>
          </a:solidFill>
          <a:ln w="0">
            <a:noFill/>
            <a:prstDash val="solid"/>
          </a:ln>
        </p:spPr>
      </p:sp>
      <p:sp>
        <p:nvSpPr>
          <p:cNvPr id="1563" name="03_assume_matched_6860">
            <a:extLst>
              <a:ext uri="{FF2B5EF4-FFF2-40B4-BE49-F238E27FC236}">
                <a16:creationId xmlns:a16="http://schemas.microsoft.com/office/drawing/2014/main" id="{8ACB9421-9AFD-487E-B32C-303DDE4F0E7C}"/>
              </a:ext>
            </a:extLst>
          </p:cNvPr>
          <p:cNvSpPr>
            <a:spLocks noGrp="1"/>
          </p:cNvSpPr>
          <p:nvPr/>
        </p:nvSpPr>
        <p:spPr>
          <a:xfrm>
            <a:off x="2200503" y="4083999"/>
            <a:ext cx="28398" cy="28398"/>
          </a:xfrm>
          <a:prstGeom prst="ellipse">
            <a:avLst/>
          </a:prstGeom>
          <a:solidFill>
            <a:srgbClr val="7F8C97">
              <a:alpha val="48000"/>
            </a:srgbClr>
          </a:solidFill>
          <a:ln w="0">
            <a:noFill/>
            <a:prstDash val="solid"/>
          </a:ln>
        </p:spPr>
      </p:sp>
      <p:sp>
        <p:nvSpPr>
          <p:cNvPr id="1564" name="03_assume_matched_6861">
            <a:extLst>
              <a:ext uri="{FF2B5EF4-FFF2-40B4-BE49-F238E27FC236}">
                <a16:creationId xmlns:a16="http://schemas.microsoft.com/office/drawing/2014/main" id="{CD4A2BFD-4EDB-4B4E-A14B-B04216053979}"/>
              </a:ext>
            </a:extLst>
          </p:cNvPr>
          <p:cNvSpPr>
            <a:spLocks noGrp="1"/>
          </p:cNvSpPr>
          <p:nvPr/>
        </p:nvSpPr>
        <p:spPr>
          <a:xfrm>
            <a:off x="2289871" y="4278955"/>
            <a:ext cx="28398" cy="28398"/>
          </a:xfrm>
          <a:prstGeom prst="ellipse">
            <a:avLst/>
          </a:prstGeom>
          <a:solidFill>
            <a:srgbClr val="7F8C97">
              <a:alpha val="48000"/>
            </a:srgbClr>
          </a:solidFill>
          <a:ln w="0">
            <a:noFill/>
            <a:prstDash val="solid"/>
          </a:ln>
        </p:spPr>
      </p:sp>
      <p:sp>
        <p:nvSpPr>
          <p:cNvPr id="1565" name="03_assume_matched_6862">
            <a:extLst>
              <a:ext uri="{FF2B5EF4-FFF2-40B4-BE49-F238E27FC236}">
                <a16:creationId xmlns:a16="http://schemas.microsoft.com/office/drawing/2014/main" id="{EBFC13A3-05AD-4FD6-83A5-5C38DD8C0FC5}"/>
              </a:ext>
            </a:extLst>
          </p:cNvPr>
          <p:cNvSpPr>
            <a:spLocks noGrp="1"/>
          </p:cNvSpPr>
          <p:nvPr/>
        </p:nvSpPr>
        <p:spPr>
          <a:xfrm>
            <a:off x="2202806" y="3694086"/>
            <a:ext cx="28398" cy="28398"/>
          </a:xfrm>
          <a:prstGeom prst="ellipse">
            <a:avLst/>
          </a:prstGeom>
          <a:solidFill>
            <a:srgbClr val="7F8C97">
              <a:alpha val="48000"/>
            </a:srgbClr>
          </a:solidFill>
          <a:ln w="0">
            <a:noFill/>
            <a:prstDash val="solid"/>
          </a:ln>
        </p:spPr>
      </p:sp>
      <p:sp>
        <p:nvSpPr>
          <p:cNvPr id="1566" name="03_assume_matched_6863">
            <a:extLst>
              <a:ext uri="{FF2B5EF4-FFF2-40B4-BE49-F238E27FC236}">
                <a16:creationId xmlns:a16="http://schemas.microsoft.com/office/drawing/2014/main" id="{676194A2-81F4-4EA4-9217-31BC1F957DA5}"/>
              </a:ext>
            </a:extLst>
          </p:cNvPr>
          <p:cNvSpPr>
            <a:spLocks noGrp="1"/>
          </p:cNvSpPr>
          <p:nvPr/>
        </p:nvSpPr>
        <p:spPr>
          <a:xfrm>
            <a:off x="2281812" y="4148984"/>
            <a:ext cx="28398" cy="28398"/>
          </a:xfrm>
          <a:prstGeom prst="ellipse">
            <a:avLst/>
          </a:prstGeom>
          <a:solidFill>
            <a:srgbClr val="7F8C97">
              <a:alpha val="48000"/>
            </a:srgbClr>
          </a:solidFill>
          <a:ln w="0">
            <a:noFill/>
            <a:prstDash val="solid"/>
          </a:ln>
        </p:spPr>
      </p:sp>
      <p:sp>
        <p:nvSpPr>
          <p:cNvPr id="1567" name="03_assume_matched_6864">
            <a:extLst>
              <a:ext uri="{FF2B5EF4-FFF2-40B4-BE49-F238E27FC236}">
                <a16:creationId xmlns:a16="http://schemas.microsoft.com/office/drawing/2014/main" id="{EED2FFA2-1C2A-4C82-858F-EB0BAA353D7B}"/>
              </a:ext>
            </a:extLst>
          </p:cNvPr>
          <p:cNvSpPr>
            <a:spLocks noGrp="1"/>
          </p:cNvSpPr>
          <p:nvPr/>
        </p:nvSpPr>
        <p:spPr>
          <a:xfrm>
            <a:off x="2282963" y="3694086"/>
            <a:ext cx="28398" cy="28398"/>
          </a:xfrm>
          <a:prstGeom prst="ellipse">
            <a:avLst/>
          </a:prstGeom>
          <a:solidFill>
            <a:srgbClr val="7F8C97">
              <a:alpha val="48000"/>
            </a:srgbClr>
          </a:solidFill>
          <a:ln w="0">
            <a:noFill/>
            <a:prstDash val="solid"/>
          </a:ln>
        </p:spPr>
      </p:sp>
      <p:sp>
        <p:nvSpPr>
          <p:cNvPr id="1568" name="03_assume_matched_6865">
            <a:extLst>
              <a:ext uri="{FF2B5EF4-FFF2-40B4-BE49-F238E27FC236}">
                <a16:creationId xmlns:a16="http://schemas.microsoft.com/office/drawing/2014/main" id="{3509201A-ECCC-4A25-904E-91D14BADD89F}"/>
              </a:ext>
            </a:extLst>
          </p:cNvPr>
          <p:cNvSpPr>
            <a:spLocks noGrp="1"/>
          </p:cNvSpPr>
          <p:nvPr/>
        </p:nvSpPr>
        <p:spPr>
          <a:xfrm>
            <a:off x="2286705" y="4278955"/>
            <a:ext cx="28398" cy="28398"/>
          </a:xfrm>
          <a:prstGeom prst="ellipse">
            <a:avLst/>
          </a:prstGeom>
          <a:solidFill>
            <a:srgbClr val="7F8C97">
              <a:alpha val="48000"/>
            </a:srgbClr>
          </a:solidFill>
          <a:ln w="0">
            <a:noFill/>
            <a:prstDash val="solid"/>
          </a:ln>
        </p:spPr>
      </p:sp>
      <p:sp>
        <p:nvSpPr>
          <p:cNvPr id="1569" name="03_assume_matched_6866">
            <a:extLst>
              <a:ext uri="{FF2B5EF4-FFF2-40B4-BE49-F238E27FC236}">
                <a16:creationId xmlns:a16="http://schemas.microsoft.com/office/drawing/2014/main" id="{7928ED21-8F2A-4E52-859F-EB31BAD58991}"/>
              </a:ext>
            </a:extLst>
          </p:cNvPr>
          <p:cNvSpPr>
            <a:spLocks noGrp="1"/>
          </p:cNvSpPr>
          <p:nvPr/>
        </p:nvSpPr>
        <p:spPr>
          <a:xfrm>
            <a:off x="2203957" y="4083999"/>
            <a:ext cx="28398" cy="28398"/>
          </a:xfrm>
          <a:prstGeom prst="ellipse">
            <a:avLst/>
          </a:prstGeom>
          <a:solidFill>
            <a:srgbClr val="7F8C97">
              <a:alpha val="48000"/>
            </a:srgbClr>
          </a:solidFill>
          <a:ln w="0">
            <a:noFill/>
            <a:prstDash val="solid"/>
          </a:ln>
        </p:spPr>
      </p:sp>
      <p:sp>
        <p:nvSpPr>
          <p:cNvPr id="1570" name="03_assume_matched_6867">
            <a:extLst>
              <a:ext uri="{FF2B5EF4-FFF2-40B4-BE49-F238E27FC236}">
                <a16:creationId xmlns:a16="http://schemas.microsoft.com/office/drawing/2014/main" id="{767135EE-FC15-4AA5-AA1E-CFF5FA4E47CB}"/>
              </a:ext>
            </a:extLst>
          </p:cNvPr>
          <p:cNvSpPr>
            <a:spLocks noGrp="1"/>
          </p:cNvSpPr>
          <p:nvPr/>
        </p:nvSpPr>
        <p:spPr>
          <a:xfrm>
            <a:off x="2182227" y="4132738"/>
            <a:ext cx="28398" cy="28398"/>
          </a:xfrm>
          <a:prstGeom prst="ellipse">
            <a:avLst/>
          </a:prstGeom>
          <a:solidFill>
            <a:srgbClr val="7F8C97">
              <a:alpha val="48000"/>
            </a:srgbClr>
          </a:solidFill>
          <a:ln w="0">
            <a:noFill/>
            <a:prstDash val="solid"/>
          </a:ln>
        </p:spPr>
      </p:sp>
      <p:sp>
        <p:nvSpPr>
          <p:cNvPr id="1571" name="03_assume_matched_6868">
            <a:extLst>
              <a:ext uri="{FF2B5EF4-FFF2-40B4-BE49-F238E27FC236}">
                <a16:creationId xmlns:a16="http://schemas.microsoft.com/office/drawing/2014/main" id="{CB9F9F4C-1780-49C2-B2DE-76B2F0FD34EF}"/>
              </a:ext>
            </a:extLst>
          </p:cNvPr>
          <p:cNvSpPr>
            <a:spLocks noGrp="1"/>
          </p:cNvSpPr>
          <p:nvPr/>
        </p:nvSpPr>
        <p:spPr>
          <a:xfrm>
            <a:off x="2265982" y="4278955"/>
            <a:ext cx="28398" cy="28398"/>
          </a:xfrm>
          <a:prstGeom prst="ellipse">
            <a:avLst/>
          </a:prstGeom>
          <a:solidFill>
            <a:srgbClr val="7F8C97">
              <a:alpha val="48000"/>
            </a:srgbClr>
          </a:solidFill>
          <a:ln w="0">
            <a:noFill/>
            <a:prstDash val="solid"/>
          </a:ln>
        </p:spPr>
      </p:sp>
      <p:sp>
        <p:nvSpPr>
          <p:cNvPr id="1572" name="03_assume_matched_6869">
            <a:extLst>
              <a:ext uri="{FF2B5EF4-FFF2-40B4-BE49-F238E27FC236}">
                <a16:creationId xmlns:a16="http://schemas.microsoft.com/office/drawing/2014/main" id="{1150C327-98D1-4BF8-9833-A4E2D80C640A}"/>
              </a:ext>
            </a:extLst>
          </p:cNvPr>
          <p:cNvSpPr>
            <a:spLocks noGrp="1"/>
          </p:cNvSpPr>
          <p:nvPr/>
        </p:nvSpPr>
        <p:spPr>
          <a:xfrm>
            <a:off x="2175463" y="3694086"/>
            <a:ext cx="28398" cy="28398"/>
          </a:xfrm>
          <a:prstGeom prst="ellipse">
            <a:avLst/>
          </a:prstGeom>
          <a:solidFill>
            <a:srgbClr val="7F8C97">
              <a:alpha val="48000"/>
            </a:srgbClr>
          </a:solidFill>
          <a:ln w="0">
            <a:noFill/>
            <a:prstDash val="solid"/>
          </a:ln>
        </p:spPr>
      </p:sp>
      <p:sp>
        <p:nvSpPr>
          <p:cNvPr id="1573" name="03_assume_matched_6870">
            <a:extLst>
              <a:ext uri="{FF2B5EF4-FFF2-40B4-BE49-F238E27FC236}">
                <a16:creationId xmlns:a16="http://schemas.microsoft.com/office/drawing/2014/main" id="{E5439199-C53E-4FC1-BD51-B1B9EF60A672}"/>
              </a:ext>
            </a:extLst>
          </p:cNvPr>
          <p:cNvSpPr>
            <a:spLocks noGrp="1"/>
          </p:cNvSpPr>
          <p:nvPr/>
        </p:nvSpPr>
        <p:spPr>
          <a:xfrm>
            <a:off x="2269579" y="3694086"/>
            <a:ext cx="28398" cy="28398"/>
          </a:xfrm>
          <a:prstGeom prst="ellipse">
            <a:avLst/>
          </a:prstGeom>
          <a:solidFill>
            <a:srgbClr val="7F8C97">
              <a:alpha val="48000"/>
            </a:srgbClr>
          </a:solidFill>
          <a:ln w="0">
            <a:noFill/>
            <a:prstDash val="solid"/>
          </a:ln>
        </p:spPr>
      </p:sp>
      <p:sp>
        <p:nvSpPr>
          <p:cNvPr id="1574" name="03_assume_matched_6871">
            <a:extLst>
              <a:ext uri="{FF2B5EF4-FFF2-40B4-BE49-F238E27FC236}">
                <a16:creationId xmlns:a16="http://schemas.microsoft.com/office/drawing/2014/main" id="{BC3A21C1-2A10-4E6F-8BE6-A4D85E91192F}"/>
              </a:ext>
            </a:extLst>
          </p:cNvPr>
          <p:cNvSpPr>
            <a:spLocks noGrp="1"/>
          </p:cNvSpPr>
          <p:nvPr/>
        </p:nvSpPr>
        <p:spPr>
          <a:xfrm>
            <a:off x="2176758" y="4278955"/>
            <a:ext cx="28398" cy="28398"/>
          </a:xfrm>
          <a:prstGeom prst="ellipse">
            <a:avLst/>
          </a:prstGeom>
          <a:solidFill>
            <a:srgbClr val="7F8C97">
              <a:alpha val="48000"/>
            </a:srgbClr>
          </a:solidFill>
          <a:ln w="0">
            <a:noFill/>
            <a:prstDash val="solid"/>
          </a:ln>
        </p:spPr>
      </p:sp>
      <p:sp>
        <p:nvSpPr>
          <p:cNvPr id="1575" name="03_assume_matched_6872">
            <a:extLst>
              <a:ext uri="{FF2B5EF4-FFF2-40B4-BE49-F238E27FC236}">
                <a16:creationId xmlns:a16="http://schemas.microsoft.com/office/drawing/2014/main" id="{E0661596-ED0E-43CD-BA92-1FC83C1BB0FD}"/>
              </a:ext>
            </a:extLst>
          </p:cNvPr>
          <p:cNvSpPr>
            <a:spLocks noGrp="1"/>
          </p:cNvSpPr>
          <p:nvPr/>
        </p:nvSpPr>
        <p:spPr>
          <a:xfrm>
            <a:off x="2297210" y="3694086"/>
            <a:ext cx="28398" cy="28398"/>
          </a:xfrm>
          <a:prstGeom prst="ellipse">
            <a:avLst/>
          </a:prstGeom>
          <a:solidFill>
            <a:srgbClr val="7F8C97">
              <a:alpha val="48000"/>
            </a:srgbClr>
          </a:solidFill>
          <a:ln w="0">
            <a:noFill/>
            <a:prstDash val="solid"/>
          </a:ln>
        </p:spPr>
      </p:sp>
      <p:sp>
        <p:nvSpPr>
          <p:cNvPr id="1576" name="03_assume_matched_6873">
            <a:extLst>
              <a:ext uri="{FF2B5EF4-FFF2-40B4-BE49-F238E27FC236}">
                <a16:creationId xmlns:a16="http://schemas.microsoft.com/office/drawing/2014/main" id="{7E687774-D059-4FCC-B274-4E727025D33D}"/>
              </a:ext>
            </a:extLst>
          </p:cNvPr>
          <p:cNvSpPr>
            <a:spLocks noGrp="1"/>
          </p:cNvSpPr>
          <p:nvPr/>
        </p:nvSpPr>
        <p:spPr>
          <a:xfrm>
            <a:off x="2275192" y="3694086"/>
            <a:ext cx="28398" cy="28398"/>
          </a:xfrm>
          <a:prstGeom prst="ellipse">
            <a:avLst/>
          </a:prstGeom>
          <a:solidFill>
            <a:srgbClr val="7F8C97">
              <a:alpha val="48000"/>
            </a:srgbClr>
          </a:solidFill>
          <a:ln w="0">
            <a:noFill/>
            <a:prstDash val="solid"/>
          </a:ln>
        </p:spPr>
      </p:sp>
      <p:sp>
        <p:nvSpPr>
          <p:cNvPr id="1577" name="03_assume_matched_6874">
            <a:extLst>
              <a:ext uri="{FF2B5EF4-FFF2-40B4-BE49-F238E27FC236}">
                <a16:creationId xmlns:a16="http://schemas.microsoft.com/office/drawing/2014/main" id="{F6881B00-AA75-4107-BD89-533DBFDFDB3F}"/>
              </a:ext>
            </a:extLst>
          </p:cNvPr>
          <p:cNvSpPr>
            <a:spLocks noGrp="1"/>
          </p:cNvSpPr>
          <p:nvPr/>
        </p:nvSpPr>
        <p:spPr>
          <a:xfrm>
            <a:off x="2223097" y="3694086"/>
            <a:ext cx="28398" cy="28398"/>
          </a:xfrm>
          <a:prstGeom prst="ellipse">
            <a:avLst/>
          </a:prstGeom>
          <a:solidFill>
            <a:srgbClr val="7F8C97">
              <a:alpha val="48000"/>
            </a:srgbClr>
          </a:solidFill>
          <a:ln w="0">
            <a:noFill/>
            <a:prstDash val="solid"/>
          </a:ln>
        </p:spPr>
      </p:sp>
      <p:sp>
        <p:nvSpPr>
          <p:cNvPr id="1578" name="03_assume_matched_6875">
            <a:extLst>
              <a:ext uri="{FF2B5EF4-FFF2-40B4-BE49-F238E27FC236}">
                <a16:creationId xmlns:a16="http://schemas.microsoft.com/office/drawing/2014/main" id="{863EB6F6-A608-4107-99A6-48AE215B88CE}"/>
              </a:ext>
            </a:extLst>
          </p:cNvPr>
          <p:cNvSpPr>
            <a:spLocks noGrp="1"/>
          </p:cNvSpPr>
          <p:nvPr/>
        </p:nvSpPr>
        <p:spPr>
          <a:xfrm>
            <a:off x="2198776" y="4278955"/>
            <a:ext cx="28398" cy="28398"/>
          </a:xfrm>
          <a:prstGeom prst="ellipse">
            <a:avLst/>
          </a:prstGeom>
          <a:solidFill>
            <a:srgbClr val="7F8C97">
              <a:alpha val="48000"/>
            </a:srgbClr>
          </a:solidFill>
          <a:ln w="0">
            <a:noFill/>
            <a:prstDash val="solid"/>
          </a:ln>
        </p:spPr>
      </p:sp>
      <p:sp>
        <p:nvSpPr>
          <p:cNvPr id="1579" name="03_assume_matched_6876">
            <a:extLst>
              <a:ext uri="{FF2B5EF4-FFF2-40B4-BE49-F238E27FC236}">
                <a16:creationId xmlns:a16="http://schemas.microsoft.com/office/drawing/2014/main" id="{090609CA-04FD-4968-B760-43C26672AE69}"/>
              </a:ext>
            </a:extLst>
          </p:cNvPr>
          <p:cNvSpPr>
            <a:spLocks noGrp="1"/>
          </p:cNvSpPr>
          <p:nvPr/>
        </p:nvSpPr>
        <p:spPr>
          <a:xfrm>
            <a:off x="2301239" y="4278955"/>
            <a:ext cx="28398" cy="28398"/>
          </a:xfrm>
          <a:prstGeom prst="ellipse">
            <a:avLst/>
          </a:prstGeom>
          <a:solidFill>
            <a:srgbClr val="7F8C97">
              <a:alpha val="48000"/>
            </a:srgbClr>
          </a:solidFill>
          <a:ln w="0">
            <a:noFill/>
            <a:prstDash val="solid"/>
          </a:ln>
        </p:spPr>
      </p:sp>
      <p:sp>
        <p:nvSpPr>
          <p:cNvPr id="1580" name="03_assume_matched_6877">
            <a:extLst>
              <a:ext uri="{FF2B5EF4-FFF2-40B4-BE49-F238E27FC236}">
                <a16:creationId xmlns:a16="http://schemas.microsoft.com/office/drawing/2014/main" id="{B7877961-A728-4B1A-AEB9-6C7AF48BAEB7}"/>
              </a:ext>
            </a:extLst>
          </p:cNvPr>
          <p:cNvSpPr>
            <a:spLocks noGrp="1"/>
          </p:cNvSpPr>
          <p:nvPr/>
        </p:nvSpPr>
        <p:spPr>
          <a:xfrm>
            <a:off x="2249000" y="4278955"/>
            <a:ext cx="28398" cy="28398"/>
          </a:xfrm>
          <a:prstGeom prst="ellipse">
            <a:avLst/>
          </a:prstGeom>
          <a:solidFill>
            <a:srgbClr val="7F8C97">
              <a:alpha val="48000"/>
            </a:srgbClr>
          </a:solidFill>
          <a:ln w="0">
            <a:noFill/>
            <a:prstDash val="solid"/>
          </a:ln>
        </p:spPr>
      </p:sp>
      <p:sp>
        <p:nvSpPr>
          <p:cNvPr id="1581" name="03_assume_matched_6878">
            <a:extLst>
              <a:ext uri="{FF2B5EF4-FFF2-40B4-BE49-F238E27FC236}">
                <a16:creationId xmlns:a16="http://schemas.microsoft.com/office/drawing/2014/main" id="{39CF51F9-0FBA-4232-8905-8F80B7E6B7D5}"/>
              </a:ext>
            </a:extLst>
          </p:cNvPr>
          <p:cNvSpPr>
            <a:spLocks noGrp="1"/>
          </p:cNvSpPr>
          <p:nvPr/>
        </p:nvSpPr>
        <p:spPr>
          <a:xfrm>
            <a:off x="2281812" y="4278955"/>
            <a:ext cx="28398" cy="28398"/>
          </a:xfrm>
          <a:prstGeom prst="ellipse">
            <a:avLst/>
          </a:prstGeom>
          <a:solidFill>
            <a:srgbClr val="7F8C97">
              <a:alpha val="48000"/>
            </a:srgbClr>
          </a:solidFill>
          <a:ln w="0">
            <a:noFill/>
            <a:prstDash val="solid"/>
          </a:ln>
        </p:spPr>
      </p:sp>
      <p:sp>
        <p:nvSpPr>
          <p:cNvPr id="1582" name="03_assume_matched_6879">
            <a:extLst>
              <a:ext uri="{FF2B5EF4-FFF2-40B4-BE49-F238E27FC236}">
                <a16:creationId xmlns:a16="http://schemas.microsoft.com/office/drawing/2014/main" id="{D19A54B8-7ED2-4DF2-98B8-0D2B56073C51}"/>
              </a:ext>
            </a:extLst>
          </p:cNvPr>
          <p:cNvSpPr>
            <a:spLocks noGrp="1"/>
          </p:cNvSpPr>
          <p:nvPr/>
        </p:nvSpPr>
        <p:spPr>
          <a:xfrm>
            <a:off x="2180932" y="4161981"/>
            <a:ext cx="28398" cy="28398"/>
          </a:xfrm>
          <a:prstGeom prst="ellipse">
            <a:avLst/>
          </a:prstGeom>
          <a:solidFill>
            <a:srgbClr val="7F8C97">
              <a:alpha val="48000"/>
            </a:srgbClr>
          </a:solidFill>
          <a:ln w="0">
            <a:noFill/>
            <a:prstDash val="solid"/>
          </a:ln>
        </p:spPr>
      </p:sp>
      <p:sp>
        <p:nvSpPr>
          <p:cNvPr id="1583" name="03_assume_matched_6880">
            <a:extLst>
              <a:ext uri="{FF2B5EF4-FFF2-40B4-BE49-F238E27FC236}">
                <a16:creationId xmlns:a16="http://schemas.microsoft.com/office/drawing/2014/main" id="{4698C788-917B-42BB-9E9C-5F2A2B9AECD2}"/>
              </a:ext>
            </a:extLst>
          </p:cNvPr>
          <p:cNvSpPr>
            <a:spLocks noGrp="1"/>
          </p:cNvSpPr>
          <p:nvPr/>
        </p:nvSpPr>
        <p:spPr>
          <a:xfrm>
            <a:off x="2272889" y="3986521"/>
            <a:ext cx="28398" cy="28398"/>
          </a:xfrm>
          <a:prstGeom prst="ellipse">
            <a:avLst/>
          </a:prstGeom>
          <a:solidFill>
            <a:srgbClr val="7F8C97">
              <a:alpha val="48000"/>
            </a:srgbClr>
          </a:solidFill>
          <a:ln w="0">
            <a:noFill/>
            <a:prstDash val="solid"/>
          </a:ln>
        </p:spPr>
      </p:sp>
      <p:sp>
        <p:nvSpPr>
          <p:cNvPr id="1584" name="03_assume_matched_6881">
            <a:extLst>
              <a:ext uri="{FF2B5EF4-FFF2-40B4-BE49-F238E27FC236}">
                <a16:creationId xmlns:a16="http://schemas.microsoft.com/office/drawing/2014/main" id="{DA1C667D-5C73-4DFB-AFD4-29E8C27F8018}"/>
              </a:ext>
            </a:extLst>
          </p:cNvPr>
          <p:cNvSpPr>
            <a:spLocks noGrp="1"/>
          </p:cNvSpPr>
          <p:nvPr/>
        </p:nvSpPr>
        <p:spPr>
          <a:xfrm>
            <a:off x="2252023" y="4181477"/>
            <a:ext cx="28398" cy="28398"/>
          </a:xfrm>
          <a:prstGeom prst="ellipse">
            <a:avLst/>
          </a:prstGeom>
          <a:solidFill>
            <a:srgbClr val="7F8C97">
              <a:alpha val="48000"/>
            </a:srgbClr>
          </a:solidFill>
          <a:ln w="0">
            <a:noFill/>
            <a:prstDash val="solid"/>
          </a:ln>
        </p:spPr>
      </p:sp>
      <p:sp>
        <p:nvSpPr>
          <p:cNvPr id="1585" name="03_assume_matched_6882">
            <a:extLst>
              <a:ext uri="{FF2B5EF4-FFF2-40B4-BE49-F238E27FC236}">
                <a16:creationId xmlns:a16="http://schemas.microsoft.com/office/drawing/2014/main" id="{4C0F9A5F-3AA2-4F30-8E2D-DDF87EB007E8}"/>
              </a:ext>
            </a:extLst>
          </p:cNvPr>
          <p:cNvSpPr>
            <a:spLocks noGrp="1"/>
          </p:cNvSpPr>
          <p:nvPr/>
        </p:nvSpPr>
        <p:spPr>
          <a:xfrm>
            <a:off x="2160640" y="3694086"/>
            <a:ext cx="28398" cy="28398"/>
          </a:xfrm>
          <a:prstGeom prst="ellipse">
            <a:avLst/>
          </a:prstGeom>
          <a:solidFill>
            <a:srgbClr val="7F8C97">
              <a:alpha val="48000"/>
            </a:srgbClr>
          </a:solidFill>
          <a:ln w="0">
            <a:noFill/>
            <a:prstDash val="solid"/>
          </a:ln>
        </p:spPr>
      </p:sp>
      <p:sp>
        <p:nvSpPr>
          <p:cNvPr id="1586" name="03_assume_matched_6883">
            <a:extLst>
              <a:ext uri="{FF2B5EF4-FFF2-40B4-BE49-F238E27FC236}">
                <a16:creationId xmlns:a16="http://schemas.microsoft.com/office/drawing/2014/main" id="{A3045C02-0C7D-4C0B-A7B7-162CF20A1F5D}"/>
              </a:ext>
            </a:extLst>
          </p:cNvPr>
          <p:cNvSpPr>
            <a:spLocks noGrp="1"/>
          </p:cNvSpPr>
          <p:nvPr/>
        </p:nvSpPr>
        <p:spPr>
          <a:xfrm>
            <a:off x="2219931" y="4278955"/>
            <a:ext cx="28398" cy="28398"/>
          </a:xfrm>
          <a:prstGeom prst="ellipse">
            <a:avLst/>
          </a:prstGeom>
          <a:solidFill>
            <a:srgbClr val="7F8C97">
              <a:alpha val="48000"/>
            </a:srgbClr>
          </a:solidFill>
          <a:ln w="0">
            <a:noFill/>
            <a:prstDash val="solid"/>
          </a:ln>
        </p:spPr>
      </p:sp>
      <p:sp>
        <p:nvSpPr>
          <p:cNvPr id="1587" name="03_assume_matched_6884">
            <a:extLst>
              <a:ext uri="{FF2B5EF4-FFF2-40B4-BE49-F238E27FC236}">
                <a16:creationId xmlns:a16="http://schemas.microsoft.com/office/drawing/2014/main" id="{514DDC3C-37C5-46A8-9D32-47AC50F515F6}"/>
              </a:ext>
            </a:extLst>
          </p:cNvPr>
          <p:cNvSpPr>
            <a:spLocks noGrp="1"/>
          </p:cNvSpPr>
          <p:nvPr/>
        </p:nvSpPr>
        <p:spPr>
          <a:xfrm>
            <a:off x="2202086" y="4278955"/>
            <a:ext cx="28398" cy="28398"/>
          </a:xfrm>
          <a:prstGeom prst="ellipse">
            <a:avLst/>
          </a:prstGeom>
          <a:solidFill>
            <a:srgbClr val="7F8C97">
              <a:alpha val="48000"/>
            </a:srgbClr>
          </a:solidFill>
          <a:ln w="0">
            <a:noFill/>
            <a:prstDash val="solid"/>
          </a:ln>
        </p:spPr>
      </p:sp>
      <p:sp>
        <p:nvSpPr>
          <p:cNvPr id="1588" name="03_assume_matched_6885">
            <a:extLst>
              <a:ext uri="{FF2B5EF4-FFF2-40B4-BE49-F238E27FC236}">
                <a16:creationId xmlns:a16="http://schemas.microsoft.com/office/drawing/2014/main" id="{7A88959C-C423-4220-BAB1-A3CDA889E1B2}"/>
              </a:ext>
            </a:extLst>
          </p:cNvPr>
          <p:cNvSpPr>
            <a:spLocks noGrp="1"/>
          </p:cNvSpPr>
          <p:nvPr/>
        </p:nvSpPr>
        <p:spPr>
          <a:xfrm>
            <a:off x="2234322" y="3694086"/>
            <a:ext cx="28398" cy="28398"/>
          </a:xfrm>
          <a:prstGeom prst="ellipse">
            <a:avLst/>
          </a:prstGeom>
          <a:solidFill>
            <a:srgbClr val="7F8C97">
              <a:alpha val="48000"/>
            </a:srgbClr>
          </a:solidFill>
          <a:ln w="0">
            <a:noFill/>
            <a:prstDash val="solid"/>
          </a:ln>
        </p:spPr>
      </p:sp>
      <p:sp>
        <p:nvSpPr>
          <p:cNvPr id="1589" name="03_assume_matched_6886">
            <a:extLst>
              <a:ext uri="{FF2B5EF4-FFF2-40B4-BE49-F238E27FC236}">
                <a16:creationId xmlns:a16="http://schemas.microsoft.com/office/drawing/2014/main" id="{6A7AA67F-B7E2-499C-B549-C26C30F068B6}"/>
              </a:ext>
            </a:extLst>
          </p:cNvPr>
          <p:cNvSpPr>
            <a:spLocks noGrp="1"/>
          </p:cNvSpPr>
          <p:nvPr/>
        </p:nvSpPr>
        <p:spPr>
          <a:xfrm>
            <a:off x="2216189" y="4230216"/>
            <a:ext cx="28398" cy="28398"/>
          </a:xfrm>
          <a:prstGeom prst="ellipse">
            <a:avLst/>
          </a:prstGeom>
          <a:solidFill>
            <a:srgbClr val="7F8C97">
              <a:alpha val="48000"/>
            </a:srgbClr>
          </a:solidFill>
          <a:ln w="0">
            <a:noFill/>
            <a:prstDash val="solid"/>
          </a:ln>
        </p:spPr>
      </p:sp>
      <p:sp>
        <p:nvSpPr>
          <p:cNvPr id="1590" name="03_assume_matched_6887">
            <a:extLst>
              <a:ext uri="{FF2B5EF4-FFF2-40B4-BE49-F238E27FC236}">
                <a16:creationId xmlns:a16="http://schemas.microsoft.com/office/drawing/2014/main" id="{85E00394-1E60-4247-BF7A-6FB6C9BDF830}"/>
              </a:ext>
            </a:extLst>
          </p:cNvPr>
          <p:cNvSpPr>
            <a:spLocks noGrp="1"/>
          </p:cNvSpPr>
          <p:nvPr/>
        </p:nvSpPr>
        <p:spPr>
          <a:xfrm>
            <a:off x="2278358" y="4132738"/>
            <a:ext cx="28398" cy="28398"/>
          </a:xfrm>
          <a:prstGeom prst="ellipse">
            <a:avLst/>
          </a:prstGeom>
          <a:solidFill>
            <a:srgbClr val="7F8C97">
              <a:alpha val="48000"/>
            </a:srgbClr>
          </a:solidFill>
          <a:ln w="0">
            <a:noFill/>
            <a:prstDash val="solid"/>
          </a:ln>
        </p:spPr>
      </p:sp>
      <p:sp>
        <p:nvSpPr>
          <p:cNvPr id="1591" name="03_assume_matched_6888">
            <a:extLst>
              <a:ext uri="{FF2B5EF4-FFF2-40B4-BE49-F238E27FC236}">
                <a16:creationId xmlns:a16="http://schemas.microsoft.com/office/drawing/2014/main" id="{F074541D-F94D-4032-AB8C-AE00C2712CC1}"/>
              </a:ext>
            </a:extLst>
          </p:cNvPr>
          <p:cNvSpPr>
            <a:spLocks noGrp="1"/>
          </p:cNvSpPr>
          <p:nvPr/>
        </p:nvSpPr>
        <p:spPr>
          <a:xfrm>
            <a:off x="2176470" y="3694086"/>
            <a:ext cx="28398" cy="28398"/>
          </a:xfrm>
          <a:prstGeom prst="ellipse">
            <a:avLst/>
          </a:prstGeom>
          <a:solidFill>
            <a:srgbClr val="7F8C97">
              <a:alpha val="48000"/>
            </a:srgbClr>
          </a:solidFill>
          <a:ln w="0">
            <a:noFill/>
            <a:prstDash val="solid"/>
          </a:ln>
        </p:spPr>
      </p:sp>
      <p:sp>
        <p:nvSpPr>
          <p:cNvPr id="1592" name="03_assume_matched_6889">
            <a:extLst>
              <a:ext uri="{FF2B5EF4-FFF2-40B4-BE49-F238E27FC236}">
                <a16:creationId xmlns:a16="http://schemas.microsoft.com/office/drawing/2014/main" id="{DD3F11F7-0F31-4F63-AE8B-6597C951BE17}"/>
              </a:ext>
            </a:extLst>
          </p:cNvPr>
          <p:cNvSpPr>
            <a:spLocks noGrp="1"/>
          </p:cNvSpPr>
          <p:nvPr/>
        </p:nvSpPr>
        <p:spPr>
          <a:xfrm>
            <a:off x="2183090" y="4278955"/>
            <a:ext cx="28398" cy="28398"/>
          </a:xfrm>
          <a:prstGeom prst="ellipse">
            <a:avLst/>
          </a:prstGeom>
          <a:solidFill>
            <a:srgbClr val="7F8C97">
              <a:alpha val="48000"/>
            </a:srgbClr>
          </a:solidFill>
          <a:ln w="0">
            <a:noFill/>
            <a:prstDash val="solid"/>
          </a:ln>
        </p:spPr>
      </p:sp>
      <p:sp>
        <p:nvSpPr>
          <p:cNvPr id="1593" name="03_assume_matched_6890">
            <a:extLst>
              <a:ext uri="{FF2B5EF4-FFF2-40B4-BE49-F238E27FC236}">
                <a16:creationId xmlns:a16="http://schemas.microsoft.com/office/drawing/2014/main" id="{7BE0DEB6-7739-4DFC-8B87-D97AAAF0D716}"/>
              </a:ext>
            </a:extLst>
          </p:cNvPr>
          <p:cNvSpPr>
            <a:spLocks noGrp="1"/>
          </p:cNvSpPr>
          <p:nvPr/>
        </p:nvSpPr>
        <p:spPr>
          <a:xfrm>
            <a:off x="2242956" y="3694086"/>
            <a:ext cx="28398" cy="28398"/>
          </a:xfrm>
          <a:prstGeom prst="ellipse">
            <a:avLst/>
          </a:prstGeom>
          <a:solidFill>
            <a:srgbClr val="7F8C97">
              <a:alpha val="48000"/>
            </a:srgbClr>
          </a:solidFill>
          <a:ln w="0">
            <a:noFill/>
            <a:prstDash val="solid"/>
          </a:ln>
        </p:spPr>
      </p:sp>
      <p:sp>
        <p:nvSpPr>
          <p:cNvPr id="1594" name="03_assume_matched_6891">
            <a:extLst>
              <a:ext uri="{FF2B5EF4-FFF2-40B4-BE49-F238E27FC236}">
                <a16:creationId xmlns:a16="http://schemas.microsoft.com/office/drawing/2014/main" id="{5C0F307E-38AA-4BF6-93D1-AE48F08E8D2E}"/>
              </a:ext>
            </a:extLst>
          </p:cNvPr>
          <p:cNvSpPr>
            <a:spLocks noGrp="1"/>
          </p:cNvSpPr>
          <p:nvPr/>
        </p:nvSpPr>
        <p:spPr>
          <a:xfrm>
            <a:off x="2241661" y="4278955"/>
            <a:ext cx="28398" cy="28398"/>
          </a:xfrm>
          <a:prstGeom prst="ellipse">
            <a:avLst/>
          </a:prstGeom>
          <a:solidFill>
            <a:srgbClr val="7F8C97">
              <a:alpha val="48000"/>
            </a:srgbClr>
          </a:solidFill>
          <a:ln w="0">
            <a:noFill/>
            <a:prstDash val="solid"/>
          </a:ln>
        </p:spPr>
      </p:sp>
      <p:sp>
        <p:nvSpPr>
          <p:cNvPr id="1595" name="03_assume_matched_6892">
            <a:extLst>
              <a:ext uri="{FF2B5EF4-FFF2-40B4-BE49-F238E27FC236}">
                <a16:creationId xmlns:a16="http://schemas.microsoft.com/office/drawing/2014/main" id="{AF4C7D1C-FF68-4E54-BE56-D802568B968D}"/>
              </a:ext>
            </a:extLst>
          </p:cNvPr>
          <p:cNvSpPr>
            <a:spLocks noGrp="1"/>
          </p:cNvSpPr>
          <p:nvPr/>
        </p:nvSpPr>
        <p:spPr>
          <a:xfrm>
            <a:off x="2288432" y="3694086"/>
            <a:ext cx="28398" cy="28398"/>
          </a:xfrm>
          <a:prstGeom prst="ellipse">
            <a:avLst/>
          </a:prstGeom>
          <a:solidFill>
            <a:srgbClr val="7F8C97">
              <a:alpha val="48000"/>
            </a:srgbClr>
          </a:solidFill>
          <a:ln w="0">
            <a:noFill/>
            <a:prstDash val="solid"/>
          </a:ln>
        </p:spPr>
      </p:sp>
      <p:sp>
        <p:nvSpPr>
          <p:cNvPr id="1596" name="03_assume_matched_6893">
            <a:extLst>
              <a:ext uri="{FF2B5EF4-FFF2-40B4-BE49-F238E27FC236}">
                <a16:creationId xmlns:a16="http://schemas.microsoft.com/office/drawing/2014/main" id="{43A6D36C-C0B3-469A-A397-E14C6486603C}"/>
              </a:ext>
            </a:extLst>
          </p:cNvPr>
          <p:cNvSpPr>
            <a:spLocks noGrp="1"/>
          </p:cNvSpPr>
          <p:nvPr/>
        </p:nvSpPr>
        <p:spPr>
          <a:xfrm>
            <a:off x="2266701" y="3986521"/>
            <a:ext cx="28398" cy="28398"/>
          </a:xfrm>
          <a:prstGeom prst="ellipse">
            <a:avLst/>
          </a:prstGeom>
          <a:solidFill>
            <a:srgbClr val="7F8C97">
              <a:alpha val="48000"/>
            </a:srgbClr>
          </a:solidFill>
          <a:ln w="0">
            <a:noFill/>
            <a:prstDash val="solid"/>
          </a:ln>
        </p:spPr>
      </p:sp>
      <p:sp>
        <p:nvSpPr>
          <p:cNvPr id="1597" name="03_assume_matched_6894">
            <a:extLst>
              <a:ext uri="{FF2B5EF4-FFF2-40B4-BE49-F238E27FC236}">
                <a16:creationId xmlns:a16="http://schemas.microsoft.com/office/drawing/2014/main" id="{55B1B8AF-BCED-4771-A848-542CDE7C0F9D}"/>
              </a:ext>
            </a:extLst>
          </p:cNvPr>
          <p:cNvSpPr>
            <a:spLocks noGrp="1"/>
          </p:cNvSpPr>
          <p:nvPr/>
        </p:nvSpPr>
        <p:spPr>
          <a:xfrm>
            <a:off x="2198776" y="4278955"/>
            <a:ext cx="28398" cy="28398"/>
          </a:xfrm>
          <a:prstGeom prst="ellipse">
            <a:avLst/>
          </a:prstGeom>
          <a:solidFill>
            <a:srgbClr val="7F8C97">
              <a:alpha val="48000"/>
            </a:srgbClr>
          </a:solidFill>
          <a:ln w="0">
            <a:noFill/>
            <a:prstDash val="solid"/>
          </a:ln>
        </p:spPr>
      </p:sp>
      <p:sp>
        <p:nvSpPr>
          <p:cNvPr id="1598" name="03_assume_matched_6895">
            <a:extLst>
              <a:ext uri="{FF2B5EF4-FFF2-40B4-BE49-F238E27FC236}">
                <a16:creationId xmlns:a16="http://schemas.microsoft.com/office/drawing/2014/main" id="{D46DB6E1-7B46-48F2-9441-5323FF20DEA9}"/>
              </a:ext>
            </a:extLst>
          </p:cNvPr>
          <p:cNvSpPr>
            <a:spLocks noGrp="1"/>
          </p:cNvSpPr>
          <p:nvPr/>
        </p:nvSpPr>
        <p:spPr>
          <a:xfrm>
            <a:off x="2269579" y="4278955"/>
            <a:ext cx="28398" cy="28398"/>
          </a:xfrm>
          <a:prstGeom prst="ellipse">
            <a:avLst/>
          </a:prstGeom>
          <a:solidFill>
            <a:srgbClr val="7F8C97">
              <a:alpha val="48000"/>
            </a:srgbClr>
          </a:solidFill>
          <a:ln w="0">
            <a:noFill/>
            <a:prstDash val="solid"/>
          </a:ln>
        </p:spPr>
      </p:sp>
      <p:sp>
        <p:nvSpPr>
          <p:cNvPr id="1599" name="03_assume_matched_6896">
            <a:extLst>
              <a:ext uri="{FF2B5EF4-FFF2-40B4-BE49-F238E27FC236}">
                <a16:creationId xmlns:a16="http://schemas.microsoft.com/office/drawing/2014/main" id="{CEA0EA8A-52B5-4B90-A19F-8A875A3F375C}"/>
              </a:ext>
            </a:extLst>
          </p:cNvPr>
          <p:cNvSpPr>
            <a:spLocks noGrp="1"/>
          </p:cNvSpPr>
          <p:nvPr/>
        </p:nvSpPr>
        <p:spPr>
          <a:xfrm>
            <a:off x="2257923" y="4278955"/>
            <a:ext cx="28398" cy="28398"/>
          </a:xfrm>
          <a:prstGeom prst="ellipse">
            <a:avLst/>
          </a:prstGeom>
          <a:solidFill>
            <a:srgbClr val="7F8C97">
              <a:alpha val="48000"/>
            </a:srgbClr>
          </a:solidFill>
          <a:ln w="0">
            <a:noFill/>
            <a:prstDash val="solid"/>
          </a:ln>
        </p:spPr>
      </p:sp>
      <p:sp>
        <p:nvSpPr>
          <p:cNvPr id="1600" name="03_assume_matched_6897">
            <a:extLst>
              <a:ext uri="{FF2B5EF4-FFF2-40B4-BE49-F238E27FC236}">
                <a16:creationId xmlns:a16="http://schemas.microsoft.com/office/drawing/2014/main" id="{E1806189-48E9-41F7-9FA2-F42832F7F34E}"/>
              </a:ext>
            </a:extLst>
          </p:cNvPr>
          <p:cNvSpPr>
            <a:spLocks noGrp="1"/>
          </p:cNvSpPr>
          <p:nvPr/>
        </p:nvSpPr>
        <p:spPr>
          <a:xfrm>
            <a:off x="2264111" y="4278955"/>
            <a:ext cx="28398" cy="28398"/>
          </a:xfrm>
          <a:prstGeom prst="ellipse">
            <a:avLst/>
          </a:prstGeom>
          <a:solidFill>
            <a:srgbClr val="7F8C97">
              <a:alpha val="48000"/>
            </a:srgbClr>
          </a:solidFill>
          <a:ln w="0">
            <a:noFill/>
            <a:prstDash val="solid"/>
          </a:ln>
        </p:spPr>
      </p:sp>
      <p:sp>
        <p:nvSpPr>
          <p:cNvPr id="1601" name="03_assume_matched_6898">
            <a:extLst>
              <a:ext uri="{FF2B5EF4-FFF2-40B4-BE49-F238E27FC236}">
                <a16:creationId xmlns:a16="http://schemas.microsoft.com/office/drawing/2014/main" id="{EDBBB5A2-B0CC-4971-9C9D-F062648AE0B0}"/>
              </a:ext>
            </a:extLst>
          </p:cNvPr>
          <p:cNvSpPr>
            <a:spLocks noGrp="1"/>
          </p:cNvSpPr>
          <p:nvPr/>
        </p:nvSpPr>
        <p:spPr>
          <a:xfrm>
            <a:off x="2277494" y="4278955"/>
            <a:ext cx="28398" cy="28398"/>
          </a:xfrm>
          <a:prstGeom prst="ellipse">
            <a:avLst/>
          </a:prstGeom>
          <a:solidFill>
            <a:srgbClr val="7F8C97">
              <a:alpha val="48000"/>
            </a:srgbClr>
          </a:solidFill>
          <a:ln w="0">
            <a:noFill/>
            <a:prstDash val="solid"/>
          </a:ln>
        </p:spPr>
      </p:sp>
      <p:sp>
        <p:nvSpPr>
          <p:cNvPr id="1602" name="03_assume_matched_6899">
            <a:extLst>
              <a:ext uri="{FF2B5EF4-FFF2-40B4-BE49-F238E27FC236}">
                <a16:creationId xmlns:a16="http://schemas.microsoft.com/office/drawing/2014/main" id="{8BDCE906-7502-4DD1-B200-D1E89A65B484}"/>
              </a:ext>
            </a:extLst>
          </p:cNvPr>
          <p:cNvSpPr>
            <a:spLocks noGrp="1"/>
          </p:cNvSpPr>
          <p:nvPr/>
        </p:nvSpPr>
        <p:spPr>
          <a:xfrm>
            <a:off x="2186112" y="3694086"/>
            <a:ext cx="28398" cy="28398"/>
          </a:xfrm>
          <a:prstGeom prst="ellipse">
            <a:avLst/>
          </a:prstGeom>
          <a:solidFill>
            <a:srgbClr val="7F8C97">
              <a:alpha val="48000"/>
            </a:srgbClr>
          </a:solidFill>
          <a:ln w="0">
            <a:noFill/>
            <a:prstDash val="solid"/>
          </a:ln>
        </p:spPr>
      </p:sp>
      <p:sp>
        <p:nvSpPr>
          <p:cNvPr id="1603" name="03_assume_matched_6900">
            <a:extLst>
              <a:ext uri="{FF2B5EF4-FFF2-40B4-BE49-F238E27FC236}">
                <a16:creationId xmlns:a16="http://schemas.microsoft.com/office/drawing/2014/main" id="{71B72B3B-17EC-47C1-8EB5-6D8DFB96DA95}"/>
              </a:ext>
            </a:extLst>
          </p:cNvPr>
          <p:cNvSpPr>
            <a:spLocks noGrp="1"/>
          </p:cNvSpPr>
          <p:nvPr/>
        </p:nvSpPr>
        <p:spPr>
          <a:xfrm>
            <a:off x="2175319" y="3889042"/>
            <a:ext cx="28398" cy="28398"/>
          </a:xfrm>
          <a:prstGeom prst="ellipse">
            <a:avLst/>
          </a:prstGeom>
          <a:solidFill>
            <a:srgbClr val="7F8C97">
              <a:alpha val="48000"/>
            </a:srgbClr>
          </a:solidFill>
          <a:ln w="0">
            <a:noFill/>
            <a:prstDash val="solid"/>
          </a:ln>
        </p:spPr>
      </p:sp>
      <p:sp>
        <p:nvSpPr>
          <p:cNvPr id="1604" name="03_assume_matched_6901">
            <a:extLst>
              <a:ext uri="{FF2B5EF4-FFF2-40B4-BE49-F238E27FC236}">
                <a16:creationId xmlns:a16="http://schemas.microsoft.com/office/drawing/2014/main" id="{94B57E61-1690-4BB3-A0DB-3C0F75DB1329}"/>
              </a:ext>
            </a:extLst>
          </p:cNvPr>
          <p:cNvSpPr>
            <a:spLocks noGrp="1"/>
          </p:cNvSpPr>
          <p:nvPr/>
        </p:nvSpPr>
        <p:spPr>
          <a:xfrm>
            <a:off x="2258211" y="3986521"/>
            <a:ext cx="28398" cy="28398"/>
          </a:xfrm>
          <a:prstGeom prst="ellipse">
            <a:avLst/>
          </a:prstGeom>
          <a:solidFill>
            <a:srgbClr val="7F8C97">
              <a:alpha val="48000"/>
            </a:srgbClr>
          </a:solidFill>
          <a:ln w="0">
            <a:noFill/>
            <a:prstDash val="solid"/>
          </a:ln>
        </p:spPr>
      </p:sp>
      <p:sp>
        <p:nvSpPr>
          <p:cNvPr id="1605" name="03_assume_matched_6902">
            <a:extLst>
              <a:ext uri="{FF2B5EF4-FFF2-40B4-BE49-F238E27FC236}">
                <a16:creationId xmlns:a16="http://schemas.microsoft.com/office/drawing/2014/main" id="{966CF280-B0FE-44E3-8CEC-BEDBD23A5DAA}"/>
              </a:ext>
            </a:extLst>
          </p:cNvPr>
          <p:cNvSpPr>
            <a:spLocks noGrp="1"/>
          </p:cNvSpPr>
          <p:nvPr/>
        </p:nvSpPr>
        <p:spPr>
          <a:xfrm>
            <a:off x="2295339" y="4111850"/>
            <a:ext cx="28398" cy="28398"/>
          </a:xfrm>
          <a:prstGeom prst="ellipse">
            <a:avLst/>
          </a:prstGeom>
          <a:solidFill>
            <a:srgbClr val="7F8C97">
              <a:alpha val="48000"/>
            </a:srgbClr>
          </a:solidFill>
          <a:ln w="0">
            <a:noFill/>
            <a:prstDash val="solid"/>
          </a:ln>
        </p:spPr>
      </p:sp>
      <p:sp>
        <p:nvSpPr>
          <p:cNvPr id="1606" name="03_assume_matched_6903">
            <a:extLst>
              <a:ext uri="{FF2B5EF4-FFF2-40B4-BE49-F238E27FC236}">
                <a16:creationId xmlns:a16="http://schemas.microsoft.com/office/drawing/2014/main" id="{949CADE8-40EC-47BD-B308-6D860ACBDB31}"/>
              </a:ext>
            </a:extLst>
          </p:cNvPr>
          <p:cNvSpPr>
            <a:spLocks noGrp="1"/>
          </p:cNvSpPr>
          <p:nvPr/>
        </p:nvSpPr>
        <p:spPr>
          <a:xfrm>
            <a:off x="2301527" y="3694086"/>
            <a:ext cx="28398" cy="28398"/>
          </a:xfrm>
          <a:prstGeom prst="ellipse">
            <a:avLst/>
          </a:prstGeom>
          <a:solidFill>
            <a:srgbClr val="7F8C97">
              <a:alpha val="48000"/>
            </a:srgbClr>
          </a:solidFill>
          <a:ln w="0">
            <a:noFill/>
            <a:prstDash val="solid"/>
          </a:ln>
        </p:spPr>
      </p:sp>
      <p:sp>
        <p:nvSpPr>
          <p:cNvPr id="1607" name="03_assume_matched_6904">
            <a:extLst>
              <a:ext uri="{FF2B5EF4-FFF2-40B4-BE49-F238E27FC236}">
                <a16:creationId xmlns:a16="http://schemas.microsoft.com/office/drawing/2014/main" id="{C3A055ED-84DB-4079-ACC8-7081F0A5CA55}"/>
              </a:ext>
            </a:extLst>
          </p:cNvPr>
          <p:cNvSpPr>
            <a:spLocks noGrp="1"/>
          </p:cNvSpPr>
          <p:nvPr/>
        </p:nvSpPr>
        <p:spPr>
          <a:xfrm>
            <a:off x="2212591" y="3986521"/>
            <a:ext cx="28398" cy="28398"/>
          </a:xfrm>
          <a:prstGeom prst="ellipse">
            <a:avLst/>
          </a:prstGeom>
          <a:solidFill>
            <a:srgbClr val="7F8C97">
              <a:alpha val="48000"/>
            </a:srgbClr>
          </a:solidFill>
          <a:ln w="0">
            <a:noFill/>
            <a:prstDash val="solid"/>
          </a:ln>
        </p:spPr>
      </p:sp>
      <p:sp>
        <p:nvSpPr>
          <p:cNvPr id="1608" name="03_assume_matched_6905">
            <a:extLst>
              <a:ext uri="{FF2B5EF4-FFF2-40B4-BE49-F238E27FC236}">
                <a16:creationId xmlns:a16="http://schemas.microsoft.com/office/drawing/2014/main" id="{A1A155CA-5135-4497-A19E-9D2BCDB6B3DC}"/>
              </a:ext>
            </a:extLst>
          </p:cNvPr>
          <p:cNvSpPr>
            <a:spLocks noGrp="1"/>
          </p:cNvSpPr>
          <p:nvPr/>
        </p:nvSpPr>
        <p:spPr>
          <a:xfrm>
            <a:off x="2265406" y="4083999"/>
            <a:ext cx="28398" cy="28398"/>
          </a:xfrm>
          <a:prstGeom prst="ellipse">
            <a:avLst/>
          </a:prstGeom>
          <a:solidFill>
            <a:srgbClr val="7F8C97">
              <a:alpha val="48000"/>
            </a:srgbClr>
          </a:solidFill>
          <a:ln w="0">
            <a:noFill/>
            <a:prstDash val="solid"/>
          </a:ln>
        </p:spPr>
      </p:sp>
      <p:sp>
        <p:nvSpPr>
          <p:cNvPr id="1609" name="03_assume_matched_6906">
            <a:extLst>
              <a:ext uri="{FF2B5EF4-FFF2-40B4-BE49-F238E27FC236}">
                <a16:creationId xmlns:a16="http://schemas.microsoft.com/office/drawing/2014/main" id="{A810585D-60AB-4A58-B527-2015C1CB3797}"/>
              </a:ext>
            </a:extLst>
          </p:cNvPr>
          <p:cNvSpPr>
            <a:spLocks noGrp="1"/>
          </p:cNvSpPr>
          <p:nvPr/>
        </p:nvSpPr>
        <p:spPr>
          <a:xfrm>
            <a:off x="2276343" y="3694086"/>
            <a:ext cx="28398" cy="28398"/>
          </a:xfrm>
          <a:prstGeom prst="ellipse">
            <a:avLst/>
          </a:prstGeom>
          <a:solidFill>
            <a:srgbClr val="7F8C97">
              <a:alpha val="48000"/>
            </a:srgbClr>
          </a:solidFill>
          <a:ln w="0">
            <a:noFill/>
            <a:prstDash val="solid"/>
          </a:ln>
        </p:spPr>
      </p:sp>
      <p:sp>
        <p:nvSpPr>
          <p:cNvPr id="1610" name="03_assume_matched_6907">
            <a:extLst>
              <a:ext uri="{FF2B5EF4-FFF2-40B4-BE49-F238E27FC236}">
                <a16:creationId xmlns:a16="http://schemas.microsoft.com/office/drawing/2014/main" id="{82D87F8B-2850-4B4B-8C2A-D45D96F6F9E9}"/>
              </a:ext>
            </a:extLst>
          </p:cNvPr>
          <p:cNvSpPr>
            <a:spLocks noGrp="1"/>
          </p:cNvSpPr>
          <p:nvPr/>
        </p:nvSpPr>
        <p:spPr>
          <a:xfrm>
            <a:off x="2293756" y="3694086"/>
            <a:ext cx="28398" cy="28398"/>
          </a:xfrm>
          <a:prstGeom prst="ellipse">
            <a:avLst/>
          </a:prstGeom>
          <a:solidFill>
            <a:srgbClr val="7F8C97">
              <a:alpha val="48000"/>
            </a:srgbClr>
          </a:solidFill>
          <a:ln w="0">
            <a:noFill/>
            <a:prstDash val="solid"/>
          </a:ln>
        </p:spPr>
      </p:sp>
      <p:sp>
        <p:nvSpPr>
          <p:cNvPr id="1611" name="03_assume_matched_6908">
            <a:extLst>
              <a:ext uri="{FF2B5EF4-FFF2-40B4-BE49-F238E27FC236}">
                <a16:creationId xmlns:a16="http://schemas.microsoft.com/office/drawing/2014/main" id="{3B23EAB4-8645-4356-A01B-5D3BFB315FDB}"/>
              </a:ext>
            </a:extLst>
          </p:cNvPr>
          <p:cNvSpPr>
            <a:spLocks noGrp="1"/>
          </p:cNvSpPr>
          <p:nvPr/>
        </p:nvSpPr>
        <p:spPr>
          <a:xfrm>
            <a:off x="2278502" y="3694086"/>
            <a:ext cx="28398" cy="28398"/>
          </a:xfrm>
          <a:prstGeom prst="ellipse">
            <a:avLst/>
          </a:prstGeom>
          <a:solidFill>
            <a:srgbClr val="7F8C97">
              <a:alpha val="48000"/>
            </a:srgbClr>
          </a:solidFill>
          <a:ln w="0">
            <a:noFill/>
            <a:prstDash val="solid"/>
          </a:ln>
        </p:spPr>
      </p:sp>
      <p:sp>
        <p:nvSpPr>
          <p:cNvPr id="1612" name="03_assume_matched_6909">
            <a:extLst>
              <a:ext uri="{FF2B5EF4-FFF2-40B4-BE49-F238E27FC236}">
                <a16:creationId xmlns:a16="http://schemas.microsoft.com/office/drawing/2014/main" id="{F88E1F16-5CD4-48FB-8C62-D5F005C143D2}"/>
              </a:ext>
            </a:extLst>
          </p:cNvPr>
          <p:cNvSpPr>
            <a:spLocks noGrp="1"/>
          </p:cNvSpPr>
          <p:nvPr/>
        </p:nvSpPr>
        <p:spPr>
          <a:xfrm>
            <a:off x="2256772" y="3694086"/>
            <a:ext cx="28398" cy="28398"/>
          </a:xfrm>
          <a:prstGeom prst="ellipse">
            <a:avLst/>
          </a:prstGeom>
          <a:solidFill>
            <a:srgbClr val="7F8C97">
              <a:alpha val="48000"/>
            </a:srgbClr>
          </a:solidFill>
          <a:ln w="0">
            <a:noFill/>
            <a:prstDash val="solid"/>
          </a:ln>
        </p:spPr>
      </p:sp>
      <p:sp>
        <p:nvSpPr>
          <p:cNvPr id="1613" name="03_assume_matched_6910">
            <a:extLst>
              <a:ext uri="{FF2B5EF4-FFF2-40B4-BE49-F238E27FC236}">
                <a16:creationId xmlns:a16="http://schemas.microsoft.com/office/drawing/2014/main" id="{867D7E7D-8453-49F1-8245-D05963C30EEA}"/>
              </a:ext>
            </a:extLst>
          </p:cNvPr>
          <p:cNvSpPr>
            <a:spLocks noGrp="1"/>
          </p:cNvSpPr>
          <p:nvPr/>
        </p:nvSpPr>
        <p:spPr>
          <a:xfrm>
            <a:off x="2168555" y="3694086"/>
            <a:ext cx="28398" cy="28398"/>
          </a:xfrm>
          <a:prstGeom prst="ellipse">
            <a:avLst/>
          </a:prstGeom>
          <a:solidFill>
            <a:srgbClr val="7F8C97">
              <a:alpha val="48000"/>
            </a:srgbClr>
          </a:solidFill>
          <a:ln w="0">
            <a:noFill/>
            <a:prstDash val="solid"/>
          </a:ln>
        </p:spPr>
      </p:sp>
      <p:sp>
        <p:nvSpPr>
          <p:cNvPr id="1614" name="03_assume_matched_6911">
            <a:extLst>
              <a:ext uri="{FF2B5EF4-FFF2-40B4-BE49-F238E27FC236}">
                <a16:creationId xmlns:a16="http://schemas.microsoft.com/office/drawing/2014/main" id="{3A7E4EB6-A5E7-4438-B743-97F507A0E250}"/>
              </a:ext>
            </a:extLst>
          </p:cNvPr>
          <p:cNvSpPr>
            <a:spLocks noGrp="1"/>
          </p:cNvSpPr>
          <p:nvPr/>
        </p:nvSpPr>
        <p:spPr>
          <a:xfrm>
            <a:off x="2182515" y="4278955"/>
            <a:ext cx="28398" cy="28398"/>
          </a:xfrm>
          <a:prstGeom prst="ellipse">
            <a:avLst/>
          </a:prstGeom>
          <a:solidFill>
            <a:srgbClr val="7F8C97">
              <a:alpha val="48000"/>
            </a:srgbClr>
          </a:solidFill>
          <a:ln w="0">
            <a:noFill/>
            <a:prstDash val="solid"/>
          </a:ln>
        </p:spPr>
      </p:sp>
      <p:sp>
        <p:nvSpPr>
          <p:cNvPr id="1615" name="03_assume_matched_6912">
            <a:extLst>
              <a:ext uri="{FF2B5EF4-FFF2-40B4-BE49-F238E27FC236}">
                <a16:creationId xmlns:a16="http://schemas.microsoft.com/office/drawing/2014/main" id="{6FB6F530-0EC4-40BE-9711-90F915E8D6A3}"/>
              </a:ext>
            </a:extLst>
          </p:cNvPr>
          <p:cNvSpPr>
            <a:spLocks noGrp="1"/>
          </p:cNvSpPr>
          <p:nvPr/>
        </p:nvSpPr>
        <p:spPr>
          <a:xfrm>
            <a:off x="2243676" y="3694086"/>
            <a:ext cx="28398" cy="28398"/>
          </a:xfrm>
          <a:prstGeom prst="ellipse">
            <a:avLst/>
          </a:prstGeom>
          <a:solidFill>
            <a:srgbClr val="7F8C97">
              <a:alpha val="48000"/>
            </a:srgbClr>
          </a:solidFill>
          <a:ln w="0">
            <a:noFill/>
            <a:prstDash val="solid"/>
          </a:ln>
        </p:spPr>
      </p:sp>
      <p:sp>
        <p:nvSpPr>
          <p:cNvPr id="1616" name="03_assume_matched_6913">
            <a:extLst>
              <a:ext uri="{FF2B5EF4-FFF2-40B4-BE49-F238E27FC236}">
                <a16:creationId xmlns:a16="http://schemas.microsoft.com/office/drawing/2014/main" id="{0798C2CE-8B1A-4B96-B3BD-CC42F00FF072}"/>
              </a:ext>
            </a:extLst>
          </p:cNvPr>
          <p:cNvSpPr>
            <a:spLocks noGrp="1"/>
          </p:cNvSpPr>
          <p:nvPr/>
        </p:nvSpPr>
        <p:spPr>
          <a:xfrm>
            <a:off x="2188559" y="4278955"/>
            <a:ext cx="28398" cy="28398"/>
          </a:xfrm>
          <a:prstGeom prst="ellipse">
            <a:avLst/>
          </a:prstGeom>
          <a:solidFill>
            <a:srgbClr val="7F8C97">
              <a:alpha val="48000"/>
            </a:srgbClr>
          </a:solidFill>
          <a:ln w="0">
            <a:noFill/>
            <a:prstDash val="solid"/>
          </a:ln>
        </p:spPr>
      </p:sp>
      <p:sp>
        <p:nvSpPr>
          <p:cNvPr id="1617" name="03_assume_matched_6914">
            <a:extLst>
              <a:ext uri="{FF2B5EF4-FFF2-40B4-BE49-F238E27FC236}">
                <a16:creationId xmlns:a16="http://schemas.microsoft.com/office/drawing/2014/main" id="{6D401B2B-BFD7-4327-B8CF-E416A106FED2}"/>
              </a:ext>
            </a:extLst>
          </p:cNvPr>
          <p:cNvSpPr>
            <a:spLocks noGrp="1"/>
          </p:cNvSpPr>
          <p:nvPr/>
        </p:nvSpPr>
        <p:spPr>
          <a:xfrm>
            <a:off x="2214606" y="3694086"/>
            <a:ext cx="28398" cy="28398"/>
          </a:xfrm>
          <a:prstGeom prst="ellipse">
            <a:avLst/>
          </a:prstGeom>
          <a:solidFill>
            <a:srgbClr val="7F8C97">
              <a:alpha val="48000"/>
            </a:srgbClr>
          </a:solidFill>
          <a:ln w="0">
            <a:noFill/>
            <a:prstDash val="solid"/>
          </a:ln>
        </p:spPr>
      </p:sp>
      <p:sp>
        <p:nvSpPr>
          <p:cNvPr id="1618" name="03_assume_matched_6915">
            <a:extLst>
              <a:ext uri="{FF2B5EF4-FFF2-40B4-BE49-F238E27FC236}">
                <a16:creationId xmlns:a16="http://schemas.microsoft.com/office/drawing/2014/main" id="{41AF6984-E87E-42B2-A669-DDBF53E4D0FE}"/>
              </a:ext>
            </a:extLst>
          </p:cNvPr>
          <p:cNvSpPr>
            <a:spLocks noGrp="1"/>
          </p:cNvSpPr>
          <p:nvPr/>
        </p:nvSpPr>
        <p:spPr>
          <a:xfrm>
            <a:off x="2163662" y="4278955"/>
            <a:ext cx="28398" cy="28398"/>
          </a:xfrm>
          <a:prstGeom prst="ellipse">
            <a:avLst/>
          </a:prstGeom>
          <a:solidFill>
            <a:srgbClr val="7F8C97">
              <a:alpha val="48000"/>
            </a:srgbClr>
          </a:solidFill>
          <a:ln w="0">
            <a:noFill/>
            <a:prstDash val="solid"/>
          </a:ln>
        </p:spPr>
      </p:sp>
      <p:sp>
        <p:nvSpPr>
          <p:cNvPr id="1619" name="03_assume_matched_6916">
            <a:extLst>
              <a:ext uri="{FF2B5EF4-FFF2-40B4-BE49-F238E27FC236}">
                <a16:creationId xmlns:a16="http://schemas.microsoft.com/office/drawing/2014/main" id="{EA4F6C41-1E9F-419C-984E-0BF57E35C460}"/>
              </a:ext>
            </a:extLst>
          </p:cNvPr>
          <p:cNvSpPr>
            <a:spLocks noGrp="1"/>
          </p:cNvSpPr>
          <p:nvPr/>
        </p:nvSpPr>
        <p:spPr>
          <a:xfrm>
            <a:off x="3036342" y="3709083"/>
            <a:ext cx="28398" cy="28398"/>
          </a:xfrm>
          <a:prstGeom prst="ellipse">
            <a:avLst/>
          </a:prstGeom>
          <a:solidFill>
            <a:srgbClr val="7F8C97">
              <a:alpha val="48000"/>
            </a:srgbClr>
          </a:solidFill>
          <a:ln w="0">
            <a:noFill/>
            <a:prstDash val="solid"/>
          </a:ln>
        </p:spPr>
      </p:sp>
      <p:sp>
        <p:nvSpPr>
          <p:cNvPr id="1620" name="03_assume_matched_6917">
            <a:extLst>
              <a:ext uri="{FF2B5EF4-FFF2-40B4-BE49-F238E27FC236}">
                <a16:creationId xmlns:a16="http://schemas.microsoft.com/office/drawing/2014/main" id="{627268CF-6940-48C8-B017-4E659F3D4B83}"/>
              </a:ext>
            </a:extLst>
          </p:cNvPr>
          <p:cNvSpPr>
            <a:spLocks noGrp="1"/>
          </p:cNvSpPr>
          <p:nvPr/>
        </p:nvSpPr>
        <p:spPr>
          <a:xfrm>
            <a:off x="3024829" y="3694086"/>
            <a:ext cx="28398" cy="28398"/>
          </a:xfrm>
          <a:prstGeom prst="ellipse">
            <a:avLst/>
          </a:prstGeom>
          <a:solidFill>
            <a:srgbClr val="7F8C97">
              <a:alpha val="48000"/>
            </a:srgbClr>
          </a:solidFill>
          <a:ln w="0">
            <a:noFill/>
            <a:prstDash val="solid"/>
          </a:ln>
        </p:spPr>
      </p:sp>
      <p:sp>
        <p:nvSpPr>
          <p:cNvPr id="1621" name="03_assume_matched_6918">
            <a:extLst>
              <a:ext uri="{FF2B5EF4-FFF2-40B4-BE49-F238E27FC236}">
                <a16:creationId xmlns:a16="http://schemas.microsoft.com/office/drawing/2014/main" id="{1AA41B07-B25F-45CD-B620-34886976D798}"/>
              </a:ext>
            </a:extLst>
          </p:cNvPr>
          <p:cNvSpPr>
            <a:spLocks noGrp="1"/>
          </p:cNvSpPr>
          <p:nvPr/>
        </p:nvSpPr>
        <p:spPr>
          <a:xfrm>
            <a:off x="2967697" y="3694086"/>
            <a:ext cx="28398" cy="28398"/>
          </a:xfrm>
          <a:prstGeom prst="ellipse">
            <a:avLst/>
          </a:prstGeom>
          <a:solidFill>
            <a:srgbClr val="7F8C97">
              <a:alpha val="48000"/>
            </a:srgbClr>
          </a:solidFill>
          <a:ln w="0">
            <a:noFill/>
            <a:prstDash val="solid"/>
          </a:ln>
        </p:spPr>
      </p:sp>
      <p:sp>
        <p:nvSpPr>
          <p:cNvPr id="1622" name="03_assume_matched_6919">
            <a:extLst>
              <a:ext uri="{FF2B5EF4-FFF2-40B4-BE49-F238E27FC236}">
                <a16:creationId xmlns:a16="http://schemas.microsoft.com/office/drawing/2014/main" id="{DD9D0866-8109-4941-A03C-4B9079F7CD2B}"/>
              </a:ext>
            </a:extLst>
          </p:cNvPr>
          <p:cNvSpPr>
            <a:spLocks noGrp="1"/>
          </p:cNvSpPr>
          <p:nvPr/>
        </p:nvSpPr>
        <p:spPr>
          <a:xfrm>
            <a:off x="3046559" y="3694086"/>
            <a:ext cx="28398" cy="28398"/>
          </a:xfrm>
          <a:prstGeom prst="ellipse">
            <a:avLst/>
          </a:prstGeom>
          <a:solidFill>
            <a:srgbClr val="7F8C97">
              <a:alpha val="48000"/>
            </a:srgbClr>
          </a:solidFill>
          <a:ln w="0">
            <a:noFill/>
            <a:prstDash val="solid"/>
          </a:ln>
        </p:spPr>
      </p:sp>
      <p:sp>
        <p:nvSpPr>
          <p:cNvPr id="1623" name="03_assume_matched_6920">
            <a:extLst>
              <a:ext uri="{FF2B5EF4-FFF2-40B4-BE49-F238E27FC236}">
                <a16:creationId xmlns:a16="http://schemas.microsoft.com/office/drawing/2014/main" id="{D6FC42B4-6DC9-4248-8AD4-6B339B1EF2A5}"/>
              </a:ext>
            </a:extLst>
          </p:cNvPr>
          <p:cNvSpPr>
            <a:spLocks noGrp="1"/>
          </p:cNvSpPr>
          <p:nvPr/>
        </p:nvSpPr>
        <p:spPr>
          <a:xfrm>
            <a:off x="3014324" y="3694086"/>
            <a:ext cx="28398" cy="28398"/>
          </a:xfrm>
          <a:prstGeom prst="ellipse">
            <a:avLst/>
          </a:prstGeom>
          <a:solidFill>
            <a:srgbClr val="7F8C97">
              <a:alpha val="48000"/>
            </a:srgbClr>
          </a:solidFill>
          <a:ln w="0">
            <a:noFill/>
            <a:prstDash val="solid"/>
          </a:ln>
        </p:spPr>
      </p:sp>
      <p:sp>
        <p:nvSpPr>
          <p:cNvPr id="1624" name="03_assume_matched_6921">
            <a:extLst>
              <a:ext uri="{FF2B5EF4-FFF2-40B4-BE49-F238E27FC236}">
                <a16:creationId xmlns:a16="http://schemas.microsoft.com/office/drawing/2014/main" id="{15FAC615-EE5E-4367-8D0E-0CDC11AA8B67}"/>
              </a:ext>
            </a:extLst>
          </p:cNvPr>
          <p:cNvSpPr>
            <a:spLocks noGrp="1"/>
          </p:cNvSpPr>
          <p:nvPr/>
        </p:nvSpPr>
        <p:spPr>
          <a:xfrm>
            <a:off x="2919056" y="3694086"/>
            <a:ext cx="28398" cy="28398"/>
          </a:xfrm>
          <a:prstGeom prst="ellipse">
            <a:avLst/>
          </a:prstGeom>
          <a:solidFill>
            <a:srgbClr val="7F8C97">
              <a:alpha val="48000"/>
            </a:srgbClr>
          </a:solidFill>
          <a:ln w="0">
            <a:noFill/>
            <a:prstDash val="solid"/>
          </a:ln>
        </p:spPr>
      </p:sp>
      <p:sp>
        <p:nvSpPr>
          <p:cNvPr id="1625" name="03_assume_matched_6922">
            <a:extLst>
              <a:ext uri="{FF2B5EF4-FFF2-40B4-BE49-F238E27FC236}">
                <a16:creationId xmlns:a16="http://schemas.microsoft.com/office/drawing/2014/main" id="{FD3B4CC2-D913-4602-86C6-C88E3AFBAB74}"/>
              </a:ext>
            </a:extLst>
          </p:cNvPr>
          <p:cNvSpPr>
            <a:spLocks noGrp="1"/>
          </p:cNvSpPr>
          <p:nvPr/>
        </p:nvSpPr>
        <p:spPr>
          <a:xfrm>
            <a:off x="2949708" y="4278955"/>
            <a:ext cx="28398" cy="28398"/>
          </a:xfrm>
          <a:prstGeom prst="ellipse">
            <a:avLst/>
          </a:prstGeom>
          <a:solidFill>
            <a:srgbClr val="7F8C97">
              <a:alpha val="48000"/>
            </a:srgbClr>
          </a:solidFill>
          <a:ln w="0">
            <a:noFill/>
            <a:prstDash val="solid"/>
          </a:ln>
        </p:spPr>
      </p:sp>
      <p:sp>
        <p:nvSpPr>
          <p:cNvPr id="1626" name="03_assume_matched_6923">
            <a:extLst>
              <a:ext uri="{FF2B5EF4-FFF2-40B4-BE49-F238E27FC236}">
                <a16:creationId xmlns:a16="http://schemas.microsoft.com/office/drawing/2014/main" id="{EDD282C6-A01C-407A-BF09-5DFE899CA55B}"/>
              </a:ext>
            </a:extLst>
          </p:cNvPr>
          <p:cNvSpPr>
            <a:spLocks noGrp="1"/>
          </p:cNvSpPr>
          <p:nvPr/>
        </p:nvSpPr>
        <p:spPr>
          <a:xfrm>
            <a:off x="2918768" y="4132738"/>
            <a:ext cx="28398" cy="28398"/>
          </a:xfrm>
          <a:prstGeom prst="ellipse">
            <a:avLst/>
          </a:prstGeom>
          <a:solidFill>
            <a:srgbClr val="7F8C97">
              <a:alpha val="48000"/>
            </a:srgbClr>
          </a:solidFill>
          <a:ln w="0">
            <a:noFill/>
            <a:prstDash val="solid"/>
          </a:ln>
        </p:spPr>
      </p:sp>
      <p:sp>
        <p:nvSpPr>
          <p:cNvPr id="1627" name="03_assume_matched_6924">
            <a:extLst>
              <a:ext uri="{FF2B5EF4-FFF2-40B4-BE49-F238E27FC236}">
                <a16:creationId xmlns:a16="http://schemas.microsoft.com/office/drawing/2014/main" id="{C5CC9A73-246F-45B4-B2C3-135DBF4D94F0}"/>
              </a:ext>
            </a:extLst>
          </p:cNvPr>
          <p:cNvSpPr>
            <a:spLocks noGrp="1"/>
          </p:cNvSpPr>
          <p:nvPr/>
        </p:nvSpPr>
        <p:spPr>
          <a:xfrm>
            <a:off x="3000077" y="3986521"/>
            <a:ext cx="28398" cy="28398"/>
          </a:xfrm>
          <a:prstGeom prst="ellipse">
            <a:avLst/>
          </a:prstGeom>
          <a:solidFill>
            <a:srgbClr val="7F8C97">
              <a:alpha val="48000"/>
            </a:srgbClr>
          </a:solidFill>
          <a:ln w="0">
            <a:noFill/>
            <a:prstDash val="solid"/>
          </a:ln>
        </p:spPr>
      </p:sp>
      <p:sp>
        <p:nvSpPr>
          <p:cNvPr id="1628" name="03_assume_matched_6925">
            <a:extLst>
              <a:ext uri="{FF2B5EF4-FFF2-40B4-BE49-F238E27FC236}">
                <a16:creationId xmlns:a16="http://schemas.microsoft.com/office/drawing/2014/main" id="{D2673D64-7EBA-4856-933F-A4552DFD6F41}"/>
              </a:ext>
            </a:extLst>
          </p:cNvPr>
          <p:cNvSpPr>
            <a:spLocks noGrp="1"/>
          </p:cNvSpPr>
          <p:nvPr/>
        </p:nvSpPr>
        <p:spPr>
          <a:xfrm>
            <a:off x="2981368" y="4278955"/>
            <a:ext cx="28398" cy="28398"/>
          </a:xfrm>
          <a:prstGeom prst="ellipse">
            <a:avLst/>
          </a:prstGeom>
          <a:solidFill>
            <a:srgbClr val="7F8C97">
              <a:alpha val="48000"/>
            </a:srgbClr>
          </a:solidFill>
          <a:ln w="0">
            <a:noFill/>
            <a:prstDash val="solid"/>
          </a:ln>
        </p:spPr>
      </p:sp>
      <p:sp>
        <p:nvSpPr>
          <p:cNvPr id="1629" name="03_assume_matched_6926">
            <a:extLst>
              <a:ext uri="{FF2B5EF4-FFF2-40B4-BE49-F238E27FC236}">
                <a16:creationId xmlns:a16="http://schemas.microsoft.com/office/drawing/2014/main" id="{19CC03F4-5733-48AA-9DE0-66CC2CA0C092}"/>
              </a:ext>
            </a:extLst>
          </p:cNvPr>
          <p:cNvSpPr>
            <a:spLocks noGrp="1"/>
          </p:cNvSpPr>
          <p:nvPr/>
        </p:nvSpPr>
        <p:spPr>
          <a:xfrm>
            <a:off x="2966114" y="4278955"/>
            <a:ext cx="28398" cy="28398"/>
          </a:xfrm>
          <a:prstGeom prst="ellipse">
            <a:avLst/>
          </a:prstGeom>
          <a:solidFill>
            <a:srgbClr val="7F8C97">
              <a:alpha val="48000"/>
            </a:srgbClr>
          </a:solidFill>
          <a:ln w="0">
            <a:noFill/>
            <a:prstDash val="solid"/>
          </a:ln>
        </p:spPr>
      </p:sp>
      <p:sp>
        <p:nvSpPr>
          <p:cNvPr id="1630" name="03_assume_matched_6927">
            <a:extLst>
              <a:ext uri="{FF2B5EF4-FFF2-40B4-BE49-F238E27FC236}">
                <a16:creationId xmlns:a16="http://schemas.microsoft.com/office/drawing/2014/main" id="{AB804A1B-7B49-4F0A-9E9A-2B2FCB5C1165}"/>
              </a:ext>
            </a:extLst>
          </p:cNvPr>
          <p:cNvSpPr>
            <a:spLocks noGrp="1"/>
          </p:cNvSpPr>
          <p:nvPr/>
        </p:nvSpPr>
        <p:spPr>
          <a:xfrm>
            <a:off x="2951867" y="4278955"/>
            <a:ext cx="28398" cy="28398"/>
          </a:xfrm>
          <a:prstGeom prst="ellipse">
            <a:avLst/>
          </a:prstGeom>
          <a:solidFill>
            <a:srgbClr val="7F8C97">
              <a:alpha val="48000"/>
            </a:srgbClr>
          </a:solidFill>
          <a:ln w="0">
            <a:noFill/>
            <a:prstDash val="solid"/>
          </a:ln>
        </p:spPr>
      </p:sp>
      <p:sp>
        <p:nvSpPr>
          <p:cNvPr id="1631" name="03_assume_matched_6928">
            <a:extLst>
              <a:ext uri="{FF2B5EF4-FFF2-40B4-BE49-F238E27FC236}">
                <a16:creationId xmlns:a16="http://schemas.microsoft.com/office/drawing/2014/main" id="{87443561-CB7E-42A5-A40D-E8F320B22810}"/>
              </a:ext>
            </a:extLst>
          </p:cNvPr>
          <p:cNvSpPr>
            <a:spLocks noGrp="1"/>
          </p:cNvSpPr>
          <p:nvPr/>
        </p:nvSpPr>
        <p:spPr>
          <a:xfrm>
            <a:off x="2968273" y="4278955"/>
            <a:ext cx="28398" cy="28398"/>
          </a:xfrm>
          <a:prstGeom prst="ellipse">
            <a:avLst/>
          </a:prstGeom>
          <a:solidFill>
            <a:srgbClr val="7F8C97">
              <a:alpha val="48000"/>
            </a:srgbClr>
          </a:solidFill>
          <a:ln w="0">
            <a:noFill/>
            <a:prstDash val="solid"/>
          </a:ln>
        </p:spPr>
      </p:sp>
      <p:sp>
        <p:nvSpPr>
          <p:cNvPr id="1632" name="03_assume_matched_6929">
            <a:extLst>
              <a:ext uri="{FF2B5EF4-FFF2-40B4-BE49-F238E27FC236}">
                <a16:creationId xmlns:a16="http://schemas.microsoft.com/office/drawing/2014/main" id="{152381DD-6497-4CC4-863D-3BACA6463FF6}"/>
              </a:ext>
            </a:extLst>
          </p:cNvPr>
          <p:cNvSpPr>
            <a:spLocks noGrp="1"/>
          </p:cNvSpPr>
          <p:nvPr/>
        </p:nvSpPr>
        <p:spPr>
          <a:xfrm>
            <a:off x="3053467" y="4132738"/>
            <a:ext cx="28398" cy="28398"/>
          </a:xfrm>
          <a:prstGeom prst="ellipse">
            <a:avLst/>
          </a:prstGeom>
          <a:solidFill>
            <a:srgbClr val="7F8C97">
              <a:alpha val="48000"/>
            </a:srgbClr>
          </a:solidFill>
          <a:ln w="0">
            <a:noFill/>
            <a:prstDash val="solid"/>
          </a:ln>
        </p:spPr>
      </p:sp>
      <p:sp>
        <p:nvSpPr>
          <p:cNvPr id="1633" name="03_assume_matched_6930">
            <a:extLst>
              <a:ext uri="{FF2B5EF4-FFF2-40B4-BE49-F238E27FC236}">
                <a16:creationId xmlns:a16="http://schemas.microsoft.com/office/drawing/2014/main" id="{49C1662A-76D1-4E71-BBCF-C544FDB10475}"/>
              </a:ext>
            </a:extLst>
          </p:cNvPr>
          <p:cNvSpPr>
            <a:spLocks noGrp="1"/>
          </p:cNvSpPr>
          <p:nvPr/>
        </p:nvSpPr>
        <p:spPr>
          <a:xfrm>
            <a:off x="3008423" y="3694086"/>
            <a:ext cx="28398" cy="28398"/>
          </a:xfrm>
          <a:prstGeom prst="ellipse">
            <a:avLst/>
          </a:prstGeom>
          <a:solidFill>
            <a:srgbClr val="7F8C97">
              <a:alpha val="48000"/>
            </a:srgbClr>
          </a:solidFill>
          <a:ln w="0">
            <a:noFill/>
            <a:prstDash val="solid"/>
          </a:ln>
        </p:spPr>
      </p:sp>
      <p:sp>
        <p:nvSpPr>
          <p:cNvPr id="1634" name="03_assume_matched_6931">
            <a:extLst>
              <a:ext uri="{FF2B5EF4-FFF2-40B4-BE49-F238E27FC236}">
                <a16:creationId xmlns:a16="http://schemas.microsoft.com/office/drawing/2014/main" id="{B19419BD-33EA-4594-B4C8-F4FB1E85E106}"/>
              </a:ext>
            </a:extLst>
          </p:cNvPr>
          <p:cNvSpPr>
            <a:spLocks noGrp="1"/>
          </p:cNvSpPr>
          <p:nvPr/>
        </p:nvSpPr>
        <p:spPr>
          <a:xfrm>
            <a:off x="3018209" y="4246462"/>
            <a:ext cx="28398" cy="28398"/>
          </a:xfrm>
          <a:prstGeom prst="ellipse">
            <a:avLst/>
          </a:prstGeom>
          <a:solidFill>
            <a:srgbClr val="7F8C97">
              <a:alpha val="48000"/>
            </a:srgbClr>
          </a:solidFill>
          <a:ln w="0">
            <a:noFill/>
            <a:prstDash val="solid"/>
          </a:ln>
        </p:spPr>
      </p:sp>
      <p:sp>
        <p:nvSpPr>
          <p:cNvPr id="1635" name="03_assume_matched_6932">
            <a:extLst>
              <a:ext uri="{FF2B5EF4-FFF2-40B4-BE49-F238E27FC236}">
                <a16:creationId xmlns:a16="http://schemas.microsoft.com/office/drawing/2014/main" id="{A0506B10-9429-4A40-926B-AB6D84B8C14F}"/>
              </a:ext>
            </a:extLst>
          </p:cNvPr>
          <p:cNvSpPr>
            <a:spLocks noGrp="1"/>
          </p:cNvSpPr>
          <p:nvPr/>
        </p:nvSpPr>
        <p:spPr>
          <a:xfrm>
            <a:off x="2955033" y="4181477"/>
            <a:ext cx="28398" cy="28398"/>
          </a:xfrm>
          <a:prstGeom prst="ellipse">
            <a:avLst/>
          </a:prstGeom>
          <a:solidFill>
            <a:srgbClr val="7F8C97">
              <a:alpha val="48000"/>
            </a:srgbClr>
          </a:solidFill>
          <a:ln w="0">
            <a:noFill/>
            <a:prstDash val="solid"/>
          </a:ln>
        </p:spPr>
      </p:sp>
      <p:sp>
        <p:nvSpPr>
          <p:cNvPr id="1636" name="03_assume_matched_6933">
            <a:extLst>
              <a:ext uri="{FF2B5EF4-FFF2-40B4-BE49-F238E27FC236}">
                <a16:creationId xmlns:a16="http://schemas.microsoft.com/office/drawing/2014/main" id="{509B54C3-56D0-44BE-BCF6-481D638C23C8}"/>
              </a:ext>
            </a:extLst>
          </p:cNvPr>
          <p:cNvSpPr>
            <a:spLocks noGrp="1"/>
          </p:cNvSpPr>
          <p:nvPr/>
        </p:nvSpPr>
        <p:spPr>
          <a:xfrm>
            <a:off x="3045408" y="4278955"/>
            <a:ext cx="28398" cy="28398"/>
          </a:xfrm>
          <a:prstGeom prst="ellipse">
            <a:avLst/>
          </a:prstGeom>
          <a:solidFill>
            <a:srgbClr val="7F8C97">
              <a:alpha val="48000"/>
            </a:srgbClr>
          </a:solidFill>
          <a:ln w="0">
            <a:noFill/>
            <a:prstDash val="solid"/>
          </a:ln>
        </p:spPr>
      </p:sp>
      <p:sp>
        <p:nvSpPr>
          <p:cNvPr id="1637" name="03_assume_matched_6934">
            <a:extLst>
              <a:ext uri="{FF2B5EF4-FFF2-40B4-BE49-F238E27FC236}">
                <a16:creationId xmlns:a16="http://schemas.microsoft.com/office/drawing/2014/main" id="{5DB9958B-8074-4014-A4B6-414AE0AB8A5A}"/>
              </a:ext>
            </a:extLst>
          </p:cNvPr>
          <p:cNvSpPr>
            <a:spLocks noGrp="1"/>
          </p:cNvSpPr>
          <p:nvPr/>
        </p:nvSpPr>
        <p:spPr>
          <a:xfrm>
            <a:off x="3018497" y="3853596"/>
            <a:ext cx="28398" cy="28398"/>
          </a:xfrm>
          <a:prstGeom prst="ellipse">
            <a:avLst/>
          </a:prstGeom>
          <a:solidFill>
            <a:srgbClr val="7F8C97">
              <a:alpha val="48000"/>
            </a:srgbClr>
          </a:solidFill>
          <a:ln w="0">
            <a:noFill/>
            <a:prstDash val="solid"/>
          </a:ln>
        </p:spPr>
      </p:sp>
      <p:sp>
        <p:nvSpPr>
          <p:cNvPr id="1638" name="03_assume_matched_6935">
            <a:extLst>
              <a:ext uri="{FF2B5EF4-FFF2-40B4-BE49-F238E27FC236}">
                <a16:creationId xmlns:a16="http://schemas.microsoft.com/office/drawing/2014/main" id="{ACFAF2CF-8C43-4DFF-B739-8CF5C0DD31DF}"/>
              </a:ext>
            </a:extLst>
          </p:cNvPr>
          <p:cNvSpPr>
            <a:spLocks noGrp="1"/>
          </p:cNvSpPr>
          <p:nvPr/>
        </p:nvSpPr>
        <p:spPr>
          <a:xfrm>
            <a:off x="2936325" y="4278955"/>
            <a:ext cx="28398" cy="28398"/>
          </a:xfrm>
          <a:prstGeom prst="ellipse">
            <a:avLst/>
          </a:prstGeom>
          <a:solidFill>
            <a:srgbClr val="7F8C97">
              <a:alpha val="48000"/>
            </a:srgbClr>
          </a:solidFill>
          <a:ln w="0">
            <a:noFill/>
            <a:prstDash val="solid"/>
          </a:ln>
        </p:spPr>
      </p:sp>
      <p:sp>
        <p:nvSpPr>
          <p:cNvPr id="1639" name="03_assume_matched_6936">
            <a:extLst>
              <a:ext uri="{FF2B5EF4-FFF2-40B4-BE49-F238E27FC236}">
                <a16:creationId xmlns:a16="http://schemas.microsoft.com/office/drawing/2014/main" id="{543F8DF0-7F4C-4B37-8E85-198F68ED2638}"/>
              </a:ext>
            </a:extLst>
          </p:cNvPr>
          <p:cNvSpPr>
            <a:spLocks noGrp="1"/>
          </p:cNvSpPr>
          <p:nvPr/>
        </p:nvSpPr>
        <p:spPr>
          <a:xfrm>
            <a:off x="2943664" y="3694086"/>
            <a:ext cx="28398" cy="28398"/>
          </a:xfrm>
          <a:prstGeom prst="ellipse">
            <a:avLst/>
          </a:prstGeom>
          <a:solidFill>
            <a:srgbClr val="7F8C97">
              <a:alpha val="48000"/>
            </a:srgbClr>
          </a:solidFill>
          <a:ln w="0">
            <a:noFill/>
            <a:prstDash val="solid"/>
          </a:ln>
        </p:spPr>
      </p:sp>
      <p:sp>
        <p:nvSpPr>
          <p:cNvPr id="1640" name="03_assume_matched_6937">
            <a:extLst>
              <a:ext uri="{FF2B5EF4-FFF2-40B4-BE49-F238E27FC236}">
                <a16:creationId xmlns:a16="http://schemas.microsoft.com/office/drawing/2014/main" id="{7B52CBC0-B81F-482C-B107-59BD8D262688}"/>
              </a:ext>
            </a:extLst>
          </p:cNvPr>
          <p:cNvSpPr>
            <a:spLocks noGrp="1"/>
          </p:cNvSpPr>
          <p:nvPr/>
        </p:nvSpPr>
        <p:spPr>
          <a:xfrm>
            <a:off x="2954889" y="4083999"/>
            <a:ext cx="28398" cy="28398"/>
          </a:xfrm>
          <a:prstGeom prst="ellipse">
            <a:avLst/>
          </a:prstGeom>
          <a:solidFill>
            <a:srgbClr val="7F8C97">
              <a:alpha val="48000"/>
            </a:srgbClr>
          </a:solidFill>
          <a:ln w="0">
            <a:noFill/>
            <a:prstDash val="solid"/>
          </a:ln>
        </p:spPr>
      </p:sp>
      <p:sp>
        <p:nvSpPr>
          <p:cNvPr id="1641" name="03_assume_matched_6938">
            <a:extLst>
              <a:ext uri="{FF2B5EF4-FFF2-40B4-BE49-F238E27FC236}">
                <a16:creationId xmlns:a16="http://schemas.microsoft.com/office/drawing/2014/main" id="{24FF8E6E-510D-421E-A801-1CFED184A8C1}"/>
              </a:ext>
            </a:extLst>
          </p:cNvPr>
          <p:cNvSpPr>
            <a:spLocks noGrp="1"/>
          </p:cNvSpPr>
          <p:nvPr/>
        </p:nvSpPr>
        <p:spPr>
          <a:xfrm>
            <a:off x="3044257" y="4278955"/>
            <a:ext cx="28398" cy="28398"/>
          </a:xfrm>
          <a:prstGeom prst="ellipse">
            <a:avLst/>
          </a:prstGeom>
          <a:solidFill>
            <a:srgbClr val="7F8C97">
              <a:alpha val="48000"/>
            </a:srgbClr>
          </a:solidFill>
          <a:ln w="0">
            <a:noFill/>
            <a:prstDash val="solid"/>
          </a:ln>
        </p:spPr>
      </p:sp>
      <p:sp>
        <p:nvSpPr>
          <p:cNvPr id="1642" name="03_assume_matched_6939">
            <a:extLst>
              <a:ext uri="{FF2B5EF4-FFF2-40B4-BE49-F238E27FC236}">
                <a16:creationId xmlns:a16="http://schemas.microsoft.com/office/drawing/2014/main" id="{E66A6D59-0F3F-4B41-A8E0-83DD3A7911A0}"/>
              </a:ext>
            </a:extLst>
          </p:cNvPr>
          <p:cNvSpPr>
            <a:spLocks noGrp="1"/>
          </p:cNvSpPr>
          <p:nvPr/>
        </p:nvSpPr>
        <p:spPr>
          <a:xfrm>
            <a:off x="2957192" y="3694086"/>
            <a:ext cx="28398" cy="28398"/>
          </a:xfrm>
          <a:prstGeom prst="ellipse">
            <a:avLst/>
          </a:prstGeom>
          <a:solidFill>
            <a:srgbClr val="7F8C97">
              <a:alpha val="48000"/>
            </a:srgbClr>
          </a:solidFill>
          <a:ln w="0">
            <a:noFill/>
            <a:prstDash val="solid"/>
          </a:ln>
        </p:spPr>
      </p:sp>
      <p:sp>
        <p:nvSpPr>
          <p:cNvPr id="1643" name="03_assume_matched_6940">
            <a:extLst>
              <a:ext uri="{FF2B5EF4-FFF2-40B4-BE49-F238E27FC236}">
                <a16:creationId xmlns:a16="http://schemas.microsoft.com/office/drawing/2014/main" id="{BE8290BF-4579-4E93-9507-FCB9DFC93B56}"/>
              </a:ext>
            </a:extLst>
          </p:cNvPr>
          <p:cNvSpPr>
            <a:spLocks noGrp="1"/>
          </p:cNvSpPr>
          <p:nvPr/>
        </p:nvSpPr>
        <p:spPr>
          <a:xfrm>
            <a:off x="3036198" y="4148984"/>
            <a:ext cx="28398" cy="28398"/>
          </a:xfrm>
          <a:prstGeom prst="ellipse">
            <a:avLst/>
          </a:prstGeom>
          <a:solidFill>
            <a:srgbClr val="7F8C97">
              <a:alpha val="48000"/>
            </a:srgbClr>
          </a:solidFill>
          <a:ln w="0">
            <a:noFill/>
            <a:prstDash val="solid"/>
          </a:ln>
        </p:spPr>
      </p:sp>
      <p:sp>
        <p:nvSpPr>
          <p:cNvPr id="1644" name="03_assume_matched_6941">
            <a:extLst>
              <a:ext uri="{FF2B5EF4-FFF2-40B4-BE49-F238E27FC236}">
                <a16:creationId xmlns:a16="http://schemas.microsoft.com/office/drawing/2014/main" id="{2DE9A081-A71E-46CD-96FA-A21D3BA94A99}"/>
              </a:ext>
            </a:extLst>
          </p:cNvPr>
          <p:cNvSpPr>
            <a:spLocks noGrp="1"/>
          </p:cNvSpPr>
          <p:nvPr/>
        </p:nvSpPr>
        <p:spPr>
          <a:xfrm>
            <a:off x="3037349" y="3694086"/>
            <a:ext cx="28398" cy="28398"/>
          </a:xfrm>
          <a:prstGeom prst="ellipse">
            <a:avLst/>
          </a:prstGeom>
          <a:solidFill>
            <a:srgbClr val="7F8C97">
              <a:alpha val="48000"/>
            </a:srgbClr>
          </a:solidFill>
          <a:ln w="0">
            <a:noFill/>
            <a:prstDash val="solid"/>
          </a:ln>
        </p:spPr>
      </p:sp>
      <p:sp>
        <p:nvSpPr>
          <p:cNvPr id="1645" name="03_assume_matched_6942">
            <a:extLst>
              <a:ext uri="{FF2B5EF4-FFF2-40B4-BE49-F238E27FC236}">
                <a16:creationId xmlns:a16="http://schemas.microsoft.com/office/drawing/2014/main" id="{93C01E91-0B35-46F2-8383-F0A84D6DFF35}"/>
              </a:ext>
            </a:extLst>
          </p:cNvPr>
          <p:cNvSpPr>
            <a:spLocks noGrp="1"/>
          </p:cNvSpPr>
          <p:nvPr/>
        </p:nvSpPr>
        <p:spPr>
          <a:xfrm>
            <a:off x="3041091" y="4278955"/>
            <a:ext cx="28398" cy="28398"/>
          </a:xfrm>
          <a:prstGeom prst="ellipse">
            <a:avLst/>
          </a:prstGeom>
          <a:solidFill>
            <a:srgbClr val="7F8C97">
              <a:alpha val="48000"/>
            </a:srgbClr>
          </a:solidFill>
          <a:ln w="0">
            <a:noFill/>
            <a:prstDash val="solid"/>
          </a:ln>
        </p:spPr>
      </p:sp>
      <p:sp>
        <p:nvSpPr>
          <p:cNvPr id="1646" name="03_assume_matched_6943">
            <a:extLst>
              <a:ext uri="{FF2B5EF4-FFF2-40B4-BE49-F238E27FC236}">
                <a16:creationId xmlns:a16="http://schemas.microsoft.com/office/drawing/2014/main" id="{AAC56D8F-0B26-4018-B273-7E8F3E6F3276}"/>
              </a:ext>
            </a:extLst>
          </p:cNvPr>
          <p:cNvSpPr>
            <a:spLocks noGrp="1"/>
          </p:cNvSpPr>
          <p:nvPr/>
        </p:nvSpPr>
        <p:spPr>
          <a:xfrm>
            <a:off x="2958343" y="4083999"/>
            <a:ext cx="28398" cy="28398"/>
          </a:xfrm>
          <a:prstGeom prst="ellipse">
            <a:avLst/>
          </a:prstGeom>
          <a:solidFill>
            <a:srgbClr val="7F8C97">
              <a:alpha val="48000"/>
            </a:srgbClr>
          </a:solidFill>
          <a:ln w="0">
            <a:noFill/>
            <a:prstDash val="solid"/>
          </a:ln>
        </p:spPr>
      </p:sp>
      <p:sp>
        <p:nvSpPr>
          <p:cNvPr id="1647" name="03_assume_matched_6944">
            <a:extLst>
              <a:ext uri="{FF2B5EF4-FFF2-40B4-BE49-F238E27FC236}">
                <a16:creationId xmlns:a16="http://schemas.microsoft.com/office/drawing/2014/main" id="{DCE73EFB-B56A-458B-B2F9-4307CD475976}"/>
              </a:ext>
            </a:extLst>
          </p:cNvPr>
          <p:cNvSpPr>
            <a:spLocks noGrp="1"/>
          </p:cNvSpPr>
          <p:nvPr/>
        </p:nvSpPr>
        <p:spPr>
          <a:xfrm>
            <a:off x="2936613" y="4132738"/>
            <a:ext cx="28398" cy="28398"/>
          </a:xfrm>
          <a:prstGeom prst="ellipse">
            <a:avLst/>
          </a:prstGeom>
          <a:solidFill>
            <a:srgbClr val="7F8C97">
              <a:alpha val="48000"/>
            </a:srgbClr>
          </a:solidFill>
          <a:ln w="0">
            <a:noFill/>
            <a:prstDash val="solid"/>
          </a:ln>
        </p:spPr>
      </p:sp>
      <p:sp>
        <p:nvSpPr>
          <p:cNvPr id="1648" name="03_assume_matched_6945">
            <a:extLst>
              <a:ext uri="{FF2B5EF4-FFF2-40B4-BE49-F238E27FC236}">
                <a16:creationId xmlns:a16="http://schemas.microsoft.com/office/drawing/2014/main" id="{4690FC9D-8E70-44BE-B623-6CA9618BA8B2}"/>
              </a:ext>
            </a:extLst>
          </p:cNvPr>
          <p:cNvSpPr>
            <a:spLocks noGrp="1"/>
          </p:cNvSpPr>
          <p:nvPr/>
        </p:nvSpPr>
        <p:spPr>
          <a:xfrm>
            <a:off x="3020368" y="4278955"/>
            <a:ext cx="28398" cy="28398"/>
          </a:xfrm>
          <a:prstGeom prst="ellipse">
            <a:avLst/>
          </a:prstGeom>
          <a:solidFill>
            <a:srgbClr val="7F8C97">
              <a:alpha val="48000"/>
            </a:srgbClr>
          </a:solidFill>
          <a:ln w="0">
            <a:noFill/>
            <a:prstDash val="solid"/>
          </a:ln>
        </p:spPr>
      </p:sp>
      <p:sp>
        <p:nvSpPr>
          <p:cNvPr id="1649" name="03_assume_matched_6946">
            <a:extLst>
              <a:ext uri="{FF2B5EF4-FFF2-40B4-BE49-F238E27FC236}">
                <a16:creationId xmlns:a16="http://schemas.microsoft.com/office/drawing/2014/main" id="{0CFA61F4-49AE-4BD0-B504-303000EA4E09}"/>
              </a:ext>
            </a:extLst>
          </p:cNvPr>
          <p:cNvSpPr>
            <a:spLocks noGrp="1"/>
          </p:cNvSpPr>
          <p:nvPr/>
        </p:nvSpPr>
        <p:spPr>
          <a:xfrm>
            <a:off x="2929849" y="3694086"/>
            <a:ext cx="28398" cy="28398"/>
          </a:xfrm>
          <a:prstGeom prst="ellipse">
            <a:avLst/>
          </a:prstGeom>
          <a:solidFill>
            <a:srgbClr val="7F8C97">
              <a:alpha val="48000"/>
            </a:srgbClr>
          </a:solidFill>
          <a:ln w="0">
            <a:noFill/>
            <a:prstDash val="solid"/>
          </a:ln>
        </p:spPr>
      </p:sp>
      <p:sp>
        <p:nvSpPr>
          <p:cNvPr id="1650" name="03_assume_matched_6947">
            <a:extLst>
              <a:ext uri="{FF2B5EF4-FFF2-40B4-BE49-F238E27FC236}">
                <a16:creationId xmlns:a16="http://schemas.microsoft.com/office/drawing/2014/main" id="{C8A5DFEA-2937-4440-B433-2C3CCC238BBB}"/>
              </a:ext>
            </a:extLst>
          </p:cNvPr>
          <p:cNvSpPr>
            <a:spLocks noGrp="1"/>
          </p:cNvSpPr>
          <p:nvPr/>
        </p:nvSpPr>
        <p:spPr>
          <a:xfrm>
            <a:off x="3023965" y="3694086"/>
            <a:ext cx="28398" cy="28398"/>
          </a:xfrm>
          <a:prstGeom prst="ellipse">
            <a:avLst/>
          </a:prstGeom>
          <a:solidFill>
            <a:srgbClr val="7F8C97">
              <a:alpha val="48000"/>
            </a:srgbClr>
          </a:solidFill>
          <a:ln w="0">
            <a:noFill/>
            <a:prstDash val="solid"/>
          </a:ln>
        </p:spPr>
      </p:sp>
      <p:sp>
        <p:nvSpPr>
          <p:cNvPr id="1651" name="03_assume_matched_6948">
            <a:extLst>
              <a:ext uri="{FF2B5EF4-FFF2-40B4-BE49-F238E27FC236}">
                <a16:creationId xmlns:a16="http://schemas.microsoft.com/office/drawing/2014/main" id="{C5D3D13D-3762-49DB-92A0-20BA244FAD3A}"/>
              </a:ext>
            </a:extLst>
          </p:cNvPr>
          <p:cNvSpPr>
            <a:spLocks noGrp="1"/>
          </p:cNvSpPr>
          <p:nvPr/>
        </p:nvSpPr>
        <p:spPr>
          <a:xfrm>
            <a:off x="2931144" y="4278955"/>
            <a:ext cx="28398" cy="28398"/>
          </a:xfrm>
          <a:prstGeom prst="ellipse">
            <a:avLst/>
          </a:prstGeom>
          <a:solidFill>
            <a:srgbClr val="7F8C97">
              <a:alpha val="48000"/>
            </a:srgbClr>
          </a:solidFill>
          <a:ln w="0">
            <a:noFill/>
            <a:prstDash val="solid"/>
          </a:ln>
        </p:spPr>
      </p:sp>
      <p:sp>
        <p:nvSpPr>
          <p:cNvPr id="1652" name="03_assume_matched_6949">
            <a:extLst>
              <a:ext uri="{FF2B5EF4-FFF2-40B4-BE49-F238E27FC236}">
                <a16:creationId xmlns:a16="http://schemas.microsoft.com/office/drawing/2014/main" id="{8C798210-19EA-4369-965D-1DB7F52CDB8F}"/>
              </a:ext>
            </a:extLst>
          </p:cNvPr>
          <p:cNvSpPr>
            <a:spLocks noGrp="1"/>
          </p:cNvSpPr>
          <p:nvPr/>
        </p:nvSpPr>
        <p:spPr>
          <a:xfrm>
            <a:off x="3051596" y="3694086"/>
            <a:ext cx="28398" cy="28398"/>
          </a:xfrm>
          <a:prstGeom prst="ellipse">
            <a:avLst/>
          </a:prstGeom>
          <a:solidFill>
            <a:srgbClr val="7F8C97">
              <a:alpha val="48000"/>
            </a:srgbClr>
          </a:solidFill>
          <a:ln w="0">
            <a:noFill/>
            <a:prstDash val="solid"/>
          </a:ln>
        </p:spPr>
      </p:sp>
      <p:sp>
        <p:nvSpPr>
          <p:cNvPr id="1653" name="03_assume_matched_6950">
            <a:extLst>
              <a:ext uri="{FF2B5EF4-FFF2-40B4-BE49-F238E27FC236}">
                <a16:creationId xmlns:a16="http://schemas.microsoft.com/office/drawing/2014/main" id="{4B7505C9-9FE1-49CE-A763-BDD4F7E5266F}"/>
              </a:ext>
            </a:extLst>
          </p:cNvPr>
          <p:cNvSpPr>
            <a:spLocks noGrp="1"/>
          </p:cNvSpPr>
          <p:nvPr/>
        </p:nvSpPr>
        <p:spPr>
          <a:xfrm>
            <a:off x="3029578" y="3694086"/>
            <a:ext cx="28398" cy="28398"/>
          </a:xfrm>
          <a:prstGeom prst="ellipse">
            <a:avLst/>
          </a:prstGeom>
          <a:solidFill>
            <a:srgbClr val="7F8C97">
              <a:alpha val="48000"/>
            </a:srgbClr>
          </a:solidFill>
          <a:ln w="0">
            <a:noFill/>
            <a:prstDash val="solid"/>
          </a:ln>
        </p:spPr>
      </p:sp>
      <p:sp>
        <p:nvSpPr>
          <p:cNvPr id="1654" name="03_assume_matched_6951">
            <a:extLst>
              <a:ext uri="{FF2B5EF4-FFF2-40B4-BE49-F238E27FC236}">
                <a16:creationId xmlns:a16="http://schemas.microsoft.com/office/drawing/2014/main" id="{422D6606-15EF-4BE4-BF6B-A44D4BBEE0F7}"/>
              </a:ext>
            </a:extLst>
          </p:cNvPr>
          <p:cNvSpPr>
            <a:spLocks noGrp="1"/>
          </p:cNvSpPr>
          <p:nvPr/>
        </p:nvSpPr>
        <p:spPr>
          <a:xfrm>
            <a:off x="2977483" y="3694086"/>
            <a:ext cx="28398" cy="28398"/>
          </a:xfrm>
          <a:prstGeom prst="ellipse">
            <a:avLst/>
          </a:prstGeom>
          <a:solidFill>
            <a:srgbClr val="7F8C97">
              <a:alpha val="48000"/>
            </a:srgbClr>
          </a:solidFill>
          <a:ln w="0">
            <a:noFill/>
            <a:prstDash val="solid"/>
          </a:ln>
        </p:spPr>
      </p:sp>
      <p:sp>
        <p:nvSpPr>
          <p:cNvPr id="1655" name="03_assume_matched_6952">
            <a:extLst>
              <a:ext uri="{FF2B5EF4-FFF2-40B4-BE49-F238E27FC236}">
                <a16:creationId xmlns:a16="http://schemas.microsoft.com/office/drawing/2014/main" id="{21C947BC-EF32-4093-904B-485F36860A4D}"/>
              </a:ext>
            </a:extLst>
          </p:cNvPr>
          <p:cNvSpPr>
            <a:spLocks noGrp="1"/>
          </p:cNvSpPr>
          <p:nvPr/>
        </p:nvSpPr>
        <p:spPr>
          <a:xfrm>
            <a:off x="2953162" y="4278955"/>
            <a:ext cx="28398" cy="28398"/>
          </a:xfrm>
          <a:prstGeom prst="ellipse">
            <a:avLst/>
          </a:prstGeom>
          <a:solidFill>
            <a:srgbClr val="7F8C97">
              <a:alpha val="48000"/>
            </a:srgbClr>
          </a:solidFill>
          <a:ln w="0">
            <a:noFill/>
            <a:prstDash val="solid"/>
          </a:ln>
        </p:spPr>
      </p:sp>
      <p:sp>
        <p:nvSpPr>
          <p:cNvPr id="1656" name="03_assume_matched_6953">
            <a:extLst>
              <a:ext uri="{FF2B5EF4-FFF2-40B4-BE49-F238E27FC236}">
                <a16:creationId xmlns:a16="http://schemas.microsoft.com/office/drawing/2014/main" id="{98D839FA-6191-4FDF-BEF6-B41EDAC88952}"/>
              </a:ext>
            </a:extLst>
          </p:cNvPr>
          <p:cNvSpPr>
            <a:spLocks noGrp="1"/>
          </p:cNvSpPr>
          <p:nvPr/>
        </p:nvSpPr>
        <p:spPr>
          <a:xfrm>
            <a:off x="3055625" y="4278955"/>
            <a:ext cx="28398" cy="28398"/>
          </a:xfrm>
          <a:prstGeom prst="ellipse">
            <a:avLst/>
          </a:prstGeom>
          <a:solidFill>
            <a:srgbClr val="7F8C97">
              <a:alpha val="48000"/>
            </a:srgbClr>
          </a:solidFill>
          <a:ln w="0">
            <a:noFill/>
            <a:prstDash val="solid"/>
          </a:ln>
        </p:spPr>
      </p:sp>
      <p:sp>
        <p:nvSpPr>
          <p:cNvPr id="1657" name="03_assume_matched_6954">
            <a:extLst>
              <a:ext uri="{FF2B5EF4-FFF2-40B4-BE49-F238E27FC236}">
                <a16:creationId xmlns:a16="http://schemas.microsoft.com/office/drawing/2014/main" id="{0394391D-65BE-488A-933E-2987D014F066}"/>
              </a:ext>
            </a:extLst>
          </p:cNvPr>
          <p:cNvSpPr>
            <a:spLocks noGrp="1"/>
          </p:cNvSpPr>
          <p:nvPr/>
        </p:nvSpPr>
        <p:spPr>
          <a:xfrm>
            <a:off x="3003386" y="4278955"/>
            <a:ext cx="28398" cy="28398"/>
          </a:xfrm>
          <a:prstGeom prst="ellipse">
            <a:avLst/>
          </a:prstGeom>
          <a:solidFill>
            <a:srgbClr val="7F8C97">
              <a:alpha val="48000"/>
            </a:srgbClr>
          </a:solidFill>
          <a:ln w="0">
            <a:noFill/>
            <a:prstDash val="solid"/>
          </a:ln>
        </p:spPr>
      </p:sp>
      <p:sp>
        <p:nvSpPr>
          <p:cNvPr id="1658" name="03_assume_matched_6955">
            <a:extLst>
              <a:ext uri="{FF2B5EF4-FFF2-40B4-BE49-F238E27FC236}">
                <a16:creationId xmlns:a16="http://schemas.microsoft.com/office/drawing/2014/main" id="{7C9939F2-F3C9-448C-8722-F9CD53F51259}"/>
              </a:ext>
            </a:extLst>
          </p:cNvPr>
          <p:cNvSpPr>
            <a:spLocks noGrp="1"/>
          </p:cNvSpPr>
          <p:nvPr/>
        </p:nvSpPr>
        <p:spPr>
          <a:xfrm>
            <a:off x="3036198" y="4278955"/>
            <a:ext cx="28398" cy="28398"/>
          </a:xfrm>
          <a:prstGeom prst="ellipse">
            <a:avLst/>
          </a:prstGeom>
          <a:solidFill>
            <a:srgbClr val="7F8C97">
              <a:alpha val="48000"/>
            </a:srgbClr>
          </a:solidFill>
          <a:ln w="0">
            <a:noFill/>
            <a:prstDash val="solid"/>
          </a:ln>
        </p:spPr>
      </p:sp>
      <p:sp>
        <p:nvSpPr>
          <p:cNvPr id="1659" name="03_assume_matched_6956">
            <a:extLst>
              <a:ext uri="{FF2B5EF4-FFF2-40B4-BE49-F238E27FC236}">
                <a16:creationId xmlns:a16="http://schemas.microsoft.com/office/drawing/2014/main" id="{2CDCC959-62A3-4E47-9F39-428A2C806914}"/>
              </a:ext>
            </a:extLst>
          </p:cNvPr>
          <p:cNvSpPr>
            <a:spLocks noGrp="1"/>
          </p:cNvSpPr>
          <p:nvPr/>
        </p:nvSpPr>
        <p:spPr>
          <a:xfrm>
            <a:off x="2935317" y="4161981"/>
            <a:ext cx="28398" cy="28398"/>
          </a:xfrm>
          <a:prstGeom prst="ellipse">
            <a:avLst/>
          </a:prstGeom>
          <a:solidFill>
            <a:srgbClr val="7F8C97">
              <a:alpha val="48000"/>
            </a:srgbClr>
          </a:solidFill>
          <a:ln w="0">
            <a:noFill/>
            <a:prstDash val="solid"/>
          </a:ln>
        </p:spPr>
      </p:sp>
      <p:sp>
        <p:nvSpPr>
          <p:cNvPr id="1660" name="03_assume_matched_6957">
            <a:extLst>
              <a:ext uri="{FF2B5EF4-FFF2-40B4-BE49-F238E27FC236}">
                <a16:creationId xmlns:a16="http://schemas.microsoft.com/office/drawing/2014/main" id="{3E7E880F-6FD1-4D84-A768-DD34E6D9A54F}"/>
              </a:ext>
            </a:extLst>
          </p:cNvPr>
          <p:cNvSpPr>
            <a:spLocks noGrp="1"/>
          </p:cNvSpPr>
          <p:nvPr/>
        </p:nvSpPr>
        <p:spPr>
          <a:xfrm>
            <a:off x="3027275" y="3986521"/>
            <a:ext cx="28398" cy="28398"/>
          </a:xfrm>
          <a:prstGeom prst="ellipse">
            <a:avLst/>
          </a:prstGeom>
          <a:solidFill>
            <a:srgbClr val="7F8C97">
              <a:alpha val="48000"/>
            </a:srgbClr>
          </a:solidFill>
          <a:ln w="0">
            <a:noFill/>
            <a:prstDash val="solid"/>
          </a:ln>
        </p:spPr>
      </p:sp>
      <p:sp>
        <p:nvSpPr>
          <p:cNvPr id="1661" name="03_assume_matched_6958">
            <a:extLst>
              <a:ext uri="{FF2B5EF4-FFF2-40B4-BE49-F238E27FC236}">
                <a16:creationId xmlns:a16="http://schemas.microsoft.com/office/drawing/2014/main" id="{06D3189C-4B37-4153-AB68-3F7A1C2718E8}"/>
              </a:ext>
            </a:extLst>
          </p:cNvPr>
          <p:cNvSpPr>
            <a:spLocks noGrp="1"/>
          </p:cNvSpPr>
          <p:nvPr/>
        </p:nvSpPr>
        <p:spPr>
          <a:xfrm>
            <a:off x="3006409" y="4181477"/>
            <a:ext cx="28398" cy="28398"/>
          </a:xfrm>
          <a:prstGeom prst="ellipse">
            <a:avLst/>
          </a:prstGeom>
          <a:solidFill>
            <a:srgbClr val="7F8C97">
              <a:alpha val="48000"/>
            </a:srgbClr>
          </a:solidFill>
          <a:ln w="0">
            <a:noFill/>
            <a:prstDash val="solid"/>
          </a:ln>
        </p:spPr>
      </p:sp>
      <p:sp>
        <p:nvSpPr>
          <p:cNvPr id="1662" name="03_assume_matched_6959">
            <a:extLst>
              <a:ext uri="{FF2B5EF4-FFF2-40B4-BE49-F238E27FC236}">
                <a16:creationId xmlns:a16="http://schemas.microsoft.com/office/drawing/2014/main" id="{13945DF2-DD3A-4ED8-99A5-A2CFD18DD739}"/>
              </a:ext>
            </a:extLst>
          </p:cNvPr>
          <p:cNvSpPr>
            <a:spLocks noGrp="1"/>
          </p:cNvSpPr>
          <p:nvPr/>
        </p:nvSpPr>
        <p:spPr>
          <a:xfrm>
            <a:off x="2915026" y="3694086"/>
            <a:ext cx="28398" cy="28398"/>
          </a:xfrm>
          <a:prstGeom prst="ellipse">
            <a:avLst/>
          </a:prstGeom>
          <a:solidFill>
            <a:srgbClr val="7F8C97">
              <a:alpha val="48000"/>
            </a:srgbClr>
          </a:solidFill>
          <a:ln w="0">
            <a:noFill/>
            <a:prstDash val="solid"/>
          </a:ln>
        </p:spPr>
      </p:sp>
      <p:sp>
        <p:nvSpPr>
          <p:cNvPr id="1663" name="03_assume_matched_6960">
            <a:extLst>
              <a:ext uri="{FF2B5EF4-FFF2-40B4-BE49-F238E27FC236}">
                <a16:creationId xmlns:a16="http://schemas.microsoft.com/office/drawing/2014/main" id="{828D6BC3-9A2C-4508-9F18-4EE412543E22}"/>
              </a:ext>
            </a:extLst>
          </p:cNvPr>
          <p:cNvSpPr>
            <a:spLocks noGrp="1"/>
          </p:cNvSpPr>
          <p:nvPr/>
        </p:nvSpPr>
        <p:spPr>
          <a:xfrm>
            <a:off x="2974317" y="4278955"/>
            <a:ext cx="28398" cy="28398"/>
          </a:xfrm>
          <a:prstGeom prst="ellipse">
            <a:avLst/>
          </a:prstGeom>
          <a:solidFill>
            <a:srgbClr val="7F8C97">
              <a:alpha val="48000"/>
            </a:srgbClr>
          </a:solidFill>
          <a:ln w="0">
            <a:noFill/>
            <a:prstDash val="solid"/>
          </a:ln>
        </p:spPr>
      </p:sp>
      <p:sp>
        <p:nvSpPr>
          <p:cNvPr id="1664" name="03_assume_matched_6961">
            <a:extLst>
              <a:ext uri="{FF2B5EF4-FFF2-40B4-BE49-F238E27FC236}">
                <a16:creationId xmlns:a16="http://schemas.microsoft.com/office/drawing/2014/main" id="{4CE937B9-2A55-4EBB-BBA3-87613B59D2F3}"/>
              </a:ext>
            </a:extLst>
          </p:cNvPr>
          <p:cNvSpPr>
            <a:spLocks noGrp="1"/>
          </p:cNvSpPr>
          <p:nvPr/>
        </p:nvSpPr>
        <p:spPr>
          <a:xfrm>
            <a:off x="2956472" y="4278955"/>
            <a:ext cx="28398" cy="28398"/>
          </a:xfrm>
          <a:prstGeom prst="ellipse">
            <a:avLst/>
          </a:prstGeom>
          <a:solidFill>
            <a:srgbClr val="7F8C97">
              <a:alpha val="48000"/>
            </a:srgbClr>
          </a:solidFill>
          <a:ln w="0">
            <a:noFill/>
            <a:prstDash val="solid"/>
          </a:ln>
        </p:spPr>
      </p:sp>
      <p:sp>
        <p:nvSpPr>
          <p:cNvPr id="1665" name="03_assume_matched_6962">
            <a:extLst>
              <a:ext uri="{FF2B5EF4-FFF2-40B4-BE49-F238E27FC236}">
                <a16:creationId xmlns:a16="http://schemas.microsoft.com/office/drawing/2014/main" id="{F85B1A43-8543-4081-AA01-F348AB69B165}"/>
              </a:ext>
            </a:extLst>
          </p:cNvPr>
          <p:cNvSpPr>
            <a:spLocks noGrp="1"/>
          </p:cNvSpPr>
          <p:nvPr/>
        </p:nvSpPr>
        <p:spPr>
          <a:xfrm>
            <a:off x="2988708" y="3694086"/>
            <a:ext cx="28398" cy="28398"/>
          </a:xfrm>
          <a:prstGeom prst="ellipse">
            <a:avLst/>
          </a:prstGeom>
          <a:solidFill>
            <a:srgbClr val="7F8C97">
              <a:alpha val="48000"/>
            </a:srgbClr>
          </a:solidFill>
          <a:ln w="0">
            <a:noFill/>
            <a:prstDash val="solid"/>
          </a:ln>
        </p:spPr>
      </p:sp>
      <p:sp>
        <p:nvSpPr>
          <p:cNvPr id="1666" name="03_assume_matched_6963">
            <a:extLst>
              <a:ext uri="{FF2B5EF4-FFF2-40B4-BE49-F238E27FC236}">
                <a16:creationId xmlns:a16="http://schemas.microsoft.com/office/drawing/2014/main" id="{D0EEF1CF-D4BD-45DC-AE2C-EA880D4D8D7E}"/>
              </a:ext>
            </a:extLst>
          </p:cNvPr>
          <p:cNvSpPr>
            <a:spLocks noGrp="1"/>
          </p:cNvSpPr>
          <p:nvPr/>
        </p:nvSpPr>
        <p:spPr>
          <a:xfrm>
            <a:off x="2970575" y="4230216"/>
            <a:ext cx="28398" cy="28398"/>
          </a:xfrm>
          <a:prstGeom prst="ellipse">
            <a:avLst/>
          </a:prstGeom>
          <a:solidFill>
            <a:srgbClr val="7F8C97">
              <a:alpha val="48000"/>
            </a:srgbClr>
          </a:solidFill>
          <a:ln w="0">
            <a:noFill/>
            <a:prstDash val="solid"/>
          </a:ln>
        </p:spPr>
      </p:sp>
      <p:sp>
        <p:nvSpPr>
          <p:cNvPr id="1667" name="03_assume_matched_6964">
            <a:extLst>
              <a:ext uri="{FF2B5EF4-FFF2-40B4-BE49-F238E27FC236}">
                <a16:creationId xmlns:a16="http://schemas.microsoft.com/office/drawing/2014/main" id="{E6399088-D6B4-4175-AF6E-C8C39E614F31}"/>
              </a:ext>
            </a:extLst>
          </p:cNvPr>
          <p:cNvSpPr>
            <a:spLocks noGrp="1"/>
          </p:cNvSpPr>
          <p:nvPr/>
        </p:nvSpPr>
        <p:spPr>
          <a:xfrm>
            <a:off x="3032744" y="4132738"/>
            <a:ext cx="28398" cy="28398"/>
          </a:xfrm>
          <a:prstGeom prst="ellipse">
            <a:avLst/>
          </a:prstGeom>
          <a:solidFill>
            <a:srgbClr val="7F8C97">
              <a:alpha val="48000"/>
            </a:srgbClr>
          </a:solidFill>
          <a:ln w="0">
            <a:noFill/>
            <a:prstDash val="solid"/>
          </a:ln>
        </p:spPr>
      </p:sp>
      <p:sp>
        <p:nvSpPr>
          <p:cNvPr id="1668" name="03_assume_matched_6965">
            <a:extLst>
              <a:ext uri="{FF2B5EF4-FFF2-40B4-BE49-F238E27FC236}">
                <a16:creationId xmlns:a16="http://schemas.microsoft.com/office/drawing/2014/main" id="{8F97680B-F08D-4B85-90A1-9B54DC5EB02E}"/>
              </a:ext>
            </a:extLst>
          </p:cNvPr>
          <p:cNvSpPr>
            <a:spLocks noGrp="1"/>
          </p:cNvSpPr>
          <p:nvPr/>
        </p:nvSpPr>
        <p:spPr>
          <a:xfrm>
            <a:off x="2930856" y="3694086"/>
            <a:ext cx="28398" cy="28398"/>
          </a:xfrm>
          <a:prstGeom prst="ellipse">
            <a:avLst/>
          </a:prstGeom>
          <a:solidFill>
            <a:srgbClr val="7F8C97">
              <a:alpha val="48000"/>
            </a:srgbClr>
          </a:solidFill>
          <a:ln w="0">
            <a:noFill/>
            <a:prstDash val="solid"/>
          </a:ln>
        </p:spPr>
      </p:sp>
      <p:sp>
        <p:nvSpPr>
          <p:cNvPr id="1669" name="03_assume_matched_6966">
            <a:extLst>
              <a:ext uri="{FF2B5EF4-FFF2-40B4-BE49-F238E27FC236}">
                <a16:creationId xmlns:a16="http://schemas.microsoft.com/office/drawing/2014/main" id="{21C8276C-C6CB-4312-8910-D1FEFBC3A222}"/>
              </a:ext>
            </a:extLst>
          </p:cNvPr>
          <p:cNvSpPr>
            <a:spLocks noGrp="1"/>
          </p:cNvSpPr>
          <p:nvPr/>
        </p:nvSpPr>
        <p:spPr>
          <a:xfrm>
            <a:off x="2937476" y="4278955"/>
            <a:ext cx="28398" cy="28398"/>
          </a:xfrm>
          <a:prstGeom prst="ellipse">
            <a:avLst/>
          </a:prstGeom>
          <a:solidFill>
            <a:srgbClr val="7F8C97">
              <a:alpha val="48000"/>
            </a:srgbClr>
          </a:solidFill>
          <a:ln w="0">
            <a:noFill/>
            <a:prstDash val="solid"/>
          </a:ln>
        </p:spPr>
      </p:sp>
      <p:sp>
        <p:nvSpPr>
          <p:cNvPr id="1670" name="03_assume_matched_6967">
            <a:extLst>
              <a:ext uri="{FF2B5EF4-FFF2-40B4-BE49-F238E27FC236}">
                <a16:creationId xmlns:a16="http://schemas.microsoft.com/office/drawing/2014/main" id="{46B14AE2-ACDD-4F42-936D-895D17957D31}"/>
              </a:ext>
            </a:extLst>
          </p:cNvPr>
          <p:cNvSpPr>
            <a:spLocks noGrp="1"/>
          </p:cNvSpPr>
          <p:nvPr/>
        </p:nvSpPr>
        <p:spPr>
          <a:xfrm>
            <a:off x="2997342" y="3694086"/>
            <a:ext cx="28398" cy="28398"/>
          </a:xfrm>
          <a:prstGeom prst="ellipse">
            <a:avLst/>
          </a:prstGeom>
          <a:solidFill>
            <a:srgbClr val="7F8C97">
              <a:alpha val="48000"/>
            </a:srgbClr>
          </a:solidFill>
          <a:ln w="0">
            <a:noFill/>
            <a:prstDash val="solid"/>
          </a:ln>
        </p:spPr>
      </p:sp>
      <p:sp>
        <p:nvSpPr>
          <p:cNvPr id="1671" name="03_assume_matched_6968">
            <a:extLst>
              <a:ext uri="{FF2B5EF4-FFF2-40B4-BE49-F238E27FC236}">
                <a16:creationId xmlns:a16="http://schemas.microsoft.com/office/drawing/2014/main" id="{0926757B-1CF2-4EFC-A494-F79BC30E9C08}"/>
              </a:ext>
            </a:extLst>
          </p:cNvPr>
          <p:cNvSpPr>
            <a:spLocks noGrp="1"/>
          </p:cNvSpPr>
          <p:nvPr/>
        </p:nvSpPr>
        <p:spPr>
          <a:xfrm>
            <a:off x="2996047" y="4278955"/>
            <a:ext cx="28398" cy="28398"/>
          </a:xfrm>
          <a:prstGeom prst="ellipse">
            <a:avLst/>
          </a:prstGeom>
          <a:solidFill>
            <a:srgbClr val="7F8C97">
              <a:alpha val="48000"/>
            </a:srgbClr>
          </a:solidFill>
          <a:ln w="0">
            <a:noFill/>
            <a:prstDash val="solid"/>
          </a:ln>
        </p:spPr>
      </p:sp>
      <p:sp>
        <p:nvSpPr>
          <p:cNvPr id="1672" name="03_assume_matched_6969">
            <a:extLst>
              <a:ext uri="{FF2B5EF4-FFF2-40B4-BE49-F238E27FC236}">
                <a16:creationId xmlns:a16="http://schemas.microsoft.com/office/drawing/2014/main" id="{62F75F4E-FD29-48E4-8A58-F9FF60F3DB86}"/>
              </a:ext>
            </a:extLst>
          </p:cNvPr>
          <p:cNvSpPr>
            <a:spLocks noGrp="1"/>
          </p:cNvSpPr>
          <p:nvPr/>
        </p:nvSpPr>
        <p:spPr>
          <a:xfrm>
            <a:off x="3042817" y="3694086"/>
            <a:ext cx="28398" cy="28398"/>
          </a:xfrm>
          <a:prstGeom prst="ellipse">
            <a:avLst/>
          </a:prstGeom>
          <a:solidFill>
            <a:srgbClr val="7F8C97">
              <a:alpha val="48000"/>
            </a:srgbClr>
          </a:solidFill>
          <a:ln w="0">
            <a:noFill/>
            <a:prstDash val="solid"/>
          </a:ln>
        </p:spPr>
      </p:sp>
      <p:sp>
        <p:nvSpPr>
          <p:cNvPr id="1673" name="03_assume_matched_6970">
            <a:extLst>
              <a:ext uri="{FF2B5EF4-FFF2-40B4-BE49-F238E27FC236}">
                <a16:creationId xmlns:a16="http://schemas.microsoft.com/office/drawing/2014/main" id="{2C1B72E6-3CB4-475F-BFCF-3C40D8395C28}"/>
              </a:ext>
            </a:extLst>
          </p:cNvPr>
          <p:cNvSpPr>
            <a:spLocks noGrp="1"/>
          </p:cNvSpPr>
          <p:nvPr/>
        </p:nvSpPr>
        <p:spPr>
          <a:xfrm>
            <a:off x="3021087" y="3986521"/>
            <a:ext cx="28398" cy="28398"/>
          </a:xfrm>
          <a:prstGeom prst="ellipse">
            <a:avLst/>
          </a:prstGeom>
          <a:solidFill>
            <a:srgbClr val="7F8C97">
              <a:alpha val="48000"/>
            </a:srgbClr>
          </a:solidFill>
          <a:ln w="0">
            <a:noFill/>
            <a:prstDash val="solid"/>
          </a:ln>
        </p:spPr>
      </p:sp>
      <p:sp>
        <p:nvSpPr>
          <p:cNvPr id="1674" name="03_assume_matched_6971">
            <a:extLst>
              <a:ext uri="{FF2B5EF4-FFF2-40B4-BE49-F238E27FC236}">
                <a16:creationId xmlns:a16="http://schemas.microsoft.com/office/drawing/2014/main" id="{7FBD2157-9E8F-4A4D-AFC1-42F3800456FC}"/>
              </a:ext>
            </a:extLst>
          </p:cNvPr>
          <p:cNvSpPr>
            <a:spLocks noGrp="1"/>
          </p:cNvSpPr>
          <p:nvPr/>
        </p:nvSpPr>
        <p:spPr>
          <a:xfrm>
            <a:off x="2953162" y="4278955"/>
            <a:ext cx="28398" cy="28398"/>
          </a:xfrm>
          <a:prstGeom prst="ellipse">
            <a:avLst/>
          </a:prstGeom>
          <a:solidFill>
            <a:srgbClr val="7F8C97">
              <a:alpha val="48000"/>
            </a:srgbClr>
          </a:solidFill>
          <a:ln w="0">
            <a:noFill/>
            <a:prstDash val="solid"/>
          </a:ln>
        </p:spPr>
      </p:sp>
      <p:sp>
        <p:nvSpPr>
          <p:cNvPr id="1675" name="03_assume_matched_6972">
            <a:extLst>
              <a:ext uri="{FF2B5EF4-FFF2-40B4-BE49-F238E27FC236}">
                <a16:creationId xmlns:a16="http://schemas.microsoft.com/office/drawing/2014/main" id="{A9715C45-A762-4ECB-93EE-9A2A6BC586BF}"/>
              </a:ext>
            </a:extLst>
          </p:cNvPr>
          <p:cNvSpPr>
            <a:spLocks noGrp="1"/>
          </p:cNvSpPr>
          <p:nvPr/>
        </p:nvSpPr>
        <p:spPr>
          <a:xfrm>
            <a:off x="3023965" y="4278955"/>
            <a:ext cx="28398" cy="28398"/>
          </a:xfrm>
          <a:prstGeom prst="ellipse">
            <a:avLst/>
          </a:prstGeom>
          <a:solidFill>
            <a:srgbClr val="7F8C97">
              <a:alpha val="48000"/>
            </a:srgbClr>
          </a:solidFill>
          <a:ln w="0">
            <a:noFill/>
            <a:prstDash val="solid"/>
          </a:ln>
        </p:spPr>
      </p:sp>
      <p:sp>
        <p:nvSpPr>
          <p:cNvPr id="1676" name="03_assume_matched_6973">
            <a:extLst>
              <a:ext uri="{FF2B5EF4-FFF2-40B4-BE49-F238E27FC236}">
                <a16:creationId xmlns:a16="http://schemas.microsoft.com/office/drawing/2014/main" id="{E3647C9F-64D9-423F-B818-550A50429EF2}"/>
              </a:ext>
            </a:extLst>
          </p:cNvPr>
          <p:cNvSpPr>
            <a:spLocks noGrp="1"/>
          </p:cNvSpPr>
          <p:nvPr/>
        </p:nvSpPr>
        <p:spPr>
          <a:xfrm>
            <a:off x="3012309" y="4278955"/>
            <a:ext cx="28398" cy="28398"/>
          </a:xfrm>
          <a:prstGeom prst="ellipse">
            <a:avLst/>
          </a:prstGeom>
          <a:solidFill>
            <a:srgbClr val="7F8C97">
              <a:alpha val="48000"/>
            </a:srgbClr>
          </a:solidFill>
          <a:ln w="0">
            <a:noFill/>
            <a:prstDash val="solid"/>
          </a:ln>
        </p:spPr>
      </p:sp>
      <p:sp>
        <p:nvSpPr>
          <p:cNvPr id="1677" name="03_assume_matched_6974">
            <a:extLst>
              <a:ext uri="{FF2B5EF4-FFF2-40B4-BE49-F238E27FC236}">
                <a16:creationId xmlns:a16="http://schemas.microsoft.com/office/drawing/2014/main" id="{9E2631CA-23C8-49E8-9E1A-31501AF85A27}"/>
              </a:ext>
            </a:extLst>
          </p:cNvPr>
          <p:cNvSpPr>
            <a:spLocks noGrp="1"/>
          </p:cNvSpPr>
          <p:nvPr/>
        </p:nvSpPr>
        <p:spPr>
          <a:xfrm>
            <a:off x="3018497" y="4278955"/>
            <a:ext cx="28398" cy="28398"/>
          </a:xfrm>
          <a:prstGeom prst="ellipse">
            <a:avLst/>
          </a:prstGeom>
          <a:solidFill>
            <a:srgbClr val="7F8C97">
              <a:alpha val="48000"/>
            </a:srgbClr>
          </a:solidFill>
          <a:ln w="0">
            <a:noFill/>
            <a:prstDash val="solid"/>
          </a:ln>
        </p:spPr>
      </p:sp>
      <p:sp>
        <p:nvSpPr>
          <p:cNvPr id="1678" name="03_assume_matched_6975">
            <a:extLst>
              <a:ext uri="{FF2B5EF4-FFF2-40B4-BE49-F238E27FC236}">
                <a16:creationId xmlns:a16="http://schemas.microsoft.com/office/drawing/2014/main" id="{B6B38F1C-3F4F-4167-BD69-55C7FAAF95BA}"/>
              </a:ext>
            </a:extLst>
          </p:cNvPr>
          <p:cNvSpPr>
            <a:spLocks noGrp="1"/>
          </p:cNvSpPr>
          <p:nvPr/>
        </p:nvSpPr>
        <p:spPr>
          <a:xfrm>
            <a:off x="3031880" y="4278955"/>
            <a:ext cx="28398" cy="28398"/>
          </a:xfrm>
          <a:prstGeom prst="ellipse">
            <a:avLst/>
          </a:prstGeom>
          <a:solidFill>
            <a:srgbClr val="7F8C97">
              <a:alpha val="48000"/>
            </a:srgbClr>
          </a:solidFill>
          <a:ln w="0">
            <a:noFill/>
            <a:prstDash val="solid"/>
          </a:ln>
        </p:spPr>
      </p:sp>
      <p:sp>
        <p:nvSpPr>
          <p:cNvPr id="1679" name="03_assume_matched_6976">
            <a:extLst>
              <a:ext uri="{FF2B5EF4-FFF2-40B4-BE49-F238E27FC236}">
                <a16:creationId xmlns:a16="http://schemas.microsoft.com/office/drawing/2014/main" id="{6A028D05-A945-4628-BAAF-46D1E990106B}"/>
              </a:ext>
            </a:extLst>
          </p:cNvPr>
          <p:cNvSpPr>
            <a:spLocks noGrp="1"/>
          </p:cNvSpPr>
          <p:nvPr/>
        </p:nvSpPr>
        <p:spPr>
          <a:xfrm>
            <a:off x="2940498" y="3694086"/>
            <a:ext cx="28398" cy="28398"/>
          </a:xfrm>
          <a:prstGeom prst="ellipse">
            <a:avLst/>
          </a:prstGeom>
          <a:solidFill>
            <a:srgbClr val="7F8C97">
              <a:alpha val="48000"/>
            </a:srgbClr>
          </a:solidFill>
          <a:ln w="0">
            <a:noFill/>
            <a:prstDash val="solid"/>
          </a:ln>
        </p:spPr>
      </p:sp>
      <p:sp>
        <p:nvSpPr>
          <p:cNvPr id="1680" name="03_assume_matched_6977">
            <a:extLst>
              <a:ext uri="{FF2B5EF4-FFF2-40B4-BE49-F238E27FC236}">
                <a16:creationId xmlns:a16="http://schemas.microsoft.com/office/drawing/2014/main" id="{90A61D11-6BDC-4149-AFD6-0C6A88E6A5DA}"/>
              </a:ext>
            </a:extLst>
          </p:cNvPr>
          <p:cNvSpPr>
            <a:spLocks noGrp="1"/>
          </p:cNvSpPr>
          <p:nvPr/>
        </p:nvSpPr>
        <p:spPr>
          <a:xfrm>
            <a:off x="2929705" y="3889042"/>
            <a:ext cx="28398" cy="28398"/>
          </a:xfrm>
          <a:prstGeom prst="ellipse">
            <a:avLst/>
          </a:prstGeom>
          <a:solidFill>
            <a:srgbClr val="7F8C97">
              <a:alpha val="48000"/>
            </a:srgbClr>
          </a:solidFill>
          <a:ln w="0">
            <a:noFill/>
            <a:prstDash val="solid"/>
          </a:ln>
        </p:spPr>
      </p:sp>
      <p:sp>
        <p:nvSpPr>
          <p:cNvPr id="1681" name="03_assume_matched_6978">
            <a:extLst>
              <a:ext uri="{FF2B5EF4-FFF2-40B4-BE49-F238E27FC236}">
                <a16:creationId xmlns:a16="http://schemas.microsoft.com/office/drawing/2014/main" id="{434C937A-CCFA-45AD-9124-C4982DB4CB05}"/>
              </a:ext>
            </a:extLst>
          </p:cNvPr>
          <p:cNvSpPr>
            <a:spLocks noGrp="1"/>
          </p:cNvSpPr>
          <p:nvPr/>
        </p:nvSpPr>
        <p:spPr>
          <a:xfrm>
            <a:off x="3012597" y="3986521"/>
            <a:ext cx="28398" cy="28398"/>
          </a:xfrm>
          <a:prstGeom prst="ellipse">
            <a:avLst/>
          </a:prstGeom>
          <a:solidFill>
            <a:srgbClr val="7F8C97">
              <a:alpha val="48000"/>
            </a:srgbClr>
          </a:solidFill>
          <a:ln w="0">
            <a:noFill/>
            <a:prstDash val="solid"/>
          </a:ln>
        </p:spPr>
      </p:sp>
      <p:sp>
        <p:nvSpPr>
          <p:cNvPr id="1682" name="03_assume_matched_6979">
            <a:extLst>
              <a:ext uri="{FF2B5EF4-FFF2-40B4-BE49-F238E27FC236}">
                <a16:creationId xmlns:a16="http://schemas.microsoft.com/office/drawing/2014/main" id="{D4565911-3C29-4521-A593-CE6CE542830D}"/>
              </a:ext>
            </a:extLst>
          </p:cNvPr>
          <p:cNvSpPr>
            <a:spLocks noGrp="1"/>
          </p:cNvSpPr>
          <p:nvPr/>
        </p:nvSpPr>
        <p:spPr>
          <a:xfrm>
            <a:off x="3049725" y="4111850"/>
            <a:ext cx="28398" cy="28398"/>
          </a:xfrm>
          <a:prstGeom prst="ellipse">
            <a:avLst/>
          </a:prstGeom>
          <a:solidFill>
            <a:srgbClr val="7F8C97">
              <a:alpha val="48000"/>
            </a:srgbClr>
          </a:solidFill>
          <a:ln w="0">
            <a:noFill/>
            <a:prstDash val="solid"/>
          </a:ln>
        </p:spPr>
      </p:sp>
      <p:sp>
        <p:nvSpPr>
          <p:cNvPr id="1683" name="03_assume_matched_6980">
            <a:extLst>
              <a:ext uri="{FF2B5EF4-FFF2-40B4-BE49-F238E27FC236}">
                <a16:creationId xmlns:a16="http://schemas.microsoft.com/office/drawing/2014/main" id="{E38A6FE5-4508-40CF-A01E-1524623D3604}"/>
              </a:ext>
            </a:extLst>
          </p:cNvPr>
          <p:cNvSpPr>
            <a:spLocks noGrp="1"/>
          </p:cNvSpPr>
          <p:nvPr/>
        </p:nvSpPr>
        <p:spPr>
          <a:xfrm>
            <a:off x="3055913" y="3694086"/>
            <a:ext cx="28398" cy="28398"/>
          </a:xfrm>
          <a:prstGeom prst="ellipse">
            <a:avLst/>
          </a:prstGeom>
          <a:solidFill>
            <a:srgbClr val="7F8C97">
              <a:alpha val="48000"/>
            </a:srgbClr>
          </a:solidFill>
          <a:ln w="0">
            <a:noFill/>
            <a:prstDash val="solid"/>
          </a:ln>
        </p:spPr>
      </p:sp>
      <p:sp>
        <p:nvSpPr>
          <p:cNvPr id="1684" name="03_assume_matched_6981">
            <a:extLst>
              <a:ext uri="{FF2B5EF4-FFF2-40B4-BE49-F238E27FC236}">
                <a16:creationId xmlns:a16="http://schemas.microsoft.com/office/drawing/2014/main" id="{40F61FB4-26D8-41D0-BA7E-848063CDE52C}"/>
              </a:ext>
            </a:extLst>
          </p:cNvPr>
          <p:cNvSpPr>
            <a:spLocks noGrp="1"/>
          </p:cNvSpPr>
          <p:nvPr/>
        </p:nvSpPr>
        <p:spPr>
          <a:xfrm>
            <a:off x="2966977" y="3986521"/>
            <a:ext cx="28398" cy="28398"/>
          </a:xfrm>
          <a:prstGeom prst="ellipse">
            <a:avLst/>
          </a:prstGeom>
          <a:solidFill>
            <a:srgbClr val="7F8C97">
              <a:alpha val="48000"/>
            </a:srgbClr>
          </a:solidFill>
          <a:ln w="0">
            <a:noFill/>
            <a:prstDash val="solid"/>
          </a:ln>
        </p:spPr>
      </p:sp>
      <p:sp>
        <p:nvSpPr>
          <p:cNvPr id="1685" name="03_assume_matched_6982">
            <a:extLst>
              <a:ext uri="{FF2B5EF4-FFF2-40B4-BE49-F238E27FC236}">
                <a16:creationId xmlns:a16="http://schemas.microsoft.com/office/drawing/2014/main" id="{6D682EC3-5FF5-427C-B8D1-A4E228DC8961}"/>
              </a:ext>
            </a:extLst>
          </p:cNvPr>
          <p:cNvSpPr>
            <a:spLocks noGrp="1"/>
          </p:cNvSpPr>
          <p:nvPr/>
        </p:nvSpPr>
        <p:spPr>
          <a:xfrm>
            <a:off x="3019792" y="4083999"/>
            <a:ext cx="28398" cy="28398"/>
          </a:xfrm>
          <a:prstGeom prst="ellipse">
            <a:avLst/>
          </a:prstGeom>
          <a:solidFill>
            <a:srgbClr val="7F8C97">
              <a:alpha val="48000"/>
            </a:srgbClr>
          </a:solidFill>
          <a:ln w="0">
            <a:noFill/>
            <a:prstDash val="solid"/>
          </a:ln>
        </p:spPr>
      </p:sp>
      <p:sp>
        <p:nvSpPr>
          <p:cNvPr id="1686" name="03_assume_matched_6983">
            <a:extLst>
              <a:ext uri="{FF2B5EF4-FFF2-40B4-BE49-F238E27FC236}">
                <a16:creationId xmlns:a16="http://schemas.microsoft.com/office/drawing/2014/main" id="{886BAF1A-0B4C-4BA5-A4FB-FDC5A01E31EE}"/>
              </a:ext>
            </a:extLst>
          </p:cNvPr>
          <p:cNvSpPr>
            <a:spLocks noGrp="1"/>
          </p:cNvSpPr>
          <p:nvPr/>
        </p:nvSpPr>
        <p:spPr>
          <a:xfrm>
            <a:off x="3030729" y="3694086"/>
            <a:ext cx="28398" cy="28398"/>
          </a:xfrm>
          <a:prstGeom prst="ellipse">
            <a:avLst/>
          </a:prstGeom>
          <a:solidFill>
            <a:srgbClr val="7F8C97">
              <a:alpha val="48000"/>
            </a:srgbClr>
          </a:solidFill>
          <a:ln w="0">
            <a:noFill/>
            <a:prstDash val="solid"/>
          </a:ln>
        </p:spPr>
      </p:sp>
      <p:sp>
        <p:nvSpPr>
          <p:cNvPr id="1687" name="03_assume_matched_6984">
            <a:extLst>
              <a:ext uri="{FF2B5EF4-FFF2-40B4-BE49-F238E27FC236}">
                <a16:creationId xmlns:a16="http://schemas.microsoft.com/office/drawing/2014/main" id="{EB94ECBD-DDEC-4D02-AB97-E05408E8ED32}"/>
              </a:ext>
            </a:extLst>
          </p:cNvPr>
          <p:cNvSpPr>
            <a:spLocks noGrp="1"/>
          </p:cNvSpPr>
          <p:nvPr/>
        </p:nvSpPr>
        <p:spPr>
          <a:xfrm>
            <a:off x="3048142" y="3694086"/>
            <a:ext cx="28398" cy="28398"/>
          </a:xfrm>
          <a:prstGeom prst="ellipse">
            <a:avLst/>
          </a:prstGeom>
          <a:solidFill>
            <a:srgbClr val="7F8C97">
              <a:alpha val="48000"/>
            </a:srgbClr>
          </a:solidFill>
          <a:ln w="0">
            <a:noFill/>
            <a:prstDash val="solid"/>
          </a:ln>
        </p:spPr>
      </p:sp>
      <p:sp>
        <p:nvSpPr>
          <p:cNvPr id="1688" name="03_assume_matched_6985">
            <a:extLst>
              <a:ext uri="{FF2B5EF4-FFF2-40B4-BE49-F238E27FC236}">
                <a16:creationId xmlns:a16="http://schemas.microsoft.com/office/drawing/2014/main" id="{AC9D3D5B-773B-455A-8F1D-E3D4EB799D1B}"/>
              </a:ext>
            </a:extLst>
          </p:cNvPr>
          <p:cNvSpPr>
            <a:spLocks noGrp="1"/>
          </p:cNvSpPr>
          <p:nvPr/>
        </p:nvSpPr>
        <p:spPr>
          <a:xfrm>
            <a:off x="3032888" y="3694086"/>
            <a:ext cx="28398" cy="28398"/>
          </a:xfrm>
          <a:prstGeom prst="ellipse">
            <a:avLst/>
          </a:prstGeom>
          <a:solidFill>
            <a:srgbClr val="7F8C97">
              <a:alpha val="48000"/>
            </a:srgbClr>
          </a:solidFill>
          <a:ln w="0">
            <a:noFill/>
            <a:prstDash val="solid"/>
          </a:ln>
        </p:spPr>
      </p:sp>
      <p:sp>
        <p:nvSpPr>
          <p:cNvPr id="1689" name="03_assume_matched_6986">
            <a:extLst>
              <a:ext uri="{FF2B5EF4-FFF2-40B4-BE49-F238E27FC236}">
                <a16:creationId xmlns:a16="http://schemas.microsoft.com/office/drawing/2014/main" id="{AC535E04-BB39-4B6E-A6B3-0FD26B88E234}"/>
              </a:ext>
            </a:extLst>
          </p:cNvPr>
          <p:cNvSpPr>
            <a:spLocks noGrp="1"/>
          </p:cNvSpPr>
          <p:nvPr/>
        </p:nvSpPr>
        <p:spPr>
          <a:xfrm>
            <a:off x="3011158" y="3694086"/>
            <a:ext cx="28398" cy="28398"/>
          </a:xfrm>
          <a:prstGeom prst="ellipse">
            <a:avLst/>
          </a:prstGeom>
          <a:solidFill>
            <a:srgbClr val="7F8C97">
              <a:alpha val="48000"/>
            </a:srgbClr>
          </a:solidFill>
          <a:ln w="0">
            <a:noFill/>
            <a:prstDash val="solid"/>
          </a:ln>
        </p:spPr>
      </p:sp>
      <p:sp>
        <p:nvSpPr>
          <p:cNvPr id="1690" name="03_assume_matched_6987">
            <a:extLst>
              <a:ext uri="{FF2B5EF4-FFF2-40B4-BE49-F238E27FC236}">
                <a16:creationId xmlns:a16="http://schemas.microsoft.com/office/drawing/2014/main" id="{3E0F9C9E-122B-4B59-82C3-2E1A6DFD4855}"/>
              </a:ext>
            </a:extLst>
          </p:cNvPr>
          <p:cNvSpPr>
            <a:spLocks noGrp="1"/>
          </p:cNvSpPr>
          <p:nvPr/>
        </p:nvSpPr>
        <p:spPr>
          <a:xfrm>
            <a:off x="2922941" y="3694086"/>
            <a:ext cx="28398" cy="28398"/>
          </a:xfrm>
          <a:prstGeom prst="ellipse">
            <a:avLst/>
          </a:prstGeom>
          <a:solidFill>
            <a:srgbClr val="7F8C97">
              <a:alpha val="48000"/>
            </a:srgbClr>
          </a:solidFill>
          <a:ln w="0">
            <a:noFill/>
            <a:prstDash val="solid"/>
          </a:ln>
        </p:spPr>
      </p:sp>
      <p:sp>
        <p:nvSpPr>
          <p:cNvPr id="1691" name="03_assume_matched_6988">
            <a:extLst>
              <a:ext uri="{FF2B5EF4-FFF2-40B4-BE49-F238E27FC236}">
                <a16:creationId xmlns:a16="http://schemas.microsoft.com/office/drawing/2014/main" id="{1459E28F-5984-43DE-97A0-163D32CE7EA7}"/>
              </a:ext>
            </a:extLst>
          </p:cNvPr>
          <p:cNvSpPr>
            <a:spLocks noGrp="1"/>
          </p:cNvSpPr>
          <p:nvPr/>
        </p:nvSpPr>
        <p:spPr>
          <a:xfrm>
            <a:off x="2936900" y="4278955"/>
            <a:ext cx="28398" cy="28398"/>
          </a:xfrm>
          <a:prstGeom prst="ellipse">
            <a:avLst/>
          </a:prstGeom>
          <a:solidFill>
            <a:srgbClr val="7F8C97">
              <a:alpha val="48000"/>
            </a:srgbClr>
          </a:solidFill>
          <a:ln w="0">
            <a:noFill/>
            <a:prstDash val="solid"/>
          </a:ln>
        </p:spPr>
      </p:sp>
      <p:sp>
        <p:nvSpPr>
          <p:cNvPr id="1692" name="03_assume_matched_6989">
            <a:extLst>
              <a:ext uri="{FF2B5EF4-FFF2-40B4-BE49-F238E27FC236}">
                <a16:creationId xmlns:a16="http://schemas.microsoft.com/office/drawing/2014/main" id="{6D503302-9289-4A37-8310-65A6CB60D328}"/>
              </a:ext>
            </a:extLst>
          </p:cNvPr>
          <p:cNvSpPr>
            <a:spLocks noGrp="1"/>
          </p:cNvSpPr>
          <p:nvPr/>
        </p:nvSpPr>
        <p:spPr>
          <a:xfrm>
            <a:off x="2998062" y="3694086"/>
            <a:ext cx="28398" cy="28398"/>
          </a:xfrm>
          <a:prstGeom prst="ellipse">
            <a:avLst/>
          </a:prstGeom>
          <a:solidFill>
            <a:srgbClr val="7F8C97">
              <a:alpha val="48000"/>
            </a:srgbClr>
          </a:solidFill>
          <a:ln w="0">
            <a:noFill/>
            <a:prstDash val="solid"/>
          </a:ln>
        </p:spPr>
      </p:sp>
      <p:sp>
        <p:nvSpPr>
          <p:cNvPr id="1693" name="03_assume_matched_6990">
            <a:extLst>
              <a:ext uri="{FF2B5EF4-FFF2-40B4-BE49-F238E27FC236}">
                <a16:creationId xmlns:a16="http://schemas.microsoft.com/office/drawing/2014/main" id="{B8F220E5-18E7-487D-9C65-E610089CAA68}"/>
              </a:ext>
            </a:extLst>
          </p:cNvPr>
          <p:cNvSpPr>
            <a:spLocks noGrp="1"/>
          </p:cNvSpPr>
          <p:nvPr/>
        </p:nvSpPr>
        <p:spPr>
          <a:xfrm>
            <a:off x="2942945" y="4278955"/>
            <a:ext cx="28398" cy="28398"/>
          </a:xfrm>
          <a:prstGeom prst="ellipse">
            <a:avLst/>
          </a:prstGeom>
          <a:solidFill>
            <a:srgbClr val="7F8C97">
              <a:alpha val="48000"/>
            </a:srgbClr>
          </a:solidFill>
          <a:ln w="0">
            <a:noFill/>
            <a:prstDash val="solid"/>
          </a:ln>
        </p:spPr>
      </p:sp>
      <p:sp>
        <p:nvSpPr>
          <p:cNvPr id="1694" name="03_assume_matched_6991">
            <a:extLst>
              <a:ext uri="{FF2B5EF4-FFF2-40B4-BE49-F238E27FC236}">
                <a16:creationId xmlns:a16="http://schemas.microsoft.com/office/drawing/2014/main" id="{3F8A8B94-3BF3-48CD-9C19-CCDC7E0E6212}"/>
              </a:ext>
            </a:extLst>
          </p:cNvPr>
          <p:cNvSpPr>
            <a:spLocks noGrp="1"/>
          </p:cNvSpPr>
          <p:nvPr/>
        </p:nvSpPr>
        <p:spPr>
          <a:xfrm>
            <a:off x="2968992" y="3694086"/>
            <a:ext cx="28398" cy="28398"/>
          </a:xfrm>
          <a:prstGeom prst="ellipse">
            <a:avLst/>
          </a:prstGeom>
          <a:solidFill>
            <a:srgbClr val="7F8C97">
              <a:alpha val="48000"/>
            </a:srgbClr>
          </a:solidFill>
          <a:ln w="0">
            <a:noFill/>
            <a:prstDash val="solid"/>
          </a:ln>
        </p:spPr>
      </p:sp>
      <p:sp>
        <p:nvSpPr>
          <p:cNvPr id="1695" name="03_assume_matched_6992">
            <a:extLst>
              <a:ext uri="{FF2B5EF4-FFF2-40B4-BE49-F238E27FC236}">
                <a16:creationId xmlns:a16="http://schemas.microsoft.com/office/drawing/2014/main" id="{4905AD08-9FE6-4F42-9BE7-317881B91766}"/>
              </a:ext>
            </a:extLst>
          </p:cNvPr>
          <p:cNvSpPr>
            <a:spLocks noGrp="1"/>
          </p:cNvSpPr>
          <p:nvPr/>
        </p:nvSpPr>
        <p:spPr>
          <a:xfrm>
            <a:off x="2918048" y="4278955"/>
            <a:ext cx="28398" cy="28398"/>
          </a:xfrm>
          <a:prstGeom prst="ellipse">
            <a:avLst/>
          </a:prstGeom>
          <a:solidFill>
            <a:srgbClr val="7F8C97">
              <a:alpha val="48000"/>
            </a:srgbClr>
          </a:solidFill>
          <a:ln w="0">
            <a:noFill/>
            <a:prstDash val="solid"/>
          </a:ln>
        </p:spPr>
      </p:sp>
      <p:sp>
        <p:nvSpPr>
          <p:cNvPr id="1696" name="03_assume_matched_6993">
            <a:extLst>
              <a:ext uri="{FF2B5EF4-FFF2-40B4-BE49-F238E27FC236}">
                <a16:creationId xmlns:a16="http://schemas.microsoft.com/office/drawing/2014/main" id="{52F60FC7-0514-4DF6-83EC-329FC80785FC}"/>
              </a:ext>
            </a:extLst>
          </p:cNvPr>
          <p:cNvSpPr>
            <a:spLocks noGrp="1"/>
          </p:cNvSpPr>
          <p:nvPr/>
        </p:nvSpPr>
        <p:spPr>
          <a:xfrm>
            <a:off x="712800" y="3679042"/>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1697" name="03_assume_matched_6994">
            <a:extLst>
              <a:ext uri="{FF2B5EF4-FFF2-40B4-BE49-F238E27FC236}">
                <a16:creationId xmlns:a16="http://schemas.microsoft.com/office/drawing/2014/main" id="{700283A9-2667-459B-9FA3-0C42FED7B128}"/>
              </a:ext>
            </a:extLst>
          </p:cNvPr>
          <p:cNvSpPr>
            <a:spLocks noGrp="1"/>
          </p:cNvSpPr>
          <p:nvPr/>
        </p:nvSpPr>
        <p:spPr>
          <a:xfrm>
            <a:off x="712800" y="4322398"/>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1698" name="text_6995">
            <a:extLst>
              <a:ext uri="{FF2B5EF4-FFF2-40B4-BE49-F238E27FC236}">
                <a16:creationId xmlns:a16="http://schemas.microsoft.com/office/drawing/2014/main" id="{1E3ED80F-16F7-4199-8D29-FD145CADC8EF}"/>
              </a:ext>
            </a:extLst>
          </p:cNvPr>
          <p:cNvSpPr>
            <a:spLocks noGrp="1"/>
          </p:cNvSpPr>
          <p:nvPr/>
        </p:nvSpPr>
        <p:spPr>
          <a:xfrm>
            <a:off x="370611" y="3380106"/>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e</a:t>
            </a:r>
          </a:p>
        </p:txBody>
      </p:sp>
      <p:sp>
        <p:nvSpPr>
          <p:cNvPr id="1699" name="text_6996">
            <a:extLst>
              <a:ext uri="{FF2B5EF4-FFF2-40B4-BE49-F238E27FC236}">
                <a16:creationId xmlns:a16="http://schemas.microsoft.com/office/drawing/2014/main" id="{4C717138-E213-4D9A-A1DB-CB261F72225B}"/>
              </a:ext>
            </a:extLst>
          </p:cNvPr>
          <p:cNvSpPr>
            <a:spLocks noGrp="1"/>
          </p:cNvSpPr>
          <p:nvPr/>
        </p:nvSpPr>
        <p:spPr>
          <a:xfrm>
            <a:off x="712800" y="3479461"/>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b="0">
                <a:solidFill>
                  <a:srgbClr val="273744"/>
                </a:solidFill>
                <a:latin typeface="Arial"/>
                <a:ea typeface="Arial"/>
                <a:cs typeface="Arial"/>
              </a:rPr>
              <a:t>Top-1, RMSD &lt;2 Å</a:t>
            </a:r>
          </a:p>
        </p:txBody>
      </p:sp>
      <p:sp>
        <p:nvSpPr>
          <p:cNvPr id="1700" name="03_assume_matched_6997">
            <a:extLst>
              <a:ext uri="{FF2B5EF4-FFF2-40B4-BE49-F238E27FC236}">
                <a16:creationId xmlns:a16="http://schemas.microsoft.com/office/drawing/2014/main" id="{E14FEE5B-E838-425F-8DE5-5A40D2E7BDB7}"/>
              </a:ext>
            </a:extLst>
          </p:cNvPr>
          <p:cNvSpPr>
            <a:spLocks noGrp="1"/>
          </p:cNvSpPr>
          <p:nvPr/>
        </p:nvSpPr>
        <p:spPr>
          <a:xfrm>
            <a:off x="735432" y="4019341"/>
            <a:ext cx="2263158" cy="273813"/>
          </a:xfrm>
          <a:custGeom>
            <a:avLst/>
            <a:gdLst/>
            <a:ahLst/>
            <a:cxnLst/>
            <a:rect l="0" t="0" r="0" b="0"/>
            <a:pathLst>
              <a:path w="2263158" h="273813">
                <a:moveTo>
                  <a:pt x="0" y="273813"/>
                </a:moveTo>
                <a:lnTo>
                  <a:pt x="62865" y="272491"/>
                </a:lnTo>
                <a:lnTo>
                  <a:pt x="62865" y="271541"/>
                </a:lnTo>
                <a:lnTo>
                  <a:pt x="75439" y="270753"/>
                </a:lnTo>
                <a:lnTo>
                  <a:pt x="75439" y="269994"/>
                </a:lnTo>
                <a:lnTo>
                  <a:pt x="125731" y="268768"/>
                </a:lnTo>
                <a:lnTo>
                  <a:pt x="125731" y="261814"/>
                </a:lnTo>
                <a:lnTo>
                  <a:pt x="137161" y="261716"/>
                </a:lnTo>
                <a:lnTo>
                  <a:pt x="137161" y="260335"/>
                </a:lnTo>
                <a:lnTo>
                  <a:pt x="150877" y="260238"/>
                </a:lnTo>
                <a:lnTo>
                  <a:pt x="150877" y="256440"/>
                </a:lnTo>
                <a:lnTo>
                  <a:pt x="188596" y="255831"/>
                </a:lnTo>
                <a:lnTo>
                  <a:pt x="188596" y="244121"/>
                </a:lnTo>
                <a:lnTo>
                  <a:pt x="205742" y="243927"/>
                </a:lnTo>
                <a:lnTo>
                  <a:pt x="205742" y="242546"/>
                </a:lnTo>
                <a:lnTo>
                  <a:pt x="226316" y="241266"/>
                </a:lnTo>
                <a:lnTo>
                  <a:pt x="226316" y="240506"/>
                </a:lnTo>
                <a:lnTo>
                  <a:pt x="251462" y="240311"/>
                </a:lnTo>
                <a:lnTo>
                  <a:pt x="251462" y="229242"/>
                </a:lnTo>
                <a:lnTo>
                  <a:pt x="301754" y="228065"/>
                </a:lnTo>
                <a:lnTo>
                  <a:pt x="301754" y="224267"/>
                </a:lnTo>
                <a:lnTo>
                  <a:pt x="323308" y="223439"/>
                </a:lnTo>
                <a:lnTo>
                  <a:pt x="323308" y="221812"/>
                </a:lnTo>
                <a:lnTo>
                  <a:pt x="342903" y="220773"/>
                </a:lnTo>
                <a:lnTo>
                  <a:pt x="342903" y="219392"/>
                </a:lnTo>
                <a:lnTo>
                  <a:pt x="377193" y="219100"/>
                </a:lnTo>
                <a:lnTo>
                  <a:pt x="377193" y="184062"/>
                </a:lnTo>
                <a:lnTo>
                  <a:pt x="411483" y="183770"/>
                </a:lnTo>
                <a:lnTo>
                  <a:pt x="411483" y="182389"/>
                </a:lnTo>
                <a:lnTo>
                  <a:pt x="440058" y="181012"/>
                </a:lnTo>
                <a:lnTo>
                  <a:pt x="440058" y="180379"/>
                </a:lnTo>
                <a:lnTo>
                  <a:pt x="452632" y="180281"/>
                </a:lnTo>
                <a:lnTo>
                  <a:pt x="452632" y="176484"/>
                </a:lnTo>
                <a:lnTo>
                  <a:pt x="480064" y="176191"/>
                </a:lnTo>
                <a:lnTo>
                  <a:pt x="480064" y="174810"/>
                </a:lnTo>
                <a:lnTo>
                  <a:pt x="502924" y="174616"/>
                </a:lnTo>
                <a:lnTo>
                  <a:pt x="502924" y="166923"/>
                </a:lnTo>
                <a:lnTo>
                  <a:pt x="538847" y="165871"/>
                </a:lnTo>
                <a:lnTo>
                  <a:pt x="538847" y="164243"/>
                </a:lnTo>
                <a:lnTo>
                  <a:pt x="565789" y="163261"/>
                </a:lnTo>
                <a:lnTo>
                  <a:pt x="565789" y="151867"/>
                </a:lnTo>
                <a:lnTo>
                  <a:pt x="603509" y="151575"/>
                </a:lnTo>
                <a:lnTo>
                  <a:pt x="603509" y="147777"/>
                </a:lnTo>
                <a:lnTo>
                  <a:pt x="617225" y="147680"/>
                </a:lnTo>
                <a:lnTo>
                  <a:pt x="617225" y="146299"/>
                </a:lnTo>
                <a:lnTo>
                  <a:pt x="628655" y="146201"/>
                </a:lnTo>
                <a:lnTo>
                  <a:pt x="628655" y="142306"/>
                </a:lnTo>
                <a:lnTo>
                  <a:pt x="678947" y="141277"/>
                </a:lnTo>
                <a:lnTo>
                  <a:pt x="678947" y="140517"/>
                </a:lnTo>
                <a:lnTo>
                  <a:pt x="686685" y="139136"/>
                </a:lnTo>
                <a:lnTo>
                  <a:pt x="686685" y="139039"/>
                </a:lnTo>
                <a:lnTo>
                  <a:pt x="754386" y="138454"/>
                </a:lnTo>
                <a:lnTo>
                  <a:pt x="754386" y="23369"/>
                </a:lnTo>
                <a:lnTo>
                  <a:pt x="880117" y="22284"/>
                </a:lnTo>
                <a:lnTo>
                  <a:pt x="880117" y="21018"/>
                </a:lnTo>
                <a:lnTo>
                  <a:pt x="905263" y="20328"/>
                </a:lnTo>
                <a:lnTo>
                  <a:pt x="905263" y="18808"/>
                </a:lnTo>
                <a:lnTo>
                  <a:pt x="1005848" y="18808"/>
                </a:lnTo>
                <a:lnTo>
                  <a:pt x="1005848" y="16276"/>
                </a:lnTo>
                <a:lnTo>
                  <a:pt x="1508772" y="15191"/>
                </a:lnTo>
                <a:lnTo>
                  <a:pt x="1508772" y="7596"/>
                </a:lnTo>
                <a:lnTo>
                  <a:pt x="2263158" y="7596"/>
                </a:lnTo>
                <a:lnTo>
                  <a:pt x="2263158" y="0"/>
                </a:lnTo>
                <a:lnTo>
                  <a:pt x="2263158" y="0"/>
                </a:lnTo>
              </a:path>
            </a:pathLst>
          </a:custGeom>
          <a:noFill/>
          <a:ln w="22860">
            <a:solidFill>
              <a:srgbClr val="00878B"/>
            </a:solidFill>
            <a:prstDash val="solid"/>
          </a:ln>
        </p:spPr>
      </p:sp>
      <p:sp>
        <p:nvSpPr>
          <p:cNvPr id="1701" name="03_assume_matched_6998">
            <a:extLst>
              <a:ext uri="{FF2B5EF4-FFF2-40B4-BE49-F238E27FC236}">
                <a16:creationId xmlns:a16="http://schemas.microsoft.com/office/drawing/2014/main" id="{1DF7B91E-61DA-4F61-A4F5-C8E685B2DAE6}"/>
              </a:ext>
            </a:extLst>
          </p:cNvPr>
          <p:cNvSpPr>
            <a:spLocks noGrp="1"/>
          </p:cNvSpPr>
          <p:nvPr/>
        </p:nvSpPr>
        <p:spPr>
          <a:xfrm>
            <a:off x="735432" y="4098198"/>
            <a:ext cx="2263158" cy="194956"/>
          </a:xfrm>
          <a:custGeom>
            <a:avLst/>
            <a:gdLst/>
            <a:ahLst/>
            <a:cxnLst/>
            <a:rect l="0" t="0" r="0" b="0"/>
            <a:pathLst>
              <a:path w="2263158" h="194956">
                <a:moveTo>
                  <a:pt x="0" y="194956"/>
                </a:moveTo>
                <a:lnTo>
                  <a:pt x="754386" y="194956"/>
                </a:lnTo>
                <a:lnTo>
                  <a:pt x="754386" y="48739"/>
                </a:lnTo>
                <a:lnTo>
                  <a:pt x="1508772" y="48739"/>
                </a:lnTo>
                <a:lnTo>
                  <a:pt x="1508772" y="27851"/>
                </a:lnTo>
                <a:lnTo>
                  <a:pt x="2263158" y="27851"/>
                </a:lnTo>
                <a:lnTo>
                  <a:pt x="2263158" y="0"/>
                </a:lnTo>
                <a:lnTo>
                  <a:pt x="2263158" y="0"/>
                </a:lnTo>
              </a:path>
            </a:pathLst>
          </a:custGeom>
          <a:noFill/>
          <a:ln w="13335">
            <a:solidFill>
              <a:srgbClr val="3A64C8"/>
            </a:solidFill>
            <a:prstDash val="solid"/>
          </a:ln>
        </p:spPr>
      </p:sp>
      <p:sp>
        <p:nvSpPr>
          <p:cNvPr id="1702" name="03_assume_matched_6999">
            <a:extLst>
              <a:ext uri="{FF2B5EF4-FFF2-40B4-BE49-F238E27FC236}">
                <a16:creationId xmlns:a16="http://schemas.microsoft.com/office/drawing/2014/main" id="{4BB1BA99-706B-4AA6-B957-24FEC0E68914}"/>
              </a:ext>
            </a:extLst>
          </p:cNvPr>
          <p:cNvSpPr>
            <a:spLocks noGrp="1"/>
          </p:cNvSpPr>
          <p:nvPr/>
        </p:nvSpPr>
        <p:spPr>
          <a:xfrm>
            <a:off x="1091035" y="4181813"/>
            <a:ext cx="43180" cy="43180"/>
          </a:xfrm>
          <a:prstGeom prst="ellipse">
            <a:avLst/>
          </a:prstGeom>
          <a:solidFill>
            <a:srgbClr val="00878B"/>
          </a:solidFill>
          <a:ln w="4445">
            <a:solidFill>
              <a:srgbClr val="FFFFFF"/>
            </a:solidFill>
            <a:prstDash val="solid"/>
          </a:ln>
        </p:spPr>
      </p:sp>
      <p:sp>
        <p:nvSpPr>
          <p:cNvPr id="1703" name="03_assume_matched_7000">
            <a:extLst>
              <a:ext uri="{FF2B5EF4-FFF2-40B4-BE49-F238E27FC236}">
                <a16:creationId xmlns:a16="http://schemas.microsoft.com/office/drawing/2014/main" id="{056604BF-7840-4FFD-A556-02F069033404}"/>
              </a:ext>
            </a:extLst>
          </p:cNvPr>
          <p:cNvSpPr>
            <a:spLocks noGrp="1"/>
          </p:cNvSpPr>
          <p:nvPr/>
        </p:nvSpPr>
        <p:spPr>
          <a:xfrm>
            <a:off x="1468228" y="4021120"/>
            <a:ext cx="43180" cy="43180"/>
          </a:xfrm>
          <a:prstGeom prst="ellipse">
            <a:avLst/>
          </a:prstGeom>
          <a:solidFill>
            <a:srgbClr val="00878B"/>
          </a:solidFill>
          <a:ln w="4445">
            <a:solidFill>
              <a:srgbClr val="FFFFFF"/>
            </a:solidFill>
            <a:prstDash val="solid"/>
          </a:ln>
        </p:spPr>
      </p:sp>
      <p:sp>
        <p:nvSpPr>
          <p:cNvPr id="1704" name="03_assume_matched_7001">
            <a:extLst>
              <a:ext uri="{FF2B5EF4-FFF2-40B4-BE49-F238E27FC236}">
                <a16:creationId xmlns:a16="http://schemas.microsoft.com/office/drawing/2014/main" id="{9ADEAF6A-6AF1-4C3A-8ED3-509813468F5B}"/>
              </a:ext>
            </a:extLst>
          </p:cNvPr>
          <p:cNvSpPr>
            <a:spLocks noGrp="1"/>
          </p:cNvSpPr>
          <p:nvPr/>
        </p:nvSpPr>
        <p:spPr>
          <a:xfrm>
            <a:off x="2222614" y="4005346"/>
            <a:ext cx="43180" cy="43180"/>
          </a:xfrm>
          <a:prstGeom prst="ellipse">
            <a:avLst/>
          </a:prstGeom>
          <a:solidFill>
            <a:srgbClr val="00878B"/>
          </a:solidFill>
          <a:ln w="4445">
            <a:solidFill>
              <a:srgbClr val="FFFFFF"/>
            </a:solidFill>
            <a:prstDash val="solid"/>
          </a:ln>
        </p:spPr>
      </p:sp>
      <p:sp>
        <p:nvSpPr>
          <p:cNvPr id="1705" name="03_assume_matched_7002">
            <a:extLst>
              <a:ext uri="{FF2B5EF4-FFF2-40B4-BE49-F238E27FC236}">
                <a16:creationId xmlns:a16="http://schemas.microsoft.com/office/drawing/2014/main" id="{C574DC4D-81A3-409F-B0CB-5C70CB677AFF}"/>
              </a:ext>
            </a:extLst>
          </p:cNvPr>
          <p:cNvSpPr>
            <a:spLocks noGrp="1"/>
          </p:cNvSpPr>
          <p:nvPr/>
        </p:nvSpPr>
        <p:spPr>
          <a:xfrm>
            <a:off x="2976999" y="3997751"/>
            <a:ext cx="43180" cy="43180"/>
          </a:xfrm>
          <a:prstGeom prst="ellipse">
            <a:avLst/>
          </a:prstGeom>
          <a:solidFill>
            <a:srgbClr val="00878B"/>
          </a:solidFill>
          <a:ln w="4445">
            <a:solidFill>
              <a:srgbClr val="FFFFFF"/>
            </a:solidFill>
            <a:prstDash val="solid"/>
          </a:ln>
        </p:spPr>
      </p:sp>
      <p:sp>
        <p:nvSpPr>
          <p:cNvPr id="1706" name="03_assume_matched_7003">
            <a:extLst>
              <a:ext uri="{FF2B5EF4-FFF2-40B4-BE49-F238E27FC236}">
                <a16:creationId xmlns:a16="http://schemas.microsoft.com/office/drawing/2014/main" id="{1352190A-1062-46A7-8F75-A9B97A634ACD}"/>
              </a:ext>
            </a:extLst>
          </p:cNvPr>
          <p:cNvSpPr>
            <a:spLocks noGrp="1"/>
          </p:cNvSpPr>
          <p:nvPr/>
        </p:nvSpPr>
        <p:spPr>
          <a:xfrm>
            <a:off x="1076704" y="425723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707" name="03_assume_matched_7004">
            <a:extLst>
              <a:ext uri="{FF2B5EF4-FFF2-40B4-BE49-F238E27FC236}">
                <a16:creationId xmlns:a16="http://schemas.microsoft.com/office/drawing/2014/main" id="{7E623290-2349-4F83-8562-41946F9A0343}"/>
              </a:ext>
            </a:extLst>
          </p:cNvPr>
          <p:cNvSpPr>
            <a:spLocks noGrp="1"/>
          </p:cNvSpPr>
          <p:nvPr/>
        </p:nvSpPr>
        <p:spPr>
          <a:xfrm>
            <a:off x="1453897" y="411101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708" name="03_assume_matched_7005">
            <a:extLst>
              <a:ext uri="{FF2B5EF4-FFF2-40B4-BE49-F238E27FC236}">
                <a16:creationId xmlns:a16="http://schemas.microsoft.com/office/drawing/2014/main" id="{CBB64329-C75D-48EE-B35F-533D2BFF065A}"/>
              </a:ext>
            </a:extLst>
          </p:cNvPr>
          <p:cNvSpPr>
            <a:spLocks noGrp="1"/>
          </p:cNvSpPr>
          <p:nvPr/>
        </p:nvSpPr>
        <p:spPr>
          <a:xfrm>
            <a:off x="2208282" y="4090128"/>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709" name="03_assume_matched_7006">
            <a:extLst>
              <a:ext uri="{FF2B5EF4-FFF2-40B4-BE49-F238E27FC236}">
                <a16:creationId xmlns:a16="http://schemas.microsoft.com/office/drawing/2014/main" id="{E0F7BB43-78FD-4162-A7B9-DB7E8188FCD2}"/>
              </a:ext>
            </a:extLst>
          </p:cNvPr>
          <p:cNvSpPr>
            <a:spLocks noGrp="1"/>
          </p:cNvSpPr>
          <p:nvPr/>
        </p:nvSpPr>
        <p:spPr>
          <a:xfrm>
            <a:off x="2962668" y="4062277"/>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710" name="03_assume_matched_7007">
            <a:extLst>
              <a:ext uri="{FF2B5EF4-FFF2-40B4-BE49-F238E27FC236}">
                <a16:creationId xmlns:a16="http://schemas.microsoft.com/office/drawing/2014/main" id="{9BBE4E10-6219-4842-8222-EF0E0A36520A}"/>
              </a:ext>
            </a:extLst>
          </p:cNvPr>
          <p:cNvSpPr>
            <a:spLocks noGrp="1"/>
          </p:cNvSpPr>
          <p:nvPr/>
        </p:nvSpPr>
        <p:spPr>
          <a:xfrm>
            <a:off x="3841389" y="3679042"/>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1711" name="03_assume_matched_7008">
            <a:extLst>
              <a:ext uri="{FF2B5EF4-FFF2-40B4-BE49-F238E27FC236}">
                <a16:creationId xmlns:a16="http://schemas.microsoft.com/office/drawing/2014/main" id="{9C39CA2A-3D2A-454C-84E1-554D51B7EC60}"/>
              </a:ext>
            </a:extLst>
          </p:cNvPr>
          <p:cNvSpPr>
            <a:spLocks noGrp="1"/>
          </p:cNvSpPr>
          <p:nvPr/>
        </p:nvSpPr>
        <p:spPr>
          <a:xfrm>
            <a:off x="4143144" y="3708285"/>
            <a:ext cx="196140" cy="584869"/>
          </a:xfrm>
          <a:custGeom>
            <a:avLst/>
            <a:gdLst/>
            <a:ahLst/>
            <a:cxnLst/>
            <a:rect l="0" t="0" r="0" b="0"/>
            <a:pathLst>
              <a:path w="196140" h="584869">
                <a:moveTo>
                  <a:pt x="196140" y="584869"/>
                </a:moveTo>
                <a:lnTo>
                  <a:pt x="0" y="584869"/>
                </a:lnTo>
                <a:lnTo>
                  <a:pt x="1066" y="579995"/>
                </a:lnTo>
                <a:lnTo>
                  <a:pt x="4192" y="575121"/>
                </a:lnTo>
                <a:lnTo>
                  <a:pt x="9169" y="570247"/>
                </a:lnTo>
                <a:lnTo>
                  <a:pt x="15679" y="565373"/>
                </a:lnTo>
                <a:lnTo>
                  <a:pt x="23320" y="560500"/>
                </a:lnTo>
                <a:lnTo>
                  <a:pt x="31659" y="555626"/>
                </a:lnTo>
                <a:lnTo>
                  <a:pt x="40261" y="550752"/>
                </a:lnTo>
                <a:lnTo>
                  <a:pt x="48733" y="545878"/>
                </a:lnTo>
                <a:lnTo>
                  <a:pt x="56749" y="541004"/>
                </a:lnTo>
                <a:lnTo>
                  <a:pt x="64064" y="536130"/>
                </a:lnTo>
                <a:lnTo>
                  <a:pt x="70519" y="531256"/>
                </a:lnTo>
                <a:lnTo>
                  <a:pt x="76036" y="526382"/>
                </a:lnTo>
                <a:lnTo>
                  <a:pt x="80607" y="521508"/>
                </a:lnTo>
                <a:lnTo>
                  <a:pt x="84275" y="516634"/>
                </a:lnTo>
                <a:lnTo>
                  <a:pt x="87116" y="511760"/>
                </a:lnTo>
                <a:lnTo>
                  <a:pt x="89226" y="506887"/>
                </a:lnTo>
                <a:lnTo>
                  <a:pt x="90708" y="502013"/>
                </a:lnTo>
                <a:lnTo>
                  <a:pt x="91660" y="497139"/>
                </a:lnTo>
                <a:lnTo>
                  <a:pt x="92175" y="492265"/>
                </a:lnTo>
                <a:lnTo>
                  <a:pt x="92335" y="487391"/>
                </a:lnTo>
                <a:lnTo>
                  <a:pt x="92212" y="482517"/>
                </a:lnTo>
                <a:lnTo>
                  <a:pt x="91873" y="477643"/>
                </a:lnTo>
                <a:lnTo>
                  <a:pt x="91378" y="472769"/>
                </a:lnTo>
                <a:lnTo>
                  <a:pt x="90780" y="467895"/>
                </a:lnTo>
                <a:lnTo>
                  <a:pt x="90131" y="463021"/>
                </a:lnTo>
                <a:lnTo>
                  <a:pt x="89475" y="458147"/>
                </a:lnTo>
                <a:lnTo>
                  <a:pt x="88852" y="453274"/>
                </a:lnTo>
                <a:lnTo>
                  <a:pt x="88293" y="448400"/>
                </a:lnTo>
                <a:lnTo>
                  <a:pt x="87822" y="443526"/>
                </a:lnTo>
                <a:lnTo>
                  <a:pt x="87453" y="438652"/>
                </a:lnTo>
                <a:lnTo>
                  <a:pt x="87191" y="433778"/>
                </a:lnTo>
                <a:lnTo>
                  <a:pt x="87033" y="428904"/>
                </a:lnTo>
                <a:lnTo>
                  <a:pt x="86970" y="424030"/>
                </a:lnTo>
                <a:lnTo>
                  <a:pt x="86987" y="419156"/>
                </a:lnTo>
                <a:lnTo>
                  <a:pt x="87070" y="414282"/>
                </a:lnTo>
                <a:lnTo>
                  <a:pt x="87203" y="409408"/>
                </a:lnTo>
                <a:lnTo>
                  <a:pt x="87371" y="404534"/>
                </a:lnTo>
                <a:lnTo>
                  <a:pt x="87563" y="399661"/>
                </a:lnTo>
                <a:lnTo>
                  <a:pt x="87767" y="394787"/>
                </a:lnTo>
                <a:lnTo>
                  <a:pt x="87973" y="389913"/>
                </a:lnTo>
                <a:lnTo>
                  <a:pt x="88170" y="385039"/>
                </a:lnTo>
                <a:lnTo>
                  <a:pt x="88343" y="380165"/>
                </a:lnTo>
                <a:lnTo>
                  <a:pt x="88474" y="375291"/>
                </a:lnTo>
                <a:lnTo>
                  <a:pt x="88542" y="370417"/>
                </a:lnTo>
                <a:lnTo>
                  <a:pt x="88518" y="365543"/>
                </a:lnTo>
                <a:lnTo>
                  <a:pt x="88374" y="360669"/>
                </a:lnTo>
                <a:lnTo>
                  <a:pt x="88081" y="355795"/>
                </a:lnTo>
                <a:lnTo>
                  <a:pt x="87614" y="350921"/>
                </a:lnTo>
                <a:lnTo>
                  <a:pt x="86954" y="346048"/>
                </a:lnTo>
                <a:lnTo>
                  <a:pt x="86096" y="341174"/>
                </a:lnTo>
                <a:lnTo>
                  <a:pt x="85050" y="336300"/>
                </a:lnTo>
                <a:lnTo>
                  <a:pt x="83845" y="331426"/>
                </a:lnTo>
                <a:lnTo>
                  <a:pt x="82530" y="326552"/>
                </a:lnTo>
                <a:lnTo>
                  <a:pt x="81173" y="321678"/>
                </a:lnTo>
                <a:lnTo>
                  <a:pt x="79853" y="316804"/>
                </a:lnTo>
                <a:lnTo>
                  <a:pt x="78662" y="311930"/>
                </a:lnTo>
                <a:lnTo>
                  <a:pt x="77690" y="307056"/>
                </a:lnTo>
                <a:lnTo>
                  <a:pt x="77019" y="302182"/>
                </a:lnTo>
                <a:lnTo>
                  <a:pt x="76713" y="297308"/>
                </a:lnTo>
                <a:lnTo>
                  <a:pt x="76813" y="292435"/>
                </a:lnTo>
                <a:lnTo>
                  <a:pt x="77333" y="287561"/>
                </a:lnTo>
                <a:lnTo>
                  <a:pt x="78254" y="282687"/>
                </a:lnTo>
                <a:lnTo>
                  <a:pt x="79531" y="277813"/>
                </a:lnTo>
                <a:lnTo>
                  <a:pt x="81096" y="272939"/>
                </a:lnTo>
                <a:lnTo>
                  <a:pt x="82864" y="268065"/>
                </a:lnTo>
                <a:lnTo>
                  <a:pt x="84745" y="263191"/>
                </a:lnTo>
                <a:lnTo>
                  <a:pt x="86650" y="258317"/>
                </a:lnTo>
                <a:lnTo>
                  <a:pt x="88499" y="253443"/>
                </a:lnTo>
                <a:lnTo>
                  <a:pt x="90227" y="248569"/>
                </a:lnTo>
                <a:lnTo>
                  <a:pt x="91786" y="243695"/>
                </a:lnTo>
                <a:lnTo>
                  <a:pt x="93148" y="238822"/>
                </a:lnTo>
                <a:lnTo>
                  <a:pt x="94301" y="233948"/>
                </a:lnTo>
                <a:lnTo>
                  <a:pt x="95249" y="229074"/>
                </a:lnTo>
                <a:lnTo>
                  <a:pt x="96006" y="224200"/>
                </a:lnTo>
                <a:lnTo>
                  <a:pt x="96593" y="219326"/>
                </a:lnTo>
                <a:lnTo>
                  <a:pt x="97038" y="214452"/>
                </a:lnTo>
                <a:lnTo>
                  <a:pt x="97365" y="209578"/>
                </a:lnTo>
                <a:lnTo>
                  <a:pt x="97599" y="204704"/>
                </a:lnTo>
                <a:lnTo>
                  <a:pt x="97762" y="199830"/>
                </a:lnTo>
                <a:lnTo>
                  <a:pt x="97874" y="194956"/>
                </a:lnTo>
                <a:lnTo>
                  <a:pt x="97948" y="190082"/>
                </a:lnTo>
                <a:lnTo>
                  <a:pt x="97996" y="185209"/>
                </a:lnTo>
                <a:lnTo>
                  <a:pt x="98026" y="180335"/>
                </a:lnTo>
                <a:lnTo>
                  <a:pt x="98044" y="175461"/>
                </a:lnTo>
                <a:lnTo>
                  <a:pt x="98055" y="170587"/>
                </a:lnTo>
                <a:lnTo>
                  <a:pt x="98062" y="165713"/>
                </a:lnTo>
                <a:lnTo>
                  <a:pt x="98066" y="160839"/>
                </a:lnTo>
                <a:lnTo>
                  <a:pt x="98068" y="155965"/>
                </a:lnTo>
                <a:lnTo>
                  <a:pt x="98069"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1" y="146217"/>
                </a:lnTo>
                <a:lnTo>
                  <a:pt x="98071" y="151091"/>
                </a:lnTo>
                <a:lnTo>
                  <a:pt x="98073" y="155965"/>
                </a:lnTo>
                <a:lnTo>
                  <a:pt x="98075" y="160839"/>
                </a:lnTo>
                <a:lnTo>
                  <a:pt x="98078" y="165713"/>
                </a:lnTo>
                <a:lnTo>
                  <a:pt x="98085" y="170587"/>
                </a:lnTo>
                <a:lnTo>
                  <a:pt x="98096" y="175461"/>
                </a:lnTo>
                <a:lnTo>
                  <a:pt x="98115" y="180335"/>
                </a:lnTo>
                <a:lnTo>
                  <a:pt x="98145" y="185209"/>
                </a:lnTo>
                <a:lnTo>
                  <a:pt x="98193" y="190082"/>
                </a:lnTo>
                <a:lnTo>
                  <a:pt x="98267" y="194956"/>
                </a:lnTo>
                <a:lnTo>
                  <a:pt x="98378" y="199830"/>
                </a:lnTo>
                <a:lnTo>
                  <a:pt x="98541" y="204704"/>
                </a:lnTo>
                <a:lnTo>
                  <a:pt x="98776" y="209578"/>
                </a:lnTo>
                <a:lnTo>
                  <a:pt x="99103" y="214452"/>
                </a:lnTo>
                <a:lnTo>
                  <a:pt x="99547" y="219326"/>
                </a:lnTo>
                <a:lnTo>
                  <a:pt x="100135" y="224200"/>
                </a:lnTo>
                <a:lnTo>
                  <a:pt x="100892" y="229074"/>
                </a:lnTo>
                <a:lnTo>
                  <a:pt x="101839" y="233948"/>
                </a:lnTo>
                <a:lnTo>
                  <a:pt x="102992" y="238822"/>
                </a:lnTo>
                <a:lnTo>
                  <a:pt x="104354" y="243695"/>
                </a:lnTo>
                <a:lnTo>
                  <a:pt x="105913" y="248569"/>
                </a:lnTo>
                <a:lnTo>
                  <a:pt x="107641" y="253443"/>
                </a:lnTo>
                <a:lnTo>
                  <a:pt x="109490" y="258317"/>
                </a:lnTo>
                <a:lnTo>
                  <a:pt x="111395" y="263191"/>
                </a:lnTo>
                <a:lnTo>
                  <a:pt x="113277" y="268065"/>
                </a:lnTo>
                <a:lnTo>
                  <a:pt x="115045" y="272939"/>
                </a:lnTo>
                <a:lnTo>
                  <a:pt x="116609" y="277813"/>
                </a:lnTo>
                <a:lnTo>
                  <a:pt x="117886" y="282687"/>
                </a:lnTo>
                <a:lnTo>
                  <a:pt x="118807" y="287561"/>
                </a:lnTo>
                <a:lnTo>
                  <a:pt x="119327" y="292435"/>
                </a:lnTo>
                <a:lnTo>
                  <a:pt x="119428" y="297308"/>
                </a:lnTo>
                <a:lnTo>
                  <a:pt x="119122" y="302182"/>
                </a:lnTo>
                <a:lnTo>
                  <a:pt x="118450" y="307056"/>
                </a:lnTo>
                <a:lnTo>
                  <a:pt x="117478" y="311930"/>
                </a:lnTo>
                <a:lnTo>
                  <a:pt x="116287" y="316804"/>
                </a:lnTo>
                <a:lnTo>
                  <a:pt x="114968" y="321678"/>
                </a:lnTo>
                <a:lnTo>
                  <a:pt x="113610" y="326552"/>
                </a:lnTo>
                <a:lnTo>
                  <a:pt x="112295" y="331426"/>
                </a:lnTo>
                <a:lnTo>
                  <a:pt x="111091" y="336300"/>
                </a:lnTo>
                <a:lnTo>
                  <a:pt x="110045" y="341174"/>
                </a:lnTo>
                <a:lnTo>
                  <a:pt x="109186" y="346048"/>
                </a:lnTo>
                <a:lnTo>
                  <a:pt x="108526" y="350921"/>
                </a:lnTo>
                <a:lnTo>
                  <a:pt x="108059" y="355795"/>
                </a:lnTo>
                <a:lnTo>
                  <a:pt x="107766" y="360669"/>
                </a:lnTo>
                <a:lnTo>
                  <a:pt x="107622" y="365543"/>
                </a:lnTo>
                <a:lnTo>
                  <a:pt x="107599" y="370417"/>
                </a:lnTo>
                <a:lnTo>
                  <a:pt x="107666" y="375291"/>
                </a:lnTo>
                <a:lnTo>
                  <a:pt x="107797" y="380165"/>
                </a:lnTo>
                <a:lnTo>
                  <a:pt x="107970" y="385039"/>
                </a:lnTo>
                <a:lnTo>
                  <a:pt x="108167" y="389913"/>
                </a:lnTo>
                <a:lnTo>
                  <a:pt x="108373" y="394787"/>
                </a:lnTo>
                <a:lnTo>
                  <a:pt x="108577" y="399661"/>
                </a:lnTo>
                <a:lnTo>
                  <a:pt x="108769" y="404534"/>
                </a:lnTo>
                <a:lnTo>
                  <a:pt x="108938" y="409408"/>
                </a:lnTo>
                <a:lnTo>
                  <a:pt x="109070" y="414282"/>
                </a:lnTo>
                <a:lnTo>
                  <a:pt x="109153" y="419156"/>
                </a:lnTo>
                <a:lnTo>
                  <a:pt x="109171" y="424030"/>
                </a:lnTo>
                <a:lnTo>
                  <a:pt x="109107" y="428904"/>
                </a:lnTo>
                <a:lnTo>
                  <a:pt x="108949" y="433778"/>
                </a:lnTo>
                <a:lnTo>
                  <a:pt x="108687" y="438652"/>
                </a:lnTo>
                <a:lnTo>
                  <a:pt x="108318" y="443526"/>
                </a:lnTo>
                <a:lnTo>
                  <a:pt x="107847" y="448400"/>
                </a:lnTo>
                <a:lnTo>
                  <a:pt x="107288" y="453274"/>
                </a:lnTo>
                <a:lnTo>
                  <a:pt x="106665" y="458147"/>
                </a:lnTo>
                <a:lnTo>
                  <a:pt x="106009" y="463021"/>
                </a:lnTo>
                <a:lnTo>
                  <a:pt x="105360" y="467895"/>
                </a:lnTo>
                <a:lnTo>
                  <a:pt x="104763" y="472769"/>
                </a:lnTo>
                <a:lnTo>
                  <a:pt x="104267" y="477643"/>
                </a:lnTo>
                <a:lnTo>
                  <a:pt x="103928" y="482517"/>
                </a:lnTo>
                <a:lnTo>
                  <a:pt x="103806" y="487391"/>
                </a:lnTo>
                <a:lnTo>
                  <a:pt x="103965" y="492265"/>
                </a:lnTo>
                <a:lnTo>
                  <a:pt x="104480" y="497139"/>
                </a:lnTo>
                <a:lnTo>
                  <a:pt x="105432" y="502013"/>
                </a:lnTo>
                <a:lnTo>
                  <a:pt x="106914" y="506887"/>
                </a:lnTo>
                <a:lnTo>
                  <a:pt x="109024" y="511760"/>
                </a:lnTo>
                <a:lnTo>
                  <a:pt x="111865" y="516634"/>
                </a:lnTo>
                <a:lnTo>
                  <a:pt x="115533" y="521508"/>
                </a:lnTo>
                <a:lnTo>
                  <a:pt x="120104" y="526382"/>
                </a:lnTo>
                <a:lnTo>
                  <a:pt x="125622" y="531256"/>
                </a:lnTo>
                <a:lnTo>
                  <a:pt x="132077" y="536130"/>
                </a:lnTo>
                <a:lnTo>
                  <a:pt x="139391" y="541004"/>
                </a:lnTo>
                <a:lnTo>
                  <a:pt x="147407" y="545878"/>
                </a:lnTo>
                <a:lnTo>
                  <a:pt x="155880" y="550752"/>
                </a:lnTo>
                <a:lnTo>
                  <a:pt x="164482" y="555626"/>
                </a:lnTo>
                <a:lnTo>
                  <a:pt x="172820" y="560500"/>
                </a:lnTo>
                <a:lnTo>
                  <a:pt x="180462" y="565373"/>
                </a:lnTo>
                <a:lnTo>
                  <a:pt x="186971" y="570247"/>
                </a:lnTo>
                <a:lnTo>
                  <a:pt x="191949" y="575121"/>
                </a:lnTo>
                <a:lnTo>
                  <a:pt x="195074"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1712" name="03_assume_matched_7009">
            <a:extLst>
              <a:ext uri="{FF2B5EF4-FFF2-40B4-BE49-F238E27FC236}">
                <a16:creationId xmlns:a16="http://schemas.microsoft.com/office/drawing/2014/main" id="{BCFF7C4B-65E6-45C1-BF9A-25585FEFCA31}"/>
              </a:ext>
            </a:extLst>
          </p:cNvPr>
          <p:cNvSpPr>
            <a:spLocks noGrp="1"/>
          </p:cNvSpPr>
          <p:nvPr/>
        </p:nvSpPr>
        <p:spPr>
          <a:xfrm>
            <a:off x="4520337" y="3708285"/>
            <a:ext cx="196140" cy="584869"/>
          </a:xfrm>
          <a:custGeom>
            <a:avLst/>
            <a:gdLst/>
            <a:ahLst/>
            <a:cxnLst/>
            <a:rect l="0" t="0" r="0" b="0"/>
            <a:pathLst>
              <a:path w="196140" h="584869">
                <a:moveTo>
                  <a:pt x="186270" y="584869"/>
                </a:moveTo>
                <a:lnTo>
                  <a:pt x="9870" y="584869"/>
                </a:lnTo>
                <a:lnTo>
                  <a:pt x="10828" y="579995"/>
                </a:lnTo>
                <a:lnTo>
                  <a:pt x="13638" y="575121"/>
                </a:lnTo>
                <a:lnTo>
                  <a:pt x="18111" y="570247"/>
                </a:lnTo>
                <a:lnTo>
                  <a:pt x="23958" y="565373"/>
                </a:lnTo>
                <a:lnTo>
                  <a:pt x="30816" y="560500"/>
                </a:lnTo>
                <a:lnTo>
                  <a:pt x="38292" y="555626"/>
                </a:lnTo>
                <a:lnTo>
                  <a:pt x="45997" y="550752"/>
                </a:lnTo>
                <a:lnTo>
                  <a:pt x="53576" y="545878"/>
                </a:lnTo>
                <a:lnTo>
                  <a:pt x="60737" y="541004"/>
                </a:lnTo>
                <a:lnTo>
                  <a:pt x="67262" y="536130"/>
                </a:lnTo>
                <a:lnTo>
                  <a:pt x="73013" y="531256"/>
                </a:lnTo>
                <a:lnTo>
                  <a:pt x="77923" y="526382"/>
                </a:lnTo>
                <a:lnTo>
                  <a:pt x="81987" y="521508"/>
                </a:lnTo>
                <a:lnTo>
                  <a:pt x="85245" y="516634"/>
                </a:lnTo>
                <a:lnTo>
                  <a:pt x="87767" y="511760"/>
                </a:lnTo>
                <a:lnTo>
                  <a:pt x="89639" y="506887"/>
                </a:lnTo>
                <a:lnTo>
                  <a:pt x="90949" y="502013"/>
                </a:lnTo>
                <a:lnTo>
                  <a:pt x="91782" y="497139"/>
                </a:lnTo>
                <a:lnTo>
                  <a:pt x="92214" y="492265"/>
                </a:lnTo>
                <a:lnTo>
                  <a:pt x="92315" y="487391"/>
                </a:lnTo>
                <a:lnTo>
                  <a:pt x="92145" y="482517"/>
                </a:lnTo>
                <a:lnTo>
                  <a:pt x="91757" y="477643"/>
                </a:lnTo>
                <a:lnTo>
                  <a:pt x="91202" y="472769"/>
                </a:lnTo>
                <a:lnTo>
                  <a:pt x="90529" y="467895"/>
                </a:lnTo>
                <a:lnTo>
                  <a:pt x="89783" y="463021"/>
                </a:lnTo>
                <a:lnTo>
                  <a:pt x="89009" y="458147"/>
                </a:lnTo>
                <a:lnTo>
                  <a:pt x="88248" y="453274"/>
                </a:lnTo>
                <a:lnTo>
                  <a:pt x="87537" y="448400"/>
                </a:lnTo>
                <a:lnTo>
                  <a:pt x="86905" y="443526"/>
                </a:lnTo>
                <a:lnTo>
                  <a:pt x="86377" y="438652"/>
                </a:lnTo>
                <a:lnTo>
                  <a:pt x="85968" y="433778"/>
                </a:lnTo>
                <a:lnTo>
                  <a:pt x="85688" y="428904"/>
                </a:lnTo>
                <a:lnTo>
                  <a:pt x="85540" y="424030"/>
                </a:lnTo>
                <a:lnTo>
                  <a:pt x="85523" y="419156"/>
                </a:lnTo>
                <a:lnTo>
                  <a:pt x="85633" y="414282"/>
                </a:lnTo>
                <a:lnTo>
                  <a:pt x="85863" y="409408"/>
                </a:lnTo>
                <a:lnTo>
                  <a:pt x="86207" y="404534"/>
                </a:lnTo>
                <a:lnTo>
                  <a:pt x="86655" y="399661"/>
                </a:lnTo>
                <a:lnTo>
                  <a:pt x="87197" y="394787"/>
                </a:lnTo>
                <a:lnTo>
                  <a:pt x="87819" y="389913"/>
                </a:lnTo>
                <a:lnTo>
                  <a:pt x="88503" y="385039"/>
                </a:lnTo>
                <a:lnTo>
                  <a:pt x="89225" y="380165"/>
                </a:lnTo>
                <a:lnTo>
                  <a:pt x="89958" y="375291"/>
                </a:lnTo>
                <a:lnTo>
                  <a:pt x="90669" y="370417"/>
                </a:lnTo>
                <a:lnTo>
                  <a:pt x="91322" y="365543"/>
                </a:lnTo>
                <a:lnTo>
                  <a:pt x="91882" y="360669"/>
                </a:lnTo>
                <a:lnTo>
                  <a:pt x="92315" y="355795"/>
                </a:lnTo>
                <a:lnTo>
                  <a:pt x="92592" y="350921"/>
                </a:lnTo>
                <a:lnTo>
                  <a:pt x="92693" y="346048"/>
                </a:lnTo>
                <a:lnTo>
                  <a:pt x="92610" y="341174"/>
                </a:lnTo>
                <a:lnTo>
                  <a:pt x="92347" y="336300"/>
                </a:lnTo>
                <a:lnTo>
                  <a:pt x="91921" y="331426"/>
                </a:lnTo>
                <a:lnTo>
                  <a:pt x="91364" y="326552"/>
                </a:lnTo>
                <a:lnTo>
                  <a:pt x="90720" y="321678"/>
                </a:lnTo>
                <a:lnTo>
                  <a:pt x="90038" y="316804"/>
                </a:lnTo>
                <a:lnTo>
                  <a:pt x="89378" y="311930"/>
                </a:lnTo>
                <a:lnTo>
                  <a:pt x="88796" y="307056"/>
                </a:lnTo>
                <a:lnTo>
                  <a:pt x="88342" y="302182"/>
                </a:lnTo>
                <a:lnTo>
                  <a:pt x="88061" y="297308"/>
                </a:lnTo>
                <a:lnTo>
                  <a:pt x="87979" y="292435"/>
                </a:lnTo>
                <a:lnTo>
                  <a:pt x="88109" y="287561"/>
                </a:lnTo>
                <a:lnTo>
                  <a:pt x="88445" y="282687"/>
                </a:lnTo>
                <a:lnTo>
                  <a:pt x="88967" y="277813"/>
                </a:lnTo>
                <a:lnTo>
                  <a:pt x="89639" y="272939"/>
                </a:lnTo>
                <a:lnTo>
                  <a:pt x="90418" y="268065"/>
                </a:lnTo>
                <a:lnTo>
                  <a:pt x="91254" y="263191"/>
                </a:lnTo>
                <a:lnTo>
                  <a:pt x="92098" y="258317"/>
                </a:lnTo>
                <a:lnTo>
                  <a:pt x="92905" y="253443"/>
                </a:lnTo>
                <a:lnTo>
                  <a:pt x="93638" y="248569"/>
                </a:lnTo>
                <a:lnTo>
                  <a:pt x="94268" y="243695"/>
                </a:lnTo>
                <a:lnTo>
                  <a:pt x="94778" y="238822"/>
                </a:lnTo>
                <a:lnTo>
                  <a:pt x="95162" y="233948"/>
                </a:lnTo>
                <a:lnTo>
                  <a:pt x="95421" y="229074"/>
                </a:lnTo>
                <a:lnTo>
                  <a:pt x="95567" y="224200"/>
                </a:lnTo>
                <a:lnTo>
                  <a:pt x="95616" y="219326"/>
                </a:lnTo>
                <a:lnTo>
                  <a:pt x="95588" y="214452"/>
                </a:lnTo>
                <a:lnTo>
                  <a:pt x="95506" y="209578"/>
                </a:lnTo>
                <a:lnTo>
                  <a:pt x="95393" y="204704"/>
                </a:lnTo>
                <a:lnTo>
                  <a:pt x="95269" y="199830"/>
                </a:lnTo>
                <a:lnTo>
                  <a:pt x="95155" y="194956"/>
                </a:lnTo>
                <a:lnTo>
                  <a:pt x="95066" y="190082"/>
                </a:lnTo>
                <a:lnTo>
                  <a:pt x="95015" y="185209"/>
                </a:lnTo>
                <a:lnTo>
                  <a:pt x="95010" y="180335"/>
                </a:lnTo>
                <a:lnTo>
                  <a:pt x="95054" y="175461"/>
                </a:lnTo>
                <a:lnTo>
                  <a:pt x="95149" y="170587"/>
                </a:lnTo>
                <a:lnTo>
                  <a:pt x="95289" y="165713"/>
                </a:lnTo>
                <a:lnTo>
                  <a:pt x="95469" y="160839"/>
                </a:lnTo>
                <a:lnTo>
                  <a:pt x="95678" y="155965"/>
                </a:lnTo>
                <a:lnTo>
                  <a:pt x="95904" y="151091"/>
                </a:lnTo>
                <a:lnTo>
                  <a:pt x="96136" y="146217"/>
                </a:lnTo>
                <a:lnTo>
                  <a:pt x="96360" y="141343"/>
                </a:lnTo>
                <a:lnTo>
                  <a:pt x="96562" y="136469"/>
                </a:lnTo>
                <a:lnTo>
                  <a:pt x="96729" y="131596"/>
                </a:lnTo>
                <a:lnTo>
                  <a:pt x="96848" y="126722"/>
                </a:lnTo>
                <a:lnTo>
                  <a:pt x="96905" y="121848"/>
                </a:lnTo>
                <a:lnTo>
                  <a:pt x="96883" y="116974"/>
                </a:lnTo>
                <a:lnTo>
                  <a:pt x="96767" y="112100"/>
                </a:lnTo>
                <a:lnTo>
                  <a:pt x="96533" y="107226"/>
                </a:lnTo>
                <a:lnTo>
                  <a:pt x="96152" y="102352"/>
                </a:lnTo>
                <a:lnTo>
                  <a:pt x="95589" y="97478"/>
                </a:lnTo>
                <a:lnTo>
                  <a:pt x="94794" y="92604"/>
                </a:lnTo>
                <a:lnTo>
                  <a:pt x="93707" y="87730"/>
                </a:lnTo>
                <a:lnTo>
                  <a:pt x="92252" y="82856"/>
                </a:lnTo>
                <a:lnTo>
                  <a:pt x="90340" y="77983"/>
                </a:lnTo>
                <a:lnTo>
                  <a:pt x="87870" y="73109"/>
                </a:lnTo>
                <a:lnTo>
                  <a:pt x="84737" y="68235"/>
                </a:lnTo>
                <a:lnTo>
                  <a:pt x="80839" y="63361"/>
                </a:lnTo>
                <a:lnTo>
                  <a:pt x="76094" y="58487"/>
                </a:lnTo>
                <a:lnTo>
                  <a:pt x="70452" y="53613"/>
                </a:lnTo>
                <a:lnTo>
                  <a:pt x="63916" y="48739"/>
                </a:lnTo>
                <a:lnTo>
                  <a:pt x="56557" y="43865"/>
                </a:lnTo>
                <a:lnTo>
                  <a:pt x="48526" y="38991"/>
                </a:lnTo>
                <a:lnTo>
                  <a:pt x="40063" y="34117"/>
                </a:lnTo>
                <a:lnTo>
                  <a:pt x="31486" y="29243"/>
                </a:lnTo>
                <a:lnTo>
                  <a:pt x="23184" y="24370"/>
                </a:lnTo>
                <a:lnTo>
                  <a:pt x="15582" y="19496"/>
                </a:lnTo>
                <a:lnTo>
                  <a:pt x="9111" y="14622"/>
                </a:lnTo>
                <a:lnTo>
                  <a:pt x="4164" y="9748"/>
                </a:lnTo>
                <a:lnTo>
                  <a:pt x="1059" y="4874"/>
                </a:lnTo>
                <a:lnTo>
                  <a:pt x="0" y="0"/>
                </a:lnTo>
                <a:lnTo>
                  <a:pt x="196140" y="0"/>
                </a:lnTo>
                <a:lnTo>
                  <a:pt x="196140" y="0"/>
                </a:lnTo>
                <a:lnTo>
                  <a:pt x="195081" y="4874"/>
                </a:lnTo>
                <a:lnTo>
                  <a:pt x="191976" y="9748"/>
                </a:lnTo>
                <a:lnTo>
                  <a:pt x="187030" y="14622"/>
                </a:lnTo>
                <a:lnTo>
                  <a:pt x="180558" y="19496"/>
                </a:lnTo>
                <a:lnTo>
                  <a:pt x="172957" y="24370"/>
                </a:lnTo>
                <a:lnTo>
                  <a:pt x="164654" y="29243"/>
                </a:lnTo>
                <a:lnTo>
                  <a:pt x="156078" y="34117"/>
                </a:lnTo>
                <a:lnTo>
                  <a:pt x="147614" y="38991"/>
                </a:lnTo>
                <a:lnTo>
                  <a:pt x="139584" y="43865"/>
                </a:lnTo>
                <a:lnTo>
                  <a:pt x="132224" y="48739"/>
                </a:lnTo>
                <a:lnTo>
                  <a:pt x="125688" y="53613"/>
                </a:lnTo>
                <a:lnTo>
                  <a:pt x="120046" y="58487"/>
                </a:lnTo>
                <a:lnTo>
                  <a:pt x="115301" y="63361"/>
                </a:lnTo>
                <a:lnTo>
                  <a:pt x="111404" y="68235"/>
                </a:lnTo>
                <a:lnTo>
                  <a:pt x="108270" y="73109"/>
                </a:lnTo>
                <a:lnTo>
                  <a:pt x="105801" y="77983"/>
                </a:lnTo>
                <a:lnTo>
                  <a:pt x="103888" y="82856"/>
                </a:lnTo>
                <a:lnTo>
                  <a:pt x="102434" y="87730"/>
                </a:lnTo>
                <a:lnTo>
                  <a:pt x="101346" y="92604"/>
                </a:lnTo>
                <a:lnTo>
                  <a:pt x="100552" y="97478"/>
                </a:lnTo>
                <a:lnTo>
                  <a:pt x="99988" y="102352"/>
                </a:lnTo>
                <a:lnTo>
                  <a:pt x="99608" y="107226"/>
                </a:lnTo>
                <a:lnTo>
                  <a:pt x="99373" y="112100"/>
                </a:lnTo>
                <a:lnTo>
                  <a:pt x="99257" y="116974"/>
                </a:lnTo>
                <a:lnTo>
                  <a:pt x="99236" y="121848"/>
                </a:lnTo>
                <a:lnTo>
                  <a:pt x="99292" y="126722"/>
                </a:lnTo>
                <a:lnTo>
                  <a:pt x="99411" y="131596"/>
                </a:lnTo>
                <a:lnTo>
                  <a:pt x="99579" y="136469"/>
                </a:lnTo>
                <a:lnTo>
                  <a:pt x="99781" y="141343"/>
                </a:lnTo>
                <a:lnTo>
                  <a:pt x="100004" y="146217"/>
                </a:lnTo>
                <a:lnTo>
                  <a:pt x="100236" y="151091"/>
                </a:lnTo>
                <a:lnTo>
                  <a:pt x="100463" y="155965"/>
                </a:lnTo>
                <a:lnTo>
                  <a:pt x="100671" y="160839"/>
                </a:lnTo>
                <a:lnTo>
                  <a:pt x="100851" y="165713"/>
                </a:lnTo>
                <a:lnTo>
                  <a:pt x="100991" y="170587"/>
                </a:lnTo>
                <a:lnTo>
                  <a:pt x="101086" y="175461"/>
                </a:lnTo>
                <a:lnTo>
                  <a:pt x="101131" y="180335"/>
                </a:lnTo>
                <a:lnTo>
                  <a:pt x="101125" y="185209"/>
                </a:lnTo>
                <a:lnTo>
                  <a:pt x="101074" y="190082"/>
                </a:lnTo>
                <a:lnTo>
                  <a:pt x="100985" y="194956"/>
                </a:lnTo>
                <a:lnTo>
                  <a:pt x="100871" y="199830"/>
                </a:lnTo>
                <a:lnTo>
                  <a:pt x="100748" y="204704"/>
                </a:lnTo>
                <a:lnTo>
                  <a:pt x="100634" y="209578"/>
                </a:lnTo>
                <a:lnTo>
                  <a:pt x="100552" y="214452"/>
                </a:lnTo>
                <a:lnTo>
                  <a:pt x="100524" y="219326"/>
                </a:lnTo>
                <a:lnTo>
                  <a:pt x="100573" y="224200"/>
                </a:lnTo>
                <a:lnTo>
                  <a:pt x="100719" y="229074"/>
                </a:lnTo>
                <a:lnTo>
                  <a:pt x="100978" y="233948"/>
                </a:lnTo>
                <a:lnTo>
                  <a:pt x="101362" y="238822"/>
                </a:lnTo>
                <a:lnTo>
                  <a:pt x="101872" y="243695"/>
                </a:lnTo>
                <a:lnTo>
                  <a:pt x="102502" y="248569"/>
                </a:lnTo>
                <a:lnTo>
                  <a:pt x="103235" y="253443"/>
                </a:lnTo>
                <a:lnTo>
                  <a:pt x="104042" y="258317"/>
                </a:lnTo>
                <a:lnTo>
                  <a:pt x="104886" y="263191"/>
                </a:lnTo>
                <a:lnTo>
                  <a:pt x="105722" y="268065"/>
                </a:lnTo>
                <a:lnTo>
                  <a:pt x="106501" y="272939"/>
                </a:lnTo>
                <a:lnTo>
                  <a:pt x="107173" y="277813"/>
                </a:lnTo>
                <a:lnTo>
                  <a:pt x="107695" y="282687"/>
                </a:lnTo>
                <a:lnTo>
                  <a:pt x="108031" y="287561"/>
                </a:lnTo>
                <a:lnTo>
                  <a:pt x="108161" y="292435"/>
                </a:lnTo>
                <a:lnTo>
                  <a:pt x="108079" y="297308"/>
                </a:lnTo>
                <a:lnTo>
                  <a:pt x="107798" y="302182"/>
                </a:lnTo>
                <a:lnTo>
                  <a:pt x="107345" y="307056"/>
                </a:lnTo>
                <a:lnTo>
                  <a:pt x="106762" y="311930"/>
                </a:lnTo>
                <a:lnTo>
                  <a:pt x="106102" y="316804"/>
                </a:lnTo>
                <a:lnTo>
                  <a:pt x="105421" y="321678"/>
                </a:lnTo>
                <a:lnTo>
                  <a:pt x="104776" y="326552"/>
                </a:lnTo>
                <a:lnTo>
                  <a:pt x="104219" y="331426"/>
                </a:lnTo>
                <a:lnTo>
                  <a:pt x="103793" y="336300"/>
                </a:lnTo>
                <a:lnTo>
                  <a:pt x="103530" y="341174"/>
                </a:lnTo>
                <a:lnTo>
                  <a:pt x="103447" y="346048"/>
                </a:lnTo>
                <a:lnTo>
                  <a:pt x="103549" y="350921"/>
                </a:lnTo>
                <a:lnTo>
                  <a:pt x="103826" y="355795"/>
                </a:lnTo>
                <a:lnTo>
                  <a:pt x="104258" y="360669"/>
                </a:lnTo>
                <a:lnTo>
                  <a:pt x="104818" y="365543"/>
                </a:lnTo>
                <a:lnTo>
                  <a:pt x="105471" y="370417"/>
                </a:lnTo>
                <a:lnTo>
                  <a:pt x="106182" y="375291"/>
                </a:lnTo>
                <a:lnTo>
                  <a:pt x="106915" y="380165"/>
                </a:lnTo>
                <a:lnTo>
                  <a:pt x="107638" y="385039"/>
                </a:lnTo>
                <a:lnTo>
                  <a:pt x="108321" y="389913"/>
                </a:lnTo>
                <a:lnTo>
                  <a:pt x="108943" y="394787"/>
                </a:lnTo>
                <a:lnTo>
                  <a:pt x="109485" y="399661"/>
                </a:lnTo>
                <a:lnTo>
                  <a:pt x="109934" y="404534"/>
                </a:lnTo>
                <a:lnTo>
                  <a:pt x="110277" y="409408"/>
                </a:lnTo>
                <a:lnTo>
                  <a:pt x="110508" y="414282"/>
                </a:lnTo>
                <a:lnTo>
                  <a:pt x="110617" y="419156"/>
                </a:lnTo>
                <a:lnTo>
                  <a:pt x="110600" y="424030"/>
                </a:lnTo>
                <a:lnTo>
                  <a:pt x="110452" y="428904"/>
                </a:lnTo>
                <a:lnTo>
                  <a:pt x="110172" y="433778"/>
                </a:lnTo>
                <a:lnTo>
                  <a:pt x="109764" y="438652"/>
                </a:lnTo>
                <a:lnTo>
                  <a:pt x="109235" y="443526"/>
                </a:lnTo>
                <a:lnTo>
                  <a:pt x="108604" y="448400"/>
                </a:lnTo>
                <a:lnTo>
                  <a:pt x="107892" y="453274"/>
                </a:lnTo>
                <a:lnTo>
                  <a:pt x="107131" y="458147"/>
                </a:lnTo>
                <a:lnTo>
                  <a:pt x="106357" y="463021"/>
                </a:lnTo>
                <a:lnTo>
                  <a:pt x="105611" y="467895"/>
                </a:lnTo>
                <a:lnTo>
                  <a:pt x="104938" y="472769"/>
                </a:lnTo>
                <a:lnTo>
                  <a:pt x="104383" y="477643"/>
                </a:lnTo>
                <a:lnTo>
                  <a:pt x="103996" y="482517"/>
                </a:lnTo>
                <a:lnTo>
                  <a:pt x="103825" y="487391"/>
                </a:lnTo>
                <a:lnTo>
                  <a:pt x="103926" y="492265"/>
                </a:lnTo>
                <a:lnTo>
                  <a:pt x="104359" y="497139"/>
                </a:lnTo>
                <a:lnTo>
                  <a:pt x="105192" y="502013"/>
                </a:lnTo>
                <a:lnTo>
                  <a:pt x="106501" y="506887"/>
                </a:lnTo>
                <a:lnTo>
                  <a:pt x="108373" y="511760"/>
                </a:lnTo>
                <a:lnTo>
                  <a:pt x="110896" y="516634"/>
                </a:lnTo>
                <a:lnTo>
                  <a:pt x="114154" y="521508"/>
                </a:lnTo>
                <a:lnTo>
                  <a:pt x="118217" y="526382"/>
                </a:lnTo>
                <a:lnTo>
                  <a:pt x="123127" y="531256"/>
                </a:lnTo>
                <a:lnTo>
                  <a:pt x="128878" y="536130"/>
                </a:lnTo>
                <a:lnTo>
                  <a:pt x="135404" y="541004"/>
                </a:lnTo>
                <a:lnTo>
                  <a:pt x="142565" y="545878"/>
                </a:lnTo>
                <a:lnTo>
                  <a:pt x="150144" y="550752"/>
                </a:lnTo>
                <a:lnTo>
                  <a:pt x="157848" y="555626"/>
                </a:lnTo>
                <a:lnTo>
                  <a:pt x="165325" y="560500"/>
                </a:lnTo>
                <a:lnTo>
                  <a:pt x="172183" y="565373"/>
                </a:lnTo>
                <a:lnTo>
                  <a:pt x="178029" y="570247"/>
                </a:lnTo>
                <a:lnTo>
                  <a:pt x="182502" y="575121"/>
                </a:lnTo>
                <a:lnTo>
                  <a:pt x="185312" y="579995"/>
                </a:lnTo>
                <a:lnTo>
                  <a:pt x="186270" y="584869"/>
                </a:lnTo>
                <a:lnTo>
                  <a:pt x="186270" y="584869"/>
                </a:lnTo>
                <a:close/>
              </a:path>
            </a:pathLst>
          </a:custGeom>
          <a:solidFill>
            <a:srgbClr val="596BC0">
              <a:alpha val="12000"/>
            </a:srgbClr>
          </a:solidFill>
          <a:ln w="6985">
            <a:solidFill>
              <a:srgbClr val="596BC0">
                <a:alpha val="12000"/>
              </a:srgbClr>
            </a:solidFill>
            <a:prstDash val="solid"/>
          </a:ln>
        </p:spPr>
      </p:sp>
      <p:sp>
        <p:nvSpPr>
          <p:cNvPr id="1713" name="03_assume_matched_7010">
            <a:extLst>
              <a:ext uri="{FF2B5EF4-FFF2-40B4-BE49-F238E27FC236}">
                <a16:creationId xmlns:a16="http://schemas.microsoft.com/office/drawing/2014/main" id="{A1A70C7F-50DA-43D3-B970-E57BD6864F3C}"/>
              </a:ext>
            </a:extLst>
          </p:cNvPr>
          <p:cNvSpPr>
            <a:spLocks noGrp="1"/>
          </p:cNvSpPr>
          <p:nvPr/>
        </p:nvSpPr>
        <p:spPr>
          <a:xfrm>
            <a:off x="5274723" y="3708285"/>
            <a:ext cx="196140" cy="584869"/>
          </a:xfrm>
          <a:custGeom>
            <a:avLst/>
            <a:gdLst/>
            <a:ahLst/>
            <a:cxnLst/>
            <a:rect l="0" t="0" r="0" b="0"/>
            <a:pathLst>
              <a:path w="196140" h="584869">
                <a:moveTo>
                  <a:pt x="163019" y="584869"/>
                </a:moveTo>
                <a:lnTo>
                  <a:pt x="33121" y="584869"/>
                </a:lnTo>
                <a:lnTo>
                  <a:pt x="33820" y="579995"/>
                </a:lnTo>
                <a:lnTo>
                  <a:pt x="35869" y="575121"/>
                </a:lnTo>
                <a:lnTo>
                  <a:pt x="39130" y="570247"/>
                </a:lnTo>
                <a:lnTo>
                  <a:pt x="43390" y="565373"/>
                </a:lnTo>
                <a:lnTo>
                  <a:pt x="48387" y="560500"/>
                </a:lnTo>
                <a:lnTo>
                  <a:pt x="53830" y="555626"/>
                </a:lnTo>
                <a:lnTo>
                  <a:pt x="59436" y="550752"/>
                </a:lnTo>
                <a:lnTo>
                  <a:pt x="64944" y="545878"/>
                </a:lnTo>
                <a:lnTo>
                  <a:pt x="70139" y="541004"/>
                </a:lnTo>
                <a:lnTo>
                  <a:pt x="74863" y="536130"/>
                </a:lnTo>
                <a:lnTo>
                  <a:pt x="79010" y="531256"/>
                </a:lnTo>
                <a:lnTo>
                  <a:pt x="82530" y="526382"/>
                </a:lnTo>
                <a:lnTo>
                  <a:pt x="85419" y="521508"/>
                </a:lnTo>
                <a:lnTo>
                  <a:pt x="87703" y="516634"/>
                </a:lnTo>
                <a:lnTo>
                  <a:pt x="89433" y="511760"/>
                </a:lnTo>
                <a:lnTo>
                  <a:pt x="90671" y="506887"/>
                </a:lnTo>
                <a:lnTo>
                  <a:pt x="91481" y="502013"/>
                </a:lnTo>
                <a:lnTo>
                  <a:pt x="91927" y="497139"/>
                </a:lnTo>
                <a:lnTo>
                  <a:pt x="92070" y="492265"/>
                </a:lnTo>
                <a:lnTo>
                  <a:pt x="91962" y="487391"/>
                </a:lnTo>
                <a:lnTo>
                  <a:pt x="91652" y="482517"/>
                </a:lnTo>
                <a:lnTo>
                  <a:pt x="91186" y="477643"/>
                </a:lnTo>
                <a:lnTo>
                  <a:pt x="90604" y="472769"/>
                </a:lnTo>
                <a:lnTo>
                  <a:pt x="89944" y="467895"/>
                </a:lnTo>
                <a:lnTo>
                  <a:pt x="89241" y="463021"/>
                </a:lnTo>
                <a:lnTo>
                  <a:pt x="88528" y="458147"/>
                </a:lnTo>
                <a:lnTo>
                  <a:pt x="87832" y="453274"/>
                </a:lnTo>
                <a:lnTo>
                  <a:pt x="87176" y="448400"/>
                </a:lnTo>
                <a:lnTo>
                  <a:pt x="86578" y="443526"/>
                </a:lnTo>
                <a:lnTo>
                  <a:pt x="86051" y="438652"/>
                </a:lnTo>
                <a:lnTo>
                  <a:pt x="85605" y="433778"/>
                </a:lnTo>
                <a:lnTo>
                  <a:pt x="85246" y="428904"/>
                </a:lnTo>
                <a:lnTo>
                  <a:pt x="84980" y="424030"/>
                </a:lnTo>
                <a:lnTo>
                  <a:pt x="84812" y="419156"/>
                </a:lnTo>
                <a:lnTo>
                  <a:pt x="84748" y="414282"/>
                </a:lnTo>
                <a:lnTo>
                  <a:pt x="84795" y="409408"/>
                </a:lnTo>
                <a:lnTo>
                  <a:pt x="84961" y="404534"/>
                </a:lnTo>
                <a:lnTo>
                  <a:pt x="85251" y="399661"/>
                </a:lnTo>
                <a:lnTo>
                  <a:pt x="85668" y="394787"/>
                </a:lnTo>
                <a:lnTo>
                  <a:pt x="86207" y="389913"/>
                </a:lnTo>
                <a:lnTo>
                  <a:pt x="86857" y="385039"/>
                </a:lnTo>
                <a:lnTo>
                  <a:pt x="87598" y="380165"/>
                </a:lnTo>
                <a:lnTo>
                  <a:pt x="88400" y="375291"/>
                </a:lnTo>
                <a:lnTo>
                  <a:pt x="89227" y="370417"/>
                </a:lnTo>
                <a:lnTo>
                  <a:pt x="90036" y="365543"/>
                </a:lnTo>
                <a:lnTo>
                  <a:pt x="90782" y="360669"/>
                </a:lnTo>
                <a:lnTo>
                  <a:pt x="91425" y="355795"/>
                </a:lnTo>
                <a:lnTo>
                  <a:pt x="91928" y="350921"/>
                </a:lnTo>
                <a:lnTo>
                  <a:pt x="92262" y="346048"/>
                </a:lnTo>
                <a:lnTo>
                  <a:pt x="92415" y="341174"/>
                </a:lnTo>
                <a:lnTo>
                  <a:pt x="92383" y="336300"/>
                </a:lnTo>
                <a:lnTo>
                  <a:pt x="92182" y="331426"/>
                </a:lnTo>
                <a:lnTo>
                  <a:pt x="91837" y="326552"/>
                </a:lnTo>
                <a:lnTo>
                  <a:pt x="91389" y="321678"/>
                </a:lnTo>
                <a:lnTo>
                  <a:pt x="90885" y="316804"/>
                </a:lnTo>
                <a:lnTo>
                  <a:pt x="90378" y="311930"/>
                </a:lnTo>
                <a:lnTo>
                  <a:pt x="89923" y="307056"/>
                </a:lnTo>
                <a:lnTo>
                  <a:pt x="89567" y="302182"/>
                </a:lnTo>
                <a:lnTo>
                  <a:pt x="89350" y="297308"/>
                </a:lnTo>
                <a:lnTo>
                  <a:pt x="89302" y="292435"/>
                </a:lnTo>
                <a:lnTo>
                  <a:pt x="89434" y="287561"/>
                </a:lnTo>
                <a:lnTo>
                  <a:pt x="89746" y="282687"/>
                </a:lnTo>
                <a:lnTo>
                  <a:pt x="90222" y="277813"/>
                </a:lnTo>
                <a:lnTo>
                  <a:pt x="90835" y="272939"/>
                </a:lnTo>
                <a:lnTo>
                  <a:pt x="91549" y="268065"/>
                </a:lnTo>
                <a:lnTo>
                  <a:pt x="92325" y="263191"/>
                </a:lnTo>
                <a:lnTo>
                  <a:pt x="93122" y="258317"/>
                </a:lnTo>
                <a:lnTo>
                  <a:pt x="93906" y="253443"/>
                </a:lnTo>
                <a:lnTo>
                  <a:pt x="94644" y="248569"/>
                </a:lnTo>
                <a:lnTo>
                  <a:pt x="95316" y="243695"/>
                </a:lnTo>
                <a:lnTo>
                  <a:pt x="95906" y="238822"/>
                </a:lnTo>
                <a:lnTo>
                  <a:pt x="96408" y="233948"/>
                </a:lnTo>
                <a:lnTo>
                  <a:pt x="96823" y="229074"/>
                </a:lnTo>
                <a:lnTo>
                  <a:pt x="97155" y="224200"/>
                </a:lnTo>
                <a:lnTo>
                  <a:pt x="97414" y="219326"/>
                </a:lnTo>
                <a:lnTo>
                  <a:pt x="97611" y="214452"/>
                </a:lnTo>
                <a:lnTo>
                  <a:pt x="97756" y="209578"/>
                </a:lnTo>
                <a:lnTo>
                  <a:pt x="97860" y="204704"/>
                </a:lnTo>
                <a:lnTo>
                  <a:pt x="97932" y="199830"/>
                </a:lnTo>
                <a:lnTo>
                  <a:pt x="97982" y="194956"/>
                </a:lnTo>
                <a:lnTo>
                  <a:pt x="98015" y="190082"/>
                </a:lnTo>
                <a:lnTo>
                  <a:pt x="98037" y="185209"/>
                </a:lnTo>
                <a:lnTo>
                  <a:pt x="98050" y="180335"/>
                </a:lnTo>
                <a:lnTo>
                  <a:pt x="98058" y="175461"/>
                </a:lnTo>
                <a:lnTo>
                  <a:pt x="98063" y="170587"/>
                </a:lnTo>
                <a:lnTo>
                  <a:pt x="98066" y="165713"/>
                </a:lnTo>
                <a:lnTo>
                  <a:pt x="98068" y="160839"/>
                </a:lnTo>
                <a:lnTo>
                  <a:pt x="98068" y="155965"/>
                </a:lnTo>
                <a:lnTo>
                  <a:pt x="98068" y="151091"/>
                </a:lnTo>
                <a:lnTo>
                  <a:pt x="98066" y="146217"/>
                </a:lnTo>
                <a:lnTo>
                  <a:pt x="98063" y="141343"/>
                </a:lnTo>
                <a:lnTo>
                  <a:pt x="98057" y="136469"/>
                </a:lnTo>
                <a:lnTo>
                  <a:pt x="98046" y="131596"/>
                </a:lnTo>
                <a:lnTo>
                  <a:pt x="98026" y="126722"/>
                </a:lnTo>
                <a:lnTo>
                  <a:pt x="97991" y="121848"/>
                </a:lnTo>
                <a:lnTo>
                  <a:pt x="97932" y="116974"/>
                </a:lnTo>
                <a:lnTo>
                  <a:pt x="97834" y="112100"/>
                </a:lnTo>
                <a:lnTo>
                  <a:pt x="97676" y="107226"/>
                </a:lnTo>
                <a:lnTo>
                  <a:pt x="97427" y="102352"/>
                </a:lnTo>
                <a:lnTo>
                  <a:pt x="97045" y="97478"/>
                </a:lnTo>
                <a:lnTo>
                  <a:pt x="96471" y="92604"/>
                </a:lnTo>
                <a:lnTo>
                  <a:pt x="95633" y="87730"/>
                </a:lnTo>
                <a:lnTo>
                  <a:pt x="94439" y="82856"/>
                </a:lnTo>
                <a:lnTo>
                  <a:pt x="92780" y="77983"/>
                </a:lnTo>
                <a:lnTo>
                  <a:pt x="90538" y="73109"/>
                </a:lnTo>
                <a:lnTo>
                  <a:pt x="87586" y="68235"/>
                </a:lnTo>
                <a:lnTo>
                  <a:pt x="83806" y="63361"/>
                </a:lnTo>
                <a:lnTo>
                  <a:pt x="79101" y="58487"/>
                </a:lnTo>
                <a:lnTo>
                  <a:pt x="73411" y="53613"/>
                </a:lnTo>
                <a:lnTo>
                  <a:pt x="66736" y="48739"/>
                </a:lnTo>
                <a:lnTo>
                  <a:pt x="59153" y="43865"/>
                </a:lnTo>
                <a:lnTo>
                  <a:pt x="50823" y="38991"/>
                </a:lnTo>
                <a:lnTo>
                  <a:pt x="42004" y="34117"/>
                </a:lnTo>
                <a:lnTo>
                  <a:pt x="33039" y="29243"/>
                </a:lnTo>
                <a:lnTo>
                  <a:pt x="24342" y="24370"/>
                </a:lnTo>
                <a:lnTo>
                  <a:pt x="16367" y="19496"/>
                </a:lnTo>
                <a:lnTo>
                  <a:pt x="9573" y="14622"/>
                </a:lnTo>
                <a:lnTo>
                  <a:pt x="4376" y="9748"/>
                </a:lnTo>
                <a:lnTo>
                  <a:pt x="1113" y="4874"/>
                </a:lnTo>
                <a:lnTo>
                  <a:pt x="0" y="0"/>
                </a:lnTo>
                <a:lnTo>
                  <a:pt x="196140" y="0"/>
                </a:lnTo>
                <a:lnTo>
                  <a:pt x="196140" y="0"/>
                </a:lnTo>
                <a:lnTo>
                  <a:pt x="195028" y="4874"/>
                </a:lnTo>
                <a:lnTo>
                  <a:pt x="191764" y="9748"/>
                </a:lnTo>
                <a:lnTo>
                  <a:pt x="186568" y="14622"/>
                </a:lnTo>
                <a:lnTo>
                  <a:pt x="179773" y="19496"/>
                </a:lnTo>
                <a:lnTo>
                  <a:pt x="171799" y="24370"/>
                </a:lnTo>
                <a:lnTo>
                  <a:pt x="163102" y="29243"/>
                </a:lnTo>
                <a:lnTo>
                  <a:pt x="154137" y="34117"/>
                </a:lnTo>
                <a:lnTo>
                  <a:pt x="145317" y="38991"/>
                </a:lnTo>
                <a:lnTo>
                  <a:pt x="136988" y="43865"/>
                </a:lnTo>
                <a:lnTo>
                  <a:pt x="129404" y="48739"/>
                </a:lnTo>
                <a:lnTo>
                  <a:pt x="122730" y="53613"/>
                </a:lnTo>
                <a:lnTo>
                  <a:pt x="117040" y="58487"/>
                </a:lnTo>
                <a:lnTo>
                  <a:pt x="112334" y="63361"/>
                </a:lnTo>
                <a:lnTo>
                  <a:pt x="108554" y="68235"/>
                </a:lnTo>
                <a:lnTo>
                  <a:pt x="105603" y="73109"/>
                </a:lnTo>
                <a:lnTo>
                  <a:pt x="103360" y="77983"/>
                </a:lnTo>
                <a:lnTo>
                  <a:pt x="101702" y="82856"/>
                </a:lnTo>
                <a:lnTo>
                  <a:pt x="100507" y="87730"/>
                </a:lnTo>
                <a:lnTo>
                  <a:pt x="99669" y="92604"/>
                </a:lnTo>
                <a:lnTo>
                  <a:pt x="99095" y="97478"/>
                </a:lnTo>
                <a:lnTo>
                  <a:pt x="98713" y="102352"/>
                </a:lnTo>
                <a:lnTo>
                  <a:pt x="98464" y="107226"/>
                </a:lnTo>
                <a:lnTo>
                  <a:pt x="98306" y="112100"/>
                </a:lnTo>
                <a:lnTo>
                  <a:pt x="98208" y="116974"/>
                </a:lnTo>
                <a:lnTo>
                  <a:pt x="98149" y="121848"/>
                </a:lnTo>
                <a:lnTo>
                  <a:pt x="98114" y="126722"/>
                </a:lnTo>
                <a:lnTo>
                  <a:pt x="98094" y="131596"/>
                </a:lnTo>
                <a:lnTo>
                  <a:pt x="98083" y="136469"/>
                </a:lnTo>
                <a:lnTo>
                  <a:pt x="98077" y="141343"/>
                </a:lnTo>
                <a:lnTo>
                  <a:pt x="98074" y="146217"/>
                </a:lnTo>
                <a:lnTo>
                  <a:pt x="98072" y="151091"/>
                </a:lnTo>
                <a:lnTo>
                  <a:pt x="98072" y="155965"/>
                </a:lnTo>
                <a:lnTo>
                  <a:pt x="98073" y="160839"/>
                </a:lnTo>
                <a:lnTo>
                  <a:pt x="98074" y="165713"/>
                </a:lnTo>
                <a:lnTo>
                  <a:pt x="98077" y="170587"/>
                </a:lnTo>
                <a:lnTo>
                  <a:pt x="98082" y="175461"/>
                </a:lnTo>
                <a:lnTo>
                  <a:pt x="98090" y="180335"/>
                </a:lnTo>
                <a:lnTo>
                  <a:pt x="98104" y="185209"/>
                </a:lnTo>
                <a:lnTo>
                  <a:pt x="98125" y="190082"/>
                </a:lnTo>
                <a:lnTo>
                  <a:pt x="98158" y="194956"/>
                </a:lnTo>
                <a:lnTo>
                  <a:pt x="98208" y="199830"/>
                </a:lnTo>
                <a:lnTo>
                  <a:pt x="98281" y="204704"/>
                </a:lnTo>
                <a:lnTo>
                  <a:pt x="98385" y="209578"/>
                </a:lnTo>
                <a:lnTo>
                  <a:pt x="98530" y="214452"/>
                </a:lnTo>
                <a:lnTo>
                  <a:pt x="98726" y="219326"/>
                </a:lnTo>
                <a:lnTo>
                  <a:pt x="98985" y="224200"/>
                </a:lnTo>
                <a:lnTo>
                  <a:pt x="99318" y="229074"/>
                </a:lnTo>
                <a:lnTo>
                  <a:pt x="99732" y="233948"/>
                </a:lnTo>
                <a:lnTo>
                  <a:pt x="100235" y="238822"/>
                </a:lnTo>
                <a:lnTo>
                  <a:pt x="100825" y="243695"/>
                </a:lnTo>
                <a:lnTo>
                  <a:pt x="101496" y="248569"/>
                </a:lnTo>
                <a:lnTo>
                  <a:pt x="102235" y="253443"/>
                </a:lnTo>
                <a:lnTo>
                  <a:pt x="103018" y="258317"/>
                </a:lnTo>
                <a:lnTo>
                  <a:pt x="103816" y="263191"/>
                </a:lnTo>
                <a:lnTo>
                  <a:pt x="104591" y="268065"/>
                </a:lnTo>
                <a:lnTo>
                  <a:pt x="105305" y="272939"/>
                </a:lnTo>
                <a:lnTo>
                  <a:pt x="105918" y="277813"/>
                </a:lnTo>
                <a:lnTo>
                  <a:pt x="106394" y="282687"/>
                </a:lnTo>
                <a:lnTo>
                  <a:pt x="106706" y="287561"/>
                </a:lnTo>
                <a:lnTo>
                  <a:pt x="106839" y="292435"/>
                </a:lnTo>
                <a:lnTo>
                  <a:pt x="106790" y="297308"/>
                </a:lnTo>
                <a:lnTo>
                  <a:pt x="106574" y="302182"/>
                </a:lnTo>
                <a:lnTo>
                  <a:pt x="106218" y="307056"/>
                </a:lnTo>
                <a:lnTo>
                  <a:pt x="105762" y="311930"/>
                </a:lnTo>
                <a:lnTo>
                  <a:pt x="105256" y="316804"/>
                </a:lnTo>
                <a:lnTo>
                  <a:pt x="104752" y="321678"/>
                </a:lnTo>
                <a:lnTo>
                  <a:pt x="104303" y="326552"/>
                </a:lnTo>
                <a:lnTo>
                  <a:pt x="103959" y="331426"/>
                </a:lnTo>
                <a:lnTo>
                  <a:pt x="103757" y="336300"/>
                </a:lnTo>
                <a:lnTo>
                  <a:pt x="103726" y="341174"/>
                </a:lnTo>
                <a:lnTo>
                  <a:pt x="103878" y="346048"/>
                </a:lnTo>
                <a:lnTo>
                  <a:pt x="104213" y="350921"/>
                </a:lnTo>
                <a:lnTo>
                  <a:pt x="104715" y="355795"/>
                </a:lnTo>
                <a:lnTo>
                  <a:pt x="105358" y="360669"/>
                </a:lnTo>
                <a:lnTo>
                  <a:pt x="106105" y="365543"/>
                </a:lnTo>
                <a:lnTo>
                  <a:pt x="106913" y="370417"/>
                </a:lnTo>
                <a:lnTo>
                  <a:pt x="107740" y="375291"/>
                </a:lnTo>
                <a:lnTo>
                  <a:pt x="108542" y="380165"/>
                </a:lnTo>
                <a:lnTo>
                  <a:pt x="109283" y="385039"/>
                </a:lnTo>
                <a:lnTo>
                  <a:pt x="109933" y="389913"/>
                </a:lnTo>
                <a:lnTo>
                  <a:pt x="110473" y="394787"/>
                </a:lnTo>
                <a:lnTo>
                  <a:pt x="110889" y="399661"/>
                </a:lnTo>
                <a:lnTo>
                  <a:pt x="111180" y="404534"/>
                </a:lnTo>
                <a:lnTo>
                  <a:pt x="111345" y="409408"/>
                </a:lnTo>
                <a:lnTo>
                  <a:pt x="111393" y="414282"/>
                </a:lnTo>
                <a:lnTo>
                  <a:pt x="111328" y="419156"/>
                </a:lnTo>
                <a:lnTo>
                  <a:pt x="111160" y="424030"/>
                </a:lnTo>
                <a:lnTo>
                  <a:pt x="110894" y="428904"/>
                </a:lnTo>
                <a:lnTo>
                  <a:pt x="110535" y="433778"/>
                </a:lnTo>
                <a:lnTo>
                  <a:pt x="110089" y="438652"/>
                </a:lnTo>
                <a:lnTo>
                  <a:pt x="109563" y="443526"/>
                </a:lnTo>
                <a:lnTo>
                  <a:pt x="108965" y="448400"/>
                </a:lnTo>
                <a:lnTo>
                  <a:pt x="108309" y="453274"/>
                </a:lnTo>
                <a:lnTo>
                  <a:pt x="107613" y="458147"/>
                </a:lnTo>
                <a:lnTo>
                  <a:pt x="106899" y="463021"/>
                </a:lnTo>
                <a:lnTo>
                  <a:pt x="106197" y="467895"/>
                </a:lnTo>
                <a:lnTo>
                  <a:pt x="105537" y="472769"/>
                </a:lnTo>
                <a:lnTo>
                  <a:pt x="104954" y="477643"/>
                </a:lnTo>
                <a:lnTo>
                  <a:pt x="104488" y="482517"/>
                </a:lnTo>
                <a:lnTo>
                  <a:pt x="104179" y="487391"/>
                </a:lnTo>
                <a:lnTo>
                  <a:pt x="104071" y="492265"/>
                </a:lnTo>
                <a:lnTo>
                  <a:pt x="104213" y="497139"/>
                </a:lnTo>
                <a:lnTo>
                  <a:pt x="104660" y="502013"/>
                </a:lnTo>
                <a:lnTo>
                  <a:pt x="105470" y="506887"/>
                </a:lnTo>
                <a:lnTo>
                  <a:pt x="106707" y="511760"/>
                </a:lnTo>
                <a:lnTo>
                  <a:pt x="108437" y="516634"/>
                </a:lnTo>
                <a:lnTo>
                  <a:pt x="110721" y="521508"/>
                </a:lnTo>
                <a:lnTo>
                  <a:pt x="113610" y="526382"/>
                </a:lnTo>
                <a:lnTo>
                  <a:pt x="117131" y="531256"/>
                </a:lnTo>
                <a:lnTo>
                  <a:pt x="121278" y="536130"/>
                </a:lnTo>
                <a:lnTo>
                  <a:pt x="126001" y="541004"/>
                </a:lnTo>
                <a:lnTo>
                  <a:pt x="131197" y="545878"/>
                </a:lnTo>
                <a:lnTo>
                  <a:pt x="136705" y="550752"/>
                </a:lnTo>
                <a:lnTo>
                  <a:pt x="142310" y="555626"/>
                </a:lnTo>
                <a:lnTo>
                  <a:pt x="147754" y="560500"/>
                </a:lnTo>
                <a:lnTo>
                  <a:pt x="152750" y="565373"/>
                </a:lnTo>
                <a:lnTo>
                  <a:pt x="157011" y="570247"/>
                </a:lnTo>
                <a:lnTo>
                  <a:pt x="160272" y="575121"/>
                </a:lnTo>
                <a:lnTo>
                  <a:pt x="162320" y="579995"/>
                </a:lnTo>
                <a:lnTo>
                  <a:pt x="163019" y="584869"/>
                </a:lnTo>
                <a:lnTo>
                  <a:pt x="163019" y="584869"/>
                </a:lnTo>
                <a:close/>
              </a:path>
            </a:pathLst>
          </a:custGeom>
          <a:solidFill>
            <a:srgbClr val="596BC0">
              <a:alpha val="12000"/>
            </a:srgbClr>
          </a:solidFill>
          <a:ln w="6985">
            <a:solidFill>
              <a:srgbClr val="596BC0">
                <a:alpha val="12000"/>
              </a:srgbClr>
            </a:solidFill>
            <a:prstDash val="solid"/>
          </a:ln>
        </p:spPr>
      </p:sp>
      <p:sp>
        <p:nvSpPr>
          <p:cNvPr id="1714" name="03_assume_matched_7011">
            <a:extLst>
              <a:ext uri="{FF2B5EF4-FFF2-40B4-BE49-F238E27FC236}">
                <a16:creationId xmlns:a16="http://schemas.microsoft.com/office/drawing/2014/main" id="{322FBD55-75A8-4656-8888-29DE5D8A8894}"/>
              </a:ext>
            </a:extLst>
          </p:cNvPr>
          <p:cNvSpPr>
            <a:spLocks noGrp="1"/>
          </p:cNvSpPr>
          <p:nvPr/>
        </p:nvSpPr>
        <p:spPr>
          <a:xfrm>
            <a:off x="6029109" y="3708285"/>
            <a:ext cx="196140" cy="584869"/>
          </a:xfrm>
          <a:custGeom>
            <a:avLst/>
            <a:gdLst/>
            <a:ahLst/>
            <a:cxnLst/>
            <a:rect l="0" t="0" r="0" b="0"/>
            <a:pathLst>
              <a:path w="196140" h="584869">
                <a:moveTo>
                  <a:pt x="156669" y="584869"/>
                </a:moveTo>
                <a:lnTo>
                  <a:pt x="39472" y="584869"/>
                </a:lnTo>
                <a:lnTo>
                  <a:pt x="40100" y="579995"/>
                </a:lnTo>
                <a:lnTo>
                  <a:pt x="41944" y="575121"/>
                </a:lnTo>
                <a:lnTo>
                  <a:pt x="44877" y="570247"/>
                </a:lnTo>
                <a:lnTo>
                  <a:pt x="48710" y="565373"/>
                </a:lnTo>
                <a:lnTo>
                  <a:pt x="53205" y="560500"/>
                </a:lnTo>
                <a:lnTo>
                  <a:pt x="58102" y="555626"/>
                </a:lnTo>
                <a:lnTo>
                  <a:pt x="63145" y="550752"/>
                </a:lnTo>
                <a:lnTo>
                  <a:pt x="68100" y="545878"/>
                </a:lnTo>
                <a:lnTo>
                  <a:pt x="72774" y="541004"/>
                </a:lnTo>
                <a:lnTo>
                  <a:pt x="77022" y="536130"/>
                </a:lnTo>
                <a:lnTo>
                  <a:pt x="80753" y="531256"/>
                </a:lnTo>
                <a:lnTo>
                  <a:pt x="83919" y="526382"/>
                </a:lnTo>
                <a:lnTo>
                  <a:pt x="86516" y="521508"/>
                </a:lnTo>
                <a:lnTo>
                  <a:pt x="88569" y="516634"/>
                </a:lnTo>
                <a:lnTo>
                  <a:pt x="90121" y="511760"/>
                </a:lnTo>
                <a:lnTo>
                  <a:pt x="91228" y="506887"/>
                </a:lnTo>
                <a:lnTo>
                  <a:pt x="91947" y="502013"/>
                </a:lnTo>
                <a:lnTo>
                  <a:pt x="92336" y="497139"/>
                </a:lnTo>
                <a:lnTo>
                  <a:pt x="92447" y="492265"/>
                </a:lnTo>
                <a:lnTo>
                  <a:pt x="92330" y="487391"/>
                </a:lnTo>
                <a:lnTo>
                  <a:pt x="92027" y="482517"/>
                </a:lnTo>
                <a:lnTo>
                  <a:pt x="91580" y="477643"/>
                </a:lnTo>
                <a:lnTo>
                  <a:pt x="91026" y="472769"/>
                </a:lnTo>
                <a:lnTo>
                  <a:pt x="90400" y="467895"/>
                </a:lnTo>
                <a:lnTo>
                  <a:pt x="89735" y="463021"/>
                </a:lnTo>
                <a:lnTo>
                  <a:pt x="89061" y="458147"/>
                </a:lnTo>
                <a:lnTo>
                  <a:pt x="88403" y="453274"/>
                </a:lnTo>
                <a:lnTo>
                  <a:pt x="87783" y="448400"/>
                </a:lnTo>
                <a:lnTo>
                  <a:pt x="87218" y="443526"/>
                </a:lnTo>
                <a:lnTo>
                  <a:pt x="86721" y="438652"/>
                </a:lnTo>
                <a:lnTo>
                  <a:pt x="86300" y="433778"/>
                </a:lnTo>
                <a:lnTo>
                  <a:pt x="85961" y="428904"/>
                </a:lnTo>
                <a:lnTo>
                  <a:pt x="85710" y="424030"/>
                </a:lnTo>
                <a:lnTo>
                  <a:pt x="85551" y="419156"/>
                </a:lnTo>
                <a:lnTo>
                  <a:pt x="85491" y="414282"/>
                </a:lnTo>
                <a:lnTo>
                  <a:pt x="85536" y="409408"/>
                </a:lnTo>
                <a:lnTo>
                  <a:pt x="85694" y="404534"/>
                </a:lnTo>
                <a:lnTo>
                  <a:pt x="85971" y="399661"/>
                </a:lnTo>
                <a:lnTo>
                  <a:pt x="86367" y="394787"/>
                </a:lnTo>
                <a:lnTo>
                  <a:pt x="86882" y="389913"/>
                </a:lnTo>
                <a:lnTo>
                  <a:pt x="87504" y="385039"/>
                </a:lnTo>
                <a:lnTo>
                  <a:pt x="88215" y="380165"/>
                </a:lnTo>
                <a:lnTo>
                  <a:pt x="88989" y="375291"/>
                </a:lnTo>
                <a:lnTo>
                  <a:pt x="89792" y="370417"/>
                </a:lnTo>
                <a:lnTo>
                  <a:pt x="90586" y="365543"/>
                </a:lnTo>
                <a:lnTo>
                  <a:pt x="91332" y="360669"/>
                </a:lnTo>
                <a:lnTo>
                  <a:pt x="91992" y="355795"/>
                </a:lnTo>
                <a:lnTo>
                  <a:pt x="92531" y="350921"/>
                </a:lnTo>
                <a:lnTo>
                  <a:pt x="92927" y="346048"/>
                </a:lnTo>
                <a:lnTo>
                  <a:pt x="93163" y="341174"/>
                </a:lnTo>
                <a:lnTo>
                  <a:pt x="93239" y="336300"/>
                </a:lnTo>
                <a:lnTo>
                  <a:pt x="93165" y="331426"/>
                </a:lnTo>
                <a:lnTo>
                  <a:pt x="92963" y="326552"/>
                </a:lnTo>
                <a:lnTo>
                  <a:pt x="92665" y="321678"/>
                </a:lnTo>
                <a:lnTo>
                  <a:pt x="92310" y="316804"/>
                </a:lnTo>
                <a:lnTo>
                  <a:pt x="91944" y="311930"/>
                </a:lnTo>
                <a:lnTo>
                  <a:pt x="91608" y="307056"/>
                </a:lnTo>
                <a:lnTo>
                  <a:pt x="91345" y="302182"/>
                </a:lnTo>
                <a:lnTo>
                  <a:pt x="91187" y="297308"/>
                </a:lnTo>
                <a:lnTo>
                  <a:pt x="91156" y="292435"/>
                </a:lnTo>
                <a:lnTo>
                  <a:pt x="91266" y="287561"/>
                </a:lnTo>
                <a:lnTo>
                  <a:pt x="91515" y="282687"/>
                </a:lnTo>
                <a:lnTo>
                  <a:pt x="91892" y="277813"/>
                </a:lnTo>
                <a:lnTo>
                  <a:pt x="92375" y="272939"/>
                </a:lnTo>
                <a:lnTo>
                  <a:pt x="92938" y="268065"/>
                </a:lnTo>
                <a:lnTo>
                  <a:pt x="93549" y="263191"/>
                </a:lnTo>
                <a:lnTo>
                  <a:pt x="94176" y="258317"/>
                </a:lnTo>
                <a:lnTo>
                  <a:pt x="94793" y="253443"/>
                </a:lnTo>
                <a:lnTo>
                  <a:pt x="95374" y="248569"/>
                </a:lnTo>
                <a:lnTo>
                  <a:pt x="95903" y="243695"/>
                </a:lnTo>
                <a:lnTo>
                  <a:pt x="96367" y="238822"/>
                </a:lnTo>
                <a:lnTo>
                  <a:pt x="96762" y="233948"/>
                </a:lnTo>
                <a:lnTo>
                  <a:pt x="97089" y="229074"/>
                </a:lnTo>
                <a:lnTo>
                  <a:pt x="97350" y="224200"/>
                </a:lnTo>
                <a:lnTo>
                  <a:pt x="97554" y="219326"/>
                </a:lnTo>
                <a:lnTo>
                  <a:pt x="97709" y="214452"/>
                </a:lnTo>
                <a:lnTo>
                  <a:pt x="97823" y="209578"/>
                </a:lnTo>
                <a:lnTo>
                  <a:pt x="97904" y="204704"/>
                </a:lnTo>
                <a:lnTo>
                  <a:pt x="97962" y="199830"/>
                </a:lnTo>
                <a:lnTo>
                  <a:pt x="98001" y="194956"/>
                </a:lnTo>
                <a:lnTo>
                  <a:pt x="98027" y="190082"/>
                </a:lnTo>
                <a:lnTo>
                  <a:pt x="98044" y="185209"/>
                </a:lnTo>
                <a:lnTo>
                  <a:pt x="98054" y="180335"/>
                </a:lnTo>
                <a:lnTo>
                  <a:pt x="98061" y="175461"/>
                </a:lnTo>
                <a:lnTo>
                  <a:pt x="98065" y="170587"/>
                </a:lnTo>
                <a:lnTo>
                  <a:pt x="98067" y="165713"/>
                </a:lnTo>
                <a:lnTo>
                  <a:pt x="98068" y="160839"/>
                </a:lnTo>
                <a:lnTo>
                  <a:pt x="98068" y="155965"/>
                </a:lnTo>
                <a:lnTo>
                  <a:pt x="98068" y="151091"/>
                </a:lnTo>
                <a:lnTo>
                  <a:pt x="98067" y="146217"/>
                </a:lnTo>
                <a:lnTo>
                  <a:pt x="98063" y="141343"/>
                </a:lnTo>
                <a:lnTo>
                  <a:pt x="98057" y="136469"/>
                </a:lnTo>
                <a:lnTo>
                  <a:pt x="98046" y="131596"/>
                </a:lnTo>
                <a:lnTo>
                  <a:pt x="98026" y="126722"/>
                </a:lnTo>
                <a:lnTo>
                  <a:pt x="97991" y="121848"/>
                </a:lnTo>
                <a:lnTo>
                  <a:pt x="97932" y="116974"/>
                </a:lnTo>
                <a:lnTo>
                  <a:pt x="97835" y="112100"/>
                </a:lnTo>
                <a:lnTo>
                  <a:pt x="97677" y="107226"/>
                </a:lnTo>
                <a:lnTo>
                  <a:pt x="97429" y="102352"/>
                </a:lnTo>
                <a:lnTo>
                  <a:pt x="97047" y="97478"/>
                </a:lnTo>
                <a:lnTo>
                  <a:pt x="96474" y="92604"/>
                </a:lnTo>
                <a:lnTo>
                  <a:pt x="95636" y="87730"/>
                </a:lnTo>
                <a:lnTo>
                  <a:pt x="94443" y="82856"/>
                </a:lnTo>
                <a:lnTo>
                  <a:pt x="92786" y="77983"/>
                </a:lnTo>
                <a:lnTo>
                  <a:pt x="90545" y="73109"/>
                </a:lnTo>
                <a:lnTo>
                  <a:pt x="87594" y="68235"/>
                </a:lnTo>
                <a:lnTo>
                  <a:pt x="83816" y="63361"/>
                </a:lnTo>
                <a:lnTo>
                  <a:pt x="79111" y="58487"/>
                </a:lnTo>
                <a:lnTo>
                  <a:pt x="73422" y="53613"/>
                </a:lnTo>
                <a:lnTo>
                  <a:pt x="66748" y="48739"/>
                </a:lnTo>
                <a:lnTo>
                  <a:pt x="59165" y="43865"/>
                </a:lnTo>
                <a:lnTo>
                  <a:pt x="50834" y="38991"/>
                </a:lnTo>
                <a:lnTo>
                  <a:pt x="42014" y="34117"/>
                </a:lnTo>
                <a:lnTo>
                  <a:pt x="33048" y="29243"/>
                </a:lnTo>
                <a:lnTo>
                  <a:pt x="24349" y="24370"/>
                </a:lnTo>
                <a:lnTo>
                  <a:pt x="16372" y="19496"/>
                </a:lnTo>
                <a:lnTo>
                  <a:pt x="9576" y="14622"/>
                </a:lnTo>
                <a:lnTo>
                  <a:pt x="4378" y="9748"/>
                </a:lnTo>
                <a:lnTo>
                  <a:pt x="1113" y="4874"/>
                </a:lnTo>
                <a:lnTo>
                  <a:pt x="0" y="0"/>
                </a:lnTo>
                <a:lnTo>
                  <a:pt x="196140" y="0"/>
                </a:lnTo>
                <a:lnTo>
                  <a:pt x="196140" y="0"/>
                </a:lnTo>
                <a:lnTo>
                  <a:pt x="195027" y="4874"/>
                </a:lnTo>
                <a:lnTo>
                  <a:pt x="191763" y="9748"/>
                </a:lnTo>
                <a:lnTo>
                  <a:pt x="186565" y="14622"/>
                </a:lnTo>
                <a:lnTo>
                  <a:pt x="179768" y="19496"/>
                </a:lnTo>
                <a:lnTo>
                  <a:pt x="171792" y="24370"/>
                </a:lnTo>
                <a:lnTo>
                  <a:pt x="163093" y="29243"/>
                </a:lnTo>
                <a:lnTo>
                  <a:pt x="154126" y="34117"/>
                </a:lnTo>
                <a:lnTo>
                  <a:pt x="145306" y="38991"/>
                </a:lnTo>
                <a:lnTo>
                  <a:pt x="136976" y="43865"/>
                </a:lnTo>
                <a:lnTo>
                  <a:pt x="129392" y="48739"/>
                </a:lnTo>
                <a:lnTo>
                  <a:pt x="122718" y="53613"/>
                </a:lnTo>
                <a:lnTo>
                  <a:pt x="117029" y="58487"/>
                </a:lnTo>
                <a:lnTo>
                  <a:pt x="112325" y="63361"/>
                </a:lnTo>
                <a:lnTo>
                  <a:pt x="108546" y="68235"/>
                </a:lnTo>
                <a:lnTo>
                  <a:pt x="105596" y="73109"/>
                </a:lnTo>
                <a:lnTo>
                  <a:pt x="103355" y="77983"/>
                </a:lnTo>
                <a:lnTo>
                  <a:pt x="101698" y="82856"/>
                </a:lnTo>
                <a:lnTo>
                  <a:pt x="100504" y="87730"/>
                </a:lnTo>
                <a:lnTo>
                  <a:pt x="99667" y="92604"/>
                </a:lnTo>
                <a:lnTo>
                  <a:pt x="99094" y="97478"/>
                </a:lnTo>
                <a:lnTo>
                  <a:pt x="98712" y="102352"/>
                </a:lnTo>
                <a:lnTo>
                  <a:pt x="98463" y="107226"/>
                </a:lnTo>
                <a:lnTo>
                  <a:pt x="98306" y="112100"/>
                </a:lnTo>
                <a:lnTo>
                  <a:pt x="98208" y="116974"/>
                </a:lnTo>
                <a:lnTo>
                  <a:pt x="98149" y="121848"/>
                </a:lnTo>
                <a:lnTo>
                  <a:pt x="98114" y="126722"/>
                </a:lnTo>
                <a:lnTo>
                  <a:pt x="98094" y="131596"/>
                </a:lnTo>
                <a:lnTo>
                  <a:pt x="98083" y="136469"/>
                </a:lnTo>
                <a:lnTo>
                  <a:pt x="98077" y="141343"/>
                </a:lnTo>
                <a:lnTo>
                  <a:pt x="98074" y="146217"/>
                </a:lnTo>
                <a:lnTo>
                  <a:pt x="98072" y="151091"/>
                </a:lnTo>
                <a:lnTo>
                  <a:pt x="98072" y="155965"/>
                </a:lnTo>
                <a:lnTo>
                  <a:pt x="98072" y="160839"/>
                </a:lnTo>
                <a:lnTo>
                  <a:pt x="98073" y="165713"/>
                </a:lnTo>
                <a:lnTo>
                  <a:pt x="98075" y="170587"/>
                </a:lnTo>
                <a:lnTo>
                  <a:pt x="98079" y="175461"/>
                </a:lnTo>
                <a:lnTo>
                  <a:pt x="98086" y="180335"/>
                </a:lnTo>
                <a:lnTo>
                  <a:pt x="98097" y="185209"/>
                </a:lnTo>
                <a:lnTo>
                  <a:pt x="98113" y="190082"/>
                </a:lnTo>
                <a:lnTo>
                  <a:pt x="98139" y="194956"/>
                </a:lnTo>
                <a:lnTo>
                  <a:pt x="98179" y="199830"/>
                </a:lnTo>
                <a:lnTo>
                  <a:pt x="98236" y="204704"/>
                </a:lnTo>
                <a:lnTo>
                  <a:pt x="98318" y="209578"/>
                </a:lnTo>
                <a:lnTo>
                  <a:pt x="98432" y="214452"/>
                </a:lnTo>
                <a:lnTo>
                  <a:pt x="98586" y="219326"/>
                </a:lnTo>
                <a:lnTo>
                  <a:pt x="98790" y="224200"/>
                </a:lnTo>
                <a:lnTo>
                  <a:pt x="99052" y="229074"/>
                </a:lnTo>
                <a:lnTo>
                  <a:pt x="99378" y="233948"/>
                </a:lnTo>
                <a:lnTo>
                  <a:pt x="99773" y="238822"/>
                </a:lnTo>
                <a:lnTo>
                  <a:pt x="100238" y="243695"/>
                </a:lnTo>
                <a:lnTo>
                  <a:pt x="100766" y="248569"/>
                </a:lnTo>
                <a:lnTo>
                  <a:pt x="101347" y="253443"/>
                </a:lnTo>
                <a:lnTo>
                  <a:pt x="101964" y="258317"/>
                </a:lnTo>
                <a:lnTo>
                  <a:pt x="102592" y="263191"/>
                </a:lnTo>
                <a:lnTo>
                  <a:pt x="103203" y="268065"/>
                </a:lnTo>
                <a:lnTo>
                  <a:pt x="103765" y="272939"/>
                </a:lnTo>
                <a:lnTo>
                  <a:pt x="104249" y="277813"/>
                </a:lnTo>
                <a:lnTo>
                  <a:pt x="104626" y="282687"/>
                </a:lnTo>
                <a:lnTo>
                  <a:pt x="104875" y="287561"/>
                </a:lnTo>
                <a:lnTo>
                  <a:pt x="104984" y="292435"/>
                </a:lnTo>
                <a:lnTo>
                  <a:pt x="104954" y="297308"/>
                </a:lnTo>
                <a:lnTo>
                  <a:pt x="104795" y="302182"/>
                </a:lnTo>
                <a:lnTo>
                  <a:pt x="104532" y="307056"/>
                </a:lnTo>
                <a:lnTo>
                  <a:pt x="104197" y="311930"/>
                </a:lnTo>
                <a:lnTo>
                  <a:pt x="103830" y="316804"/>
                </a:lnTo>
                <a:lnTo>
                  <a:pt x="103476" y="321678"/>
                </a:lnTo>
                <a:lnTo>
                  <a:pt x="103178" y="326552"/>
                </a:lnTo>
                <a:lnTo>
                  <a:pt x="102975" y="331426"/>
                </a:lnTo>
                <a:lnTo>
                  <a:pt x="102901" y="336300"/>
                </a:lnTo>
                <a:lnTo>
                  <a:pt x="102977" y="341174"/>
                </a:lnTo>
                <a:lnTo>
                  <a:pt x="103214" y="346048"/>
                </a:lnTo>
                <a:lnTo>
                  <a:pt x="103609" y="350921"/>
                </a:lnTo>
                <a:lnTo>
                  <a:pt x="104149" y="355795"/>
                </a:lnTo>
                <a:lnTo>
                  <a:pt x="104808" y="360669"/>
                </a:lnTo>
                <a:lnTo>
                  <a:pt x="105554" y="365543"/>
                </a:lnTo>
                <a:lnTo>
                  <a:pt x="106348" y="370417"/>
                </a:lnTo>
                <a:lnTo>
                  <a:pt x="107152" y="375291"/>
                </a:lnTo>
                <a:lnTo>
                  <a:pt x="107925" y="380165"/>
                </a:lnTo>
                <a:lnTo>
                  <a:pt x="108637" y="385039"/>
                </a:lnTo>
                <a:lnTo>
                  <a:pt x="109259" y="389913"/>
                </a:lnTo>
                <a:lnTo>
                  <a:pt x="109773" y="394787"/>
                </a:lnTo>
                <a:lnTo>
                  <a:pt x="110170" y="399661"/>
                </a:lnTo>
                <a:lnTo>
                  <a:pt x="110446" y="404534"/>
                </a:lnTo>
                <a:lnTo>
                  <a:pt x="110604" y="409408"/>
                </a:lnTo>
                <a:lnTo>
                  <a:pt x="110649" y="414282"/>
                </a:lnTo>
                <a:lnTo>
                  <a:pt x="110589" y="419156"/>
                </a:lnTo>
                <a:lnTo>
                  <a:pt x="110431" y="424030"/>
                </a:lnTo>
                <a:lnTo>
                  <a:pt x="110179" y="428904"/>
                </a:lnTo>
                <a:lnTo>
                  <a:pt x="109841" y="433778"/>
                </a:lnTo>
                <a:lnTo>
                  <a:pt x="109420" y="438652"/>
                </a:lnTo>
                <a:lnTo>
                  <a:pt x="108922" y="443526"/>
                </a:lnTo>
                <a:lnTo>
                  <a:pt x="108358" y="448400"/>
                </a:lnTo>
                <a:lnTo>
                  <a:pt x="107738" y="453274"/>
                </a:lnTo>
                <a:lnTo>
                  <a:pt x="107080" y="458147"/>
                </a:lnTo>
                <a:lnTo>
                  <a:pt x="106405" y="463021"/>
                </a:lnTo>
                <a:lnTo>
                  <a:pt x="105740" y="467895"/>
                </a:lnTo>
                <a:lnTo>
                  <a:pt x="105114" y="472769"/>
                </a:lnTo>
                <a:lnTo>
                  <a:pt x="104560" y="477643"/>
                </a:lnTo>
                <a:lnTo>
                  <a:pt x="104113" y="482517"/>
                </a:lnTo>
                <a:lnTo>
                  <a:pt x="103811" y="487391"/>
                </a:lnTo>
                <a:lnTo>
                  <a:pt x="103693" y="492265"/>
                </a:lnTo>
                <a:lnTo>
                  <a:pt x="103805" y="497139"/>
                </a:lnTo>
                <a:lnTo>
                  <a:pt x="104194" y="502013"/>
                </a:lnTo>
                <a:lnTo>
                  <a:pt x="104913" y="506887"/>
                </a:lnTo>
                <a:lnTo>
                  <a:pt x="106019" y="511760"/>
                </a:lnTo>
                <a:lnTo>
                  <a:pt x="107571" y="516634"/>
                </a:lnTo>
                <a:lnTo>
                  <a:pt x="109624" y="521508"/>
                </a:lnTo>
                <a:lnTo>
                  <a:pt x="112221" y="526382"/>
                </a:lnTo>
                <a:lnTo>
                  <a:pt x="115388" y="531256"/>
                </a:lnTo>
                <a:lnTo>
                  <a:pt x="119118" y="536130"/>
                </a:lnTo>
                <a:lnTo>
                  <a:pt x="123367" y="541004"/>
                </a:lnTo>
                <a:lnTo>
                  <a:pt x="128040" y="545878"/>
                </a:lnTo>
                <a:lnTo>
                  <a:pt x="132995" y="550752"/>
                </a:lnTo>
                <a:lnTo>
                  <a:pt x="138038" y="555626"/>
                </a:lnTo>
                <a:lnTo>
                  <a:pt x="142935" y="560500"/>
                </a:lnTo>
                <a:lnTo>
                  <a:pt x="147430" y="565373"/>
                </a:lnTo>
                <a:lnTo>
                  <a:pt x="151263" y="570247"/>
                </a:lnTo>
                <a:lnTo>
                  <a:pt x="154197" y="575121"/>
                </a:lnTo>
                <a:lnTo>
                  <a:pt x="156040" y="579995"/>
                </a:lnTo>
                <a:lnTo>
                  <a:pt x="156669" y="584869"/>
                </a:lnTo>
                <a:lnTo>
                  <a:pt x="156669" y="584869"/>
                </a:lnTo>
                <a:close/>
              </a:path>
            </a:pathLst>
          </a:custGeom>
          <a:solidFill>
            <a:srgbClr val="596BC0">
              <a:alpha val="12000"/>
            </a:srgbClr>
          </a:solidFill>
          <a:ln w="6985">
            <a:solidFill>
              <a:srgbClr val="596BC0">
                <a:alpha val="12000"/>
              </a:srgbClr>
            </a:solidFill>
            <a:prstDash val="solid"/>
          </a:ln>
        </p:spPr>
      </p:sp>
      <p:sp>
        <p:nvSpPr>
          <p:cNvPr id="1715" name="03_assume_matched_7012">
            <a:extLst>
              <a:ext uri="{FF2B5EF4-FFF2-40B4-BE49-F238E27FC236}">
                <a16:creationId xmlns:a16="http://schemas.microsoft.com/office/drawing/2014/main" id="{47DD34DA-A215-4DB4-99BA-D411CF39C093}"/>
              </a:ext>
            </a:extLst>
          </p:cNvPr>
          <p:cNvSpPr>
            <a:spLocks noGrp="1"/>
          </p:cNvSpPr>
          <p:nvPr/>
        </p:nvSpPr>
        <p:spPr>
          <a:xfrm>
            <a:off x="3864021"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716" name="03_assume_matched_7013">
            <a:extLst>
              <a:ext uri="{FF2B5EF4-FFF2-40B4-BE49-F238E27FC236}">
                <a16:creationId xmlns:a16="http://schemas.microsoft.com/office/drawing/2014/main" id="{A7DE68BC-3B7B-4EB6-A907-252BD3DE3A3C}"/>
              </a:ext>
            </a:extLst>
          </p:cNvPr>
          <p:cNvSpPr>
            <a:spLocks noGrp="1"/>
          </p:cNvSpPr>
          <p:nvPr/>
        </p:nvSpPr>
        <p:spPr>
          <a:xfrm>
            <a:off x="4241214"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717" name="03_assume_matched_7014">
            <a:extLst>
              <a:ext uri="{FF2B5EF4-FFF2-40B4-BE49-F238E27FC236}">
                <a16:creationId xmlns:a16="http://schemas.microsoft.com/office/drawing/2014/main" id="{1E9B22C0-6C0B-4F45-A669-A280EC47DA59}"/>
              </a:ext>
            </a:extLst>
          </p:cNvPr>
          <p:cNvSpPr>
            <a:spLocks noGrp="1"/>
          </p:cNvSpPr>
          <p:nvPr/>
        </p:nvSpPr>
        <p:spPr>
          <a:xfrm>
            <a:off x="4618407"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718" name="03_assume_matched_7015">
            <a:extLst>
              <a:ext uri="{FF2B5EF4-FFF2-40B4-BE49-F238E27FC236}">
                <a16:creationId xmlns:a16="http://schemas.microsoft.com/office/drawing/2014/main" id="{FC364C9B-7DC6-4BB3-8A7B-712541907CA8}"/>
              </a:ext>
            </a:extLst>
          </p:cNvPr>
          <p:cNvSpPr>
            <a:spLocks noGrp="1"/>
          </p:cNvSpPr>
          <p:nvPr/>
        </p:nvSpPr>
        <p:spPr>
          <a:xfrm>
            <a:off x="5372793"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719" name="03_assume_matched_7016">
            <a:extLst>
              <a:ext uri="{FF2B5EF4-FFF2-40B4-BE49-F238E27FC236}">
                <a16:creationId xmlns:a16="http://schemas.microsoft.com/office/drawing/2014/main" id="{991AC7F8-3D03-4FEB-B98C-B1D46421F30E}"/>
              </a:ext>
            </a:extLst>
          </p:cNvPr>
          <p:cNvSpPr>
            <a:spLocks noGrp="1"/>
          </p:cNvSpPr>
          <p:nvPr/>
        </p:nvSpPr>
        <p:spPr>
          <a:xfrm>
            <a:off x="6127179"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720" name="03_assume_matched_7017">
            <a:extLst>
              <a:ext uri="{FF2B5EF4-FFF2-40B4-BE49-F238E27FC236}">
                <a16:creationId xmlns:a16="http://schemas.microsoft.com/office/drawing/2014/main" id="{25D1BA65-C264-47FE-8954-15C43B9CA980}"/>
              </a:ext>
            </a:extLst>
          </p:cNvPr>
          <p:cNvSpPr>
            <a:spLocks noGrp="1"/>
          </p:cNvSpPr>
          <p:nvPr/>
        </p:nvSpPr>
        <p:spPr>
          <a:xfrm>
            <a:off x="3841389" y="4293154"/>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721" name="03_assume_matched_7018">
            <a:extLst>
              <a:ext uri="{FF2B5EF4-FFF2-40B4-BE49-F238E27FC236}">
                <a16:creationId xmlns:a16="http://schemas.microsoft.com/office/drawing/2014/main" id="{550C6B6D-8616-4200-90FD-267CEE50BCEB}"/>
              </a:ext>
            </a:extLst>
          </p:cNvPr>
          <p:cNvSpPr>
            <a:spLocks noGrp="1"/>
          </p:cNvSpPr>
          <p:nvPr/>
        </p:nvSpPr>
        <p:spPr>
          <a:xfrm>
            <a:off x="3803289" y="4293154"/>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722" name="text_7019">
            <a:extLst>
              <a:ext uri="{FF2B5EF4-FFF2-40B4-BE49-F238E27FC236}">
                <a16:creationId xmlns:a16="http://schemas.microsoft.com/office/drawing/2014/main" id="{262A424A-688D-4500-B596-D9520927EDC2}"/>
              </a:ext>
            </a:extLst>
          </p:cNvPr>
          <p:cNvSpPr>
            <a:spLocks noGrp="1"/>
          </p:cNvSpPr>
          <p:nvPr/>
        </p:nvSpPr>
        <p:spPr>
          <a:xfrm>
            <a:off x="3713643" y="4253093"/>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1723" name="03_assume_matched_7020">
            <a:extLst>
              <a:ext uri="{FF2B5EF4-FFF2-40B4-BE49-F238E27FC236}">
                <a16:creationId xmlns:a16="http://schemas.microsoft.com/office/drawing/2014/main" id="{ABF2D26A-5F94-45DF-AEE9-B92209B69CAF}"/>
              </a:ext>
            </a:extLst>
          </p:cNvPr>
          <p:cNvSpPr>
            <a:spLocks noGrp="1"/>
          </p:cNvSpPr>
          <p:nvPr/>
        </p:nvSpPr>
        <p:spPr>
          <a:xfrm>
            <a:off x="3841389" y="4000720"/>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724" name="03_assume_matched_7021">
            <a:extLst>
              <a:ext uri="{FF2B5EF4-FFF2-40B4-BE49-F238E27FC236}">
                <a16:creationId xmlns:a16="http://schemas.microsoft.com/office/drawing/2014/main" id="{91344570-13CE-47B3-B602-47F2AF64B96C}"/>
              </a:ext>
            </a:extLst>
          </p:cNvPr>
          <p:cNvSpPr>
            <a:spLocks noGrp="1"/>
          </p:cNvSpPr>
          <p:nvPr/>
        </p:nvSpPr>
        <p:spPr>
          <a:xfrm>
            <a:off x="3803289" y="4000720"/>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725" name="text_7022">
            <a:extLst>
              <a:ext uri="{FF2B5EF4-FFF2-40B4-BE49-F238E27FC236}">
                <a16:creationId xmlns:a16="http://schemas.microsoft.com/office/drawing/2014/main" id="{26930B08-10F5-4D96-8E74-9E515C4FDFCB}"/>
              </a:ext>
            </a:extLst>
          </p:cNvPr>
          <p:cNvSpPr>
            <a:spLocks noGrp="1"/>
          </p:cNvSpPr>
          <p:nvPr/>
        </p:nvSpPr>
        <p:spPr>
          <a:xfrm>
            <a:off x="3662096" y="3960659"/>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1726" name="03_assume_matched_7023">
            <a:extLst>
              <a:ext uri="{FF2B5EF4-FFF2-40B4-BE49-F238E27FC236}">
                <a16:creationId xmlns:a16="http://schemas.microsoft.com/office/drawing/2014/main" id="{50B871CF-D53D-4498-9A60-960DBF89D79F}"/>
              </a:ext>
            </a:extLst>
          </p:cNvPr>
          <p:cNvSpPr>
            <a:spLocks noGrp="1"/>
          </p:cNvSpPr>
          <p:nvPr/>
        </p:nvSpPr>
        <p:spPr>
          <a:xfrm>
            <a:off x="3841389" y="3708285"/>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727" name="03_assume_matched_7024">
            <a:extLst>
              <a:ext uri="{FF2B5EF4-FFF2-40B4-BE49-F238E27FC236}">
                <a16:creationId xmlns:a16="http://schemas.microsoft.com/office/drawing/2014/main" id="{43ED7B75-6E0F-47BC-9F19-471A796A9746}"/>
              </a:ext>
            </a:extLst>
          </p:cNvPr>
          <p:cNvSpPr>
            <a:spLocks noGrp="1"/>
          </p:cNvSpPr>
          <p:nvPr/>
        </p:nvSpPr>
        <p:spPr>
          <a:xfrm>
            <a:off x="3803289" y="3708285"/>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728" name="text_7025">
            <a:extLst>
              <a:ext uri="{FF2B5EF4-FFF2-40B4-BE49-F238E27FC236}">
                <a16:creationId xmlns:a16="http://schemas.microsoft.com/office/drawing/2014/main" id="{21DAE1DE-8CB5-4A94-ABEF-CE7D381EE216}"/>
              </a:ext>
            </a:extLst>
          </p:cNvPr>
          <p:cNvSpPr>
            <a:spLocks noGrp="1"/>
          </p:cNvSpPr>
          <p:nvPr/>
        </p:nvSpPr>
        <p:spPr>
          <a:xfrm>
            <a:off x="3610549" y="3668224"/>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1729" name="03_assume_matched_7026">
            <a:extLst>
              <a:ext uri="{FF2B5EF4-FFF2-40B4-BE49-F238E27FC236}">
                <a16:creationId xmlns:a16="http://schemas.microsoft.com/office/drawing/2014/main" id="{0158786F-3B40-4BFB-8C35-9CA8E83773AF}"/>
              </a:ext>
            </a:extLst>
          </p:cNvPr>
          <p:cNvSpPr>
            <a:spLocks noGrp="1"/>
          </p:cNvSpPr>
          <p:nvPr/>
        </p:nvSpPr>
        <p:spPr>
          <a:xfrm>
            <a:off x="4278966" y="3994019"/>
            <a:ext cx="28398" cy="28398"/>
          </a:xfrm>
          <a:prstGeom prst="ellipse">
            <a:avLst/>
          </a:prstGeom>
          <a:solidFill>
            <a:srgbClr val="7F8C97">
              <a:alpha val="48000"/>
            </a:srgbClr>
          </a:solidFill>
          <a:ln w="0">
            <a:noFill/>
            <a:prstDash val="solid"/>
          </a:ln>
        </p:spPr>
      </p:sp>
      <p:sp>
        <p:nvSpPr>
          <p:cNvPr id="1730" name="03_assume_matched_7027">
            <a:extLst>
              <a:ext uri="{FF2B5EF4-FFF2-40B4-BE49-F238E27FC236}">
                <a16:creationId xmlns:a16="http://schemas.microsoft.com/office/drawing/2014/main" id="{D162EB40-CC56-4661-9E00-C09B97F11CC2}"/>
              </a:ext>
            </a:extLst>
          </p:cNvPr>
          <p:cNvSpPr>
            <a:spLocks noGrp="1"/>
          </p:cNvSpPr>
          <p:nvPr/>
        </p:nvSpPr>
        <p:spPr>
          <a:xfrm>
            <a:off x="4267453" y="4278955"/>
            <a:ext cx="28398" cy="28398"/>
          </a:xfrm>
          <a:prstGeom prst="ellipse">
            <a:avLst/>
          </a:prstGeom>
          <a:solidFill>
            <a:srgbClr val="7F8C97">
              <a:alpha val="48000"/>
            </a:srgbClr>
          </a:solidFill>
          <a:ln w="0">
            <a:noFill/>
            <a:prstDash val="solid"/>
          </a:ln>
        </p:spPr>
      </p:sp>
      <p:sp>
        <p:nvSpPr>
          <p:cNvPr id="1731" name="03_assume_matched_7028">
            <a:extLst>
              <a:ext uri="{FF2B5EF4-FFF2-40B4-BE49-F238E27FC236}">
                <a16:creationId xmlns:a16="http://schemas.microsoft.com/office/drawing/2014/main" id="{22EBCF80-61AC-4667-BC01-FCA0FEFF3DFB}"/>
              </a:ext>
            </a:extLst>
          </p:cNvPr>
          <p:cNvSpPr>
            <a:spLocks noGrp="1"/>
          </p:cNvSpPr>
          <p:nvPr/>
        </p:nvSpPr>
        <p:spPr>
          <a:xfrm>
            <a:off x="4210322" y="4278955"/>
            <a:ext cx="28398" cy="28398"/>
          </a:xfrm>
          <a:prstGeom prst="ellipse">
            <a:avLst/>
          </a:prstGeom>
          <a:solidFill>
            <a:srgbClr val="7F8C97">
              <a:alpha val="48000"/>
            </a:srgbClr>
          </a:solidFill>
          <a:ln w="0">
            <a:noFill/>
            <a:prstDash val="solid"/>
          </a:ln>
        </p:spPr>
      </p:sp>
      <p:sp>
        <p:nvSpPr>
          <p:cNvPr id="1732" name="03_assume_matched_7029">
            <a:extLst>
              <a:ext uri="{FF2B5EF4-FFF2-40B4-BE49-F238E27FC236}">
                <a16:creationId xmlns:a16="http://schemas.microsoft.com/office/drawing/2014/main" id="{D4400FD1-1D09-42A5-809C-5EBC32911963}"/>
              </a:ext>
            </a:extLst>
          </p:cNvPr>
          <p:cNvSpPr>
            <a:spLocks noGrp="1"/>
          </p:cNvSpPr>
          <p:nvPr/>
        </p:nvSpPr>
        <p:spPr>
          <a:xfrm>
            <a:off x="4289184" y="3986521"/>
            <a:ext cx="28398" cy="28398"/>
          </a:xfrm>
          <a:prstGeom prst="ellipse">
            <a:avLst/>
          </a:prstGeom>
          <a:solidFill>
            <a:srgbClr val="7F8C97">
              <a:alpha val="48000"/>
            </a:srgbClr>
          </a:solidFill>
          <a:ln w="0">
            <a:noFill/>
            <a:prstDash val="solid"/>
          </a:ln>
        </p:spPr>
      </p:sp>
      <p:sp>
        <p:nvSpPr>
          <p:cNvPr id="1733" name="03_assume_matched_7030">
            <a:extLst>
              <a:ext uri="{FF2B5EF4-FFF2-40B4-BE49-F238E27FC236}">
                <a16:creationId xmlns:a16="http://schemas.microsoft.com/office/drawing/2014/main" id="{C42A50C1-C3B7-447C-BED5-704A7A87E811}"/>
              </a:ext>
            </a:extLst>
          </p:cNvPr>
          <p:cNvSpPr>
            <a:spLocks noGrp="1"/>
          </p:cNvSpPr>
          <p:nvPr/>
        </p:nvSpPr>
        <p:spPr>
          <a:xfrm>
            <a:off x="4256948" y="4111850"/>
            <a:ext cx="28398" cy="28398"/>
          </a:xfrm>
          <a:prstGeom prst="ellipse">
            <a:avLst/>
          </a:prstGeom>
          <a:solidFill>
            <a:srgbClr val="7F8C97">
              <a:alpha val="48000"/>
            </a:srgbClr>
          </a:solidFill>
          <a:ln w="0">
            <a:noFill/>
            <a:prstDash val="solid"/>
          </a:ln>
        </p:spPr>
      </p:sp>
      <p:sp>
        <p:nvSpPr>
          <p:cNvPr id="1734" name="03_assume_matched_7031">
            <a:extLst>
              <a:ext uri="{FF2B5EF4-FFF2-40B4-BE49-F238E27FC236}">
                <a16:creationId xmlns:a16="http://schemas.microsoft.com/office/drawing/2014/main" id="{4877E373-B49A-4782-BE57-08C250D46570}"/>
              </a:ext>
            </a:extLst>
          </p:cNvPr>
          <p:cNvSpPr>
            <a:spLocks noGrp="1"/>
          </p:cNvSpPr>
          <p:nvPr/>
        </p:nvSpPr>
        <p:spPr>
          <a:xfrm>
            <a:off x="4161680" y="4013106"/>
            <a:ext cx="28398" cy="28398"/>
          </a:xfrm>
          <a:prstGeom prst="ellipse">
            <a:avLst/>
          </a:prstGeom>
          <a:solidFill>
            <a:srgbClr val="7F8C97">
              <a:alpha val="48000"/>
            </a:srgbClr>
          </a:solidFill>
          <a:ln w="0">
            <a:noFill/>
            <a:prstDash val="solid"/>
          </a:ln>
        </p:spPr>
      </p:sp>
      <p:sp>
        <p:nvSpPr>
          <p:cNvPr id="1735" name="03_assume_matched_7032">
            <a:extLst>
              <a:ext uri="{FF2B5EF4-FFF2-40B4-BE49-F238E27FC236}">
                <a16:creationId xmlns:a16="http://schemas.microsoft.com/office/drawing/2014/main" id="{C1CA9DDC-F314-4952-9EAC-E62D38E607D4}"/>
              </a:ext>
            </a:extLst>
          </p:cNvPr>
          <p:cNvSpPr>
            <a:spLocks noGrp="1"/>
          </p:cNvSpPr>
          <p:nvPr/>
        </p:nvSpPr>
        <p:spPr>
          <a:xfrm>
            <a:off x="4192333" y="4278955"/>
            <a:ext cx="28398" cy="28398"/>
          </a:xfrm>
          <a:prstGeom prst="ellipse">
            <a:avLst/>
          </a:prstGeom>
          <a:solidFill>
            <a:srgbClr val="7F8C97">
              <a:alpha val="48000"/>
            </a:srgbClr>
          </a:solidFill>
          <a:ln w="0">
            <a:noFill/>
            <a:prstDash val="solid"/>
          </a:ln>
        </p:spPr>
      </p:sp>
      <p:sp>
        <p:nvSpPr>
          <p:cNvPr id="1736" name="03_assume_matched_7033">
            <a:extLst>
              <a:ext uri="{FF2B5EF4-FFF2-40B4-BE49-F238E27FC236}">
                <a16:creationId xmlns:a16="http://schemas.microsoft.com/office/drawing/2014/main" id="{9BB82168-F442-4237-9167-1A73F7E58CC6}"/>
              </a:ext>
            </a:extLst>
          </p:cNvPr>
          <p:cNvSpPr>
            <a:spLocks noGrp="1"/>
          </p:cNvSpPr>
          <p:nvPr/>
        </p:nvSpPr>
        <p:spPr>
          <a:xfrm>
            <a:off x="4161393" y="4132738"/>
            <a:ext cx="28398" cy="28398"/>
          </a:xfrm>
          <a:prstGeom prst="ellipse">
            <a:avLst/>
          </a:prstGeom>
          <a:solidFill>
            <a:srgbClr val="7F8C97">
              <a:alpha val="48000"/>
            </a:srgbClr>
          </a:solidFill>
          <a:ln w="0">
            <a:noFill/>
            <a:prstDash val="solid"/>
          </a:ln>
        </p:spPr>
      </p:sp>
      <p:sp>
        <p:nvSpPr>
          <p:cNvPr id="1737" name="03_assume_matched_7034">
            <a:extLst>
              <a:ext uri="{FF2B5EF4-FFF2-40B4-BE49-F238E27FC236}">
                <a16:creationId xmlns:a16="http://schemas.microsoft.com/office/drawing/2014/main" id="{D0B6F1CD-780B-4BE7-A975-F5348CB46BEA}"/>
              </a:ext>
            </a:extLst>
          </p:cNvPr>
          <p:cNvSpPr>
            <a:spLocks noGrp="1"/>
          </p:cNvSpPr>
          <p:nvPr/>
        </p:nvSpPr>
        <p:spPr>
          <a:xfrm>
            <a:off x="4242701" y="3986521"/>
            <a:ext cx="28398" cy="28398"/>
          </a:xfrm>
          <a:prstGeom prst="ellipse">
            <a:avLst/>
          </a:prstGeom>
          <a:solidFill>
            <a:srgbClr val="7F8C97">
              <a:alpha val="48000"/>
            </a:srgbClr>
          </a:solidFill>
          <a:ln w="0">
            <a:noFill/>
            <a:prstDash val="solid"/>
          </a:ln>
        </p:spPr>
      </p:sp>
      <p:sp>
        <p:nvSpPr>
          <p:cNvPr id="1738" name="03_assume_matched_7035">
            <a:extLst>
              <a:ext uri="{FF2B5EF4-FFF2-40B4-BE49-F238E27FC236}">
                <a16:creationId xmlns:a16="http://schemas.microsoft.com/office/drawing/2014/main" id="{F9A732D9-C5D3-4B32-9699-46DBA375FDF9}"/>
              </a:ext>
            </a:extLst>
          </p:cNvPr>
          <p:cNvSpPr>
            <a:spLocks noGrp="1"/>
          </p:cNvSpPr>
          <p:nvPr/>
        </p:nvSpPr>
        <p:spPr>
          <a:xfrm>
            <a:off x="4223993" y="4278955"/>
            <a:ext cx="28398" cy="28398"/>
          </a:xfrm>
          <a:prstGeom prst="ellipse">
            <a:avLst/>
          </a:prstGeom>
          <a:solidFill>
            <a:srgbClr val="7F8C97">
              <a:alpha val="48000"/>
            </a:srgbClr>
          </a:solidFill>
          <a:ln w="0">
            <a:noFill/>
            <a:prstDash val="solid"/>
          </a:ln>
        </p:spPr>
      </p:sp>
      <p:sp>
        <p:nvSpPr>
          <p:cNvPr id="1739" name="03_assume_matched_7036">
            <a:extLst>
              <a:ext uri="{FF2B5EF4-FFF2-40B4-BE49-F238E27FC236}">
                <a16:creationId xmlns:a16="http://schemas.microsoft.com/office/drawing/2014/main" id="{260B642C-AE18-471D-AC49-CC20E568096C}"/>
              </a:ext>
            </a:extLst>
          </p:cNvPr>
          <p:cNvSpPr>
            <a:spLocks noGrp="1"/>
          </p:cNvSpPr>
          <p:nvPr/>
        </p:nvSpPr>
        <p:spPr>
          <a:xfrm>
            <a:off x="4208739" y="4278955"/>
            <a:ext cx="28398" cy="28398"/>
          </a:xfrm>
          <a:prstGeom prst="ellipse">
            <a:avLst/>
          </a:prstGeom>
          <a:solidFill>
            <a:srgbClr val="7F8C97">
              <a:alpha val="48000"/>
            </a:srgbClr>
          </a:solidFill>
          <a:ln w="0">
            <a:noFill/>
            <a:prstDash val="solid"/>
          </a:ln>
        </p:spPr>
      </p:sp>
      <p:sp>
        <p:nvSpPr>
          <p:cNvPr id="1740" name="03_assume_matched_7037">
            <a:extLst>
              <a:ext uri="{FF2B5EF4-FFF2-40B4-BE49-F238E27FC236}">
                <a16:creationId xmlns:a16="http://schemas.microsoft.com/office/drawing/2014/main" id="{AD281A70-C351-4B12-BE19-060618DFC2F7}"/>
              </a:ext>
            </a:extLst>
          </p:cNvPr>
          <p:cNvSpPr>
            <a:spLocks noGrp="1"/>
          </p:cNvSpPr>
          <p:nvPr/>
        </p:nvSpPr>
        <p:spPr>
          <a:xfrm>
            <a:off x="4194492" y="4278955"/>
            <a:ext cx="28398" cy="28398"/>
          </a:xfrm>
          <a:prstGeom prst="ellipse">
            <a:avLst/>
          </a:prstGeom>
          <a:solidFill>
            <a:srgbClr val="7F8C97">
              <a:alpha val="48000"/>
            </a:srgbClr>
          </a:solidFill>
          <a:ln w="0">
            <a:noFill/>
            <a:prstDash val="solid"/>
          </a:ln>
        </p:spPr>
      </p:sp>
      <p:sp>
        <p:nvSpPr>
          <p:cNvPr id="1741" name="03_assume_matched_7038">
            <a:extLst>
              <a:ext uri="{FF2B5EF4-FFF2-40B4-BE49-F238E27FC236}">
                <a16:creationId xmlns:a16="http://schemas.microsoft.com/office/drawing/2014/main" id="{78361472-765B-4964-8247-CFA9C9243C4D}"/>
              </a:ext>
            </a:extLst>
          </p:cNvPr>
          <p:cNvSpPr>
            <a:spLocks noGrp="1"/>
          </p:cNvSpPr>
          <p:nvPr/>
        </p:nvSpPr>
        <p:spPr>
          <a:xfrm>
            <a:off x="4210897" y="4278955"/>
            <a:ext cx="28398" cy="28398"/>
          </a:xfrm>
          <a:prstGeom prst="ellipse">
            <a:avLst/>
          </a:prstGeom>
          <a:solidFill>
            <a:srgbClr val="7F8C97">
              <a:alpha val="48000"/>
            </a:srgbClr>
          </a:solidFill>
          <a:ln w="0">
            <a:noFill/>
            <a:prstDash val="solid"/>
          </a:ln>
        </p:spPr>
      </p:sp>
      <p:sp>
        <p:nvSpPr>
          <p:cNvPr id="1742" name="03_assume_matched_7039">
            <a:extLst>
              <a:ext uri="{FF2B5EF4-FFF2-40B4-BE49-F238E27FC236}">
                <a16:creationId xmlns:a16="http://schemas.microsoft.com/office/drawing/2014/main" id="{C4E9DFE5-9314-4667-8FD1-CE67289741A6}"/>
              </a:ext>
            </a:extLst>
          </p:cNvPr>
          <p:cNvSpPr>
            <a:spLocks noGrp="1"/>
          </p:cNvSpPr>
          <p:nvPr/>
        </p:nvSpPr>
        <p:spPr>
          <a:xfrm>
            <a:off x="4296091" y="4132738"/>
            <a:ext cx="28398" cy="28398"/>
          </a:xfrm>
          <a:prstGeom prst="ellipse">
            <a:avLst/>
          </a:prstGeom>
          <a:solidFill>
            <a:srgbClr val="7F8C97">
              <a:alpha val="48000"/>
            </a:srgbClr>
          </a:solidFill>
          <a:ln w="0">
            <a:noFill/>
            <a:prstDash val="solid"/>
          </a:ln>
        </p:spPr>
      </p:sp>
      <p:sp>
        <p:nvSpPr>
          <p:cNvPr id="1743" name="03_assume_matched_7040">
            <a:extLst>
              <a:ext uri="{FF2B5EF4-FFF2-40B4-BE49-F238E27FC236}">
                <a16:creationId xmlns:a16="http://schemas.microsoft.com/office/drawing/2014/main" id="{A0B7C02C-4CBE-4B67-97B4-DEED5D9E8988}"/>
              </a:ext>
            </a:extLst>
          </p:cNvPr>
          <p:cNvSpPr>
            <a:spLocks noGrp="1"/>
          </p:cNvSpPr>
          <p:nvPr/>
        </p:nvSpPr>
        <p:spPr>
          <a:xfrm>
            <a:off x="4251048" y="4083999"/>
            <a:ext cx="28398" cy="28398"/>
          </a:xfrm>
          <a:prstGeom prst="ellipse">
            <a:avLst/>
          </a:prstGeom>
          <a:solidFill>
            <a:srgbClr val="7F8C97">
              <a:alpha val="48000"/>
            </a:srgbClr>
          </a:solidFill>
          <a:ln w="0">
            <a:noFill/>
            <a:prstDash val="solid"/>
          </a:ln>
        </p:spPr>
      </p:sp>
      <p:sp>
        <p:nvSpPr>
          <p:cNvPr id="1744" name="03_assume_matched_7041">
            <a:extLst>
              <a:ext uri="{FF2B5EF4-FFF2-40B4-BE49-F238E27FC236}">
                <a16:creationId xmlns:a16="http://schemas.microsoft.com/office/drawing/2014/main" id="{3F8D4A4A-B4F8-4529-9378-727E44517540}"/>
              </a:ext>
            </a:extLst>
          </p:cNvPr>
          <p:cNvSpPr>
            <a:spLocks noGrp="1"/>
          </p:cNvSpPr>
          <p:nvPr/>
        </p:nvSpPr>
        <p:spPr>
          <a:xfrm>
            <a:off x="4260834" y="4213970"/>
            <a:ext cx="28398" cy="28398"/>
          </a:xfrm>
          <a:prstGeom prst="ellipse">
            <a:avLst/>
          </a:prstGeom>
          <a:solidFill>
            <a:srgbClr val="7F8C97">
              <a:alpha val="48000"/>
            </a:srgbClr>
          </a:solidFill>
          <a:ln w="0">
            <a:noFill/>
            <a:prstDash val="solid"/>
          </a:ln>
        </p:spPr>
      </p:sp>
      <p:sp>
        <p:nvSpPr>
          <p:cNvPr id="1745" name="03_assume_matched_7042">
            <a:extLst>
              <a:ext uri="{FF2B5EF4-FFF2-40B4-BE49-F238E27FC236}">
                <a16:creationId xmlns:a16="http://schemas.microsoft.com/office/drawing/2014/main" id="{5C888E74-1269-4C81-B381-0D85EBD01344}"/>
              </a:ext>
            </a:extLst>
          </p:cNvPr>
          <p:cNvSpPr>
            <a:spLocks noGrp="1"/>
          </p:cNvSpPr>
          <p:nvPr/>
        </p:nvSpPr>
        <p:spPr>
          <a:xfrm>
            <a:off x="4197658" y="4148984"/>
            <a:ext cx="28398" cy="28398"/>
          </a:xfrm>
          <a:prstGeom prst="ellipse">
            <a:avLst/>
          </a:prstGeom>
          <a:solidFill>
            <a:srgbClr val="7F8C97">
              <a:alpha val="48000"/>
            </a:srgbClr>
          </a:solidFill>
          <a:ln w="0">
            <a:noFill/>
            <a:prstDash val="solid"/>
          </a:ln>
        </p:spPr>
      </p:sp>
      <p:sp>
        <p:nvSpPr>
          <p:cNvPr id="1746" name="03_assume_matched_7043">
            <a:extLst>
              <a:ext uri="{FF2B5EF4-FFF2-40B4-BE49-F238E27FC236}">
                <a16:creationId xmlns:a16="http://schemas.microsoft.com/office/drawing/2014/main" id="{4A9107CA-3D19-48CD-AE0B-03FF92D080E3}"/>
              </a:ext>
            </a:extLst>
          </p:cNvPr>
          <p:cNvSpPr>
            <a:spLocks noGrp="1"/>
          </p:cNvSpPr>
          <p:nvPr/>
        </p:nvSpPr>
        <p:spPr>
          <a:xfrm>
            <a:off x="4288032" y="4278955"/>
            <a:ext cx="28398" cy="28398"/>
          </a:xfrm>
          <a:prstGeom prst="ellipse">
            <a:avLst/>
          </a:prstGeom>
          <a:solidFill>
            <a:srgbClr val="7F8C97">
              <a:alpha val="48000"/>
            </a:srgbClr>
          </a:solidFill>
          <a:ln w="0">
            <a:noFill/>
            <a:prstDash val="solid"/>
          </a:ln>
        </p:spPr>
      </p:sp>
      <p:sp>
        <p:nvSpPr>
          <p:cNvPr id="1747" name="03_assume_matched_7044">
            <a:extLst>
              <a:ext uri="{FF2B5EF4-FFF2-40B4-BE49-F238E27FC236}">
                <a16:creationId xmlns:a16="http://schemas.microsoft.com/office/drawing/2014/main" id="{EA9F7416-36CE-492F-A3C3-EDA5BFEC35DC}"/>
              </a:ext>
            </a:extLst>
          </p:cNvPr>
          <p:cNvSpPr>
            <a:spLocks noGrp="1"/>
          </p:cNvSpPr>
          <p:nvPr/>
        </p:nvSpPr>
        <p:spPr>
          <a:xfrm>
            <a:off x="4261121" y="4066275"/>
            <a:ext cx="28398" cy="28398"/>
          </a:xfrm>
          <a:prstGeom prst="ellipse">
            <a:avLst/>
          </a:prstGeom>
          <a:solidFill>
            <a:srgbClr val="7F8C97">
              <a:alpha val="48000"/>
            </a:srgbClr>
          </a:solidFill>
          <a:ln w="0">
            <a:noFill/>
            <a:prstDash val="solid"/>
          </a:ln>
        </p:spPr>
      </p:sp>
      <p:sp>
        <p:nvSpPr>
          <p:cNvPr id="1748" name="03_assume_matched_7045">
            <a:extLst>
              <a:ext uri="{FF2B5EF4-FFF2-40B4-BE49-F238E27FC236}">
                <a16:creationId xmlns:a16="http://schemas.microsoft.com/office/drawing/2014/main" id="{07013E57-DC10-4837-8C0B-70032091B982}"/>
              </a:ext>
            </a:extLst>
          </p:cNvPr>
          <p:cNvSpPr>
            <a:spLocks noGrp="1"/>
          </p:cNvSpPr>
          <p:nvPr/>
        </p:nvSpPr>
        <p:spPr>
          <a:xfrm>
            <a:off x="4178949" y="4278955"/>
            <a:ext cx="28398" cy="28398"/>
          </a:xfrm>
          <a:prstGeom prst="ellipse">
            <a:avLst/>
          </a:prstGeom>
          <a:solidFill>
            <a:srgbClr val="7F8C97">
              <a:alpha val="48000"/>
            </a:srgbClr>
          </a:solidFill>
          <a:ln w="0">
            <a:noFill/>
            <a:prstDash val="solid"/>
          </a:ln>
        </p:spPr>
      </p:sp>
      <p:sp>
        <p:nvSpPr>
          <p:cNvPr id="1749" name="03_assume_matched_7046">
            <a:extLst>
              <a:ext uri="{FF2B5EF4-FFF2-40B4-BE49-F238E27FC236}">
                <a16:creationId xmlns:a16="http://schemas.microsoft.com/office/drawing/2014/main" id="{02D3DE2F-B418-4A81-B234-E9E866310011}"/>
              </a:ext>
            </a:extLst>
          </p:cNvPr>
          <p:cNvSpPr>
            <a:spLocks noGrp="1"/>
          </p:cNvSpPr>
          <p:nvPr/>
        </p:nvSpPr>
        <p:spPr>
          <a:xfrm>
            <a:off x="4186289" y="4045007"/>
            <a:ext cx="28398" cy="28398"/>
          </a:xfrm>
          <a:prstGeom prst="ellipse">
            <a:avLst/>
          </a:prstGeom>
          <a:solidFill>
            <a:srgbClr val="7F8C97">
              <a:alpha val="48000"/>
            </a:srgbClr>
          </a:solidFill>
          <a:ln w="0">
            <a:noFill/>
            <a:prstDash val="solid"/>
          </a:ln>
        </p:spPr>
      </p:sp>
      <p:sp>
        <p:nvSpPr>
          <p:cNvPr id="1750" name="03_assume_matched_7047">
            <a:extLst>
              <a:ext uri="{FF2B5EF4-FFF2-40B4-BE49-F238E27FC236}">
                <a16:creationId xmlns:a16="http://schemas.microsoft.com/office/drawing/2014/main" id="{31AEEB7E-EC23-4C2E-8071-223524CF8D87}"/>
              </a:ext>
            </a:extLst>
          </p:cNvPr>
          <p:cNvSpPr>
            <a:spLocks noGrp="1"/>
          </p:cNvSpPr>
          <p:nvPr/>
        </p:nvSpPr>
        <p:spPr>
          <a:xfrm>
            <a:off x="4197514" y="4132738"/>
            <a:ext cx="28398" cy="28398"/>
          </a:xfrm>
          <a:prstGeom prst="ellipse">
            <a:avLst/>
          </a:prstGeom>
          <a:solidFill>
            <a:srgbClr val="7F8C97">
              <a:alpha val="48000"/>
            </a:srgbClr>
          </a:solidFill>
          <a:ln w="0">
            <a:noFill/>
            <a:prstDash val="solid"/>
          </a:ln>
        </p:spPr>
      </p:sp>
      <p:sp>
        <p:nvSpPr>
          <p:cNvPr id="1751" name="03_assume_matched_7048">
            <a:extLst>
              <a:ext uri="{FF2B5EF4-FFF2-40B4-BE49-F238E27FC236}">
                <a16:creationId xmlns:a16="http://schemas.microsoft.com/office/drawing/2014/main" id="{E3B64BF9-AF1D-4EB4-8BD6-9DE288469F9A}"/>
              </a:ext>
            </a:extLst>
          </p:cNvPr>
          <p:cNvSpPr>
            <a:spLocks noGrp="1"/>
          </p:cNvSpPr>
          <p:nvPr/>
        </p:nvSpPr>
        <p:spPr>
          <a:xfrm>
            <a:off x="4286881" y="3986521"/>
            <a:ext cx="28398" cy="28398"/>
          </a:xfrm>
          <a:prstGeom prst="ellipse">
            <a:avLst/>
          </a:prstGeom>
          <a:solidFill>
            <a:srgbClr val="7F8C97">
              <a:alpha val="48000"/>
            </a:srgbClr>
          </a:solidFill>
          <a:ln w="0">
            <a:noFill/>
            <a:prstDash val="solid"/>
          </a:ln>
        </p:spPr>
      </p:sp>
      <p:sp>
        <p:nvSpPr>
          <p:cNvPr id="1752" name="03_assume_matched_7049">
            <a:extLst>
              <a:ext uri="{FF2B5EF4-FFF2-40B4-BE49-F238E27FC236}">
                <a16:creationId xmlns:a16="http://schemas.microsoft.com/office/drawing/2014/main" id="{7063A6D0-400C-4F58-A477-5255F23CFDDC}"/>
              </a:ext>
            </a:extLst>
          </p:cNvPr>
          <p:cNvSpPr>
            <a:spLocks noGrp="1"/>
          </p:cNvSpPr>
          <p:nvPr/>
        </p:nvSpPr>
        <p:spPr>
          <a:xfrm>
            <a:off x="4199816" y="3986521"/>
            <a:ext cx="28398" cy="28398"/>
          </a:xfrm>
          <a:prstGeom prst="ellipse">
            <a:avLst/>
          </a:prstGeom>
          <a:solidFill>
            <a:srgbClr val="7F8C97">
              <a:alpha val="48000"/>
            </a:srgbClr>
          </a:solidFill>
          <a:ln w="0">
            <a:noFill/>
            <a:prstDash val="solid"/>
          </a:ln>
        </p:spPr>
      </p:sp>
      <p:sp>
        <p:nvSpPr>
          <p:cNvPr id="1753" name="03_assume_matched_7050">
            <a:extLst>
              <a:ext uri="{FF2B5EF4-FFF2-40B4-BE49-F238E27FC236}">
                <a16:creationId xmlns:a16="http://schemas.microsoft.com/office/drawing/2014/main" id="{CA01BE91-5284-4998-A26B-BF730620F2BA}"/>
              </a:ext>
            </a:extLst>
          </p:cNvPr>
          <p:cNvSpPr>
            <a:spLocks noGrp="1"/>
          </p:cNvSpPr>
          <p:nvPr/>
        </p:nvSpPr>
        <p:spPr>
          <a:xfrm>
            <a:off x="4278822" y="4148984"/>
            <a:ext cx="28398" cy="28398"/>
          </a:xfrm>
          <a:prstGeom prst="ellipse">
            <a:avLst/>
          </a:prstGeom>
          <a:solidFill>
            <a:srgbClr val="7F8C97">
              <a:alpha val="48000"/>
            </a:srgbClr>
          </a:solidFill>
          <a:ln w="0">
            <a:noFill/>
            <a:prstDash val="solid"/>
          </a:ln>
        </p:spPr>
      </p:sp>
      <p:sp>
        <p:nvSpPr>
          <p:cNvPr id="1754" name="03_assume_matched_7051">
            <a:extLst>
              <a:ext uri="{FF2B5EF4-FFF2-40B4-BE49-F238E27FC236}">
                <a16:creationId xmlns:a16="http://schemas.microsoft.com/office/drawing/2014/main" id="{5C167F25-802C-4A52-BACD-0C95F3A9E24C}"/>
              </a:ext>
            </a:extLst>
          </p:cNvPr>
          <p:cNvSpPr>
            <a:spLocks noGrp="1"/>
          </p:cNvSpPr>
          <p:nvPr/>
        </p:nvSpPr>
        <p:spPr>
          <a:xfrm>
            <a:off x="4279974" y="3986521"/>
            <a:ext cx="28398" cy="28398"/>
          </a:xfrm>
          <a:prstGeom prst="ellipse">
            <a:avLst/>
          </a:prstGeom>
          <a:solidFill>
            <a:srgbClr val="7F8C97">
              <a:alpha val="48000"/>
            </a:srgbClr>
          </a:solidFill>
          <a:ln w="0">
            <a:noFill/>
            <a:prstDash val="solid"/>
          </a:ln>
        </p:spPr>
      </p:sp>
      <p:sp>
        <p:nvSpPr>
          <p:cNvPr id="1755" name="03_assume_matched_7052">
            <a:extLst>
              <a:ext uri="{FF2B5EF4-FFF2-40B4-BE49-F238E27FC236}">
                <a16:creationId xmlns:a16="http://schemas.microsoft.com/office/drawing/2014/main" id="{8F1350CC-4D65-41D9-8A6A-0F9867C876E4}"/>
              </a:ext>
            </a:extLst>
          </p:cNvPr>
          <p:cNvSpPr>
            <a:spLocks noGrp="1"/>
          </p:cNvSpPr>
          <p:nvPr/>
        </p:nvSpPr>
        <p:spPr>
          <a:xfrm>
            <a:off x="4283715" y="4278955"/>
            <a:ext cx="28398" cy="28398"/>
          </a:xfrm>
          <a:prstGeom prst="ellipse">
            <a:avLst/>
          </a:prstGeom>
          <a:solidFill>
            <a:srgbClr val="7F8C97">
              <a:alpha val="48000"/>
            </a:srgbClr>
          </a:solidFill>
          <a:ln w="0">
            <a:noFill/>
            <a:prstDash val="solid"/>
          </a:ln>
        </p:spPr>
      </p:sp>
      <p:sp>
        <p:nvSpPr>
          <p:cNvPr id="1756" name="03_assume_matched_7053">
            <a:extLst>
              <a:ext uri="{FF2B5EF4-FFF2-40B4-BE49-F238E27FC236}">
                <a16:creationId xmlns:a16="http://schemas.microsoft.com/office/drawing/2014/main" id="{2154EC61-2C11-47F3-B2AA-AAED094FFDCD}"/>
              </a:ext>
            </a:extLst>
          </p:cNvPr>
          <p:cNvSpPr>
            <a:spLocks noGrp="1"/>
          </p:cNvSpPr>
          <p:nvPr/>
        </p:nvSpPr>
        <p:spPr>
          <a:xfrm>
            <a:off x="4200967" y="4083999"/>
            <a:ext cx="28398" cy="28398"/>
          </a:xfrm>
          <a:prstGeom prst="ellipse">
            <a:avLst/>
          </a:prstGeom>
          <a:solidFill>
            <a:srgbClr val="7F8C97">
              <a:alpha val="48000"/>
            </a:srgbClr>
          </a:solidFill>
          <a:ln w="0">
            <a:noFill/>
            <a:prstDash val="solid"/>
          </a:ln>
        </p:spPr>
      </p:sp>
      <p:sp>
        <p:nvSpPr>
          <p:cNvPr id="1757" name="03_assume_matched_7054">
            <a:extLst>
              <a:ext uri="{FF2B5EF4-FFF2-40B4-BE49-F238E27FC236}">
                <a16:creationId xmlns:a16="http://schemas.microsoft.com/office/drawing/2014/main" id="{8714CF6F-A8F5-4327-8C25-99C284CFB41C}"/>
              </a:ext>
            </a:extLst>
          </p:cNvPr>
          <p:cNvSpPr>
            <a:spLocks noGrp="1"/>
          </p:cNvSpPr>
          <p:nvPr/>
        </p:nvSpPr>
        <p:spPr>
          <a:xfrm>
            <a:off x="4179237" y="4278955"/>
            <a:ext cx="28398" cy="28398"/>
          </a:xfrm>
          <a:prstGeom prst="ellipse">
            <a:avLst/>
          </a:prstGeom>
          <a:solidFill>
            <a:srgbClr val="7F8C97">
              <a:alpha val="48000"/>
            </a:srgbClr>
          </a:solidFill>
          <a:ln w="0">
            <a:noFill/>
            <a:prstDash val="solid"/>
          </a:ln>
        </p:spPr>
      </p:sp>
      <p:sp>
        <p:nvSpPr>
          <p:cNvPr id="1758" name="03_assume_matched_7055">
            <a:extLst>
              <a:ext uri="{FF2B5EF4-FFF2-40B4-BE49-F238E27FC236}">
                <a16:creationId xmlns:a16="http://schemas.microsoft.com/office/drawing/2014/main" id="{4E1B4C13-5E8F-40B2-8DD9-6B4223D277A3}"/>
              </a:ext>
            </a:extLst>
          </p:cNvPr>
          <p:cNvSpPr>
            <a:spLocks noGrp="1"/>
          </p:cNvSpPr>
          <p:nvPr/>
        </p:nvSpPr>
        <p:spPr>
          <a:xfrm>
            <a:off x="4262992" y="4278955"/>
            <a:ext cx="28398" cy="28398"/>
          </a:xfrm>
          <a:prstGeom prst="ellipse">
            <a:avLst/>
          </a:prstGeom>
          <a:solidFill>
            <a:srgbClr val="7F8C97">
              <a:alpha val="48000"/>
            </a:srgbClr>
          </a:solidFill>
          <a:ln w="0">
            <a:noFill/>
            <a:prstDash val="solid"/>
          </a:ln>
        </p:spPr>
      </p:sp>
      <p:sp>
        <p:nvSpPr>
          <p:cNvPr id="1759" name="03_assume_matched_7056">
            <a:extLst>
              <a:ext uri="{FF2B5EF4-FFF2-40B4-BE49-F238E27FC236}">
                <a16:creationId xmlns:a16="http://schemas.microsoft.com/office/drawing/2014/main" id="{319AF8D4-0303-4F1A-904A-118E74AE8BC1}"/>
              </a:ext>
            </a:extLst>
          </p:cNvPr>
          <p:cNvSpPr>
            <a:spLocks noGrp="1"/>
          </p:cNvSpPr>
          <p:nvPr/>
        </p:nvSpPr>
        <p:spPr>
          <a:xfrm>
            <a:off x="4172474" y="4278955"/>
            <a:ext cx="28398" cy="28398"/>
          </a:xfrm>
          <a:prstGeom prst="ellipse">
            <a:avLst/>
          </a:prstGeom>
          <a:solidFill>
            <a:srgbClr val="7F8C97">
              <a:alpha val="48000"/>
            </a:srgbClr>
          </a:solidFill>
          <a:ln w="0">
            <a:noFill/>
            <a:prstDash val="solid"/>
          </a:ln>
        </p:spPr>
      </p:sp>
      <p:sp>
        <p:nvSpPr>
          <p:cNvPr id="1760" name="03_assume_matched_7057">
            <a:extLst>
              <a:ext uri="{FF2B5EF4-FFF2-40B4-BE49-F238E27FC236}">
                <a16:creationId xmlns:a16="http://schemas.microsoft.com/office/drawing/2014/main" id="{2E3EF0D1-B8DA-4E6B-874D-45D58E93A661}"/>
              </a:ext>
            </a:extLst>
          </p:cNvPr>
          <p:cNvSpPr>
            <a:spLocks noGrp="1"/>
          </p:cNvSpPr>
          <p:nvPr/>
        </p:nvSpPr>
        <p:spPr>
          <a:xfrm>
            <a:off x="4266590" y="4045007"/>
            <a:ext cx="28398" cy="28398"/>
          </a:xfrm>
          <a:prstGeom prst="ellipse">
            <a:avLst/>
          </a:prstGeom>
          <a:solidFill>
            <a:srgbClr val="7F8C97">
              <a:alpha val="48000"/>
            </a:srgbClr>
          </a:solidFill>
          <a:ln w="0">
            <a:noFill/>
            <a:prstDash val="solid"/>
          </a:ln>
        </p:spPr>
      </p:sp>
      <p:sp>
        <p:nvSpPr>
          <p:cNvPr id="1761" name="03_assume_matched_7058">
            <a:extLst>
              <a:ext uri="{FF2B5EF4-FFF2-40B4-BE49-F238E27FC236}">
                <a16:creationId xmlns:a16="http://schemas.microsoft.com/office/drawing/2014/main" id="{11715FAA-D0DA-4510-B150-CACD864AF000}"/>
              </a:ext>
            </a:extLst>
          </p:cNvPr>
          <p:cNvSpPr>
            <a:spLocks noGrp="1"/>
          </p:cNvSpPr>
          <p:nvPr/>
        </p:nvSpPr>
        <p:spPr>
          <a:xfrm>
            <a:off x="4173769" y="4278955"/>
            <a:ext cx="28398" cy="28398"/>
          </a:xfrm>
          <a:prstGeom prst="ellipse">
            <a:avLst/>
          </a:prstGeom>
          <a:solidFill>
            <a:srgbClr val="7F8C97">
              <a:alpha val="48000"/>
            </a:srgbClr>
          </a:solidFill>
          <a:ln w="0">
            <a:noFill/>
            <a:prstDash val="solid"/>
          </a:ln>
        </p:spPr>
      </p:sp>
      <p:sp>
        <p:nvSpPr>
          <p:cNvPr id="1762" name="03_assume_matched_7059">
            <a:extLst>
              <a:ext uri="{FF2B5EF4-FFF2-40B4-BE49-F238E27FC236}">
                <a16:creationId xmlns:a16="http://schemas.microsoft.com/office/drawing/2014/main" id="{3C8702A3-AC66-4CAE-A2D9-C7C3C03E4724}"/>
              </a:ext>
            </a:extLst>
          </p:cNvPr>
          <p:cNvSpPr>
            <a:spLocks noGrp="1"/>
          </p:cNvSpPr>
          <p:nvPr/>
        </p:nvSpPr>
        <p:spPr>
          <a:xfrm>
            <a:off x="4294220" y="4278955"/>
            <a:ext cx="28398" cy="28398"/>
          </a:xfrm>
          <a:prstGeom prst="ellipse">
            <a:avLst/>
          </a:prstGeom>
          <a:solidFill>
            <a:srgbClr val="7F8C97">
              <a:alpha val="48000"/>
            </a:srgbClr>
          </a:solidFill>
          <a:ln w="0">
            <a:noFill/>
            <a:prstDash val="solid"/>
          </a:ln>
        </p:spPr>
      </p:sp>
      <p:sp>
        <p:nvSpPr>
          <p:cNvPr id="1763" name="03_assume_matched_7060">
            <a:extLst>
              <a:ext uri="{FF2B5EF4-FFF2-40B4-BE49-F238E27FC236}">
                <a16:creationId xmlns:a16="http://schemas.microsoft.com/office/drawing/2014/main" id="{EC4863EE-D85F-4555-9D91-2546F8E0017E}"/>
              </a:ext>
            </a:extLst>
          </p:cNvPr>
          <p:cNvSpPr>
            <a:spLocks noGrp="1"/>
          </p:cNvSpPr>
          <p:nvPr/>
        </p:nvSpPr>
        <p:spPr>
          <a:xfrm>
            <a:off x="4272202" y="4278955"/>
            <a:ext cx="28398" cy="28398"/>
          </a:xfrm>
          <a:prstGeom prst="ellipse">
            <a:avLst/>
          </a:prstGeom>
          <a:solidFill>
            <a:srgbClr val="7F8C97">
              <a:alpha val="48000"/>
            </a:srgbClr>
          </a:solidFill>
          <a:ln w="0">
            <a:noFill/>
            <a:prstDash val="solid"/>
          </a:ln>
        </p:spPr>
      </p:sp>
      <p:sp>
        <p:nvSpPr>
          <p:cNvPr id="1764" name="03_assume_matched_7061">
            <a:extLst>
              <a:ext uri="{FF2B5EF4-FFF2-40B4-BE49-F238E27FC236}">
                <a16:creationId xmlns:a16="http://schemas.microsoft.com/office/drawing/2014/main" id="{F6572D7A-AA20-4643-B12D-2F954C941E32}"/>
              </a:ext>
            </a:extLst>
          </p:cNvPr>
          <p:cNvSpPr>
            <a:spLocks noGrp="1"/>
          </p:cNvSpPr>
          <p:nvPr/>
        </p:nvSpPr>
        <p:spPr>
          <a:xfrm>
            <a:off x="4220107" y="4278955"/>
            <a:ext cx="28398" cy="28398"/>
          </a:xfrm>
          <a:prstGeom prst="ellipse">
            <a:avLst/>
          </a:prstGeom>
          <a:solidFill>
            <a:srgbClr val="7F8C97">
              <a:alpha val="48000"/>
            </a:srgbClr>
          </a:solidFill>
          <a:ln w="0">
            <a:noFill/>
            <a:prstDash val="solid"/>
          </a:ln>
        </p:spPr>
      </p:sp>
      <p:sp>
        <p:nvSpPr>
          <p:cNvPr id="1765" name="03_assume_matched_7062">
            <a:extLst>
              <a:ext uri="{FF2B5EF4-FFF2-40B4-BE49-F238E27FC236}">
                <a16:creationId xmlns:a16="http://schemas.microsoft.com/office/drawing/2014/main" id="{93675171-111C-4292-A73D-9E1306AAE71B}"/>
              </a:ext>
            </a:extLst>
          </p:cNvPr>
          <p:cNvSpPr>
            <a:spLocks noGrp="1"/>
          </p:cNvSpPr>
          <p:nvPr/>
        </p:nvSpPr>
        <p:spPr>
          <a:xfrm>
            <a:off x="4195787" y="4278955"/>
            <a:ext cx="28398" cy="28398"/>
          </a:xfrm>
          <a:prstGeom prst="ellipse">
            <a:avLst/>
          </a:prstGeom>
          <a:solidFill>
            <a:srgbClr val="7F8C97">
              <a:alpha val="48000"/>
            </a:srgbClr>
          </a:solidFill>
          <a:ln w="0">
            <a:noFill/>
            <a:prstDash val="solid"/>
          </a:ln>
        </p:spPr>
      </p:sp>
      <p:sp>
        <p:nvSpPr>
          <p:cNvPr id="1766" name="03_assume_matched_7063">
            <a:extLst>
              <a:ext uri="{FF2B5EF4-FFF2-40B4-BE49-F238E27FC236}">
                <a16:creationId xmlns:a16="http://schemas.microsoft.com/office/drawing/2014/main" id="{D22C6971-E340-4D37-B99F-F55196AC7600}"/>
              </a:ext>
            </a:extLst>
          </p:cNvPr>
          <p:cNvSpPr>
            <a:spLocks noGrp="1"/>
          </p:cNvSpPr>
          <p:nvPr/>
        </p:nvSpPr>
        <p:spPr>
          <a:xfrm>
            <a:off x="4298250" y="4278955"/>
            <a:ext cx="28398" cy="28398"/>
          </a:xfrm>
          <a:prstGeom prst="ellipse">
            <a:avLst/>
          </a:prstGeom>
          <a:solidFill>
            <a:srgbClr val="7F8C97">
              <a:alpha val="48000"/>
            </a:srgbClr>
          </a:solidFill>
          <a:ln w="0">
            <a:noFill/>
            <a:prstDash val="solid"/>
          </a:ln>
        </p:spPr>
      </p:sp>
      <p:sp>
        <p:nvSpPr>
          <p:cNvPr id="1767" name="03_assume_matched_7064">
            <a:extLst>
              <a:ext uri="{FF2B5EF4-FFF2-40B4-BE49-F238E27FC236}">
                <a16:creationId xmlns:a16="http://schemas.microsoft.com/office/drawing/2014/main" id="{DB713545-9C50-4AF6-A083-9B04ABF9D2A8}"/>
              </a:ext>
            </a:extLst>
          </p:cNvPr>
          <p:cNvSpPr>
            <a:spLocks noGrp="1"/>
          </p:cNvSpPr>
          <p:nvPr/>
        </p:nvSpPr>
        <p:spPr>
          <a:xfrm>
            <a:off x="4246011" y="4278955"/>
            <a:ext cx="28398" cy="28398"/>
          </a:xfrm>
          <a:prstGeom prst="ellipse">
            <a:avLst/>
          </a:prstGeom>
          <a:solidFill>
            <a:srgbClr val="7F8C97">
              <a:alpha val="48000"/>
            </a:srgbClr>
          </a:solidFill>
          <a:ln w="0">
            <a:noFill/>
            <a:prstDash val="solid"/>
          </a:ln>
        </p:spPr>
      </p:sp>
      <p:sp>
        <p:nvSpPr>
          <p:cNvPr id="1768" name="03_assume_matched_7065">
            <a:extLst>
              <a:ext uri="{FF2B5EF4-FFF2-40B4-BE49-F238E27FC236}">
                <a16:creationId xmlns:a16="http://schemas.microsoft.com/office/drawing/2014/main" id="{10C8213E-67C3-45BC-960F-340936E472D8}"/>
              </a:ext>
            </a:extLst>
          </p:cNvPr>
          <p:cNvSpPr>
            <a:spLocks noGrp="1"/>
          </p:cNvSpPr>
          <p:nvPr/>
        </p:nvSpPr>
        <p:spPr>
          <a:xfrm>
            <a:off x="4278822" y="4278955"/>
            <a:ext cx="28398" cy="28398"/>
          </a:xfrm>
          <a:prstGeom prst="ellipse">
            <a:avLst/>
          </a:prstGeom>
          <a:solidFill>
            <a:srgbClr val="7F8C97">
              <a:alpha val="48000"/>
            </a:srgbClr>
          </a:solidFill>
          <a:ln w="0">
            <a:noFill/>
            <a:prstDash val="solid"/>
          </a:ln>
        </p:spPr>
      </p:sp>
      <p:sp>
        <p:nvSpPr>
          <p:cNvPr id="1769" name="03_assume_matched_7066">
            <a:extLst>
              <a:ext uri="{FF2B5EF4-FFF2-40B4-BE49-F238E27FC236}">
                <a16:creationId xmlns:a16="http://schemas.microsoft.com/office/drawing/2014/main" id="{11234757-3FC1-4EE0-873C-6C41E9A86B48}"/>
              </a:ext>
            </a:extLst>
          </p:cNvPr>
          <p:cNvSpPr>
            <a:spLocks noGrp="1"/>
          </p:cNvSpPr>
          <p:nvPr/>
        </p:nvSpPr>
        <p:spPr>
          <a:xfrm>
            <a:off x="4177942" y="4278955"/>
            <a:ext cx="28398" cy="28398"/>
          </a:xfrm>
          <a:prstGeom prst="ellipse">
            <a:avLst/>
          </a:prstGeom>
          <a:solidFill>
            <a:srgbClr val="7F8C97">
              <a:alpha val="48000"/>
            </a:srgbClr>
          </a:solidFill>
          <a:ln w="0">
            <a:noFill/>
            <a:prstDash val="solid"/>
          </a:ln>
        </p:spPr>
      </p:sp>
      <p:sp>
        <p:nvSpPr>
          <p:cNvPr id="1770" name="03_assume_matched_7067">
            <a:extLst>
              <a:ext uri="{FF2B5EF4-FFF2-40B4-BE49-F238E27FC236}">
                <a16:creationId xmlns:a16="http://schemas.microsoft.com/office/drawing/2014/main" id="{39F69F67-9FEB-4376-9259-1B4EEDBC946E}"/>
              </a:ext>
            </a:extLst>
          </p:cNvPr>
          <p:cNvSpPr>
            <a:spLocks noGrp="1"/>
          </p:cNvSpPr>
          <p:nvPr/>
        </p:nvSpPr>
        <p:spPr>
          <a:xfrm>
            <a:off x="4269900" y="3986521"/>
            <a:ext cx="28398" cy="28398"/>
          </a:xfrm>
          <a:prstGeom prst="ellipse">
            <a:avLst/>
          </a:prstGeom>
          <a:solidFill>
            <a:srgbClr val="7F8C97">
              <a:alpha val="48000"/>
            </a:srgbClr>
          </a:solidFill>
          <a:ln w="0">
            <a:noFill/>
            <a:prstDash val="solid"/>
          </a:ln>
        </p:spPr>
      </p:sp>
      <p:sp>
        <p:nvSpPr>
          <p:cNvPr id="1771" name="03_assume_matched_7068">
            <a:extLst>
              <a:ext uri="{FF2B5EF4-FFF2-40B4-BE49-F238E27FC236}">
                <a16:creationId xmlns:a16="http://schemas.microsoft.com/office/drawing/2014/main" id="{1BA8ED75-751E-4F6E-8D86-23813D5E80BA}"/>
              </a:ext>
            </a:extLst>
          </p:cNvPr>
          <p:cNvSpPr>
            <a:spLocks noGrp="1"/>
          </p:cNvSpPr>
          <p:nvPr/>
        </p:nvSpPr>
        <p:spPr>
          <a:xfrm>
            <a:off x="4249033" y="4083999"/>
            <a:ext cx="28398" cy="28398"/>
          </a:xfrm>
          <a:prstGeom prst="ellipse">
            <a:avLst/>
          </a:prstGeom>
          <a:solidFill>
            <a:srgbClr val="7F8C97">
              <a:alpha val="48000"/>
            </a:srgbClr>
          </a:solidFill>
          <a:ln w="0">
            <a:noFill/>
            <a:prstDash val="solid"/>
          </a:ln>
        </p:spPr>
      </p:sp>
      <p:sp>
        <p:nvSpPr>
          <p:cNvPr id="1772" name="03_assume_matched_7069">
            <a:extLst>
              <a:ext uri="{FF2B5EF4-FFF2-40B4-BE49-F238E27FC236}">
                <a16:creationId xmlns:a16="http://schemas.microsoft.com/office/drawing/2014/main" id="{4D5AA82D-FEC3-4FD6-B5B9-84B6DDEB3A9D}"/>
              </a:ext>
            </a:extLst>
          </p:cNvPr>
          <p:cNvSpPr>
            <a:spLocks noGrp="1"/>
          </p:cNvSpPr>
          <p:nvPr/>
        </p:nvSpPr>
        <p:spPr>
          <a:xfrm>
            <a:off x="4157651" y="3986521"/>
            <a:ext cx="28398" cy="28398"/>
          </a:xfrm>
          <a:prstGeom prst="ellipse">
            <a:avLst/>
          </a:prstGeom>
          <a:solidFill>
            <a:srgbClr val="7F8C97">
              <a:alpha val="48000"/>
            </a:srgbClr>
          </a:solidFill>
          <a:ln w="0">
            <a:noFill/>
            <a:prstDash val="solid"/>
          </a:ln>
        </p:spPr>
      </p:sp>
      <p:sp>
        <p:nvSpPr>
          <p:cNvPr id="1773" name="03_assume_matched_7070">
            <a:extLst>
              <a:ext uri="{FF2B5EF4-FFF2-40B4-BE49-F238E27FC236}">
                <a16:creationId xmlns:a16="http://schemas.microsoft.com/office/drawing/2014/main" id="{0E964C25-3FC2-4CCB-A494-A56F7CCA568E}"/>
              </a:ext>
            </a:extLst>
          </p:cNvPr>
          <p:cNvSpPr>
            <a:spLocks noGrp="1"/>
          </p:cNvSpPr>
          <p:nvPr/>
        </p:nvSpPr>
        <p:spPr>
          <a:xfrm>
            <a:off x="4216941" y="4278955"/>
            <a:ext cx="28398" cy="28398"/>
          </a:xfrm>
          <a:prstGeom prst="ellipse">
            <a:avLst/>
          </a:prstGeom>
          <a:solidFill>
            <a:srgbClr val="7F8C97">
              <a:alpha val="48000"/>
            </a:srgbClr>
          </a:solidFill>
          <a:ln w="0">
            <a:noFill/>
            <a:prstDash val="solid"/>
          </a:ln>
        </p:spPr>
      </p:sp>
      <p:sp>
        <p:nvSpPr>
          <p:cNvPr id="1774" name="03_assume_matched_7071">
            <a:extLst>
              <a:ext uri="{FF2B5EF4-FFF2-40B4-BE49-F238E27FC236}">
                <a16:creationId xmlns:a16="http://schemas.microsoft.com/office/drawing/2014/main" id="{340E3309-82C6-4BD6-9B34-75B4F3EF4288}"/>
              </a:ext>
            </a:extLst>
          </p:cNvPr>
          <p:cNvSpPr>
            <a:spLocks noGrp="1"/>
          </p:cNvSpPr>
          <p:nvPr/>
        </p:nvSpPr>
        <p:spPr>
          <a:xfrm>
            <a:off x="4199097" y="4278955"/>
            <a:ext cx="28398" cy="28398"/>
          </a:xfrm>
          <a:prstGeom prst="ellipse">
            <a:avLst/>
          </a:prstGeom>
          <a:solidFill>
            <a:srgbClr val="7F8C97">
              <a:alpha val="48000"/>
            </a:srgbClr>
          </a:solidFill>
          <a:ln w="0">
            <a:noFill/>
            <a:prstDash val="solid"/>
          </a:ln>
        </p:spPr>
      </p:sp>
      <p:sp>
        <p:nvSpPr>
          <p:cNvPr id="1775" name="03_assume_matched_7072">
            <a:extLst>
              <a:ext uri="{FF2B5EF4-FFF2-40B4-BE49-F238E27FC236}">
                <a16:creationId xmlns:a16="http://schemas.microsoft.com/office/drawing/2014/main" id="{0BBC4E3D-3FC2-45B8-96CC-15B74E3EBB3E}"/>
              </a:ext>
            </a:extLst>
          </p:cNvPr>
          <p:cNvSpPr>
            <a:spLocks noGrp="1"/>
          </p:cNvSpPr>
          <p:nvPr/>
        </p:nvSpPr>
        <p:spPr>
          <a:xfrm>
            <a:off x="4231332" y="3986521"/>
            <a:ext cx="28398" cy="28398"/>
          </a:xfrm>
          <a:prstGeom prst="ellipse">
            <a:avLst/>
          </a:prstGeom>
          <a:solidFill>
            <a:srgbClr val="7F8C97">
              <a:alpha val="48000"/>
            </a:srgbClr>
          </a:solidFill>
          <a:ln w="0">
            <a:noFill/>
            <a:prstDash val="solid"/>
          </a:ln>
        </p:spPr>
      </p:sp>
      <p:sp>
        <p:nvSpPr>
          <p:cNvPr id="1776" name="03_assume_matched_7073">
            <a:extLst>
              <a:ext uri="{FF2B5EF4-FFF2-40B4-BE49-F238E27FC236}">
                <a16:creationId xmlns:a16="http://schemas.microsoft.com/office/drawing/2014/main" id="{9C1A333F-C130-46EF-8EDA-70F94BF63337}"/>
              </a:ext>
            </a:extLst>
          </p:cNvPr>
          <p:cNvSpPr>
            <a:spLocks noGrp="1"/>
          </p:cNvSpPr>
          <p:nvPr/>
        </p:nvSpPr>
        <p:spPr>
          <a:xfrm>
            <a:off x="4213200" y="4230216"/>
            <a:ext cx="28398" cy="28398"/>
          </a:xfrm>
          <a:prstGeom prst="ellipse">
            <a:avLst/>
          </a:prstGeom>
          <a:solidFill>
            <a:srgbClr val="7F8C97">
              <a:alpha val="48000"/>
            </a:srgbClr>
          </a:solidFill>
          <a:ln w="0">
            <a:noFill/>
            <a:prstDash val="solid"/>
          </a:ln>
        </p:spPr>
      </p:sp>
      <p:sp>
        <p:nvSpPr>
          <p:cNvPr id="1777" name="03_assume_matched_7074">
            <a:extLst>
              <a:ext uri="{FF2B5EF4-FFF2-40B4-BE49-F238E27FC236}">
                <a16:creationId xmlns:a16="http://schemas.microsoft.com/office/drawing/2014/main" id="{E01DF327-01D8-4BD6-AE23-D27590B98EEF}"/>
              </a:ext>
            </a:extLst>
          </p:cNvPr>
          <p:cNvSpPr>
            <a:spLocks noGrp="1"/>
          </p:cNvSpPr>
          <p:nvPr/>
        </p:nvSpPr>
        <p:spPr>
          <a:xfrm>
            <a:off x="4275368" y="4132738"/>
            <a:ext cx="28398" cy="28398"/>
          </a:xfrm>
          <a:prstGeom prst="ellipse">
            <a:avLst/>
          </a:prstGeom>
          <a:solidFill>
            <a:srgbClr val="7F8C97">
              <a:alpha val="48000"/>
            </a:srgbClr>
          </a:solidFill>
          <a:ln w="0">
            <a:noFill/>
            <a:prstDash val="solid"/>
          </a:ln>
        </p:spPr>
      </p:sp>
      <p:sp>
        <p:nvSpPr>
          <p:cNvPr id="1778" name="03_assume_matched_7075">
            <a:extLst>
              <a:ext uri="{FF2B5EF4-FFF2-40B4-BE49-F238E27FC236}">
                <a16:creationId xmlns:a16="http://schemas.microsoft.com/office/drawing/2014/main" id="{9F60ACF2-1FA9-4B1F-9890-8B2D46B44325}"/>
              </a:ext>
            </a:extLst>
          </p:cNvPr>
          <p:cNvSpPr>
            <a:spLocks noGrp="1"/>
          </p:cNvSpPr>
          <p:nvPr/>
        </p:nvSpPr>
        <p:spPr>
          <a:xfrm>
            <a:off x="4173481" y="3986521"/>
            <a:ext cx="28398" cy="28398"/>
          </a:xfrm>
          <a:prstGeom prst="ellipse">
            <a:avLst/>
          </a:prstGeom>
          <a:solidFill>
            <a:srgbClr val="7F8C97">
              <a:alpha val="48000"/>
            </a:srgbClr>
          </a:solidFill>
          <a:ln w="0">
            <a:noFill/>
            <a:prstDash val="solid"/>
          </a:ln>
        </p:spPr>
      </p:sp>
      <p:sp>
        <p:nvSpPr>
          <p:cNvPr id="1779" name="03_assume_matched_7076">
            <a:extLst>
              <a:ext uri="{FF2B5EF4-FFF2-40B4-BE49-F238E27FC236}">
                <a16:creationId xmlns:a16="http://schemas.microsoft.com/office/drawing/2014/main" id="{74B87925-AF4D-4997-A4EF-8E71AB7BCD35}"/>
              </a:ext>
            </a:extLst>
          </p:cNvPr>
          <p:cNvSpPr>
            <a:spLocks noGrp="1"/>
          </p:cNvSpPr>
          <p:nvPr/>
        </p:nvSpPr>
        <p:spPr>
          <a:xfrm>
            <a:off x="4180101" y="4278955"/>
            <a:ext cx="28398" cy="28398"/>
          </a:xfrm>
          <a:prstGeom prst="ellipse">
            <a:avLst/>
          </a:prstGeom>
          <a:solidFill>
            <a:srgbClr val="7F8C97">
              <a:alpha val="48000"/>
            </a:srgbClr>
          </a:solidFill>
          <a:ln w="0">
            <a:noFill/>
            <a:prstDash val="solid"/>
          </a:ln>
        </p:spPr>
      </p:sp>
      <p:sp>
        <p:nvSpPr>
          <p:cNvPr id="1780" name="03_assume_matched_7077">
            <a:extLst>
              <a:ext uri="{FF2B5EF4-FFF2-40B4-BE49-F238E27FC236}">
                <a16:creationId xmlns:a16="http://schemas.microsoft.com/office/drawing/2014/main" id="{287888C7-7D96-402C-BFB3-64AF8D62B85C}"/>
              </a:ext>
            </a:extLst>
          </p:cNvPr>
          <p:cNvSpPr>
            <a:spLocks noGrp="1"/>
          </p:cNvSpPr>
          <p:nvPr/>
        </p:nvSpPr>
        <p:spPr>
          <a:xfrm>
            <a:off x="4239967" y="3986521"/>
            <a:ext cx="28398" cy="28398"/>
          </a:xfrm>
          <a:prstGeom prst="ellipse">
            <a:avLst/>
          </a:prstGeom>
          <a:solidFill>
            <a:srgbClr val="7F8C97">
              <a:alpha val="48000"/>
            </a:srgbClr>
          </a:solidFill>
          <a:ln w="0">
            <a:noFill/>
            <a:prstDash val="solid"/>
          </a:ln>
        </p:spPr>
      </p:sp>
      <p:sp>
        <p:nvSpPr>
          <p:cNvPr id="1781" name="03_assume_matched_7078">
            <a:extLst>
              <a:ext uri="{FF2B5EF4-FFF2-40B4-BE49-F238E27FC236}">
                <a16:creationId xmlns:a16="http://schemas.microsoft.com/office/drawing/2014/main" id="{C1D98618-6CD7-4CAA-9556-1E5A0324B6AB}"/>
              </a:ext>
            </a:extLst>
          </p:cNvPr>
          <p:cNvSpPr>
            <a:spLocks noGrp="1"/>
          </p:cNvSpPr>
          <p:nvPr/>
        </p:nvSpPr>
        <p:spPr>
          <a:xfrm>
            <a:off x="4238672" y="3986521"/>
            <a:ext cx="28398" cy="28398"/>
          </a:xfrm>
          <a:prstGeom prst="ellipse">
            <a:avLst/>
          </a:prstGeom>
          <a:solidFill>
            <a:srgbClr val="7F8C97">
              <a:alpha val="48000"/>
            </a:srgbClr>
          </a:solidFill>
          <a:ln w="0">
            <a:noFill/>
            <a:prstDash val="solid"/>
          </a:ln>
        </p:spPr>
      </p:sp>
      <p:sp>
        <p:nvSpPr>
          <p:cNvPr id="1782" name="03_assume_matched_7079">
            <a:extLst>
              <a:ext uri="{FF2B5EF4-FFF2-40B4-BE49-F238E27FC236}">
                <a16:creationId xmlns:a16="http://schemas.microsoft.com/office/drawing/2014/main" id="{8B78E7F7-9CCA-42D5-89E0-86CC82F3B71F}"/>
              </a:ext>
            </a:extLst>
          </p:cNvPr>
          <p:cNvSpPr>
            <a:spLocks noGrp="1"/>
          </p:cNvSpPr>
          <p:nvPr/>
        </p:nvSpPr>
        <p:spPr>
          <a:xfrm>
            <a:off x="4285442" y="4278955"/>
            <a:ext cx="28398" cy="28398"/>
          </a:xfrm>
          <a:prstGeom prst="ellipse">
            <a:avLst/>
          </a:prstGeom>
          <a:solidFill>
            <a:srgbClr val="7F8C97">
              <a:alpha val="48000"/>
            </a:srgbClr>
          </a:solidFill>
          <a:ln w="0">
            <a:noFill/>
            <a:prstDash val="solid"/>
          </a:ln>
        </p:spPr>
      </p:sp>
      <p:sp>
        <p:nvSpPr>
          <p:cNvPr id="1783" name="03_assume_matched_7080">
            <a:extLst>
              <a:ext uri="{FF2B5EF4-FFF2-40B4-BE49-F238E27FC236}">
                <a16:creationId xmlns:a16="http://schemas.microsoft.com/office/drawing/2014/main" id="{63F2002B-B274-4722-A972-62B73063BAE0}"/>
              </a:ext>
            </a:extLst>
          </p:cNvPr>
          <p:cNvSpPr>
            <a:spLocks noGrp="1"/>
          </p:cNvSpPr>
          <p:nvPr/>
        </p:nvSpPr>
        <p:spPr>
          <a:xfrm>
            <a:off x="4263712" y="4278955"/>
            <a:ext cx="28398" cy="28398"/>
          </a:xfrm>
          <a:prstGeom prst="ellipse">
            <a:avLst/>
          </a:prstGeom>
          <a:solidFill>
            <a:srgbClr val="7F8C97">
              <a:alpha val="48000"/>
            </a:srgbClr>
          </a:solidFill>
          <a:ln w="0">
            <a:noFill/>
            <a:prstDash val="solid"/>
          </a:ln>
        </p:spPr>
      </p:sp>
      <p:sp>
        <p:nvSpPr>
          <p:cNvPr id="1784" name="03_assume_matched_7081">
            <a:extLst>
              <a:ext uri="{FF2B5EF4-FFF2-40B4-BE49-F238E27FC236}">
                <a16:creationId xmlns:a16="http://schemas.microsoft.com/office/drawing/2014/main" id="{A64AD531-0CEF-4C50-8DAF-16EDAB7331B6}"/>
              </a:ext>
            </a:extLst>
          </p:cNvPr>
          <p:cNvSpPr>
            <a:spLocks noGrp="1"/>
          </p:cNvSpPr>
          <p:nvPr/>
        </p:nvSpPr>
        <p:spPr>
          <a:xfrm>
            <a:off x="4195787" y="4278955"/>
            <a:ext cx="28398" cy="28398"/>
          </a:xfrm>
          <a:prstGeom prst="ellipse">
            <a:avLst/>
          </a:prstGeom>
          <a:solidFill>
            <a:srgbClr val="7F8C97">
              <a:alpha val="48000"/>
            </a:srgbClr>
          </a:solidFill>
          <a:ln w="0">
            <a:noFill/>
            <a:prstDash val="solid"/>
          </a:ln>
        </p:spPr>
      </p:sp>
      <p:sp>
        <p:nvSpPr>
          <p:cNvPr id="1785" name="03_assume_matched_7082">
            <a:extLst>
              <a:ext uri="{FF2B5EF4-FFF2-40B4-BE49-F238E27FC236}">
                <a16:creationId xmlns:a16="http://schemas.microsoft.com/office/drawing/2014/main" id="{40B174B3-97C9-4F0E-99ED-852E3D34CEE7}"/>
              </a:ext>
            </a:extLst>
          </p:cNvPr>
          <p:cNvSpPr>
            <a:spLocks noGrp="1"/>
          </p:cNvSpPr>
          <p:nvPr/>
        </p:nvSpPr>
        <p:spPr>
          <a:xfrm>
            <a:off x="4266590" y="4278955"/>
            <a:ext cx="28398" cy="28398"/>
          </a:xfrm>
          <a:prstGeom prst="ellipse">
            <a:avLst/>
          </a:prstGeom>
          <a:solidFill>
            <a:srgbClr val="7F8C97">
              <a:alpha val="48000"/>
            </a:srgbClr>
          </a:solidFill>
          <a:ln w="0">
            <a:noFill/>
            <a:prstDash val="solid"/>
          </a:ln>
        </p:spPr>
      </p:sp>
      <p:sp>
        <p:nvSpPr>
          <p:cNvPr id="1786" name="03_assume_matched_7083">
            <a:extLst>
              <a:ext uri="{FF2B5EF4-FFF2-40B4-BE49-F238E27FC236}">
                <a16:creationId xmlns:a16="http://schemas.microsoft.com/office/drawing/2014/main" id="{7F5F6C0B-68C3-4E74-ADD4-623FD5A90A69}"/>
              </a:ext>
            </a:extLst>
          </p:cNvPr>
          <p:cNvSpPr>
            <a:spLocks noGrp="1"/>
          </p:cNvSpPr>
          <p:nvPr/>
        </p:nvSpPr>
        <p:spPr>
          <a:xfrm>
            <a:off x="4254933" y="4278955"/>
            <a:ext cx="28398" cy="28398"/>
          </a:xfrm>
          <a:prstGeom prst="ellipse">
            <a:avLst/>
          </a:prstGeom>
          <a:solidFill>
            <a:srgbClr val="7F8C97">
              <a:alpha val="48000"/>
            </a:srgbClr>
          </a:solidFill>
          <a:ln w="0">
            <a:noFill/>
            <a:prstDash val="solid"/>
          </a:ln>
        </p:spPr>
      </p:sp>
      <p:sp>
        <p:nvSpPr>
          <p:cNvPr id="1787" name="03_assume_matched_7084">
            <a:extLst>
              <a:ext uri="{FF2B5EF4-FFF2-40B4-BE49-F238E27FC236}">
                <a16:creationId xmlns:a16="http://schemas.microsoft.com/office/drawing/2014/main" id="{7B1005DB-E443-4CC8-8C3B-8340001E1219}"/>
              </a:ext>
            </a:extLst>
          </p:cNvPr>
          <p:cNvSpPr>
            <a:spLocks noGrp="1"/>
          </p:cNvSpPr>
          <p:nvPr/>
        </p:nvSpPr>
        <p:spPr>
          <a:xfrm>
            <a:off x="4261121" y="4278955"/>
            <a:ext cx="28398" cy="28398"/>
          </a:xfrm>
          <a:prstGeom prst="ellipse">
            <a:avLst/>
          </a:prstGeom>
          <a:solidFill>
            <a:srgbClr val="7F8C97">
              <a:alpha val="48000"/>
            </a:srgbClr>
          </a:solidFill>
          <a:ln w="0">
            <a:noFill/>
            <a:prstDash val="solid"/>
          </a:ln>
        </p:spPr>
      </p:sp>
      <p:sp>
        <p:nvSpPr>
          <p:cNvPr id="1788" name="03_assume_matched_7085">
            <a:extLst>
              <a:ext uri="{FF2B5EF4-FFF2-40B4-BE49-F238E27FC236}">
                <a16:creationId xmlns:a16="http://schemas.microsoft.com/office/drawing/2014/main" id="{0C9B45F8-9BB2-4BE5-B9CA-C3BCFFC7AAB8}"/>
              </a:ext>
            </a:extLst>
          </p:cNvPr>
          <p:cNvSpPr>
            <a:spLocks noGrp="1"/>
          </p:cNvSpPr>
          <p:nvPr/>
        </p:nvSpPr>
        <p:spPr>
          <a:xfrm>
            <a:off x="4274505" y="4278955"/>
            <a:ext cx="28398" cy="28398"/>
          </a:xfrm>
          <a:prstGeom prst="ellipse">
            <a:avLst/>
          </a:prstGeom>
          <a:solidFill>
            <a:srgbClr val="7F8C97">
              <a:alpha val="48000"/>
            </a:srgbClr>
          </a:solidFill>
          <a:ln w="0">
            <a:noFill/>
            <a:prstDash val="solid"/>
          </a:ln>
        </p:spPr>
      </p:sp>
      <p:sp>
        <p:nvSpPr>
          <p:cNvPr id="1789" name="03_assume_matched_7086">
            <a:extLst>
              <a:ext uri="{FF2B5EF4-FFF2-40B4-BE49-F238E27FC236}">
                <a16:creationId xmlns:a16="http://schemas.microsoft.com/office/drawing/2014/main" id="{49E90FCF-EA68-4C01-A5E2-2C042C5336F1}"/>
              </a:ext>
            </a:extLst>
          </p:cNvPr>
          <p:cNvSpPr>
            <a:spLocks noGrp="1"/>
          </p:cNvSpPr>
          <p:nvPr/>
        </p:nvSpPr>
        <p:spPr>
          <a:xfrm>
            <a:off x="4183123" y="3986521"/>
            <a:ext cx="28398" cy="28398"/>
          </a:xfrm>
          <a:prstGeom prst="ellipse">
            <a:avLst/>
          </a:prstGeom>
          <a:solidFill>
            <a:srgbClr val="7F8C97">
              <a:alpha val="48000"/>
            </a:srgbClr>
          </a:solidFill>
          <a:ln w="0">
            <a:noFill/>
            <a:prstDash val="solid"/>
          </a:ln>
        </p:spPr>
      </p:sp>
      <p:sp>
        <p:nvSpPr>
          <p:cNvPr id="1790" name="03_assume_matched_7087">
            <a:extLst>
              <a:ext uri="{FF2B5EF4-FFF2-40B4-BE49-F238E27FC236}">
                <a16:creationId xmlns:a16="http://schemas.microsoft.com/office/drawing/2014/main" id="{85E4F8B1-DFCE-4A5C-9ADF-5D5A63BB1B75}"/>
              </a:ext>
            </a:extLst>
          </p:cNvPr>
          <p:cNvSpPr>
            <a:spLocks noGrp="1"/>
          </p:cNvSpPr>
          <p:nvPr/>
        </p:nvSpPr>
        <p:spPr>
          <a:xfrm>
            <a:off x="4172330" y="4083999"/>
            <a:ext cx="28398" cy="28398"/>
          </a:xfrm>
          <a:prstGeom prst="ellipse">
            <a:avLst/>
          </a:prstGeom>
          <a:solidFill>
            <a:srgbClr val="7F8C97">
              <a:alpha val="48000"/>
            </a:srgbClr>
          </a:solidFill>
          <a:ln w="0">
            <a:noFill/>
            <a:prstDash val="solid"/>
          </a:ln>
        </p:spPr>
      </p:sp>
      <p:sp>
        <p:nvSpPr>
          <p:cNvPr id="1791" name="03_assume_matched_7088">
            <a:extLst>
              <a:ext uri="{FF2B5EF4-FFF2-40B4-BE49-F238E27FC236}">
                <a16:creationId xmlns:a16="http://schemas.microsoft.com/office/drawing/2014/main" id="{B401751D-680F-44A4-8C8D-EA3275AD852C}"/>
              </a:ext>
            </a:extLst>
          </p:cNvPr>
          <p:cNvSpPr>
            <a:spLocks noGrp="1"/>
          </p:cNvSpPr>
          <p:nvPr/>
        </p:nvSpPr>
        <p:spPr>
          <a:xfrm>
            <a:off x="4255221" y="4132738"/>
            <a:ext cx="28398" cy="28398"/>
          </a:xfrm>
          <a:prstGeom prst="ellipse">
            <a:avLst/>
          </a:prstGeom>
          <a:solidFill>
            <a:srgbClr val="7F8C97">
              <a:alpha val="48000"/>
            </a:srgbClr>
          </a:solidFill>
          <a:ln w="0">
            <a:noFill/>
            <a:prstDash val="solid"/>
          </a:ln>
        </p:spPr>
      </p:sp>
      <p:sp>
        <p:nvSpPr>
          <p:cNvPr id="1792" name="03_assume_matched_7089">
            <a:extLst>
              <a:ext uri="{FF2B5EF4-FFF2-40B4-BE49-F238E27FC236}">
                <a16:creationId xmlns:a16="http://schemas.microsoft.com/office/drawing/2014/main" id="{4397B437-4964-4DF0-8DDE-E69A2EA7F1C8}"/>
              </a:ext>
            </a:extLst>
          </p:cNvPr>
          <p:cNvSpPr>
            <a:spLocks noGrp="1"/>
          </p:cNvSpPr>
          <p:nvPr/>
        </p:nvSpPr>
        <p:spPr>
          <a:xfrm>
            <a:off x="4292350" y="4237179"/>
            <a:ext cx="28398" cy="28398"/>
          </a:xfrm>
          <a:prstGeom prst="ellipse">
            <a:avLst/>
          </a:prstGeom>
          <a:solidFill>
            <a:srgbClr val="7F8C97">
              <a:alpha val="48000"/>
            </a:srgbClr>
          </a:solidFill>
          <a:ln w="0">
            <a:noFill/>
            <a:prstDash val="solid"/>
          </a:ln>
        </p:spPr>
      </p:sp>
      <p:sp>
        <p:nvSpPr>
          <p:cNvPr id="1793" name="03_assume_matched_7090">
            <a:extLst>
              <a:ext uri="{FF2B5EF4-FFF2-40B4-BE49-F238E27FC236}">
                <a16:creationId xmlns:a16="http://schemas.microsoft.com/office/drawing/2014/main" id="{FDBA31C3-BE8A-4A15-BB78-251CBE180F6A}"/>
              </a:ext>
            </a:extLst>
          </p:cNvPr>
          <p:cNvSpPr>
            <a:spLocks noGrp="1"/>
          </p:cNvSpPr>
          <p:nvPr/>
        </p:nvSpPr>
        <p:spPr>
          <a:xfrm>
            <a:off x="4298538" y="3986521"/>
            <a:ext cx="28398" cy="28398"/>
          </a:xfrm>
          <a:prstGeom prst="ellipse">
            <a:avLst/>
          </a:prstGeom>
          <a:solidFill>
            <a:srgbClr val="7F8C97">
              <a:alpha val="48000"/>
            </a:srgbClr>
          </a:solidFill>
          <a:ln w="0">
            <a:noFill/>
            <a:prstDash val="solid"/>
          </a:ln>
        </p:spPr>
      </p:sp>
      <p:sp>
        <p:nvSpPr>
          <p:cNvPr id="1794" name="03_assume_matched_7091">
            <a:extLst>
              <a:ext uri="{FF2B5EF4-FFF2-40B4-BE49-F238E27FC236}">
                <a16:creationId xmlns:a16="http://schemas.microsoft.com/office/drawing/2014/main" id="{17896D0E-8F5C-45C4-8229-37F2CCB956FB}"/>
              </a:ext>
            </a:extLst>
          </p:cNvPr>
          <p:cNvSpPr>
            <a:spLocks noGrp="1"/>
          </p:cNvSpPr>
          <p:nvPr/>
        </p:nvSpPr>
        <p:spPr>
          <a:xfrm>
            <a:off x="4209602" y="3986521"/>
            <a:ext cx="28398" cy="28398"/>
          </a:xfrm>
          <a:prstGeom prst="ellipse">
            <a:avLst/>
          </a:prstGeom>
          <a:solidFill>
            <a:srgbClr val="7F8C97">
              <a:alpha val="48000"/>
            </a:srgbClr>
          </a:solidFill>
          <a:ln w="0">
            <a:noFill/>
            <a:prstDash val="solid"/>
          </a:ln>
        </p:spPr>
      </p:sp>
      <p:sp>
        <p:nvSpPr>
          <p:cNvPr id="1795" name="03_assume_matched_7092">
            <a:extLst>
              <a:ext uri="{FF2B5EF4-FFF2-40B4-BE49-F238E27FC236}">
                <a16:creationId xmlns:a16="http://schemas.microsoft.com/office/drawing/2014/main" id="{1F968050-36C9-4823-B969-9F2BDF1A1B47}"/>
              </a:ext>
            </a:extLst>
          </p:cNvPr>
          <p:cNvSpPr>
            <a:spLocks noGrp="1"/>
          </p:cNvSpPr>
          <p:nvPr/>
        </p:nvSpPr>
        <p:spPr>
          <a:xfrm>
            <a:off x="4262417" y="4278955"/>
            <a:ext cx="28398" cy="28398"/>
          </a:xfrm>
          <a:prstGeom prst="ellipse">
            <a:avLst/>
          </a:prstGeom>
          <a:solidFill>
            <a:srgbClr val="7F8C97">
              <a:alpha val="48000"/>
            </a:srgbClr>
          </a:solidFill>
          <a:ln w="0">
            <a:noFill/>
            <a:prstDash val="solid"/>
          </a:ln>
        </p:spPr>
      </p:sp>
      <p:sp>
        <p:nvSpPr>
          <p:cNvPr id="1796" name="03_assume_matched_7093">
            <a:extLst>
              <a:ext uri="{FF2B5EF4-FFF2-40B4-BE49-F238E27FC236}">
                <a16:creationId xmlns:a16="http://schemas.microsoft.com/office/drawing/2014/main" id="{237F12EA-D1FA-4B1B-A6D8-538F5CEC7B96}"/>
              </a:ext>
            </a:extLst>
          </p:cNvPr>
          <p:cNvSpPr>
            <a:spLocks noGrp="1"/>
          </p:cNvSpPr>
          <p:nvPr/>
        </p:nvSpPr>
        <p:spPr>
          <a:xfrm>
            <a:off x="4273354" y="4278955"/>
            <a:ext cx="28398" cy="28398"/>
          </a:xfrm>
          <a:prstGeom prst="ellipse">
            <a:avLst/>
          </a:prstGeom>
          <a:solidFill>
            <a:srgbClr val="7F8C97">
              <a:alpha val="48000"/>
            </a:srgbClr>
          </a:solidFill>
          <a:ln w="0">
            <a:noFill/>
            <a:prstDash val="solid"/>
          </a:ln>
        </p:spPr>
      </p:sp>
      <p:sp>
        <p:nvSpPr>
          <p:cNvPr id="1797" name="03_assume_matched_7094">
            <a:extLst>
              <a:ext uri="{FF2B5EF4-FFF2-40B4-BE49-F238E27FC236}">
                <a16:creationId xmlns:a16="http://schemas.microsoft.com/office/drawing/2014/main" id="{A5D5CC2F-085F-408A-A083-C47883AE8118}"/>
              </a:ext>
            </a:extLst>
          </p:cNvPr>
          <p:cNvSpPr>
            <a:spLocks noGrp="1"/>
          </p:cNvSpPr>
          <p:nvPr/>
        </p:nvSpPr>
        <p:spPr>
          <a:xfrm>
            <a:off x="4290767" y="4278955"/>
            <a:ext cx="28398" cy="28398"/>
          </a:xfrm>
          <a:prstGeom prst="ellipse">
            <a:avLst/>
          </a:prstGeom>
          <a:solidFill>
            <a:srgbClr val="7F8C97">
              <a:alpha val="48000"/>
            </a:srgbClr>
          </a:solidFill>
          <a:ln w="0">
            <a:noFill/>
            <a:prstDash val="solid"/>
          </a:ln>
        </p:spPr>
      </p:sp>
      <p:sp>
        <p:nvSpPr>
          <p:cNvPr id="1798" name="03_assume_matched_7095">
            <a:extLst>
              <a:ext uri="{FF2B5EF4-FFF2-40B4-BE49-F238E27FC236}">
                <a16:creationId xmlns:a16="http://schemas.microsoft.com/office/drawing/2014/main" id="{D74B891A-5754-4C18-9CFE-740CBCA0EA10}"/>
              </a:ext>
            </a:extLst>
          </p:cNvPr>
          <p:cNvSpPr>
            <a:spLocks noGrp="1"/>
          </p:cNvSpPr>
          <p:nvPr/>
        </p:nvSpPr>
        <p:spPr>
          <a:xfrm>
            <a:off x="4275512" y="4278955"/>
            <a:ext cx="28398" cy="28398"/>
          </a:xfrm>
          <a:prstGeom prst="ellipse">
            <a:avLst/>
          </a:prstGeom>
          <a:solidFill>
            <a:srgbClr val="7F8C97">
              <a:alpha val="48000"/>
            </a:srgbClr>
          </a:solidFill>
          <a:ln w="0">
            <a:noFill/>
            <a:prstDash val="solid"/>
          </a:ln>
        </p:spPr>
      </p:sp>
      <p:sp>
        <p:nvSpPr>
          <p:cNvPr id="1799" name="03_assume_matched_7096">
            <a:extLst>
              <a:ext uri="{FF2B5EF4-FFF2-40B4-BE49-F238E27FC236}">
                <a16:creationId xmlns:a16="http://schemas.microsoft.com/office/drawing/2014/main" id="{D61BFA70-342E-4CFE-9676-280F4F73FBBF}"/>
              </a:ext>
            </a:extLst>
          </p:cNvPr>
          <p:cNvSpPr>
            <a:spLocks noGrp="1"/>
          </p:cNvSpPr>
          <p:nvPr/>
        </p:nvSpPr>
        <p:spPr>
          <a:xfrm>
            <a:off x="4253782" y="4278955"/>
            <a:ext cx="28398" cy="28398"/>
          </a:xfrm>
          <a:prstGeom prst="ellipse">
            <a:avLst/>
          </a:prstGeom>
          <a:solidFill>
            <a:srgbClr val="7F8C97">
              <a:alpha val="48000"/>
            </a:srgbClr>
          </a:solidFill>
          <a:ln w="0">
            <a:noFill/>
            <a:prstDash val="solid"/>
          </a:ln>
        </p:spPr>
      </p:sp>
      <p:sp>
        <p:nvSpPr>
          <p:cNvPr id="1800" name="03_assume_matched_7097">
            <a:extLst>
              <a:ext uri="{FF2B5EF4-FFF2-40B4-BE49-F238E27FC236}">
                <a16:creationId xmlns:a16="http://schemas.microsoft.com/office/drawing/2014/main" id="{25A68778-EE75-4DF7-9174-4797A7BE75AD}"/>
              </a:ext>
            </a:extLst>
          </p:cNvPr>
          <p:cNvSpPr>
            <a:spLocks noGrp="1"/>
          </p:cNvSpPr>
          <p:nvPr/>
        </p:nvSpPr>
        <p:spPr>
          <a:xfrm>
            <a:off x="4165566" y="3986521"/>
            <a:ext cx="28398" cy="28398"/>
          </a:xfrm>
          <a:prstGeom prst="ellipse">
            <a:avLst/>
          </a:prstGeom>
          <a:solidFill>
            <a:srgbClr val="7F8C97">
              <a:alpha val="48000"/>
            </a:srgbClr>
          </a:solidFill>
          <a:ln w="0">
            <a:noFill/>
            <a:prstDash val="solid"/>
          </a:ln>
        </p:spPr>
      </p:sp>
      <p:sp>
        <p:nvSpPr>
          <p:cNvPr id="1801" name="03_assume_matched_7098">
            <a:extLst>
              <a:ext uri="{FF2B5EF4-FFF2-40B4-BE49-F238E27FC236}">
                <a16:creationId xmlns:a16="http://schemas.microsoft.com/office/drawing/2014/main" id="{E25FF112-C3E5-49BA-9E9D-5817E9C1468B}"/>
              </a:ext>
            </a:extLst>
          </p:cNvPr>
          <p:cNvSpPr>
            <a:spLocks noGrp="1"/>
          </p:cNvSpPr>
          <p:nvPr/>
        </p:nvSpPr>
        <p:spPr>
          <a:xfrm>
            <a:off x="4179525" y="4278955"/>
            <a:ext cx="28398" cy="28398"/>
          </a:xfrm>
          <a:prstGeom prst="ellipse">
            <a:avLst/>
          </a:prstGeom>
          <a:solidFill>
            <a:srgbClr val="7F8C97">
              <a:alpha val="48000"/>
            </a:srgbClr>
          </a:solidFill>
          <a:ln w="0">
            <a:noFill/>
            <a:prstDash val="solid"/>
          </a:ln>
        </p:spPr>
      </p:sp>
      <p:sp>
        <p:nvSpPr>
          <p:cNvPr id="1802" name="03_assume_matched_7099">
            <a:extLst>
              <a:ext uri="{FF2B5EF4-FFF2-40B4-BE49-F238E27FC236}">
                <a16:creationId xmlns:a16="http://schemas.microsoft.com/office/drawing/2014/main" id="{2EC21178-0FA8-441D-82C8-CC266A481E7D}"/>
              </a:ext>
            </a:extLst>
          </p:cNvPr>
          <p:cNvSpPr>
            <a:spLocks noGrp="1"/>
          </p:cNvSpPr>
          <p:nvPr/>
        </p:nvSpPr>
        <p:spPr>
          <a:xfrm>
            <a:off x="4240686" y="3986521"/>
            <a:ext cx="28398" cy="28398"/>
          </a:xfrm>
          <a:prstGeom prst="ellipse">
            <a:avLst/>
          </a:prstGeom>
          <a:solidFill>
            <a:srgbClr val="7F8C97">
              <a:alpha val="48000"/>
            </a:srgbClr>
          </a:solidFill>
          <a:ln w="0">
            <a:noFill/>
            <a:prstDash val="solid"/>
          </a:ln>
        </p:spPr>
      </p:sp>
      <p:sp>
        <p:nvSpPr>
          <p:cNvPr id="1803" name="03_assume_matched_7100">
            <a:extLst>
              <a:ext uri="{FF2B5EF4-FFF2-40B4-BE49-F238E27FC236}">
                <a16:creationId xmlns:a16="http://schemas.microsoft.com/office/drawing/2014/main" id="{223D7074-A7B4-4B74-926B-62A76A303B6D}"/>
              </a:ext>
            </a:extLst>
          </p:cNvPr>
          <p:cNvSpPr>
            <a:spLocks noGrp="1"/>
          </p:cNvSpPr>
          <p:nvPr/>
        </p:nvSpPr>
        <p:spPr>
          <a:xfrm>
            <a:off x="4185569" y="4278955"/>
            <a:ext cx="28398" cy="28398"/>
          </a:xfrm>
          <a:prstGeom prst="ellipse">
            <a:avLst/>
          </a:prstGeom>
          <a:solidFill>
            <a:srgbClr val="7F8C97">
              <a:alpha val="48000"/>
            </a:srgbClr>
          </a:solidFill>
          <a:ln w="0">
            <a:noFill/>
            <a:prstDash val="solid"/>
          </a:ln>
        </p:spPr>
      </p:sp>
      <p:sp>
        <p:nvSpPr>
          <p:cNvPr id="1804" name="03_assume_matched_7101">
            <a:extLst>
              <a:ext uri="{FF2B5EF4-FFF2-40B4-BE49-F238E27FC236}">
                <a16:creationId xmlns:a16="http://schemas.microsoft.com/office/drawing/2014/main" id="{87398C2E-0EFB-45BA-AA85-180B8BE8C65D}"/>
              </a:ext>
            </a:extLst>
          </p:cNvPr>
          <p:cNvSpPr>
            <a:spLocks noGrp="1"/>
          </p:cNvSpPr>
          <p:nvPr/>
        </p:nvSpPr>
        <p:spPr>
          <a:xfrm>
            <a:off x="4211617" y="4278955"/>
            <a:ext cx="28398" cy="28398"/>
          </a:xfrm>
          <a:prstGeom prst="ellipse">
            <a:avLst/>
          </a:prstGeom>
          <a:solidFill>
            <a:srgbClr val="7F8C97">
              <a:alpha val="48000"/>
            </a:srgbClr>
          </a:solidFill>
          <a:ln w="0">
            <a:noFill/>
            <a:prstDash val="solid"/>
          </a:ln>
        </p:spPr>
      </p:sp>
      <p:sp>
        <p:nvSpPr>
          <p:cNvPr id="1805" name="03_assume_matched_7102">
            <a:extLst>
              <a:ext uri="{FF2B5EF4-FFF2-40B4-BE49-F238E27FC236}">
                <a16:creationId xmlns:a16="http://schemas.microsoft.com/office/drawing/2014/main" id="{B4DDB7F7-571F-49CA-A303-7E4A576C2C0C}"/>
              </a:ext>
            </a:extLst>
          </p:cNvPr>
          <p:cNvSpPr>
            <a:spLocks noGrp="1"/>
          </p:cNvSpPr>
          <p:nvPr/>
        </p:nvSpPr>
        <p:spPr>
          <a:xfrm>
            <a:off x="4160673" y="4278955"/>
            <a:ext cx="28398" cy="28398"/>
          </a:xfrm>
          <a:prstGeom prst="ellipse">
            <a:avLst/>
          </a:prstGeom>
          <a:solidFill>
            <a:srgbClr val="7F8C97">
              <a:alpha val="48000"/>
            </a:srgbClr>
          </a:solidFill>
          <a:ln w="0">
            <a:noFill/>
            <a:prstDash val="solid"/>
          </a:ln>
        </p:spPr>
      </p:sp>
      <p:sp>
        <p:nvSpPr>
          <p:cNvPr id="1806" name="03_assume_matched_7103">
            <a:extLst>
              <a:ext uri="{FF2B5EF4-FFF2-40B4-BE49-F238E27FC236}">
                <a16:creationId xmlns:a16="http://schemas.microsoft.com/office/drawing/2014/main" id="{F0315F9C-087C-4AF6-817E-49FED96C03BB}"/>
              </a:ext>
            </a:extLst>
          </p:cNvPr>
          <p:cNvSpPr>
            <a:spLocks noGrp="1"/>
          </p:cNvSpPr>
          <p:nvPr/>
        </p:nvSpPr>
        <p:spPr>
          <a:xfrm>
            <a:off x="4656159" y="3709083"/>
            <a:ext cx="28398" cy="28398"/>
          </a:xfrm>
          <a:prstGeom prst="ellipse">
            <a:avLst/>
          </a:prstGeom>
          <a:solidFill>
            <a:srgbClr val="7F8C97">
              <a:alpha val="48000"/>
            </a:srgbClr>
          </a:solidFill>
          <a:ln w="0">
            <a:noFill/>
            <a:prstDash val="solid"/>
          </a:ln>
        </p:spPr>
      </p:sp>
      <p:sp>
        <p:nvSpPr>
          <p:cNvPr id="1807" name="03_assume_matched_7104">
            <a:extLst>
              <a:ext uri="{FF2B5EF4-FFF2-40B4-BE49-F238E27FC236}">
                <a16:creationId xmlns:a16="http://schemas.microsoft.com/office/drawing/2014/main" id="{1BDF129E-A049-4E97-A0CE-3ADC17928B43}"/>
              </a:ext>
            </a:extLst>
          </p:cNvPr>
          <p:cNvSpPr>
            <a:spLocks noGrp="1"/>
          </p:cNvSpPr>
          <p:nvPr/>
        </p:nvSpPr>
        <p:spPr>
          <a:xfrm>
            <a:off x="4644646" y="4278955"/>
            <a:ext cx="28398" cy="28398"/>
          </a:xfrm>
          <a:prstGeom prst="ellipse">
            <a:avLst/>
          </a:prstGeom>
          <a:solidFill>
            <a:srgbClr val="7F8C97">
              <a:alpha val="48000"/>
            </a:srgbClr>
          </a:solidFill>
          <a:ln w="0">
            <a:noFill/>
            <a:prstDash val="solid"/>
          </a:ln>
        </p:spPr>
      </p:sp>
      <p:sp>
        <p:nvSpPr>
          <p:cNvPr id="1808" name="03_assume_matched_7105">
            <a:extLst>
              <a:ext uri="{FF2B5EF4-FFF2-40B4-BE49-F238E27FC236}">
                <a16:creationId xmlns:a16="http://schemas.microsoft.com/office/drawing/2014/main" id="{D37ABBA4-AF36-4BDA-93E8-C89AF6040B27}"/>
              </a:ext>
            </a:extLst>
          </p:cNvPr>
          <p:cNvSpPr>
            <a:spLocks noGrp="1"/>
          </p:cNvSpPr>
          <p:nvPr/>
        </p:nvSpPr>
        <p:spPr>
          <a:xfrm>
            <a:off x="4587515" y="3694086"/>
            <a:ext cx="28398" cy="28398"/>
          </a:xfrm>
          <a:prstGeom prst="ellipse">
            <a:avLst/>
          </a:prstGeom>
          <a:solidFill>
            <a:srgbClr val="7F8C97">
              <a:alpha val="48000"/>
            </a:srgbClr>
          </a:solidFill>
          <a:ln w="0">
            <a:noFill/>
            <a:prstDash val="solid"/>
          </a:ln>
        </p:spPr>
      </p:sp>
      <p:sp>
        <p:nvSpPr>
          <p:cNvPr id="1809" name="03_assume_matched_7106">
            <a:extLst>
              <a:ext uri="{FF2B5EF4-FFF2-40B4-BE49-F238E27FC236}">
                <a16:creationId xmlns:a16="http://schemas.microsoft.com/office/drawing/2014/main" id="{F13B771E-68CD-4A62-B8DF-1554B8E50032}"/>
              </a:ext>
            </a:extLst>
          </p:cNvPr>
          <p:cNvSpPr>
            <a:spLocks noGrp="1"/>
          </p:cNvSpPr>
          <p:nvPr/>
        </p:nvSpPr>
        <p:spPr>
          <a:xfrm>
            <a:off x="4666377" y="3694086"/>
            <a:ext cx="28398" cy="28398"/>
          </a:xfrm>
          <a:prstGeom prst="ellipse">
            <a:avLst/>
          </a:prstGeom>
          <a:solidFill>
            <a:srgbClr val="7F8C97">
              <a:alpha val="48000"/>
            </a:srgbClr>
          </a:solidFill>
          <a:ln w="0">
            <a:noFill/>
            <a:prstDash val="solid"/>
          </a:ln>
        </p:spPr>
      </p:sp>
      <p:sp>
        <p:nvSpPr>
          <p:cNvPr id="1810" name="03_assume_matched_7107">
            <a:extLst>
              <a:ext uri="{FF2B5EF4-FFF2-40B4-BE49-F238E27FC236}">
                <a16:creationId xmlns:a16="http://schemas.microsoft.com/office/drawing/2014/main" id="{AD987D46-89AE-4B00-A977-C7EB4772D4A6}"/>
              </a:ext>
            </a:extLst>
          </p:cNvPr>
          <p:cNvSpPr>
            <a:spLocks noGrp="1"/>
          </p:cNvSpPr>
          <p:nvPr/>
        </p:nvSpPr>
        <p:spPr>
          <a:xfrm>
            <a:off x="4634141" y="3861191"/>
            <a:ext cx="28398" cy="28398"/>
          </a:xfrm>
          <a:prstGeom prst="ellipse">
            <a:avLst/>
          </a:prstGeom>
          <a:solidFill>
            <a:srgbClr val="7F8C97">
              <a:alpha val="48000"/>
            </a:srgbClr>
          </a:solidFill>
          <a:ln w="0">
            <a:noFill/>
            <a:prstDash val="solid"/>
          </a:ln>
        </p:spPr>
      </p:sp>
      <p:sp>
        <p:nvSpPr>
          <p:cNvPr id="1811" name="03_assume_matched_7108">
            <a:extLst>
              <a:ext uri="{FF2B5EF4-FFF2-40B4-BE49-F238E27FC236}">
                <a16:creationId xmlns:a16="http://schemas.microsoft.com/office/drawing/2014/main" id="{F269C26E-BDE6-4011-98BF-4C80A5A2DE8F}"/>
              </a:ext>
            </a:extLst>
          </p:cNvPr>
          <p:cNvSpPr>
            <a:spLocks noGrp="1"/>
          </p:cNvSpPr>
          <p:nvPr/>
        </p:nvSpPr>
        <p:spPr>
          <a:xfrm>
            <a:off x="4538873" y="3747256"/>
            <a:ext cx="28398" cy="28398"/>
          </a:xfrm>
          <a:prstGeom prst="ellipse">
            <a:avLst/>
          </a:prstGeom>
          <a:solidFill>
            <a:srgbClr val="7F8C97">
              <a:alpha val="48000"/>
            </a:srgbClr>
          </a:solidFill>
          <a:ln w="0">
            <a:noFill/>
            <a:prstDash val="solid"/>
          </a:ln>
        </p:spPr>
      </p:sp>
      <p:sp>
        <p:nvSpPr>
          <p:cNvPr id="1812" name="03_assume_matched_7109">
            <a:extLst>
              <a:ext uri="{FF2B5EF4-FFF2-40B4-BE49-F238E27FC236}">
                <a16:creationId xmlns:a16="http://schemas.microsoft.com/office/drawing/2014/main" id="{D7BBF6B9-8326-48D1-99D8-76FF91B74859}"/>
              </a:ext>
            </a:extLst>
          </p:cNvPr>
          <p:cNvSpPr>
            <a:spLocks noGrp="1"/>
          </p:cNvSpPr>
          <p:nvPr/>
        </p:nvSpPr>
        <p:spPr>
          <a:xfrm>
            <a:off x="4569526" y="4278955"/>
            <a:ext cx="28398" cy="28398"/>
          </a:xfrm>
          <a:prstGeom prst="ellipse">
            <a:avLst/>
          </a:prstGeom>
          <a:solidFill>
            <a:srgbClr val="7F8C97">
              <a:alpha val="48000"/>
            </a:srgbClr>
          </a:solidFill>
          <a:ln w="0">
            <a:noFill/>
            <a:prstDash val="solid"/>
          </a:ln>
        </p:spPr>
      </p:sp>
      <p:sp>
        <p:nvSpPr>
          <p:cNvPr id="1813" name="03_assume_matched_7110">
            <a:extLst>
              <a:ext uri="{FF2B5EF4-FFF2-40B4-BE49-F238E27FC236}">
                <a16:creationId xmlns:a16="http://schemas.microsoft.com/office/drawing/2014/main" id="{A7A07389-7DE0-44E4-BF86-CC08A6D2E13B}"/>
              </a:ext>
            </a:extLst>
          </p:cNvPr>
          <p:cNvSpPr>
            <a:spLocks noGrp="1"/>
          </p:cNvSpPr>
          <p:nvPr/>
        </p:nvSpPr>
        <p:spPr>
          <a:xfrm>
            <a:off x="4538585" y="4132738"/>
            <a:ext cx="28398" cy="28398"/>
          </a:xfrm>
          <a:prstGeom prst="ellipse">
            <a:avLst/>
          </a:prstGeom>
          <a:solidFill>
            <a:srgbClr val="7F8C97">
              <a:alpha val="48000"/>
            </a:srgbClr>
          </a:solidFill>
          <a:ln w="0">
            <a:noFill/>
            <a:prstDash val="solid"/>
          </a:ln>
        </p:spPr>
      </p:sp>
      <p:sp>
        <p:nvSpPr>
          <p:cNvPr id="1814" name="03_assume_matched_7111">
            <a:extLst>
              <a:ext uri="{FF2B5EF4-FFF2-40B4-BE49-F238E27FC236}">
                <a16:creationId xmlns:a16="http://schemas.microsoft.com/office/drawing/2014/main" id="{950707AE-8E2A-4972-B656-F12B8E1701FA}"/>
              </a:ext>
            </a:extLst>
          </p:cNvPr>
          <p:cNvSpPr>
            <a:spLocks noGrp="1"/>
          </p:cNvSpPr>
          <p:nvPr/>
        </p:nvSpPr>
        <p:spPr>
          <a:xfrm>
            <a:off x="4619894" y="3986521"/>
            <a:ext cx="28398" cy="28398"/>
          </a:xfrm>
          <a:prstGeom prst="ellipse">
            <a:avLst/>
          </a:prstGeom>
          <a:solidFill>
            <a:srgbClr val="7F8C97">
              <a:alpha val="48000"/>
            </a:srgbClr>
          </a:solidFill>
          <a:ln w="0">
            <a:noFill/>
            <a:prstDash val="solid"/>
          </a:ln>
        </p:spPr>
      </p:sp>
      <p:sp>
        <p:nvSpPr>
          <p:cNvPr id="1815" name="03_assume_matched_7112">
            <a:extLst>
              <a:ext uri="{FF2B5EF4-FFF2-40B4-BE49-F238E27FC236}">
                <a16:creationId xmlns:a16="http://schemas.microsoft.com/office/drawing/2014/main" id="{9CAE8758-6FA9-440C-86C4-14788B377A5A}"/>
              </a:ext>
            </a:extLst>
          </p:cNvPr>
          <p:cNvSpPr>
            <a:spLocks noGrp="1"/>
          </p:cNvSpPr>
          <p:nvPr/>
        </p:nvSpPr>
        <p:spPr>
          <a:xfrm>
            <a:off x="4601186" y="4278955"/>
            <a:ext cx="28398" cy="28398"/>
          </a:xfrm>
          <a:prstGeom prst="ellipse">
            <a:avLst/>
          </a:prstGeom>
          <a:solidFill>
            <a:srgbClr val="7F8C97">
              <a:alpha val="48000"/>
            </a:srgbClr>
          </a:solidFill>
          <a:ln w="0">
            <a:noFill/>
            <a:prstDash val="solid"/>
          </a:ln>
        </p:spPr>
      </p:sp>
      <p:sp>
        <p:nvSpPr>
          <p:cNvPr id="1816" name="03_assume_matched_7113">
            <a:extLst>
              <a:ext uri="{FF2B5EF4-FFF2-40B4-BE49-F238E27FC236}">
                <a16:creationId xmlns:a16="http://schemas.microsoft.com/office/drawing/2014/main" id="{9DE16EA4-B62F-44F3-847C-AF93A27E8E2E}"/>
              </a:ext>
            </a:extLst>
          </p:cNvPr>
          <p:cNvSpPr>
            <a:spLocks noGrp="1"/>
          </p:cNvSpPr>
          <p:nvPr/>
        </p:nvSpPr>
        <p:spPr>
          <a:xfrm>
            <a:off x="4585932" y="3694086"/>
            <a:ext cx="28398" cy="28398"/>
          </a:xfrm>
          <a:prstGeom prst="ellipse">
            <a:avLst/>
          </a:prstGeom>
          <a:solidFill>
            <a:srgbClr val="7F8C97">
              <a:alpha val="48000"/>
            </a:srgbClr>
          </a:solidFill>
          <a:ln w="0">
            <a:noFill/>
            <a:prstDash val="solid"/>
          </a:ln>
        </p:spPr>
      </p:sp>
      <p:sp>
        <p:nvSpPr>
          <p:cNvPr id="1817" name="03_assume_matched_7114">
            <a:extLst>
              <a:ext uri="{FF2B5EF4-FFF2-40B4-BE49-F238E27FC236}">
                <a16:creationId xmlns:a16="http://schemas.microsoft.com/office/drawing/2014/main" id="{0ACDA3CD-B403-45CE-8732-8633AFEDCB3C}"/>
              </a:ext>
            </a:extLst>
          </p:cNvPr>
          <p:cNvSpPr>
            <a:spLocks noGrp="1"/>
          </p:cNvSpPr>
          <p:nvPr/>
        </p:nvSpPr>
        <p:spPr>
          <a:xfrm>
            <a:off x="4571685" y="4278955"/>
            <a:ext cx="28398" cy="28398"/>
          </a:xfrm>
          <a:prstGeom prst="ellipse">
            <a:avLst/>
          </a:prstGeom>
          <a:solidFill>
            <a:srgbClr val="7F8C97">
              <a:alpha val="48000"/>
            </a:srgbClr>
          </a:solidFill>
          <a:ln w="0">
            <a:noFill/>
            <a:prstDash val="solid"/>
          </a:ln>
        </p:spPr>
      </p:sp>
      <p:sp>
        <p:nvSpPr>
          <p:cNvPr id="1818" name="03_assume_matched_7115">
            <a:extLst>
              <a:ext uri="{FF2B5EF4-FFF2-40B4-BE49-F238E27FC236}">
                <a16:creationId xmlns:a16="http://schemas.microsoft.com/office/drawing/2014/main" id="{66BAE29C-A3CD-460D-8F00-475FC087ABB7}"/>
              </a:ext>
            </a:extLst>
          </p:cNvPr>
          <p:cNvSpPr>
            <a:spLocks noGrp="1"/>
          </p:cNvSpPr>
          <p:nvPr/>
        </p:nvSpPr>
        <p:spPr>
          <a:xfrm>
            <a:off x="4588090" y="4278955"/>
            <a:ext cx="28398" cy="28398"/>
          </a:xfrm>
          <a:prstGeom prst="ellipse">
            <a:avLst/>
          </a:prstGeom>
          <a:solidFill>
            <a:srgbClr val="7F8C97">
              <a:alpha val="48000"/>
            </a:srgbClr>
          </a:solidFill>
          <a:ln w="0">
            <a:noFill/>
            <a:prstDash val="solid"/>
          </a:ln>
        </p:spPr>
      </p:sp>
      <p:sp>
        <p:nvSpPr>
          <p:cNvPr id="1819" name="03_assume_matched_7116">
            <a:extLst>
              <a:ext uri="{FF2B5EF4-FFF2-40B4-BE49-F238E27FC236}">
                <a16:creationId xmlns:a16="http://schemas.microsoft.com/office/drawing/2014/main" id="{10374A2D-2146-456F-A6FC-9FDA08DC8DE4}"/>
              </a:ext>
            </a:extLst>
          </p:cNvPr>
          <p:cNvSpPr>
            <a:spLocks noGrp="1"/>
          </p:cNvSpPr>
          <p:nvPr/>
        </p:nvSpPr>
        <p:spPr>
          <a:xfrm>
            <a:off x="4673284" y="4132738"/>
            <a:ext cx="28398" cy="28398"/>
          </a:xfrm>
          <a:prstGeom prst="ellipse">
            <a:avLst/>
          </a:prstGeom>
          <a:solidFill>
            <a:srgbClr val="7F8C97">
              <a:alpha val="48000"/>
            </a:srgbClr>
          </a:solidFill>
          <a:ln w="0">
            <a:noFill/>
            <a:prstDash val="solid"/>
          </a:ln>
        </p:spPr>
      </p:sp>
      <p:sp>
        <p:nvSpPr>
          <p:cNvPr id="1820" name="03_assume_matched_7117">
            <a:extLst>
              <a:ext uri="{FF2B5EF4-FFF2-40B4-BE49-F238E27FC236}">
                <a16:creationId xmlns:a16="http://schemas.microsoft.com/office/drawing/2014/main" id="{005FCCA4-7E02-469D-912A-8A3E72AA97DA}"/>
              </a:ext>
            </a:extLst>
          </p:cNvPr>
          <p:cNvSpPr>
            <a:spLocks noGrp="1"/>
          </p:cNvSpPr>
          <p:nvPr/>
        </p:nvSpPr>
        <p:spPr>
          <a:xfrm>
            <a:off x="4628241" y="3694086"/>
            <a:ext cx="28398" cy="28398"/>
          </a:xfrm>
          <a:prstGeom prst="ellipse">
            <a:avLst/>
          </a:prstGeom>
          <a:solidFill>
            <a:srgbClr val="7F8C97">
              <a:alpha val="48000"/>
            </a:srgbClr>
          </a:solidFill>
          <a:ln w="0">
            <a:noFill/>
            <a:prstDash val="solid"/>
          </a:ln>
        </p:spPr>
      </p:sp>
      <p:sp>
        <p:nvSpPr>
          <p:cNvPr id="1821" name="03_assume_matched_7118">
            <a:extLst>
              <a:ext uri="{FF2B5EF4-FFF2-40B4-BE49-F238E27FC236}">
                <a16:creationId xmlns:a16="http://schemas.microsoft.com/office/drawing/2014/main" id="{1F04EE1D-CC19-46A2-AFA1-C0B90A445D5C}"/>
              </a:ext>
            </a:extLst>
          </p:cNvPr>
          <p:cNvSpPr>
            <a:spLocks noGrp="1"/>
          </p:cNvSpPr>
          <p:nvPr/>
        </p:nvSpPr>
        <p:spPr>
          <a:xfrm>
            <a:off x="4638027" y="4213970"/>
            <a:ext cx="28398" cy="28398"/>
          </a:xfrm>
          <a:prstGeom prst="ellipse">
            <a:avLst/>
          </a:prstGeom>
          <a:solidFill>
            <a:srgbClr val="7F8C97">
              <a:alpha val="48000"/>
            </a:srgbClr>
          </a:solidFill>
          <a:ln w="0">
            <a:noFill/>
            <a:prstDash val="solid"/>
          </a:ln>
        </p:spPr>
      </p:sp>
      <p:sp>
        <p:nvSpPr>
          <p:cNvPr id="1822" name="03_assume_matched_7119">
            <a:extLst>
              <a:ext uri="{FF2B5EF4-FFF2-40B4-BE49-F238E27FC236}">
                <a16:creationId xmlns:a16="http://schemas.microsoft.com/office/drawing/2014/main" id="{DD558FA6-49F0-4C75-89BE-75EDAF886B02}"/>
              </a:ext>
            </a:extLst>
          </p:cNvPr>
          <p:cNvSpPr>
            <a:spLocks noGrp="1"/>
          </p:cNvSpPr>
          <p:nvPr/>
        </p:nvSpPr>
        <p:spPr>
          <a:xfrm>
            <a:off x="4574851" y="4148984"/>
            <a:ext cx="28398" cy="28398"/>
          </a:xfrm>
          <a:prstGeom prst="ellipse">
            <a:avLst/>
          </a:prstGeom>
          <a:solidFill>
            <a:srgbClr val="7F8C97">
              <a:alpha val="48000"/>
            </a:srgbClr>
          </a:solidFill>
          <a:ln w="0">
            <a:noFill/>
            <a:prstDash val="solid"/>
          </a:ln>
        </p:spPr>
      </p:sp>
      <p:sp>
        <p:nvSpPr>
          <p:cNvPr id="1823" name="03_assume_matched_7120">
            <a:extLst>
              <a:ext uri="{FF2B5EF4-FFF2-40B4-BE49-F238E27FC236}">
                <a16:creationId xmlns:a16="http://schemas.microsoft.com/office/drawing/2014/main" id="{4BFEB63F-0672-444E-8493-C4FA37A118CD}"/>
              </a:ext>
            </a:extLst>
          </p:cNvPr>
          <p:cNvSpPr>
            <a:spLocks noGrp="1"/>
          </p:cNvSpPr>
          <p:nvPr/>
        </p:nvSpPr>
        <p:spPr>
          <a:xfrm>
            <a:off x="4665225" y="4083999"/>
            <a:ext cx="28398" cy="28398"/>
          </a:xfrm>
          <a:prstGeom prst="ellipse">
            <a:avLst/>
          </a:prstGeom>
          <a:solidFill>
            <a:srgbClr val="7F8C97">
              <a:alpha val="48000"/>
            </a:srgbClr>
          </a:solidFill>
          <a:ln w="0">
            <a:noFill/>
            <a:prstDash val="solid"/>
          </a:ln>
        </p:spPr>
      </p:sp>
      <p:sp>
        <p:nvSpPr>
          <p:cNvPr id="1824" name="03_assume_matched_7121">
            <a:extLst>
              <a:ext uri="{FF2B5EF4-FFF2-40B4-BE49-F238E27FC236}">
                <a16:creationId xmlns:a16="http://schemas.microsoft.com/office/drawing/2014/main" id="{2496D109-1EDC-44A8-932E-B26DC636AEF6}"/>
              </a:ext>
            </a:extLst>
          </p:cNvPr>
          <p:cNvSpPr>
            <a:spLocks noGrp="1"/>
          </p:cNvSpPr>
          <p:nvPr/>
        </p:nvSpPr>
        <p:spPr>
          <a:xfrm>
            <a:off x="4638314" y="3747256"/>
            <a:ext cx="28398" cy="28398"/>
          </a:xfrm>
          <a:prstGeom prst="ellipse">
            <a:avLst/>
          </a:prstGeom>
          <a:solidFill>
            <a:srgbClr val="7F8C97">
              <a:alpha val="48000"/>
            </a:srgbClr>
          </a:solidFill>
          <a:ln w="0">
            <a:noFill/>
            <a:prstDash val="solid"/>
          </a:ln>
        </p:spPr>
      </p:sp>
      <p:sp>
        <p:nvSpPr>
          <p:cNvPr id="1825" name="03_assume_matched_7122">
            <a:extLst>
              <a:ext uri="{FF2B5EF4-FFF2-40B4-BE49-F238E27FC236}">
                <a16:creationId xmlns:a16="http://schemas.microsoft.com/office/drawing/2014/main" id="{AE8FFE84-BB06-4E56-8D69-BC09DA7844F4}"/>
              </a:ext>
            </a:extLst>
          </p:cNvPr>
          <p:cNvSpPr>
            <a:spLocks noGrp="1"/>
          </p:cNvSpPr>
          <p:nvPr/>
        </p:nvSpPr>
        <p:spPr>
          <a:xfrm>
            <a:off x="4556142" y="4278955"/>
            <a:ext cx="28398" cy="28398"/>
          </a:xfrm>
          <a:prstGeom prst="ellipse">
            <a:avLst/>
          </a:prstGeom>
          <a:solidFill>
            <a:srgbClr val="7F8C97">
              <a:alpha val="48000"/>
            </a:srgbClr>
          </a:solidFill>
          <a:ln w="0">
            <a:noFill/>
            <a:prstDash val="solid"/>
          </a:ln>
        </p:spPr>
      </p:sp>
      <p:sp>
        <p:nvSpPr>
          <p:cNvPr id="1826" name="03_assume_matched_7123">
            <a:extLst>
              <a:ext uri="{FF2B5EF4-FFF2-40B4-BE49-F238E27FC236}">
                <a16:creationId xmlns:a16="http://schemas.microsoft.com/office/drawing/2014/main" id="{9F396664-27CA-47A4-B5D6-4A675D8CCC97}"/>
              </a:ext>
            </a:extLst>
          </p:cNvPr>
          <p:cNvSpPr>
            <a:spLocks noGrp="1"/>
          </p:cNvSpPr>
          <p:nvPr/>
        </p:nvSpPr>
        <p:spPr>
          <a:xfrm>
            <a:off x="4563482" y="3694086"/>
            <a:ext cx="28398" cy="28398"/>
          </a:xfrm>
          <a:prstGeom prst="ellipse">
            <a:avLst/>
          </a:prstGeom>
          <a:solidFill>
            <a:srgbClr val="7F8C97">
              <a:alpha val="48000"/>
            </a:srgbClr>
          </a:solidFill>
          <a:ln w="0">
            <a:noFill/>
            <a:prstDash val="solid"/>
          </a:ln>
        </p:spPr>
      </p:sp>
      <p:sp>
        <p:nvSpPr>
          <p:cNvPr id="1827" name="03_assume_matched_7124">
            <a:extLst>
              <a:ext uri="{FF2B5EF4-FFF2-40B4-BE49-F238E27FC236}">
                <a16:creationId xmlns:a16="http://schemas.microsoft.com/office/drawing/2014/main" id="{734223FA-505D-444E-8FC6-47F61693F20E}"/>
              </a:ext>
            </a:extLst>
          </p:cNvPr>
          <p:cNvSpPr>
            <a:spLocks noGrp="1"/>
          </p:cNvSpPr>
          <p:nvPr/>
        </p:nvSpPr>
        <p:spPr>
          <a:xfrm>
            <a:off x="4574707" y="4083999"/>
            <a:ext cx="28398" cy="28398"/>
          </a:xfrm>
          <a:prstGeom prst="ellipse">
            <a:avLst/>
          </a:prstGeom>
          <a:solidFill>
            <a:srgbClr val="7F8C97">
              <a:alpha val="48000"/>
            </a:srgbClr>
          </a:solidFill>
          <a:ln w="0">
            <a:noFill/>
            <a:prstDash val="solid"/>
          </a:ln>
        </p:spPr>
      </p:sp>
      <p:sp>
        <p:nvSpPr>
          <p:cNvPr id="1828" name="03_assume_matched_7125">
            <a:extLst>
              <a:ext uri="{FF2B5EF4-FFF2-40B4-BE49-F238E27FC236}">
                <a16:creationId xmlns:a16="http://schemas.microsoft.com/office/drawing/2014/main" id="{697D5D0C-E4D8-44A1-BDA6-FD3C04E2AB25}"/>
              </a:ext>
            </a:extLst>
          </p:cNvPr>
          <p:cNvSpPr>
            <a:spLocks noGrp="1"/>
          </p:cNvSpPr>
          <p:nvPr/>
        </p:nvSpPr>
        <p:spPr>
          <a:xfrm>
            <a:off x="4664074" y="3986521"/>
            <a:ext cx="28398" cy="28398"/>
          </a:xfrm>
          <a:prstGeom prst="ellipse">
            <a:avLst/>
          </a:prstGeom>
          <a:solidFill>
            <a:srgbClr val="7F8C97">
              <a:alpha val="48000"/>
            </a:srgbClr>
          </a:solidFill>
          <a:ln w="0">
            <a:noFill/>
            <a:prstDash val="solid"/>
          </a:ln>
        </p:spPr>
      </p:sp>
      <p:sp>
        <p:nvSpPr>
          <p:cNvPr id="1829" name="03_assume_matched_7126">
            <a:extLst>
              <a:ext uri="{FF2B5EF4-FFF2-40B4-BE49-F238E27FC236}">
                <a16:creationId xmlns:a16="http://schemas.microsoft.com/office/drawing/2014/main" id="{C7513160-F5EB-4626-8636-A771006E711E}"/>
              </a:ext>
            </a:extLst>
          </p:cNvPr>
          <p:cNvSpPr>
            <a:spLocks noGrp="1"/>
          </p:cNvSpPr>
          <p:nvPr/>
        </p:nvSpPr>
        <p:spPr>
          <a:xfrm>
            <a:off x="4577009" y="3694086"/>
            <a:ext cx="28398" cy="28398"/>
          </a:xfrm>
          <a:prstGeom prst="ellipse">
            <a:avLst/>
          </a:prstGeom>
          <a:solidFill>
            <a:srgbClr val="7F8C97">
              <a:alpha val="48000"/>
            </a:srgbClr>
          </a:solidFill>
          <a:ln w="0">
            <a:noFill/>
            <a:prstDash val="solid"/>
          </a:ln>
        </p:spPr>
      </p:sp>
      <p:sp>
        <p:nvSpPr>
          <p:cNvPr id="1830" name="03_assume_matched_7127">
            <a:extLst>
              <a:ext uri="{FF2B5EF4-FFF2-40B4-BE49-F238E27FC236}">
                <a16:creationId xmlns:a16="http://schemas.microsoft.com/office/drawing/2014/main" id="{B5F103E5-D2A3-4EEB-A38F-2792121A41CC}"/>
              </a:ext>
            </a:extLst>
          </p:cNvPr>
          <p:cNvSpPr>
            <a:spLocks noGrp="1"/>
          </p:cNvSpPr>
          <p:nvPr/>
        </p:nvSpPr>
        <p:spPr>
          <a:xfrm>
            <a:off x="4656015" y="4083999"/>
            <a:ext cx="28398" cy="28398"/>
          </a:xfrm>
          <a:prstGeom prst="ellipse">
            <a:avLst/>
          </a:prstGeom>
          <a:solidFill>
            <a:srgbClr val="7F8C97">
              <a:alpha val="48000"/>
            </a:srgbClr>
          </a:solidFill>
          <a:ln w="0">
            <a:noFill/>
            <a:prstDash val="solid"/>
          </a:ln>
        </p:spPr>
      </p:sp>
      <p:sp>
        <p:nvSpPr>
          <p:cNvPr id="1831" name="03_assume_matched_7128">
            <a:extLst>
              <a:ext uri="{FF2B5EF4-FFF2-40B4-BE49-F238E27FC236}">
                <a16:creationId xmlns:a16="http://schemas.microsoft.com/office/drawing/2014/main" id="{B631FB96-E2B8-4AD9-A01C-21C2D0A093F2}"/>
              </a:ext>
            </a:extLst>
          </p:cNvPr>
          <p:cNvSpPr>
            <a:spLocks noGrp="1"/>
          </p:cNvSpPr>
          <p:nvPr/>
        </p:nvSpPr>
        <p:spPr>
          <a:xfrm>
            <a:off x="4657166" y="3694086"/>
            <a:ext cx="28398" cy="28398"/>
          </a:xfrm>
          <a:prstGeom prst="ellipse">
            <a:avLst/>
          </a:prstGeom>
          <a:solidFill>
            <a:srgbClr val="7F8C97">
              <a:alpha val="48000"/>
            </a:srgbClr>
          </a:solidFill>
          <a:ln w="0">
            <a:noFill/>
            <a:prstDash val="solid"/>
          </a:ln>
        </p:spPr>
      </p:sp>
      <p:sp>
        <p:nvSpPr>
          <p:cNvPr id="1832" name="03_assume_matched_7129">
            <a:extLst>
              <a:ext uri="{FF2B5EF4-FFF2-40B4-BE49-F238E27FC236}">
                <a16:creationId xmlns:a16="http://schemas.microsoft.com/office/drawing/2014/main" id="{E1ACE34F-BE4F-499C-88C5-A0045A288CA3}"/>
              </a:ext>
            </a:extLst>
          </p:cNvPr>
          <p:cNvSpPr>
            <a:spLocks noGrp="1"/>
          </p:cNvSpPr>
          <p:nvPr/>
        </p:nvSpPr>
        <p:spPr>
          <a:xfrm>
            <a:off x="4660908" y="4278955"/>
            <a:ext cx="28398" cy="28398"/>
          </a:xfrm>
          <a:prstGeom prst="ellipse">
            <a:avLst/>
          </a:prstGeom>
          <a:solidFill>
            <a:srgbClr val="7F8C97">
              <a:alpha val="48000"/>
            </a:srgbClr>
          </a:solidFill>
          <a:ln w="0">
            <a:noFill/>
            <a:prstDash val="solid"/>
          </a:ln>
        </p:spPr>
      </p:sp>
      <p:sp>
        <p:nvSpPr>
          <p:cNvPr id="1833" name="03_assume_matched_7130">
            <a:extLst>
              <a:ext uri="{FF2B5EF4-FFF2-40B4-BE49-F238E27FC236}">
                <a16:creationId xmlns:a16="http://schemas.microsoft.com/office/drawing/2014/main" id="{F2E1EFE0-A250-408C-B736-B636898AB478}"/>
              </a:ext>
            </a:extLst>
          </p:cNvPr>
          <p:cNvSpPr>
            <a:spLocks noGrp="1"/>
          </p:cNvSpPr>
          <p:nvPr/>
        </p:nvSpPr>
        <p:spPr>
          <a:xfrm>
            <a:off x="4578160" y="4083999"/>
            <a:ext cx="28398" cy="28398"/>
          </a:xfrm>
          <a:prstGeom prst="ellipse">
            <a:avLst/>
          </a:prstGeom>
          <a:solidFill>
            <a:srgbClr val="7F8C97">
              <a:alpha val="48000"/>
            </a:srgbClr>
          </a:solidFill>
          <a:ln w="0">
            <a:noFill/>
            <a:prstDash val="solid"/>
          </a:ln>
        </p:spPr>
      </p:sp>
      <p:sp>
        <p:nvSpPr>
          <p:cNvPr id="1834" name="03_assume_matched_7131">
            <a:extLst>
              <a:ext uri="{FF2B5EF4-FFF2-40B4-BE49-F238E27FC236}">
                <a16:creationId xmlns:a16="http://schemas.microsoft.com/office/drawing/2014/main" id="{6CA94D2D-693C-4590-837C-F0E1CB91803D}"/>
              </a:ext>
            </a:extLst>
          </p:cNvPr>
          <p:cNvSpPr>
            <a:spLocks noGrp="1"/>
          </p:cNvSpPr>
          <p:nvPr/>
        </p:nvSpPr>
        <p:spPr>
          <a:xfrm>
            <a:off x="4556430" y="4132738"/>
            <a:ext cx="28398" cy="28398"/>
          </a:xfrm>
          <a:prstGeom prst="ellipse">
            <a:avLst/>
          </a:prstGeom>
          <a:solidFill>
            <a:srgbClr val="7F8C97">
              <a:alpha val="48000"/>
            </a:srgbClr>
          </a:solidFill>
          <a:ln w="0">
            <a:noFill/>
            <a:prstDash val="solid"/>
          </a:ln>
        </p:spPr>
      </p:sp>
      <p:sp>
        <p:nvSpPr>
          <p:cNvPr id="1835" name="03_assume_matched_7132">
            <a:extLst>
              <a:ext uri="{FF2B5EF4-FFF2-40B4-BE49-F238E27FC236}">
                <a16:creationId xmlns:a16="http://schemas.microsoft.com/office/drawing/2014/main" id="{E8104AB7-F774-430F-AC5F-36E8FB733B2E}"/>
              </a:ext>
            </a:extLst>
          </p:cNvPr>
          <p:cNvSpPr>
            <a:spLocks noGrp="1"/>
          </p:cNvSpPr>
          <p:nvPr/>
        </p:nvSpPr>
        <p:spPr>
          <a:xfrm>
            <a:off x="4640185" y="4278955"/>
            <a:ext cx="28398" cy="28398"/>
          </a:xfrm>
          <a:prstGeom prst="ellipse">
            <a:avLst/>
          </a:prstGeom>
          <a:solidFill>
            <a:srgbClr val="7F8C97">
              <a:alpha val="48000"/>
            </a:srgbClr>
          </a:solidFill>
          <a:ln w="0">
            <a:noFill/>
            <a:prstDash val="solid"/>
          </a:ln>
        </p:spPr>
      </p:sp>
      <p:sp>
        <p:nvSpPr>
          <p:cNvPr id="1836" name="03_assume_matched_7133">
            <a:extLst>
              <a:ext uri="{FF2B5EF4-FFF2-40B4-BE49-F238E27FC236}">
                <a16:creationId xmlns:a16="http://schemas.microsoft.com/office/drawing/2014/main" id="{FC576B32-4A55-446A-B169-250E7B2A9E11}"/>
              </a:ext>
            </a:extLst>
          </p:cNvPr>
          <p:cNvSpPr>
            <a:spLocks noGrp="1"/>
          </p:cNvSpPr>
          <p:nvPr/>
        </p:nvSpPr>
        <p:spPr>
          <a:xfrm>
            <a:off x="4549666" y="3694086"/>
            <a:ext cx="28398" cy="28398"/>
          </a:xfrm>
          <a:prstGeom prst="ellipse">
            <a:avLst/>
          </a:prstGeom>
          <a:solidFill>
            <a:srgbClr val="7F8C97">
              <a:alpha val="48000"/>
            </a:srgbClr>
          </a:solidFill>
          <a:ln w="0">
            <a:noFill/>
            <a:prstDash val="solid"/>
          </a:ln>
        </p:spPr>
      </p:sp>
      <p:sp>
        <p:nvSpPr>
          <p:cNvPr id="1837" name="03_assume_matched_7134">
            <a:extLst>
              <a:ext uri="{FF2B5EF4-FFF2-40B4-BE49-F238E27FC236}">
                <a16:creationId xmlns:a16="http://schemas.microsoft.com/office/drawing/2014/main" id="{51799A53-AFFB-4EDB-85E8-B0337AA719BB}"/>
              </a:ext>
            </a:extLst>
          </p:cNvPr>
          <p:cNvSpPr>
            <a:spLocks noGrp="1"/>
          </p:cNvSpPr>
          <p:nvPr/>
        </p:nvSpPr>
        <p:spPr>
          <a:xfrm>
            <a:off x="4643783" y="3694086"/>
            <a:ext cx="28398" cy="28398"/>
          </a:xfrm>
          <a:prstGeom prst="ellipse">
            <a:avLst/>
          </a:prstGeom>
          <a:solidFill>
            <a:srgbClr val="7F8C97">
              <a:alpha val="48000"/>
            </a:srgbClr>
          </a:solidFill>
          <a:ln w="0">
            <a:noFill/>
            <a:prstDash val="solid"/>
          </a:ln>
        </p:spPr>
      </p:sp>
      <p:sp>
        <p:nvSpPr>
          <p:cNvPr id="1838" name="03_assume_matched_7135">
            <a:extLst>
              <a:ext uri="{FF2B5EF4-FFF2-40B4-BE49-F238E27FC236}">
                <a16:creationId xmlns:a16="http://schemas.microsoft.com/office/drawing/2014/main" id="{B6607709-CEEA-4CA2-A2A1-06EE7D929F67}"/>
              </a:ext>
            </a:extLst>
          </p:cNvPr>
          <p:cNvSpPr>
            <a:spLocks noGrp="1"/>
          </p:cNvSpPr>
          <p:nvPr/>
        </p:nvSpPr>
        <p:spPr>
          <a:xfrm>
            <a:off x="4550962" y="4278955"/>
            <a:ext cx="28398" cy="28398"/>
          </a:xfrm>
          <a:prstGeom prst="ellipse">
            <a:avLst/>
          </a:prstGeom>
          <a:solidFill>
            <a:srgbClr val="7F8C97">
              <a:alpha val="48000"/>
            </a:srgbClr>
          </a:solidFill>
          <a:ln w="0">
            <a:noFill/>
            <a:prstDash val="solid"/>
          </a:ln>
        </p:spPr>
      </p:sp>
      <p:sp>
        <p:nvSpPr>
          <p:cNvPr id="1839" name="03_assume_matched_7136">
            <a:extLst>
              <a:ext uri="{FF2B5EF4-FFF2-40B4-BE49-F238E27FC236}">
                <a16:creationId xmlns:a16="http://schemas.microsoft.com/office/drawing/2014/main" id="{D867AC60-2F94-4387-BFBC-65A80F00C88A}"/>
              </a:ext>
            </a:extLst>
          </p:cNvPr>
          <p:cNvSpPr>
            <a:spLocks noGrp="1"/>
          </p:cNvSpPr>
          <p:nvPr/>
        </p:nvSpPr>
        <p:spPr>
          <a:xfrm>
            <a:off x="4671413" y="3694086"/>
            <a:ext cx="28398" cy="28398"/>
          </a:xfrm>
          <a:prstGeom prst="ellipse">
            <a:avLst/>
          </a:prstGeom>
          <a:solidFill>
            <a:srgbClr val="7F8C97">
              <a:alpha val="48000"/>
            </a:srgbClr>
          </a:solidFill>
          <a:ln w="0">
            <a:noFill/>
            <a:prstDash val="solid"/>
          </a:ln>
        </p:spPr>
      </p:sp>
      <p:sp>
        <p:nvSpPr>
          <p:cNvPr id="1840" name="03_assume_matched_7137">
            <a:extLst>
              <a:ext uri="{FF2B5EF4-FFF2-40B4-BE49-F238E27FC236}">
                <a16:creationId xmlns:a16="http://schemas.microsoft.com/office/drawing/2014/main" id="{EED22CAE-2426-4405-88BD-3BB44AA76BC9}"/>
              </a:ext>
            </a:extLst>
          </p:cNvPr>
          <p:cNvSpPr>
            <a:spLocks noGrp="1"/>
          </p:cNvSpPr>
          <p:nvPr/>
        </p:nvSpPr>
        <p:spPr>
          <a:xfrm>
            <a:off x="4649395" y="3694086"/>
            <a:ext cx="28398" cy="28398"/>
          </a:xfrm>
          <a:prstGeom prst="ellipse">
            <a:avLst/>
          </a:prstGeom>
          <a:solidFill>
            <a:srgbClr val="7F8C97">
              <a:alpha val="48000"/>
            </a:srgbClr>
          </a:solidFill>
          <a:ln w="0">
            <a:noFill/>
            <a:prstDash val="solid"/>
          </a:ln>
        </p:spPr>
      </p:sp>
      <p:sp>
        <p:nvSpPr>
          <p:cNvPr id="1841" name="03_assume_matched_7138">
            <a:extLst>
              <a:ext uri="{FF2B5EF4-FFF2-40B4-BE49-F238E27FC236}">
                <a16:creationId xmlns:a16="http://schemas.microsoft.com/office/drawing/2014/main" id="{16195F68-0087-40D7-9073-C9DFDAE95310}"/>
              </a:ext>
            </a:extLst>
          </p:cNvPr>
          <p:cNvSpPr>
            <a:spLocks noGrp="1"/>
          </p:cNvSpPr>
          <p:nvPr/>
        </p:nvSpPr>
        <p:spPr>
          <a:xfrm>
            <a:off x="4597300" y="4278955"/>
            <a:ext cx="28398" cy="28398"/>
          </a:xfrm>
          <a:prstGeom prst="ellipse">
            <a:avLst/>
          </a:prstGeom>
          <a:solidFill>
            <a:srgbClr val="7F8C97">
              <a:alpha val="48000"/>
            </a:srgbClr>
          </a:solidFill>
          <a:ln w="0">
            <a:noFill/>
            <a:prstDash val="solid"/>
          </a:ln>
        </p:spPr>
      </p:sp>
      <p:sp>
        <p:nvSpPr>
          <p:cNvPr id="1842" name="03_assume_matched_7139">
            <a:extLst>
              <a:ext uri="{FF2B5EF4-FFF2-40B4-BE49-F238E27FC236}">
                <a16:creationId xmlns:a16="http://schemas.microsoft.com/office/drawing/2014/main" id="{B7B73953-9922-4CD8-A2DF-A91158B75BAF}"/>
              </a:ext>
            </a:extLst>
          </p:cNvPr>
          <p:cNvSpPr>
            <a:spLocks noGrp="1"/>
          </p:cNvSpPr>
          <p:nvPr/>
        </p:nvSpPr>
        <p:spPr>
          <a:xfrm>
            <a:off x="4572980" y="4278955"/>
            <a:ext cx="28398" cy="28398"/>
          </a:xfrm>
          <a:prstGeom prst="ellipse">
            <a:avLst/>
          </a:prstGeom>
          <a:solidFill>
            <a:srgbClr val="7F8C97">
              <a:alpha val="48000"/>
            </a:srgbClr>
          </a:solidFill>
          <a:ln w="0">
            <a:noFill/>
            <a:prstDash val="solid"/>
          </a:ln>
        </p:spPr>
      </p:sp>
      <p:sp>
        <p:nvSpPr>
          <p:cNvPr id="1843" name="03_assume_matched_7140">
            <a:extLst>
              <a:ext uri="{FF2B5EF4-FFF2-40B4-BE49-F238E27FC236}">
                <a16:creationId xmlns:a16="http://schemas.microsoft.com/office/drawing/2014/main" id="{0C102523-14BE-429D-A590-960076D006A3}"/>
              </a:ext>
            </a:extLst>
          </p:cNvPr>
          <p:cNvSpPr>
            <a:spLocks noGrp="1"/>
          </p:cNvSpPr>
          <p:nvPr/>
        </p:nvSpPr>
        <p:spPr>
          <a:xfrm>
            <a:off x="4675443" y="4278955"/>
            <a:ext cx="28398" cy="28398"/>
          </a:xfrm>
          <a:prstGeom prst="ellipse">
            <a:avLst/>
          </a:prstGeom>
          <a:solidFill>
            <a:srgbClr val="7F8C97">
              <a:alpha val="48000"/>
            </a:srgbClr>
          </a:solidFill>
          <a:ln w="0">
            <a:noFill/>
            <a:prstDash val="solid"/>
          </a:ln>
        </p:spPr>
      </p:sp>
      <p:sp>
        <p:nvSpPr>
          <p:cNvPr id="1844" name="03_assume_matched_7141">
            <a:extLst>
              <a:ext uri="{FF2B5EF4-FFF2-40B4-BE49-F238E27FC236}">
                <a16:creationId xmlns:a16="http://schemas.microsoft.com/office/drawing/2014/main" id="{18EC8C80-3D93-4EA4-8B22-1CCABCFD29EC}"/>
              </a:ext>
            </a:extLst>
          </p:cNvPr>
          <p:cNvSpPr>
            <a:spLocks noGrp="1"/>
          </p:cNvSpPr>
          <p:nvPr/>
        </p:nvSpPr>
        <p:spPr>
          <a:xfrm>
            <a:off x="4623204" y="4278955"/>
            <a:ext cx="28398" cy="28398"/>
          </a:xfrm>
          <a:prstGeom prst="ellipse">
            <a:avLst/>
          </a:prstGeom>
          <a:solidFill>
            <a:srgbClr val="7F8C97">
              <a:alpha val="48000"/>
            </a:srgbClr>
          </a:solidFill>
          <a:ln w="0">
            <a:noFill/>
            <a:prstDash val="solid"/>
          </a:ln>
        </p:spPr>
      </p:sp>
      <p:sp>
        <p:nvSpPr>
          <p:cNvPr id="1845" name="03_assume_matched_7142">
            <a:extLst>
              <a:ext uri="{FF2B5EF4-FFF2-40B4-BE49-F238E27FC236}">
                <a16:creationId xmlns:a16="http://schemas.microsoft.com/office/drawing/2014/main" id="{0D84054C-1080-4BAF-A09B-65B0A12AED08}"/>
              </a:ext>
            </a:extLst>
          </p:cNvPr>
          <p:cNvSpPr>
            <a:spLocks noGrp="1"/>
          </p:cNvSpPr>
          <p:nvPr/>
        </p:nvSpPr>
        <p:spPr>
          <a:xfrm>
            <a:off x="4656015" y="4278955"/>
            <a:ext cx="28398" cy="28398"/>
          </a:xfrm>
          <a:prstGeom prst="ellipse">
            <a:avLst/>
          </a:prstGeom>
          <a:solidFill>
            <a:srgbClr val="7F8C97">
              <a:alpha val="48000"/>
            </a:srgbClr>
          </a:solidFill>
          <a:ln w="0">
            <a:noFill/>
            <a:prstDash val="solid"/>
          </a:ln>
        </p:spPr>
      </p:sp>
      <p:sp>
        <p:nvSpPr>
          <p:cNvPr id="1846" name="03_assume_matched_7143">
            <a:extLst>
              <a:ext uri="{FF2B5EF4-FFF2-40B4-BE49-F238E27FC236}">
                <a16:creationId xmlns:a16="http://schemas.microsoft.com/office/drawing/2014/main" id="{2A0F68A9-1E4D-4B52-8721-4A3DA83B428D}"/>
              </a:ext>
            </a:extLst>
          </p:cNvPr>
          <p:cNvSpPr>
            <a:spLocks noGrp="1"/>
          </p:cNvSpPr>
          <p:nvPr/>
        </p:nvSpPr>
        <p:spPr>
          <a:xfrm>
            <a:off x="4555135" y="4278955"/>
            <a:ext cx="28398" cy="28398"/>
          </a:xfrm>
          <a:prstGeom prst="ellipse">
            <a:avLst/>
          </a:prstGeom>
          <a:solidFill>
            <a:srgbClr val="7F8C97">
              <a:alpha val="48000"/>
            </a:srgbClr>
          </a:solidFill>
          <a:ln w="0">
            <a:noFill/>
            <a:prstDash val="solid"/>
          </a:ln>
        </p:spPr>
      </p:sp>
      <p:sp>
        <p:nvSpPr>
          <p:cNvPr id="1847" name="03_assume_matched_7144">
            <a:extLst>
              <a:ext uri="{FF2B5EF4-FFF2-40B4-BE49-F238E27FC236}">
                <a16:creationId xmlns:a16="http://schemas.microsoft.com/office/drawing/2014/main" id="{49AF6F7E-EF9C-43DE-ADC6-03DCAAFB9D90}"/>
              </a:ext>
            </a:extLst>
          </p:cNvPr>
          <p:cNvSpPr>
            <a:spLocks noGrp="1"/>
          </p:cNvSpPr>
          <p:nvPr/>
        </p:nvSpPr>
        <p:spPr>
          <a:xfrm>
            <a:off x="4647093" y="3986521"/>
            <a:ext cx="28398" cy="28398"/>
          </a:xfrm>
          <a:prstGeom prst="ellipse">
            <a:avLst/>
          </a:prstGeom>
          <a:solidFill>
            <a:srgbClr val="7F8C97">
              <a:alpha val="48000"/>
            </a:srgbClr>
          </a:solidFill>
          <a:ln w="0">
            <a:noFill/>
            <a:prstDash val="solid"/>
          </a:ln>
        </p:spPr>
      </p:sp>
      <p:sp>
        <p:nvSpPr>
          <p:cNvPr id="1848" name="03_assume_matched_7145">
            <a:extLst>
              <a:ext uri="{FF2B5EF4-FFF2-40B4-BE49-F238E27FC236}">
                <a16:creationId xmlns:a16="http://schemas.microsoft.com/office/drawing/2014/main" id="{7C7C7B39-D26C-49D9-8588-FE58ED1A0845}"/>
              </a:ext>
            </a:extLst>
          </p:cNvPr>
          <p:cNvSpPr>
            <a:spLocks noGrp="1"/>
          </p:cNvSpPr>
          <p:nvPr/>
        </p:nvSpPr>
        <p:spPr>
          <a:xfrm>
            <a:off x="4626226" y="3986521"/>
            <a:ext cx="28398" cy="28398"/>
          </a:xfrm>
          <a:prstGeom prst="ellipse">
            <a:avLst/>
          </a:prstGeom>
          <a:solidFill>
            <a:srgbClr val="7F8C97">
              <a:alpha val="48000"/>
            </a:srgbClr>
          </a:solidFill>
          <a:ln w="0">
            <a:noFill/>
            <a:prstDash val="solid"/>
          </a:ln>
        </p:spPr>
      </p:sp>
      <p:sp>
        <p:nvSpPr>
          <p:cNvPr id="1849" name="03_assume_matched_7146">
            <a:extLst>
              <a:ext uri="{FF2B5EF4-FFF2-40B4-BE49-F238E27FC236}">
                <a16:creationId xmlns:a16="http://schemas.microsoft.com/office/drawing/2014/main" id="{F5DA7211-4F4B-48CE-BEB0-C00D109C4A4C}"/>
              </a:ext>
            </a:extLst>
          </p:cNvPr>
          <p:cNvSpPr>
            <a:spLocks noGrp="1"/>
          </p:cNvSpPr>
          <p:nvPr/>
        </p:nvSpPr>
        <p:spPr>
          <a:xfrm>
            <a:off x="4534844" y="3694086"/>
            <a:ext cx="28398" cy="28398"/>
          </a:xfrm>
          <a:prstGeom prst="ellipse">
            <a:avLst/>
          </a:prstGeom>
          <a:solidFill>
            <a:srgbClr val="7F8C97">
              <a:alpha val="48000"/>
            </a:srgbClr>
          </a:solidFill>
          <a:ln w="0">
            <a:noFill/>
            <a:prstDash val="solid"/>
          </a:ln>
        </p:spPr>
      </p:sp>
      <p:sp>
        <p:nvSpPr>
          <p:cNvPr id="1850" name="03_assume_matched_7147">
            <a:extLst>
              <a:ext uri="{FF2B5EF4-FFF2-40B4-BE49-F238E27FC236}">
                <a16:creationId xmlns:a16="http://schemas.microsoft.com/office/drawing/2014/main" id="{49681C5C-F47E-4487-8A9F-6C57C2D6B6E6}"/>
              </a:ext>
            </a:extLst>
          </p:cNvPr>
          <p:cNvSpPr>
            <a:spLocks noGrp="1"/>
          </p:cNvSpPr>
          <p:nvPr/>
        </p:nvSpPr>
        <p:spPr>
          <a:xfrm>
            <a:off x="4594134" y="4278955"/>
            <a:ext cx="28398" cy="28398"/>
          </a:xfrm>
          <a:prstGeom prst="ellipse">
            <a:avLst/>
          </a:prstGeom>
          <a:solidFill>
            <a:srgbClr val="7F8C97">
              <a:alpha val="48000"/>
            </a:srgbClr>
          </a:solidFill>
          <a:ln w="0">
            <a:noFill/>
            <a:prstDash val="solid"/>
          </a:ln>
        </p:spPr>
      </p:sp>
      <p:sp>
        <p:nvSpPr>
          <p:cNvPr id="1851" name="03_assume_matched_7148">
            <a:extLst>
              <a:ext uri="{FF2B5EF4-FFF2-40B4-BE49-F238E27FC236}">
                <a16:creationId xmlns:a16="http://schemas.microsoft.com/office/drawing/2014/main" id="{3FDBDF4B-DBB7-477A-BD7A-0A93F3E4C29C}"/>
              </a:ext>
            </a:extLst>
          </p:cNvPr>
          <p:cNvSpPr>
            <a:spLocks noGrp="1"/>
          </p:cNvSpPr>
          <p:nvPr/>
        </p:nvSpPr>
        <p:spPr>
          <a:xfrm>
            <a:off x="4576290" y="4278955"/>
            <a:ext cx="28398" cy="28398"/>
          </a:xfrm>
          <a:prstGeom prst="ellipse">
            <a:avLst/>
          </a:prstGeom>
          <a:solidFill>
            <a:srgbClr val="7F8C97">
              <a:alpha val="48000"/>
            </a:srgbClr>
          </a:solidFill>
          <a:ln w="0">
            <a:noFill/>
            <a:prstDash val="solid"/>
          </a:ln>
        </p:spPr>
      </p:sp>
      <p:sp>
        <p:nvSpPr>
          <p:cNvPr id="1852" name="03_assume_matched_7149">
            <a:extLst>
              <a:ext uri="{FF2B5EF4-FFF2-40B4-BE49-F238E27FC236}">
                <a16:creationId xmlns:a16="http://schemas.microsoft.com/office/drawing/2014/main" id="{8BB87A82-67F5-4C26-99B4-9B7FEAC2CEEF}"/>
              </a:ext>
            </a:extLst>
          </p:cNvPr>
          <p:cNvSpPr>
            <a:spLocks noGrp="1"/>
          </p:cNvSpPr>
          <p:nvPr/>
        </p:nvSpPr>
        <p:spPr>
          <a:xfrm>
            <a:off x="4608525" y="3694086"/>
            <a:ext cx="28398" cy="28398"/>
          </a:xfrm>
          <a:prstGeom prst="ellipse">
            <a:avLst/>
          </a:prstGeom>
          <a:solidFill>
            <a:srgbClr val="7F8C97">
              <a:alpha val="48000"/>
            </a:srgbClr>
          </a:solidFill>
          <a:ln w="0">
            <a:noFill/>
            <a:prstDash val="solid"/>
          </a:ln>
        </p:spPr>
      </p:sp>
      <p:sp>
        <p:nvSpPr>
          <p:cNvPr id="1853" name="03_assume_matched_7150">
            <a:extLst>
              <a:ext uri="{FF2B5EF4-FFF2-40B4-BE49-F238E27FC236}">
                <a16:creationId xmlns:a16="http://schemas.microsoft.com/office/drawing/2014/main" id="{E7043379-FBB7-4686-950B-26EB5F96A78D}"/>
              </a:ext>
            </a:extLst>
          </p:cNvPr>
          <p:cNvSpPr>
            <a:spLocks noGrp="1"/>
          </p:cNvSpPr>
          <p:nvPr/>
        </p:nvSpPr>
        <p:spPr>
          <a:xfrm>
            <a:off x="4590393" y="4230216"/>
            <a:ext cx="28398" cy="28398"/>
          </a:xfrm>
          <a:prstGeom prst="ellipse">
            <a:avLst/>
          </a:prstGeom>
          <a:solidFill>
            <a:srgbClr val="7F8C97">
              <a:alpha val="48000"/>
            </a:srgbClr>
          </a:solidFill>
          <a:ln w="0">
            <a:noFill/>
            <a:prstDash val="solid"/>
          </a:ln>
        </p:spPr>
      </p:sp>
      <p:sp>
        <p:nvSpPr>
          <p:cNvPr id="1854" name="03_assume_matched_7151">
            <a:extLst>
              <a:ext uri="{FF2B5EF4-FFF2-40B4-BE49-F238E27FC236}">
                <a16:creationId xmlns:a16="http://schemas.microsoft.com/office/drawing/2014/main" id="{DAE9C22F-EC26-43CE-B16D-3C8A101BF85B}"/>
              </a:ext>
            </a:extLst>
          </p:cNvPr>
          <p:cNvSpPr>
            <a:spLocks noGrp="1"/>
          </p:cNvSpPr>
          <p:nvPr/>
        </p:nvSpPr>
        <p:spPr>
          <a:xfrm>
            <a:off x="4652561" y="4132738"/>
            <a:ext cx="28398" cy="28398"/>
          </a:xfrm>
          <a:prstGeom prst="ellipse">
            <a:avLst/>
          </a:prstGeom>
          <a:solidFill>
            <a:srgbClr val="7F8C97">
              <a:alpha val="48000"/>
            </a:srgbClr>
          </a:solidFill>
          <a:ln w="0">
            <a:noFill/>
            <a:prstDash val="solid"/>
          </a:ln>
        </p:spPr>
      </p:sp>
      <p:sp>
        <p:nvSpPr>
          <p:cNvPr id="1855" name="03_assume_matched_7152">
            <a:extLst>
              <a:ext uri="{FF2B5EF4-FFF2-40B4-BE49-F238E27FC236}">
                <a16:creationId xmlns:a16="http://schemas.microsoft.com/office/drawing/2014/main" id="{13240081-5C46-4297-9AB2-DE972863EE46}"/>
              </a:ext>
            </a:extLst>
          </p:cNvPr>
          <p:cNvSpPr>
            <a:spLocks noGrp="1"/>
          </p:cNvSpPr>
          <p:nvPr/>
        </p:nvSpPr>
        <p:spPr>
          <a:xfrm>
            <a:off x="4550674" y="3694086"/>
            <a:ext cx="28398" cy="28398"/>
          </a:xfrm>
          <a:prstGeom prst="ellipse">
            <a:avLst/>
          </a:prstGeom>
          <a:solidFill>
            <a:srgbClr val="7F8C97">
              <a:alpha val="48000"/>
            </a:srgbClr>
          </a:solidFill>
          <a:ln w="0">
            <a:noFill/>
            <a:prstDash val="solid"/>
          </a:ln>
        </p:spPr>
      </p:sp>
      <p:sp>
        <p:nvSpPr>
          <p:cNvPr id="1856" name="03_assume_matched_7153">
            <a:extLst>
              <a:ext uri="{FF2B5EF4-FFF2-40B4-BE49-F238E27FC236}">
                <a16:creationId xmlns:a16="http://schemas.microsoft.com/office/drawing/2014/main" id="{396DCF47-9A2E-4A93-ACA4-EBF258EFAD4B}"/>
              </a:ext>
            </a:extLst>
          </p:cNvPr>
          <p:cNvSpPr>
            <a:spLocks noGrp="1"/>
          </p:cNvSpPr>
          <p:nvPr/>
        </p:nvSpPr>
        <p:spPr>
          <a:xfrm>
            <a:off x="4557294" y="4278955"/>
            <a:ext cx="28398" cy="28398"/>
          </a:xfrm>
          <a:prstGeom prst="ellipse">
            <a:avLst/>
          </a:prstGeom>
          <a:solidFill>
            <a:srgbClr val="7F8C97">
              <a:alpha val="48000"/>
            </a:srgbClr>
          </a:solidFill>
          <a:ln w="0">
            <a:noFill/>
            <a:prstDash val="solid"/>
          </a:ln>
        </p:spPr>
      </p:sp>
      <p:sp>
        <p:nvSpPr>
          <p:cNvPr id="1857" name="03_assume_matched_7154">
            <a:extLst>
              <a:ext uri="{FF2B5EF4-FFF2-40B4-BE49-F238E27FC236}">
                <a16:creationId xmlns:a16="http://schemas.microsoft.com/office/drawing/2014/main" id="{3BD0E963-5F70-4828-A6BA-688120029D7D}"/>
              </a:ext>
            </a:extLst>
          </p:cNvPr>
          <p:cNvSpPr>
            <a:spLocks noGrp="1"/>
          </p:cNvSpPr>
          <p:nvPr/>
        </p:nvSpPr>
        <p:spPr>
          <a:xfrm>
            <a:off x="4617160" y="3694086"/>
            <a:ext cx="28398" cy="28398"/>
          </a:xfrm>
          <a:prstGeom prst="ellipse">
            <a:avLst/>
          </a:prstGeom>
          <a:solidFill>
            <a:srgbClr val="7F8C97">
              <a:alpha val="48000"/>
            </a:srgbClr>
          </a:solidFill>
          <a:ln w="0">
            <a:noFill/>
            <a:prstDash val="solid"/>
          </a:ln>
        </p:spPr>
      </p:sp>
      <p:sp>
        <p:nvSpPr>
          <p:cNvPr id="1858" name="03_assume_matched_7155">
            <a:extLst>
              <a:ext uri="{FF2B5EF4-FFF2-40B4-BE49-F238E27FC236}">
                <a16:creationId xmlns:a16="http://schemas.microsoft.com/office/drawing/2014/main" id="{BBE42E07-9A99-42E8-A400-C856E7E9DA80}"/>
              </a:ext>
            </a:extLst>
          </p:cNvPr>
          <p:cNvSpPr>
            <a:spLocks noGrp="1"/>
          </p:cNvSpPr>
          <p:nvPr/>
        </p:nvSpPr>
        <p:spPr>
          <a:xfrm>
            <a:off x="4615865" y="3694086"/>
            <a:ext cx="28398" cy="28398"/>
          </a:xfrm>
          <a:prstGeom prst="ellipse">
            <a:avLst/>
          </a:prstGeom>
          <a:solidFill>
            <a:srgbClr val="7F8C97">
              <a:alpha val="48000"/>
            </a:srgbClr>
          </a:solidFill>
          <a:ln w="0">
            <a:noFill/>
            <a:prstDash val="solid"/>
          </a:ln>
        </p:spPr>
      </p:sp>
      <p:sp>
        <p:nvSpPr>
          <p:cNvPr id="1859" name="03_assume_matched_7156">
            <a:extLst>
              <a:ext uri="{FF2B5EF4-FFF2-40B4-BE49-F238E27FC236}">
                <a16:creationId xmlns:a16="http://schemas.microsoft.com/office/drawing/2014/main" id="{6B3410FA-33D1-4D9D-A07C-937853B02D83}"/>
              </a:ext>
            </a:extLst>
          </p:cNvPr>
          <p:cNvSpPr>
            <a:spLocks noGrp="1"/>
          </p:cNvSpPr>
          <p:nvPr/>
        </p:nvSpPr>
        <p:spPr>
          <a:xfrm>
            <a:off x="4662635" y="3694086"/>
            <a:ext cx="28398" cy="28398"/>
          </a:xfrm>
          <a:prstGeom prst="ellipse">
            <a:avLst/>
          </a:prstGeom>
          <a:solidFill>
            <a:srgbClr val="7F8C97">
              <a:alpha val="48000"/>
            </a:srgbClr>
          </a:solidFill>
          <a:ln w="0">
            <a:noFill/>
            <a:prstDash val="solid"/>
          </a:ln>
        </p:spPr>
      </p:sp>
      <p:sp>
        <p:nvSpPr>
          <p:cNvPr id="1860" name="03_assume_matched_7157">
            <a:extLst>
              <a:ext uri="{FF2B5EF4-FFF2-40B4-BE49-F238E27FC236}">
                <a16:creationId xmlns:a16="http://schemas.microsoft.com/office/drawing/2014/main" id="{30150825-57EC-4D43-802E-2A1A3716095D}"/>
              </a:ext>
            </a:extLst>
          </p:cNvPr>
          <p:cNvSpPr>
            <a:spLocks noGrp="1"/>
          </p:cNvSpPr>
          <p:nvPr/>
        </p:nvSpPr>
        <p:spPr>
          <a:xfrm>
            <a:off x="4640905" y="3986521"/>
            <a:ext cx="28398" cy="28398"/>
          </a:xfrm>
          <a:prstGeom prst="ellipse">
            <a:avLst/>
          </a:prstGeom>
          <a:solidFill>
            <a:srgbClr val="7F8C97">
              <a:alpha val="48000"/>
            </a:srgbClr>
          </a:solidFill>
          <a:ln w="0">
            <a:noFill/>
            <a:prstDash val="solid"/>
          </a:ln>
        </p:spPr>
      </p:sp>
      <p:sp>
        <p:nvSpPr>
          <p:cNvPr id="1861" name="03_assume_matched_7158">
            <a:extLst>
              <a:ext uri="{FF2B5EF4-FFF2-40B4-BE49-F238E27FC236}">
                <a16:creationId xmlns:a16="http://schemas.microsoft.com/office/drawing/2014/main" id="{95E84179-2A6C-4DDC-8B4F-30AFB21F8B92}"/>
              </a:ext>
            </a:extLst>
          </p:cNvPr>
          <p:cNvSpPr>
            <a:spLocks noGrp="1"/>
          </p:cNvSpPr>
          <p:nvPr/>
        </p:nvSpPr>
        <p:spPr>
          <a:xfrm>
            <a:off x="4572980" y="4278955"/>
            <a:ext cx="28398" cy="28398"/>
          </a:xfrm>
          <a:prstGeom prst="ellipse">
            <a:avLst/>
          </a:prstGeom>
          <a:solidFill>
            <a:srgbClr val="7F8C97">
              <a:alpha val="48000"/>
            </a:srgbClr>
          </a:solidFill>
          <a:ln w="0">
            <a:noFill/>
            <a:prstDash val="solid"/>
          </a:ln>
        </p:spPr>
      </p:sp>
      <p:sp>
        <p:nvSpPr>
          <p:cNvPr id="1862" name="03_assume_matched_7159">
            <a:extLst>
              <a:ext uri="{FF2B5EF4-FFF2-40B4-BE49-F238E27FC236}">
                <a16:creationId xmlns:a16="http://schemas.microsoft.com/office/drawing/2014/main" id="{8EAEECCD-3C1B-4498-A289-F8B4FDE8A023}"/>
              </a:ext>
            </a:extLst>
          </p:cNvPr>
          <p:cNvSpPr>
            <a:spLocks noGrp="1"/>
          </p:cNvSpPr>
          <p:nvPr/>
        </p:nvSpPr>
        <p:spPr>
          <a:xfrm>
            <a:off x="4643783" y="4278955"/>
            <a:ext cx="28398" cy="28398"/>
          </a:xfrm>
          <a:prstGeom prst="ellipse">
            <a:avLst/>
          </a:prstGeom>
          <a:solidFill>
            <a:srgbClr val="7F8C97">
              <a:alpha val="48000"/>
            </a:srgbClr>
          </a:solidFill>
          <a:ln w="0">
            <a:noFill/>
            <a:prstDash val="solid"/>
          </a:ln>
        </p:spPr>
      </p:sp>
      <p:sp>
        <p:nvSpPr>
          <p:cNvPr id="1863" name="03_assume_matched_7160">
            <a:extLst>
              <a:ext uri="{FF2B5EF4-FFF2-40B4-BE49-F238E27FC236}">
                <a16:creationId xmlns:a16="http://schemas.microsoft.com/office/drawing/2014/main" id="{74DF4594-CB3E-4462-9156-74C72ABEF7A3}"/>
              </a:ext>
            </a:extLst>
          </p:cNvPr>
          <p:cNvSpPr>
            <a:spLocks noGrp="1"/>
          </p:cNvSpPr>
          <p:nvPr/>
        </p:nvSpPr>
        <p:spPr>
          <a:xfrm>
            <a:off x="4632126" y="4278955"/>
            <a:ext cx="28398" cy="28398"/>
          </a:xfrm>
          <a:prstGeom prst="ellipse">
            <a:avLst/>
          </a:prstGeom>
          <a:solidFill>
            <a:srgbClr val="7F8C97">
              <a:alpha val="48000"/>
            </a:srgbClr>
          </a:solidFill>
          <a:ln w="0">
            <a:noFill/>
            <a:prstDash val="solid"/>
          </a:ln>
        </p:spPr>
      </p:sp>
      <p:sp>
        <p:nvSpPr>
          <p:cNvPr id="1864" name="03_assume_matched_7161">
            <a:extLst>
              <a:ext uri="{FF2B5EF4-FFF2-40B4-BE49-F238E27FC236}">
                <a16:creationId xmlns:a16="http://schemas.microsoft.com/office/drawing/2014/main" id="{C7F0B4B0-E566-4F3A-A683-E5293482F408}"/>
              </a:ext>
            </a:extLst>
          </p:cNvPr>
          <p:cNvSpPr>
            <a:spLocks noGrp="1"/>
          </p:cNvSpPr>
          <p:nvPr/>
        </p:nvSpPr>
        <p:spPr>
          <a:xfrm>
            <a:off x="4638314" y="4278955"/>
            <a:ext cx="28398" cy="28398"/>
          </a:xfrm>
          <a:prstGeom prst="ellipse">
            <a:avLst/>
          </a:prstGeom>
          <a:solidFill>
            <a:srgbClr val="7F8C97">
              <a:alpha val="48000"/>
            </a:srgbClr>
          </a:solidFill>
          <a:ln w="0">
            <a:noFill/>
            <a:prstDash val="solid"/>
          </a:ln>
        </p:spPr>
      </p:sp>
      <p:sp>
        <p:nvSpPr>
          <p:cNvPr id="1865" name="03_assume_matched_7162">
            <a:extLst>
              <a:ext uri="{FF2B5EF4-FFF2-40B4-BE49-F238E27FC236}">
                <a16:creationId xmlns:a16="http://schemas.microsoft.com/office/drawing/2014/main" id="{FB4D708A-76D7-4C0D-BA07-F8C6E1CF6F80}"/>
              </a:ext>
            </a:extLst>
          </p:cNvPr>
          <p:cNvSpPr>
            <a:spLocks noGrp="1"/>
          </p:cNvSpPr>
          <p:nvPr/>
        </p:nvSpPr>
        <p:spPr>
          <a:xfrm>
            <a:off x="4651698" y="4278955"/>
            <a:ext cx="28398" cy="28398"/>
          </a:xfrm>
          <a:prstGeom prst="ellipse">
            <a:avLst/>
          </a:prstGeom>
          <a:solidFill>
            <a:srgbClr val="7F8C97">
              <a:alpha val="48000"/>
            </a:srgbClr>
          </a:solidFill>
          <a:ln w="0">
            <a:noFill/>
            <a:prstDash val="solid"/>
          </a:ln>
        </p:spPr>
      </p:sp>
      <p:sp>
        <p:nvSpPr>
          <p:cNvPr id="1866" name="03_assume_matched_7163">
            <a:extLst>
              <a:ext uri="{FF2B5EF4-FFF2-40B4-BE49-F238E27FC236}">
                <a16:creationId xmlns:a16="http://schemas.microsoft.com/office/drawing/2014/main" id="{804C3E76-DD12-46E7-A1B6-75B8BB8A1F92}"/>
              </a:ext>
            </a:extLst>
          </p:cNvPr>
          <p:cNvSpPr>
            <a:spLocks noGrp="1"/>
          </p:cNvSpPr>
          <p:nvPr/>
        </p:nvSpPr>
        <p:spPr>
          <a:xfrm>
            <a:off x="4560316" y="3694086"/>
            <a:ext cx="28398" cy="28398"/>
          </a:xfrm>
          <a:prstGeom prst="ellipse">
            <a:avLst/>
          </a:prstGeom>
          <a:solidFill>
            <a:srgbClr val="7F8C97">
              <a:alpha val="48000"/>
            </a:srgbClr>
          </a:solidFill>
          <a:ln w="0">
            <a:noFill/>
            <a:prstDash val="solid"/>
          </a:ln>
        </p:spPr>
      </p:sp>
      <p:sp>
        <p:nvSpPr>
          <p:cNvPr id="1867" name="03_assume_matched_7164">
            <a:extLst>
              <a:ext uri="{FF2B5EF4-FFF2-40B4-BE49-F238E27FC236}">
                <a16:creationId xmlns:a16="http://schemas.microsoft.com/office/drawing/2014/main" id="{EC164B4F-C91B-42C6-882D-1932CD57404B}"/>
              </a:ext>
            </a:extLst>
          </p:cNvPr>
          <p:cNvSpPr>
            <a:spLocks noGrp="1"/>
          </p:cNvSpPr>
          <p:nvPr/>
        </p:nvSpPr>
        <p:spPr>
          <a:xfrm>
            <a:off x="4549523" y="3889042"/>
            <a:ext cx="28398" cy="28398"/>
          </a:xfrm>
          <a:prstGeom prst="ellipse">
            <a:avLst/>
          </a:prstGeom>
          <a:solidFill>
            <a:srgbClr val="7F8C97">
              <a:alpha val="48000"/>
            </a:srgbClr>
          </a:solidFill>
          <a:ln w="0">
            <a:noFill/>
            <a:prstDash val="solid"/>
          </a:ln>
        </p:spPr>
      </p:sp>
      <p:sp>
        <p:nvSpPr>
          <p:cNvPr id="1868" name="03_assume_matched_7165">
            <a:extLst>
              <a:ext uri="{FF2B5EF4-FFF2-40B4-BE49-F238E27FC236}">
                <a16:creationId xmlns:a16="http://schemas.microsoft.com/office/drawing/2014/main" id="{08F93179-F0AB-4F68-AAD1-E2A88D43DE64}"/>
              </a:ext>
            </a:extLst>
          </p:cNvPr>
          <p:cNvSpPr>
            <a:spLocks noGrp="1"/>
          </p:cNvSpPr>
          <p:nvPr/>
        </p:nvSpPr>
        <p:spPr>
          <a:xfrm>
            <a:off x="4632414" y="3986521"/>
            <a:ext cx="28398" cy="28398"/>
          </a:xfrm>
          <a:prstGeom prst="ellipse">
            <a:avLst/>
          </a:prstGeom>
          <a:solidFill>
            <a:srgbClr val="7F8C97">
              <a:alpha val="48000"/>
            </a:srgbClr>
          </a:solidFill>
          <a:ln w="0">
            <a:noFill/>
            <a:prstDash val="solid"/>
          </a:ln>
        </p:spPr>
      </p:sp>
      <p:sp>
        <p:nvSpPr>
          <p:cNvPr id="1869" name="03_assume_matched_7166">
            <a:extLst>
              <a:ext uri="{FF2B5EF4-FFF2-40B4-BE49-F238E27FC236}">
                <a16:creationId xmlns:a16="http://schemas.microsoft.com/office/drawing/2014/main" id="{67DB535D-21DB-4173-A169-68FBA4680A76}"/>
              </a:ext>
            </a:extLst>
          </p:cNvPr>
          <p:cNvSpPr>
            <a:spLocks noGrp="1"/>
          </p:cNvSpPr>
          <p:nvPr/>
        </p:nvSpPr>
        <p:spPr>
          <a:xfrm>
            <a:off x="4669543" y="4111850"/>
            <a:ext cx="28398" cy="28398"/>
          </a:xfrm>
          <a:prstGeom prst="ellipse">
            <a:avLst/>
          </a:prstGeom>
          <a:solidFill>
            <a:srgbClr val="7F8C97">
              <a:alpha val="48000"/>
            </a:srgbClr>
          </a:solidFill>
          <a:ln w="0">
            <a:noFill/>
            <a:prstDash val="solid"/>
          </a:ln>
        </p:spPr>
      </p:sp>
      <p:sp>
        <p:nvSpPr>
          <p:cNvPr id="1870" name="03_assume_matched_7167">
            <a:extLst>
              <a:ext uri="{FF2B5EF4-FFF2-40B4-BE49-F238E27FC236}">
                <a16:creationId xmlns:a16="http://schemas.microsoft.com/office/drawing/2014/main" id="{C0F662A4-2CBF-446D-AEF0-A2D4611D99AB}"/>
              </a:ext>
            </a:extLst>
          </p:cNvPr>
          <p:cNvSpPr>
            <a:spLocks noGrp="1"/>
          </p:cNvSpPr>
          <p:nvPr/>
        </p:nvSpPr>
        <p:spPr>
          <a:xfrm>
            <a:off x="4675731" y="3694086"/>
            <a:ext cx="28398" cy="28398"/>
          </a:xfrm>
          <a:prstGeom prst="ellipse">
            <a:avLst/>
          </a:prstGeom>
          <a:solidFill>
            <a:srgbClr val="7F8C97">
              <a:alpha val="48000"/>
            </a:srgbClr>
          </a:solidFill>
          <a:ln w="0">
            <a:noFill/>
            <a:prstDash val="solid"/>
          </a:ln>
        </p:spPr>
      </p:sp>
      <p:sp>
        <p:nvSpPr>
          <p:cNvPr id="1871" name="03_assume_matched_7168">
            <a:extLst>
              <a:ext uri="{FF2B5EF4-FFF2-40B4-BE49-F238E27FC236}">
                <a16:creationId xmlns:a16="http://schemas.microsoft.com/office/drawing/2014/main" id="{CCB9C027-F5AC-4197-9163-1999A81DADC4}"/>
              </a:ext>
            </a:extLst>
          </p:cNvPr>
          <p:cNvSpPr>
            <a:spLocks noGrp="1"/>
          </p:cNvSpPr>
          <p:nvPr/>
        </p:nvSpPr>
        <p:spPr>
          <a:xfrm>
            <a:off x="4586795" y="3694086"/>
            <a:ext cx="28398" cy="28398"/>
          </a:xfrm>
          <a:prstGeom prst="ellipse">
            <a:avLst/>
          </a:prstGeom>
          <a:solidFill>
            <a:srgbClr val="7F8C97">
              <a:alpha val="48000"/>
            </a:srgbClr>
          </a:solidFill>
          <a:ln w="0">
            <a:noFill/>
            <a:prstDash val="solid"/>
          </a:ln>
        </p:spPr>
      </p:sp>
      <p:sp>
        <p:nvSpPr>
          <p:cNvPr id="1872" name="03_assume_matched_7169">
            <a:extLst>
              <a:ext uri="{FF2B5EF4-FFF2-40B4-BE49-F238E27FC236}">
                <a16:creationId xmlns:a16="http://schemas.microsoft.com/office/drawing/2014/main" id="{B5771DF9-E2E8-43A3-AA9C-D1133C36321C}"/>
              </a:ext>
            </a:extLst>
          </p:cNvPr>
          <p:cNvSpPr>
            <a:spLocks noGrp="1"/>
          </p:cNvSpPr>
          <p:nvPr/>
        </p:nvSpPr>
        <p:spPr>
          <a:xfrm>
            <a:off x="4639610" y="4278955"/>
            <a:ext cx="28398" cy="28398"/>
          </a:xfrm>
          <a:prstGeom prst="ellipse">
            <a:avLst/>
          </a:prstGeom>
          <a:solidFill>
            <a:srgbClr val="7F8C97">
              <a:alpha val="48000"/>
            </a:srgbClr>
          </a:solidFill>
          <a:ln w="0">
            <a:noFill/>
            <a:prstDash val="solid"/>
          </a:ln>
        </p:spPr>
      </p:sp>
      <p:sp>
        <p:nvSpPr>
          <p:cNvPr id="1873" name="03_assume_matched_7170">
            <a:extLst>
              <a:ext uri="{FF2B5EF4-FFF2-40B4-BE49-F238E27FC236}">
                <a16:creationId xmlns:a16="http://schemas.microsoft.com/office/drawing/2014/main" id="{656E6E6C-1E67-4E2D-9237-FA54573CE6A0}"/>
              </a:ext>
            </a:extLst>
          </p:cNvPr>
          <p:cNvSpPr>
            <a:spLocks noGrp="1"/>
          </p:cNvSpPr>
          <p:nvPr/>
        </p:nvSpPr>
        <p:spPr>
          <a:xfrm>
            <a:off x="4650547" y="3694086"/>
            <a:ext cx="28398" cy="28398"/>
          </a:xfrm>
          <a:prstGeom prst="ellipse">
            <a:avLst/>
          </a:prstGeom>
          <a:solidFill>
            <a:srgbClr val="7F8C97">
              <a:alpha val="48000"/>
            </a:srgbClr>
          </a:solidFill>
          <a:ln w="0">
            <a:noFill/>
            <a:prstDash val="solid"/>
          </a:ln>
        </p:spPr>
      </p:sp>
      <p:sp>
        <p:nvSpPr>
          <p:cNvPr id="1874" name="03_assume_matched_7171">
            <a:extLst>
              <a:ext uri="{FF2B5EF4-FFF2-40B4-BE49-F238E27FC236}">
                <a16:creationId xmlns:a16="http://schemas.microsoft.com/office/drawing/2014/main" id="{55AB5669-8E46-4BDB-ACD6-2FF47FDEA29E}"/>
              </a:ext>
            </a:extLst>
          </p:cNvPr>
          <p:cNvSpPr>
            <a:spLocks noGrp="1"/>
          </p:cNvSpPr>
          <p:nvPr/>
        </p:nvSpPr>
        <p:spPr>
          <a:xfrm>
            <a:off x="4667960" y="3694086"/>
            <a:ext cx="28398" cy="28398"/>
          </a:xfrm>
          <a:prstGeom prst="ellipse">
            <a:avLst/>
          </a:prstGeom>
          <a:solidFill>
            <a:srgbClr val="7F8C97">
              <a:alpha val="48000"/>
            </a:srgbClr>
          </a:solidFill>
          <a:ln w="0">
            <a:noFill/>
            <a:prstDash val="solid"/>
          </a:ln>
        </p:spPr>
      </p:sp>
      <p:sp>
        <p:nvSpPr>
          <p:cNvPr id="1875" name="03_assume_matched_7172">
            <a:extLst>
              <a:ext uri="{FF2B5EF4-FFF2-40B4-BE49-F238E27FC236}">
                <a16:creationId xmlns:a16="http://schemas.microsoft.com/office/drawing/2014/main" id="{7AA6EA82-83B0-4816-B542-090A16D7381A}"/>
              </a:ext>
            </a:extLst>
          </p:cNvPr>
          <p:cNvSpPr>
            <a:spLocks noGrp="1"/>
          </p:cNvSpPr>
          <p:nvPr/>
        </p:nvSpPr>
        <p:spPr>
          <a:xfrm>
            <a:off x="4652705" y="3694086"/>
            <a:ext cx="28398" cy="28398"/>
          </a:xfrm>
          <a:prstGeom prst="ellipse">
            <a:avLst/>
          </a:prstGeom>
          <a:solidFill>
            <a:srgbClr val="7F8C97">
              <a:alpha val="48000"/>
            </a:srgbClr>
          </a:solidFill>
          <a:ln w="0">
            <a:noFill/>
            <a:prstDash val="solid"/>
          </a:ln>
        </p:spPr>
      </p:sp>
      <p:sp>
        <p:nvSpPr>
          <p:cNvPr id="1876" name="03_assume_matched_7173">
            <a:extLst>
              <a:ext uri="{FF2B5EF4-FFF2-40B4-BE49-F238E27FC236}">
                <a16:creationId xmlns:a16="http://schemas.microsoft.com/office/drawing/2014/main" id="{0FEDE1EA-0C60-4B8B-8392-24A2A16E2D24}"/>
              </a:ext>
            </a:extLst>
          </p:cNvPr>
          <p:cNvSpPr>
            <a:spLocks noGrp="1"/>
          </p:cNvSpPr>
          <p:nvPr/>
        </p:nvSpPr>
        <p:spPr>
          <a:xfrm>
            <a:off x="4630975" y="3694086"/>
            <a:ext cx="28398" cy="28398"/>
          </a:xfrm>
          <a:prstGeom prst="ellipse">
            <a:avLst/>
          </a:prstGeom>
          <a:solidFill>
            <a:srgbClr val="7F8C97">
              <a:alpha val="48000"/>
            </a:srgbClr>
          </a:solidFill>
          <a:ln w="0">
            <a:noFill/>
            <a:prstDash val="solid"/>
          </a:ln>
        </p:spPr>
      </p:sp>
      <p:sp>
        <p:nvSpPr>
          <p:cNvPr id="1877" name="03_assume_matched_7174">
            <a:extLst>
              <a:ext uri="{FF2B5EF4-FFF2-40B4-BE49-F238E27FC236}">
                <a16:creationId xmlns:a16="http://schemas.microsoft.com/office/drawing/2014/main" id="{3C9615D0-7EC7-4BE9-B771-FED12B67CFF0}"/>
              </a:ext>
            </a:extLst>
          </p:cNvPr>
          <p:cNvSpPr>
            <a:spLocks noGrp="1"/>
          </p:cNvSpPr>
          <p:nvPr/>
        </p:nvSpPr>
        <p:spPr>
          <a:xfrm>
            <a:off x="4542759" y="3694086"/>
            <a:ext cx="28398" cy="28398"/>
          </a:xfrm>
          <a:prstGeom prst="ellipse">
            <a:avLst/>
          </a:prstGeom>
          <a:solidFill>
            <a:srgbClr val="7F8C97">
              <a:alpha val="48000"/>
            </a:srgbClr>
          </a:solidFill>
          <a:ln w="0">
            <a:noFill/>
            <a:prstDash val="solid"/>
          </a:ln>
        </p:spPr>
      </p:sp>
      <p:sp>
        <p:nvSpPr>
          <p:cNvPr id="1878" name="03_assume_matched_7175">
            <a:extLst>
              <a:ext uri="{FF2B5EF4-FFF2-40B4-BE49-F238E27FC236}">
                <a16:creationId xmlns:a16="http://schemas.microsoft.com/office/drawing/2014/main" id="{E0F30C6C-5C69-4A2D-8885-40F28414C06B}"/>
              </a:ext>
            </a:extLst>
          </p:cNvPr>
          <p:cNvSpPr>
            <a:spLocks noGrp="1"/>
          </p:cNvSpPr>
          <p:nvPr/>
        </p:nvSpPr>
        <p:spPr>
          <a:xfrm>
            <a:off x="4556718" y="4278955"/>
            <a:ext cx="28398" cy="28398"/>
          </a:xfrm>
          <a:prstGeom prst="ellipse">
            <a:avLst/>
          </a:prstGeom>
          <a:solidFill>
            <a:srgbClr val="7F8C97">
              <a:alpha val="48000"/>
            </a:srgbClr>
          </a:solidFill>
          <a:ln w="0">
            <a:noFill/>
            <a:prstDash val="solid"/>
          </a:ln>
        </p:spPr>
      </p:sp>
      <p:sp>
        <p:nvSpPr>
          <p:cNvPr id="1879" name="03_assume_matched_7176">
            <a:extLst>
              <a:ext uri="{FF2B5EF4-FFF2-40B4-BE49-F238E27FC236}">
                <a16:creationId xmlns:a16="http://schemas.microsoft.com/office/drawing/2014/main" id="{48665EBE-B1BB-4680-931D-DA4084B88799}"/>
              </a:ext>
            </a:extLst>
          </p:cNvPr>
          <p:cNvSpPr>
            <a:spLocks noGrp="1"/>
          </p:cNvSpPr>
          <p:nvPr/>
        </p:nvSpPr>
        <p:spPr>
          <a:xfrm>
            <a:off x="4617879" y="3694086"/>
            <a:ext cx="28398" cy="28398"/>
          </a:xfrm>
          <a:prstGeom prst="ellipse">
            <a:avLst/>
          </a:prstGeom>
          <a:solidFill>
            <a:srgbClr val="7F8C97">
              <a:alpha val="48000"/>
            </a:srgbClr>
          </a:solidFill>
          <a:ln w="0">
            <a:noFill/>
            <a:prstDash val="solid"/>
          </a:ln>
        </p:spPr>
      </p:sp>
      <p:sp>
        <p:nvSpPr>
          <p:cNvPr id="1880" name="03_assume_matched_7177">
            <a:extLst>
              <a:ext uri="{FF2B5EF4-FFF2-40B4-BE49-F238E27FC236}">
                <a16:creationId xmlns:a16="http://schemas.microsoft.com/office/drawing/2014/main" id="{50105C1A-BDF1-4FD4-90BF-426AEB17DE2C}"/>
              </a:ext>
            </a:extLst>
          </p:cNvPr>
          <p:cNvSpPr>
            <a:spLocks noGrp="1"/>
          </p:cNvSpPr>
          <p:nvPr/>
        </p:nvSpPr>
        <p:spPr>
          <a:xfrm>
            <a:off x="4562762" y="3694086"/>
            <a:ext cx="28398" cy="28398"/>
          </a:xfrm>
          <a:prstGeom prst="ellipse">
            <a:avLst/>
          </a:prstGeom>
          <a:solidFill>
            <a:srgbClr val="7F8C97">
              <a:alpha val="48000"/>
            </a:srgbClr>
          </a:solidFill>
          <a:ln w="0">
            <a:noFill/>
            <a:prstDash val="solid"/>
          </a:ln>
        </p:spPr>
      </p:sp>
      <p:sp>
        <p:nvSpPr>
          <p:cNvPr id="1881" name="03_assume_matched_7178">
            <a:extLst>
              <a:ext uri="{FF2B5EF4-FFF2-40B4-BE49-F238E27FC236}">
                <a16:creationId xmlns:a16="http://schemas.microsoft.com/office/drawing/2014/main" id="{E9AF036C-D403-4996-B71B-96182BCC0D97}"/>
              </a:ext>
            </a:extLst>
          </p:cNvPr>
          <p:cNvSpPr>
            <a:spLocks noGrp="1"/>
          </p:cNvSpPr>
          <p:nvPr/>
        </p:nvSpPr>
        <p:spPr>
          <a:xfrm>
            <a:off x="4588810" y="3694086"/>
            <a:ext cx="28398" cy="28398"/>
          </a:xfrm>
          <a:prstGeom prst="ellipse">
            <a:avLst/>
          </a:prstGeom>
          <a:solidFill>
            <a:srgbClr val="7F8C97">
              <a:alpha val="48000"/>
            </a:srgbClr>
          </a:solidFill>
          <a:ln w="0">
            <a:noFill/>
            <a:prstDash val="solid"/>
          </a:ln>
        </p:spPr>
      </p:sp>
      <p:sp>
        <p:nvSpPr>
          <p:cNvPr id="1882" name="03_assume_matched_7179">
            <a:extLst>
              <a:ext uri="{FF2B5EF4-FFF2-40B4-BE49-F238E27FC236}">
                <a16:creationId xmlns:a16="http://schemas.microsoft.com/office/drawing/2014/main" id="{C15CD528-D3C0-4AAC-8E8D-5EE2096EAD98}"/>
              </a:ext>
            </a:extLst>
          </p:cNvPr>
          <p:cNvSpPr>
            <a:spLocks noGrp="1"/>
          </p:cNvSpPr>
          <p:nvPr/>
        </p:nvSpPr>
        <p:spPr>
          <a:xfrm>
            <a:off x="4537866" y="4278955"/>
            <a:ext cx="28398" cy="28398"/>
          </a:xfrm>
          <a:prstGeom prst="ellipse">
            <a:avLst/>
          </a:prstGeom>
          <a:solidFill>
            <a:srgbClr val="7F8C97">
              <a:alpha val="48000"/>
            </a:srgbClr>
          </a:solidFill>
          <a:ln w="0">
            <a:noFill/>
            <a:prstDash val="solid"/>
          </a:ln>
        </p:spPr>
      </p:sp>
      <p:sp>
        <p:nvSpPr>
          <p:cNvPr id="1883" name="03_assume_matched_7180">
            <a:extLst>
              <a:ext uri="{FF2B5EF4-FFF2-40B4-BE49-F238E27FC236}">
                <a16:creationId xmlns:a16="http://schemas.microsoft.com/office/drawing/2014/main" id="{10D59B05-7611-4264-B743-01BF916A5E12}"/>
              </a:ext>
            </a:extLst>
          </p:cNvPr>
          <p:cNvSpPr>
            <a:spLocks noGrp="1"/>
          </p:cNvSpPr>
          <p:nvPr/>
        </p:nvSpPr>
        <p:spPr>
          <a:xfrm>
            <a:off x="5410545" y="3709083"/>
            <a:ext cx="28398" cy="28398"/>
          </a:xfrm>
          <a:prstGeom prst="ellipse">
            <a:avLst/>
          </a:prstGeom>
          <a:solidFill>
            <a:srgbClr val="7F8C97">
              <a:alpha val="48000"/>
            </a:srgbClr>
          </a:solidFill>
          <a:ln w="0">
            <a:noFill/>
            <a:prstDash val="solid"/>
          </a:ln>
        </p:spPr>
      </p:sp>
      <p:sp>
        <p:nvSpPr>
          <p:cNvPr id="1884" name="03_assume_matched_7181">
            <a:extLst>
              <a:ext uri="{FF2B5EF4-FFF2-40B4-BE49-F238E27FC236}">
                <a16:creationId xmlns:a16="http://schemas.microsoft.com/office/drawing/2014/main" id="{DFA0CFBA-8420-4D40-BE47-F82383DC136C}"/>
              </a:ext>
            </a:extLst>
          </p:cNvPr>
          <p:cNvSpPr>
            <a:spLocks noGrp="1"/>
          </p:cNvSpPr>
          <p:nvPr/>
        </p:nvSpPr>
        <p:spPr>
          <a:xfrm>
            <a:off x="5399032" y="4278955"/>
            <a:ext cx="28398" cy="28398"/>
          </a:xfrm>
          <a:prstGeom prst="ellipse">
            <a:avLst/>
          </a:prstGeom>
          <a:solidFill>
            <a:srgbClr val="7F8C97">
              <a:alpha val="48000"/>
            </a:srgbClr>
          </a:solidFill>
          <a:ln w="0">
            <a:noFill/>
            <a:prstDash val="solid"/>
          </a:ln>
        </p:spPr>
      </p:sp>
      <p:sp>
        <p:nvSpPr>
          <p:cNvPr id="1885" name="03_assume_matched_7182">
            <a:extLst>
              <a:ext uri="{FF2B5EF4-FFF2-40B4-BE49-F238E27FC236}">
                <a16:creationId xmlns:a16="http://schemas.microsoft.com/office/drawing/2014/main" id="{2C5BFC63-E2CE-45AF-A2FE-6DFD0ED7AB32}"/>
              </a:ext>
            </a:extLst>
          </p:cNvPr>
          <p:cNvSpPr>
            <a:spLocks noGrp="1"/>
          </p:cNvSpPr>
          <p:nvPr/>
        </p:nvSpPr>
        <p:spPr>
          <a:xfrm>
            <a:off x="5341901" y="3694086"/>
            <a:ext cx="28398" cy="28398"/>
          </a:xfrm>
          <a:prstGeom prst="ellipse">
            <a:avLst/>
          </a:prstGeom>
          <a:solidFill>
            <a:srgbClr val="7F8C97">
              <a:alpha val="48000"/>
            </a:srgbClr>
          </a:solidFill>
          <a:ln w="0">
            <a:noFill/>
            <a:prstDash val="solid"/>
          </a:ln>
        </p:spPr>
      </p:sp>
      <p:sp>
        <p:nvSpPr>
          <p:cNvPr id="1886" name="03_assume_matched_7183">
            <a:extLst>
              <a:ext uri="{FF2B5EF4-FFF2-40B4-BE49-F238E27FC236}">
                <a16:creationId xmlns:a16="http://schemas.microsoft.com/office/drawing/2014/main" id="{4CD0729B-5AC6-4D6D-B7A6-AF2F99969C1C}"/>
              </a:ext>
            </a:extLst>
          </p:cNvPr>
          <p:cNvSpPr>
            <a:spLocks noGrp="1"/>
          </p:cNvSpPr>
          <p:nvPr/>
        </p:nvSpPr>
        <p:spPr>
          <a:xfrm>
            <a:off x="5420763" y="3694086"/>
            <a:ext cx="28398" cy="28398"/>
          </a:xfrm>
          <a:prstGeom prst="ellipse">
            <a:avLst/>
          </a:prstGeom>
          <a:solidFill>
            <a:srgbClr val="7F8C97">
              <a:alpha val="48000"/>
            </a:srgbClr>
          </a:solidFill>
          <a:ln w="0">
            <a:noFill/>
            <a:prstDash val="solid"/>
          </a:ln>
        </p:spPr>
      </p:sp>
      <p:sp>
        <p:nvSpPr>
          <p:cNvPr id="1887" name="03_assume_matched_7184">
            <a:extLst>
              <a:ext uri="{FF2B5EF4-FFF2-40B4-BE49-F238E27FC236}">
                <a16:creationId xmlns:a16="http://schemas.microsoft.com/office/drawing/2014/main" id="{86E2EFEF-30C8-43B0-98A3-82BA8E2A0609}"/>
              </a:ext>
            </a:extLst>
          </p:cNvPr>
          <p:cNvSpPr>
            <a:spLocks noGrp="1"/>
          </p:cNvSpPr>
          <p:nvPr/>
        </p:nvSpPr>
        <p:spPr>
          <a:xfrm>
            <a:off x="5388527" y="3694086"/>
            <a:ext cx="28398" cy="28398"/>
          </a:xfrm>
          <a:prstGeom prst="ellipse">
            <a:avLst/>
          </a:prstGeom>
          <a:solidFill>
            <a:srgbClr val="7F8C97">
              <a:alpha val="48000"/>
            </a:srgbClr>
          </a:solidFill>
          <a:ln w="0">
            <a:noFill/>
            <a:prstDash val="solid"/>
          </a:ln>
        </p:spPr>
      </p:sp>
      <p:sp>
        <p:nvSpPr>
          <p:cNvPr id="1888" name="03_assume_matched_7185">
            <a:extLst>
              <a:ext uri="{FF2B5EF4-FFF2-40B4-BE49-F238E27FC236}">
                <a16:creationId xmlns:a16="http://schemas.microsoft.com/office/drawing/2014/main" id="{429336F6-64A2-4600-8997-CB61CB784641}"/>
              </a:ext>
            </a:extLst>
          </p:cNvPr>
          <p:cNvSpPr>
            <a:spLocks noGrp="1"/>
          </p:cNvSpPr>
          <p:nvPr/>
        </p:nvSpPr>
        <p:spPr>
          <a:xfrm>
            <a:off x="5293259" y="3694086"/>
            <a:ext cx="28398" cy="28398"/>
          </a:xfrm>
          <a:prstGeom prst="ellipse">
            <a:avLst/>
          </a:prstGeom>
          <a:solidFill>
            <a:srgbClr val="7F8C97">
              <a:alpha val="48000"/>
            </a:srgbClr>
          </a:solidFill>
          <a:ln w="0">
            <a:noFill/>
            <a:prstDash val="solid"/>
          </a:ln>
        </p:spPr>
      </p:sp>
      <p:sp>
        <p:nvSpPr>
          <p:cNvPr id="1889" name="03_assume_matched_7186">
            <a:extLst>
              <a:ext uri="{FF2B5EF4-FFF2-40B4-BE49-F238E27FC236}">
                <a16:creationId xmlns:a16="http://schemas.microsoft.com/office/drawing/2014/main" id="{8A172654-679C-440C-B1D4-682A70F0FB42}"/>
              </a:ext>
            </a:extLst>
          </p:cNvPr>
          <p:cNvSpPr>
            <a:spLocks noGrp="1"/>
          </p:cNvSpPr>
          <p:nvPr/>
        </p:nvSpPr>
        <p:spPr>
          <a:xfrm>
            <a:off x="5323912" y="4278955"/>
            <a:ext cx="28398" cy="28398"/>
          </a:xfrm>
          <a:prstGeom prst="ellipse">
            <a:avLst/>
          </a:prstGeom>
          <a:solidFill>
            <a:srgbClr val="7F8C97">
              <a:alpha val="48000"/>
            </a:srgbClr>
          </a:solidFill>
          <a:ln w="0">
            <a:noFill/>
            <a:prstDash val="solid"/>
          </a:ln>
        </p:spPr>
      </p:sp>
      <p:sp>
        <p:nvSpPr>
          <p:cNvPr id="1890" name="03_assume_matched_7187">
            <a:extLst>
              <a:ext uri="{FF2B5EF4-FFF2-40B4-BE49-F238E27FC236}">
                <a16:creationId xmlns:a16="http://schemas.microsoft.com/office/drawing/2014/main" id="{AFB5ED2B-13C4-4195-8940-0E601BD41AD9}"/>
              </a:ext>
            </a:extLst>
          </p:cNvPr>
          <p:cNvSpPr>
            <a:spLocks noGrp="1"/>
          </p:cNvSpPr>
          <p:nvPr/>
        </p:nvSpPr>
        <p:spPr>
          <a:xfrm>
            <a:off x="5292971" y="4132738"/>
            <a:ext cx="28398" cy="28398"/>
          </a:xfrm>
          <a:prstGeom prst="ellipse">
            <a:avLst/>
          </a:prstGeom>
          <a:solidFill>
            <a:srgbClr val="7F8C97">
              <a:alpha val="48000"/>
            </a:srgbClr>
          </a:solidFill>
          <a:ln w="0">
            <a:noFill/>
            <a:prstDash val="solid"/>
          </a:ln>
        </p:spPr>
      </p:sp>
      <p:sp>
        <p:nvSpPr>
          <p:cNvPr id="1891" name="03_assume_matched_7188">
            <a:extLst>
              <a:ext uri="{FF2B5EF4-FFF2-40B4-BE49-F238E27FC236}">
                <a16:creationId xmlns:a16="http://schemas.microsoft.com/office/drawing/2014/main" id="{157AEA50-34B4-484F-B210-31D0BAE152F3}"/>
              </a:ext>
            </a:extLst>
          </p:cNvPr>
          <p:cNvSpPr>
            <a:spLocks noGrp="1"/>
          </p:cNvSpPr>
          <p:nvPr/>
        </p:nvSpPr>
        <p:spPr>
          <a:xfrm>
            <a:off x="5374280" y="3986521"/>
            <a:ext cx="28398" cy="28398"/>
          </a:xfrm>
          <a:prstGeom prst="ellipse">
            <a:avLst/>
          </a:prstGeom>
          <a:solidFill>
            <a:srgbClr val="7F8C97">
              <a:alpha val="48000"/>
            </a:srgbClr>
          </a:solidFill>
          <a:ln w="0">
            <a:noFill/>
            <a:prstDash val="solid"/>
          </a:ln>
        </p:spPr>
      </p:sp>
      <p:sp>
        <p:nvSpPr>
          <p:cNvPr id="1892" name="03_assume_matched_7189">
            <a:extLst>
              <a:ext uri="{FF2B5EF4-FFF2-40B4-BE49-F238E27FC236}">
                <a16:creationId xmlns:a16="http://schemas.microsoft.com/office/drawing/2014/main" id="{BBF947D2-5955-4E9A-95A7-EB2E846080E5}"/>
              </a:ext>
            </a:extLst>
          </p:cNvPr>
          <p:cNvSpPr>
            <a:spLocks noGrp="1"/>
          </p:cNvSpPr>
          <p:nvPr/>
        </p:nvSpPr>
        <p:spPr>
          <a:xfrm>
            <a:off x="5355572" y="4278955"/>
            <a:ext cx="28398" cy="28398"/>
          </a:xfrm>
          <a:prstGeom prst="ellipse">
            <a:avLst/>
          </a:prstGeom>
          <a:solidFill>
            <a:srgbClr val="7F8C97">
              <a:alpha val="48000"/>
            </a:srgbClr>
          </a:solidFill>
          <a:ln w="0">
            <a:noFill/>
            <a:prstDash val="solid"/>
          </a:ln>
        </p:spPr>
      </p:sp>
      <p:sp>
        <p:nvSpPr>
          <p:cNvPr id="1893" name="03_assume_matched_7190">
            <a:extLst>
              <a:ext uri="{FF2B5EF4-FFF2-40B4-BE49-F238E27FC236}">
                <a16:creationId xmlns:a16="http://schemas.microsoft.com/office/drawing/2014/main" id="{F9C9248A-77D7-4019-B468-A9A6C53B361E}"/>
              </a:ext>
            </a:extLst>
          </p:cNvPr>
          <p:cNvSpPr>
            <a:spLocks noGrp="1"/>
          </p:cNvSpPr>
          <p:nvPr/>
        </p:nvSpPr>
        <p:spPr>
          <a:xfrm>
            <a:off x="5340318" y="3694086"/>
            <a:ext cx="28398" cy="28398"/>
          </a:xfrm>
          <a:prstGeom prst="ellipse">
            <a:avLst/>
          </a:prstGeom>
          <a:solidFill>
            <a:srgbClr val="7F8C97">
              <a:alpha val="48000"/>
            </a:srgbClr>
          </a:solidFill>
          <a:ln w="0">
            <a:noFill/>
            <a:prstDash val="solid"/>
          </a:ln>
        </p:spPr>
      </p:sp>
      <p:sp>
        <p:nvSpPr>
          <p:cNvPr id="1894" name="03_assume_matched_7191">
            <a:extLst>
              <a:ext uri="{FF2B5EF4-FFF2-40B4-BE49-F238E27FC236}">
                <a16:creationId xmlns:a16="http://schemas.microsoft.com/office/drawing/2014/main" id="{06D5505E-DB10-40B8-9E75-566BBAC3CABC}"/>
              </a:ext>
            </a:extLst>
          </p:cNvPr>
          <p:cNvSpPr>
            <a:spLocks noGrp="1"/>
          </p:cNvSpPr>
          <p:nvPr/>
        </p:nvSpPr>
        <p:spPr>
          <a:xfrm>
            <a:off x="5326071" y="4278955"/>
            <a:ext cx="28398" cy="28398"/>
          </a:xfrm>
          <a:prstGeom prst="ellipse">
            <a:avLst/>
          </a:prstGeom>
          <a:solidFill>
            <a:srgbClr val="7F8C97">
              <a:alpha val="48000"/>
            </a:srgbClr>
          </a:solidFill>
          <a:ln w="0">
            <a:noFill/>
            <a:prstDash val="solid"/>
          </a:ln>
        </p:spPr>
      </p:sp>
      <p:sp>
        <p:nvSpPr>
          <p:cNvPr id="1895" name="03_assume_matched_7192">
            <a:extLst>
              <a:ext uri="{FF2B5EF4-FFF2-40B4-BE49-F238E27FC236}">
                <a16:creationId xmlns:a16="http://schemas.microsoft.com/office/drawing/2014/main" id="{3291BE67-61B4-478B-9BEF-3FB62A8CB95E}"/>
              </a:ext>
            </a:extLst>
          </p:cNvPr>
          <p:cNvSpPr>
            <a:spLocks noGrp="1"/>
          </p:cNvSpPr>
          <p:nvPr/>
        </p:nvSpPr>
        <p:spPr>
          <a:xfrm>
            <a:off x="5342476" y="4278955"/>
            <a:ext cx="28398" cy="28398"/>
          </a:xfrm>
          <a:prstGeom prst="ellipse">
            <a:avLst/>
          </a:prstGeom>
          <a:solidFill>
            <a:srgbClr val="7F8C97">
              <a:alpha val="48000"/>
            </a:srgbClr>
          </a:solidFill>
          <a:ln w="0">
            <a:noFill/>
            <a:prstDash val="solid"/>
          </a:ln>
        </p:spPr>
      </p:sp>
      <p:sp>
        <p:nvSpPr>
          <p:cNvPr id="1896" name="03_assume_matched_7193">
            <a:extLst>
              <a:ext uri="{FF2B5EF4-FFF2-40B4-BE49-F238E27FC236}">
                <a16:creationId xmlns:a16="http://schemas.microsoft.com/office/drawing/2014/main" id="{B9E6F849-8324-4BD2-97E6-1255B12DC7E3}"/>
              </a:ext>
            </a:extLst>
          </p:cNvPr>
          <p:cNvSpPr>
            <a:spLocks noGrp="1"/>
          </p:cNvSpPr>
          <p:nvPr/>
        </p:nvSpPr>
        <p:spPr>
          <a:xfrm>
            <a:off x="5427670" y="4132738"/>
            <a:ext cx="28398" cy="28398"/>
          </a:xfrm>
          <a:prstGeom prst="ellipse">
            <a:avLst/>
          </a:prstGeom>
          <a:solidFill>
            <a:srgbClr val="7F8C97">
              <a:alpha val="48000"/>
            </a:srgbClr>
          </a:solidFill>
          <a:ln w="0">
            <a:noFill/>
            <a:prstDash val="solid"/>
          </a:ln>
        </p:spPr>
      </p:sp>
      <p:sp>
        <p:nvSpPr>
          <p:cNvPr id="1897" name="03_assume_matched_7194">
            <a:extLst>
              <a:ext uri="{FF2B5EF4-FFF2-40B4-BE49-F238E27FC236}">
                <a16:creationId xmlns:a16="http://schemas.microsoft.com/office/drawing/2014/main" id="{432DAFE8-E1D0-4446-9AB1-89B94313263F}"/>
              </a:ext>
            </a:extLst>
          </p:cNvPr>
          <p:cNvSpPr>
            <a:spLocks noGrp="1"/>
          </p:cNvSpPr>
          <p:nvPr/>
        </p:nvSpPr>
        <p:spPr>
          <a:xfrm>
            <a:off x="5382627" y="3694086"/>
            <a:ext cx="28398" cy="28398"/>
          </a:xfrm>
          <a:prstGeom prst="ellipse">
            <a:avLst/>
          </a:prstGeom>
          <a:solidFill>
            <a:srgbClr val="7F8C97">
              <a:alpha val="48000"/>
            </a:srgbClr>
          </a:solidFill>
          <a:ln w="0">
            <a:noFill/>
            <a:prstDash val="solid"/>
          </a:ln>
        </p:spPr>
      </p:sp>
      <p:sp>
        <p:nvSpPr>
          <p:cNvPr id="1898" name="03_assume_matched_7195">
            <a:extLst>
              <a:ext uri="{FF2B5EF4-FFF2-40B4-BE49-F238E27FC236}">
                <a16:creationId xmlns:a16="http://schemas.microsoft.com/office/drawing/2014/main" id="{4D541BA6-C6F7-4062-B878-44A52B7D2420}"/>
              </a:ext>
            </a:extLst>
          </p:cNvPr>
          <p:cNvSpPr>
            <a:spLocks noGrp="1"/>
          </p:cNvSpPr>
          <p:nvPr/>
        </p:nvSpPr>
        <p:spPr>
          <a:xfrm>
            <a:off x="5392413" y="4213970"/>
            <a:ext cx="28398" cy="28398"/>
          </a:xfrm>
          <a:prstGeom prst="ellipse">
            <a:avLst/>
          </a:prstGeom>
          <a:solidFill>
            <a:srgbClr val="7F8C97">
              <a:alpha val="48000"/>
            </a:srgbClr>
          </a:solidFill>
          <a:ln w="0">
            <a:noFill/>
            <a:prstDash val="solid"/>
          </a:ln>
        </p:spPr>
      </p:sp>
      <p:sp>
        <p:nvSpPr>
          <p:cNvPr id="1899" name="03_assume_matched_7196">
            <a:extLst>
              <a:ext uri="{FF2B5EF4-FFF2-40B4-BE49-F238E27FC236}">
                <a16:creationId xmlns:a16="http://schemas.microsoft.com/office/drawing/2014/main" id="{C56086EB-14A9-494F-A83F-F7248F4AABA7}"/>
              </a:ext>
            </a:extLst>
          </p:cNvPr>
          <p:cNvSpPr>
            <a:spLocks noGrp="1"/>
          </p:cNvSpPr>
          <p:nvPr/>
        </p:nvSpPr>
        <p:spPr>
          <a:xfrm>
            <a:off x="5329237" y="4148984"/>
            <a:ext cx="28398" cy="28398"/>
          </a:xfrm>
          <a:prstGeom prst="ellipse">
            <a:avLst/>
          </a:prstGeom>
          <a:solidFill>
            <a:srgbClr val="7F8C97">
              <a:alpha val="48000"/>
            </a:srgbClr>
          </a:solidFill>
          <a:ln w="0">
            <a:noFill/>
            <a:prstDash val="solid"/>
          </a:ln>
        </p:spPr>
      </p:sp>
      <p:sp>
        <p:nvSpPr>
          <p:cNvPr id="1900" name="03_assume_matched_7197">
            <a:extLst>
              <a:ext uri="{FF2B5EF4-FFF2-40B4-BE49-F238E27FC236}">
                <a16:creationId xmlns:a16="http://schemas.microsoft.com/office/drawing/2014/main" id="{A30F607E-24F8-41CD-A092-FB226996DCA0}"/>
              </a:ext>
            </a:extLst>
          </p:cNvPr>
          <p:cNvSpPr>
            <a:spLocks noGrp="1"/>
          </p:cNvSpPr>
          <p:nvPr/>
        </p:nvSpPr>
        <p:spPr>
          <a:xfrm>
            <a:off x="5419611" y="4083999"/>
            <a:ext cx="28398" cy="28398"/>
          </a:xfrm>
          <a:prstGeom prst="ellipse">
            <a:avLst/>
          </a:prstGeom>
          <a:solidFill>
            <a:srgbClr val="7F8C97">
              <a:alpha val="48000"/>
            </a:srgbClr>
          </a:solidFill>
          <a:ln w="0">
            <a:noFill/>
            <a:prstDash val="solid"/>
          </a:ln>
        </p:spPr>
      </p:sp>
      <p:sp>
        <p:nvSpPr>
          <p:cNvPr id="1901" name="03_assume_matched_7198">
            <a:extLst>
              <a:ext uri="{FF2B5EF4-FFF2-40B4-BE49-F238E27FC236}">
                <a16:creationId xmlns:a16="http://schemas.microsoft.com/office/drawing/2014/main" id="{ED635E7C-C132-45B9-89EA-C08EA631044E}"/>
              </a:ext>
            </a:extLst>
          </p:cNvPr>
          <p:cNvSpPr>
            <a:spLocks noGrp="1"/>
          </p:cNvSpPr>
          <p:nvPr/>
        </p:nvSpPr>
        <p:spPr>
          <a:xfrm>
            <a:off x="5392700" y="3694086"/>
            <a:ext cx="28398" cy="28398"/>
          </a:xfrm>
          <a:prstGeom prst="ellipse">
            <a:avLst/>
          </a:prstGeom>
          <a:solidFill>
            <a:srgbClr val="7F8C97">
              <a:alpha val="48000"/>
            </a:srgbClr>
          </a:solidFill>
          <a:ln w="0">
            <a:noFill/>
            <a:prstDash val="solid"/>
          </a:ln>
        </p:spPr>
      </p:sp>
      <p:sp>
        <p:nvSpPr>
          <p:cNvPr id="1902" name="03_assume_matched_7199">
            <a:extLst>
              <a:ext uri="{FF2B5EF4-FFF2-40B4-BE49-F238E27FC236}">
                <a16:creationId xmlns:a16="http://schemas.microsoft.com/office/drawing/2014/main" id="{03196293-DF78-449B-AABA-D17341CE47F2}"/>
              </a:ext>
            </a:extLst>
          </p:cNvPr>
          <p:cNvSpPr>
            <a:spLocks noGrp="1"/>
          </p:cNvSpPr>
          <p:nvPr/>
        </p:nvSpPr>
        <p:spPr>
          <a:xfrm>
            <a:off x="5310528" y="4278955"/>
            <a:ext cx="28398" cy="28398"/>
          </a:xfrm>
          <a:prstGeom prst="ellipse">
            <a:avLst/>
          </a:prstGeom>
          <a:solidFill>
            <a:srgbClr val="7F8C97">
              <a:alpha val="48000"/>
            </a:srgbClr>
          </a:solidFill>
          <a:ln w="0">
            <a:noFill/>
            <a:prstDash val="solid"/>
          </a:ln>
        </p:spPr>
      </p:sp>
      <p:sp>
        <p:nvSpPr>
          <p:cNvPr id="1903" name="03_assume_matched_7200">
            <a:extLst>
              <a:ext uri="{FF2B5EF4-FFF2-40B4-BE49-F238E27FC236}">
                <a16:creationId xmlns:a16="http://schemas.microsoft.com/office/drawing/2014/main" id="{DB3B0FA1-8A96-4091-9CC9-DD113B5A8463}"/>
              </a:ext>
            </a:extLst>
          </p:cNvPr>
          <p:cNvSpPr>
            <a:spLocks noGrp="1"/>
          </p:cNvSpPr>
          <p:nvPr/>
        </p:nvSpPr>
        <p:spPr>
          <a:xfrm>
            <a:off x="5317868" y="3694086"/>
            <a:ext cx="28398" cy="28398"/>
          </a:xfrm>
          <a:prstGeom prst="ellipse">
            <a:avLst/>
          </a:prstGeom>
          <a:solidFill>
            <a:srgbClr val="7F8C97">
              <a:alpha val="48000"/>
            </a:srgbClr>
          </a:solidFill>
          <a:ln w="0">
            <a:noFill/>
            <a:prstDash val="solid"/>
          </a:ln>
        </p:spPr>
      </p:sp>
      <p:sp>
        <p:nvSpPr>
          <p:cNvPr id="1904" name="03_assume_matched_7201">
            <a:extLst>
              <a:ext uri="{FF2B5EF4-FFF2-40B4-BE49-F238E27FC236}">
                <a16:creationId xmlns:a16="http://schemas.microsoft.com/office/drawing/2014/main" id="{5904E761-8F3F-434D-BD8B-33252D923B4D}"/>
              </a:ext>
            </a:extLst>
          </p:cNvPr>
          <p:cNvSpPr>
            <a:spLocks noGrp="1"/>
          </p:cNvSpPr>
          <p:nvPr/>
        </p:nvSpPr>
        <p:spPr>
          <a:xfrm>
            <a:off x="5329093" y="4083999"/>
            <a:ext cx="28398" cy="28398"/>
          </a:xfrm>
          <a:prstGeom prst="ellipse">
            <a:avLst/>
          </a:prstGeom>
          <a:solidFill>
            <a:srgbClr val="7F8C97">
              <a:alpha val="48000"/>
            </a:srgbClr>
          </a:solidFill>
          <a:ln w="0">
            <a:noFill/>
            <a:prstDash val="solid"/>
          </a:ln>
        </p:spPr>
      </p:sp>
      <p:sp>
        <p:nvSpPr>
          <p:cNvPr id="1905" name="03_assume_matched_7202">
            <a:extLst>
              <a:ext uri="{FF2B5EF4-FFF2-40B4-BE49-F238E27FC236}">
                <a16:creationId xmlns:a16="http://schemas.microsoft.com/office/drawing/2014/main" id="{60FBB4C8-52B7-4893-A907-6C8AA88B4B28}"/>
              </a:ext>
            </a:extLst>
          </p:cNvPr>
          <p:cNvSpPr>
            <a:spLocks noGrp="1"/>
          </p:cNvSpPr>
          <p:nvPr/>
        </p:nvSpPr>
        <p:spPr>
          <a:xfrm>
            <a:off x="5418460" y="3986521"/>
            <a:ext cx="28398" cy="28398"/>
          </a:xfrm>
          <a:prstGeom prst="ellipse">
            <a:avLst/>
          </a:prstGeom>
          <a:solidFill>
            <a:srgbClr val="7F8C97">
              <a:alpha val="48000"/>
            </a:srgbClr>
          </a:solidFill>
          <a:ln w="0">
            <a:noFill/>
            <a:prstDash val="solid"/>
          </a:ln>
        </p:spPr>
      </p:sp>
      <p:sp>
        <p:nvSpPr>
          <p:cNvPr id="1906" name="03_assume_matched_7203">
            <a:extLst>
              <a:ext uri="{FF2B5EF4-FFF2-40B4-BE49-F238E27FC236}">
                <a16:creationId xmlns:a16="http://schemas.microsoft.com/office/drawing/2014/main" id="{8B435422-1CF9-44C5-A9F4-BE78189367E2}"/>
              </a:ext>
            </a:extLst>
          </p:cNvPr>
          <p:cNvSpPr>
            <a:spLocks noGrp="1"/>
          </p:cNvSpPr>
          <p:nvPr/>
        </p:nvSpPr>
        <p:spPr>
          <a:xfrm>
            <a:off x="5331395" y="3694086"/>
            <a:ext cx="28398" cy="28398"/>
          </a:xfrm>
          <a:prstGeom prst="ellipse">
            <a:avLst/>
          </a:prstGeom>
          <a:solidFill>
            <a:srgbClr val="7F8C97">
              <a:alpha val="48000"/>
            </a:srgbClr>
          </a:solidFill>
          <a:ln w="0">
            <a:noFill/>
            <a:prstDash val="solid"/>
          </a:ln>
        </p:spPr>
      </p:sp>
      <p:sp>
        <p:nvSpPr>
          <p:cNvPr id="1907" name="03_assume_matched_7204">
            <a:extLst>
              <a:ext uri="{FF2B5EF4-FFF2-40B4-BE49-F238E27FC236}">
                <a16:creationId xmlns:a16="http://schemas.microsoft.com/office/drawing/2014/main" id="{2538FFAA-9109-43E2-BA40-FEB41EA275D8}"/>
              </a:ext>
            </a:extLst>
          </p:cNvPr>
          <p:cNvSpPr>
            <a:spLocks noGrp="1"/>
          </p:cNvSpPr>
          <p:nvPr/>
        </p:nvSpPr>
        <p:spPr>
          <a:xfrm>
            <a:off x="5410401" y="4083999"/>
            <a:ext cx="28398" cy="28398"/>
          </a:xfrm>
          <a:prstGeom prst="ellipse">
            <a:avLst/>
          </a:prstGeom>
          <a:solidFill>
            <a:srgbClr val="7F8C97">
              <a:alpha val="48000"/>
            </a:srgbClr>
          </a:solidFill>
          <a:ln w="0">
            <a:noFill/>
            <a:prstDash val="solid"/>
          </a:ln>
        </p:spPr>
      </p:sp>
      <p:sp>
        <p:nvSpPr>
          <p:cNvPr id="1908" name="03_assume_matched_7205">
            <a:extLst>
              <a:ext uri="{FF2B5EF4-FFF2-40B4-BE49-F238E27FC236}">
                <a16:creationId xmlns:a16="http://schemas.microsoft.com/office/drawing/2014/main" id="{DD2F3039-9DBD-40C1-9E70-27B25636CA6B}"/>
              </a:ext>
            </a:extLst>
          </p:cNvPr>
          <p:cNvSpPr>
            <a:spLocks noGrp="1"/>
          </p:cNvSpPr>
          <p:nvPr/>
        </p:nvSpPr>
        <p:spPr>
          <a:xfrm>
            <a:off x="5411552" y="3694086"/>
            <a:ext cx="28398" cy="28398"/>
          </a:xfrm>
          <a:prstGeom prst="ellipse">
            <a:avLst/>
          </a:prstGeom>
          <a:solidFill>
            <a:srgbClr val="7F8C97">
              <a:alpha val="48000"/>
            </a:srgbClr>
          </a:solidFill>
          <a:ln w="0">
            <a:noFill/>
            <a:prstDash val="solid"/>
          </a:ln>
        </p:spPr>
      </p:sp>
      <p:sp>
        <p:nvSpPr>
          <p:cNvPr id="1909" name="03_assume_matched_7206">
            <a:extLst>
              <a:ext uri="{FF2B5EF4-FFF2-40B4-BE49-F238E27FC236}">
                <a16:creationId xmlns:a16="http://schemas.microsoft.com/office/drawing/2014/main" id="{FCD795FB-BBF4-4084-B938-7B5B0C872286}"/>
              </a:ext>
            </a:extLst>
          </p:cNvPr>
          <p:cNvSpPr>
            <a:spLocks noGrp="1"/>
          </p:cNvSpPr>
          <p:nvPr/>
        </p:nvSpPr>
        <p:spPr>
          <a:xfrm>
            <a:off x="5415294" y="4278955"/>
            <a:ext cx="28398" cy="28398"/>
          </a:xfrm>
          <a:prstGeom prst="ellipse">
            <a:avLst/>
          </a:prstGeom>
          <a:solidFill>
            <a:srgbClr val="7F8C97">
              <a:alpha val="48000"/>
            </a:srgbClr>
          </a:solidFill>
          <a:ln w="0">
            <a:noFill/>
            <a:prstDash val="solid"/>
          </a:ln>
        </p:spPr>
      </p:sp>
      <p:sp>
        <p:nvSpPr>
          <p:cNvPr id="1910" name="03_assume_matched_7207">
            <a:extLst>
              <a:ext uri="{FF2B5EF4-FFF2-40B4-BE49-F238E27FC236}">
                <a16:creationId xmlns:a16="http://schemas.microsoft.com/office/drawing/2014/main" id="{855507EC-ACF1-4472-B071-FB1283860637}"/>
              </a:ext>
            </a:extLst>
          </p:cNvPr>
          <p:cNvSpPr>
            <a:spLocks noGrp="1"/>
          </p:cNvSpPr>
          <p:nvPr/>
        </p:nvSpPr>
        <p:spPr>
          <a:xfrm>
            <a:off x="5332546" y="4083999"/>
            <a:ext cx="28398" cy="28398"/>
          </a:xfrm>
          <a:prstGeom prst="ellipse">
            <a:avLst/>
          </a:prstGeom>
          <a:solidFill>
            <a:srgbClr val="7F8C97">
              <a:alpha val="48000"/>
            </a:srgbClr>
          </a:solidFill>
          <a:ln w="0">
            <a:noFill/>
            <a:prstDash val="solid"/>
          </a:ln>
        </p:spPr>
      </p:sp>
      <p:sp>
        <p:nvSpPr>
          <p:cNvPr id="1911" name="03_assume_matched_7208">
            <a:extLst>
              <a:ext uri="{FF2B5EF4-FFF2-40B4-BE49-F238E27FC236}">
                <a16:creationId xmlns:a16="http://schemas.microsoft.com/office/drawing/2014/main" id="{929B0802-C632-42EA-B1C6-5774E089F17C}"/>
              </a:ext>
            </a:extLst>
          </p:cNvPr>
          <p:cNvSpPr>
            <a:spLocks noGrp="1"/>
          </p:cNvSpPr>
          <p:nvPr/>
        </p:nvSpPr>
        <p:spPr>
          <a:xfrm>
            <a:off x="5310816" y="4132738"/>
            <a:ext cx="28398" cy="28398"/>
          </a:xfrm>
          <a:prstGeom prst="ellipse">
            <a:avLst/>
          </a:prstGeom>
          <a:solidFill>
            <a:srgbClr val="7F8C97">
              <a:alpha val="48000"/>
            </a:srgbClr>
          </a:solidFill>
          <a:ln w="0">
            <a:noFill/>
            <a:prstDash val="solid"/>
          </a:ln>
        </p:spPr>
      </p:sp>
      <p:sp>
        <p:nvSpPr>
          <p:cNvPr id="1912" name="03_assume_matched_7209">
            <a:extLst>
              <a:ext uri="{FF2B5EF4-FFF2-40B4-BE49-F238E27FC236}">
                <a16:creationId xmlns:a16="http://schemas.microsoft.com/office/drawing/2014/main" id="{CCF6E156-6CE8-42F7-94C0-4FC96A934BD0}"/>
              </a:ext>
            </a:extLst>
          </p:cNvPr>
          <p:cNvSpPr>
            <a:spLocks noGrp="1"/>
          </p:cNvSpPr>
          <p:nvPr/>
        </p:nvSpPr>
        <p:spPr>
          <a:xfrm>
            <a:off x="5394571" y="4278955"/>
            <a:ext cx="28398" cy="28398"/>
          </a:xfrm>
          <a:prstGeom prst="ellipse">
            <a:avLst/>
          </a:prstGeom>
          <a:solidFill>
            <a:srgbClr val="7F8C97">
              <a:alpha val="48000"/>
            </a:srgbClr>
          </a:solidFill>
          <a:ln w="0">
            <a:noFill/>
            <a:prstDash val="solid"/>
          </a:ln>
        </p:spPr>
      </p:sp>
      <p:sp>
        <p:nvSpPr>
          <p:cNvPr id="1913" name="03_assume_matched_7210">
            <a:extLst>
              <a:ext uri="{FF2B5EF4-FFF2-40B4-BE49-F238E27FC236}">
                <a16:creationId xmlns:a16="http://schemas.microsoft.com/office/drawing/2014/main" id="{B499EEC6-7BDE-470D-A1BE-82CD0FD2E790}"/>
              </a:ext>
            </a:extLst>
          </p:cNvPr>
          <p:cNvSpPr>
            <a:spLocks noGrp="1"/>
          </p:cNvSpPr>
          <p:nvPr/>
        </p:nvSpPr>
        <p:spPr>
          <a:xfrm>
            <a:off x="5304052" y="3694086"/>
            <a:ext cx="28398" cy="28398"/>
          </a:xfrm>
          <a:prstGeom prst="ellipse">
            <a:avLst/>
          </a:prstGeom>
          <a:solidFill>
            <a:srgbClr val="7F8C97">
              <a:alpha val="48000"/>
            </a:srgbClr>
          </a:solidFill>
          <a:ln w="0">
            <a:noFill/>
            <a:prstDash val="solid"/>
          </a:ln>
        </p:spPr>
      </p:sp>
      <p:sp>
        <p:nvSpPr>
          <p:cNvPr id="1914" name="03_assume_matched_7211">
            <a:extLst>
              <a:ext uri="{FF2B5EF4-FFF2-40B4-BE49-F238E27FC236}">
                <a16:creationId xmlns:a16="http://schemas.microsoft.com/office/drawing/2014/main" id="{D7B62610-0ED5-4866-B8C6-FFC7F01089D3}"/>
              </a:ext>
            </a:extLst>
          </p:cNvPr>
          <p:cNvSpPr>
            <a:spLocks noGrp="1"/>
          </p:cNvSpPr>
          <p:nvPr/>
        </p:nvSpPr>
        <p:spPr>
          <a:xfrm>
            <a:off x="5398169" y="3694086"/>
            <a:ext cx="28398" cy="28398"/>
          </a:xfrm>
          <a:prstGeom prst="ellipse">
            <a:avLst/>
          </a:prstGeom>
          <a:solidFill>
            <a:srgbClr val="7F8C97">
              <a:alpha val="48000"/>
            </a:srgbClr>
          </a:solidFill>
          <a:ln w="0">
            <a:noFill/>
            <a:prstDash val="solid"/>
          </a:ln>
        </p:spPr>
      </p:sp>
      <p:sp>
        <p:nvSpPr>
          <p:cNvPr id="1915" name="03_assume_matched_7212">
            <a:extLst>
              <a:ext uri="{FF2B5EF4-FFF2-40B4-BE49-F238E27FC236}">
                <a16:creationId xmlns:a16="http://schemas.microsoft.com/office/drawing/2014/main" id="{A74BDF74-6296-4B33-8077-B65C17606776}"/>
              </a:ext>
            </a:extLst>
          </p:cNvPr>
          <p:cNvSpPr>
            <a:spLocks noGrp="1"/>
          </p:cNvSpPr>
          <p:nvPr/>
        </p:nvSpPr>
        <p:spPr>
          <a:xfrm>
            <a:off x="5305348" y="4278955"/>
            <a:ext cx="28398" cy="28398"/>
          </a:xfrm>
          <a:prstGeom prst="ellipse">
            <a:avLst/>
          </a:prstGeom>
          <a:solidFill>
            <a:srgbClr val="7F8C97">
              <a:alpha val="48000"/>
            </a:srgbClr>
          </a:solidFill>
          <a:ln w="0">
            <a:noFill/>
            <a:prstDash val="solid"/>
          </a:ln>
        </p:spPr>
      </p:sp>
      <p:sp>
        <p:nvSpPr>
          <p:cNvPr id="1916" name="03_assume_matched_7213">
            <a:extLst>
              <a:ext uri="{FF2B5EF4-FFF2-40B4-BE49-F238E27FC236}">
                <a16:creationId xmlns:a16="http://schemas.microsoft.com/office/drawing/2014/main" id="{74E5CB6A-D574-4A93-896F-F0A876DD6E2D}"/>
              </a:ext>
            </a:extLst>
          </p:cNvPr>
          <p:cNvSpPr>
            <a:spLocks noGrp="1"/>
          </p:cNvSpPr>
          <p:nvPr/>
        </p:nvSpPr>
        <p:spPr>
          <a:xfrm>
            <a:off x="5425799" y="3694086"/>
            <a:ext cx="28398" cy="28398"/>
          </a:xfrm>
          <a:prstGeom prst="ellipse">
            <a:avLst/>
          </a:prstGeom>
          <a:solidFill>
            <a:srgbClr val="7F8C97">
              <a:alpha val="48000"/>
            </a:srgbClr>
          </a:solidFill>
          <a:ln w="0">
            <a:noFill/>
            <a:prstDash val="solid"/>
          </a:ln>
        </p:spPr>
      </p:sp>
      <p:sp>
        <p:nvSpPr>
          <p:cNvPr id="1917" name="03_assume_matched_7214">
            <a:extLst>
              <a:ext uri="{FF2B5EF4-FFF2-40B4-BE49-F238E27FC236}">
                <a16:creationId xmlns:a16="http://schemas.microsoft.com/office/drawing/2014/main" id="{53A497D9-5326-4CAE-ADD9-A44BF711902D}"/>
              </a:ext>
            </a:extLst>
          </p:cNvPr>
          <p:cNvSpPr>
            <a:spLocks noGrp="1"/>
          </p:cNvSpPr>
          <p:nvPr/>
        </p:nvSpPr>
        <p:spPr>
          <a:xfrm>
            <a:off x="5403781" y="3694086"/>
            <a:ext cx="28398" cy="28398"/>
          </a:xfrm>
          <a:prstGeom prst="ellipse">
            <a:avLst/>
          </a:prstGeom>
          <a:solidFill>
            <a:srgbClr val="7F8C97">
              <a:alpha val="48000"/>
            </a:srgbClr>
          </a:solidFill>
          <a:ln w="0">
            <a:noFill/>
            <a:prstDash val="solid"/>
          </a:ln>
        </p:spPr>
      </p:sp>
      <p:sp>
        <p:nvSpPr>
          <p:cNvPr id="1918" name="03_assume_matched_7215">
            <a:extLst>
              <a:ext uri="{FF2B5EF4-FFF2-40B4-BE49-F238E27FC236}">
                <a16:creationId xmlns:a16="http://schemas.microsoft.com/office/drawing/2014/main" id="{D956E623-01EE-4CA3-9D8F-AE95771F588A}"/>
              </a:ext>
            </a:extLst>
          </p:cNvPr>
          <p:cNvSpPr>
            <a:spLocks noGrp="1"/>
          </p:cNvSpPr>
          <p:nvPr/>
        </p:nvSpPr>
        <p:spPr>
          <a:xfrm>
            <a:off x="5351686" y="3694086"/>
            <a:ext cx="28398" cy="28398"/>
          </a:xfrm>
          <a:prstGeom prst="ellipse">
            <a:avLst/>
          </a:prstGeom>
          <a:solidFill>
            <a:srgbClr val="7F8C97">
              <a:alpha val="48000"/>
            </a:srgbClr>
          </a:solidFill>
          <a:ln w="0">
            <a:noFill/>
            <a:prstDash val="solid"/>
          </a:ln>
        </p:spPr>
      </p:sp>
      <p:sp>
        <p:nvSpPr>
          <p:cNvPr id="1919" name="03_assume_matched_7216">
            <a:extLst>
              <a:ext uri="{FF2B5EF4-FFF2-40B4-BE49-F238E27FC236}">
                <a16:creationId xmlns:a16="http://schemas.microsoft.com/office/drawing/2014/main" id="{8D4A9C87-9CDE-4454-B52C-E5E565F7F362}"/>
              </a:ext>
            </a:extLst>
          </p:cNvPr>
          <p:cNvSpPr>
            <a:spLocks noGrp="1"/>
          </p:cNvSpPr>
          <p:nvPr/>
        </p:nvSpPr>
        <p:spPr>
          <a:xfrm>
            <a:off x="5327366" y="4278955"/>
            <a:ext cx="28398" cy="28398"/>
          </a:xfrm>
          <a:prstGeom prst="ellipse">
            <a:avLst/>
          </a:prstGeom>
          <a:solidFill>
            <a:srgbClr val="7F8C97">
              <a:alpha val="48000"/>
            </a:srgbClr>
          </a:solidFill>
          <a:ln w="0">
            <a:noFill/>
            <a:prstDash val="solid"/>
          </a:ln>
        </p:spPr>
      </p:sp>
      <p:sp>
        <p:nvSpPr>
          <p:cNvPr id="1920" name="03_assume_matched_7217">
            <a:extLst>
              <a:ext uri="{FF2B5EF4-FFF2-40B4-BE49-F238E27FC236}">
                <a16:creationId xmlns:a16="http://schemas.microsoft.com/office/drawing/2014/main" id="{5B308B98-E476-48C0-BD9D-2A395E50F192}"/>
              </a:ext>
            </a:extLst>
          </p:cNvPr>
          <p:cNvSpPr>
            <a:spLocks noGrp="1"/>
          </p:cNvSpPr>
          <p:nvPr/>
        </p:nvSpPr>
        <p:spPr>
          <a:xfrm>
            <a:off x="5429829" y="4278955"/>
            <a:ext cx="28398" cy="28398"/>
          </a:xfrm>
          <a:prstGeom prst="ellipse">
            <a:avLst/>
          </a:prstGeom>
          <a:solidFill>
            <a:srgbClr val="7F8C97">
              <a:alpha val="48000"/>
            </a:srgbClr>
          </a:solidFill>
          <a:ln w="0">
            <a:noFill/>
            <a:prstDash val="solid"/>
          </a:ln>
        </p:spPr>
      </p:sp>
      <p:sp>
        <p:nvSpPr>
          <p:cNvPr id="1921" name="03_assume_matched_7218">
            <a:extLst>
              <a:ext uri="{FF2B5EF4-FFF2-40B4-BE49-F238E27FC236}">
                <a16:creationId xmlns:a16="http://schemas.microsoft.com/office/drawing/2014/main" id="{F6ADEBDB-5F8F-4EC0-8903-13CF65580724}"/>
              </a:ext>
            </a:extLst>
          </p:cNvPr>
          <p:cNvSpPr>
            <a:spLocks noGrp="1"/>
          </p:cNvSpPr>
          <p:nvPr/>
        </p:nvSpPr>
        <p:spPr>
          <a:xfrm>
            <a:off x="5377590" y="4278955"/>
            <a:ext cx="28398" cy="28398"/>
          </a:xfrm>
          <a:prstGeom prst="ellipse">
            <a:avLst/>
          </a:prstGeom>
          <a:solidFill>
            <a:srgbClr val="7F8C97">
              <a:alpha val="48000"/>
            </a:srgbClr>
          </a:solidFill>
          <a:ln w="0">
            <a:noFill/>
            <a:prstDash val="solid"/>
          </a:ln>
        </p:spPr>
      </p:sp>
      <p:sp>
        <p:nvSpPr>
          <p:cNvPr id="1922" name="03_assume_matched_7219">
            <a:extLst>
              <a:ext uri="{FF2B5EF4-FFF2-40B4-BE49-F238E27FC236}">
                <a16:creationId xmlns:a16="http://schemas.microsoft.com/office/drawing/2014/main" id="{54A2BADF-6B7E-4971-87BD-9068519F0DAB}"/>
              </a:ext>
            </a:extLst>
          </p:cNvPr>
          <p:cNvSpPr>
            <a:spLocks noGrp="1"/>
          </p:cNvSpPr>
          <p:nvPr/>
        </p:nvSpPr>
        <p:spPr>
          <a:xfrm>
            <a:off x="5410401" y="4278955"/>
            <a:ext cx="28398" cy="28398"/>
          </a:xfrm>
          <a:prstGeom prst="ellipse">
            <a:avLst/>
          </a:prstGeom>
          <a:solidFill>
            <a:srgbClr val="7F8C97">
              <a:alpha val="48000"/>
            </a:srgbClr>
          </a:solidFill>
          <a:ln w="0">
            <a:noFill/>
            <a:prstDash val="solid"/>
          </a:ln>
        </p:spPr>
      </p:sp>
      <p:sp>
        <p:nvSpPr>
          <p:cNvPr id="1923" name="03_assume_matched_7220">
            <a:extLst>
              <a:ext uri="{FF2B5EF4-FFF2-40B4-BE49-F238E27FC236}">
                <a16:creationId xmlns:a16="http://schemas.microsoft.com/office/drawing/2014/main" id="{977C8CCA-EF4B-4762-B83D-10E828AF1313}"/>
              </a:ext>
            </a:extLst>
          </p:cNvPr>
          <p:cNvSpPr>
            <a:spLocks noGrp="1"/>
          </p:cNvSpPr>
          <p:nvPr/>
        </p:nvSpPr>
        <p:spPr>
          <a:xfrm>
            <a:off x="5309521" y="4161981"/>
            <a:ext cx="28398" cy="28398"/>
          </a:xfrm>
          <a:prstGeom prst="ellipse">
            <a:avLst/>
          </a:prstGeom>
          <a:solidFill>
            <a:srgbClr val="7F8C97">
              <a:alpha val="48000"/>
            </a:srgbClr>
          </a:solidFill>
          <a:ln w="0">
            <a:noFill/>
            <a:prstDash val="solid"/>
          </a:ln>
        </p:spPr>
      </p:sp>
      <p:sp>
        <p:nvSpPr>
          <p:cNvPr id="1924" name="03_assume_matched_7221">
            <a:extLst>
              <a:ext uri="{FF2B5EF4-FFF2-40B4-BE49-F238E27FC236}">
                <a16:creationId xmlns:a16="http://schemas.microsoft.com/office/drawing/2014/main" id="{63AA0229-9CCC-47F0-8AE2-02E416F9AB79}"/>
              </a:ext>
            </a:extLst>
          </p:cNvPr>
          <p:cNvSpPr>
            <a:spLocks noGrp="1"/>
          </p:cNvSpPr>
          <p:nvPr/>
        </p:nvSpPr>
        <p:spPr>
          <a:xfrm>
            <a:off x="5401479" y="3986521"/>
            <a:ext cx="28398" cy="28398"/>
          </a:xfrm>
          <a:prstGeom prst="ellipse">
            <a:avLst/>
          </a:prstGeom>
          <a:solidFill>
            <a:srgbClr val="7F8C97">
              <a:alpha val="48000"/>
            </a:srgbClr>
          </a:solidFill>
          <a:ln w="0">
            <a:noFill/>
            <a:prstDash val="solid"/>
          </a:ln>
        </p:spPr>
      </p:sp>
      <p:sp>
        <p:nvSpPr>
          <p:cNvPr id="1925" name="03_assume_matched_7222">
            <a:extLst>
              <a:ext uri="{FF2B5EF4-FFF2-40B4-BE49-F238E27FC236}">
                <a16:creationId xmlns:a16="http://schemas.microsoft.com/office/drawing/2014/main" id="{6781DDF8-95FC-4F89-8419-D9BEAE77F7E0}"/>
              </a:ext>
            </a:extLst>
          </p:cNvPr>
          <p:cNvSpPr>
            <a:spLocks noGrp="1"/>
          </p:cNvSpPr>
          <p:nvPr/>
        </p:nvSpPr>
        <p:spPr>
          <a:xfrm>
            <a:off x="5380612" y="3986521"/>
            <a:ext cx="28398" cy="28398"/>
          </a:xfrm>
          <a:prstGeom prst="ellipse">
            <a:avLst/>
          </a:prstGeom>
          <a:solidFill>
            <a:srgbClr val="7F8C97">
              <a:alpha val="48000"/>
            </a:srgbClr>
          </a:solidFill>
          <a:ln w="0">
            <a:noFill/>
            <a:prstDash val="solid"/>
          </a:ln>
        </p:spPr>
      </p:sp>
      <p:sp>
        <p:nvSpPr>
          <p:cNvPr id="1926" name="03_assume_matched_7223">
            <a:extLst>
              <a:ext uri="{FF2B5EF4-FFF2-40B4-BE49-F238E27FC236}">
                <a16:creationId xmlns:a16="http://schemas.microsoft.com/office/drawing/2014/main" id="{AB63BF20-A36C-49A0-B897-FC8983A90A05}"/>
              </a:ext>
            </a:extLst>
          </p:cNvPr>
          <p:cNvSpPr>
            <a:spLocks noGrp="1"/>
          </p:cNvSpPr>
          <p:nvPr/>
        </p:nvSpPr>
        <p:spPr>
          <a:xfrm>
            <a:off x="5289230" y="3694086"/>
            <a:ext cx="28398" cy="28398"/>
          </a:xfrm>
          <a:prstGeom prst="ellipse">
            <a:avLst/>
          </a:prstGeom>
          <a:solidFill>
            <a:srgbClr val="7F8C97">
              <a:alpha val="48000"/>
            </a:srgbClr>
          </a:solidFill>
          <a:ln w="0">
            <a:noFill/>
            <a:prstDash val="solid"/>
          </a:ln>
        </p:spPr>
      </p:sp>
      <p:sp>
        <p:nvSpPr>
          <p:cNvPr id="1927" name="03_assume_matched_7224">
            <a:extLst>
              <a:ext uri="{FF2B5EF4-FFF2-40B4-BE49-F238E27FC236}">
                <a16:creationId xmlns:a16="http://schemas.microsoft.com/office/drawing/2014/main" id="{3498F665-BBFA-47AB-829E-E711655A50C2}"/>
              </a:ext>
            </a:extLst>
          </p:cNvPr>
          <p:cNvSpPr>
            <a:spLocks noGrp="1"/>
          </p:cNvSpPr>
          <p:nvPr/>
        </p:nvSpPr>
        <p:spPr>
          <a:xfrm>
            <a:off x="5348520" y="4278955"/>
            <a:ext cx="28398" cy="28398"/>
          </a:xfrm>
          <a:prstGeom prst="ellipse">
            <a:avLst/>
          </a:prstGeom>
          <a:solidFill>
            <a:srgbClr val="7F8C97">
              <a:alpha val="48000"/>
            </a:srgbClr>
          </a:solidFill>
          <a:ln w="0">
            <a:noFill/>
            <a:prstDash val="solid"/>
          </a:ln>
        </p:spPr>
      </p:sp>
      <p:sp>
        <p:nvSpPr>
          <p:cNvPr id="1928" name="03_assume_matched_7225">
            <a:extLst>
              <a:ext uri="{FF2B5EF4-FFF2-40B4-BE49-F238E27FC236}">
                <a16:creationId xmlns:a16="http://schemas.microsoft.com/office/drawing/2014/main" id="{BCF700F6-21F9-4382-9B9B-3A9848B579FD}"/>
              </a:ext>
            </a:extLst>
          </p:cNvPr>
          <p:cNvSpPr>
            <a:spLocks noGrp="1"/>
          </p:cNvSpPr>
          <p:nvPr/>
        </p:nvSpPr>
        <p:spPr>
          <a:xfrm>
            <a:off x="5330676" y="4278955"/>
            <a:ext cx="28398" cy="28398"/>
          </a:xfrm>
          <a:prstGeom prst="ellipse">
            <a:avLst/>
          </a:prstGeom>
          <a:solidFill>
            <a:srgbClr val="7F8C97">
              <a:alpha val="48000"/>
            </a:srgbClr>
          </a:solidFill>
          <a:ln w="0">
            <a:noFill/>
            <a:prstDash val="solid"/>
          </a:ln>
        </p:spPr>
      </p:sp>
      <p:sp>
        <p:nvSpPr>
          <p:cNvPr id="1929" name="03_assume_matched_7226">
            <a:extLst>
              <a:ext uri="{FF2B5EF4-FFF2-40B4-BE49-F238E27FC236}">
                <a16:creationId xmlns:a16="http://schemas.microsoft.com/office/drawing/2014/main" id="{0775F47A-7923-4DA6-AACB-018264022BFF}"/>
              </a:ext>
            </a:extLst>
          </p:cNvPr>
          <p:cNvSpPr>
            <a:spLocks noGrp="1"/>
          </p:cNvSpPr>
          <p:nvPr/>
        </p:nvSpPr>
        <p:spPr>
          <a:xfrm>
            <a:off x="5362911" y="3694086"/>
            <a:ext cx="28398" cy="28398"/>
          </a:xfrm>
          <a:prstGeom prst="ellipse">
            <a:avLst/>
          </a:prstGeom>
          <a:solidFill>
            <a:srgbClr val="7F8C97">
              <a:alpha val="48000"/>
            </a:srgbClr>
          </a:solidFill>
          <a:ln w="0">
            <a:noFill/>
            <a:prstDash val="solid"/>
          </a:ln>
        </p:spPr>
      </p:sp>
      <p:sp>
        <p:nvSpPr>
          <p:cNvPr id="1930" name="03_assume_matched_7227">
            <a:extLst>
              <a:ext uri="{FF2B5EF4-FFF2-40B4-BE49-F238E27FC236}">
                <a16:creationId xmlns:a16="http://schemas.microsoft.com/office/drawing/2014/main" id="{5891705F-BDDB-40D3-98A4-F19BF1A4623D}"/>
              </a:ext>
            </a:extLst>
          </p:cNvPr>
          <p:cNvSpPr>
            <a:spLocks noGrp="1"/>
          </p:cNvSpPr>
          <p:nvPr/>
        </p:nvSpPr>
        <p:spPr>
          <a:xfrm>
            <a:off x="5344779" y="4230216"/>
            <a:ext cx="28398" cy="28398"/>
          </a:xfrm>
          <a:prstGeom prst="ellipse">
            <a:avLst/>
          </a:prstGeom>
          <a:solidFill>
            <a:srgbClr val="7F8C97">
              <a:alpha val="48000"/>
            </a:srgbClr>
          </a:solidFill>
          <a:ln w="0">
            <a:noFill/>
            <a:prstDash val="solid"/>
          </a:ln>
        </p:spPr>
      </p:sp>
      <p:sp>
        <p:nvSpPr>
          <p:cNvPr id="1931" name="03_assume_matched_7228">
            <a:extLst>
              <a:ext uri="{FF2B5EF4-FFF2-40B4-BE49-F238E27FC236}">
                <a16:creationId xmlns:a16="http://schemas.microsoft.com/office/drawing/2014/main" id="{40FD27EB-EC5E-44DE-8861-2F7C49AD3D70}"/>
              </a:ext>
            </a:extLst>
          </p:cNvPr>
          <p:cNvSpPr>
            <a:spLocks noGrp="1"/>
          </p:cNvSpPr>
          <p:nvPr/>
        </p:nvSpPr>
        <p:spPr>
          <a:xfrm>
            <a:off x="5406947" y="4132738"/>
            <a:ext cx="28398" cy="28398"/>
          </a:xfrm>
          <a:prstGeom prst="ellipse">
            <a:avLst/>
          </a:prstGeom>
          <a:solidFill>
            <a:srgbClr val="7F8C97">
              <a:alpha val="48000"/>
            </a:srgbClr>
          </a:solidFill>
          <a:ln w="0">
            <a:noFill/>
            <a:prstDash val="solid"/>
          </a:ln>
        </p:spPr>
      </p:sp>
      <p:sp>
        <p:nvSpPr>
          <p:cNvPr id="1932" name="03_assume_matched_7229">
            <a:extLst>
              <a:ext uri="{FF2B5EF4-FFF2-40B4-BE49-F238E27FC236}">
                <a16:creationId xmlns:a16="http://schemas.microsoft.com/office/drawing/2014/main" id="{A6B95480-7E24-4966-BF95-41304BBA5D8F}"/>
              </a:ext>
            </a:extLst>
          </p:cNvPr>
          <p:cNvSpPr>
            <a:spLocks noGrp="1"/>
          </p:cNvSpPr>
          <p:nvPr/>
        </p:nvSpPr>
        <p:spPr>
          <a:xfrm>
            <a:off x="5305060" y="3694086"/>
            <a:ext cx="28398" cy="28398"/>
          </a:xfrm>
          <a:prstGeom prst="ellipse">
            <a:avLst/>
          </a:prstGeom>
          <a:solidFill>
            <a:srgbClr val="7F8C97">
              <a:alpha val="48000"/>
            </a:srgbClr>
          </a:solidFill>
          <a:ln w="0">
            <a:noFill/>
            <a:prstDash val="solid"/>
          </a:ln>
        </p:spPr>
      </p:sp>
      <p:sp>
        <p:nvSpPr>
          <p:cNvPr id="1933" name="03_assume_matched_7230">
            <a:extLst>
              <a:ext uri="{FF2B5EF4-FFF2-40B4-BE49-F238E27FC236}">
                <a16:creationId xmlns:a16="http://schemas.microsoft.com/office/drawing/2014/main" id="{CBE35E68-7A26-4557-9F87-3EC87868EF06}"/>
              </a:ext>
            </a:extLst>
          </p:cNvPr>
          <p:cNvSpPr>
            <a:spLocks noGrp="1"/>
          </p:cNvSpPr>
          <p:nvPr/>
        </p:nvSpPr>
        <p:spPr>
          <a:xfrm>
            <a:off x="5311680" y="4278955"/>
            <a:ext cx="28398" cy="28398"/>
          </a:xfrm>
          <a:prstGeom prst="ellipse">
            <a:avLst/>
          </a:prstGeom>
          <a:solidFill>
            <a:srgbClr val="7F8C97">
              <a:alpha val="48000"/>
            </a:srgbClr>
          </a:solidFill>
          <a:ln w="0">
            <a:noFill/>
            <a:prstDash val="solid"/>
          </a:ln>
        </p:spPr>
      </p:sp>
      <p:sp>
        <p:nvSpPr>
          <p:cNvPr id="1934" name="03_assume_matched_7231">
            <a:extLst>
              <a:ext uri="{FF2B5EF4-FFF2-40B4-BE49-F238E27FC236}">
                <a16:creationId xmlns:a16="http://schemas.microsoft.com/office/drawing/2014/main" id="{31CFBB7D-6ACD-4C73-8977-DD3EFFB60DC9}"/>
              </a:ext>
            </a:extLst>
          </p:cNvPr>
          <p:cNvSpPr>
            <a:spLocks noGrp="1"/>
          </p:cNvSpPr>
          <p:nvPr/>
        </p:nvSpPr>
        <p:spPr>
          <a:xfrm>
            <a:off x="5371546" y="3694086"/>
            <a:ext cx="28398" cy="28398"/>
          </a:xfrm>
          <a:prstGeom prst="ellipse">
            <a:avLst/>
          </a:prstGeom>
          <a:solidFill>
            <a:srgbClr val="7F8C97">
              <a:alpha val="48000"/>
            </a:srgbClr>
          </a:solidFill>
          <a:ln w="0">
            <a:noFill/>
            <a:prstDash val="solid"/>
          </a:ln>
        </p:spPr>
      </p:sp>
      <p:sp>
        <p:nvSpPr>
          <p:cNvPr id="1935" name="03_assume_matched_7232">
            <a:extLst>
              <a:ext uri="{FF2B5EF4-FFF2-40B4-BE49-F238E27FC236}">
                <a16:creationId xmlns:a16="http://schemas.microsoft.com/office/drawing/2014/main" id="{BDCEE56D-78AA-46A2-9165-5923742BCB55}"/>
              </a:ext>
            </a:extLst>
          </p:cNvPr>
          <p:cNvSpPr>
            <a:spLocks noGrp="1"/>
          </p:cNvSpPr>
          <p:nvPr/>
        </p:nvSpPr>
        <p:spPr>
          <a:xfrm>
            <a:off x="5370251" y="3694086"/>
            <a:ext cx="28398" cy="28398"/>
          </a:xfrm>
          <a:prstGeom prst="ellipse">
            <a:avLst/>
          </a:prstGeom>
          <a:solidFill>
            <a:srgbClr val="7F8C97">
              <a:alpha val="48000"/>
            </a:srgbClr>
          </a:solidFill>
          <a:ln w="0">
            <a:noFill/>
            <a:prstDash val="solid"/>
          </a:ln>
        </p:spPr>
      </p:sp>
      <p:sp>
        <p:nvSpPr>
          <p:cNvPr id="1936" name="03_assume_matched_7233">
            <a:extLst>
              <a:ext uri="{FF2B5EF4-FFF2-40B4-BE49-F238E27FC236}">
                <a16:creationId xmlns:a16="http://schemas.microsoft.com/office/drawing/2014/main" id="{103D26DB-D096-4A9C-8531-BC1FC67BBA0B}"/>
              </a:ext>
            </a:extLst>
          </p:cNvPr>
          <p:cNvSpPr>
            <a:spLocks noGrp="1"/>
          </p:cNvSpPr>
          <p:nvPr/>
        </p:nvSpPr>
        <p:spPr>
          <a:xfrm>
            <a:off x="5417021" y="3694086"/>
            <a:ext cx="28398" cy="28398"/>
          </a:xfrm>
          <a:prstGeom prst="ellipse">
            <a:avLst/>
          </a:prstGeom>
          <a:solidFill>
            <a:srgbClr val="7F8C97">
              <a:alpha val="48000"/>
            </a:srgbClr>
          </a:solidFill>
          <a:ln w="0">
            <a:noFill/>
            <a:prstDash val="solid"/>
          </a:ln>
        </p:spPr>
      </p:sp>
      <p:sp>
        <p:nvSpPr>
          <p:cNvPr id="1937" name="03_assume_matched_7234">
            <a:extLst>
              <a:ext uri="{FF2B5EF4-FFF2-40B4-BE49-F238E27FC236}">
                <a16:creationId xmlns:a16="http://schemas.microsoft.com/office/drawing/2014/main" id="{3B4CDFCA-9139-4EF5-A450-F852C1C89D9F}"/>
              </a:ext>
            </a:extLst>
          </p:cNvPr>
          <p:cNvSpPr>
            <a:spLocks noGrp="1"/>
          </p:cNvSpPr>
          <p:nvPr/>
        </p:nvSpPr>
        <p:spPr>
          <a:xfrm>
            <a:off x="5395291" y="3986521"/>
            <a:ext cx="28398" cy="28398"/>
          </a:xfrm>
          <a:prstGeom prst="ellipse">
            <a:avLst/>
          </a:prstGeom>
          <a:solidFill>
            <a:srgbClr val="7F8C97">
              <a:alpha val="48000"/>
            </a:srgbClr>
          </a:solidFill>
          <a:ln w="0">
            <a:noFill/>
            <a:prstDash val="solid"/>
          </a:ln>
        </p:spPr>
      </p:sp>
      <p:sp>
        <p:nvSpPr>
          <p:cNvPr id="1938" name="03_assume_matched_7235">
            <a:extLst>
              <a:ext uri="{FF2B5EF4-FFF2-40B4-BE49-F238E27FC236}">
                <a16:creationId xmlns:a16="http://schemas.microsoft.com/office/drawing/2014/main" id="{4C982CF7-A07B-4099-A8AC-4422FDACD64A}"/>
              </a:ext>
            </a:extLst>
          </p:cNvPr>
          <p:cNvSpPr>
            <a:spLocks noGrp="1"/>
          </p:cNvSpPr>
          <p:nvPr/>
        </p:nvSpPr>
        <p:spPr>
          <a:xfrm>
            <a:off x="5327366" y="4278955"/>
            <a:ext cx="28398" cy="28398"/>
          </a:xfrm>
          <a:prstGeom prst="ellipse">
            <a:avLst/>
          </a:prstGeom>
          <a:solidFill>
            <a:srgbClr val="7F8C97">
              <a:alpha val="48000"/>
            </a:srgbClr>
          </a:solidFill>
          <a:ln w="0">
            <a:noFill/>
            <a:prstDash val="solid"/>
          </a:ln>
        </p:spPr>
      </p:sp>
      <p:sp>
        <p:nvSpPr>
          <p:cNvPr id="1939" name="03_assume_matched_7236">
            <a:extLst>
              <a:ext uri="{FF2B5EF4-FFF2-40B4-BE49-F238E27FC236}">
                <a16:creationId xmlns:a16="http://schemas.microsoft.com/office/drawing/2014/main" id="{015059E7-14A7-4E2D-A057-E02E9470836B}"/>
              </a:ext>
            </a:extLst>
          </p:cNvPr>
          <p:cNvSpPr>
            <a:spLocks noGrp="1"/>
          </p:cNvSpPr>
          <p:nvPr/>
        </p:nvSpPr>
        <p:spPr>
          <a:xfrm>
            <a:off x="5398169" y="4278955"/>
            <a:ext cx="28398" cy="28398"/>
          </a:xfrm>
          <a:prstGeom prst="ellipse">
            <a:avLst/>
          </a:prstGeom>
          <a:solidFill>
            <a:srgbClr val="7F8C97">
              <a:alpha val="48000"/>
            </a:srgbClr>
          </a:solidFill>
          <a:ln w="0">
            <a:noFill/>
            <a:prstDash val="solid"/>
          </a:ln>
        </p:spPr>
      </p:sp>
      <p:sp>
        <p:nvSpPr>
          <p:cNvPr id="1940" name="03_assume_matched_7237">
            <a:extLst>
              <a:ext uri="{FF2B5EF4-FFF2-40B4-BE49-F238E27FC236}">
                <a16:creationId xmlns:a16="http://schemas.microsoft.com/office/drawing/2014/main" id="{291ACE60-F09D-4F17-8F71-B8D57C6185B2}"/>
              </a:ext>
            </a:extLst>
          </p:cNvPr>
          <p:cNvSpPr>
            <a:spLocks noGrp="1"/>
          </p:cNvSpPr>
          <p:nvPr/>
        </p:nvSpPr>
        <p:spPr>
          <a:xfrm>
            <a:off x="5386512" y="4083999"/>
            <a:ext cx="28398" cy="28398"/>
          </a:xfrm>
          <a:prstGeom prst="ellipse">
            <a:avLst/>
          </a:prstGeom>
          <a:solidFill>
            <a:srgbClr val="7F8C97">
              <a:alpha val="48000"/>
            </a:srgbClr>
          </a:solidFill>
          <a:ln w="0">
            <a:noFill/>
            <a:prstDash val="solid"/>
          </a:ln>
        </p:spPr>
      </p:sp>
      <p:sp>
        <p:nvSpPr>
          <p:cNvPr id="1941" name="03_assume_matched_7238">
            <a:extLst>
              <a:ext uri="{FF2B5EF4-FFF2-40B4-BE49-F238E27FC236}">
                <a16:creationId xmlns:a16="http://schemas.microsoft.com/office/drawing/2014/main" id="{3245B0B9-C6EC-4030-8000-2D91C4919A88}"/>
              </a:ext>
            </a:extLst>
          </p:cNvPr>
          <p:cNvSpPr>
            <a:spLocks noGrp="1"/>
          </p:cNvSpPr>
          <p:nvPr/>
        </p:nvSpPr>
        <p:spPr>
          <a:xfrm>
            <a:off x="5392700" y="4278955"/>
            <a:ext cx="28398" cy="28398"/>
          </a:xfrm>
          <a:prstGeom prst="ellipse">
            <a:avLst/>
          </a:prstGeom>
          <a:solidFill>
            <a:srgbClr val="7F8C97">
              <a:alpha val="48000"/>
            </a:srgbClr>
          </a:solidFill>
          <a:ln w="0">
            <a:noFill/>
            <a:prstDash val="solid"/>
          </a:ln>
        </p:spPr>
      </p:sp>
      <p:sp>
        <p:nvSpPr>
          <p:cNvPr id="1942" name="03_assume_matched_7239">
            <a:extLst>
              <a:ext uri="{FF2B5EF4-FFF2-40B4-BE49-F238E27FC236}">
                <a16:creationId xmlns:a16="http://schemas.microsoft.com/office/drawing/2014/main" id="{7027B926-97FC-46BA-97F8-0F3664F9C80B}"/>
              </a:ext>
            </a:extLst>
          </p:cNvPr>
          <p:cNvSpPr>
            <a:spLocks noGrp="1"/>
          </p:cNvSpPr>
          <p:nvPr/>
        </p:nvSpPr>
        <p:spPr>
          <a:xfrm>
            <a:off x="5406084" y="4278955"/>
            <a:ext cx="28398" cy="28398"/>
          </a:xfrm>
          <a:prstGeom prst="ellipse">
            <a:avLst/>
          </a:prstGeom>
          <a:solidFill>
            <a:srgbClr val="7F8C97">
              <a:alpha val="48000"/>
            </a:srgbClr>
          </a:solidFill>
          <a:ln w="0">
            <a:noFill/>
            <a:prstDash val="solid"/>
          </a:ln>
        </p:spPr>
      </p:sp>
      <p:sp>
        <p:nvSpPr>
          <p:cNvPr id="1943" name="03_assume_matched_7240">
            <a:extLst>
              <a:ext uri="{FF2B5EF4-FFF2-40B4-BE49-F238E27FC236}">
                <a16:creationId xmlns:a16="http://schemas.microsoft.com/office/drawing/2014/main" id="{00C9DEA8-5A4F-4247-8AC8-C546A39A1C2B}"/>
              </a:ext>
            </a:extLst>
          </p:cNvPr>
          <p:cNvSpPr>
            <a:spLocks noGrp="1"/>
          </p:cNvSpPr>
          <p:nvPr/>
        </p:nvSpPr>
        <p:spPr>
          <a:xfrm>
            <a:off x="5314702" y="3694086"/>
            <a:ext cx="28398" cy="28398"/>
          </a:xfrm>
          <a:prstGeom prst="ellipse">
            <a:avLst/>
          </a:prstGeom>
          <a:solidFill>
            <a:srgbClr val="7F8C97">
              <a:alpha val="48000"/>
            </a:srgbClr>
          </a:solidFill>
          <a:ln w="0">
            <a:noFill/>
            <a:prstDash val="solid"/>
          </a:ln>
        </p:spPr>
      </p:sp>
      <p:sp>
        <p:nvSpPr>
          <p:cNvPr id="1944" name="03_assume_matched_7241">
            <a:extLst>
              <a:ext uri="{FF2B5EF4-FFF2-40B4-BE49-F238E27FC236}">
                <a16:creationId xmlns:a16="http://schemas.microsoft.com/office/drawing/2014/main" id="{7AB7553F-3851-4307-B72F-77DF8FBBBEBC}"/>
              </a:ext>
            </a:extLst>
          </p:cNvPr>
          <p:cNvSpPr>
            <a:spLocks noGrp="1"/>
          </p:cNvSpPr>
          <p:nvPr/>
        </p:nvSpPr>
        <p:spPr>
          <a:xfrm>
            <a:off x="5303909" y="3694086"/>
            <a:ext cx="28398" cy="28398"/>
          </a:xfrm>
          <a:prstGeom prst="ellipse">
            <a:avLst/>
          </a:prstGeom>
          <a:solidFill>
            <a:srgbClr val="7F8C97">
              <a:alpha val="48000"/>
            </a:srgbClr>
          </a:solidFill>
          <a:ln w="0">
            <a:noFill/>
            <a:prstDash val="solid"/>
          </a:ln>
        </p:spPr>
      </p:sp>
      <p:sp>
        <p:nvSpPr>
          <p:cNvPr id="1945" name="03_assume_matched_7242">
            <a:extLst>
              <a:ext uri="{FF2B5EF4-FFF2-40B4-BE49-F238E27FC236}">
                <a16:creationId xmlns:a16="http://schemas.microsoft.com/office/drawing/2014/main" id="{B2A4AFB0-0767-4BC6-B92C-D9F4B9F997FF}"/>
              </a:ext>
            </a:extLst>
          </p:cNvPr>
          <p:cNvSpPr>
            <a:spLocks noGrp="1"/>
          </p:cNvSpPr>
          <p:nvPr/>
        </p:nvSpPr>
        <p:spPr>
          <a:xfrm>
            <a:off x="5386800" y="3986521"/>
            <a:ext cx="28398" cy="28398"/>
          </a:xfrm>
          <a:prstGeom prst="ellipse">
            <a:avLst/>
          </a:prstGeom>
          <a:solidFill>
            <a:srgbClr val="7F8C97">
              <a:alpha val="48000"/>
            </a:srgbClr>
          </a:solidFill>
          <a:ln w="0">
            <a:noFill/>
            <a:prstDash val="solid"/>
          </a:ln>
        </p:spPr>
      </p:sp>
      <p:sp>
        <p:nvSpPr>
          <p:cNvPr id="1946" name="03_assume_matched_7243">
            <a:extLst>
              <a:ext uri="{FF2B5EF4-FFF2-40B4-BE49-F238E27FC236}">
                <a16:creationId xmlns:a16="http://schemas.microsoft.com/office/drawing/2014/main" id="{674F8E5A-C14E-4F7B-B26D-0CFDC89F8D36}"/>
              </a:ext>
            </a:extLst>
          </p:cNvPr>
          <p:cNvSpPr>
            <a:spLocks noGrp="1"/>
          </p:cNvSpPr>
          <p:nvPr/>
        </p:nvSpPr>
        <p:spPr>
          <a:xfrm>
            <a:off x="5423929" y="4111850"/>
            <a:ext cx="28398" cy="28398"/>
          </a:xfrm>
          <a:prstGeom prst="ellipse">
            <a:avLst/>
          </a:prstGeom>
          <a:solidFill>
            <a:srgbClr val="7F8C97">
              <a:alpha val="48000"/>
            </a:srgbClr>
          </a:solidFill>
          <a:ln w="0">
            <a:noFill/>
            <a:prstDash val="solid"/>
          </a:ln>
        </p:spPr>
      </p:sp>
      <p:sp>
        <p:nvSpPr>
          <p:cNvPr id="1947" name="03_assume_matched_7244">
            <a:extLst>
              <a:ext uri="{FF2B5EF4-FFF2-40B4-BE49-F238E27FC236}">
                <a16:creationId xmlns:a16="http://schemas.microsoft.com/office/drawing/2014/main" id="{D50CE5FA-4175-4D5A-BEFF-84D1A45378E2}"/>
              </a:ext>
            </a:extLst>
          </p:cNvPr>
          <p:cNvSpPr>
            <a:spLocks noGrp="1"/>
          </p:cNvSpPr>
          <p:nvPr/>
        </p:nvSpPr>
        <p:spPr>
          <a:xfrm>
            <a:off x="5430117" y="3694086"/>
            <a:ext cx="28398" cy="28398"/>
          </a:xfrm>
          <a:prstGeom prst="ellipse">
            <a:avLst/>
          </a:prstGeom>
          <a:solidFill>
            <a:srgbClr val="7F8C97">
              <a:alpha val="48000"/>
            </a:srgbClr>
          </a:solidFill>
          <a:ln w="0">
            <a:noFill/>
            <a:prstDash val="solid"/>
          </a:ln>
        </p:spPr>
      </p:sp>
      <p:sp>
        <p:nvSpPr>
          <p:cNvPr id="1948" name="03_assume_matched_7245">
            <a:extLst>
              <a:ext uri="{FF2B5EF4-FFF2-40B4-BE49-F238E27FC236}">
                <a16:creationId xmlns:a16="http://schemas.microsoft.com/office/drawing/2014/main" id="{7260A969-BA32-4521-A73C-B7A50528B27C}"/>
              </a:ext>
            </a:extLst>
          </p:cNvPr>
          <p:cNvSpPr>
            <a:spLocks noGrp="1"/>
          </p:cNvSpPr>
          <p:nvPr/>
        </p:nvSpPr>
        <p:spPr>
          <a:xfrm>
            <a:off x="5341181" y="3694086"/>
            <a:ext cx="28398" cy="28398"/>
          </a:xfrm>
          <a:prstGeom prst="ellipse">
            <a:avLst/>
          </a:prstGeom>
          <a:solidFill>
            <a:srgbClr val="7F8C97">
              <a:alpha val="48000"/>
            </a:srgbClr>
          </a:solidFill>
          <a:ln w="0">
            <a:noFill/>
            <a:prstDash val="solid"/>
          </a:ln>
        </p:spPr>
      </p:sp>
      <p:sp>
        <p:nvSpPr>
          <p:cNvPr id="1949" name="03_assume_matched_7246">
            <a:extLst>
              <a:ext uri="{FF2B5EF4-FFF2-40B4-BE49-F238E27FC236}">
                <a16:creationId xmlns:a16="http://schemas.microsoft.com/office/drawing/2014/main" id="{0F01B31F-FA75-469F-9088-3FDA9E1827E6}"/>
              </a:ext>
            </a:extLst>
          </p:cNvPr>
          <p:cNvSpPr>
            <a:spLocks noGrp="1"/>
          </p:cNvSpPr>
          <p:nvPr/>
        </p:nvSpPr>
        <p:spPr>
          <a:xfrm>
            <a:off x="5393996" y="4083999"/>
            <a:ext cx="28398" cy="28398"/>
          </a:xfrm>
          <a:prstGeom prst="ellipse">
            <a:avLst/>
          </a:prstGeom>
          <a:solidFill>
            <a:srgbClr val="7F8C97">
              <a:alpha val="48000"/>
            </a:srgbClr>
          </a:solidFill>
          <a:ln w="0">
            <a:noFill/>
            <a:prstDash val="solid"/>
          </a:ln>
        </p:spPr>
      </p:sp>
      <p:sp>
        <p:nvSpPr>
          <p:cNvPr id="1950" name="03_assume_matched_7247">
            <a:extLst>
              <a:ext uri="{FF2B5EF4-FFF2-40B4-BE49-F238E27FC236}">
                <a16:creationId xmlns:a16="http://schemas.microsoft.com/office/drawing/2014/main" id="{D99C8DEA-AF93-4D36-9EEC-F20A4FC52F07}"/>
              </a:ext>
            </a:extLst>
          </p:cNvPr>
          <p:cNvSpPr>
            <a:spLocks noGrp="1"/>
          </p:cNvSpPr>
          <p:nvPr/>
        </p:nvSpPr>
        <p:spPr>
          <a:xfrm>
            <a:off x="5404933" y="3694086"/>
            <a:ext cx="28398" cy="28398"/>
          </a:xfrm>
          <a:prstGeom prst="ellipse">
            <a:avLst/>
          </a:prstGeom>
          <a:solidFill>
            <a:srgbClr val="7F8C97">
              <a:alpha val="48000"/>
            </a:srgbClr>
          </a:solidFill>
          <a:ln w="0">
            <a:noFill/>
            <a:prstDash val="solid"/>
          </a:ln>
        </p:spPr>
      </p:sp>
      <p:sp>
        <p:nvSpPr>
          <p:cNvPr id="1951" name="03_assume_matched_7248">
            <a:extLst>
              <a:ext uri="{FF2B5EF4-FFF2-40B4-BE49-F238E27FC236}">
                <a16:creationId xmlns:a16="http://schemas.microsoft.com/office/drawing/2014/main" id="{EE213B13-CF7F-4AE0-9244-3E1F465BD50F}"/>
              </a:ext>
            </a:extLst>
          </p:cNvPr>
          <p:cNvSpPr>
            <a:spLocks noGrp="1"/>
          </p:cNvSpPr>
          <p:nvPr/>
        </p:nvSpPr>
        <p:spPr>
          <a:xfrm>
            <a:off x="5422346" y="3694086"/>
            <a:ext cx="28398" cy="28398"/>
          </a:xfrm>
          <a:prstGeom prst="ellipse">
            <a:avLst/>
          </a:prstGeom>
          <a:solidFill>
            <a:srgbClr val="7F8C97">
              <a:alpha val="48000"/>
            </a:srgbClr>
          </a:solidFill>
          <a:ln w="0">
            <a:noFill/>
            <a:prstDash val="solid"/>
          </a:ln>
        </p:spPr>
      </p:sp>
      <p:sp>
        <p:nvSpPr>
          <p:cNvPr id="1952" name="03_assume_matched_7249">
            <a:extLst>
              <a:ext uri="{FF2B5EF4-FFF2-40B4-BE49-F238E27FC236}">
                <a16:creationId xmlns:a16="http://schemas.microsoft.com/office/drawing/2014/main" id="{88BF5E90-DEBB-449D-848E-9B7BF6DE17C5}"/>
              </a:ext>
            </a:extLst>
          </p:cNvPr>
          <p:cNvSpPr>
            <a:spLocks noGrp="1"/>
          </p:cNvSpPr>
          <p:nvPr/>
        </p:nvSpPr>
        <p:spPr>
          <a:xfrm>
            <a:off x="5407091" y="3694086"/>
            <a:ext cx="28398" cy="28398"/>
          </a:xfrm>
          <a:prstGeom prst="ellipse">
            <a:avLst/>
          </a:prstGeom>
          <a:solidFill>
            <a:srgbClr val="7F8C97">
              <a:alpha val="48000"/>
            </a:srgbClr>
          </a:solidFill>
          <a:ln w="0">
            <a:noFill/>
            <a:prstDash val="solid"/>
          </a:ln>
        </p:spPr>
      </p:sp>
      <p:sp>
        <p:nvSpPr>
          <p:cNvPr id="1953" name="03_assume_matched_7250">
            <a:extLst>
              <a:ext uri="{FF2B5EF4-FFF2-40B4-BE49-F238E27FC236}">
                <a16:creationId xmlns:a16="http://schemas.microsoft.com/office/drawing/2014/main" id="{8781CDFA-7907-4ECD-A40E-970CD3C96230}"/>
              </a:ext>
            </a:extLst>
          </p:cNvPr>
          <p:cNvSpPr>
            <a:spLocks noGrp="1"/>
          </p:cNvSpPr>
          <p:nvPr/>
        </p:nvSpPr>
        <p:spPr>
          <a:xfrm>
            <a:off x="5385361" y="3694086"/>
            <a:ext cx="28398" cy="28398"/>
          </a:xfrm>
          <a:prstGeom prst="ellipse">
            <a:avLst/>
          </a:prstGeom>
          <a:solidFill>
            <a:srgbClr val="7F8C97">
              <a:alpha val="48000"/>
            </a:srgbClr>
          </a:solidFill>
          <a:ln w="0">
            <a:noFill/>
            <a:prstDash val="solid"/>
          </a:ln>
        </p:spPr>
      </p:sp>
      <p:sp>
        <p:nvSpPr>
          <p:cNvPr id="1954" name="03_assume_matched_7251">
            <a:extLst>
              <a:ext uri="{FF2B5EF4-FFF2-40B4-BE49-F238E27FC236}">
                <a16:creationId xmlns:a16="http://schemas.microsoft.com/office/drawing/2014/main" id="{CC25F8A7-3350-4F5A-B08A-1ACABFEB8C05}"/>
              </a:ext>
            </a:extLst>
          </p:cNvPr>
          <p:cNvSpPr>
            <a:spLocks noGrp="1"/>
          </p:cNvSpPr>
          <p:nvPr/>
        </p:nvSpPr>
        <p:spPr>
          <a:xfrm>
            <a:off x="5297145" y="3694086"/>
            <a:ext cx="28398" cy="28398"/>
          </a:xfrm>
          <a:prstGeom prst="ellipse">
            <a:avLst/>
          </a:prstGeom>
          <a:solidFill>
            <a:srgbClr val="7F8C97">
              <a:alpha val="48000"/>
            </a:srgbClr>
          </a:solidFill>
          <a:ln w="0">
            <a:noFill/>
            <a:prstDash val="solid"/>
          </a:ln>
        </p:spPr>
      </p:sp>
      <p:sp>
        <p:nvSpPr>
          <p:cNvPr id="1955" name="03_assume_matched_7252">
            <a:extLst>
              <a:ext uri="{FF2B5EF4-FFF2-40B4-BE49-F238E27FC236}">
                <a16:creationId xmlns:a16="http://schemas.microsoft.com/office/drawing/2014/main" id="{C2BD88BF-1FA5-4454-9CC2-7C88E99BC07E}"/>
              </a:ext>
            </a:extLst>
          </p:cNvPr>
          <p:cNvSpPr>
            <a:spLocks noGrp="1"/>
          </p:cNvSpPr>
          <p:nvPr/>
        </p:nvSpPr>
        <p:spPr>
          <a:xfrm>
            <a:off x="5311104" y="4278955"/>
            <a:ext cx="28398" cy="28398"/>
          </a:xfrm>
          <a:prstGeom prst="ellipse">
            <a:avLst/>
          </a:prstGeom>
          <a:solidFill>
            <a:srgbClr val="7F8C97">
              <a:alpha val="48000"/>
            </a:srgbClr>
          </a:solidFill>
          <a:ln w="0">
            <a:noFill/>
            <a:prstDash val="solid"/>
          </a:ln>
        </p:spPr>
      </p:sp>
      <p:sp>
        <p:nvSpPr>
          <p:cNvPr id="1956" name="03_assume_matched_7253">
            <a:extLst>
              <a:ext uri="{FF2B5EF4-FFF2-40B4-BE49-F238E27FC236}">
                <a16:creationId xmlns:a16="http://schemas.microsoft.com/office/drawing/2014/main" id="{6FCFD824-0F78-46C3-BD92-AEC53EAD4980}"/>
              </a:ext>
            </a:extLst>
          </p:cNvPr>
          <p:cNvSpPr>
            <a:spLocks noGrp="1"/>
          </p:cNvSpPr>
          <p:nvPr/>
        </p:nvSpPr>
        <p:spPr>
          <a:xfrm>
            <a:off x="5372265" y="3694086"/>
            <a:ext cx="28398" cy="28398"/>
          </a:xfrm>
          <a:prstGeom prst="ellipse">
            <a:avLst/>
          </a:prstGeom>
          <a:solidFill>
            <a:srgbClr val="7F8C97">
              <a:alpha val="48000"/>
            </a:srgbClr>
          </a:solidFill>
          <a:ln w="0">
            <a:noFill/>
            <a:prstDash val="solid"/>
          </a:ln>
        </p:spPr>
      </p:sp>
      <p:sp>
        <p:nvSpPr>
          <p:cNvPr id="1957" name="03_assume_matched_7254">
            <a:extLst>
              <a:ext uri="{FF2B5EF4-FFF2-40B4-BE49-F238E27FC236}">
                <a16:creationId xmlns:a16="http://schemas.microsoft.com/office/drawing/2014/main" id="{2BEE6625-ED63-4317-9FC9-50961C8EEB82}"/>
              </a:ext>
            </a:extLst>
          </p:cNvPr>
          <p:cNvSpPr>
            <a:spLocks noGrp="1"/>
          </p:cNvSpPr>
          <p:nvPr/>
        </p:nvSpPr>
        <p:spPr>
          <a:xfrm>
            <a:off x="5317148" y="3694086"/>
            <a:ext cx="28398" cy="28398"/>
          </a:xfrm>
          <a:prstGeom prst="ellipse">
            <a:avLst/>
          </a:prstGeom>
          <a:solidFill>
            <a:srgbClr val="7F8C97">
              <a:alpha val="48000"/>
            </a:srgbClr>
          </a:solidFill>
          <a:ln w="0">
            <a:noFill/>
            <a:prstDash val="solid"/>
          </a:ln>
        </p:spPr>
      </p:sp>
      <p:sp>
        <p:nvSpPr>
          <p:cNvPr id="1958" name="03_assume_matched_7255">
            <a:extLst>
              <a:ext uri="{FF2B5EF4-FFF2-40B4-BE49-F238E27FC236}">
                <a16:creationId xmlns:a16="http://schemas.microsoft.com/office/drawing/2014/main" id="{0A5EE0F3-1CCC-4AC2-B67B-13F73333BB50}"/>
              </a:ext>
            </a:extLst>
          </p:cNvPr>
          <p:cNvSpPr>
            <a:spLocks noGrp="1"/>
          </p:cNvSpPr>
          <p:nvPr/>
        </p:nvSpPr>
        <p:spPr>
          <a:xfrm>
            <a:off x="5343196" y="3694086"/>
            <a:ext cx="28398" cy="28398"/>
          </a:xfrm>
          <a:prstGeom prst="ellipse">
            <a:avLst/>
          </a:prstGeom>
          <a:solidFill>
            <a:srgbClr val="7F8C97">
              <a:alpha val="48000"/>
            </a:srgbClr>
          </a:solidFill>
          <a:ln w="0">
            <a:noFill/>
            <a:prstDash val="solid"/>
          </a:ln>
        </p:spPr>
      </p:sp>
      <p:sp>
        <p:nvSpPr>
          <p:cNvPr id="1959" name="03_assume_matched_7256">
            <a:extLst>
              <a:ext uri="{FF2B5EF4-FFF2-40B4-BE49-F238E27FC236}">
                <a16:creationId xmlns:a16="http://schemas.microsoft.com/office/drawing/2014/main" id="{B1630FA1-9FB1-4A9D-A5A9-BDCA7A0D21BA}"/>
              </a:ext>
            </a:extLst>
          </p:cNvPr>
          <p:cNvSpPr>
            <a:spLocks noGrp="1"/>
          </p:cNvSpPr>
          <p:nvPr/>
        </p:nvSpPr>
        <p:spPr>
          <a:xfrm>
            <a:off x="5292252" y="4278955"/>
            <a:ext cx="28398" cy="28398"/>
          </a:xfrm>
          <a:prstGeom prst="ellipse">
            <a:avLst/>
          </a:prstGeom>
          <a:solidFill>
            <a:srgbClr val="7F8C97">
              <a:alpha val="48000"/>
            </a:srgbClr>
          </a:solidFill>
          <a:ln w="0">
            <a:noFill/>
            <a:prstDash val="solid"/>
          </a:ln>
        </p:spPr>
      </p:sp>
      <p:sp>
        <p:nvSpPr>
          <p:cNvPr id="1960" name="03_assume_matched_7257">
            <a:extLst>
              <a:ext uri="{FF2B5EF4-FFF2-40B4-BE49-F238E27FC236}">
                <a16:creationId xmlns:a16="http://schemas.microsoft.com/office/drawing/2014/main" id="{AC513465-8E31-4FDC-9F6C-9E7E7898CF73}"/>
              </a:ext>
            </a:extLst>
          </p:cNvPr>
          <p:cNvSpPr>
            <a:spLocks noGrp="1"/>
          </p:cNvSpPr>
          <p:nvPr/>
        </p:nvSpPr>
        <p:spPr>
          <a:xfrm>
            <a:off x="6164931" y="3709083"/>
            <a:ext cx="28398" cy="28398"/>
          </a:xfrm>
          <a:prstGeom prst="ellipse">
            <a:avLst/>
          </a:prstGeom>
          <a:solidFill>
            <a:srgbClr val="7F8C97">
              <a:alpha val="48000"/>
            </a:srgbClr>
          </a:solidFill>
          <a:ln w="0">
            <a:noFill/>
            <a:prstDash val="solid"/>
          </a:ln>
        </p:spPr>
      </p:sp>
      <p:sp>
        <p:nvSpPr>
          <p:cNvPr id="1961" name="03_assume_matched_7258">
            <a:extLst>
              <a:ext uri="{FF2B5EF4-FFF2-40B4-BE49-F238E27FC236}">
                <a16:creationId xmlns:a16="http://schemas.microsoft.com/office/drawing/2014/main" id="{980A4DD1-678A-4607-B3C0-5B5B00938239}"/>
              </a:ext>
            </a:extLst>
          </p:cNvPr>
          <p:cNvSpPr>
            <a:spLocks noGrp="1"/>
          </p:cNvSpPr>
          <p:nvPr/>
        </p:nvSpPr>
        <p:spPr>
          <a:xfrm>
            <a:off x="6153418" y="3694086"/>
            <a:ext cx="28398" cy="28398"/>
          </a:xfrm>
          <a:prstGeom prst="ellipse">
            <a:avLst/>
          </a:prstGeom>
          <a:solidFill>
            <a:srgbClr val="7F8C97">
              <a:alpha val="48000"/>
            </a:srgbClr>
          </a:solidFill>
          <a:ln w="0">
            <a:noFill/>
            <a:prstDash val="solid"/>
          </a:ln>
        </p:spPr>
      </p:sp>
      <p:sp>
        <p:nvSpPr>
          <p:cNvPr id="1962" name="03_assume_matched_7259">
            <a:extLst>
              <a:ext uri="{FF2B5EF4-FFF2-40B4-BE49-F238E27FC236}">
                <a16:creationId xmlns:a16="http://schemas.microsoft.com/office/drawing/2014/main" id="{B08E0D54-0593-4E3E-9E98-0731209F95BD}"/>
              </a:ext>
            </a:extLst>
          </p:cNvPr>
          <p:cNvSpPr>
            <a:spLocks noGrp="1"/>
          </p:cNvSpPr>
          <p:nvPr/>
        </p:nvSpPr>
        <p:spPr>
          <a:xfrm>
            <a:off x="6096286" y="3694086"/>
            <a:ext cx="28398" cy="28398"/>
          </a:xfrm>
          <a:prstGeom prst="ellipse">
            <a:avLst/>
          </a:prstGeom>
          <a:solidFill>
            <a:srgbClr val="7F8C97">
              <a:alpha val="48000"/>
            </a:srgbClr>
          </a:solidFill>
          <a:ln w="0">
            <a:noFill/>
            <a:prstDash val="solid"/>
          </a:ln>
        </p:spPr>
      </p:sp>
      <p:sp>
        <p:nvSpPr>
          <p:cNvPr id="1963" name="03_assume_matched_7260">
            <a:extLst>
              <a:ext uri="{FF2B5EF4-FFF2-40B4-BE49-F238E27FC236}">
                <a16:creationId xmlns:a16="http://schemas.microsoft.com/office/drawing/2014/main" id="{5D6BD0B0-C41C-4AFA-AC6A-08F923F6191A}"/>
              </a:ext>
            </a:extLst>
          </p:cNvPr>
          <p:cNvSpPr>
            <a:spLocks noGrp="1"/>
          </p:cNvSpPr>
          <p:nvPr/>
        </p:nvSpPr>
        <p:spPr>
          <a:xfrm>
            <a:off x="6175149" y="3694086"/>
            <a:ext cx="28398" cy="28398"/>
          </a:xfrm>
          <a:prstGeom prst="ellipse">
            <a:avLst/>
          </a:prstGeom>
          <a:solidFill>
            <a:srgbClr val="7F8C97">
              <a:alpha val="48000"/>
            </a:srgbClr>
          </a:solidFill>
          <a:ln w="0">
            <a:noFill/>
            <a:prstDash val="solid"/>
          </a:ln>
        </p:spPr>
      </p:sp>
      <p:sp>
        <p:nvSpPr>
          <p:cNvPr id="1964" name="03_assume_matched_7261">
            <a:extLst>
              <a:ext uri="{FF2B5EF4-FFF2-40B4-BE49-F238E27FC236}">
                <a16:creationId xmlns:a16="http://schemas.microsoft.com/office/drawing/2014/main" id="{FAE7ADAC-5953-496D-8109-C8797A239F7E}"/>
              </a:ext>
            </a:extLst>
          </p:cNvPr>
          <p:cNvSpPr>
            <a:spLocks noGrp="1"/>
          </p:cNvSpPr>
          <p:nvPr/>
        </p:nvSpPr>
        <p:spPr>
          <a:xfrm>
            <a:off x="6142913" y="3694086"/>
            <a:ext cx="28398" cy="28398"/>
          </a:xfrm>
          <a:prstGeom prst="ellipse">
            <a:avLst/>
          </a:prstGeom>
          <a:solidFill>
            <a:srgbClr val="7F8C97">
              <a:alpha val="48000"/>
            </a:srgbClr>
          </a:solidFill>
          <a:ln w="0">
            <a:noFill/>
            <a:prstDash val="solid"/>
          </a:ln>
        </p:spPr>
      </p:sp>
      <p:sp>
        <p:nvSpPr>
          <p:cNvPr id="1965" name="03_assume_matched_7262">
            <a:extLst>
              <a:ext uri="{FF2B5EF4-FFF2-40B4-BE49-F238E27FC236}">
                <a16:creationId xmlns:a16="http://schemas.microsoft.com/office/drawing/2014/main" id="{B46C879A-BA8B-43E3-BDFF-2747907FDF2E}"/>
              </a:ext>
            </a:extLst>
          </p:cNvPr>
          <p:cNvSpPr>
            <a:spLocks noGrp="1"/>
          </p:cNvSpPr>
          <p:nvPr/>
        </p:nvSpPr>
        <p:spPr>
          <a:xfrm>
            <a:off x="6047645" y="3694086"/>
            <a:ext cx="28398" cy="28398"/>
          </a:xfrm>
          <a:prstGeom prst="ellipse">
            <a:avLst/>
          </a:prstGeom>
          <a:solidFill>
            <a:srgbClr val="7F8C97">
              <a:alpha val="48000"/>
            </a:srgbClr>
          </a:solidFill>
          <a:ln w="0">
            <a:noFill/>
            <a:prstDash val="solid"/>
          </a:ln>
        </p:spPr>
      </p:sp>
      <p:sp>
        <p:nvSpPr>
          <p:cNvPr id="1966" name="03_assume_matched_7263">
            <a:extLst>
              <a:ext uri="{FF2B5EF4-FFF2-40B4-BE49-F238E27FC236}">
                <a16:creationId xmlns:a16="http://schemas.microsoft.com/office/drawing/2014/main" id="{9C1FF6D2-77D9-48CE-96C7-A979654A7B1B}"/>
              </a:ext>
            </a:extLst>
          </p:cNvPr>
          <p:cNvSpPr>
            <a:spLocks noGrp="1"/>
          </p:cNvSpPr>
          <p:nvPr/>
        </p:nvSpPr>
        <p:spPr>
          <a:xfrm>
            <a:off x="6078298" y="4278955"/>
            <a:ext cx="28398" cy="28398"/>
          </a:xfrm>
          <a:prstGeom prst="ellipse">
            <a:avLst/>
          </a:prstGeom>
          <a:solidFill>
            <a:srgbClr val="7F8C97">
              <a:alpha val="48000"/>
            </a:srgbClr>
          </a:solidFill>
          <a:ln w="0">
            <a:noFill/>
            <a:prstDash val="solid"/>
          </a:ln>
        </p:spPr>
      </p:sp>
      <p:sp>
        <p:nvSpPr>
          <p:cNvPr id="1967" name="03_assume_matched_7264">
            <a:extLst>
              <a:ext uri="{FF2B5EF4-FFF2-40B4-BE49-F238E27FC236}">
                <a16:creationId xmlns:a16="http://schemas.microsoft.com/office/drawing/2014/main" id="{1788DE9D-C3B4-4695-A1E2-C8D113A63C2E}"/>
              </a:ext>
            </a:extLst>
          </p:cNvPr>
          <p:cNvSpPr>
            <a:spLocks noGrp="1"/>
          </p:cNvSpPr>
          <p:nvPr/>
        </p:nvSpPr>
        <p:spPr>
          <a:xfrm>
            <a:off x="6047357" y="4132738"/>
            <a:ext cx="28398" cy="28398"/>
          </a:xfrm>
          <a:prstGeom prst="ellipse">
            <a:avLst/>
          </a:prstGeom>
          <a:solidFill>
            <a:srgbClr val="7F8C97">
              <a:alpha val="48000"/>
            </a:srgbClr>
          </a:solidFill>
          <a:ln w="0">
            <a:noFill/>
            <a:prstDash val="solid"/>
          </a:ln>
        </p:spPr>
      </p:sp>
      <p:sp>
        <p:nvSpPr>
          <p:cNvPr id="1968" name="03_assume_matched_7265">
            <a:extLst>
              <a:ext uri="{FF2B5EF4-FFF2-40B4-BE49-F238E27FC236}">
                <a16:creationId xmlns:a16="http://schemas.microsoft.com/office/drawing/2014/main" id="{D4C50809-62CF-4862-8917-1C7FA1160CD5}"/>
              </a:ext>
            </a:extLst>
          </p:cNvPr>
          <p:cNvSpPr>
            <a:spLocks noGrp="1"/>
          </p:cNvSpPr>
          <p:nvPr/>
        </p:nvSpPr>
        <p:spPr>
          <a:xfrm>
            <a:off x="6128666" y="3986521"/>
            <a:ext cx="28398" cy="28398"/>
          </a:xfrm>
          <a:prstGeom prst="ellipse">
            <a:avLst/>
          </a:prstGeom>
          <a:solidFill>
            <a:srgbClr val="7F8C97">
              <a:alpha val="48000"/>
            </a:srgbClr>
          </a:solidFill>
          <a:ln w="0">
            <a:noFill/>
            <a:prstDash val="solid"/>
          </a:ln>
        </p:spPr>
      </p:sp>
      <p:sp>
        <p:nvSpPr>
          <p:cNvPr id="1969" name="03_assume_matched_7266">
            <a:extLst>
              <a:ext uri="{FF2B5EF4-FFF2-40B4-BE49-F238E27FC236}">
                <a16:creationId xmlns:a16="http://schemas.microsoft.com/office/drawing/2014/main" id="{6E29C575-6D16-4D66-8623-6022383120A9}"/>
              </a:ext>
            </a:extLst>
          </p:cNvPr>
          <p:cNvSpPr>
            <a:spLocks noGrp="1"/>
          </p:cNvSpPr>
          <p:nvPr/>
        </p:nvSpPr>
        <p:spPr>
          <a:xfrm>
            <a:off x="6109958" y="4278955"/>
            <a:ext cx="28398" cy="28398"/>
          </a:xfrm>
          <a:prstGeom prst="ellipse">
            <a:avLst/>
          </a:prstGeom>
          <a:solidFill>
            <a:srgbClr val="7F8C97">
              <a:alpha val="48000"/>
            </a:srgbClr>
          </a:solidFill>
          <a:ln w="0">
            <a:noFill/>
            <a:prstDash val="solid"/>
          </a:ln>
        </p:spPr>
      </p:sp>
      <p:sp>
        <p:nvSpPr>
          <p:cNvPr id="1970" name="03_assume_matched_7267">
            <a:extLst>
              <a:ext uri="{FF2B5EF4-FFF2-40B4-BE49-F238E27FC236}">
                <a16:creationId xmlns:a16="http://schemas.microsoft.com/office/drawing/2014/main" id="{A4BEA23C-F9E6-475E-A1E8-2CAE1DBFCCE5}"/>
              </a:ext>
            </a:extLst>
          </p:cNvPr>
          <p:cNvSpPr>
            <a:spLocks noGrp="1"/>
          </p:cNvSpPr>
          <p:nvPr/>
        </p:nvSpPr>
        <p:spPr>
          <a:xfrm>
            <a:off x="6094703" y="3694086"/>
            <a:ext cx="28398" cy="28398"/>
          </a:xfrm>
          <a:prstGeom prst="ellipse">
            <a:avLst/>
          </a:prstGeom>
          <a:solidFill>
            <a:srgbClr val="7F8C97">
              <a:alpha val="48000"/>
            </a:srgbClr>
          </a:solidFill>
          <a:ln w="0">
            <a:noFill/>
            <a:prstDash val="solid"/>
          </a:ln>
        </p:spPr>
      </p:sp>
      <p:sp>
        <p:nvSpPr>
          <p:cNvPr id="1971" name="03_assume_matched_7268">
            <a:extLst>
              <a:ext uri="{FF2B5EF4-FFF2-40B4-BE49-F238E27FC236}">
                <a16:creationId xmlns:a16="http://schemas.microsoft.com/office/drawing/2014/main" id="{61A5BEA4-A558-4B7A-9943-81BE9D7DB0AB}"/>
              </a:ext>
            </a:extLst>
          </p:cNvPr>
          <p:cNvSpPr>
            <a:spLocks noGrp="1"/>
          </p:cNvSpPr>
          <p:nvPr/>
        </p:nvSpPr>
        <p:spPr>
          <a:xfrm>
            <a:off x="6080456" y="4278955"/>
            <a:ext cx="28398" cy="28398"/>
          </a:xfrm>
          <a:prstGeom prst="ellipse">
            <a:avLst/>
          </a:prstGeom>
          <a:solidFill>
            <a:srgbClr val="7F8C97">
              <a:alpha val="48000"/>
            </a:srgbClr>
          </a:solidFill>
          <a:ln w="0">
            <a:noFill/>
            <a:prstDash val="solid"/>
          </a:ln>
        </p:spPr>
      </p:sp>
      <p:sp>
        <p:nvSpPr>
          <p:cNvPr id="1972" name="03_assume_matched_7269">
            <a:extLst>
              <a:ext uri="{FF2B5EF4-FFF2-40B4-BE49-F238E27FC236}">
                <a16:creationId xmlns:a16="http://schemas.microsoft.com/office/drawing/2014/main" id="{3B1FAA16-69EE-4C14-AAFE-29C5BFD8FAD3}"/>
              </a:ext>
            </a:extLst>
          </p:cNvPr>
          <p:cNvSpPr>
            <a:spLocks noGrp="1"/>
          </p:cNvSpPr>
          <p:nvPr/>
        </p:nvSpPr>
        <p:spPr>
          <a:xfrm>
            <a:off x="6096862" y="4278955"/>
            <a:ext cx="28398" cy="28398"/>
          </a:xfrm>
          <a:prstGeom prst="ellipse">
            <a:avLst/>
          </a:prstGeom>
          <a:solidFill>
            <a:srgbClr val="7F8C97">
              <a:alpha val="48000"/>
            </a:srgbClr>
          </a:solidFill>
          <a:ln w="0">
            <a:noFill/>
            <a:prstDash val="solid"/>
          </a:ln>
        </p:spPr>
      </p:sp>
      <p:sp>
        <p:nvSpPr>
          <p:cNvPr id="1973" name="03_assume_matched_7270">
            <a:extLst>
              <a:ext uri="{FF2B5EF4-FFF2-40B4-BE49-F238E27FC236}">
                <a16:creationId xmlns:a16="http://schemas.microsoft.com/office/drawing/2014/main" id="{C4D12A8B-AC92-4D0E-BB65-C5A247AE6AF3}"/>
              </a:ext>
            </a:extLst>
          </p:cNvPr>
          <p:cNvSpPr>
            <a:spLocks noGrp="1"/>
          </p:cNvSpPr>
          <p:nvPr/>
        </p:nvSpPr>
        <p:spPr>
          <a:xfrm>
            <a:off x="6182056" y="4132738"/>
            <a:ext cx="28398" cy="28398"/>
          </a:xfrm>
          <a:prstGeom prst="ellipse">
            <a:avLst/>
          </a:prstGeom>
          <a:solidFill>
            <a:srgbClr val="7F8C97">
              <a:alpha val="48000"/>
            </a:srgbClr>
          </a:solidFill>
          <a:ln w="0">
            <a:noFill/>
            <a:prstDash val="solid"/>
          </a:ln>
        </p:spPr>
      </p:sp>
      <p:sp>
        <p:nvSpPr>
          <p:cNvPr id="1974" name="03_assume_matched_7271">
            <a:extLst>
              <a:ext uri="{FF2B5EF4-FFF2-40B4-BE49-F238E27FC236}">
                <a16:creationId xmlns:a16="http://schemas.microsoft.com/office/drawing/2014/main" id="{6888B8F8-D3C7-4A38-9248-080348C16FC4}"/>
              </a:ext>
            </a:extLst>
          </p:cNvPr>
          <p:cNvSpPr>
            <a:spLocks noGrp="1"/>
          </p:cNvSpPr>
          <p:nvPr/>
        </p:nvSpPr>
        <p:spPr>
          <a:xfrm>
            <a:off x="6137013" y="3694086"/>
            <a:ext cx="28398" cy="28398"/>
          </a:xfrm>
          <a:prstGeom prst="ellipse">
            <a:avLst/>
          </a:prstGeom>
          <a:solidFill>
            <a:srgbClr val="7F8C97">
              <a:alpha val="48000"/>
            </a:srgbClr>
          </a:solidFill>
          <a:ln w="0">
            <a:noFill/>
            <a:prstDash val="solid"/>
          </a:ln>
        </p:spPr>
      </p:sp>
      <p:sp>
        <p:nvSpPr>
          <p:cNvPr id="1975" name="03_assume_matched_7272">
            <a:extLst>
              <a:ext uri="{FF2B5EF4-FFF2-40B4-BE49-F238E27FC236}">
                <a16:creationId xmlns:a16="http://schemas.microsoft.com/office/drawing/2014/main" id="{90BF02E5-C447-4817-8FB9-462B70DA9359}"/>
              </a:ext>
            </a:extLst>
          </p:cNvPr>
          <p:cNvSpPr>
            <a:spLocks noGrp="1"/>
          </p:cNvSpPr>
          <p:nvPr/>
        </p:nvSpPr>
        <p:spPr>
          <a:xfrm>
            <a:off x="6146799" y="4213970"/>
            <a:ext cx="28398" cy="28398"/>
          </a:xfrm>
          <a:prstGeom prst="ellipse">
            <a:avLst/>
          </a:prstGeom>
          <a:solidFill>
            <a:srgbClr val="7F8C97">
              <a:alpha val="48000"/>
            </a:srgbClr>
          </a:solidFill>
          <a:ln w="0">
            <a:noFill/>
            <a:prstDash val="solid"/>
          </a:ln>
        </p:spPr>
      </p:sp>
      <p:sp>
        <p:nvSpPr>
          <p:cNvPr id="1976" name="03_assume_matched_7273">
            <a:extLst>
              <a:ext uri="{FF2B5EF4-FFF2-40B4-BE49-F238E27FC236}">
                <a16:creationId xmlns:a16="http://schemas.microsoft.com/office/drawing/2014/main" id="{219F19BE-00CA-4035-9793-E4E4930E088E}"/>
              </a:ext>
            </a:extLst>
          </p:cNvPr>
          <p:cNvSpPr>
            <a:spLocks noGrp="1"/>
          </p:cNvSpPr>
          <p:nvPr/>
        </p:nvSpPr>
        <p:spPr>
          <a:xfrm>
            <a:off x="6083622" y="4148984"/>
            <a:ext cx="28398" cy="28398"/>
          </a:xfrm>
          <a:prstGeom prst="ellipse">
            <a:avLst/>
          </a:prstGeom>
          <a:solidFill>
            <a:srgbClr val="7F8C97">
              <a:alpha val="48000"/>
            </a:srgbClr>
          </a:solidFill>
          <a:ln w="0">
            <a:noFill/>
            <a:prstDash val="solid"/>
          </a:ln>
        </p:spPr>
      </p:sp>
      <p:sp>
        <p:nvSpPr>
          <p:cNvPr id="1977" name="03_assume_matched_7274">
            <a:extLst>
              <a:ext uri="{FF2B5EF4-FFF2-40B4-BE49-F238E27FC236}">
                <a16:creationId xmlns:a16="http://schemas.microsoft.com/office/drawing/2014/main" id="{B37F80EA-1BD9-4434-98F5-AB77CECB74B4}"/>
              </a:ext>
            </a:extLst>
          </p:cNvPr>
          <p:cNvSpPr>
            <a:spLocks noGrp="1"/>
          </p:cNvSpPr>
          <p:nvPr/>
        </p:nvSpPr>
        <p:spPr>
          <a:xfrm>
            <a:off x="6173997" y="4083999"/>
            <a:ext cx="28398" cy="28398"/>
          </a:xfrm>
          <a:prstGeom prst="ellipse">
            <a:avLst/>
          </a:prstGeom>
          <a:solidFill>
            <a:srgbClr val="7F8C97">
              <a:alpha val="48000"/>
            </a:srgbClr>
          </a:solidFill>
          <a:ln w="0">
            <a:noFill/>
            <a:prstDash val="solid"/>
          </a:ln>
        </p:spPr>
      </p:sp>
      <p:sp>
        <p:nvSpPr>
          <p:cNvPr id="1978" name="03_assume_matched_7275">
            <a:extLst>
              <a:ext uri="{FF2B5EF4-FFF2-40B4-BE49-F238E27FC236}">
                <a16:creationId xmlns:a16="http://schemas.microsoft.com/office/drawing/2014/main" id="{5452B6EF-617A-4D62-9A26-A173E1DBFF78}"/>
              </a:ext>
            </a:extLst>
          </p:cNvPr>
          <p:cNvSpPr>
            <a:spLocks noGrp="1"/>
          </p:cNvSpPr>
          <p:nvPr/>
        </p:nvSpPr>
        <p:spPr>
          <a:xfrm>
            <a:off x="6147086" y="3694086"/>
            <a:ext cx="28398" cy="28398"/>
          </a:xfrm>
          <a:prstGeom prst="ellipse">
            <a:avLst/>
          </a:prstGeom>
          <a:solidFill>
            <a:srgbClr val="7F8C97">
              <a:alpha val="48000"/>
            </a:srgbClr>
          </a:solidFill>
          <a:ln w="0">
            <a:noFill/>
            <a:prstDash val="solid"/>
          </a:ln>
        </p:spPr>
      </p:sp>
      <p:sp>
        <p:nvSpPr>
          <p:cNvPr id="1979" name="03_assume_matched_7276">
            <a:extLst>
              <a:ext uri="{FF2B5EF4-FFF2-40B4-BE49-F238E27FC236}">
                <a16:creationId xmlns:a16="http://schemas.microsoft.com/office/drawing/2014/main" id="{5F14717E-8EE8-4091-B3D7-DC492014F9D3}"/>
              </a:ext>
            </a:extLst>
          </p:cNvPr>
          <p:cNvSpPr>
            <a:spLocks noGrp="1"/>
          </p:cNvSpPr>
          <p:nvPr/>
        </p:nvSpPr>
        <p:spPr>
          <a:xfrm>
            <a:off x="6064914" y="4278955"/>
            <a:ext cx="28398" cy="28398"/>
          </a:xfrm>
          <a:prstGeom prst="ellipse">
            <a:avLst/>
          </a:prstGeom>
          <a:solidFill>
            <a:srgbClr val="7F8C97">
              <a:alpha val="48000"/>
            </a:srgbClr>
          </a:solidFill>
          <a:ln w="0">
            <a:noFill/>
            <a:prstDash val="solid"/>
          </a:ln>
        </p:spPr>
      </p:sp>
      <p:sp>
        <p:nvSpPr>
          <p:cNvPr id="1980" name="03_assume_matched_7277">
            <a:extLst>
              <a:ext uri="{FF2B5EF4-FFF2-40B4-BE49-F238E27FC236}">
                <a16:creationId xmlns:a16="http://schemas.microsoft.com/office/drawing/2014/main" id="{0DF22313-E38B-43BB-9CDA-9337640F2AD3}"/>
              </a:ext>
            </a:extLst>
          </p:cNvPr>
          <p:cNvSpPr>
            <a:spLocks noGrp="1"/>
          </p:cNvSpPr>
          <p:nvPr/>
        </p:nvSpPr>
        <p:spPr>
          <a:xfrm>
            <a:off x="6072254" y="3694086"/>
            <a:ext cx="28398" cy="28398"/>
          </a:xfrm>
          <a:prstGeom prst="ellipse">
            <a:avLst/>
          </a:prstGeom>
          <a:solidFill>
            <a:srgbClr val="7F8C97">
              <a:alpha val="48000"/>
            </a:srgbClr>
          </a:solidFill>
          <a:ln w="0">
            <a:noFill/>
            <a:prstDash val="solid"/>
          </a:ln>
        </p:spPr>
      </p:sp>
      <p:sp>
        <p:nvSpPr>
          <p:cNvPr id="1981" name="03_assume_matched_7278">
            <a:extLst>
              <a:ext uri="{FF2B5EF4-FFF2-40B4-BE49-F238E27FC236}">
                <a16:creationId xmlns:a16="http://schemas.microsoft.com/office/drawing/2014/main" id="{FACA14E7-021E-4F4E-8D0F-850B130F4A29}"/>
              </a:ext>
            </a:extLst>
          </p:cNvPr>
          <p:cNvSpPr>
            <a:spLocks noGrp="1"/>
          </p:cNvSpPr>
          <p:nvPr/>
        </p:nvSpPr>
        <p:spPr>
          <a:xfrm>
            <a:off x="6083479" y="4083999"/>
            <a:ext cx="28398" cy="28398"/>
          </a:xfrm>
          <a:prstGeom prst="ellipse">
            <a:avLst/>
          </a:prstGeom>
          <a:solidFill>
            <a:srgbClr val="7F8C97">
              <a:alpha val="48000"/>
            </a:srgbClr>
          </a:solidFill>
          <a:ln w="0">
            <a:noFill/>
            <a:prstDash val="solid"/>
          </a:ln>
        </p:spPr>
      </p:sp>
      <p:sp>
        <p:nvSpPr>
          <p:cNvPr id="1982" name="03_assume_matched_7279">
            <a:extLst>
              <a:ext uri="{FF2B5EF4-FFF2-40B4-BE49-F238E27FC236}">
                <a16:creationId xmlns:a16="http://schemas.microsoft.com/office/drawing/2014/main" id="{78E05A55-3D9A-4F19-A61D-1918A080FF25}"/>
              </a:ext>
            </a:extLst>
          </p:cNvPr>
          <p:cNvSpPr>
            <a:spLocks noGrp="1"/>
          </p:cNvSpPr>
          <p:nvPr/>
        </p:nvSpPr>
        <p:spPr>
          <a:xfrm>
            <a:off x="6172846" y="3986521"/>
            <a:ext cx="28398" cy="28398"/>
          </a:xfrm>
          <a:prstGeom prst="ellipse">
            <a:avLst/>
          </a:prstGeom>
          <a:solidFill>
            <a:srgbClr val="7F8C97">
              <a:alpha val="48000"/>
            </a:srgbClr>
          </a:solidFill>
          <a:ln w="0">
            <a:noFill/>
            <a:prstDash val="solid"/>
          </a:ln>
        </p:spPr>
      </p:sp>
      <p:sp>
        <p:nvSpPr>
          <p:cNvPr id="1983" name="03_assume_matched_7280">
            <a:extLst>
              <a:ext uri="{FF2B5EF4-FFF2-40B4-BE49-F238E27FC236}">
                <a16:creationId xmlns:a16="http://schemas.microsoft.com/office/drawing/2014/main" id="{B50F05C6-93CE-4EA8-8AB8-1827D7FE17C2}"/>
              </a:ext>
            </a:extLst>
          </p:cNvPr>
          <p:cNvSpPr>
            <a:spLocks noGrp="1"/>
          </p:cNvSpPr>
          <p:nvPr/>
        </p:nvSpPr>
        <p:spPr>
          <a:xfrm>
            <a:off x="6085781" y="3694086"/>
            <a:ext cx="28398" cy="28398"/>
          </a:xfrm>
          <a:prstGeom prst="ellipse">
            <a:avLst/>
          </a:prstGeom>
          <a:solidFill>
            <a:srgbClr val="7F8C97">
              <a:alpha val="48000"/>
            </a:srgbClr>
          </a:solidFill>
          <a:ln w="0">
            <a:noFill/>
            <a:prstDash val="solid"/>
          </a:ln>
        </p:spPr>
      </p:sp>
      <p:sp>
        <p:nvSpPr>
          <p:cNvPr id="1984" name="03_assume_matched_7281">
            <a:extLst>
              <a:ext uri="{FF2B5EF4-FFF2-40B4-BE49-F238E27FC236}">
                <a16:creationId xmlns:a16="http://schemas.microsoft.com/office/drawing/2014/main" id="{70C3A662-3EBB-43C7-8011-A2F55350892F}"/>
              </a:ext>
            </a:extLst>
          </p:cNvPr>
          <p:cNvSpPr>
            <a:spLocks noGrp="1"/>
          </p:cNvSpPr>
          <p:nvPr/>
        </p:nvSpPr>
        <p:spPr>
          <a:xfrm>
            <a:off x="6164787" y="4083999"/>
            <a:ext cx="28398" cy="28398"/>
          </a:xfrm>
          <a:prstGeom prst="ellipse">
            <a:avLst/>
          </a:prstGeom>
          <a:solidFill>
            <a:srgbClr val="7F8C97">
              <a:alpha val="48000"/>
            </a:srgbClr>
          </a:solidFill>
          <a:ln w="0">
            <a:noFill/>
            <a:prstDash val="solid"/>
          </a:ln>
        </p:spPr>
      </p:sp>
      <p:sp>
        <p:nvSpPr>
          <p:cNvPr id="1985" name="03_assume_matched_7282">
            <a:extLst>
              <a:ext uri="{FF2B5EF4-FFF2-40B4-BE49-F238E27FC236}">
                <a16:creationId xmlns:a16="http://schemas.microsoft.com/office/drawing/2014/main" id="{271D968D-1C67-4EEF-8240-86B7889CF8BA}"/>
              </a:ext>
            </a:extLst>
          </p:cNvPr>
          <p:cNvSpPr>
            <a:spLocks noGrp="1"/>
          </p:cNvSpPr>
          <p:nvPr/>
        </p:nvSpPr>
        <p:spPr>
          <a:xfrm>
            <a:off x="6165938" y="3694086"/>
            <a:ext cx="28398" cy="28398"/>
          </a:xfrm>
          <a:prstGeom prst="ellipse">
            <a:avLst/>
          </a:prstGeom>
          <a:solidFill>
            <a:srgbClr val="7F8C97">
              <a:alpha val="48000"/>
            </a:srgbClr>
          </a:solidFill>
          <a:ln w="0">
            <a:noFill/>
            <a:prstDash val="solid"/>
          </a:ln>
        </p:spPr>
      </p:sp>
      <p:sp>
        <p:nvSpPr>
          <p:cNvPr id="1986" name="03_assume_matched_7283">
            <a:extLst>
              <a:ext uri="{FF2B5EF4-FFF2-40B4-BE49-F238E27FC236}">
                <a16:creationId xmlns:a16="http://schemas.microsoft.com/office/drawing/2014/main" id="{4054E336-B8B7-4FA0-937C-0E2C8799099C}"/>
              </a:ext>
            </a:extLst>
          </p:cNvPr>
          <p:cNvSpPr>
            <a:spLocks noGrp="1"/>
          </p:cNvSpPr>
          <p:nvPr/>
        </p:nvSpPr>
        <p:spPr>
          <a:xfrm>
            <a:off x="6169680" y="4278955"/>
            <a:ext cx="28398" cy="28398"/>
          </a:xfrm>
          <a:prstGeom prst="ellipse">
            <a:avLst/>
          </a:prstGeom>
          <a:solidFill>
            <a:srgbClr val="7F8C97">
              <a:alpha val="48000"/>
            </a:srgbClr>
          </a:solidFill>
          <a:ln w="0">
            <a:noFill/>
            <a:prstDash val="solid"/>
          </a:ln>
        </p:spPr>
      </p:sp>
      <p:sp>
        <p:nvSpPr>
          <p:cNvPr id="1987" name="03_assume_matched_7284">
            <a:extLst>
              <a:ext uri="{FF2B5EF4-FFF2-40B4-BE49-F238E27FC236}">
                <a16:creationId xmlns:a16="http://schemas.microsoft.com/office/drawing/2014/main" id="{A7A4E4D8-DED8-4434-81CE-56057349ECFC}"/>
              </a:ext>
            </a:extLst>
          </p:cNvPr>
          <p:cNvSpPr>
            <a:spLocks noGrp="1"/>
          </p:cNvSpPr>
          <p:nvPr/>
        </p:nvSpPr>
        <p:spPr>
          <a:xfrm>
            <a:off x="6086932" y="4083999"/>
            <a:ext cx="28398" cy="28398"/>
          </a:xfrm>
          <a:prstGeom prst="ellipse">
            <a:avLst/>
          </a:prstGeom>
          <a:solidFill>
            <a:srgbClr val="7F8C97">
              <a:alpha val="48000"/>
            </a:srgbClr>
          </a:solidFill>
          <a:ln w="0">
            <a:noFill/>
            <a:prstDash val="solid"/>
          </a:ln>
        </p:spPr>
      </p:sp>
      <p:sp>
        <p:nvSpPr>
          <p:cNvPr id="1988" name="03_assume_matched_7285">
            <a:extLst>
              <a:ext uri="{FF2B5EF4-FFF2-40B4-BE49-F238E27FC236}">
                <a16:creationId xmlns:a16="http://schemas.microsoft.com/office/drawing/2014/main" id="{9FBDAEA5-0E62-4D51-9822-9C94CD1F4B97}"/>
              </a:ext>
            </a:extLst>
          </p:cNvPr>
          <p:cNvSpPr>
            <a:spLocks noGrp="1"/>
          </p:cNvSpPr>
          <p:nvPr/>
        </p:nvSpPr>
        <p:spPr>
          <a:xfrm>
            <a:off x="6065202" y="4132738"/>
            <a:ext cx="28398" cy="28398"/>
          </a:xfrm>
          <a:prstGeom prst="ellipse">
            <a:avLst/>
          </a:prstGeom>
          <a:solidFill>
            <a:srgbClr val="7F8C97">
              <a:alpha val="48000"/>
            </a:srgbClr>
          </a:solidFill>
          <a:ln w="0">
            <a:noFill/>
            <a:prstDash val="solid"/>
          </a:ln>
        </p:spPr>
      </p:sp>
      <p:sp>
        <p:nvSpPr>
          <p:cNvPr id="1989" name="03_assume_matched_7286">
            <a:extLst>
              <a:ext uri="{FF2B5EF4-FFF2-40B4-BE49-F238E27FC236}">
                <a16:creationId xmlns:a16="http://schemas.microsoft.com/office/drawing/2014/main" id="{EBBF58FB-943D-4A8D-9B73-64945FDE76E1}"/>
              </a:ext>
            </a:extLst>
          </p:cNvPr>
          <p:cNvSpPr>
            <a:spLocks noGrp="1"/>
          </p:cNvSpPr>
          <p:nvPr/>
        </p:nvSpPr>
        <p:spPr>
          <a:xfrm>
            <a:off x="6148957" y="4278955"/>
            <a:ext cx="28398" cy="28398"/>
          </a:xfrm>
          <a:prstGeom prst="ellipse">
            <a:avLst/>
          </a:prstGeom>
          <a:solidFill>
            <a:srgbClr val="7F8C97">
              <a:alpha val="48000"/>
            </a:srgbClr>
          </a:solidFill>
          <a:ln w="0">
            <a:noFill/>
            <a:prstDash val="solid"/>
          </a:ln>
        </p:spPr>
      </p:sp>
      <p:sp>
        <p:nvSpPr>
          <p:cNvPr id="1990" name="03_assume_matched_7287">
            <a:extLst>
              <a:ext uri="{FF2B5EF4-FFF2-40B4-BE49-F238E27FC236}">
                <a16:creationId xmlns:a16="http://schemas.microsoft.com/office/drawing/2014/main" id="{1E9DD969-67F3-4F2B-BE6A-4554C4DBAAC8}"/>
              </a:ext>
            </a:extLst>
          </p:cNvPr>
          <p:cNvSpPr>
            <a:spLocks noGrp="1"/>
          </p:cNvSpPr>
          <p:nvPr/>
        </p:nvSpPr>
        <p:spPr>
          <a:xfrm>
            <a:off x="6058438" y="3694086"/>
            <a:ext cx="28398" cy="28398"/>
          </a:xfrm>
          <a:prstGeom prst="ellipse">
            <a:avLst/>
          </a:prstGeom>
          <a:solidFill>
            <a:srgbClr val="7F8C97">
              <a:alpha val="48000"/>
            </a:srgbClr>
          </a:solidFill>
          <a:ln w="0">
            <a:noFill/>
            <a:prstDash val="solid"/>
          </a:ln>
        </p:spPr>
      </p:sp>
      <p:sp>
        <p:nvSpPr>
          <p:cNvPr id="1991" name="03_assume_matched_7288">
            <a:extLst>
              <a:ext uri="{FF2B5EF4-FFF2-40B4-BE49-F238E27FC236}">
                <a16:creationId xmlns:a16="http://schemas.microsoft.com/office/drawing/2014/main" id="{0D22C358-545A-4C3E-8431-A2D133B275ED}"/>
              </a:ext>
            </a:extLst>
          </p:cNvPr>
          <p:cNvSpPr>
            <a:spLocks noGrp="1"/>
          </p:cNvSpPr>
          <p:nvPr/>
        </p:nvSpPr>
        <p:spPr>
          <a:xfrm>
            <a:off x="6152555" y="3694086"/>
            <a:ext cx="28398" cy="28398"/>
          </a:xfrm>
          <a:prstGeom prst="ellipse">
            <a:avLst/>
          </a:prstGeom>
          <a:solidFill>
            <a:srgbClr val="7F8C97">
              <a:alpha val="48000"/>
            </a:srgbClr>
          </a:solidFill>
          <a:ln w="0">
            <a:noFill/>
            <a:prstDash val="solid"/>
          </a:ln>
        </p:spPr>
      </p:sp>
      <p:sp>
        <p:nvSpPr>
          <p:cNvPr id="1992" name="03_assume_matched_7289">
            <a:extLst>
              <a:ext uri="{FF2B5EF4-FFF2-40B4-BE49-F238E27FC236}">
                <a16:creationId xmlns:a16="http://schemas.microsoft.com/office/drawing/2014/main" id="{A849E7AB-083C-4672-AB77-7254A3ABA7BA}"/>
              </a:ext>
            </a:extLst>
          </p:cNvPr>
          <p:cNvSpPr>
            <a:spLocks noGrp="1"/>
          </p:cNvSpPr>
          <p:nvPr/>
        </p:nvSpPr>
        <p:spPr>
          <a:xfrm>
            <a:off x="6059734" y="4278955"/>
            <a:ext cx="28398" cy="28398"/>
          </a:xfrm>
          <a:prstGeom prst="ellipse">
            <a:avLst/>
          </a:prstGeom>
          <a:solidFill>
            <a:srgbClr val="7F8C97">
              <a:alpha val="48000"/>
            </a:srgbClr>
          </a:solidFill>
          <a:ln w="0">
            <a:noFill/>
            <a:prstDash val="solid"/>
          </a:ln>
        </p:spPr>
      </p:sp>
      <p:sp>
        <p:nvSpPr>
          <p:cNvPr id="1993" name="03_assume_matched_7290">
            <a:extLst>
              <a:ext uri="{FF2B5EF4-FFF2-40B4-BE49-F238E27FC236}">
                <a16:creationId xmlns:a16="http://schemas.microsoft.com/office/drawing/2014/main" id="{F6DBA17E-6506-48A7-BD54-0199B71AE3B2}"/>
              </a:ext>
            </a:extLst>
          </p:cNvPr>
          <p:cNvSpPr>
            <a:spLocks noGrp="1"/>
          </p:cNvSpPr>
          <p:nvPr/>
        </p:nvSpPr>
        <p:spPr>
          <a:xfrm>
            <a:off x="6180185" y="3694086"/>
            <a:ext cx="28398" cy="28398"/>
          </a:xfrm>
          <a:prstGeom prst="ellipse">
            <a:avLst/>
          </a:prstGeom>
          <a:solidFill>
            <a:srgbClr val="7F8C97">
              <a:alpha val="48000"/>
            </a:srgbClr>
          </a:solidFill>
          <a:ln w="0">
            <a:noFill/>
            <a:prstDash val="solid"/>
          </a:ln>
        </p:spPr>
      </p:sp>
      <p:sp>
        <p:nvSpPr>
          <p:cNvPr id="1994" name="03_assume_matched_7291">
            <a:extLst>
              <a:ext uri="{FF2B5EF4-FFF2-40B4-BE49-F238E27FC236}">
                <a16:creationId xmlns:a16="http://schemas.microsoft.com/office/drawing/2014/main" id="{8EE11471-E11E-40C6-A584-9A85C5BB9F01}"/>
              </a:ext>
            </a:extLst>
          </p:cNvPr>
          <p:cNvSpPr>
            <a:spLocks noGrp="1"/>
          </p:cNvSpPr>
          <p:nvPr/>
        </p:nvSpPr>
        <p:spPr>
          <a:xfrm>
            <a:off x="6158167" y="3694086"/>
            <a:ext cx="28398" cy="28398"/>
          </a:xfrm>
          <a:prstGeom prst="ellipse">
            <a:avLst/>
          </a:prstGeom>
          <a:solidFill>
            <a:srgbClr val="7F8C97">
              <a:alpha val="48000"/>
            </a:srgbClr>
          </a:solidFill>
          <a:ln w="0">
            <a:noFill/>
            <a:prstDash val="solid"/>
          </a:ln>
        </p:spPr>
      </p:sp>
      <p:sp>
        <p:nvSpPr>
          <p:cNvPr id="1995" name="03_assume_matched_7292">
            <a:extLst>
              <a:ext uri="{FF2B5EF4-FFF2-40B4-BE49-F238E27FC236}">
                <a16:creationId xmlns:a16="http://schemas.microsoft.com/office/drawing/2014/main" id="{340E3F27-D3A2-4EE2-9C0C-DD38387F8F65}"/>
              </a:ext>
            </a:extLst>
          </p:cNvPr>
          <p:cNvSpPr>
            <a:spLocks noGrp="1"/>
          </p:cNvSpPr>
          <p:nvPr/>
        </p:nvSpPr>
        <p:spPr>
          <a:xfrm>
            <a:off x="6106072" y="3694086"/>
            <a:ext cx="28398" cy="28398"/>
          </a:xfrm>
          <a:prstGeom prst="ellipse">
            <a:avLst/>
          </a:prstGeom>
          <a:solidFill>
            <a:srgbClr val="7F8C97">
              <a:alpha val="48000"/>
            </a:srgbClr>
          </a:solidFill>
          <a:ln w="0">
            <a:noFill/>
            <a:prstDash val="solid"/>
          </a:ln>
        </p:spPr>
      </p:sp>
      <p:sp>
        <p:nvSpPr>
          <p:cNvPr id="1996" name="03_assume_matched_7293">
            <a:extLst>
              <a:ext uri="{FF2B5EF4-FFF2-40B4-BE49-F238E27FC236}">
                <a16:creationId xmlns:a16="http://schemas.microsoft.com/office/drawing/2014/main" id="{E05367FC-16C8-4F5A-A8D5-040DB6B69E3C}"/>
              </a:ext>
            </a:extLst>
          </p:cNvPr>
          <p:cNvSpPr>
            <a:spLocks noGrp="1"/>
          </p:cNvSpPr>
          <p:nvPr/>
        </p:nvSpPr>
        <p:spPr>
          <a:xfrm>
            <a:off x="6081752" y="4278955"/>
            <a:ext cx="28398" cy="28398"/>
          </a:xfrm>
          <a:prstGeom prst="ellipse">
            <a:avLst/>
          </a:prstGeom>
          <a:solidFill>
            <a:srgbClr val="7F8C97">
              <a:alpha val="48000"/>
            </a:srgbClr>
          </a:solidFill>
          <a:ln w="0">
            <a:noFill/>
            <a:prstDash val="solid"/>
          </a:ln>
        </p:spPr>
      </p:sp>
      <p:sp>
        <p:nvSpPr>
          <p:cNvPr id="1997" name="03_assume_matched_7294">
            <a:extLst>
              <a:ext uri="{FF2B5EF4-FFF2-40B4-BE49-F238E27FC236}">
                <a16:creationId xmlns:a16="http://schemas.microsoft.com/office/drawing/2014/main" id="{19039115-6C7E-4070-9468-3939BD483AB2}"/>
              </a:ext>
            </a:extLst>
          </p:cNvPr>
          <p:cNvSpPr>
            <a:spLocks noGrp="1"/>
          </p:cNvSpPr>
          <p:nvPr/>
        </p:nvSpPr>
        <p:spPr>
          <a:xfrm>
            <a:off x="6184215" y="4278955"/>
            <a:ext cx="28398" cy="28398"/>
          </a:xfrm>
          <a:prstGeom prst="ellipse">
            <a:avLst/>
          </a:prstGeom>
          <a:solidFill>
            <a:srgbClr val="7F8C97">
              <a:alpha val="48000"/>
            </a:srgbClr>
          </a:solidFill>
          <a:ln w="0">
            <a:noFill/>
            <a:prstDash val="solid"/>
          </a:ln>
        </p:spPr>
      </p:sp>
      <p:sp>
        <p:nvSpPr>
          <p:cNvPr id="1998" name="03_assume_matched_7295">
            <a:extLst>
              <a:ext uri="{FF2B5EF4-FFF2-40B4-BE49-F238E27FC236}">
                <a16:creationId xmlns:a16="http://schemas.microsoft.com/office/drawing/2014/main" id="{585FBBAC-361F-4D1D-BAD7-3123A844F7B1}"/>
              </a:ext>
            </a:extLst>
          </p:cNvPr>
          <p:cNvSpPr>
            <a:spLocks noGrp="1"/>
          </p:cNvSpPr>
          <p:nvPr/>
        </p:nvSpPr>
        <p:spPr>
          <a:xfrm>
            <a:off x="6131976" y="4278955"/>
            <a:ext cx="28398" cy="28398"/>
          </a:xfrm>
          <a:prstGeom prst="ellipse">
            <a:avLst/>
          </a:prstGeom>
          <a:solidFill>
            <a:srgbClr val="7F8C97">
              <a:alpha val="48000"/>
            </a:srgbClr>
          </a:solidFill>
          <a:ln w="0">
            <a:noFill/>
            <a:prstDash val="solid"/>
          </a:ln>
        </p:spPr>
      </p:sp>
      <p:sp>
        <p:nvSpPr>
          <p:cNvPr id="1999" name="03_assume_matched_7296">
            <a:extLst>
              <a:ext uri="{FF2B5EF4-FFF2-40B4-BE49-F238E27FC236}">
                <a16:creationId xmlns:a16="http://schemas.microsoft.com/office/drawing/2014/main" id="{052C8B13-3E1D-4F72-AF79-4A9DE57454BD}"/>
              </a:ext>
            </a:extLst>
          </p:cNvPr>
          <p:cNvSpPr>
            <a:spLocks noGrp="1"/>
          </p:cNvSpPr>
          <p:nvPr/>
        </p:nvSpPr>
        <p:spPr>
          <a:xfrm>
            <a:off x="6164787" y="4278955"/>
            <a:ext cx="28398" cy="28398"/>
          </a:xfrm>
          <a:prstGeom prst="ellipse">
            <a:avLst/>
          </a:prstGeom>
          <a:solidFill>
            <a:srgbClr val="7F8C97">
              <a:alpha val="48000"/>
            </a:srgbClr>
          </a:solidFill>
          <a:ln w="0">
            <a:noFill/>
            <a:prstDash val="solid"/>
          </a:ln>
        </p:spPr>
      </p:sp>
      <p:sp>
        <p:nvSpPr>
          <p:cNvPr id="2000" name="03_assume_matched_7297">
            <a:extLst>
              <a:ext uri="{FF2B5EF4-FFF2-40B4-BE49-F238E27FC236}">
                <a16:creationId xmlns:a16="http://schemas.microsoft.com/office/drawing/2014/main" id="{748DEECB-4A14-4F93-8A94-1A81CFC5C245}"/>
              </a:ext>
            </a:extLst>
          </p:cNvPr>
          <p:cNvSpPr>
            <a:spLocks noGrp="1"/>
          </p:cNvSpPr>
          <p:nvPr/>
        </p:nvSpPr>
        <p:spPr>
          <a:xfrm>
            <a:off x="6063907" y="4161981"/>
            <a:ext cx="28398" cy="28398"/>
          </a:xfrm>
          <a:prstGeom prst="ellipse">
            <a:avLst/>
          </a:prstGeom>
          <a:solidFill>
            <a:srgbClr val="7F8C97">
              <a:alpha val="48000"/>
            </a:srgbClr>
          </a:solidFill>
          <a:ln w="0">
            <a:noFill/>
            <a:prstDash val="solid"/>
          </a:ln>
        </p:spPr>
      </p:sp>
      <p:sp>
        <p:nvSpPr>
          <p:cNvPr id="2001" name="03_assume_matched_7298">
            <a:extLst>
              <a:ext uri="{FF2B5EF4-FFF2-40B4-BE49-F238E27FC236}">
                <a16:creationId xmlns:a16="http://schemas.microsoft.com/office/drawing/2014/main" id="{B616A5A3-A040-4DE5-8325-F4AC74C45EFB}"/>
              </a:ext>
            </a:extLst>
          </p:cNvPr>
          <p:cNvSpPr>
            <a:spLocks noGrp="1"/>
          </p:cNvSpPr>
          <p:nvPr/>
        </p:nvSpPr>
        <p:spPr>
          <a:xfrm>
            <a:off x="6155865" y="3986521"/>
            <a:ext cx="28398" cy="28398"/>
          </a:xfrm>
          <a:prstGeom prst="ellipse">
            <a:avLst/>
          </a:prstGeom>
          <a:solidFill>
            <a:srgbClr val="7F8C97">
              <a:alpha val="48000"/>
            </a:srgbClr>
          </a:solidFill>
          <a:ln w="0">
            <a:noFill/>
            <a:prstDash val="solid"/>
          </a:ln>
        </p:spPr>
      </p:sp>
      <p:sp>
        <p:nvSpPr>
          <p:cNvPr id="2002" name="03_assume_matched_7299">
            <a:extLst>
              <a:ext uri="{FF2B5EF4-FFF2-40B4-BE49-F238E27FC236}">
                <a16:creationId xmlns:a16="http://schemas.microsoft.com/office/drawing/2014/main" id="{A367C144-EF96-40D0-A829-5DC55DF40B07}"/>
              </a:ext>
            </a:extLst>
          </p:cNvPr>
          <p:cNvSpPr>
            <a:spLocks noGrp="1"/>
          </p:cNvSpPr>
          <p:nvPr/>
        </p:nvSpPr>
        <p:spPr>
          <a:xfrm>
            <a:off x="6134998" y="3986521"/>
            <a:ext cx="28398" cy="28398"/>
          </a:xfrm>
          <a:prstGeom prst="ellipse">
            <a:avLst/>
          </a:prstGeom>
          <a:solidFill>
            <a:srgbClr val="7F8C97">
              <a:alpha val="48000"/>
            </a:srgbClr>
          </a:solidFill>
          <a:ln w="0">
            <a:noFill/>
            <a:prstDash val="solid"/>
          </a:ln>
        </p:spPr>
      </p:sp>
      <p:sp>
        <p:nvSpPr>
          <p:cNvPr id="2003" name="03_assume_matched_7300">
            <a:extLst>
              <a:ext uri="{FF2B5EF4-FFF2-40B4-BE49-F238E27FC236}">
                <a16:creationId xmlns:a16="http://schemas.microsoft.com/office/drawing/2014/main" id="{B92F75C7-1E20-46F0-9848-3EFCD2E8455D}"/>
              </a:ext>
            </a:extLst>
          </p:cNvPr>
          <p:cNvSpPr>
            <a:spLocks noGrp="1"/>
          </p:cNvSpPr>
          <p:nvPr/>
        </p:nvSpPr>
        <p:spPr>
          <a:xfrm>
            <a:off x="6043616" y="3694086"/>
            <a:ext cx="28398" cy="28398"/>
          </a:xfrm>
          <a:prstGeom prst="ellipse">
            <a:avLst/>
          </a:prstGeom>
          <a:solidFill>
            <a:srgbClr val="7F8C97">
              <a:alpha val="48000"/>
            </a:srgbClr>
          </a:solidFill>
          <a:ln w="0">
            <a:noFill/>
            <a:prstDash val="solid"/>
          </a:ln>
        </p:spPr>
      </p:sp>
      <p:sp>
        <p:nvSpPr>
          <p:cNvPr id="2004" name="03_assume_matched_7301">
            <a:extLst>
              <a:ext uri="{FF2B5EF4-FFF2-40B4-BE49-F238E27FC236}">
                <a16:creationId xmlns:a16="http://schemas.microsoft.com/office/drawing/2014/main" id="{DF4D8C46-C8AF-4DE8-ADE9-5A8B5ED5F76F}"/>
              </a:ext>
            </a:extLst>
          </p:cNvPr>
          <p:cNvSpPr>
            <a:spLocks noGrp="1"/>
          </p:cNvSpPr>
          <p:nvPr/>
        </p:nvSpPr>
        <p:spPr>
          <a:xfrm>
            <a:off x="6102906" y="4278955"/>
            <a:ext cx="28398" cy="28398"/>
          </a:xfrm>
          <a:prstGeom prst="ellipse">
            <a:avLst/>
          </a:prstGeom>
          <a:solidFill>
            <a:srgbClr val="7F8C97">
              <a:alpha val="48000"/>
            </a:srgbClr>
          </a:solidFill>
          <a:ln w="0">
            <a:noFill/>
            <a:prstDash val="solid"/>
          </a:ln>
        </p:spPr>
      </p:sp>
      <p:sp>
        <p:nvSpPr>
          <p:cNvPr id="2005" name="03_assume_matched_7302">
            <a:extLst>
              <a:ext uri="{FF2B5EF4-FFF2-40B4-BE49-F238E27FC236}">
                <a16:creationId xmlns:a16="http://schemas.microsoft.com/office/drawing/2014/main" id="{1F187B9A-DEC1-4655-AF68-423FA0E52587}"/>
              </a:ext>
            </a:extLst>
          </p:cNvPr>
          <p:cNvSpPr>
            <a:spLocks noGrp="1"/>
          </p:cNvSpPr>
          <p:nvPr/>
        </p:nvSpPr>
        <p:spPr>
          <a:xfrm>
            <a:off x="6085062" y="4278955"/>
            <a:ext cx="28398" cy="28398"/>
          </a:xfrm>
          <a:prstGeom prst="ellipse">
            <a:avLst/>
          </a:prstGeom>
          <a:solidFill>
            <a:srgbClr val="7F8C97">
              <a:alpha val="48000"/>
            </a:srgbClr>
          </a:solidFill>
          <a:ln w="0">
            <a:noFill/>
            <a:prstDash val="solid"/>
          </a:ln>
        </p:spPr>
      </p:sp>
      <p:sp>
        <p:nvSpPr>
          <p:cNvPr id="2006" name="03_assume_matched_7303">
            <a:extLst>
              <a:ext uri="{FF2B5EF4-FFF2-40B4-BE49-F238E27FC236}">
                <a16:creationId xmlns:a16="http://schemas.microsoft.com/office/drawing/2014/main" id="{F5E3FDBC-764B-42A0-84A8-BE21219E234A}"/>
              </a:ext>
            </a:extLst>
          </p:cNvPr>
          <p:cNvSpPr>
            <a:spLocks noGrp="1"/>
          </p:cNvSpPr>
          <p:nvPr/>
        </p:nvSpPr>
        <p:spPr>
          <a:xfrm>
            <a:off x="6117297" y="3694086"/>
            <a:ext cx="28398" cy="28398"/>
          </a:xfrm>
          <a:prstGeom prst="ellipse">
            <a:avLst/>
          </a:prstGeom>
          <a:solidFill>
            <a:srgbClr val="7F8C97">
              <a:alpha val="48000"/>
            </a:srgbClr>
          </a:solidFill>
          <a:ln w="0">
            <a:noFill/>
            <a:prstDash val="solid"/>
          </a:ln>
        </p:spPr>
      </p:sp>
      <p:sp>
        <p:nvSpPr>
          <p:cNvPr id="2007" name="03_assume_matched_7304">
            <a:extLst>
              <a:ext uri="{FF2B5EF4-FFF2-40B4-BE49-F238E27FC236}">
                <a16:creationId xmlns:a16="http://schemas.microsoft.com/office/drawing/2014/main" id="{2C186D27-0839-4283-A47D-67CFE34533F7}"/>
              </a:ext>
            </a:extLst>
          </p:cNvPr>
          <p:cNvSpPr>
            <a:spLocks noGrp="1"/>
          </p:cNvSpPr>
          <p:nvPr/>
        </p:nvSpPr>
        <p:spPr>
          <a:xfrm>
            <a:off x="6099165" y="4230216"/>
            <a:ext cx="28398" cy="28398"/>
          </a:xfrm>
          <a:prstGeom prst="ellipse">
            <a:avLst/>
          </a:prstGeom>
          <a:solidFill>
            <a:srgbClr val="7F8C97">
              <a:alpha val="48000"/>
            </a:srgbClr>
          </a:solidFill>
          <a:ln w="0">
            <a:noFill/>
            <a:prstDash val="solid"/>
          </a:ln>
        </p:spPr>
      </p:sp>
      <p:sp>
        <p:nvSpPr>
          <p:cNvPr id="2008" name="03_assume_matched_7305">
            <a:extLst>
              <a:ext uri="{FF2B5EF4-FFF2-40B4-BE49-F238E27FC236}">
                <a16:creationId xmlns:a16="http://schemas.microsoft.com/office/drawing/2014/main" id="{F1558AC3-438E-4B74-BA44-A4009A1A180B}"/>
              </a:ext>
            </a:extLst>
          </p:cNvPr>
          <p:cNvSpPr>
            <a:spLocks noGrp="1"/>
          </p:cNvSpPr>
          <p:nvPr/>
        </p:nvSpPr>
        <p:spPr>
          <a:xfrm>
            <a:off x="6161333" y="4132738"/>
            <a:ext cx="28398" cy="28398"/>
          </a:xfrm>
          <a:prstGeom prst="ellipse">
            <a:avLst/>
          </a:prstGeom>
          <a:solidFill>
            <a:srgbClr val="7F8C97">
              <a:alpha val="48000"/>
            </a:srgbClr>
          </a:solidFill>
          <a:ln w="0">
            <a:noFill/>
            <a:prstDash val="solid"/>
          </a:ln>
        </p:spPr>
      </p:sp>
      <p:sp>
        <p:nvSpPr>
          <p:cNvPr id="2009" name="03_assume_matched_7306">
            <a:extLst>
              <a:ext uri="{FF2B5EF4-FFF2-40B4-BE49-F238E27FC236}">
                <a16:creationId xmlns:a16="http://schemas.microsoft.com/office/drawing/2014/main" id="{687E0A60-5095-4EA4-AE1F-4CAFF40EC1B7}"/>
              </a:ext>
            </a:extLst>
          </p:cNvPr>
          <p:cNvSpPr>
            <a:spLocks noGrp="1"/>
          </p:cNvSpPr>
          <p:nvPr/>
        </p:nvSpPr>
        <p:spPr>
          <a:xfrm>
            <a:off x="6059446" y="3694086"/>
            <a:ext cx="28398" cy="28398"/>
          </a:xfrm>
          <a:prstGeom prst="ellipse">
            <a:avLst/>
          </a:prstGeom>
          <a:solidFill>
            <a:srgbClr val="7F8C97">
              <a:alpha val="48000"/>
            </a:srgbClr>
          </a:solidFill>
          <a:ln w="0">
            <a:noFill/>
            <a:prstDash val="solid"/>
          </a:ln>
        </p:spPr>
      </p:sp>
      <p:sp>
        <p:nvSpPr>
          <p:cNvPr id="2010" name="03_assume_matched_7307">
            <a:extLst>
              <a:ext uri="{FF2B5EF4-FFF2-40B4-BE49-F238E27FC236}">
                <a16:creationId xmlns:a16="http://schemas.microsoft.com/office/drawing/2014/main" id="{DABDD193-B363-4FED-BBF1-C683A86B4314}"/>
              </a:ext>
            </a:extLst>
          </p:cNvPr>
          <p:cNvSpPr>
            <a:spLocks noGrp="1"/>
          </p:cNvSpPr>
          <p:nvPr/>
        </p:nvSpPr>
        <p:spPr>
          <a:xfrm>
            <a:off x="6066066" y="4278955"/>
            <a:ext cx="28398" cy="28398"/>
          </a:xfrm>
          <a:prstGeom prst="ellipse">
            <a:avLst/>
          </a:prstGeom>
          <a:solidFill>
            <a:srgbClr val="7F8C97">
              <a:alpha val="48000"/>
            </a:srgbClr>
          </a:solidFill>
          <a:ln w="0">
            <a:noFill/>
            <a:prstDash val="solid"/>
          </a:ln>
        </p:spPr>
      </p:sp>
      <p:sp>
        <p:nvSpPr>
          <p:cNvPr id="2011" name="03_assume_matched_7308">
            <a:extLst>
              <a:ext uri="{FF2B5EF4-FFF2-40B4-BE49-F238E27FC236}">
                <a16:creationId xmlns:a16="http://schemas.microsoft.com/office/drawing/2014/main" id="{584E1C25-B752-4DF1-9A7A-70148A694C03}"/>
              </a:ext>
            </a:extLst>
          </p:cNvPr>
          <p:cNvSpPr>
            <a:spLocks noGrp="1"/>
          </p:cNvSpPr>
          <p:nvPr/>
        </p:nvSpPr>
        <p:spPr>
          <a:xfrm>
            <a:off x="6125932" y="3694086"/>
            <a:ext cx="28398" cy="28398"/>
          </a:xfrm>
          <a:prstGeom prst="ellipse">
            <a:avLst/>
          </a:prstGeom>
          <a:solidFill>
            <a:srgbClr val="7F8C97">
              <a:alpha val="48000"/>
            </a:srgbClr>
          </a:solidFill>
          <a:ln w="0">
            <a:noFill/>
            <a:prstDash val="solid"/>
          </a:ln>
        </p:spPr>
      </p:sp>
      <p:sp>
        <p:nvSpPr>
          <p:cNvPr id="2012" name="03_assume_matched_7309">
            <a:extLst>
              <a:ext uri="{FF2B5EF4-FFF2-40B4-BE49-F238E27FC236}">
                <a16:creationId xmlns:a16="http://schemas.microsoft.com/office/drawing/2014/main" id="{D8240D07-39B8-4E08-90D6-DFFF3DBA3CCE}"/>
              </a:ext>
            </a:extLst>
          </p:cNvPr>
          <p:cNvSpPr>
            <a:spLocks noGrp="1"/>
          </p:cNvSpPr>
          <p:nvPr/>
        </p:nvSpPr>
        <p:spPr>
          <a:xfrm>
            <a:off x="6124637" y="3694086"/>
            <a:ext cx="28398" cy="28398"/>
          </a:xfrm>
          <a:prstGeom prst="ellipse">
            <a:avLst/>
          </a:prstGeom>
          <a:solidFill>
            <a:srgbClr val="7F8C97">
              <a:alpha val="48000"/>
            </a:srgbClr>
          </a:solidFill>
          <a:ln w="0">
            <a:noFill/>
            <a:prstDash val="solid"/>
          </a:ln>
        </p:spPr>
      </p:sp>
      <p:sp>
        <p:nvSpPr>
          <p:cNvPr id="2013" name="03_assume_matched_7310">
            <a:extLst>
              <a:ext uri="{FF2B5EF4-FFF2-40B4-BE49-F238E27FC236}">
                <a16:creationId xmlns:a16="http://schemas.microsoft.com/office/drawing/2014/main" id="{C61F9924-17D3-411E-A28C-EC2676B72BAD}"/>
              </a:ext>
            </a:extLst>
          </p:cNvPr>
          <p:cNvSpPr>
            <a:spLocks noGrp="1"/>
          </p:cNvSpPr>
          <p:nvPr/>
        </p:nvSpPr>
        <p:spPr>
          <a:xfrm>
            <a:off x="6171407" y="3694086"/>
            <a:ext cx="28398" cy="28398"/>
          </a:xfrm>
          <a:prstGeom prst="ellipse">
            <a:avLst/>
          </a:prstGeom>
          <a:solidFill>
            <a:srgbClr val="7F8C97">
              <a:alpha val="48000"/>
            </a:srgbClr>
          </a:solidFill>
          <a:ln w="0">
            <a:noFill/>
            <a:prstDash val="solid"/>
          </a:ln>
        </p:spPr>
      </p:sp>
      <p:sp>
        <p:nvSpPr>
          <p:cNvPr id="2014" name="03_assume_matched_7311">
            <a:extLst>
              <a:ext uri="{FF2B5EF4-FFF2-40B4-BE49-F238E27FC236}">
                <a16:creationId xmlns:a16="http://schemas.microsoft.com/office/drawing/2014/main" id="{EE48CF16-CFC3-447B-B182-CF2BF3C17738}"/>
              </a:ext>
            </a:extLst>
          </p:cNvPr>
          <p:cNvSpPr>
            <a:spLocks noGrp="1"/>
          </p:cNvSpPr>
          <p:nvPr/>
        </p:nvSpPr>
        <p:spPr>
          <a:xfrm>
            <a:off x="6149677" y="3694086"/>
            <a:ext cx="28398" cy="28398"/>
          </a:xfrm>
          <a:prstGeom prst="ellipse">
            <a:avLst/>
          </a:prstGeom>
          <a:solidFill>
            <a:srgbClr val="7F8C97">
              <a:alpha val="48000"/>
            </a:srgbClr>
          </a:solidFill>
          <a:ln w="0">
            <a:noFill/>
            <a:prstDash val="solid"/>
          </a:ln>
        </p:spPr>
      </p:sp>
      <p:sp>
        <p:nvSpPr>
          <p:cNvPr id="2015" name="03_assume_matched_7312">
            <a:extLst>
              <a:ext uri="{FF2B5EF4-FFF2-40B4-BE49-F238E27FC236}">
                <a16:creationId xmlns:a16="http://schemas.microsoft.com/office/drawing/2014/main" id="{3C5ABC67-B0C6-4925-ACEC-E02E27DAD0B2}"/>
              </a:ext>
            </a:extLst>
          </p:cNvPr>
          <p:cNvSpPr>
            <a:spLocks noGrp="1"/>
          </p:cNvSpPr>
          <p:nvPr/>
        </p:nvSpPr>
        <p:spPr>
          <a:xfrm>
            <a:off x="6081752" y="4278955"/>
            <a:ext cx="28398" cy="28398"/>
          </a:xfrm>
          <a:prstGeom prst="ellipse">
            <a:avLst/>
          </a:prstGeom>
          <a:solidFill>
            <a:srgbClr val="7F8C97">
              <a:alpha val="48000"/>
            </a:srgbClr>
          </a:solidFill>
          <a:ln w="0">
            <a:noFill/>
            <a:prstDash val="solid"/>
          </a:ln>
        </p:spPr>
      </p:sp>
      <p:sp>
        <p:nvSpPr>
          <p:cNvPr id="2016" name="03_assume_matched_7313">
            <a:extLst>
              <a:ext uri="{FF2B5EF4-FFF2-40B4-BE49-F238E27FC236}">
                <a16:creationId xmlns:a16="http://schemas.microsoft.com/office/drawing/2014/main" id="{A930E20C-65BC-4F38-AE45-EE393C5C3418}"/>
              </a:ext>
            </a:extLst>
          </p:cNvPr>
          <p:cNvSpPr>
            <a:spLocks noGrp="1"/>
          </p:cNvSpPr>
          <p:nvPr/>
        </p:nvSpPr>
        <p:spPr>
          <a:xfrm>
            <a:off x="6152555" y="4278955"/>
            <a:ext cx="28398" cy="28398"/>
          </a:xfrm>
          <a:prstGeom prst="ellipse">
            <a:avLst/>
          </a:prstGeom>
          <a:solidFill>
            <a:srgbClr val="7F8C97">
              <a:alpha val="48000"/>
            </a:srgbClr>
          </a:solidFill>
          <a:ln w="0">
            <a:noFill/>
            <a:prstDash val="solid"/>
          </a:ln>
        </p:spPr>
      </p:sp>
      <p:sp>
        <p:nvSpPr>
          <p:cNvPr id="2017" name="03_assume_matched_7314">
            <a:extLst>
              <a:ext uri="{FF2B5EF4-FFF2-40B4-BE49-F238E27FC236}">
                <a16:creationId xmlns:a16="http://schemas.microsoft.com/office/drawing/2014/main" id="{A4252625-1A3B-42B5-91E9-A04386D5B125}"/>
              </a:ext>
            </a:extLst>
          </p:cNvPr>
          <p:cNvSpPr>
            <a:spLocks noGrp="1"/>
          </p:cNvSpPr>
          <p:nvPr/>
        </p:nvSpPr>
        <p:spPr>
          <a:xfrm>
            <a:off x="6140898" y="4083999"/>
            <a:ext cx="28398" cy="28398"/>
          </a:xfrm>
          <a:prstGeom prst="ellipse">
            <a:avLst/>
          </a:prstGeom>
          <a:solidFill>
            <a:srgbClr val="7F8C97">
              <a:alpha val="48000"/>
            </a:srgbClr>
          </a:solidFill>
          <a:ln w="0">
            <a:noFill/>
            <a:prstDash val="solid"/>
          </a:ln>
        </p:spPr>
      </p:sp>
      <p:sp>
        <p:nvSpPr>
          <p:cNvPr id="2018" name="03_assume_matched_7315">
            <a:extLst>
              <a:ext uri="{FF2B5EF4-FFF2-40B4-BE49-F238E27FC236}">
                <a16:creationId xmlns:a16="http://schemas.microsoft.com/office/drawing/2014/main" id="{BDD3F7BF-93F2-46B0-9C38-DD1677A16213}"/>
              </a:ext>
            </a:extLst>
          </p:cNvPr>
          <p:cNvSpPr>
            <a:spLocks noGrp="1"/>
          </p:cNvSpPr>
          <p:nvPr/>
        </p:nvSpPr>
        <p:spPr>
          <a:xfrm>
            <a:off x="6147086" y="4278955"/>
            <a:ext cx="28398" cy="28398"/>
          </a:xfrm>
          <a:prstGeom prst="ellipse">
            <a:avLst/>
          </a:prstGeom>
          <a:solidFill>
            <a:srgbClr val="7F8C97">
              <a:alpha val="48000"/>
            </a:srgbClr>
          </a:solidFill>
          <a:ln w="0">
            <a:noFill/>
            <a:prstDash val="solid"/>
          </a:ln>
        </p:spPr>
      </p:sp>
      <p:sp>
        <p:nvSpPr>
          <p:cNvPr id="2019" name="03_assume_matched_7316">
            <a:extLst>
              <a:ext uri="{FF2B5EF4-FFF2-40B4-BE49-F238E27FC236}">
                <a16:creationId xmlns:a16="http://schemas.microsoft.com/office/drawing/2014/main" id="{59FA811A-3B16-4DC5-86F2-81E30B221144}"/>
              </a:ext>
            </a:extLst>
          </p:cNvPr>
          <p:cNvSpPr>
            <a:spLocks noGrp="1"/>
          </p:cNvSpPr>
          <p:nvPr/>
        </p:nvSpPr>
        <p:spPr>
          <a:xfrm>
            <a:off x="6160470" y="4278955"/>
            <a:ext cx="28398" cy="28398"/>
          </a:xfrm>
          <a:prstGeom prst="ellipse">
            <a:avLst/>
          </a:prstGeom>
          <a:solidFill>
            <a:srgbClr val="7F8C97">
              <a:alpha val="48000"/>
            </a:srgbClr>
          </a:solidFill>
          <a:ln w="0">
            <a:noFill/>
            <a:prstDash val="solid"/>
          </a:ln>
        </p:spPr>
      </p:sp>
      <p:sp>
        <p:nvSpPr>
          <p:cNvPr id="2020" name="03_assume_matched_7317">
            <a:extLst>
              <a:ext uri="{FF2B5EF4-FFF2-40B4-BE49-F238E27FC236}">
                <a16:creationId xmlns:a16="http://schemas.microsoft.com/office/drawing/2014/main" id="{76C54D9B-F89B-415C-9D59-2E1834172DC1}"/>
              </a:ext>
            </a:extLst>
          </p:cNvPr>
          <p:cNvSpPr>
            <a:spLocks noGrp="1"/>
          </p:cNvSpPr>
          <p:nvPr/>
        </p:nvSpPr>
        <p:spPr>
          <a:xfrm>
            <a:off x="6069088" y="3694086"/>
            <a:ext cx="28398" cy="28398"/>
          </a:xfrm>
          <a:prstGeom prst="ellipse">
            <a:avLst/>
          </a:prstGeom>
          <a:solidFill>
            <a:srgbClr val="7F8C97">
              <a:alpha val="48000"/>
            </a:srgbClr>
          </a:solidFill>
          <a:ln w="0">
            <a:noFill/>
            <a:prstDash val="solid"/>
          </a:ln>
        </p:spPr>
      </p:sp>
      <p:sp>
        <p:nvSpPr>
          <p:cNvPr id="2021" name="03_assume_matched_7318">
            <a:extLst>
              <a:ext uri="{FF2B5EF4-FFF2-40B4-BE49-F238E27FC236}">
                <a16:creationId xmlns:a16="http://schemas.microsoft.com/office/drawing/2014/main" id="{3562B94A-5467-436B-A202-A51E753B9A7C}"/>
              </a:ext>
            </a:extLst>
          </p:cNvPr>
          <p:cNvSpPr>
            <a:spLocks noGrp="1"/>
          </p:cNvSpPr>
          <p:nvPr/>
        </p:nvSpPr>
        <p:spPr>
          <a:xfrm>
            <a:off x="6058295" y="3694086"/>
            <a:ext cx="28398" cy="28398"/>
          </a:xfrm>
          <a:prstGeom prst="ellipse">
            <a:avLst/>
          </a:prstGeom>
          <a:solidFill>
            <a:srgbClr val="7F8C97">
              <a:alpha val="48000"/>
            </a:srgbClr>
          </a:solidFill>
          <a:ln w="0">
            <a:noFill/>
            <a:prstDash val="solid"/>
          </a:ln>
        </p:spPr>
      </p:sp>
      <p:sp>
        <p:nvSpPr>
          <p:cNvPr id="2022" name="03_assume_matched_7319">
            <a:extLst>
              <a:ext uri="{FF2B5EF4-FFF2-40B4-BE49-F238E27FC236}">
                <a16:creationId xmlns:a16="http://schemas.microsoft.com/office/drawing/2014/main" id="{F9370B2E-957B-48DF-86E4-69681211928E}"/>
              </a:ext>
            </a:extLst>
          </p:cNvPr>
          <p:cNvSpPr>
            <a:spLocks noGrp="1"/>
          </p:cNvSpPr>
          <p:nvPr/>
        </p:nvSpPr>
        <p:spPr>
          <a:xfrm>
            <a:off x="6141186" y="3986521"/>
            <a:ext cx="28398" cy="28398"/>
          </a:xfrm>
          <a:prstGeom prst="ellipse">
            <a:avLst/>
          </a:prstGeom>
          <a:solidFill>
            <a:srgbClr val="7F8C97">
              <a:alpha val="48000"/>
            </a:srgbClr>
          </a:solidFill>
          <a:ln w="0">
            <a:noFill/>
            <a:prstDash val="solid"/>
          </a:ln>
        </p:spPr>
      </p:sp>
      <p:sp>
        <p:nvSpPr>
          <p:cNvPr id="2023" name="03_assume_matched_7320">
            <a:extLst>
              <a:ext uri="{FF2B5EF4-FFF2-40B4-BE49-F238E27FC236}">
                <a16:creationId xmlns:a16="http://schemas.microsoft.com/office/drawing/2014/main" id="{B1A437DA-B4A1-4E80-B2E3-25DD6E865B9A}"/>
              </a:ext>
            </a:extLst>
          </p:cNvPr>
          <p:cNvSpPr>
            <a:spLocks noGrp="1"/>
          </p:cNvSpPr>
          <p:nvPr/>
        </p:nvSpPr>
        <p:spPr>
          <a:xfrm>
            <a:off x="6178315" y="4111850"/>
            <a:ext cx="28398" cy="28398"/>
          </a:xfrm>
          <a:prstGeom prst="ellipse">
            <a:avLst/>
          </a:prstGeom>
          <a:solidFill>
            <a:srgbClr val="7F8C97">
              <a:alpha val="48000"/>
            </a:srgbClr>
          </a:solidFill>
          <a:ln w="0">
            <a:noFill/>
            <a:prstDash val="solid"/>
          </a:ln>
        </p:spPr>
      </p:sp>
      <p:sp>
        <p:nvSpPr>
          <p:cNvPr id="2024" name="03_assume_matched_7321">
            <a:extLst>
              <a:ext uri="{FF2B5EF4-FFF2-40B4-BE49-F238E27FC236}">
                <a16:creationId xmlns:a16="http://schemas.microsoft.com/office/drawing/2014/main" id="{673C4161-E1FF-4675-B694-DFD84CF4643A}"/>
              </a:ext>
            </a:extLst>
          </p:cNvPr>
          <p:cNvSpPr>
            <a:spLocks noGrp="1"/>
          </p:cNvSpPr>
          <p:nvPr/>
        </p:nvSpPr>
        <p:spPr>
          <a:xfrm>
            <a:off x="6184503" y="3694086"/>
            <a:ext cx="28398" cy="28398"/>
          </a:xfrm>
          <a:prstGeom prst="ellipse">
            <a:avLst/>
          </a:prstGeom>
          <a:solidFill>
            <a:srgbClr val="7F8C97">
              <a:alpha val="48000"/>
            </a:srgbClr>
          </a:solidFill>
          <a:ln w="0">
            <a:noFill/>
            <a:prstDash val="solid"/>
          </a:ln>
        </p:spPr>
      </p:sp>
      <p:sp>
        <p:nvSpPr>
          <p:cNvPr id="2025" name="03_assume_matched_7322">
            <a:extLst>
              <a:ext uri="{FF2B5EF4-FFF2-40B4-BE49-F238E27FC236}">
                <a16:creationId xmlns:a16="http://schemas.microsoft.com/office/drawing/2014/main" id="{FF4218C1-6DFC-4A88-A815-3AC60875E146}"/>
              </a:ext>
            </a:extLst>
          </p:cNvPr>
          <p:cNvSpPr>
            <a:spLocks noGrp="1"/>
          </p:cNvSpPr>
          <p:nvPr/>
        </p:nvSpPr>
        <p:spPr>
          <a:xfrm>
            <a:off x="6095567" y="3694086"/>
            <a:ext cx="28398" cy="28398"/>
          </a:xfrm>
          <a:prstGeom prst="ellipse">
            <a:avLst/>
          </a:prstGeom>
          <a:solidFill>
            <a:srgbClr val="7F8C97">
              <a:alpha val="48000"/>
            </a:srgbClr>
          </a:solidFill>
          <a:ln w="0">
            <a:noFill/>
            <a:prstDash val="solid"/>
          </a:ln>
        </p:spPr>
      </p:sp>
      <p:sp>
        <p:nvSpPr>
          <p:cNvPr id="2026" name="03_assume_matched_7323">
            <a:extLst>
              <a:ext uri="{FF2B5EF4-FFF2-40B4-BE49-F238E27FC236}">
                <a16:creationId xmlns:a16="http://schemas.microsoft.com/office/drawing/2014/main" id="{DBE05A75-E2D9-4EBE-BEB5-77D69DDF991C}"/>
              </a:ext>
            </a:extLst>
          </p:cNvPr>
          <p:cNvSpPr>
            <a:spLocks noGrp="1"/>
          </p:cNvSpPr>
          <p:nvPr/>
        </p:nvSpPr>
        <p:spPr>
          <a:xfrm>
            <a:off x="6148382" y="4083999"/>
            <a:ext cx="28398" cy="28398"/>
          </a:xfrm>
          <a:prstGeom prst="ellipse">
            <a:avLst/>
          </a:prstGeom>
          <a:solidFill>
            <a:srgbClr val="7F8C97">
              <a:alpha val="48000"/>
            </a:srgbClr>
          </a:solidFill>
          <a:ln w="0">
            <a:noFill/>
            <a:prstDash val="solid"/>
          </a:ln>
        </p:spPr>
      </p:sp>
      <p:sp>
        <p:nvSpPr>
          <p:cNvPr id="2027" name="03_assume_matched_7324">
            <a:extLst>
              <a:ext uri="{FF2B5EF4-FFF2-40B4-BE49-F238E27FC236}">
                <a16:creationId xmlns:a16="http://schemas.microsoft.com/office/drawing/2014/main" id="{9B7908A2-2DCE-4484-A50A-BBF73018C569}"/>
              </a:ext>
            </a:extLst>
          </p:cNvPr>
          <p:cNvSpPr>
            <a:spLocks noGrp="1"/>
          </p:cNvSpPr>
          <p:nvPr/>
        </p:nvSpPr>
        <p:spPr>
          <a:xfrm>
            <a:off x="6159319" y="3694086"/>
            <a:ext cx="28398" cy="28398"/>
          </a:xfrm>
          <a:prstGeom prst="ellipse">
            <a:avLst/>
          </a:prstGeom>
          <a:solidFill>
            <a:srgbClr val="7F8C97">
              <a:alpha val="48000"/>
            </a:srgbClr>
          </a:solidFill>
          <a:ln w="0">
            <a:noFill/>
            <a:prstDash val="solid"/>
          </a:ln>
        </p:spPr>
      </p:sp>
      <p:sp>
        <p:nvSpPr>
          <p:cNvPr id="2028" name="03_assume_matched_7325">
            <a:extLst>
              <a:ext uri="{FF2B5EF4-FFF2-40B4-BE49-F238E27FC236}">
                <a16:creationId xmlns:a16="http://schemas.microsoft.com/office/drawing/2014/main" id="{FEFF875F-9C65-4201-A32A-AD1E3A605B71}"/>
              </a:ext>
            </a:extLst>
          </p:cNvPr>
          <p:cNvSpPr>
            <a:spLocks noGrp="1"/>
          </p:cNvSpPr>
          <p:nvPr/>
        </p:nvSpPr>
        <p:spPr>
          <a:xfrm>
            <a:off x="6176732" y="3694086"/>
            <a:ext cx="28398" cy="28398"/>
          </a:xfrm>
          <a:prstGeom prst="ellipse">
            <a:avLst/>
          </a:prstGeom>
          <a:solidFill>
            <a:srgbClr val="7F8C97">
              <a:alpha val="48000"/>
            </a:srgbClr>
          </a:solidFill>
          <a:ln w="0">
            <a:noFill/>
            <a:prstDash val="solid"/>
          </a:ln>
        </p:spPr>
      </p:sp>
      <p:sp>
        <p:nvSpPr>
          <p:cNvPr id="2029" name="03_assume_matched_7326">
            <a:extLst>
              <a:ext uri="{FF2B5EF4-FFF2-40B4-BE49-F238E27FC236}">
                <a16:creationId xmlns:a16="http://schemas.microsoft.com/office/drawing/2014/main" id="{D6F6B071-D74A-4ECB-A8B0-3DA2901BDA04}"/>
              </a:ext>
            </a:extLst>
          </p:cNvPr>
          <p:cNvSpPr>
            <a:spLocks noGrp="1"/>
          </p:cNvSpPr>
          <p:nvPr/>
        </p:nvSpPr>
        <p:spPr>
          <a:xfrm>
            <a:off x="6161477" y="3694086"/>
            <a:ext cx="28398" cy="28398"/>
          </a:xfrm>
          <a:prstGeom prst="ellipse">
            <a:avLst/>
          </a:prstGeom>
          <a:solidFill>
            <a:srgbClr val="7F8C97">
              <a:alpha val="48000"/>
            </a:srgbClr>
          </a:solidFill>
          <a:ln w="0">
            <a:noFill/>
            <a:prstDash val="solid"/>
          </a:ln>
        </p:spPr>
      </p:sp>
      <p:sp>
        <p:nvSpPr>
          <p:cNvPr id="2030" name="03_assume_matched_7327">
            <a:extLst>
              <a:ext uri="{FF2B5EF4-FFF2-40B4-BE49-F238E27FC236}">
                <a16:creationId xmlns:a16="http://schemas.microsoft.com/office/drawing/2014/main" id="{A5171051-E5BF-481C-9A9F-54F0E66396BE}"/>
              </a:ext>
            </a:extLst>
          </p:cNvPr>
          <p:cNvSpPr>
            <a:spLocks noGrp="1"/>
          </p:cNvSpPr>
          <p:nvPr/>
        </p:nvSpPr>
        <p:spPr>
          <a:xfrm>
            <a:off x="6139747" y="3694086"/>
            <a:ext cx="28398" cy="28398"/>
          </a:xfrm>
          <a:prstGeom prst="ellipse">
            <a:avLst/>
          </a:prstGeom>
          <a:solidFill>
            <a:srgbClr val="7F8C97">
              <a:alpha val="48000"/>
            </a:srgbClr>
          </a:solidFill>
          <a:ln w="0">
            <a:noFill/>
            <a:prstDash val="solid"/>
          </a:ln>
        </p:spPr>
      </p:sp>
      <p:sp>
        <p:nvSpPr>
          <p:cNvPr id="2031" name="03_assume_matched_7328">
            <a:extLst>
              <a:ext uri="{FF2B5EF4-FFF2-40B4-BE49-F238E27FC236}">
                <a16:creationId xmlns:a16="http://schemas.microsoft.com/office/drawing/2014/main" id="{BEB9F61F-4C53-45DA-8B3B-7A1D5B0D0025}"/>
              </a:ext>
            </a:extLst>
          </p:cNvPr>
          <p:cNvSpPr>
            <a:spLocks noGrp="1"/>
          </p:cNvSpPr>
          <p:nvPr/>
        </p:nvSpPr>
        <p:spPr>
          <a:xfrm>
            <a:off x="6051531" y="3694086"/>
            <a:ext cx="28398" cy="28398"/>
          </a:xfrm>
          <a:prstGeom prst="ellipse">
            <a:avLst/>
          </a:prstGeom>
          <a:solidFill>
            <a:srgbClr val="7F8C97">
              <a:alpha val="48000"/>
            </a:srgbClr>
          </a:solidFill>
          <a:ln w="0">
            <a:noFill/>
            <a:prstDash val="solid"/>
          </a:ln>
        </p:spPr>
      </p:sp>
      <p:sp>
        <p:nvSpPr>
          <p:cNvPr id="2032" name="03_assume_matched_7329">
            <a:extLst>
              <a:ext uri="{FF2B5EF4-FFF2-40B4-BE49-F238E27FC236}">
                <a16:creationId xmlns:a16="http://schemas.microsoft.com/office/drawing/2014/main" id="{71E11293-F619-4B98-9B92-93D00D9F8C09}"/>
              </a:ext>
            </a:extLst>
          </p:cNvPr>
          <p:cNvSpPr>
            <a:spLocks noGrp="1"/>
          </p:cNvSpPr>
          <p:nvPr/>
        </p:nvSpPr>
        <p:spPr>
          <a:xfrm>
            <a:off x="6065490" y="4278955"/>
            <a:ext cx="28398" cy="28398"/>
          </a:xfrm>
          <a:prstGeom prst="ellipse">
            <a:avLst/>
          </a:prstGeom>
          <a:solidFill>
            <a:srgbClr val="7F8C97">
              <a:alpha val="48000"/>
            </a:srgbClr>
          </a:solidFill>
          <a:ln w="0">
            <a:noFill/>
            <a:prstDash val="solid"/>
          </a:ln>
        </p:spPr>
      </p:sp>
      <p:sp>
        <p:nvSpPr>
          <p:cNvPr id="2033" name="03_assume_matched_7330">
            <a:extLst>
              <a:ext uri="{FF2B5EF4-FFF2-40B4-BE49-F238E27FC236}">
                <a16:creationId xmlns:a16="http://schemas.microsoft.com/office/drawing/2014/main" id="{89453864-E389-4A45-9672-F9004D5679A1}"/>
              </a:ext>
            </a:extLst>
          </p:cNvPr>
          <p:cNvSpPr>
            <a:spLocks noGrp="1"/>
          </p:cNvSpPr>
          <p:nvPr/>
        </p:nvSpPr>
        <p:spPr>
          <a:xfrm>
            <a:off x="6126651" y="3694086"/>
            <a:ext cx="28398" cy="28398"/>
          </a:xfrm>
          <a:prstGeom prst="ellipse">
            <a:avLst/>
          </a:prstGeom>
          <a:solidFill>
            <a:srgbClr val="7F8C97">
              <a:alpha val="48000"/>
            </a:srgbClr>
          </a:solidFill>
          <a:ln w="0">
            <a:noFill/>
            <a:prstDash val="solid"/>
          </a:ln>
        </p:spPr>
      </p:sp>
      <p:sp>
        <p:nvSpPr>
          <p:cNvPr id="2034" name="03_assume_matched_7331">
            <a:extLst>
              <a:ext uri="{FF2B5EF4-FFF2-40B4-BE49-F238E27FC236}">
                <a16:creationId xmlns:a16="http://schemas.microsoft.com/office/drawing/2014/main" id="{EC6F85F5-1E4E-473C-ACAF-CFD3D50A6FFB}"/>
              </a:ext>
            </a:extLst>
          </p:cNvPr>
          <p:cNvSpPr>
            <a:spLocks noGrp="1"/>
          </p:cNvSpPr>
          <p:nvPr/>
        </p:nvSpPr>
        <p:spPr>
          <a:xfrm>
            <a:off x="6071534" y="3694086"/>
            <a:ext cx="28398" cy="28398"/>
          </a:xfrm>
          <a:prstGeom prst="ellipse">
            <a:avLst/>
          </a:prstGeom>
          <a:solidFill>
            <a:srgbClr val="7F8C97">
              <a:alpha val="48000"/>
            </a:srgbClr>
          </a:solidFill>
          <a:ln w="0">
            <a:noFill/>
            <a:prstDash val="solid"/>
          </a:ln>
        </p:spPr>
      </p:sp>
      <p:sp>
        <p:nvSpPr>
          <p:cNvPr id="2035" name="03_assume_matched_7332">
            <a:extLst>
              <a:ext uri="{FF2B5EF4-FFF2-40B4-BE49-F238E27FC236}">
                <a16:creationId xmlns:a16="http://schemas.microsoft.com/office/drawing/2014/main" id="{7632F19A-41FE-4CCD-951E-D161605C9B80}"/>
              </a:ext>
            </a:extLst>
          </p:cNvPr>
          <p:cNvSpPr>
            <a:spLocks noGrp="1"/>
          </p:cNvSpPr>
          <p:nvPr/>
        </p:nvSpPr>
        <p:spPr>
          <a:xfrm>
            <a:off x="6097582" y="3694086"/>
            <a:ext cx="28398" cy="28398"/>
          </a:xfrm>
          <a:prstGeom prst="ellipse">
            <a:avLst/>
          </a:prstGeom>
          <a:solidFill>
            <a:srgbClr val="7F8C97">
              <a:alpha val="48000"/>
            </a:srgbClr>
          </a:solidFill>
          <a:ln w="0">
            <a:noFill/>
            <a:prstDash val="solid"/>
          </a:ln>
        </p:spPr>
      </p:sp>
      <p:sp>
        <p:nvSpPr>
          <p:cNvPr id="2036" name="03_assume_matched_7333">
            <a:extLst>
              <a:ext uri="{FF2B5EF4-FFF2-40B4-BE49-F238E27FC236}">
                <a16:creationId xmlns:a16="http://schemas.microsoft.com/office/drawing/2014/main" id="{DCE3D3D7-B2E3-4CEB-8352-622B2EADF9CD}"/>
              </a:ext>
            </a:extLst>
          </p:cNvPr>
          <p:cNvSpPr>
            <a:spLocks noGrp="1"/>
          </p:cNvSpPr>
          <p:nvPr/>
        </p:nvSpPr>
        <p:spPr>
          <a:xfrm>
            <a:off x="6046638" y="4278955"/>
            <a:ext cx="28398" cy="28398"/>
          </a:xfrm>
          <a:prstGeom prst="ellipse">
            <a:avLst/>
          </a:prstGeom>
          <a:solidFill>
            <a:srgbClr val="7F8C97">
              <a:alpha val="48000"/>
            </a:srgbClr>
          </a:solidFill>
          <a:ln w="0">
            <a:noFill/>
            <a:prstDash val="solid"/>
          </a:ln>
        </p:spPr>
      </p:sp>
      <p:sp>
        <p:nvSpPr>
          <p:cNvPr id="2037" name="03_assume_matched_7334">
            <a:extLst>
              <a:ext uri="{FF2B5EF4-FFF2-40B4-BE49-F238E27FC236}">
                <a16:creationId xmlns:a16="http://schemas.microsoft.com/office/drawing/2014/main" id="{FAC9314C-594A-426F-8CCC-2D7A6FB4F91F}"/>
              </a:ext>
            </a:extLst>
          </p:cNvPr>
          <p:cNvSpPr>
            <a:spLocks noGrp="1"/>
          </p:cNvSpPr>
          <p:nvPr/>
        </p:nvSpPr>
        <p:spPr>
          <a:xfrm>
            <a:off x="3841389" y="3679042"/>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2038" name="03_assume_matched_7335">
            <a:extLst>
              <a:ext uri="{FF2B5EF4-FFF2-40B4-BE49-F238E27FC236}">
                <a16:creationId xmlns:a16="http://schemas.microsoft.com/office/drawing/2014/main" id="{9CFB164D-F417-4F8C-B5B3-F963655FC720}"/>
              </a:ext>
            </a:extLst>
          </p:cNvPr>
          <p:cNvSpPr>
            <a:spLocks noGrp="1"/>
          </p:cNvSpPr>
          <p:nvPr/>
        </p:nvSpPr>
        <p:spPr>
          <a:xfrm>
            <a:off x="3841389" y="4322398"/>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2039" name="text_7336">
            <a:extLst>
              <a:ext uri="{FF2B5EF4-FFF2-40B4-BE49-F238E27FC236}">
                <a16:creationId xmlns:a16="http://schemas.microsoft.com/office/drawing/2014/main" id="{36F505C1-A098-4341-825C-FC3128C6938F}"/>
              </a:ext>
            </a:extLst>
          </p:cNvPr>
          <p:cNvSpPr>
            <a:spLocks noGrp="1"/>
          </p:cNvSpPr>
          <p:nvPr/>
        </p:nvSpPr>
        <p:spPr>
          <a:xfrm>
            <a:off x="3499200" y="3380106"/>
            <a:ext cx="54991"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f</a:t>
            </a:r>
          </a:p>
        </p:txBody>
      </p:sp>
      <p:sp>
        <p:nvSpPr>
          <p:cNvPr id="2040" name="text_7337">
            <a:extLst>
              <a:ext uri="{FF2B5EF4-FFF2-40B4-BE49-F238E27FC236}">
                <a16:creationId xmlns:a16="http://schemas.microsoft.com/office/drawing/2014/main" id="{2FFBC559-E775-4AE7-8C2B-7557B36FF557}"/>
              </a:ext>
            </a:extLst>
          </p:cNvPr>
          <p:cNvSpPr>
            <a:spLocks noGrp="1"/>
          </p:cNvSpPr>
          <p:nvPr/>
        </p:nvSpPr>
        <p:spPr>
          <a:xfrm>
            <a:off x="3841389" y="3479461"/>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b="0">
                <a:solidFill>
                  <a:srgbClr val="273744"/>
                </a:solidFill>
                <a:latin typeface="Arial"/>
                <a:ea typeface="Arial"/>
                <a:cs typeface="Arial"/>
              </a:rPr>
              <a:t>Top-1, RMSD &lt;3 Å</a:t>
            </a:r>
          </a:p>
        </p:txBody>
      </p:sp>
      <p:sp>
        <p:nvSpPr>
          <p:cNvPr id="2041" name="03_assume_matched_7338">
            <a:extLst>
              <a:ext uri="{FF2B5EF4-FFF2-40B4-BE49-F238E27FC236}">
                <a16:creationId xmlns:a16="http://schemas.microsoft.com/office/drawing/2014/main" id="{3768F2E9-E0F0-49D1-8D8E-69E9D72B2730}"/>
              </a:ext>
            </a:extLst>
          </p:cNvPr>
          <p:cNvSpPr>
            <a:spLocks noGrp="1"/>
          </p:cNvSpPr>
          <p:nvPr/>
        </p:nvSpPr>
        <p:spPr>
          <a:xfrm>
            <a:off x="3864021" y="3971273"/>
            <a:ext cx="2263158" cy="321881"/>
          </a:xfrm>
          <a:custGeom>
            <a:avLst/>
            <a:gdLst/>
            <a:ahLst/>
            <a:cxnLst/>
            <a:rect l="0" t="0" r="0" b="0"/>
            <a:pathLst>
              <a:path w="2263158" h="321881">
                <a:moveTo>
                  <a:pt x="0" y="321881"/>
                </a:moveTo>
                <a:lnTo>
                  <a:pt x="62865" y="320558"/>
                </a:lnTo>
                <a:lnTo>
                  <a:pt x="62865" y="319609"/>
                </a:lnTo>
                <a:lnTo>
                  <a:pt x="68581" y="319512"/>
                </a:lnTo>
                <a:lnTo>
                  <a:pt x="68581" y="318130"/>
                </a:lnTo>
                <a:lnTo>
                  <a:pt x="94298" y="316754"/>
                </a:lnTo>
                <a:lnTo>
                  <a:pt x="94298" y="316438"/>
                </a:lnTo>
                <a:lnTo>
                  <a:pt x="125731" y="316146"/>
                </a:lnTo>
                <a:lnTo>
                  <a:pt x="125731" y="307925"/>
                </a:lnTo>
                <a:lnTo>
                  <a:pt x="137161" y="307828"/>
                </a:lnTo>
                <a:lnTo>
                  <a:pt x="137161" y="306447"/>
                </a:lnTo>
                <a:lnTo>
                  <a:pt x="150877" y="306349"/>
                </a:lnTo>
                <a:lnTo>
                  <a:pt x="150877" y="302551"/>
                </a:lnTo>
                <a:lnTo>
                  <a:pt x="188596" y="301943"/>
                </a:lnTo>
                <a:lnTo>
                  <a:pt x="188596" y="290233"/>
                </a:lnTo>
                <a:lnTo>
                  <a:pt x="205742" y="290038"/>
                </a:lnTo>
                <a:lnTo>
                  <a:pt x="205742" y="288657"/>
                </a:lnTo>
                <a:lnTo>
                  <a:pt x="215539" y="288137"/>
                </a:lnTo>
                <a:lnTo>
                  <a:pt x="215539" y="287052"/>
                </a:lnTo>
                <a:lnTo>
                  <a:pt x="251462" y="286001"/>
                </a:lnTo>
                <a:lnTo>
                  <a:pt x="251462" y="274932"/>
                </a:lnTo>
                <a:lnTo>
                  <a:pt x="301754" y="273754"/>
                </a:lnTo>
                <a:lnTo>
                  <a:pt x="301754" y="269956"/>
                </a:lnTo>
                <a:lnTo>
                  <a:pt x="323308" y="269129"/>
                </a:lnTo>
                <a:lnTo>
                  <a:pt x="323308" y="267501"/>
                </a:lnTo>
                <a:lnTo>
                  <a:pt x="338507" y="266138"/>
                </a:lnTo>
                <a:lnTo>
                  <a:pt x="338507" y="266040"/>
                </a:lnTo>
                <a:lnTo>
                  <a:pt x="348178" y="264659"/>
                </a:lnTo>
                <a:lnTo>
                  <a:pt x="348178" y="264562"/>
                </a:lnTo>
                <a:lnTo>
                  <a:pt x="377193" y="264367"/>
                </a:lnTo>
                <a:lnTo>
                  <a:pt x="377193" y="217936"/>
                </a:lnTo>
                <a:lnTo>
                  <a:pt x="411483" y="217644"/>
                </a:lnTo>
                <a:lnTo>
                  <a:pt x="411483" y="216263"/>
                </a:lnTo>
                <a:lnTo>
                  <a:pt x="440058" y="214886"/>
                </a:lnTo>
                <a:lnTo>
                  <a:pt x="440058" y="214253"/>
                </a:lnTo>
                <a:lnTo>
                  <a:pt x="452632" y="214155"/>
                </a:lnTo>
                <a:lnTo>
                  <a:pt x="452632" y="210357"/>
                </a:lnTo>
                <a:lnTo>
                  <a:pt x="480064" y="210065"/>
                </a:lnTo>
                <a:lnTo>
                  <a:pt x="480064" y="208684"/>
                </a:lnTo>
                <a:lnTo>
                  <a:pt x="502924" y="208489"/>
                </a:lnTo>
                <a:lnTo>
                  <a:pt x="502924" y="198264"/>
                </a:lnTo>
                <a:lnTo>
                  <a:pt x="538847" y="197213"/>
                </a:lnTo>
                <a:lnTo>
                  <a:pt x="538847" y="195585"/>
                </a:lnTo>
                <a:lnTo>
                  <a:pt x="548644" y="195488"/>
                </a:lnTo>
                <a:lnTo>
                  <a:pt x="548644" y="194107"/>
                </a:lnTo>
                <a:lnTo>
                  <a:pt x="565789" y="193912"/>
                </a:lnTo>
                <a:lnTo>
                  <a:pt x="565789" y="182518"/>
                </a:lnTo>
                <a:lnTo>
                  <a:pt x="603509" y="182226"/>
                </a:lnTo>
                <a:lnTo>
                  <a:pt x="603509" y="178428"/>
                </a:lnTo>
                <a:lnTo>
                  <a:pt x="617225" y="178331"/>
                </a:lnTo>
                <a:lnTo>
                  <a:pt x="617225" y="176950"/>
                </a:lnTo>
                <a:lnTo>
                  <a:pt x="628655" y="176853"/>
                </a:lnTo>
                <a:lnTo>
                  <a:pt x="628655" y="171691"/>
                </a:lnTo>
                <a:lnTo>
                  <a:pt x="670565" y="170759"/>
                </a:lnTo>
                <a:lnTo>
                  <a:pt x="670565" y="169915"/>
                </a:lnTo>
                <a:lnTo>
                  <a:pt x="685805" y="169058"/>
                </a:lnTo>
                <a:lnTo>
                  <a:pt x="686685" y="167580"/>
                </a:lnTo>
                <a:lnTo>
                  <a:pt x="754386" y="166996"/>
                </a:lnTo>
                <a:lnTo>
                  <a:pt x="754386" y="31655"/>
                </a:lnTo>
                <a:lnTo>
                  <a:pt x="862155" y="30965"/>
                </a:lnTo>
                <a:lnTo>
                  <a:pt x="862155" y="29880"/>
                </a:lnTo>
                <a:lnTo>
                  <a:pt x="891547" y="28614"/>
                </a:lnTo>
                <a:lnTo>
                  <a:pt x="891547" y="27923"/>
                </a:lnTo>
                <a:lnTo>
                  <a:pt x="905263" y="27923"/>
                </a:lnTo>
                <a:lnTo>
                  <a:pt x="905263" y="26404"/>
                </a:lnTo>
                <a:lnTo>
                  <a:pt x="1005848" y="26404"/>
                </a:lnTo>
                <a:lnTo>
                  <a:pt x="1005848" y="21340"/>
                </a:lnTo>
                <a:lnTo>
                  <a:pt x="1508772" y="20255"/>
                </a:lnTo>
                <a:lnTo>
                  <a:pt x="1508772" y="11394"/>
                </a:lnTo>
                <a:lnTo>
                  <a:pt x="1697368" y="11394"/>
                </a:lnTo>
                <a:lnTo>
                  <a:pt x="1697368" y="9495"/>
                </a:lnTo>
                <a:lnTo>
                  <a:pt x="2263158" y="9495"/>
                </a:lnTo>
                <a:lnTo>
                  <a:pt x="2263158" y="0"/>
                </a:lnTo>
                <a:lnTo>
                  <a:pt x="2263158" y="0"/>
                </a:lnTo>
              </a:path>
            </a:pathLst>
          </a:custGeom>
          <a:noFill/>
          <a:ln w="22860">
            <a:solidFill>
              <a:srgbClr val="00878B"/>
            </a:solidFill>
            <a:prstDash val="solid"/>
          </a:ln>
        </p:spPr>
      </p:sp>
      <p:sp>
        <p:nvSpPr>
          <p:cNvPr id="2042" name="03_assume_matched_7339">
            <a:extLst>
              <a:ext uri="{FF2B5EF4-FFF2-40B4-BE49-F238E27FC236}">
                <a16:creationId xmlns:a16="http://schemas.microsoft.com/office/drawing/2014/main" id="{2E438C37-805A-4DD2-BD42-B497F96829F0}"/>
              </a:ext>
            </a:extLst>
          </p:cNvPr>
          <p:cNvSpPr>
            <a:spLocks noGrp="1"/>
          </p:cNvSpPr>
          <p:nvPr/>
        </p:nvSpPr>
        <p:spPr>
          <a:xfrm>
            <a:off x="3864021" y="4000720"/>
            <a:ext cx="2263158" cy="292435"/>
          </a:xfrm>
          <a:custGeom>
            <a:avLst/>
            <a:gdLst/>
            <a:ahLst/>
            <a:cxnLst/>
            <a:rect l="0" t="0" r="0" b="0"/>
            <a:pathLst>
              <a:path w="2263158" h="292435">
                <a:moveTo>
                  <a:pt x="0" y="292435"/>
                </a:moveTo>
                <a:lnTo>
                  <a:pt x="565789" y="292435"/>
                </a:lnTo>
                <a:lnTo>
                  <a:pt x="565789" y="243695"/>
                </a:lnTo>
                <a:lnTo>
                  <a:pt x="754386" y="243695"/>
                </a:lnTo>
                <a:lnTo>
                  <a:pt x="754386" y="0"/>
                </a:lnTo>
                <a:lnTo>
                  <a:pt x="2263158" y="0"/>
                </a:lnTo>
                <a:lnTo>
                  <a:pt x="2263158" y="0"/>
                </a:lnTo>
              </a:path>
            </a:pathLst>
          </a:custGeom>
          <a:noFill/>
          <a:ln w="13335">
            <a:solidFill>
              <a:srgbClr val="3A64C8"/>
            </a:solidFill>
            <a:prstDash val="solid"/>
          </a:ln>
        </p:spPr>
      </p:sp>
      <p:sp>
        <p:nvSpPr>
          <p:cNvPr id="2043" name="03_assume_matched_7340">
            <a:extLst>
              <a:ext uri="{FF2B5EF4-FFF2-40B4-BE49-F238E27FC236}">
                <a16:creationId xmlns:a16="http://schemas.microsoft.com/office/drawing/2014/main" id="{5B50B42A-C687-49A1-BE38-EDCC294B05B8}"/>
              </a:ext>
            </a:extLst>
          </p:cNvPr>
          <p:cNvSpPr>
            <a:spLocks noGrp="1"/>
          </p:cNvSpPr>
          <p:nvPr/>
        </p:nvSpPr>
        <p:spPr>
          <a:xfrm>
            <a:off x="4219624" y="4167619"/>
            <a:ext cx="43180" cy="43180"/>
          </a:xfrm>
          <a:prstGeom prst="ellipse">
            <a:avLst/>
          </a:prstGeom>
          <a:solidFill>
            <a:srgbClr val="00878B"/>
          </a:solidFill>
          <a:ln w="4445">
            <a:solidFill>
              <a:srgbClr val="FFFFFF"/>
            </a:solidFill>
            <a:prstDash val="solid"/>
          </a:ln>
        </p:spPr>
      </p:sp>
      <p:sp>
        <p:nvSpPr>
          <p:cNvPr id="2044" name="03_assume_matched_7341">
            <a:extLst>
              <a:ext uri="{FF2B5EF4-FFF2-40B4-BE49-F238E27FC236}">
                <a16:creationId xmlns:a16="http://schemas.microsoft.com/office/drawing/2014/main" id="{0760AEE8-F642-4125-991A-AD32FD45126C}"/>
              </a:ext>
            </a:extLst>
          </p:cNvPr>
          <p:cNvSpPr>
            <a:spLocks noGrp="1"/>
          </p:cNvSpPr>
          <p:nvPr/>
        </p:nvSpPr>
        <p:spPr>
          <a:xfrm>
            <a:off x="4596817" y="3981338"/>
            <a:ext cx="43180" cy="43180"/>
          </a:xfrm>
          <a:prstGeom prst="ellipse">
            <a:avLst/>
          </a:prstGeom>
          <a:solidFill>
            <a:srgbClr val="00878B"/>
          </a:solidFill>
          <a:ln w="4445">
            <a:solidFill>
              <a:srgbClr val="FFFFFF"/>
            </a:solidFill>
            <a:prstDash val="solid"/>
          </a:ln>
        </p:spPr>
      </p:sp>
      <p:sp>
        <p:nvSpPr>
          <p:cNvPr id="2045" name="03_assume_matched_7342">
            <a:extLst>
              <a:ext uri="{FF2B5EF4-FFF2-40B4-BE49-F238E27FC236}">
                <a16:creationId xmlns:a16="http://schemas.microsoft.com/office/drawing/2014/main" id="{C1319B1A-AEAB-4CEF-84C3-B65D08816EE3}"/>
              </a:ext>
            </a:extLst>
          </p:cNvPr>
          <p:cNvSpPr>
            <a:spLocks noGrp="1"/>
          </p:cNvSpPr>
          <p:nvPr/>
        </p:nvSpPr>
        <p:spPr>
          <a:xfrm>
            <a:off x="5351203" y="3961077"/>
            <a:ext cx="43180" cy="43180"/>
          </a:xfrm>
          <a:prstGeom prst="ellipse">
            <a:avLst/>
          </a:prstGeom>
          <a:solidFill>
            <a:srgbClr val="00878B"/>
          </a:solidFill>
          <a:ln w="4445">
            <a:solidFill>
              <a:srgbClr val="FFFFFF"/>
            </a:solidFill>
            <a:prstDash val="solid"/>
          </a:ln>
        </p:spPr>
      </p:sp>
      <p:sp>
        <p:nvSpPr>
          <p:cNvPr id="2046" name="03_assume_matched_7343">
            <a:extLst>
              <a:ext uri="{FF2B5EF4-FFF2-40B4-BE49-F238E27FC236}">
                <a16:creationId xmlns:a16="http://schemas.microsoft.com/office/drawing/2014/main" id="{F766E06B-87AA-452B-8BD4-9E658D9BC655}"/>
              </a:ext>
            </a:extLst>
          </p:cNvPr>
          <p:cNvSpPr>
            <a:spLocks noGrp="1"/>
          </p:cNvSpPr>
          <p:nvPr/>
        </p:nvSpPr>
        <p:spPr>
          <a:xfrm>
            <a:off x="6105589" y="3949683"/>
            <a:ext cx="43180" cy="43180"/>
          </a:xfrm>
          <a:prstGeom prst="ellipse">
            <a:avLst/>
          </a:prstGeom>
          <a:solidFill>
            <a:srgbClr val="00878B"/>
          </a:solidFill>
          <a:ln w="4445">
            <a:solidFill>
              <a:srgbClr val="FFFFFF"/>
            </a:solidFill>
            <a:prstDash val="solid"/>
          </a:ln>
        </p:spPr>
      </p:sp>
      <p:sp>
        <p:nvSpPr>
          <p:cNvPr id="2047" name="03_assume_matched_7344">
            <a:extLst>
              <a:ext uri="{FF2B5EF4-FFF2-40B4-BE49-F238E27FC236}">
                <a16:creationId xmlns:a16="http://schemas.microsoft.com/office/drawing/2014/main" id="{C406CD58-6AA4-4369-96BF-5CD591989B8E}"/>
              </a:ext>
            </a:extLst>
          </p:cNvPr>
          <p:cNvSpPr>
            <a:spLocks noGrp="1"/>
          </p:cNvSpPr>
          <p:nvPr/>
        </p:nvSpPr>
        <p:spPr>
          <a:xfrm>
            <a:off x="4205293" y="425723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048" name="03_assume_matched_7345">
            <a:extLst>
              <a:ext uri="{FF2B5EF4-FFF2-40B4-BE49-F238E27FC236}">
                <a16:creationId xmlns:a16="http://schemas.microsoft.com/office/drawing/2014/main" id="{FE091AED-2E1F-4650-ABB8-B06828A8B4C7}"/>
              </a:ext>
            </a:extLst>
          </p:cNvPr>
          <p:cNvSpPr>
            <a:spLocks noGrp="1"/>
          </p:cNvSpPr>
          <p:nvPr/>
        </p:nvSpPr>
        <p:spPr>
          <a:xfrm>
            <a:off x="4582486" y="3964799"/>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049" name="03_assume_matched_7346">
            <a:extLst>
              <a:ext uri="{FF2B5EF4-FFF2-40B4-BE49-F238E27FC236}">
                <a16:creationId xmlns:a16="http://schemas.microsoft.com/office/drawing/2014/main" id="{AF241D13-21A0-4E0C-ACD9-82080172AA0C}"/>
              </a:ext>
            </a:extLst>
          </p:cNvPr>
          <p:cNvSpPr>
            <a:spLocks noGrp="1"/>
          </p:cNvSpPr>
          <p:nvPr/>
        </p:nvSpPr>
        <p:spPr>
          <a:xfrm>
            <a:off x="5336872" y="3964799"/>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050" name="03_assume_matched_7347">
            <a:extLst>
              <a:ext uri="{FF2B5EF4-FFF2-40B4-BE49-F238E27FC236}">
                <a16:creationId xmlns:a16="http://schemas.microsoft.com/office/drawing/2014/main" id="{3CBB79A7-F94F-4597-A218-BE7A2DD10871}"/>
              </a:ext>
            </a:extLst>
          </p:cNvPr>
          <p:cNvSpPr>
            <a:spLocks noGrp="1"/>
          </p:cNvSpPr>
          <p:nvPr/>
        </p:nvSpPr>
        <p:spPr>
          <a:xfrm>
            <a:off x="6091258" y="3964799"/>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051" name="03_assume_matched_7348">
            <a:extLst>
              <a:ext uri="{FF2B5EF4-FFF2-40B4-BE49-F238E27FC236}">
                <a16:creationId xmlns:a16="http://schemas.microsoft.com/office/drawing/2014/main" id="{987BF9F0-FA26-4816-8987-9FC04444606E}"/>
              </a:ext>
            </a:extLst>
          </p:cNvPr>
          <p:cNvSpPr>
            <a:spLocks noGrp="1"/>
          </p:cNvSpPr>
          <p:nvPr/>
        </p:nvSpPr>
        <p:spPr>
          <a:xfrm>
            <a:off x="712800" y="4837082"/>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2052" name="03_assume_matched_7349">
            <a:extLst>
              <a:ext uri="{FF2B5EF4-FFF2-40B4-BE49-F238E27FC236}">
                <a16:creationId xmlns:a16="http://schemas.microsoft.com/office/drawing/2014/main" id="{9EE60AF2-0317-4E6C-A9C3-B5D215580EF0}"/>
              </a:ext>
            </a:extLst>
          </p:cNvPr>
          <p:cNvSpPr>
            <a:spLocks noGrp="1"/>
          </p:cNvSpPr>
          <p:nvPr/>
        </p:nvSpPr>
        <p:spPr>
          <a:xfrm>
            <a:off x="1014554" y="4866326"/>
            <a:ext cx="196140" cy="584869"/>
          </a:xfrm>
          <a:custGeom>
            <a:avLst/>
            <a:gdLst/>
            <a:ahLst/>
            <a:cxnLst/>
            <a:rect l="0" t="0" r="0" b="0"/>
            <a:pathLst>
              <a:path w="196140" h="584869">
                <a:moveTo>
                  <a:pt x="196140" y="584869"/>
                </a:moveTo>
                <a:lnTo>
                  <a:pt x="0" y="584869"/>
                </a:lnTo>
                <a:lnTo>
                  <a:pt x="1084" y="579995"/>
                </a:lnTo>
                <a:lnTo>
                  <a:pt x="4261" y="575121"/>
                </a:lnTo>
                <a:lnTo>
                  <a:pt x="9320" y="570247"/>
                </a:lnTo>
                <a:lnTo>
                  <a:pt x="15930" y="565373"/>
                </a:lnTo>
                <a:lnTo>
                  <a:pt x="23683" y="560500"/>
                </a:lnTo>
                <a:lnTo>
                  <a:pt x="32132" y="555626"/>
                </a:lnTo>
                <a:lnTo>
                  <a:pt x="40834" y="550752"/>
                </a:lnTo>
                <a:lnTo>
                  <a:pt x="49387" y="545878"/>
                </a:lnTo>
                <a:lnTo>
                  <a:pt x="57457" y="541004"/>
                </a:lnTo>
                <a:lnTo>
                  <a:pt x="64796" y="536130"/>
                </a:lnTo>
                <a:lnTo>
                  <a:pt x="71245" y="531256"/>
                </a:lnTo>
                <a:lnTo>
                  <a:pt x="76728" y="526382"/>
                </a:lnTo>
                <a:lnTo>
                  <a:pt x="81240" y="521508"/>
                </a:lnTo>
                <a:lnTo>
                  <a:pt x="84830" y="516634"/>
                </a:lnTo>
                <a:lnTo>
                  <a:pt x="87581" y="511760"/>
                </a:lnTo>
                <a:lnTo>
                  <a:pt x="89596" y="506887"/>
                </a:lnTo>
                <a:lnTo>
                  <a:pt x="90981" y="502013"/>
                </a:lnTo>
                <a:lnTo>
                  <a:pt x="91838" y="497139"/>
                </a:lnTo>
                <a:lnTo>
                  <a:pt x="92261" y="492265"/>
                </a:lnTo>
                <a:lnTo>
                  <a:pt x="92332" y="487391"/>
                </a:lnTo>
                <a:lnTo>
                  <a:pt x="92120" y="482517"/>
                </a:lnTo>
                <a:lnTo>
                  <a:pt x="91688" y="477643"/>
                </a:lnTo>
                <a:lnTo>
                  <a:pt x="91091" y="472769"/>
                </a:lnTo>
                <a:lnTo>
                  <a:pt x="90379" y="467895"/>
                </a:lnTo>
                <a:lnTo>
                  <a:pt x="89601" y="463021"/>
                </a:lnTo>
                <a:lnTo>
                  <a:pt x="88801" y="458147"/>
                </a:lnTo>
                <a:lnTo>
                  <a:pt x="88021" y="453274"/>
                </a:lnTo>
                <a:lnTo>
                  <a:pt x="87298" y="448400"/>
                </a:lnTo>
                <a:lnTo>
                  <a:pt x="86663" y="443526"/>
                </a:lnTo>
                <a:lnTo>
                  <a:pt x="86137" y="438652"/>
                </a:lnTo>
                <a:lnTo>
                  <a:pt x="85737" y="433778"/>
                </a:lnTo>
                <a:lnTo>
                  <a:pt x="85467" y="428904"/>
                </a:lnTo>
                <a:lnTo>
                  <a:pt x="85326" y="424030"/>
                </a:lnTo>
                <a:lnTo>
                  <a:pt x="85304" y="419156"/>
                </a:lnTo>
                <a:lnTo>
                  <a:pt x="85388" y="414282"/>
                </a:lnTo>
                <a:lnTo>
                  <a:pt x="85560" y="409408"/>
                </a:lnTo>
                <a:lnTo>
                  <a:pt x="85801" y="404534"/>
                </a:lnTo>
                <a:lnTo>
                  <a:pt x="86094" y="399661"/>
                </a:lnTo>
                <a:lnTo>
                  <a:pt x="86418" y="394787"/>
                </a:lnTo>
                <a:lnTo>
                  <a:pt x="86755" y="389913"/>
                </a:lnTo>
                <a:lnTo>
                  <a:pt x="87084" y="385039"/>
                </a:lnTo>
                <a:lnTo>
                  <a:pt x="87384" y="380165"/>
                </a:lnTo>
                <a:lnTo>
                  <a:pt x="87631" y="375291"/>
                </a:lnTo>
                <a:lnTo>
                  <a:pt x="87795" y="370417"/>
                </a:lnTo>
                <a:lnTo>
                  <a:pt x="87846" y="365543"/>
                </a:lnTo>
                <a:lnTo>
                  <a:pt x="87752" y="360669"/>
                </a:lnTo>
                <a:lnTo>
                  <a:pt x="87481" y="355795"/>
                </a:lnTo>
                <a:lnTo>
                  <a:pt x="87005" y="350921"/>
                </a:lnTo>
                <a:lnTo>
                  <a:pt x="86306" y="346048"/>
                </a:lnTo>
                <a:lnTo>
                  <a:pt x="85378" y="341174"/>
                </a:lnTo>
                <a:lnTo>
                  <a:pt x="84234" y="336300"/>
                </a:lnTo>
                <a:lnTo>
                  <a:pt x="82905" y="331426"/>
                </a:lnTo>
                <a:lnTo>
                  <a:pt x="81444" y="326552"/>
                </a:lnTo>
                <a:lnTo>
                  <a:pt x="79926" y="321678"/>
                </a:lnTo>
                <a:lnTo>
                  <a:pt x="78440" y="316804"/>
                </a:lnTo>
                <a:lnTo>
                  <a:pt x="77086" y="311930"/>
                </a:lnTo>
                <a:lnTo>
                  <a:pt x="75964" y="307056"/>
                </a:lnTo>
                <a:lnTo>
                  <a:pt x="75167" y="302182"/>
                </a:lnTo>
                <a:lnTo>
                  <a:pt x="74769" y="297308"/>
                </a:lnTo>
                <a:lnTo>
                  <a:pt x="74817" y="292435"/>
                </a:lnTo>
                <a:lnTo>
                  <a:pt x="75329" y="287561"/>
                </a:lnTo>
                <a:lnTo>
                  <a:pt x="76288" y="282687"/>
                </a:lnTo>
                <a:lnTo>
                  <a:pt x="77646" y="277813"/>
                </a:lnTo>
                <a:lnTo>
                  <a:pt x="79330" y="272939"/>
                </a:lnTo>
                <a:lnTo>
                  <a:pt x="81249" y="268065"/>
                </a:lnTo>
                <a:lnTo>
                  <a:pt x="83302" y="263191"/>
                </a:lnTo>
                <a:lnTo>
                  <a:pt x="85390" y="258317"/>
                </a:lnTo>
                <a:lnTo>
                  <a:pt x="87425" y="253443"/>
                </a:lnTo>
                <a:lnTo>
                  <a:pt x="89332" y="248569"/>
                </a:lnTo>
                <a:lnTo>
                  <a:pt x="91058" y="243695"/>
                </a:lnTo>
                <a:lnTo>
                  <a:pt x="92569" y="238822"/>
                </a:lnTo>
                <a:lnTo>
                  <a:pt x="93851" y="233948"/>
                </a:lnTo>
                <a:lnTo>
                  <a:pt x="94908" y="229074"/>
                </a:lnTo>
                <a:lnTo>
                  <a:pt x="95753" y="224200"/>
                </a:lnTo>
                <a:lnTo>
                  <a:pt x="96411" y="219326"/>
                </a:lnTo>
                <a:lnTo>
                  <a:pt x="96908" y="214452"/>
                </a:lnTo>
                <a:lnTo>
                  <a:pt x="97275" y="209578"/>
                </a:lnTo>
                <a:lnTo>
                  <a:pt x="97539" y="204704"/>
                </a:lnTo>
                <a:lnTo>
                  <a:pt x="97723" y="199830"/>
                </a:lnTo>
                <a:lnTo>
                  <a:pt x="97848" y="194956"/>
                </a:lnTo>
                <a:lnTo>
                  <a:pt x="97932" y="190082"/>
                </a:lnTo>
                <a:lnTo>
                  <a:pt x="97986" y="185209"/>
                </a:lnTo>
                <a:lnTo>
                  <a:pt x="98020" y="180335"/>
                </a:lnTo>
                <a:lnTo>
                  <a:pt x="98041" y="175461"/>
                </a:lnTo>
                <a:lnTo>
                  <a:pt x="98053" y="170587"/>
                </a:lnTo>
                <a:lnTo>
                  <a:pt x="98061" y="165713"/>
                </a:lnTo>
                <a:lnTo>
                  <a:pt x="98065" y="160839"/>
                </a:lnTo>
                <a:lnTo>
                  <a:pt x="98067" y="155965"/>
                </a:lnTo>
                <a:lnTo>
                  <a:pt x="98069"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3" y="155965"/>
                </a:lnTo>
                <a:lnTo>
                  <a:pt x="98075" y="160839"/>
                </a:lnTo>
                <a:lnTo>
                  <a:pt x="98079" y="165713"/>
                </a:lnTo>
                <a:lnTo>
                  <a:pt x="98087" y="170587"/>
                </a:lnTo>
                <a:lnTo>
                  <a:pt x="98100" y="175461"/>
                </a:lnTo>
                <a:lnTo>
                  <a:pt x="98121" y="180335"/>
                </a:lnTo>
                <a:lnTo>
                  <a:pt x="98155" y="185209"/>
                </a:lnTo>
                <a:lnTo>
                  <a:pt x="98209" y="190082"/>
                </a:lnTo>
                <a:lnTo>
                  <a:pt x="98292" y="194956"/>
                </a:lnTo>
                <a:lnTo>
                  <a:pt x="98418" y="199830"/>
                </a:lnTo>
                <a:lnTo>
                  <a:pt x="98602" y="204704"/>
                </a:lnTo>
                <a:lnTo>
                  <a:pt x="98865" y="209578"/>
                </a:lnTo>
                <a:lnTo>
                  <a:pt x="99232" y="214452"/>
                </a:lnTo>
                <a:lnTo>
                  <a:pt x="99730" y="219326"/>
                </a:lnTo>
                <a:lnTo>
                  <a:pt x="100387" y="224200"/>
                </a:lnTo>
                <a:lnTo>
                  <a:pt x="101233" y="229074"/>
                </a:lnTo>
                <a:lnTo>
                  <a:pt x="102289" y="233948"/>
                </a:lnTo>
                <a:lnTo>
                  <a:pt x="103571" y="238822"/>
                </a:lnTo>
                <a:lnTo>
                  <a:pt x="105083" y="243695"/>
                </a:lnTo>
                <a:lnTo>
                  <a:pt x="106808" y="248569"/>
                </a:lnTo>
                <a:lnTo>
                  <a:pt x="108716" y="253443"/>
                </a:lnTo>
                <a:lnTo>
                  <a:pt x="110750" y="258317"/>
                </a:lnTo>
                <a:lnTo>
                  <a:pt x="112839" y="263191"/>
                </a:lnTo>
                <a:lnTo>
                  <a:pt x="114892" y="268065"/>
                </a:lnTo>
                <a:lnTo>
                  <a:pt x="116810" y="272939"/>
                </a:lnTo>
                <a:lnTo>
                  <a:pt x="118494" y="277813"/>
                </a:lnTo>
                <a:lnTo>
                  <a:pt x="119852" y="282687"/>
                </a:lnTo>
                <a:lnTo>
                  <a:pt x="120811" y="287561"/>
                </a:lnTo>
                <a:lnTo>
                  <a:pt x="121323" y="292435"/>
                </a:lnTo>
                <a:lnTo>
                  <a:pt x="121372" y="297308"/>
                </a:lnTo>
                <a:lnTo>
                  <a:pt x="120973" y="302182"/>
                </a:lnTo>
                <a:lnTo>
                  <a:pt x="120176" y="307056"/>
                </a:lnTo>
                <a:lnTo>
                  <a:pt x="119055" y="311930"/>
                </a:lnTo>
                <a:lnTo>
                  <a:pt x="117700" y="316804"/>
                </a:lnTo>
                <a:lnTo>
                  <a:pt x="116214" y="321678"/>
                </a:lnTo>
                <a:lnTo>
                  <a:pt x="114696" y="326552"/>
                </a:lnTo>
                <a:lnTo>
                  <a:pt x="113236" y="331426"/>
                </a:lnTo>
                <a:lnTo>
                  <a:pt x="111907" y="336300"/>
                </a:lnTo>
                <a:lnTo>
                  <a:pt x="110762" y="341174"/>
                </a:lnTo>
                <a:lnTo>
                  <a:pt x="109835" y="346048"/>
                </a:lnTo>
                <a:lnTo>
                  <a:pt x="109136" y="350921"/>
                </a:lnTo>
                <a:lnTo>
                  <a:pt x="108660" y="355795"/>
                </a:lnTo>
                <a:lnTo>
                  <a:pt x="108388" y="360669"/>
                </a:lnTo>
                <a:lnTo>
                  <a:pt x="108294" y="365543"/>
                </a:lnTo>
                <a:lnTo>
                  <a:pt x="108345" y="370417"/>
                </a:lnTo>
                <a:lnTo>
                  <a:pt x="108510" y="375291"/>
                </a:lnTo>
                <a:lnTo>
                  <a:pt x="108756" y="380165"/>
                </a:lnTo>
                <a:lnTo>
                  <a:pt x="109056" y="385039"/>
                </a:lnTo>
                <a:lnTo>
                  <a:pt x="109386" y="389913"/>
                </a:lnTo>
                <a:lnTo>
                  <a:pt x="109723" y="394787"/>
                </a:lnTo>
                <a:lnTo>
                  <a:pt x="110047" y="399661"/>
                </a:lnTo>
                <a:lnTo>
                  <a:pt x="110339" y="404534"/>
                </a:lnTo>
                <a:lnTo>
                  <a:pt x="110580" y="409408"/>
                </a:lnTo>
                <a:lnTo>
                  <a:pt x="110752" y="414282"/>
                </a:lnTo>
                <a:lnTo>
                  <a:pt x="110836" y="419156"/>
                </a:lnTo>
                <a:lnTo>
                  <a:pt x="110814" y="424030"/>
                </a:lnTo>
                <a:lnTo>
                  <a:pt x="110673" y="428904"/>
                </a:lnTo>
                <a:lnTo>
                  <a:pt x="110403" y="433778"/>
                </a:lnTo>
                <a:lnTo>
                  <a:pt x="110003" y="438652"/>
                </a:lnTo>
                <a:lnTo>
                  <a:pt x="109478" y="443526"/>
                </a:lnTo>
                <a:lnTo>
                  <a:pt x="108842" y="448400"/>
                </a:lnTo>
                <a:lnTo>
                  <a:pt x="108119" y="453274"/>
                </a:lnTo>
                <a:lnTo>
                  <a:pt x="107339" y="458147"/>
                </a:lnTo>
                <a:lnTo>
                  <a:pt x="106539" y="463021"/>
                </a:lnTo>
                <a:lnTo>
                  <a:pt x="105761" y="467895"/>
                </a:lnTo>
                <a:lnTo>
                  <a:pt x="105050" y="472769"/>
                </a:lnTo>
                <a:lnTo>
                  <a:pt x="104452" y="477643"/>
                </a:lnTo>
                <a:lnTo>
                  <a:pt x="104020" y="482517"/>
                </a:lnTo>
                <a:lnTo>
                  <a:pt x="103808" y="487391"/>
                </a:lnTo>
                <a:lnTo>
                  <a:pt x="103879" y="492265"/>
                </a:lnTo>
                <a:lnTo>
                  <a:pt x="104302" y="497139"/>
                </a:lnTo>
                <a:lnTo>
                  <a:pt x="105160" y="502013"/>
                </a:lnTo>
                <a:lnTo>
                  <a:pt x="106544" y="506887"/>
                </a:lnTo>
                <a:lnTo>
                  <a:pt x="108559" y="511760"/>
                </a:lnTo>
                <a:lnTo>
                  <a:pt x="111310" y="516634"/>
                </a:lnTo>
                <a:lnTo>
                  <a:pt x="114900" y="521508"/>
                </a:lnTo>
                <a:lnTo>
                  <a:pt x="119413" y="526382"/>
                </a:lnTo>
                <a:lnTo>
                  <a:pt x="124895" y="531256"/>
                </a:lnTo>
                <a:lnTo>
                  <a:pt x="131344" y="536130"/>
                </a:lnTo>
                <a:lnTo>
                  <a:pt x="138683" y="541004"/>
                </a:lnTo>
                <a:lnTo>
                  <a:pt x="146753" y="545878"/>
                </a:lnTo>
                <a:lnTo>
                  <a:pt x="155306" y="550752"/>
                </a:lnTo>
                <a:lnTo>
                  <a:pt x="164008" y="555626"/>
                </a:lnTo>
                <a:lnTo>
                  <a:pt x="172458" y="560500"/>
                </a:lnTo>
                <a:lnTo>
                  <a:pt x="180211" y="565373"/>
                </a:lnTo>
                <a:lnTo>
                  <a:pt x="186821" y="570247"/>
                </a:lnTo>
                <a:lnTo>
                  <a:pt x="191879" y="575121"/>
                </a:lnTo>
                <a:lnTo>
                  <a:pt x="195057"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2053" name="03_assume_matched_7350">
            <a:extLst>
              <a:ext uri="{FF2B5EF4-FFF2-40B4-BE49-F238E27FC236}">
                <a16:creationId xmlns:a16="http://schemas.microsoft.com/office/drawing/2014/main" id="{14D316C1-2CBB-41B9-9861-28E2EBE943A6}"/>
              </a:ext>
            </a:extLst>
          </p:cNvPr>
          <p:cNvSpPr>
            <a:spLocks noGrp="1"/>
          </p:cNvSpPr>
          <p:nvPr/>
        </p:nvSpPr>
        <p:spPr>
          <a:xfrm>
            <a:off x="1391747" y="4866326"/>
            <a:ext cx="196140" cy="584869"/>
          </a:xfrm>
          <a:custGeom>
            <a:avLst/>
            <a:gdLst/>
            <a:ahLst/>
            <a:cxnLst/>
            <a:rect l="0" t="0" r="0" b="0"/>
            <a:pathLst>
              <a:path w="196140" h="584869">
                <a:moveTo>
                  <a:pt x="183081" y="584869"/>
                </a:moveTo>
                <a:lnTo>
                  <a:pt x="13060" y="584869"/>
                </a:lnTo>
                <a:lnTo>
                  <a:pt x="13983" y="579995"/>
                </a:lnTo>
                <a:lnTo>
                  <a:pt x="16692" y="575121"/>
                </a:lnTo>
                <a:lnTo>
                  <a:pt x="21005" y="570247"/>
                </a:lnTo>
                <a:lnTo>
                  <a:pt x="26642" y="565373"/>
                </a:lnTo>
                <a:lnTo>
                  <a:pt x="33256" y="560500"/>
                </a:lnTo>
                <a:lnTo>
                  <a:pt x="40467" y="555626"/>
                </a:lnTo>
                <a:lnTo>
                  <a:pt x="47902" y="550752"/>
                </a:lnTo>
                <a:lnTo>
                  <a:pt x="55219" y="545878"/>
                </a:lnTo>
                <a:lnTo>
                  <a:pt x="62141" y="541004"/>
                </a:lnTo>
                <a:lnTo>
                  <a:pt x="68457" y="536130"/>
                </a:lnTo>
                <a:lnTo>
                  <a:pt x="74038" y="531256"/>
                </a:lnTo>
                <a:lnTo>
                  <a:pt x="78823" y="526382"/>
                </a:lnTo>
                <a:lnTo>
                  <a:pt x="82810" y="521508"/>
                </a:lnTo>
                <a:lnTo>
                  <a:pt x="86041" y="516634"/>
                </a:lnTo>
                <a:lnTo>
                  <a:pt x="88588" y="511760"/>
                </a:lnTo>
                <a:lnTo>
                  <a:pt x="90534" y="506887"/>
                </a:lnTo>
                <a:lnTo>
                  <a:pt x="91968" y="502013"/>
                </a:lnTo>
                <a:lnTo>
                  <a:pt x="92970" y="497139"/>
                </a:lnTo>
                <a:lnTo>
                  <a:pt x="93613" y="492265"/>
                </a:lnTo>
                <a:lnTo>
                  <a:pt x="93960" y="487391"/>
                </a:lnTo>
                <a:lnTo>
                  <a:pt x="94062" y="482517"/>
                </a:lnTo>
                <a:lnTo>
                  <a:pt x="93963" y="477643"/>
                </a:lnTo>
                <a:lnTo>
                  <a:pt x="93703" y="472769"/>
                </a:lnTo>
                <a:lnTo>
                  <a:pt x="93317" y="467895"/>
                </a:lnTo>
                <a:lnTo>
                  <a:pt x="92840" y="463021"/>
                </a:lnTo>
                <a:lnTo>
                  <a:pt x="92306" y="458147"/>
                </a:lnTo>
                <a:lnTo>
                  <a:pt x="91748" y="453274"/>
                </a:lnTo>
                <a:lnTo>
                  <a:pt x="91196" y="448400"/>
                </a:lnTo>
                <a:lnTo>
                  <a:pt x="90677" y="443526"/>
                </a:lnTo>
                <a:lnTo>
                  <a:pt x="90215" y="438652"/>
                </a:lnTo>
                <a:lnTo>
                  <a:pt x="89829" y="433778"/>
                </a:lnTo>
                <a:lnTo>
                  <a:pt x="89532" y="428904"/>
                </a:lnTo>
                <a:lnTo>
                  <a:pt x="89331" y="424030"/>
                </a:lnTo>
                <a:lnTo>
                  <a:pt x="89230" y="419156"/>
                </a:lnTo>
                <a:lnTo>
                  <a:pt x="89228" y="414282"/>
                </a:lnTo>
                <a:lnTo>
                  <a:pt x="89322" y="409408"/>
                </a:lnTo>
                <a:lnTo>
                  <a:pt x="89504" y="404534"/>
                </a:lnTo>
                <a:lnTo>
                  <a:pt x="89766" y="399661"/>
                </a:lnTo>
                <a:lnTo>
                  <a:pt x="90096" y="394787"/>
                </a:lnTo>
                <a:lnTo>
                  <a:pt x="90479" y="389913"/>
                </a:lnTo>
                <a:lnTo>
                  <a:pt x="90900" y="385039"/>
                </a:lnTo>
                <a:lnTo>
                  <a:pt x="91339" y="380165"/>
                </a:lnTo>
                <a:lnTo>
                  <a:pt x="91774" y="375291"/>
                </a:lnTo>
                <a:lnTo>
                  <a:pt x="92182" y="370417"/>
                </a:lnTo>
                <a:lnTo>
                  <a:pt x="92540" y="365543"/>
                </a:lnTo>
                <a:lnTo>
                  <a:pt x="92825" y="360669"/>
                </a:lnTo>
                <a:lnTo>
                  <a:pt x="93020" y="355795"/>
                </a:lnTo>
                <a:lnTo>
                  <a:pt x="93112" y="350921"/>
                </a:lnTo>
                <a:lnTo>
                  <a:pt x="93093" y="346048"/>
                </a:lnTo>
                <a:lnTo>
                  <a:pt x="92964" y="341174"/>
                </a:lnTo>
                <a:lnTo>
                  <a:pt x="92735" y="336300"/>
                </a:lnTo>
                <a:lnTo>
                  <a:pt x="92424" y="331426"/>
                </a:lnTo>
                <a:lnTo>
                  <a:pt x="92053" y="326552"/>
                </a:lnTo>
                <a:lnTo>
                  <a:pt x="91651" y="321678"/>
                </a:lnTo>
                <a:lnTo>
                  <a:pt x="91252" y="316804"/>
                </a:lnTo>
                <a:lnTo>
                  <a:pt x="90888" y="311930"/>
                </a:lnTo>
                <a:lnTo>
                  <a:pt x="90588" y="307056"/>
                </a:lnTo>
                <a:lnTo>
                  <a:pt x="90377" y="302182"/>
                </a:lnTo>
                <a:lnTo>
                  <a:pt x="90274" y="297308"/>
                </a:lnTo>
                <a:lnTo>
                  <a:pt x="90286" y="292435"/>
                </a:lnTo>
                <a:lnTo>
                  <a:pt x="90412" y="287561"/>
                </a:lnTo>
                <a:lnTo>
                  <a:pt x="90642" y="282687"/>
                </a:lnTo>
                <a:lnTo>
                  <a:pt x="90956" y="277813"/>
                </a:lnTo>
                <a:lnTo>
                  <a:pt x="91329" y="272939"/>
                </a:lnTo>
                <a:lnTo>
                  <a:pt x="91733" y="268065"/>
                </a:lnTo>
                <a:lnTo>
                  <a:pt x="92138" y="263191"/>
                </a:lnTo>
                <a:lnTo>
                  <a:pt x="92517" y="258317"/>
                </a:lnTo>
                <a:lnTo>
                  <a:pt x="92847" y="253443"/>
                </a:lnTo>
                <a:lnTo>
                  <a:pt x="93111" y="248569"/>
                </a:lnTo>
                <a:lnTo>
                  <a:pt x="93298" y="243695"/>
                </a:lnTo>
                <a:lnTo>
                  <a:pt x="93406" y="238822"/>
                </a:lnTo>
                <a:lnTo>
                  <a:pt x="93436" y="233948"/>
                </a:lnTo>
                <a:lnTo>
                  <a:pt x="93397" y="229074"/>
                </a:lnTo>
                <a:lnTo>
                  <a:pt x="93301" y="224200"/>
                </a:lnTo>
                <a:lnTo>
                  <a:pt x="93163" y="219326"/>
                </a:lnTo>
                <a:lnTo>
                  <a:pt x="92999" y="214452"/>
                </a:lnTo>
                <a:lnTo>
                  <a:pt x="92826" y="209578"/>
                </a:lnTo>
                <a:lnTo>
                  <a:pt x="92660" y="204704"/>
                </a:lnTo>
                <a:lnTo>
                  <a:pt x="92515" y="199830"/>
                </a:lnTo>
                <a:lnTo>
                  <a:pt x="92404" y="194956"/>
                </a:lnTo>
                <a:lnTo>
                  <a:pt x="92337" y="190082"/>
                </a:lnTo>
                <a:lnTo>
                  <a:pt x="92322" y="185209"/>
                </a:lnTo>
                <a:lnTo>
                  <a:pt x="92362" y="180335"/>
                </a:lnTo>
                <a:lnTo>
                  <a:pt x="92459" y="175461"/>
                </a:lnTo>
                <a:lnTo>
                  <a:pt x="92614" y="170587"/>
                </a:lnTo>
                <a:lnTo>
                  <a:pt x="92821" y="165713"/>
                </a:lnTo>
                <a:lnTo>
                  <a:pt x="93077" y="160839"/>
                </a:lnTo>
                <a:lnTo>
                  <a:pt x="93373" y="155965"/>
                </a:lnTo>
                <a:lnTo>
                  <a:pt x="93701" y="151091"/>
                </a:lnTo>
                <a:lnTo>
                  <a:pt x="94050" y="146217"/>
                </a:lnTo>
                <a:lnTo>
                  <a:pt x="94407" y="141343"/>
                </a:lnTo>
                <a:lnTo>
                  <a:pt x="94758" y="136469"/>
                </a:lnTo>
                <a:lnTo>
                  <a:pt x="95088" y="131596"/>
                </a:lnTo>
                <a:lnTo>
                  <a:pt x="95380" y="126722"/>
                </a:lnTo>
                <a:lnTo>
                  <a:pt x="95617" y="121848"/>
                </a:lnTo>
                <a:lnTo>
                  <a:pt x="95778" y="116974"/>
                </a:lnTo>
                <a:lnTo>
                  <a:pt x="95841" y="112100"/>
                </a:lnTo>
                <a:lnTo>
                  <a:pt x="95780" y="107226"/>
                </a:lnTo>
                <a:lnTo>
                  <a:pt x="95563" y="102352"/>
                </a:lnTo>
                <a:lnTo>
                  <a:pt x="95150" y="97478"/>
                </a:lnTo>
                <a:lnTo>
                  <a:pt x="94493" y="92604"/>
                </a:lnTo>
                <a:lnTo>
                  <a:pt x="93529" y="87730"/>
                </a:lnTo>
                <a:lnTo>
                  <a:pt x="92184" y="82856"/>
                </a:lnTo>
                <a:lnTo>
                  <a:pt x="90368" y="77983"/>
                </a:lnTo>
                <a:lnTo>
                  <a:pt x="87982" y="73109"/>
                </a:lnTo>
                <a:lnTo>
                  <a:pt x="84920" y="68235"/>
                </a:lnTo>
                <a:lnTo>
                  <a:pt x="81081" y="63361"/>
                </a:lnTo>
                <a:lnTo>
                  <a:pt x="76381" y="58487"/>
                </a:lnTo>
                <a:lnTo>
                  <a:pt x="70769" y="53613"/>
                </a:lnTo>
                <a:lnTo>
                  <a:pt x="64247" y="48739"/>
                </a:lnTo>
                <a:lnTo>
                  <a:pt x="56886" y="43865"/>
                </a:lnTo>
                <a:lnTo>
                  <a:pt x="48837" y="38991"/>
                </a:lnTo>
                <a:lnTo>
                  <a:pt x="40341" y="34117"/>
                </a:lnTo>
                <a:lnTo>
                  <a:pt x="31720" y="29243"/>
                </a:lnTo>
                <a:lnTo>
                  <a:pt x="23365" y="24370"/>
                </a:lnTo>
                <a:lnTo>
                  <a:pt x="15709" y="19496"/>
                </a:lnTo>
                <a:lnTo>
                  <a:pt x="9188" y="14622"/>
                </a:lnTo>
                <a:lnTo>
                  <a:pt x="4200" y="9748"/>
                </a:lnTo>
                <a:lnTo>
                  <a:pt x="1068" y="4874"/>
                </a:lnTo>
                <a:lnTo>
                  <a:pt x="0" y="0"/>
                </a:lnTo>
                <a:lnTo>
                  <a:pt x="196140" y="0"/>
                </a:lnTo>
                <a:lnTo>
                  <a:pt x="196140" y="0"/>
                </a:lnTo>
                <a:lnTo>
                  <a:pt x="195072" y="4874"/>
                </a:lnTo>
                <a:lnTo>
                  <a:pt x="191940" y="9748"/>
                </a:lnTo>
                <a:lnTo>
                  <a:pt x="186953" y="14622"/>
                </a:lnTo>
                <a:lnTo>
                  <a:pt x="180431" y="19496"/>
                </a:lnTo>
                <a:lnTo>
                  <a:pt x="172775" y="24370"/>
                </a:lnTo>
                <a:lnTo>
                  <a:pt x="164421" y="29243"/>
                </a:lnTo>
                <a:lnTo>
                  <a:pt x="155800" y="34117"/>
                </a:lnTo>
                <a:lnTo>
                  <a:pt x="147303" y="38991"/>
                </a:lnTo>
                <a:lnTo>
                  <a:pt x="139254" y="43865"/>
                </a:lnTo>
                <a:lnTo>
                  <a:pt x="131893" y="48739"/>
                </a:lnTo>
                <a:lnTo>
                  <a:pt x="125371" y="53613"/>
                </a:lnTo>
                <a:lnTo>
                  <a:pt x="119759" y="58487"/>
                </a:lnTo>
                <a:lnTo>
                  <a:pt x="115059" y="63361"/>
                </a:lnTo>
                <a:lnTo>
                  <a:pt x="111220" y="68235"/>
                </a:lnTo>
                <a:lnTo>
                  <a:pt x="108158" y="73109"/>
                </a:lnTo>
                <a:lnTo>
                  <a:pt x="105772" y="77983"/>
                </a:lnTo>
                <a:lnTo>
                  <a:pt x="103957" y="82856"/>
                </a:lnTo>
                <a:lnTo>
                  <a:pt x="102611" y="87730"/>
                </a:lnTo>
                <a:lnTo>
                  <a:pt x="101647" y="92604"/>
                </a:lnTo>
                <a:lnTo>
                  <a:pt x="100990" y="97478"/>
                </a:lnTo>
                <a:lnTo>
                  <a:pt x="100577" y="102352"/>
                </a:lnTo>
                <a:lnTo>
                  <a:pt x="100360" y="107226"/>
                </a:lnTo>
                <a:lnTo>
                  <a:pt x="100299" y="112100"/>
                </a:lnTo>
                <a:lnTo>
                  <a:pt x="100362" y="116974"/>
                </a:lnTo>
                <a:lnTo>
                  <a:pt x="100523" y="121848"/>
                </a:lnTo>
                <a:lnTo>
                  <a:pt x="100760" y="126722"/>
                </a:lnTo>
                <a:lnTo>
                  <a:pt x="101053" y="131596"/>
                </a:lnTo>
                <a:lnTo>
                  <a:pt x="101383" y="136469"/>
                </a:lnTo>
                <a:lnTo>
                  <a:pt x="101734" y="141343"/>
                </a:lnTo>
                <a:lnTo>
                  <a:pt x="102090" y="146217"/>
                </a:lnTo>
                <a:lnTo>
                  <a:pt x="102439" y="151091"/>
                </a:lnTo>
                <a:lnTo>
                  <a:pt x="102767" y="155965"/>
                </a:lnTo>
                <a:lnTo>
                  <a:pt x="103063" y="160839"/>
                </a:lnTo>
                <a:lnTo>
                  <a:pt x="103319" y="165713"/>
                </a:lnTo>
                <a:lnTo>
                  <a:pt x="103527" y="170587"/>
                </a:lnTo>
                <a:lnTo>
                  <a:pt x="103681" y="175461"/>
                </a:lnTo>
                <a:lnTo>
                  <a:pt x="103779" y="180335"/>
                </a:lnTo>
                <a:lnTo>
                  <a:pt x="103819" y="185209"/>
                </a:lnTo>
                <a:lnTo>
                  <a:pt x="103803" y="190082"/>
                </a:lnTo>
                <a:lnTo>
                  <a:pt x="103736" y="194956"/>
                </a:lnTo>
                <a:lnTo>
                  <a:pt x="103625" y="199830"/>
                </a:lnTo>
                <a:lnTo>
                  <a:pt x="103480" y="204704"/>
                </a:lnTo>
                <a:lnTo>
                  <a:pt x="103314" y="209578"/>
                </a:lnTo>
                <a:lnTo>
                  <a:pt x="103141" y="214452"/>
                </a:lnTo>
                <a:lnTo>
                  <a:pt x="102977" y="219326"/>
                </a:lnTo>
                <a:lnTo>
                  <a:pt x="102839" y="224200"/>
                </a:lnTo>
                <a:lnTo>
                  <a:pt x="102743" y="229074"/>
                </a:lnTo>
                <a:lnTo>
                  <a:pt x="102704" y="233948"/>
                </a:lnTo>
                <a:lnTo>
                  <a:pt x="102735" y="238822"/>
                </a:lnTo>
                <a:lnTo>
                  <a:pt x="102842" y="243695"/>
                </a:lnTo>
                <a:lnTo>
                  <a:pt x="103030" y="248569"/>
                </a:lnTo>
                <a:lnTo>
                  <a:pt x="103294" y="253443"/>
                </a:lnTo>
                <a:lnTo>
                  <a:pt x="103624" y="258317"/>
                </a:lnTo>
                <a:lnTo>
                  <a:pt x="104002" y="263191"/>
                </a:lnTo>
                <a:lnTo>
                  <a:pt x="104407" y="268065"/>
                </a:lnTo>
                <a:lnTo>
                  <a:pt x="104811" y="272939"/>
                </a:lnTo>
                <a:lnTo>
                  <a:pt x="105184" y="277813"/>
                </a:lnTo>
                <a:lnTo>
                  <a:pt x="105498" y="282687"/>
                </a:lnTo>
                <a:lnTo>
                  <a:pt x="105728" y="287561"/>
                </a:lnTo>
                <a:lnTo>
                  <a:pt x="105855" y="292435"/>
                </a:lnTo>
                <a:lnTo>
                  <a:pt x="105867" y="297308"/>
                </a:lnTo>
                <a:lnTo>
                  <a:pt x="105763" y="302182"/>
                </a:lnTo>
                <a:lnTo>
                  <a:pt x="105553" y="307056"/>
                </a:lnTo>
                <a:lnTo>
                  <a:pt x="105253" y="311930"/>
                </a:lnTo>
                <a:lnTo>
                  <a:pt x="104888" y="316804"/>
                </a:lnTo>
                <a:lnTo>
                  <a:pt x="104489" y="321678"/>
                </a:lnTo>
                <a:lnTo>
                  <a:pt x="104088" y="326552"/>
                </a:lnTo>
                <a:lnTo>
                  <a:pt x="103717" y="331426"/>
                </a:lnTo>
                <a:lnTo>
                  <a:pt x="103405" y="336300"/>
                </a:lnTo>
                <a:lnTo>
                  <a:pt x="103176" y="341174"/>
                </a:lnTo>
                <a:lnTo>
                  <a:pt x="103048" y="346048"/>
                </a:lnTo>
                <a:lnTo>
                  <a:pt x="103029" y="350921"/>
                </a:lnTo>
                <a:lnTo>
                  <a:pt x="103120" y="355795"/>
                </a:lnTo>
                <a:lnTo>
                  <a:pt x="103315" y="360669"/>
                </a:lnTo>
                <a:lnTo>
                  <a:pt x="103601" y="365543"/>
                </a:lnTo>
                <a:lnTo>
                  <a:pt x="103958" y="370417"/>
                </a:lnTo>
                <a:lnTo>
                  <a:pt x="104366" y="375291"/>
                </a:lnTo>
                <a:lnTo>
                  <a:pt x="104801" y="380165"/>
                </a:lnTo>
                <a:lnTo>
                  <a:pt x="105240" y="385039"/>
                </a:lnTo>
                <a:lnTo>
                  <a:pt x="105661" y="389913"/>
                </a:lnTo>
                <a:lnTo>
                  <a:pt x="106045" y="394787"/>
                </a:lnTo>
                <a:lnTo>
                  <a:pt x="106375" y="399661"/>
                </a:lnTo>
                <a:lnTo>
                  <a:pt x="106636" y="404534"/>
                </a:lnTo>
                <a:lnTo>
                  <a:pt x="106818" y="409408"/>
                </a:lnTo>
                <a:lnTo>
                  <a:pt x="106912" y="414282"/>
                </a:lnTo>
                <a:lnTo>
                  <a:pt x="106910" y="419156"/>
                </a:lnTo>
                <a:lnTo>
                  <a:pt x="106809" y="424030"/>
                </a:lnTo>
                <a:lnTo>
                  <a:pt x="106609" y="428904"/>
                </a:lnTo>
                <a:lnTo>
                  <a:pt x="106311" y="433778"/>
                </a:lnTo>
                <a:lnTo>
                  <a:pt x="105925" y="438652"/>
                </a:lnTo>
                <a:lnTo>
                  <a:pt x="105463" y="443526"/>
                </a:lnTo>
                <a:lnTo>
                  <a:pt x="104945" y="448400"/>
                </a:lnTo>
                <a:lnTo>
                  <a:pt x="104392" y="453274"/>
                </a:lnTo>
                <a:lnTo>
                  <a:pt x="103834" y="458147"/>
                </a:lnTo>
                <a:lnTo>
                  <a:pt x="103300" y="463021"/>
                </a:lnTo>
                <a:lnTo>
                  <a:pt x="102824" y="467895"/>
                </a:lnTo>
                <a:lnTo>
                  <a:pt x="102438" y="472769"/>
                </a:lnTo>
                <a:lnTo>
                  <a:pt x="102177" y="477643"/>
                </a:lnTo>
                <a:lnTo>
                  <a:pt x="102078" y="482517"/>
                </a:lnTo>
                <a:lnTo>
                  <a:pt x="102180" y="487391"/>
                </a:lnTo>
                <a:lnTo>
                  <a:pt x="102527" y="492265"/>
                </a:lnTo>
                <a:lnTo>
                  <a:pt x="103170" y="497139"/>
                </a:lnTo>
                <a:lnTo>
                  <a:pt x="104173" y="502013"/>
                </a:lnTo>
                <a:lnTo>
                  <a:pt x="105606" y="506887"/>
                </a:lnTo>
                <a:lnTo>
                  <a:pt x="107552" y="511760"/>
                </a:lnTo>
                <a:lnTo>
                  <a:pt x="110099" y="516634"/>
                </a:lnTo>
                <a:lnTo>
                  <a:pt x="113330" y="521508"/>
                </a:lnTo>
                <a:lnTo>
                  <a:pt x="117317" y="526382"/>
                </a:lnTo>
                <a:lnTo>
                  <a:pt x="122102" y="531256"/>
                </a:lnTo>
                <a:lnTo>
                  <a:pt x="127683" y="536130"/>
                </a:lnTo>
                <a:lnTo>
                  <a:pt x="134000" y="541004"/>
                </a:lnTo>
                <a:lnTo>
                  <a:pt x="140921" y="545878"/>
                </a:lnTo>
                <a:lnTo>
                  <a:pt x="148239" y="550752"/>
                </a:lnTo>
                <a:lnTo>
                  <a:pt x="155673" y="555626"/>
                </a:lnTo>
                <a:lnTo>
                  <a:pt x="162885" y="560500"/>
                </a:lnTo>
                <a:lnTo>
                  <a:pt x="169498" y="565373"/>
                </a:lnTo>
                <a:lnTo>
                  <a:pt x="175135" y="570247"/>
                </a:lnTo>
                <a:lnTo>
                  <a:pt x="179448" y="575121"/>
                </a:lnTo>
                <a:lnTo>
                  <a:pt x="182157" y="579995"/>
                </a:lnTo>
                <a:lnTo>
                  <a:pt x="183081" y="584869"/>
                </a:lnTo>
                <a:lnTo>
                  <a:pt x="183081" y="584869"/>
                </a:lnTo>
                <a:close/>
              </a:path>
            </a:pathLst>
          </a:custGeom>
          <a:solidFill>
            <a:srgbClr val="596BC0">
              <a:alpha val="12000"/>
            </a:srgbClr>
          </a:solidFill>
          <a:ln w="6985">
            <a:solidFill>
              <a:srgbClr val="596BC0">
                <a:alpha val="12000"/>
              </a:srgbClr>
            </a:solidFill>
            <a:prstDash val="solid"/>
          </a:ln>
        </p:spPr>
      </p:sp>
      <p:sp>
        <p:nvSpPr>
          <p:cNvPr id="2054" name="03_assume_matched_7351">
            <a:extLst>
              <a:ext uri="{FF2B5EF4-FFF2-40B4-BE49-F238E27FC236}">
                <a16:creationId xmlns:a16="http://schemas.microsoft.com/office/drawing/2014/main" id="{4D313CC5-807A-4920-A153-26B2DF9EECB4}"/>
              </a:ext>
            </a:extLst>
          </p:cNvPr>
          <p:cNvSpPr>
            <a:spLocks noGrp="1"/>
          </p:cNvSpPr>
          <p:nvPr/>
        </p:nvSpPr>
        <p:spPr>
          <a:xfrm>
            <a:off x="2146133" y="4866326"/>
            <a:ext cx="196140" cy="584869"/>
          </a:xfrm>
          <a:custGeom>
            <a:avLst/>
            <a:gdLst/>
            <a:ahLst/>
            <a:cxnLst/>
            <a:rect l="0" t="0" r="0" b="0"/>
            <a:pathLst>
              <a:path w="196140" h="584869">
                <a:moveTo>
                  <a:pt x="163767" y="584869"/>
                </a:moveTo>
                <a:lnTo>
                  <a:pt x="32373" y="584869"/>
                </a:lnTo>
                <a:lnTo>
                  <a:pt x="33083" y="579995"/>
                </a:lnTo>
                <a:lnTo>
                  <a:pt x="35163" y="575121"/>
                </a:lnTo>
                <a:lnTo>
                  <a:pt x="38474" y="570247"/>
                </a:lnTo>
                <a:lnTo>
                  <a:pt x="42802" y="565373"/>
                </a:lnTo>
                <a:lnTo>
                  <a:pt x="47881" y="560500"/>
                </a:lnTo>
                <a:lnTo>
                  <a:pt x="53419" y="555626"/>
                </a:lnTo>
                <a:lnTo>
                  <a:pt x="59129" y="550752"/>
                </a:lnTo>
                <a:lnTo>
                  <a:pt x="64750" y="545878"/>
                </a:lnTo>
                <a:lnTo>
                  <a:pt x="70068" y="541004"/>
                </a:lnTo>
                <a:lnTo>
                  <a:pt x="74924" y="536130"/>
                </a:lnTo>
                <a:lnTo>
                  <a:pt x="79218" y="531256"/>
                </a:lnTo>
                <a:lnTo>
                  <a:pt x="82902" y="526382"/>
                </a:lnTo>
                <a:lnTo>
                  <a:pt x="85976" y="521508"/>
                </a:lnTo>
                <a:lnTo>
                  <a:pt x="88470" y="516634"/>
                </a:lnTo>
                <a:lnTo>
                  <a:pt x="90438" y="511760"/>
                </a:lnTo>
                <a:lnTo>
                  <a:pt x="91943" y="506887"/>
                </a:lnTo>
                <a:lnTo>
                  <a:pt x="93049" y="502013"/>
                </a:lnTo>
                <a:lnTo>
                  <a:pt x="93817" y="497139"/>
                </a:lnTo>
                <a:lnTo>
                  <a:pt x="94301" y="492265"/>
                </a:lnTo>
                <a:lnTo>
                  <a:pt x="94544" y="487391"/>
                </a:lnTo>
                <a:lnTo>
                  <a:pt x="94585" y="482517"/>
                </a:lnTo>
                <a:lnTo>
                  <a:pt x="94454" y="477643"/>
                </a:lnTo>
                <a:lnTo>
                  <a:pt x="94181" y="472769"/>
                </a:lnTo>
                <a:lnTo>
                  <a:pt x="93790" y="467895"/>
                </a:lnTo>
                <a:lnTo>
                  <a:pt x="93306" y="463021"/>
                </a:lnTo>
                <a:lnTo>
                  <a:pt x="92754" y="458147"/>
                </a:lnTo>
                <a:lnTo>
                  <a:pt x="92159" y="453274"/>
                </a:lnTo>
                <a:lnTo>
                  <a:pt x="91542" y="448400"/>
                </a:lnTo>
                <a:lnTo>
                  <a:pt x="90928" y="443526"/>
                </a:lnTo>
                <a:lnTo>
                  <a:pt x="90334" y="438652"/>
                </a:lnTo>
                <a:lnTo>
                  <a:pt x="89781" y="433778"/>
                </a:lnTo>
                <a:lnTo>
                  <a:pt x="89283" y="428904"/>
                </a:lnTo>
                <a:lnTo>
                  <a:pt x="88856" y="424030"/>
                </a:lnTo>
                <a:lnTo>
                  <a:pt x="88511" y="419156"/>
                </a:lnTo>
                <a:lnTo>
                  <a:pt x="88260" y="414282"/>
                </a:lnTo>
                <a:lnTo>
                  <a:pt x="88113" y="409408"/>
                </a:lnTo>
                <a:lnTo>
                  <a:pt x="88076" y="404534"/>
                </a:lnTo>
                <a:lnTo>
                  <a:pt x="88155" y="399661"/>
                </a:lnTo>
                <a:lnTo>
                  <a:pt x="88349" y="394787"/>
                </a:lnTo>
                <a:lnTo>
                  <a:pt x="88651" y="389913"/>
                </a:lnTo>
                <a:lnTo>
                  <a:pt x="89050" y="385039"/>
                </a:lnTo>
                <a:lnTo>
                  <a:pt x="89527" y="380165"/>
                </a:lnTo>
                <a:lnTo>
                  <a:pt x="90055" y="375291"/>
                </a:lnTo>
                <a:lnTo>
                  <a:pt x="90606" y="370417"/>
                </a:lnTo>
                <a:lnTo>
                  <a:pt x="91147" y="365543"/>
                </a:lnTo>
                <a:lnTo>
                  <a:pt x="91645" y="360669"/>
                </a:lnTo>
                <a:lnTo>
                  <a:pt x="92073" y="355795"/>
                </a:lnTo>
                <a:lnTo>
                  <a:pt x="92406" y="350921"/>
                </a:lnTo>
                <a:lnTo>
                  <a:pt x="92629" y="346048"/>
                </a:lnTo>
                <a:lnTo>
                  <a:pt x="92736" y="341174"/>
                </a:lnTo>
                <a:lnTo>
                  <a:pt x="92730" y="336300"/>
                </a:lnTo>
                <a:lnTo>
                  <a:pt x="92626" y="331426"/>
                </a:lnTo>
                <a:lnTo>
                  <a:pt x="92445" y="326552"/>
                </a:lnTo>
                <a:lnTo>
                  <a:pt x="92214" y="321678"/>
                </a:lnTo>
                <a:lnTo>
                  <a:pt x="91967" y="316804"/>
                </a:lnTo>
                <a:lnTo>
                  <a:pt x="91737" y="311930"/>
                </a:lnTo>
                <a:lnTo>
                  <a:pt x="91555" y="307056"/>
                </a:lnTo>
                <a:lnTo>
                  <a:pt x="91450" y="302182"/>
                </a:lnTo>
                <a:lnTo>
                  <a:pt x="91440" y="297308"/>
                </a:lnTo>
                <a:lnTo>
                  <a:pt x="91539" y="292435"/>
                </a:lnTo>
                <a:lnTo>
                  <a:pt x="91750" y="287561"/>
                </a:lnTo>
                <a:lnTo>
                  <a:pt x="92065" y="282687"/>
                </a:lnTo>
                <a:lnTo>
                  <a:pt x="92470" y="277813"/>
                </a:lnTo>
                <a:lnTo>
                  <a:pt x="92943" y="272939"/>
                </a:lnTo>
                <a:lnTo>
                  <a:pt x="93458" y="268065"/>
                </a:lnTo>
                <a:lnTo>
                  <a:pt x="93988" y="263191"/>
                </a:lnTo>
                <a:lnTo>
                  <a:pt x="94507" y="258317"/>
                </a:lnTo>
                <a:lnTo>
                  <a:pt x="94989" y="253443"/>
                </a:lnTo>
                <a:lnTo>
                  <a:pt x="95416" y="248569"/>
                </a:lnTo>
                <a:lnTo>
                  <a:pt x="95775" y="243695"/>
                </a:lnTo>
                <a:lnTo>
                  <a:pt x="96058" y="238822"/>
                </a:lnTo>
                <a:lnTo>
                  <a:pt x="96263" y="233948"/>
                </a:lnTo>
                <a:lnTo>
                  <a:pt x="96396" y="229074"/>
                </a:lnTo>
                <a:lnTo>
                  <a:pt x="96463" y="224200"/>
                </a:lnTo>
                <a:lnTo>
                  <a:pt x="96474" y="219326"/>
                </a:lnTo>
                <a:lnTo>
                  <a:pt x="96442" y="214452"/>
                </a:lnTo>
                <a:lnTo>
                  <a:pt x="96378" y="209578"/>
                </a:lnTo>
                <a:lnTo>
                  <a:pt x="96293" y="204704"/>
                </a:lnTo>
                <a:lnTo>
                  <a:pt x="96195" y="199830"/>
                </a:lnTo>
                <a:lnTo>
                  <a:pt x="96093" y="194956"/>
                </a:lnTo>
                <a:lnTo>
                  <a:pt x="95991" y="190082"/>
                </a:lnTo>
                <a:lnTo>
                  <a:pt x="95891" y="185209"/>
                </a:lnTo>
                <a:lnTo>
                  <a:pt x="95794" y="180335"/>
                </a:lnTo>
                <a:lnTo>
                  <a:pt x="95702" y="175461"/>
                </a:lnTo>
                <a:lnTo>
                  <a:pt x="95614" y="170587"/>
                </a:lnTo>
                <a:lnTo>
                  <a:pt x="95530" y="165713"/>
                </a:lnTo>
                <a:lnTo>
                  <a:pt x="95454" y="160839"/>
                </a:lnTo>
                <a:lnTo>
                  <a:pt x="95387" y="155965"/>
                </a:lnTo>
                <a:lnTo>
                  <a:pt x="95332" y="151091"/>
                </a:lnTo>
                <a:lnTo>
                  <a:pt x="95295" y="146217"/>
                </a:lnTo>
                <a:lnTo>
                  <a:pt x="95278" y="141343"/>
                </a:lnTo>
                <a:lnTo>
                  <a:pt x="95286" y="136469"/>
                </a:lnTo>
                <a:lnTo>
                  <a:pt x="95319" y="131596"/>
                </a:lnTo>
                <a:lnTo>
                  <a:pt x="95377" y="126722"/>
                </a:lnTo>
                <a:lnTo>
                  <a:pt x="95453" y="121848"/>
                </a:lnTo>
                <a:lnTo>
                  <a:pt x="95536" y="116974"/>
                </a:lnTo>
                <a:lnTo>
                  <a:pt x="95610" y="112100"/>
                </a:lnTo>
                <a:lnTo>
                  <a:pt x="95647" y="107226"/>
                </a:lnTo>
                <a:lnTo>
                  <a:pt x="95611" y="102352"/>
                </a:lnTo>
                <a:lnTo>
                  <a:pt x="95451" y="97478"/>
                </a:lnTo>
                <a:lnTo>
                  <a:pt x="95105" y="92604"/>
                </a:lnTo>
                <a:lnTo>
                  <a:pt x="94491" y="87730"/>
                </a:lnTo>
                <a:lnTo>
                  <a:pt x="93512" y="82856"/>
                </a:lnTo>
                <a:lnTo>
                  <a:pt x="92056" y="77983"/>
                </a:lnTo>
                <a:lnTo>
                  <a:pt x="89999" y="73109"/>
                </a:lnTo>
                <a:lnTo>
                  <a:pt x="87212" y="68235"/>
                </a:lnTo>
                <a:lnTo>
                  <a:pt x="83575" y="63361"/>
                </a:lnTo>
                <a:lnTo>
                  <a:pt x="78989" y="58487"/>
                </a:lnTo>
                <a:lnTo>
                  <a:pt x="73393" y="53613"/>
                </a:lnTo>
                <a:lnTo>
                  <a:pt x="66790" y="48739"/>
                </a:lnTo>
                <a:lnTo>
                  <a:pt x="59253" y="43865"/>
                </a:lnTo>
                <a:lnTo>
                  <a:pt x="50949" y="38991"/>
                </a:lnTo>
                <a:lnTo>
                  <a:pt x="42136" y="34117"/>
                </a:lnTo>
                <a:lnTo>
                  <a:pt x="33162" y="29243"/>
                </a:lnTo>
                <a:lnTo>
                  <a:pt x="24444" y="24370"/>
                </a:lnTo>
                <a:lnTo>
                  <a:pt x="16442" y="19496"/>
                </a:lnTo>
                <a:lnTo>
                  <a:pt x="9619" y="14622"/>
                </a:lnTo>
                <a:lnTo>
                  <a:pt x="4398" y="9748"/>
                </a:lnTo>
                <a:lnTo>
                  <a:pt x="1119" y="4874"/>
                </a:lnTo>
                <a:lnTo>
                  <a:pt x="0" y="0"/>
                </a:lnTo>
                <a:lnTo>
                  <a:pt x="196140" y="0"/>
                </a:lnTo>
                <a:lnTo>
                  <a:pt x="196140" y="0"/>
                </a:lnTo>
                <a:lnTo>
                  <a:pt x="195022" y="4874"/>
                </a:lnTo>
                <a:lnTo>
                  <a:pt x="191742" y="9748"/>
                </a:lnTo>
                <a:lnTo>
                  <a:pt x="186521" y="14622"/>
                </a:lnTo>
                <a:lnTo>
                  <a:pt x="179698" y="19496"/>
                </a:lnTo>
                <a:lnTo>
                  <a:pt x="171696" y="24370"/>
                </a:lnTo>
                <a:lnTo>
                  <a:pt x="162978" y="29243"/>
                </a:lnTo>
                <a:lnTo>
                  <a:pt x="154004" y="34117"/>
                </a:lnTo>
                <a:lnTo>
                  <a:pt x="145191" y="38991"/>
                </a:lnTo>
                <a:lnTo>
                  <a:pt x="136887" y="43865"/>
                </a:lnTo>
                <a:lnTo>
                  <a:pt x="129351" y="48739"/>
                </a:lnTo>
                <a:lnTo>
                  <a:pt x="122747" y="53613"/>
                </a:lnTo>
                <a:lnTo>
                  <a:pt x="117152" y="58487"/>
                </a:lnTo>
                <a:lnTo>
                  <a:pt x="112565" y="63361"/>
                </a:lnTo>
                <a:lnTo>
                  <a:pt x="108928" y="68235"/>
                </a:lnTo>
                <a:lnTo>
                  <a:pt x="106141" y="73109"/>
                </a:lnTo>
                <a:lnTo>
                  <a:pt x="104084" y="77983"/>
                </a:lnTo>
                <a:lnTo>
                  <a:pt x="102628" y="82856"/>
                </a:lnTo>
                <a:lnTo>
                  <a:pt x="101650" y="87730"/>
                </a:lnTo>
                <a:lnTo>
                  <a:pt x="101036" y="92604"/>
                </a:lnTo>
                <a:lnTo>
                  <a:pt x="100689" y="97478"/>
                </a:lnTo>
                <a:lnTo>
                  <a:pt x="100530" y="102352"/>
                </a:lnTo>
                <a:lnTo>
                  <a:pt x="100493" y="107226"/>
                </a:lnTo>
                <a:lnTo>
                  <a:pt x="100530" y="112100"/>
                </a:lnTo>
                <a:lnTo>
                  <a:pt x="100604" y="116974"/>
                </a:lnTo>
                <a:lnTo>
                  <a:pt x="100688" y="121848"/>
                </a:lnTo>
                <a:lnTo>
                  <a:pt x="100764" y="126722"/>
                </a:lnTo>
                <a:lnTo>
                  <a:pt x="100821" y="131596"/>
                </a:lnTo>
                <a:lnTo>
                  <a:pt x="100855" y="136469"/>
                </a:lnTo>
                <a:lnTo>
                  <a:pt x="100862" y="141343"/>
                </a:lnTo>
                <a:lnTo>
                  <a:pt x="100846" y="146217"/>
                </a:lnTo>
                <a:lnTo>
                  <a:pt x="100808" y="151091"/>
                </a:lnTo>
                <a:lnTo>
                  <a:pt x="100754" y="155965"/>
                </a:lnTo>
                <a:lnTo>
                  <a:pt x="100686" y="160839"/>
                </a:lnTo>
                <a:lnTo>
                  <a:pt x="100610" y="165713"/>
                </a:lnTo>
                <a:lnTo>
                  <a:pt x="100527" y="170587"/>
                </a:lnTo>
                <a:lnTo>
                  <a:pt x="100439" y="175461"/>
                </a:lnTo>
                <a:lnTo>
                  <a:pt x="100346" y="180335"/>
                </a:lnTo>
                <a:lnTo>
                  <a:pt x="100250" y="185209"/>
                </a:lnTo>
                <a:lnTo>
                  <a:pt x="100150" y="190082"/>
                </a:lnTo>
                <a:lnTo>
                  <a:pt x="100047" y="194956"/>
                </a:lnTo>
                <a:lnTo>
                  <a:pt x="99945" y="199830"/>
                </a:lnTo>
                <a:lnTo>
                  <a:pt x="99848" y="204704"/>
                </a:lnTo>
                <a:lnTo>
                  <a:pt x="99763" y="209578"/>
                </a:lnTo>
                <a:lnTo>
                  <a:pt x="99699" y="214452"/>
                </a:lnTo>
                <a:lnTo>
                  <a:pt x="99666" y="219326"/>
                </a:lnTo>
                <a:lnTo>
                  <a:pt x="99678" y="224200"/>
                </a:lnTo>
                <a:lnTo>
                  <a:pt x="99744" y="229074"/>
                </a:lnTo>
                <a:lnTo>
                  <a:pt x="99877" y="233948"/>
                </a:lnTo>
                <a:lnTo>
                  <a:pt x="100083" y="238822"/>
                </a:lnTo>
                <a:lnTo>
                  <a:pt x="100366" y="243695"/>
                </a:lnTo>
                <a:lnTo>
                  <a:pt x="100724" y="248569"/>
                </a:lnTo>
                <a:lnTo>
                  <a:pt x="101152" y="253443"/>
                </a:lnTo>
                <a:lnTo>
                  <a:pt x="101634" y="258317"/>
                </a:lnTo>
                <a:lnTo>
                  <a:pt x="102152" y="263191"/>
                </a:lnTo>
                <a:lnTo>
                  <a:pt x="102682" y="268065"/>
                </a:lnTo>
                <a:lnTo>
                  <a:pt x="103198" y="272939"/>
                </a:lnTo>
                <a:lnTo>
                  <a:pt x="103671" y="277813"/>
                </a:lnTo>
                <a:lnTo>
                  <a:pt x="104075" y="282687"/>
                </a:lnTo>
                <a:lnTo>
                  <a:pt x="104390" y="287561"/>
                </a:lnTo>
                <a:lnTo>
                  <a:pt x="104601" y="292435"/>
                </a:lnTo>
                <a:lnTo>
                  <a:pt x="104700" y="297308"/>
                </a:lnTo>
                <a:lnTo>
                  <a:pt x="104691" y="302182"/>
                </a:lnTo>
                <a:lnTo>
                  <a:pt x="104585" y="307056"/>
                </a:lnTo>
                <a:lnTo>
                  <a:pt x="104403" y="311930"/>
                </a:lnTo>
                <a:lnTo>
                  <a:pt x="104173" y="316804"/>
                </a:lnTo>
                <a:lnTo>
                  <a:pt x="103926" y="321678"/>
                </a:lnTo>
                <a:lnTo>
                  <a:pt x="103696" y="326552"/>
                </a:lnTo>
                <a:lnTo>
                  <a:pt x="103514" y="331426"/>
                </a:lnTo>
                <a:lnTo>
                  <a:pt x="103410" y="336300"/>
                </a:lnTo>
                <a:lnTo>
                  <a:pt x="103405" y="341174"/>
                </a:lnTo>
                <a:lnTo>
                  <a:pt x="103512" y="346048"/>
                </a:lnTo>
                <a:lnTo>
                  <a:pt x="103735" y="350921"/>
                </a:lnTo>
                <a:lnTo>
                  <a:pt x="104068" y="355795"/>
                </a:lnTo>
                <a:lnTo>
                  <a:pt x="104495" y="360669"/>
                </a:lnTo>
                <a:lnTo>
                  <a:pt x="104994" y="365543"/>
                </a:lnTo>
                <a:lnTo>
                  <a:pt x="105534" y="370417"/>
                </a:lnTo>
                <a:lnTo>
                  <a:pt x="106085" y="375291"/>
                </a:lnTo>
                <a:lnTo>
                  <a:pt x="106614" y="380165"/>
                </a:lnTo>
                <a:lnTo>
                  <a:pt x="107090" y="385039"/>
                </a:lnTo>
                <a:lnTo>
                  <a:pt x="107489" y="389913"/>
                </a:lnTo>
                <a:lnTo>
                  <a:pt x="107792" y="394787"/>
                </a:lnTo>
                <a:lnTo>
                  <a:pt x="107985" y="399661"/>
                </a:lnTo>
                <a:lnTo>
                  <a:pt x="108064" y="404534"/>
                </a:lnTo>
                <a:lnTo>
                  <a:pt x="108028" y="409408"/>
                </a:lnTo>
                <a:lnTo>
                  <a:pt x="107880" y="414282"/>
                </a:lnTo>
                <a:lnTo>
                  <a:pt x="107629" y="419156"/>
                </a:lnTo>
                <a:lnTo>
                  <a:pt x="107285" y="424030"/>
                </a:lnTo>
                <a:lnTo>
                  <a:pt x="106857" y="428904"/>
                </a:lnTo>
                <a:lnTo>
                  <a:pt x="106359" y="433778"/>
                </a:lnTo>
                <a:lnTo>
                  <a:pt x="105806" y="438652"/>
                </a:lnTo>
                <a:lnTo>
                  <a:pt x="105213" y="443526"/>
                </a:lnTo>
                <a:lnTo>
                  <a:pt x="104598" y="448400"/>
                </a:lnTo>
                <a:lnTo>
                  <a:pt x="103982" y="453274"/>
                </a:lnTo>
                <a:lnTo>
                  <a:pt x="103386" y="458147"/>
                </a:lnTo>
                <a:lnTo>
                  <a:pt x="102834" y="463021"/>
                </a:lnTo>
                <a:lnTo>
                  <a:pt x="102351" y="467895"/>
                </a:lnTo>
                <a:lnTo>
                  <a:pt x="101960" y="472769"/>
                </a:lnTo>
                <a:lnTo>
                  <a:pt x="101686" y="477643"/>
                </a:lnTo>
                <a:lnTo>
                  <a:pt x="101555" y="482517"/>
                </a:lnTo>
                <a:lnTo>
                  <a:pt x="101596" y="487391"/>
                </a:lnTo>
                <a:lnTo>
                  <a:pt x="101839" y="492265"/>
                </a:lnTo>
                <a:lnTo>
                  <a:pt x="102323" y="497139"/>
                </a:lnTo>
                <a:lnTo>
                  <a:pt x="103091" y="502013"/>
                </a:lnTo>
                <a:lnTo>
                  <a:pt x="104198" y="506887"/>
                </a:lnTo>
                <a:lnTo>
                  <a:pt x="105703" y="511760"/>
                </a:lnTo>
                <a:lnTo>
                  <a:pt x="107671" y="516634"/>
                </a:lnTo>
                <a:lnTo>
                  <a:pt x="110165" y="521508"/>
                </a:lnTo>
                <a:lnTo>
                  <a:pt x="113238" y="526382"/>
                </a:lnTo>
                <a:lnTo>
                  <a:pt x="116922" y="531256"/>
                </a:lnTo>
                <a:lnTo>
                  <a:pt x="121216" y="536130"/>
                </a:lnTo>
                <a:lnTo>
                  <a:pt x="126072" y="541004"/>
                </a:lnTo>
                <a:lnTo>
                  <a:pt x="131391" y="545878"/>
                </a:lnTo>
                <a:lnTo>
                  <a:pt x="137012" y="550752"/>
                </a:lnTo>
                <a:lnTo>
                  <a:pt x="142721" y="555626"/>
                </a:lnTo>
                <a:lnTo>
                  <a:pt x="148259" y="560500"/>
                </a:lnTo>
                <a:lnTo>
                  <a:pt x="153338" y="565373"/>
                </a:lnTo>
                <a:lnTo>
                  <a:pt x="157666" y="570247"/>
                </a:lnTo>
                <a:lnTo>
                  <a:pt x="160978" y="575121"/>
                </a:lnTo>
                <a:lnTo>
                  <a:pt x="163058" y="579995"/>
                </a:lnTo>
                <a:lnTo>
                  <a:pt x="163767" y="584869"/>
                </a:lnTo>
                <a:lnTo>
                  <a:pt x="163767" y="584869"/>
                </a:lnTo>
                <a:close/>
              </a:path>
            </a:pathLst>
          </a:custGeom>
          <a:solidFill>
            <a:srgbClr val="596BC0">
              <a:alpha val="12000"/>
            </a:srgbClr>
          </a:solidFill>
          <a:ln w="6985">
            <a:solidFill>
              <a:srgbClr val="596BC0">
                <a:alpha val="12000"/>
              </a:srgbClr>
            </a:solidFill>
            <a:prstDash val="solid"/>
          </a:ln>
        </p:spPr>
      </p:sp>
      <p:sp>
        <p:nvSpPr>
          <p:cNvPr id="2055" name="03_assume_matched_7352">
            <a:extLst>
              <a:ext uri="{FF2B5EF4-FFF2-40B4-BE49-F238E27FC236}">
                <a16:creationId xmlns:a16="http://schemas.microsoft.com/office/drawing/2014/main" id="{3942E4CB-A40D-4C13-9FF8-B3ED766D4042}"/>
              </a:ext>
            </a:extLst>
          </p:cNvPr>
          <p:cNvSpPr>
            <a:spLocks noGrp="1"/>
          </p:cNvSpPr>
          <p:nvPr/>
        </p:nvSpPr>
        <p:spPr>
          <a:xfrm>
            <a:off x="2900519" y="4866326"/>
            <a:ext cx="196140" cy="584869"/>
          </a:xfrm>
          <a:custGeom>
            <a:avLst/>
            <a:gdLst/>
            <a:ahLst/>
            <a:cxnLst/>
            <a:rect l="0" t="0" r="0" b="0"/>
            <a:pathLst>
              <a:path w="196140" h="584869">
                <a:moveTo>
                  <a:pt x="153405" y="584869"/>
                </a:moveTo>
                <a:lnTo>
                  <a:pt x="42736" y="584869"/>
                </a:lnTo>
                <a:lnTo>
                  <a:pt x="43330" y="579995"/>
                </a:lnTo>
                <a:lnTo>
                  <a:pt x="45073" y="575121"/>
                </a:lnTo>
                <a:lnTo>
                  <a:pt x="47847" y="570247"/>
                </a:lnTo>
                <a:lnTo>
                  <a:pt x="51473" y="565373"/>
                </a:lnTo>
                <a:lnTo>
                  <a:pt x="55728" y="560500"/>
                </a:lnTo>
                <a:lnTo>
                  <a:pt x="60368" y="555626"/>
                </a:lnTo>
                <a:lnTo>
                  <a:pt x="65153" y="550752"/>
                </a:lnTo>
                <a:lnTo>
                  <a:pt x="69864" y="545878"/>
                </a:lnTo>
                <a:lnTo>
                  <a:pt x="74322" y="541004"/>
                </a:lnTo>
                <a:lnTo>
                  <a:pt x="78395" y="536130"/>
                </a:lnTo>
                <a:lnTo>
                  <a:pt x="81997" y="531256"/>
                </a:lnTo>
                <a:lnTo>
                  <a:pt x="85091" y="526382"/>
                </a:lnTo>
                <a:lnTo>
                  <a:pt x="87675" y="521508"/>
                </a:lnTo>
                <a:lnTo>
                  <a:pt x="89774" y="516634"/>
                </a:lnTo>
                <a:lnTo>
                  <a:pt x="91432" y="511760"/>
                </a:lnTo>
                <a:lnTo>
                  <a:pt x="92701" y="506887"/>
                </a:lnTo>
                <a:lnTo>
                  <a:pt x="93634" y="502013"/>
                </a:lnTo>
                <a:lnTo>
                  <a:pt x="94279" y="497139"/>
                </a:lnTo>
                <a:lnTo>
                  <a:pt x="94681" y="492265"/>
                </a:lnTo>
                <a:lnTo>
                  <a:pt x="94876" y="487391"/>
                </a:lnTo>
                <a:lnTo>
                  <a:pt x="94894" y="482517"/>
                </a:lnTo>
                <a:lnTo>
                  <a:pt x="94761" y="477643"/>
                </a:lnTo>
                <a:lnTo>
                  <a:pt x="94501" y="472769"/>
                </a:lnTo>
                <a:lnTo>
                  <a:pt x="94136" y="467895"/>
                </a:lnTo>
                <a:lnTo>
                  <a:pt x="93687" y="463021"/>
                </a:lnTo>
                <a:lnTo>
                  <a:pt x="93177" y="458147"/>
                </a:lnTo>
                <a:lnTo>
                  <a:pt x="92628" y="453274"/>
                </a:lnTo>
                <a:lnTo>
                  <a:pt x="92060" y="448400"/>
                </a:lnTo>
                <a:lnTo>
                  <a:pt x="91494" y="443526"/>
                </a:lnTo>
                <a:lnTo>
                  <a:pt x="90947" y="438652"/>
                </a:lnTo>
                <a:lnTo>
                  <a:pt x="90438" y="433778"/>
                </a:lnTo>
                <a:lnTo>
                  <a:pt x="89979" y="428904"/>
                </a:lnTo>
                <a:lnTo>
                  <a:pt x="89586" y="424030"/>
                </a:lnTo>
                <a:lnTo>
                  <a:pt x="89268" y="419156"/>
                </a:lnTo>
                <a:lnTo>
                  <a:pt x="89038" y="414282"/>
                </a:lnTo>
                <a:lnTo>
                  <a:pt x="88903" y="409408"/>
                </a:lnTo>
                <a:lnTo>
                  <a:pt x="88871" y="404534"/>
                </a:lnTo>
                <a:lnTo>
                  <a:pt x="88945" y="399661"/>
                </a:lnTo>
                <a:lnTo>
                  <a:pt x="89127" y="394787"/>
                </a:lnTo>
                <a:lnTo>
                  <a:pt x="89410" y="389913"/>
                </a:lnTo>
                <a:lnTo>
                  <a:pt x="89785" y="385039"/>
                </a:lnTo>
                <a:lnTo>
                  <a:pt x="90234" y="380165"/>
                </a:lnTo>
                <a:lnTo>
                  <a:pt x="90737" y="375291"/>
                </a:lnTo>
                <a:lnTo>
                  <a:pt x="91265" y="370417"/>
                </a:lnTo>
                <a:lnTo>
                  <a:pt x="91792" y="365543"/>
                </a:lnTo>
                <a:lnTo>
                  <a:pt x="92290" y="360669"/>
                </a:lnTo>
                <a:lnTo>
                  <a:pt x="92733" y="355795"/>
                </a:lnTo>
                <a:lnTo>
                  <a:pt x="93101" y="350921"/>
                </a:lnTo>
                <a:lnTo>
                  <a:pt x="93381" y="346048"/>
                </a:lnTo>
                <a:lnTo>
                  <a:pt x="93567" y="341174"/>
                </a:lnTo>
                <a:lnTo>
                  <a:pt x="93662" y="336300"/>
                </a:lnTo>
                <a:lnTo>
                  <a:pt x="93676" y="331426"/>
                </a:lnTo>
                <a:lnTo>
                  <a:pt x="93625" y="326552"/>
                </a:lnTo>
                <a:lnTo>
                  <a:pt x="93532" y="321678"/>
                </a:lnTo>
                <a:lnTo>
                  <a:pt x="93420" y="316804"/>
                </a:lnTo>
                <a:lnTo>
                  <a:pt x="93314" y="311930"/>
                </a:lnTo>
                <a:lnTo>
                  <a:pt x="93238" y="307056"/>
                </a:lnTo>
                <a:lnTo>
                  <a:pt x="93211" y="302182"/>
                </a:lnTo>
                <a:lnTo>
                  <a:pt x="93249" y="297308"/>
                </a:lnTo>
                <a:lnTo>
                  <a:pt x="93360" y="292435"/>
                </a:lnTo>
                <a:lnTo>
                  <a:pt x="93546" y="287561"/>
                </a:lnTo>
                <a:lnTo>
                  <a:pt x="93804" y="282687"/>
                </a:lnTo>
                <a:lnTo>
                  <a:pt x="94123" y="277813"/>
                </a:lnTo>
                <a:lnTo>
                  <a:pt x="94491" y="272939"/>
                </a:lnTo>
                <a:lnTo>
                  <a:pt x="94889" y="268065"/>
                </a:lnTo>
                <a:lnTo>
                  <a:pt x="95301" y="263191"/>
                </a:lnTo>
                <a:lnTo>
                  <a:pt x="95709" y="258317"/>
                </a:lnTo>
                <a:lnTo>
                  <a:pt x="96099" y="253443"/>
                </a:lnTo>
                <a:lnTo>
                  <a:pt x="96457" y="248569"/>
                </a:lnTo>
                <a:lnTo>
                  <a:pt x="96775" y="243695"/>
                </a:lnTo>
                <a:lnTo>
                  <a:pt x="97048" y="238822"/>
                </a:lnTo>
                <a:lnTo>
                  <a:pt x="97272" y="233948"/>
                </a:lnTo>
                <a:lnTo>
                  <a:pt x="97449" y="229074"/>
                </a:lnTo>
                <a:lnTo>
                  <a:pt x="97579" y="224200"/>
                </a:lnTo>
                <a:lnTo>
                  <a:pt x="97665" y="219326"/>
                </a:lnTo>
                <a:lnTo>
                  <a:pt x="97711" y="214452"/>
                </a:lnTo>
                <a:lnTo>
                  <a:pt x="97719" y="209578"/>
                </a:lnTo>
                <a:lnTo>
                  <a:pt x="97692" y="204704"/>
                </a:lnTo>
                <a:lnTo>
                  <a:pt x="97632" y="199830"/>
                </a:lnTo>
                <a:lnTo>
                  <a:pt x="97540" y="194956"/>
                </a:lnTo>
                <a:lnTo>
                  <a:pt x="97418" y="190082"/>
                </a:lnTo>
                <a:lnTo>
                  <a:pt x="97269" y="185209"/>
                </a:lnTo>
                <a:lnTo>
                  <a:pt x="97094" y="180335"/>
                </a:lnTo>
                <a:lnTo>
                  <a:pt x="96896" y="175461"/>
                </a:lnTo>
                <a:lnTo>
                  <a:pt x="96680" y="170587"/>
                </a:lnTo>
                <a:lnTo>
                  <a:pt x="96449" y="165713"/>
                </a:lnTo>
                <a:lnTo>
                  <a:pt x="96211" y="160839"/>
                </a:lnTo>
                <a:lnTo>
                  <a:pt x="95971" y="155965"/>
                </a:lnTo>
                <a:lnTo>
                  <a:pt x="95736" y="151091"/>
                </a:lnTo>
                <a:lnTo>
                  <a:pt x="95514" y="146217"/>
                </a:lnTo>
                <a:lnTo>
                  <a:pt x="95311" y="141343"/>
                </a:lnTo>
                <a:lnTo>
                  <a:pt x="95134" y="136469"/>
                </a:lnTo>
                <a:lnTo>
                  <a:pt x="94986" y="131596"/>
                </a:lnTo>
                <a:lnTo>
                  <a:pt x="94869" y="126722"/>
                </a:lnTo>
                <a:lnTo>
                  <a:pt x="94783" y="121848"/>
                </a:lnTo>
                <a:lnTo>
                  <a:pt x="94721" y="116974"/>
                </a:lnTo>
                <a:lnTo>
                  <a:pt x="94670" y="112100"/>
                </a:lnTo>
                <a:lnTo>
                  <a:pt x="94608" y="107226"/>
                </a:lnTo>
                <a:lnTo>
                  <a:pt x="94502" y="102352"/>
                </a:lnTo>
                <a:lnTo>
                  <a:pt x="94303" y="97478"/>
                </a:lnTo>
                <a:lnTo>
                  <a:pt x="93950" y="92604"/>
                </a:lnTo>
                <a:lnTo>
                  <a:pt x="93359" y="87730"/>
                </a:lnTo>
                <a:lnTo>
                  <a:pt x="92432" y="82856"/>
                </a:lnTo>
                <a:lnTo>
                  <a:pt x="91051" y="77983"/>
                </a:lnTo>
                <a:lnTo>
                  <a:pt x="89086" y="73109"/>
                </a:lnTo>
                <a:lnTo>
                  <a:pt x="86403" y="68235"/>
                </a:lnTo>
                <a:lnTo>
                  <a:pt x="82876" y="63361"/>
                </a:lnTo>
                <a:lnTo>
                  <a:pt x="78399" y="58487"/>
                </a:lnTo>
                <a:lnTo>
                  <a:pt x="72909" y="53613"/>
                </a:lnTo>
                <a:lnTo>
                  <a:pt x="66401" y="48739"/>
                </a:lnTo>
                <a:lnTo>
                  <a:pt x="58951" y="43865"/>
                </a:lnTo>
                <a:lnTo>
                  <a:pt x="50721" y="38991"/>
                </a:lnTo>
                <a:lnTo>
                  <a:pt x="41970" y="34117"/>
                </a:lnTo>
                <a:lnTo>
                  <a:pt x="33045" y="29243"/>
                </a:lnTo>
                <a:lnTo>
                  <a:pt x="24367" y="24370"/>
                </a:lnTo>
                <a:lnTo>
                  <a:pt x="16395" y="19496"/>
                </a:lnTo>
                <a:lnTo>
                  <a:pt x="9594" y="14622"/>
                </a:lnTo>
                <a:lnTo>
                  <a:pt x="4387" y="9748"/>
                </a:lnTo>
                <a:lnTo>
                  <a:pt x="1116" y="4874"/>
                </a:lnTo>
                <a:lnTo>
                  <a:pt x="0" y="0"/>
                </a:lnTo>
                <a:lnTo>
                  <a:pt x="196140" y="0"/>
                </a:lnTo>
                <a:lnTo>
                  <a:pt x="196140" y="0"/>
                </a:lnTo>
                <a:lnTo>
                  <a:pt x="195024" y="4874"/>
                </a:lnTo>
                <a:lnTo>
                  <a:pt x="191753" y="9748"/>
                </a:lnTo>
                <a:lnTo>
                  <a:pt x="186547" y="14622"/>
                </a:lnTo>
                <a:lnTo>
                  <a:pt x="179746" y="19496"/>
                </a:lnTo>
                <a:lnTo>
                  <a:pt x="171774" y="24370"/>
                </a:lnTo>
                <a:lnTo>
                  <a:pt x="163095" y="29243"/>
                </a:lnTo>
                <a:lnTo>
                  <a:pt x="154171" y="34117"/>
                </a:lnTo>
                <a:lnTo>
                  <a:pt x="145420" y="38991"/>
                </a:lnTo>
                <a:lnTo>
                  <a:pt x="137189" y="43865"/>
                </a:lnTo>
                <a:lnTo>
                  <a:pt x="129739" y="48739"/>
                </a:lnTo>
                <a:lnTo>
                  <a:pt x="123232" y="53613"/>
                </a:lnTo>
                <a:lnTo>
                  <a:pt x="117742" y="58487"/>
                </a:lnTo>
                <a:lnTo>
                  <a:pt x="113265" y="63361"/>
                </a:lnTo>
                <a:lnTo>
                  <a:pt x="109737" y="68235"/>
                </a:lnTo>
                <a:lnTo>
                  <a:pt x="107054" y="73109"/>
                </a:lnTo>
                <a:lnTo>
                  <a:pt x="105089" y="77983"/>
                </a:lnTo>
                <a:lnTo>
                  <a:pt x="103708" y="82856"/>
                </a:lnTo>
                <a:lnTo>
                  <a:pt x="102781" y="87730"/>
                </a:lnTo>
                <a:lnTo>
                  <a:pt x="102191" y="92604"/>
                </a:lnTo>
                <a:lnTo>
                  <a:pt x="101837" y="97478"/>
                </a:lnTo>
                <a:lnTo>
                  <a:pt x="101639" y="102352"/>
                </a:lnTo>
                <a:lnTo>
                  <a:pt x="101532" y="107226"/>
                </a:lnTo>
                <a:lnTo>
                  <a:pt x="101470" y="112100"/>
                </a:lnTo>
                <a:lnTo>
                  <a:pt x="101419" y="116974"/>
                </a:lnTo>
                <a:lnTo>
                  <a:pt x="101357" y="121848"/>
                </a:lnTo>
                <a:lnTo>
                  <a:pt x="101271" y="126722"/>
                </a:lnTo>
                <a:lnTo>
                  <a:pt x="101155" y="131596"/>
                </a:lnTo>
                <a:lnTo>
                  <a:pt x="101007" y="136469"/>
                </a:lnTo>
                <a:lnTo>
                  <a:pt x="100829" y="141343"/>
                </a:lnTo>
                <a:lnTo>
                  <a:pt x="100626" y="146217"/>
                </a:lnTo>
                <a:lnTo>
                  <a:pt x="100404" y="151091"/>
                </a:lnTo>
                <a:lnTo>
                  <a:pt x="100169" y="155965"/>
                </a:lnTo>
                <a:lnTo>
                  <a:pt x="99929" y="160839"/>
                </a:lnTo>
                <a:lnTo>
                  <a:pt x="99691" y="165713"/>
                </a:lnTo>
                <a:lnTo>
                  <a:pt x="99461" y="170587"/>
                </a:lnTo>
                <a:lnTo>
                  <a:pt x="99244" y="175461"/>
                </a:lnTo>
                <a:lnTo>
                  <a:pt x="99046" y="180335"/>
                </a:lnTo>
                <a:lnTo>
                  <a:pt x="98871" y="185209"/>
                </a:lnTo>
                <a:lnTo>
                  <a:pt x="98722" y="190082"/>
                </a:lnTo>
                <a:lnTo>
                  <a:pt x="98601" y="194956"/>
                </a:lnTo>
                <a:lnTo>
                  <a:pt x="98509" y="199830"/>
                </a:lnTo>
                <a:lnTo>
                  <a:pt x="98449" y="204704"/>
                </a:lnTo>
                <a:lnTo>
                  <a:pt x="98421" y="209578"/>
                </a:lnTo>
                <a:lnTo>
                  <a:pt x="98429" y="214452"/>
                </a:lnTo>
                <a:lnTo>
                  <a:pt x="98475" y="219326"/>
                </a:lnTo>
                <a:lnTo>
                  <a:pt x="98562" y="224200"/>
                </a:lnTo>
                <a:lnTo>
                  <a:pt x="98692" y="229074"/>
                </a:lnTo>
                <a:lnTo>
                  <a:pt x="98868" y="233948"/>
                </a:lnTo>
                <a:lnTo>
                  <a:pt x="99093" y="238822"/>
                </a:lnTo>
                <a:lnTo>
                  <a:pt x="99365" y="243695"/>
                </a:lnTo>
                <a:lnTo>
                  <a:pt x="99683" y="248569"/>
                </a:lnTo>
                <a:lnTo>
                  <a:pt x="100042" y="253443"/>
                </a:lnTo>
                <a:lnTo>
                  <a:pt x="100431" y="258317"/>
                </a:lnTo>
                <a:lnTo>
                  <a:pt x="100839" y="263191"/>
                </a:lnTo>
                <a:lnTo>
                  <a:pt x="101251" y="268065"/>
                </a:lnTo>
                <a:lnTo>
                  <a:pt x="101650" y="272939"/>
                </a:lnTo>
                <a:lnTo>
                  <a:pt x="102017" y="277813"/>
                </a:lnTo>
                <a:lnTo>
                  <a:pt x="102336" y="282687"/>
                </a:lnTo>
                <a:lnTo>
                  <a:pt x="102594" y="287561"/>
                </a:lnTo>
                <a:lnTo>
                  <a:pt x="102781" y="292435"/>
                </a:lnTo>
                <a:lnTo>
                  <a:pt x="102892" y="297308"/>
                </a:lnTo>
                <a:lnTo>
                  <a:pt x="102929" y="302182"/>
                </a:lnTo>
                <a:lnTo>
                  <a:pt x="102903" y="307056"/>
                </a:lnTo>
                <a:lnTo>
                  <a:pt x="102826" y="311930"/>
                </a:lnTo>
                <a:lnTo>
                  <a:pt x="102721" y="316804"/>
                </a:lnTo>
                <a:lnTo>
                  <a:pt x="102608" y="321678"/>
                </a:lnTo>
                <a:lnTo>
                  <a:pt x="102515" y="326552"/>
                </a:lnTo>
                <a:lnTo>
                  <a:pt x="102464" y="331426"/>
                </a:lnTo>
                <a:lnTo>
                  <a:pt x="102478" y="336300"/>
                </a:lnTo>
                <a:lnTo>
                  <a:pt x="102573" y="341174"/>
                </a:lnTo>
                <a:lnTo>
                  <a:pt x="102759" y="346048"/>
                </a:lnTo>
                <a:lnTo>
                  <a:pt x="103039" y="350921"/>
                </a:lnTo>
                <a:lnTo>
                  <a:pt x="103407" y="355795"/>
                </a:lnTo>
                <a:lnTo>
                  <a:pt x="103850" y="360669"/>
                </a:lnTo>
                <a:lnTo>
                  <a:pt x="104348" y="365543"/>
                </a:lnTo>
                <a:lnTo>
                  <a:pt x="104875" y="370417"/>
                </a:lnTo>
                <a:lnTo>
                  <a:pt x="105404" y="375291"/>
                </a:lnTo>
                <a:lnTo>
                  <a:pt x="105906" y="380165"/>
                </a:lnTo>
                <a:lnTo>
                  <a:pt x="106355" y="385039"/>
                </a:lnTo>
                <a:lnTo>
                  <a:pt x="106730" y="389913"/>
                </a:lnTo>
                <a:lnTo>
                  <a:pt x="107014" y="394787"/>
                </a:lnTo>
                <a:lnTo>
                  <a:pt x="107195" y="399661"/>
                </a:lnTo>
                <a:lnTo>
                  <a:pt x="107270" y="404534"/>
                </a:lnTo>
                <a:lnTo>
                  <a:pt x="107237" y="409408"/>
                </a:lnTo>
                <a:lnTo>
                  <a:pt x="107102" y="414282"/>
                </a:lnTo>
                <a:lnTo>
                  <a:pt x="106872" y="419156"/>
                </a:lnTo>
                <a:lnTo>
                  <a:pt x="106555" y="424030"/>
                </a:lnTo>
                <a:lnTo>
                  <a:pt x="106161" y="428904"/>
                </a:lnTo>
                <a:lnTo>
                  <a:pt x="105703" y="433778"/>
                </a:lnTo>
                <a:lnTo>
                  <a:pt x="105193" y="438652"/>
                </a:lnTo>
                <a:lnTo>
                  <a:pt x="104647" y="443526"/>
                </a:lnTo>
                <a:lnTo>
                  <a:pt x="104080" y="448400"/>
                </a:lnTo>
                <a:lnTo>
                  <a:pt x="103512" y="453274"/>
                </a:lnTo>
                <a:lnTo>
                  <a:pt x="102963" y="458147"/>
                </a:lnTo>
                <a:lnTo>
                  <a:pt x="102453" y="463021"/>
                </a:lnTo>
                <a:lnTo>
                  <a:pt x="102005" y="467895"/>
                </a:lnTo>
                <a:lnTo>
                  <a:pt x="101640" y="472769"/>
                </a:lnTo>
                <a:lnTo>
                  <a:pt x="101380" y="477643"/>
                </a:lnTo>
                <a:lnTo>
                  <a:pt x="101247" y="482517"/>
                </a:lnTo>
                <a:lnTo>
                  <a:pt x="101265" y="487391"/>
                </a:lnTo>
                <a:lnTo>
                  <a:pt x="101459" y="492265"/>
                </a:lnTo>
                <a:lnTo>
                  <a:pt x="101861" y="497139"/>
                </a:lnTo>
                <a:lnTo>
                  <a:pt x="102507" y="502013"/>
                </a:lnTo>
                <a:lnTo>
                  <a:pt x="103439" y="506887"/>
                </a:lnTo>
                <a:lnTo>
                  <a:pt x="104708" y="511760"/>
                </a:lnTo>
                <a:lnTo>
                  <a:pt x="106366" y="516634"/>
                </a:lnTo>
                <a:lnTo>
                  <a:pt x="108465" y="521508"/>
                </a:lnTo>
                <a:lnTo>
                  <a:pt x="111049" y="526382"/>
                </a:lnTo>
                <a:lnTo>
                  <a:pt x="114143" y="531256"/>
                </a:lnTo>
                <a:lnTo>
                  <a:pt x="117746" y="536130"/>
                </a:lnTo>
                <a:lnTo>
                  <a:pt x="121818" y="541004"/>
                </a:lnTo>
                <a:lnTo>
                  <a:pt x="126277" y="545878"/>
                </a:lnTo>
                <a:lnTo>
                  <a:pt x="130988" y="550752"/>
                </a:lnTo>
                <a:lnTo>
                  <a:pt x="135772" y="555626"/>
                </a:lnTo>
                <a:lnTo>
                  <a:pt x="140412" y="560500"/>
                </a:lnTo>
                <a:lnTo>
                  <a:pt x="144667" y="565373"/>
                </a:lnTo>
                <a:lnTo>
                  <a:pt x="148293" y="570247"/>
                </a:lnTo>
                <a:lnTo>
                  <a:pt x="151068" y="575121"/>
                </a:lnTo>
                <a:lnTo>
                  <a:pt x="152810" y="579995"/>
                </a:lnTo>
                <a:lnTo>
                  <a:pt x="153405" y="584869"/>
                </a:lnTo>
                <a:lnTo>
                  <a:pt x="153405" y="584869"/>
                </a:lnTo>
                <a:close/>
              </a:path>
            </a:pathLst>
          </a:custGeom>
          <a:solidFill>
            <a:srgbClr val="596BC0">
              <a:alpha val="12000"/>
            </a:srgbClr>
          </a:solidFill>
          <a:ln w="6985">
            <a:solidFill>
              <a:srgbClr val="596BC0">
                <a:alpha val="12000"/>
              </a:srgbClr>
            </a:solidFill>
            <a:prstDash val="solid"/>
          </a:ln>
        </p:spPr>
      </p:sp>
      <p:sp>
        <p:nvSpPr>
          <p:cNvPr id="2056" name="03_assume_matched_7353">
            <a:extLst>
              <a:ext uri="{FF2B5EF4-FFF2-40B4-BE49-F238E27FC236}">
                <a16:creationId xmlns:a16="http://schemas.microsoft.com/office/drawing/2014/main" id="{AF38A5D4-10F2-4728-A9A7-7C7B74778A73}"/>
              </a:ext>
            </a:extLst>
          </p:cNvPr>
          <p:cNvSpPr>
            <a:spLocks noGrp="1"/>
          </p:cNvSpPr>
          <p:nvPr/>
        </p:nvSpPr>
        <p:spPr>
          <a:xfrm>
            <a:off x="735432"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057" name="03_assume_matched_7354">
            <a:extLst>
              <a:ext uri="{FF2B5EF4-FFF2-40B4-BE49-F238E27FC236}">
                <a16:creationId xmlns:a16="http://schemas.microsoft.com/office/drawing/2014/main" id="{0E581BC0-86C9-428F-8C92-38E3DAE2FE26}"/>
              </a:ext>
            </a:extLst>
          </p:cNvPr>
          <p:cNvSpPr>
            <a:spLocks noGrp="1"/>
          </p:cNvSpPr>
          <p:nvPr/>
        </p:nvSpPr>
        <p:spPr>
          <a:xfrm>
            <a:off x="1112625"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058" name="03_assume_matched_7355">
            <a:extLst>
              <a:ext uri="{FF2B5EF4-FFF2-40B4-BE49-F238E27FC236}">
                <a16:creationId xmlns:a16="http://schemas.microsoft.com/office/drawing/2014/main" id="{914CAC27-B4BB-4BA1-8CA3-D30133430175}"/>
              </a:ext>
            </a:extLst>
          </p:cNvPr>
          <p:cNvSpPr>
            <a:spLocks noGrp="1"/>
          </p:cNvSpPr>
          <p:nvPr/>
        </p:nvSpPr>
        <p:spPr>
          <a:xfrm>
            <a:off x="1489818"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059" name="03_assume_matched_7356">
            <a:extLst>
              <a:ext uri="{FF2B5EF4-FFF2-40B4-BE49-F238E27FC236}">
                <a16:creationId xmlns:a16="http://schemas.microsoft.com/office/drawing/2014/main" id="{1373A939-D223-4CAB-8E55-31617FD3EB7F}"/>
              </a:ext>
            </a:extLst>
          </p:cNvPr>
          <p:cNvSpPr>
            <a:spLocks noGrp="1"/>
          </p:cNvSpPr>
          <p:nvPr/>
        </p:nvSpPr>
        <p:spPr>
          <a:xfrm>
            <a:off x="2244204"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060" name="03_assume_matched_7357">
            <a:extLst>
              <a:ext uri="{FF2B5EF4-FFF2-40B4-BE49-F238E27FC236}">
                <a16:creationId xmlns:a16="http://schemas.microsoft.com/office/drawing/2014/main" id="{8EAC6433-D80E-47F8-A55F-DF3A38BC9BDB}"/>
              </a:ext>
            </a:extLst>
          </p:cNvPr>
          <p:cNvSpPr>
            <a:spLocks noGrp="1"/>
          </p:cNvSpPr>
          <p:nvPr/>
        </p:nvSpPr>
        <p:spPr>
          <a:xfrm>
            <a:off x="2998589"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061" name="03_assume_matched_7358">
            <a:extLst>
              <a:ext uri="{FF2B5EF4-FFF2-40B4-BE49-F238E27FC236}">
                <a16:creationId xmlns:a16="http://schemas.microsoft.com/office/drawing/2014/main" id="{9255B078-2BBD-484B-AAA7-6CA3A6699C9F}"/>
              </a:ext>
            </a:extLst>
          </p:cNvPr>
          <p:cNvSpPr>
            <a:spLocks noGrp="1"/>
          </p:cNvSpPr>
          <p:nvPr/>
        </p:nvSpPr>
        <p:spPr>
          <a:xfrm>
            <a:off x="712800" y="5451195"/>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062" name="03_assume_matched_7359">
            <a:extLst>
              <a:ext uri="{FF2B5EF4-FFF2-40B4-BE49-F238E27FC236}">
                <a16:creationId xmlns:a16="http://schemas.microsoft.com/office/drawing/2014/main" id="{AF2FC066-5049-494B-838D-6764E1EDAFEE}"/>
              </a:ext>
            </a:extLst>
          </p:cNvPr>
          <p:cNvSpPr>
            <a:spLocks noGrp="1"/>
          </p:cNvSpPr>
          <p:nvPr/>
        </p:nvSpPr>
        <p:spPr>
          <a:xfrm>
            <a:off x="674700" y="5451195"/>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063" name="text_7360">
            <a:extLst>
              <a:ext uri="{FF2B5EF4-FFF2-40B4-BE49-F238E27FC236}">
                <a16:creationId xmlns:a16="http://schemas.microsoft.com/office/drawing/2014/main" id="{C05123E1-1918-4298-930B-D6FBCEAE4BCE}"/>
              </a:ext>
            </a:extLst>
          </p:cNvPr>
          <p:cNvSpPr>
            <a:spLocks noGrp="1"/>
          </p:cNvSpPr>
          <p:nvPr/>
        </p:nvSpPr>
        <p:spPr>
          <a:xfrm>
            <a:off x="585053" y="5411134"/>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2064" name="03_assume_matched_7361">
            <a:extLst>
              <a:ext uri="{FF2B5EF4-FFF2-40B4-BE49-F238E27FC236}">
                <a16:creationId xmlns:a16="http://schemas.microsoft.com/office/drawing/2014/main" id="{8EE61EEE-D1FC-45CB-9A33-99CCCC2CF494}"/>
              </a:ext>
            </a:extLst>
          </p:cNvPr>
          <p:cNvSpPr>
            <a:spLocks noGrp="1"/>
          </p:cNvSpPr>
          <p:nvPr/>
        </p:nvSpPr>
        <p:spPr>
          <a:xfrm>
            <a:off x="712800" y="5158760"/>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065" name="03_assume_matched_7362">
            <a:extLst>
              <a:ext uri="{FF2B5EF4-FFF2-40B4-BE49-F238E27FC236}">
                <a16:creationId xmlns:a16="http://schemas.microsoft.com/office/drawing/2014/main" id="{23866DD7-5D28-4113-B93D-CE8C5DD3B68F}"/>
              </a:ext>
            </a:extLst>
          </p:cNvPr>
          <p:cNvSpPr>
            <a:spLocks noGrp="1"/>
          </p:cNvSpPr>
          <p:nvPr/>
        </p:nvSpPr>
        <p:spPr>
          <a:xfrm>
            <a:off x="674700" y="5158760"/>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066" name="text_7363">
            <a:extLst>
              <a:ext uri="{FF2B5EF4-FFF2-40B4-BE49-F238E27FC236}">
                <a16:creationId xmlns:a16="http://schemas.microsoft.com/office/drawing/2014/main" id="{0024A8B6-C035-4DC6-B974-2F45E7D08E39}"/>
              </a:ext>
            </a:extLst>
          </p:cNvPr>
          <p:cNvSpPr>
            <a:spLocks noGrp="1"/>
          </p:cNvSpPr>
          <p:nvPr/>
        </p:nvSpPr>
        <p:spPr>
          <a:xfrm>
            <a:off x="533506" y="511870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2067" name="03_assume_matched_7364">
            <a:extLst>
              <a:ext uri="{FF2B5EF4-FFF2-40B4-BE49-F238E27FC236}">
                <a16:creationId xmlns:a16="http://schemas.microsoft.com/office/drawing/2014/main" id="{0F733B57-226D-454F-837B-29D8B0883454}"/>
              </a:ext>
            </a:extLst>
          </p:cNvPr>
          <p:cNvSpPr>
            <a:spLocks noGrp="1"/>
          </p:cNvSpPr>
          <p:nvPr/>
        </p:nvSpPr>
        <p:spPr>
          <a:xfrm>
            <a:off x="712800" y="4866326"/>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068" name="03_assume_matched_7365">
            <a:extLst>
              <a:ext uri="{FF2B5EF4-FFF2-40B4-BE49-F238E27FC236}">
                <a16:creationId xmlns:a16="http://schemas.microsoft.com/office/drawing/2014/main" id="{258ABC2C-91EC-4FBB-9103-43FCA7355BB1}"/>
              </a:ext>
            </a:extLst>
          </p:cNvPr>
          <p:cNvSpPr>
            <a:spLocks noGrp="1"/>
          </p:cNvSpPr>
          <p:nvPr/>
        </p:nvSpPr>
        <p:spPr>
          <a:xfrm>
            <a:off x="674700" y="4866326"/>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069" name="text_7366">
            <a:extLst>
              <a:ext uri="{FF2B5EF4-FFF2-40B4-BE49-F238E27FC236}">
                <a16:creationId xmlns:a16="http://schemas.microsoft.com/office/drawing/2014/main" id="{274B6416-E98F-4770-9A96-109E30EEDAB0}"/>
              </a:ext>
            </a:extLst>
          </p:cNvPr>
          <p:cNvSpPr>
            <a:spLocks noGrp="1"/>
          </p:cNvSpPr>
          <p:nvPr/>
        </p:nvSpPr>
        <p:spPr>
          <a:xfrm>
            <a:off x="481960" y="4826265"/>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2070" name="text_7367">
            <a:extLst>
              <a:ext uri="{FF2B5EF4-FFF2-40B4-BE49-F238E27FC236}">
                <a16:creationId xmlns:a16="http://schemas.microsoft.com/office/drawing/2014/main" id="{30F49D10-B6E4-4597-AB83-70DEA038DD94}"/>
              </a:ext>
            </a:extLst>
          </p:cNvPr>
          <p:cNvSpPr>
            <a:spLocks noGrp="1"/>
          </p:cNvSpPr>
          <p:nvPr/>
        </p:nvSpPr>
        <p:spPr>
          <a:xfrm rot="-5400000">
            <a:off x="67234" y="5099229"/>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b="0">
                <a:solidFill>
                  <a:srgbClr val="273744"/>
                </a:solidFill>
                <a:latin typeface="Arial"/>
                <a:ea typeface="Arial"/>
                <a:cs typeface="Arial"/>
              </a:rPr>
              <a:t>Completion (%)</a:t>
            </a:r>
          </a:p>
        </p:txBody>
      </p:sp>
      <p:sp>
        <p:nvSpPr>
          <p:cNvPr id="2071" name="03_assume_matched_7368">
            <a:extLst>
              <a:ext uri="{FF2B5EF4-FFF2-40B4-BE49-F238E27FC236}">
                <a16:creationId xmlns:a16="http://schemas.microsoft.com/office/drawing/2014/main" id="{472D9DA2-1DA0-4E73-922D-0E4D3FFDB82F}"/>
              </a:ext>
            </a:extLst>
          </p:cNvPr>
          <p:cNvSpPr>
            <a:spLocks noGrp="1"/>
          </p:cNvSpPr>
          <p:nvPr/>
        </p:nvSpPr>
        <p:spPr>
          <a:xfrm>
            <a:off x="1150377" y="5144561"/>
            <a:ext cx="28398" cy="28398"/>
          </a:xfrm>
          <a:prstGeom prst="ellipse">
            <a:avLst/>
          </a:prstGeom>
          <a:solidFill>
            <a:srgbClr val="7F8C97">
              <a:alpha val="48000"/>
            </a:srgbClr>
          </a:solidFill>
          <a:ln w="0">
            <a:noFill/>
            <a:prstDash val="solid"/>
          </a:ln>
        </p:spPr>
      </p:sp>
      <p:sp>
        <p:nvSpPr>
          <p:cNvPr id="2072" name="03_assume_matched_7369">
            <a:extLst>
              <a:ext uri="{FF2B5EF4-FFF2-40B4-BE49-F238E27FC236}">
                <a16:creationId xmlns:a16="http://schemas.microsoft.com/office/drawing/2014/main" id="{737AA9FB-09F9-4B5D-9F6F-3C88B36B373C}"/>
              </a:ext>
            </a:extLst>
          </p:cNvPr>
          <p:cNvSpPr>
            <a:spLocks noGrp="1"/>
          </p:cNvSpPr>
          <p:nvPr/>
        </p:nvSpPr>
        <p:spPr>
          <a:xfrm>
            <a:off x="1138864" y="5436996"/>
            <a:ext cx="28398" cy="28398"/>
          </a:xfrm>
          <a:prstGeom prst="ellipse">
            <a:avLst/>
          </a:prstGeom>
          <a:solidFill>
            <a:srgbClr val="7F8C97">
              <a:alpha val="48000"/>
            </a:srgbClr>
          </a:solidFill>
          <a:ln w="0">
            <a:noFill/>
            <a:prstDash val="solid"/>
          </a:ln>
        </p:spPr>
      </p:sp>
      <p:sp>
        <p:nvSpPr>
          <p:cNvPr id="2073" name="03_assume_matched_7370">
            <a:extLst>
              <a:ext uri="{FF2B5EF4-FFF2-40B4-BE49-F238E27FC236}">
                <a16:creationId xmlns:a16="http://schemas.microsoft.com/office/drawing/2014/main" id="{A6C470AE-5833-4E1C-87E6-38E6B0FAE1A5}"/>
              </a:ext>
            </a:extLst>
          </p:cNvPr>
          <p:cNvSpPr>
            <a:spLocks noGrp="1"/>
          </p:cNvSpPr>
          <p:nvPr/>
        </p:nvSpPr>
        <p:spPr>
          <a:xfrm>
            <a:off x="1081732" y="5436996"/>
            <a:ext cx="28398" cy="28398"/>
          </a:xfrm>
          <a:prstGeom prst="ellipse">
            <a:avLst/>
          </a:prstGeom>
          <a:solidFill>
            <a:srgbClr val="7F8C97">
              <a:alpha val="48000"/>
            </a:srgbClr>
          </a:solidFill>
          <a:ln w="0">
            <a:noFill/>
            <a:prstDash val="solid"/>
          </a:ln>
        </p:spPr>
      </p:sp>
      <p:sp>
        <p:nvSpPr>
          <p:cNvPr id="2074" name="03_assume_matched_7371">
            <a:extLst>
              <a:ext uri="{FF2B5EF4-FFF2-40B4-BE49-F238E27FC236}">
                <a16:creationId xmlns:a16="http://schemas.microsoft.com/office/drawing/2014/main" id="{AF0280E5-2244-41EF-B664-00606C42E6B8}"/>
              </a:ext>
            </a:extLst>
          </p:cNvPr>
          <p:cNvSpPr>
            <a:spLocks noGrp="1"/>
          </p:cNvSpPr>
          <p:nvPr/>
        </p:nvSpPr>
        <p:spPr>
          <a:xfrm>
            <a:off x="1160594" y="5144561"/>
            <a:ext cx="28398" cy="28398"/>
          </a:xfrm>
          <a:prstGeom prst="ellipse">
            <a:avLst/>
          </a:prstGeom>
          <a:solidFill>
            <a:srgbClr val="7F8C97">
              <a:alpha val="48000"/>
            </a:srgbClr>
          </a:solidFill>
          <a:ln w="0">
            <a:noFill/>
            <a:prstDash val="solid"/>
          </a:ln>
        </p:spPr>
      </p:sp>
      <p:sp>
        <p:nvSpPr>
          <p:cNvPr id="2075" name="03_assume_matched_7372">
            <a:extLst>
              <a:ext uri="{FF2B5EF4-FFF2-40B4-BE49-F238E27FC236}">
                <a16:creationId xmlns:a16="http://schemas.microsoft.com/office/drawing/2014/main" id="{E1525065-7E33-4679-B0C5-2A5D581A6B95}"/>
              </a:ext>
            </a:extLst>
          </p:cNvPr>
          <p:cNvSpPr>
            <a:spLocks noGrp="1"/>
          </p:cNvSpPr>
          <p:nvPr/>
        </p:nvSpPr>
        <p:spPr>
          <a:xfrm>
            <a:off x="1128359" y="5269890"/>
            <a:ext cx="28398" cy="28398"/>
          </a:xfrm>
          <a:prstGeom prst="ellipse">
            <a:avLst/>
          </a:prstGeom>
          <a:solidFill>
            <a:srgbClr val="7F8C97">
              <a:alpha val="48000"/>
            </a:srgbClr>
          </a:solidFill>
          <a:ln w="0">
            <a:noFill/>
            <a:prstDash val="solid"/>
          </a:ln>
        </p:spPr>
      </p:sp>
      <p:sp>
        <p:nvSpPr>
          <p:cNvPr id="2076" name="03_assume_matched_7373">
            <a:extLst>
              <a:ext uri="{FF2B5EF4-FFF2-40B4-BE49-F238E27FC236}">
                <a16:creationId xmlns:a16="http://schemas.microsoft.com/office/drawing/2014/main" id="{B46508F9-BE4A-4E66-864D-04F7458AB3DF}"/>
              </a:ext>
            </a:extLst>
          </p:cNvPr>
          <p:cNvSpPr>
            <a:spLocks noGrp="1"/>
          </p:cNvSpPr>
          <p:nvPr/>
        </p:nvSpPr>
        <p:spPr>
          <a:xfrm>
            <a:off x="1033091" y="5171146"/>
            <a:ext cx="28398" cy="28398"/>
          </a:xfrm>
          <a:prstGeom prst="ellipse">
            <a:avLst/>
          </a:prstGeom>
          <a:solidFill>
            <a:srgbClr val="7F8C97">
              <a:alpha val="48000"/>
            </a:srgbClr>
          </a:solidFill>
          <a:ln w="0">
            <a:noFill/>
            <a:prstDash val="solid"/>
          </a:ln>
        </p:spPr>
      </p:sp>
      <p:sp>
        <p:nvSpPr>
          <p:cNvPr id="2077" name="03_assume_matched_7374">
            <a:extLst>
              <a:ext uri="{FF2B5EF4-FFF2-40B4-BE49-F238E27FC236}">
                <a16:creationId xmlns:a16="http://schemas.microsoft.com/office/drawing/2014/main" id="{FED66B6C-4BF8-4D28-A7BE-5EA66B72BAA9}"/>
              </a:ext>
            </a:extLst>
          </p:cNvPr>
          <p:cNvSpPr>
            <a:spLocks noGrp="1"/>
          </p:cNvSpPr>
          <p:nvPr/>
        </p:nvSpPr>
        <p:spPr>
          <a:xfrm>
            <a:off x="1063743" y="5436996"/>
            <a:ext cx="28398" cy="28398"/>
          </a:xfrm>
          <a:prstGeom prst="ellipse">
            <a:avLst/>
          </a:prstGeom>
          <a:solidFill>
            <a:srgbClr val="7F8C97">
              <a:alpha val="48000"/>
            </a:srgbClr>
          </a:solidFill>
          <a:ln w="0">
            <a:noFill/>
            <a:prstDash val="solid"/>
          </a:ln>
        </p:spPr>
      </p:sp>
      <p:sp>
        <p:nvSpPr>
          <p:cNvPr id="2078" name="03_assume_matched_7375">
            <a:extLst>
              <a:ext uri="{FF2B5EF4-FFF2-40B4-BE49-F238E27FC236}">
                <a16:creationId xmlns:a16="http://schemas.microsoft.com/office/drawing/2014/main" id="{06009449-D243-4B76-AE95-DA0F483F2EA5}"/>
              </a:ext>
            </a:extLst>
          </p:cNvPr>
          <p:cNvSpPr>
            <a:spLocks noGrp="1"/>
          </p:cNvSpPr>
          <p:nvPr/>
        </p:nvSpPr>
        <p:spPr>
          <a:xfrm>
            <a:off x="1032803" y="5290779"/>
            <a:ext cx="28398" cy="28398"/>
          </a:xfrm>
          <a:prstGeom prst="ellipse">
            <a:avLst/>
          </a:prstGeom>
          <a:solidFill>
            <a:srgbClr val="7F8C97">
              <a:alpha val="48000"/>
            </a:srgbClr>
          </a:solidFill>
          <a:ln w="0">
            <a:noFill/>
            <a:prstDash val="solid"/>
          </a:ln>
        </p:spPr>
      </p:sp>
      <p:sp>
        <p:nvSpPr>
          <p:cNvPr id="2079" name="03_assume_matched_7376">
            <a:extLst>
              <a:ext uri="{FF2B5EF4-FFF2-40B4-BE49-F238E27FC236}">
                <a16:creationId xmlns:a16="http://schemas.microsoft.com/office/drawing/2014/main" id="{9BD77A20-A96D-43CE-A416-1D349A6E8D17}"/>
              </a:ext>
            </a:extLst>
          </p:cNvPr>
          <p:cNvSpPr>
            <a:spLocks noGrp="1"/>
          </p:cNvSpPr>
          <p:nvPr/>
        </p:nvSpPr>
        <p:spPr>
          <a:xfrm>
            <a:off x="1114112" y="5144561"/>
            <a:ext cx="28398" cy="28398"/>
          </a:xfrm>
          <a:prstGeom prst="ellipse">
            <a:avLst/>
          </a:prstGeom>
          <a:solidFill>
            <a:srgbClr val="7F8C97">
              <a:alpha val="48000"/>
            </a:srgbClr>
          </a:solidFill>
          <a:ln w="0">
            <a:noFill/>
            <a:prstDash val="solid"/>
          </a:ln>
        </p:spPr>
      </p:sp>
      <p:sp>
        <p:nvSpPr>
          <p:cNvPr id="2080" name="03_assume_matched_7377">
            <a:extLst>
              <a:ext uri="{FF2B5EF4-FFF2-40B4-BE49-F238E27FC236}">
                <a16:creationId xmlns:a16="http://schemas.microsoft.com/office/drawing/2014/main" id="{B3C47E44-C2D1-49BB-8B69-FC0F37C48E82}"/>
              </a:ext>
            </a:extLst>
          </p:cNvPr>
          <p:cNvSpPr>
            <a:spLocks noGrp="1"/>
          </p:cNvSpPr>
          <p:nvPr/>
        </p:nvSpPr>
        <p:spPr>
          <a:xfrm>
            <a:off x="1095403" y="5436996"/>
            <a:ext cx="28398" cy="28398"/>
          </a:xfrm>
          <a:prstGeom prst="ellipse">
            <a:avLst/>
          </a:prstGeom>
          <a:solidFill>
            <a:srgbClr val="7F8C97">
              <a:alpha val="48000"/>
            </a:srgbClr>
          </a:solidFill>
          <a:ln w="0">
            <a:noFill/>
            <a:prstDash val="solid"/>
          </a:ln>
        </p:spPr>
      </p:sp>
      <p:sp>
        <p:nvSpPr>
          <p:cNvPr id="2081" name="03_assume_matched_7378">
            <a:extLst>
              <a:ext uri="{FF2B5EF4-FFF2-40B4-BE49-F238E27FC236}">
                <a16:creationId xmlns:a16="http://schemas.microsoft.com/office/drawing/2014/main" id="{1D1EFFBD-8B07-4F2D-9694-F9CF8F76567F}"/>
              </a:ext>
            </a:extLst>
          </p:cNvPr>
          <p:cNvSpPr>
            <a:spLocks noGrp="1"/>
          </p:cNvSpPr>
          <p:nvPr/>
        </p:nvSpPr>
        <p:spPr>
          <a:xfrm>
            <a:off x="1080149" y="5436996"/>
            <a:ext cx="28398" cy="28398"/>
          </a:xfrm>
          <a:prstGeom prst="ellipse">
            <a:avLst/>
          </a:prstGeom>
          <a:solidFill>
            <a:srgbClr val="7F8C97">
              <a:alpha val="48000"/>
            </a:srgbClr>
          </a:solidFill>
          <a:ln w="0">
            <a:noFill/>
            <a:prstDash val="solid"/>
          </a:ln>
        </p:spPr>
      </p:sp>
      <p:sp>
        <p:nvSpPr>
          <p:cNvPr id="2082" name="03_assume_matched_7379">
            <a:extLst>
              <a:ext uri="{FF2B5EF4-FFF2-40B4-BE49-F238E27FC236}">
                <a16:creationId xmlns:a16="http://schemas.microsoft.com/office/drawing/2014/main" id="{3D9327DD-0717-459A-922B-A7E55F3CD61C}"/>
              </a:ext>
            </a:extLst>
          </p:cNvPr>
          <p:cNvSpPr>
            <a:spLocks noGrp="1"/>
          </p:cNvSpPr>
          <p:nvPr/>
        </p:nvSpPr>
        <p:spPr>
          <a:xfrm>
            <a:off x="1065902" y="5436996"/>
            <a:ext cx="28398" cy="28398"/>
          </a:xfrm>
          <a:prstGeom prst="ellipse">
            <a:avLst/>
          </a:prstGeom>
          <a:solidFill>
            <a:srgbClr val="7F8C97">
              <a:alpha val="48000"/>
            </a:srgbClr>
          </a:solidFill>
          <a:ln w="0">
            <a:noFill/>
            <a:prstDash val="solid"/>
          </a:ln>
        </p:spPr>
      </p:sp>
      <p:sp>
        <p:nvSpPr>
          <p:cNvPr id="2083" name="03_assume_matched_7380">
            <a:extLst>
              <a:ext uri="{FF2B5EF4-FFF2-40B4-BE49-F238E27FC236}">
                <a16:creationId xmlns:a16="http://schemas.microsoft.com/office/drawing/2014/main" id="{396276FB-8C6F-4CD5-8F13-1B8EBAB32169}"/>
              </a:ext>
            </a:extLst>
          </p:cNvPr>
          <p:cNvSpPr>
            <a:spLocks noGrp="1"/>
          </p:cNvSpPr>
          <p:nvPr/>
        </p:nvSpPr>
        <p:spPr>
          <a:xfrm>
            <a:off x="1082308" y="5436996"/>
            <a:ext cx="28398" cy="28398"/>
          </a:xfrm>
          <a:prstGeom prst="ellipse">
            <a:avLst/>
          </a:prstGeom>
          <a:solidFill>
            <a:srgbClr val="7F8C97">
              <a:alpha val="48000"/>
            </a:srgbClr>
          </a:solidFill>
          <a:ln w="0">
            <a:noFill/>
            <a:prstDash val="solid"/>
          </a:ln>
        </p:spPr>
      </p:sp>
      <p:sp>
        <p:nvSpPr>
          <p:cNvPr id="2084" name="03_assume_matched_7381">
            <a:extLst>
              <a:ext uri="{FF2B5EF4-FFF2-40B4-BE49-F238E27FC236}">
                <a16:creationId xmlns:a16="http://schemas.microsoft.com/office/drawing/2014/main" id="{4ADEAB1B-DA5D-4101-A776-ACAAD2544971}"/>
              </a:ext>
            </a:extLst>
          </p:cNvPr>
          <p:cNvSpPr>
            <a:spLocks noGrp="1"/>
          </p:cNvSpPr>
          <p:nvPr/>
        </p:nvSpPr>
        <p:spPr>
          <a:xfrm>
            <a:off x="1167502" y="5290779"/>
            <a:ext cx="28398" cy="28398"/>
          </a:xfrm>
          <a:prstGeom prst="ellipse">
            <a:avLst/>
          </a:prstGeom>
          <a:solidFill>
            <a:srgbClr val="7F8C97">
              <a:alpha val="48000"/>
            </a:srgbClr>
          </a:solidFill>
          <a:ln w="0">
            <a:noFill/>
            <a:prstDash val="solid"/>
          </a:ln>
        </p:spPr>
      </p:sp>
      <p:sp>
        <p:nvSpPr>
          <p:cNvPr id="2085" name="03_assume_matched_7382">
            <a:extLst>
              <a:ext uri="{FF2B5EF4-FFF2-40B4-BE49-F238E27FC236}">
                <a16:creationId xmlns:a16="http://schemas.microsoft.com/office/drawing/2014/main" id="{4487302D-36C1-4EB3-BBD9-BCA940D6996E}"/>
              </a:ext>
            </a:extLst>
          </p:cNvPr>
          <p:cNvSpPr>
            <a:spLocks noGrp="1"/>
          </p:cNvSpPr>
          <p:nvPr/>
        </p:nvSpPr>
        <p:spPr>
          <a:xfrm>
            <a:off x="1122458" y="5242040"/>
            <a:ext cx="28398" cy="28398"/>
          </a:xfrm>
          <a:prstGeom prst="ellipse">
            <a:avLst/>
          </a:prstGeom>
          <a:solidFill>
            <a:srgbClr val="7F8C97">
              <a:alpha val="48000"/>
            </a:srgbClr>
          </a:solidFill>
          <a:ln w="0">
            <a:noFill/>
            <a:prstDash val="solid"/>
          </a:ln>
        </p:spPr>
      </p:sp>
      <p:sp>
        <p:nvSpPr>
          <p:cNvPr id="2086" name="03_assume_matched_7383">
            <a:extLst>
              <a:ext uri="{FF2B5EF4-FFF2-40B4-BE49-F238E27FC236}">
                <a16:creationId xmlns:a16="http://schemas.microsoft.com/office/drawing/2014/main" id="{F3B9E63D-077B-49ED-83C6-4B678C80E577}"/>
              </a:ext>
            </a:extLst>
          </p:cNvPr>
          <p:cNvSpPr>
            <a:spLocks noGrp="1"/>
          </p:cNvSpPr>
          <p:nvPr/>
        </p:nvSpPr>
        <p:spPr>
          <a:xfrm>
            <a:off x="1132244" y="5372010"/>
            <a:ext cx="28398" cy="28398"/>
          </a:xfrm>
          <a:prstGeom prst="ellipse">
            <a:avLst/>
          </a:prstGeom>
          <a:solidFill>
            <a:srgbClr val="7F8C97">
              <a:alpha val="48000"/>
            </a:srgbClr>
          </a:solidFill>
          <a:ln w="0">
            <a:noFill/>
            <a:prstDash val="solid"/>
          </a:ln>
        </p:spPr>
      </p:sp>
      <p:sp>
        <p:nvSpPr>
          <p:cNvPr id="2087" name="03_assume_matched_7384">
            <a:extLst>
              <a:ext uri="{FF2B5EF4-FFF2-40B4-BE49-F238E27FC236}">
                <a16:creationId xmlns:a16="http://schemas.microsoft.com/office/drawing/2014/main" id="{7A2ECD75-5562-4A92-BBBB-8CDA9D4D092B}"/>
              </a:ext>
            </a:extLst>
          </p:cNvPr>
          <p:cNvSpPr>
            <a:spLocks noGrp="1"/>
          </p:cNvSpPr>
          <p:nvPr/>
        </p:nvSpPr>
        <p:spPr>
          <a:xfrm>
            <a:off x="1069068" y="5274532"/>
            <a:ext cx="28398" cy="28398"/>
          </a:xfrm>
          <a:prstGeom prst="ellipse">
            <a:avLst/>
          </a:prstGeom>
          <a:solidFill>
            <a:srgbClr val="7F8C97">
              <a:alpha val="48000"/>
            </a:srgbClr>
          </a:solidFill>
          <a:ln w="0">
            <a:noFill/>
            <a:prstDash val="solid"/>
          </a:ln>
        </p:spPr>
      </p:sp>
      <p:sp>
        <p:nvSpPr>
          <p:cNvPr id="2088" name="03_assume_matched_7385">
            <a:extLst>
              <a:ext uri="{FF2B5EF4-FFF2-40B4-BE49-F238E27FC236}">
                <a16:creationId xmlns:a16="http://schemas.microsoft.com/office/drawing/2014/main" id="{8786BA0C-60B0-4050-85EB-020F614AB26F}"/>
              </a:ext>
            </a:extLst>
          </p:cNvPr>
          <p:cNvSpPr>
            <a:spLocks noGrp="1"/>
          </p:cNvSpPr>
          <p:nvPr/>
        </p:nvSpPr>
        <p:spPr>
          <a:xfrm>
            <a:off x="1159443" y="5436996"/>
            <a:ext cx="28398" cy="28398"/>
          </a:xfrm>
          <a:prstGeom prst="ellipse">
            <a:avLst/>
          </a:prstGeom>
          <a:solidFill>
            <a:srgbClr val="7F8C97">
              <a:alpha val="48000"/>
            </a:srgbClr>
          </a:solidFill>
          <a:ln w="0">
            <a:noFill/>
            <a:prstDash val="solid"/>
          </a:ln>
        </p:spPr>
      </p:sp>
      <p:sp>
        <p:nvSpPr>
          <p:cNvPr id="2089" name="03_assume_matched_7386">
            <a:extLst>
              <a:ext uri="{FF2B5EF4-FFF2-40B4-BE49-F238E27FC236}">
                <a16:creationId xmlns:a16="http://schemas.microsoft.com/office/drawing/2014/main" id="{B9064680-4C3E-496E-BE55-A1F29B4B7949}"/>
              </a:ext>
            </a:extLst>
          </p:cNvPr>
          <p:cNvSpPr>
            <a:spLocks noGrp="1"/>
          </p:cNvSpPr>
          <p:nvPr/>
        </p:nvSpPr>
        <p:spPr>
          <a:xfrm>
            <a:off x="1132532" y="5224316"/>
            <a:ext cx="28398" cy="28398"/>
          </a:xfrm>
          <a:prstGeom prst="ellipse">
            <a:avLst/>
          </a:prstGeom>
          <a:solidFill>
            <a:srgbClr val="7F8C97">
              <a:alpha val="48000"/>
            </a:srgbClr>
          </a:solidFill>
          <a:ln w="0">
            <a:noFill/>
            <a:prstDash val="solid"/>
          </a:ln>
        </p:spPr>
      </p:sp>
      <p:sp>
        <p:nvSpPr>
          <p:cNvPr id="2090" name="03_assume_matched_7387">
            <a:extLst>
              <a:ext uri="{FF2B5EF4-FFF2-40B4-BE49-F238E27FC236}">
                <a16:creationId xmlns:a16="http://schemas.microsoft.com/office/drawing/2014/main" id="{AA01683D-75D1-42C3-87F5-8970AE352C98}"/>
              </a:ext>
            </a:extLst>
          </p:cNvPr>
          <p:cNvSpPr>
            <a:spLocks noGrp="1"/>
          </p:cNvSpPr>
          <p:nvPr/>
        </p:nvSpPr>
        <p:spPr>
          <a:xfrm>
            <a:off x="1050360" y="5436996"/>
            <a:ext cx="28398" cy="28398"/>
          </a:xfrm>
          <a:prstGeom prst="ellipse">
            <a:avLst/>
          </a:prstGeom>
          <a:solidFill>
            <a:srgbClr val="7F8C97">
              <a:alpha val="48000"/>
            </a:srgbClr>
          </a:solidFill>
          <a:ln w="0">
            <a:noFill/>
            <a:prstDash val="solid"/>
          </a:ln>
        </p:spPr>
      </p:sp>
      <p:sp>
        <p:nvSpPr>
          <p:cNvPr id="2091" name="03_assume_matched_7388">
            <a:extLst>
              <a:ext uri="{FF2B5EF4-FFF2-40B4-BE49-F238E27FC236}">
                <a16:creationId xmlns:a16="http://schemas.microsoft.com/office/drawing/2014/main" id="{219289E3-2E9A-4CC3-8393-69B6BA6B3FCA}"/>
              </a:ext>
            </a:extLst>
          </p:cNvPr>
          <p:cNvSpPr>
            <a:spLocks noGrp="1"/>
          </p:cNvSpPr>
          <p:nvPr/>
        </p:nvSpPr>
        <p:spPr>
          <a:xfrm>
            <a:off x="1057699" y="5203048"/>
            <a:ext cx="28398" cy="28398"/>
          </a:xfrm>
          <a:prstGeom prst="ellipse">
            <a:avLst/>
          </a:prstGeom>
          <a:solidFill>
            <a:srgbClr val="7F8C97">
              <a:alpha val="48000"/>
            </a:srgbClr>
          </a:solidFill>
          <a:ln w="0">
            <a:noFill/>
            <a:prstDash val="solid"/>
          </a:ln>
        </p:spPr>
      </p:sp>
      <p:sp>
        <p:nvSpPr>
          <p:cNvPr id="2092" name="03_assume_matched_7389">
            <a:extLst>
              <a:ext uri="{FF2B5EF4-FFF2-40B4-BE49-F238E27FC236}">
                <a16:creationId xmlns:a16="http://schemas.microsoft.com/office/drawing/2014/main" id="{F2C97389-5FAF-4420-89CB-7496BDDBB538}"/>
              </a:ext>
            </a:extLst>
          </p:cNvPr>
          <p:cNvSpPr>
            <a:spLocks noGrp="1"/>
          </p:cNvSpPr>
          <p:nvPr/>
        </p:nvSpPr>
        <p:spPr>
          <a:xfrm>
            <a:off x="1068924" y="5290779"/>
            <a:ext cx="28398" cy="28398"/>
          </a:xfrm>
          <a:prstGeom prst="ellipse">
            <a:avLst/>
          </a:prstGeom>
          <a:solidFill>
            <a:srgbClr val="7F8C97">
              <a:alpha val="48000"/>
            </a:srgbClr>
          </a:solidFill>
          <a:ln w="0">
            <a:noFill/>
            <a:prstDash val="solid"/>
          </a:ln>
        </p:spPr>
      </p:sp>
      <p:sp>
        <p:nvSpPr>
          <p:cNvPr id="2093" name="03_assume_matched_7390">
            <a:extLst>
              <a:ext uri="{FF2B5EF4-FFF2-40B4-BE49-F238E27FC236}">
                <a16:creationId xmlns:a16="http://schemas.microsoft.com/office/drawing/2014/main" id="{95FF1FB4-BBB1-4ADD-A9E6-D524B581AE85}"/>
              </a:ext>
            </a:extLst>
          </p:cNvPr>
          <p:cNvSpPr>
            <a:spLocks noGrp="1"/>
          </p:cNvSpPr>
          <p:nvPr/>
        </p:nvSpPr>
        <p:spPr>
          <a:xfrm>
            <a:off x="1158292" y="5436996"/>
            <a:ext cx="28398" cy="28398"/>
          </a:xfrm>
          <a:prstGeom prst="ellipse">
            <a:avLst/>
          </a:prstGeom>
          <a:solidFill>
            <a:srgbClr val="7F8C97">
              <a:alpha val="48000"/>
            </a:srgbClr>
          </a:solidFill>
          <a:ln w="0">
            <a:noFill/>
            <a:prstDash val="solid"/>
          </a:ln>
        </p:spPr>
      </p:sp>
      <p:sp>
        <p:nvSpPr>
          <p:cNvPr id="2094" name="03_assume_matched_7391">
            <a:extLst>
              <a:ext uri="{FF2B5EF4-FFF2-40B4-BE49-F238E27FC236}">
                <a16:creationId xmlns:a16="http://schemas.microsoft.com/office/drawing/2014/main" id="{1465398B-4809-4E33-BCC2-BB65EDBFF508}"/>
              </a:ext>
            </a:extLst>
          </p:cNvPr>
          <p:cNvSpPr>
            <a:spLocks noGrp="1"/>
          </p:cNvSpPr>
          <p:nvPr/>
        </p:nvSpPr>
        <p:spPr>
          <a:xfrm>
            <a:off x="1071227" y="5144561"/>
            <a:ext cx="28398" cy="28398"/>
          </a:xfrm>
          <a:prstGeom prst="ellipse">
            <a:avLst/>
          </a:prstGeom>
          <a:solidFill>
            <a:srgbClr val="7F8C97">
              <a:alpha val="48000"/>
            </a:srgbClr>
          </a:solidFill>
          <a:ln w="0">
            <a:noFill/>
            <a:prstDash val="solid"/>
          </a:ln>
        </p:spPr>
      </p:sp>
      <p:sp>
        <p:nvSpPr>
          <p:cNvPr id="2095" name="03_assume_matched_7392">
            <a:extLst>
              <a:ext uri="{FF2B5EF4-FFF2-40B4-BE49-F238E27FC236}">
                <a16:creationId xmlns:a16="http://schemas.microsoft.com/office/drawing/2014/main" id="{F8E9620B-7069-4D7C-AE7C-BA83C56A1263}"/>
              </a:ext>
            </a:extLst>
          </p:cNvPr>
          <p:cNvSpPr>
            <a:spLocks noGrp="1"/>
          </p:cNvSpPr>
          <p:nvPr/>
        </p:nvSpPr>
        <p:spPr>
          <a:xfrm>
            <a:off x="1150233" y="5242040"/>
            <a:ext cx="28398" cy="28398"/>
          </a:xfrm>
          <a:prstGeom prst="ellipse">
            <a:avLst/>
          </a:prstGeom>
          <a:solidFill>
            <a:srgbClr val="7F8C97">
              <a:alpha val="48000"/>
            </a:srgbClr>
          </a:solidFill>
          <a:ln w="0">
            <a:noFill/>
            <a:prstDash val="solid"/>
          </a:ln>
        </p:spPr>
      </p:sp>
      <p:sp>
        <p:nvSpPr>
          <p:cNvPr id="2096" name="03_assume_matched_7393">
            <a:extLst>
              <a:ext uri="{FF2B5EF4-FFF2-40B4-BE49-F238E27FC236}">
                <a16:creationId xmlns:a16="http://schemas.microsoft.com/office/drawing/2014/main" id="{F5501278-740C-4E3E-BF1A-E6A9860887B9}"/>
              </a:ext>
            </a:extLst>
          </p:cNvPr>
          <p:cNvSpPr>
            <a:spLocks noGrp="1"/>
          </p:cNvSpPr>
          <p:nvPr/>
        </p:nvSpPr>
        <p:spPr>
          <a:xfrm>
            <a:off x="1151384" y="5144561"/>
            <a:ext cx="28398" cy="28398"/>
          </a:xfrm>
          <a:prstGeom prst="ellipse">
            <a:avLst/>
          </a:prstGeom>
          <a:solidFill>
            <a:srgbClr val="7F8C97">
              <a:alpha val="48000"/>
            </a:srgbClr>
          </a:solidFill>
          <a:ln w="0">
            <a:noFill/>
            <a:prstDash val="solid"/>
          </a:ln>
        </p:spPr>
      </p:sp>
      <p:sp>
        <p:nvSpPr>
          <p:cNvPr id="2097" name="03_assume_matched_7394">
            <a:extLst>
              <a:ext uri="{FF2B5EF4-FFF2-40B4-BE49-F238E27FC236}">
                <a16:creationId xmlns:a16="http://schemas.microsoft.com/office/drawing/2014/main" id="{8DFE7AA2-820B-4A26-80E5-851CD4DB7573}"/>
              </a:ext>
            </a:extLst>
          </p:cNvPr>
          <p:cNvSpPr>
            <a:spLocks noGrp="1"/>
          </p:cNvSpPr>
          <p:nvPr/>
        </p:nvSpPr>
        <p:spPr>
          <a:xfrm>
            <a:off x="1155126" y="5436996"/>
            <a:ext cx="28398" cy="28398"/>
          </a:xfrm>
          <a:prstGeom prst="ellipse">
            <a:avLst/>
          </a:prstGeom>
          <a:solidFill>
            <a:srgbClr val="7F8C97">
              <a:alpha val="48000"/>
            </a:srgbClr>
          </a:solidFill>
          <a:ln w="0">
            <a:noFill/>
            <a:prstDash val="solid"/>
          </a:ln>
        </p:spPr>
      </p:sp>
      <p:sp>
        <p:nvSpPr>
          <p:cNvPr id="2098" name="03_assume_matched_7395">
            <a:extLst>
              <a:ext uri="{FF2B5EF4-FFF2-40B4-BE49-F238E27FC236}">
                <a16:creationId xmlns:a16="http://schemas.microsoft.com/office/drawing/2014/main" id="{3A3F495A-5020-4EC1-8E0A-D87977398F4B}"/>
              </a:ext>
            </a:extLst>
          </p:cNvPr>
          <p:cNvSpPr>
            <a:spLocks noGrp="1"/>
          </p:cNvSpPr>
          <p:nvPr/>
        </p:nvSpPr>
        <p:spPr>
          <a:xfrm>
            <a:off x="1072378" y="5242040"/>
            <a:ext cx="28398" cy="28398"/>
          </a:xfrm>
          <a:prstGeom prst="ellipse">
            <a:avLst/>
          </a:prstGeom>
          <a:solidFill>
            <a:srgbClr val="7F8C97">
              <a:alpha val="48000"/>
            </a:srgbClr>
          </a:solidFill>
          <a:ln w="0">
            <a:noFill/>
            <a:prstDash val="solid"/>
          </a:ln>
        </p:spPr>
      </p:sp>
      <p:sp>
        <p:nvSpPr>
          <p:cNvPr id="2099" name="03_assume_matched_7396">
            <a:extLst>
              <a:ext uri="{FF2B5EF4-FFF2-40B4-BE49-F238E27FC236}">
                <a16:creationId xmlns:a16="http://schemas.microsoft.com/office/drawing/2014/main" id="{88846E3C-1ACD-4E40-B305-7A5A8D2A4169}"/>
              </a:ext>
            </a:extLst>
          </p:cNvPr>
          <p:cNvSpPr>
            <a:spLocks noGrp="1"/>
          </p:cNvSpPr>
          <p:nvPr/>
        </p:nvSpPr>
        <p:spPr>
          <a:xfrm>
            <a:off x="1050648" y="5290779"/>
            <a:ext cx="28398" cy="28398"/>
          </a:xfrm>
          <a:prstGeom prst="ellipse">
            <a:avLst/>
          </a:prstGeom>
          <a:solidFill>
            <a:srgbClr val="7F8C97">
              <a:alpha val="48000"/>
            </a:srgbClr>
          </a:solidFill>
          <a:ln w="0">
            <a:noFill/>
            <a:prstDash val="solid"/>
          </a:ln>
        </p:spPr>
      </p:sp>
      <p:sp>
        <p:nvSpPr>
          <p:cNvPr id="2100" name="03_assume_matched_7397">
            <a:extLst>
              <a:ext uri="{FF2B5EF4-FFF2-40B4-BE49-F238E27FC236}">
                <a16:creationId xmlns:a16="http://schemas.microsoft.com/office/drawing/2014/main" id="{52E9D605-5814-4F35-9E0C-69FACD1F7C6F}"/>
              </a:ext>
            </a:extLst>
          </p:cNvPr>
          <p:cNvSpPr>
            <a:spLocks noGrp="1"/>
          </p:cNvSpPr>
          <p:nvPr/>
        </p:nvSpPr>
        <p:spPr>
          <a:xfrm>
            <a:off x="1134403" y="5436996"/>
            <a:ext cx="28398" cy="28398"/>
          </a:xfrm>
          <a:prstGeom prst="ellipse">
            <a:avLst/>
          </a:prstGeom>
          <a:solidFill>
            <a:srgbClr val="7F8C97">
              <a:alpha val="48000"/>
            </a:srgbClr>
          </a:solidFill>
          <a:ln w="0">
            <a:noFill/>
            <a:prstDash val="solid"/>
          </a:ln>
        </p:spPr>
      </p:sp>
      <p:sp>
        <p:nvSpPr>
          <p:cNvPr id="2101" name="03_assume_matched_7398">
            <a:extLst>
              <a:ext uri="{FF2B5EF4-FFF2-40B4-BE49-F238E27FC236}">
                <a16:creationId xmlns:a16="http://schemas.microsoft.com/office/drawing/2014/main" id="{E71144D1-A06A-41BC-912C-CE33D2BD353D}"/>
              </a:ext>
            </a:extLst>
          </p:cNvPr>
          <p:cNvSpPr>
            <a:spLocks noGrp="1"/>
          </p:cNvSpPr>
          <p:nvPr/>
        </p:nvSpPr>
        <p:spPr>
          <a:xfrm>
            <a:off x="1043884" y="5436996"/>
            <a:ext cx="28398" cy="28398"/>
          </a:xfrm>
          <a:prstGeom prst="ellipse">
            <a:avLst/>
          </a:prstGeom>
          <a:solidFill>
            <a:srgbClr val="7F8C97">
              <a:alpha val="48000"/>
            </a:srgbClr>
          </a:solidFill>
          <a:ln w="0">
            <a:noFill/>
            <a:prstDash val="solid"/>
          </a:ln>
        </p:spPr>
      </p:sp>
      <p:sp>
        <p:nvSpPr>
          <p:cNvPr id="2102" name="03_assume_matched_7399">
            <a:extLst>
              <a:ext uri="{FF2B5EF4-FFF2-40B4-BE49-F238E27FC236}">
                <a16:creationId xmlns:a16="http://schemas.microsoft.com/office/drawing/2014/main" id="{22936AE8-A08A-420A-AD2E-190171F82391}"/>
              </a:ext>
            </a:extLst>
          </p:cNvPr>
          <p:cNvSpPr>
            <a:spLocks noGrp="1"/>
          </p:cNvSpPr>
          <p:nvPr/>
        </p:nvSpPr>
        <p:spPr>
          <a:xfrm>
            <a:off x="1138000" y="5203048"/>
            <a:ext cx="28398" cy="28398"/>
          </a:xfrm>
          <a:prstGeom prst="ellipse">
            <a:avLst/>
          </a:prstGeom>
          <a:solidFill>
            <a:srgbClr val="7F8C97">
              <a:alpha val="48000"/>
            </a:srgbClr>
          </a:solidFill>
          <a:ln w="0">
            <a:noFill/>
            <a:prstDash val="solid"/>
          </a:ln>
        </p:spPr>
      </p:sp>
      <p:sp>
        <p:nvSpPr>
          <p:cNvPr id="2103" name="03_assume_matched_7400">
            <a:extLst>
              <a:ext uri="{FF2B5EF4-FFF2-40B4-BE49-F238E27FC236}">
                <a16:creationId xmlns:a16="http://schemas.microsoft.com/office/drawing/2014/main" id="{FA4FA4CC-C427-4E4F-B380-20D82105B5DD}"/>
              </a:ext>
            </a:extLst>
          </p:cNvPr>
          <p:cNvSpPr>
            <a:spLocks noGrp="1"/>
          </p:cNvSpPr>
          <p:nvPr/>
        </p:nvSpPr>
        <p:spPr>
          <a:xfrm>
            <a:off x="1045179" y="5436996"/>
            <a:ext cx="28398" cy="28398"/>
          </a:xfrm>
          <a:prstGeom prst="ellipse">
            <a:avLst/>
          </a:prstGeom>
          <a:solidFill>
            <a:srgbClr val="7F8C97">
              <a:alpha val="48000"/>
            </a:srgbClr>
          </a:solidFill>
          <a:ln w="0">
            <a:noFill/>
            <a:prstDash val="solid"/>
          </a:ln>
        </p:spPr>
      </p:sp>
      <p:sp>
        <p:nvSpPr>
          <p:cNvPr id="2104" name="03_assume_matched_7401">
            <a:extLst>
              <a:ext uri="{FF2B5EF4-FFF2-40B4-BE49-F238E27FC236}">
                <a16:creationId xmlns:a16="http://schemas.microsoft.com/office/drawing/2014/main" id="{70577061-3850-41A4-B44D-6F20B44B5A6D}"/>
              </a:ext>
            </a:extLst>
          </p:cNvPr>
          <p:cNvSpPr>
            <a:spLocks noGrp="1"/>
          </p:cNvSpPr>
          <p:nvPr/>
        </p:nvSpPr>
        <p:spPr>
          <a:xfrm>
            <a:off x="1165631" y="5436996"/>
            <a:ext cx="28398" cy="28398"/>
          </a:xfrm>
          <a:prstGeom prst="ellipse">
            <a:avLst/>
          </a:prstGeom>
          <a:solidFill>
            <a:srgbClr val="7F8C97">
              <a:alpha val="48000"/>
            </a:srgbClr>
          </a:solidFill>
          <a:ln w="0">
            <a:noFill/>
            <a:prstDash val="solid"/>
          </a:ln>
        </p:spPr>
      </p:sp>
      <p:sp>
        <p:nvSpPr>
          <p:cNvPr id="2105" name="03_assume_matched_7402">
            <a:extLst>
              <a:ext uri="{FF2B5EF4-FFF2-40B4-BE49-F238E27FC236}">
                <a16:creationId xmlns:a16="http://schemas.microsoft.com/office/drawing/2014/main" id="{DA0F5349-676B-468F-82E9-CD0221D2D884}"/>
              </a:ext>
            </a:extLst>
          </p:cNvPr>
          <p:cNvSpPr>
            <a:spLocks noGrp="1"/>
          </p:cNvSpPr>
          <p:nvPr/>
        </p:nvSpPr>
        <p:spPr>
          <a:xfrm>
            <a:off x="1143613" y="5436996"/>
            <a:ext cx="28398" cy="28398"/>
          </a:xfrm>
          <a:prstGeom prst="ellipse">
            <a:avLst/>
          </a:prstGeom>
          <a:solidFill>
            <a:srgbClr val="7F8C97">
              <a:alpha val="48000"/>
            </a:srgbClr>
          </a:solidFill>
          <a:ln w="0">
            <a:noFill/>
            <a:prstDash val="solid"/>
          </a:ln>
        </p:spPr>
      </p:sp>
      <p:sp>
        <p:nvSpPr>
          <p:cNvPr id="2106" name="03_assume_matched_7403">
            <a:extLst>
              <a:ext uri="{FF2B5EF4-FFF2-40B4-BE49-F238E27FC236}">
                <a16:creationId xmlns:a16="http://schemas.microsoft.com/office/drawing/2014/main" id="{EE50921E-D339-4125-B589-C8A243F81BF2}"/>
              </a:ext>
            </a:extLst>
          </p:cNvPr>
          <p:cNvSpPr>
            <a:spLocks noGrp="1"/>
          </p:cNvSpPr>
          <p:nvPr/>
        </p:nvSpPr>
        <p:spPr>
          <a:xfrm>
            <a:off x="1091518" y="5436996"/>
            <a:ext cx="28398" cy="28398"/>
          </a:xfrm>
          <a:prstGeom prst="ellipse">
            <a:avLst/>
          </a:prstGeom>
          <a:solidFill>
            <a:srgbClr val="7F8C97">
              <a:alpha val="48000"/>
            </a:srgbClr>
          </a:solidFill>
          <a:ln w="0">
            <a:noFill/>
            <a:prstDash val="solid"/>
          </a:ln>
        </p:spPr>
      </p:sp>
      <p:sp>
        <p:nvSpPr>
          <p:cNvPr id="2107" name="03_assume_matched_7404">
            <a:extLst>
              <a:ext uri="{FF2B5EF4-FFF2-40B4-BE49-F238E27FC236}">
                <a16:creationId xmlns:a16="http://schemas.microsoft.com/office/drawing/2014/main" id="{D5B9658B-8A6F-4E40-AD29-90DA03440162}"/>
              </a:ext>
            </a:extLst>
          </p:cNvPr>
          <p:cNvSpPr>
            <a:spLocks noGrp="1"/>
          </p:cNvSpPr>
          <p:nvPr/>
        </p:nvSpPr>
        <p:spPr>
          <a:xfrm>
            <a:off x="1067197" y="5436996"/>
            <a:ext cx="28398" cy="28398"/>
          </a:xfrm>
          <a:prstGeom prst="ellipse">
            <a:avLst/>
          </a:prstGeom>
          <a:solidFill>
            <a:srgbClr val="7F8C97">
              <a:alpha val="48000"/>
            </a:srgbClr>
          </a:solidFill>
          <a:ln w="0">
            <a:noFill/>
            <a:prstDash val="solid"/>
          </a:ln>
        </p:spPr>
      </p:sp>
      <p:sp>
        <p:nvSpPr>
          <p:cNvPr id="2108" name="03_assume_matched_7405">
            <a:extLst>
              <a:ext uri="{FF2B5EF4-FFF2-40B4-BE49-F238E27FC236}">
                <a16:creationId xmlns:a16="http://schemas.microsoft.com/office/drawing/2014/main" id="{30D64DF5-3BDE-46A0-B459-F605D17EB9A1}"/>
              </a:ext>
            </a:extLst>
          </p:cNvPr>
          <p:cNvSpPr>
            <a:spLocks noGrp="1"/>
          </p:cNvSpPr>
          <p:nvPr/>
        </p:nvSpPr>
        <p:spPr>
          <a:xfrm>
            <a:off x="1169660" y="5436996"/>
            <a:ext cx="28398" cy="28398"/>
          </a:xfrm>
          <a:prstGeom prst="ellipse">
            <a:avLst/>
          </a:prstGeom>
          <a:solidFill>
            <a:srgbClr val="7F8C97">
              <a:alpha val="48000"/>
            </a:srgbClr>
          </a:solidFill>
          <a:ln w="0">
            <a:noFill/>
            <a:prstDash val="solid"/>
          </a:ln>
        </p:spPr>
      </p:sp>
      <p:sp>
        <p:nvSpPr>
          <p:cNvPr id="2109" name="03_assume_matched_7406">
            <a:extLst>
              <a:ext uri="{FF2B5EF4-FFF2-40B4-BE49-F238E27FC236}">
                <a16:creationId xmlns:a16="http://schemas.microsoft.com/office/drawing/2014/main" id="{6E507073-24C8-4C99-B56D-4D34FDB67BEF}"/>
              </a:ext>
            </a:extLst>
          </p:cNvPr>
          <p:cNvSpPr>
            <a:spLocks noGrp="1"/>
          </p:cNvSpPr>
          <p:nvPr/>
        </p:nvSpPr>
        <p:spPr>
          <a:xfrm>
            <a:off x="1117422" y="5436996"/>
            <a:ext cx="28398" cy="28398"/>
          </a:xfrm>
          <a:prstGeom prst="ellipse">
            <a:avLst/>
          </a:prstGeom>
          <a:solidFill>
            <a:srgbClr val="7F8C97">
              <a:alpha val="48000"/>
            </a:srgbClr>
          </a:solidFill>
          <a:ln w="0">
            <a:noFill/>
            <a:prstDash val="solid"/>
          </a:ln>
        </p:spPr>
      </p:sp>
      <p:sp>
        <p:nvSpPr>
          <p:cNvPr id="2110" name="03_assume_matched_7407">
            <a:extLst>
              <a:ext uri="{FF2B5EF4-FFF2-40B4-BE49-F238E27FC236}">
                <a16:creationId xmlns:a16="http://schemas.microsoft.com/office/drawing/2014/main" id="{0C7A388E-F81F-4F92-B83A-2A9545E0EC27}"/>
              </a:ext>
            </a:extLst>
          </p:cNvPr>
          <p:cNvSpPr>
            <a:spLocks noGrp="1"/>
          </p:cNvSpPr>
          <p:nvPr/>
        </p:nvSpPr>
        <p:spPr>
          <a:xfrm>
            <a:off x="1150233" y="5436996"/>
            <a:ext cx="28398" cy="28398"/>
          </a:xfrm>
          <a:prstGeom prst="ellipse">
            <a:avLst/>
          </a:prstGeom>
          <a:solidFill>
            <a:srgbClr val="7F8C97">
              <a:alpha val="48000"/>
            </a:srgbClr>
          </a:solidFill>
          <a:ln w="0">
            <a:noFill/>
            <a:prstDash val="solid"/>
          </a:ln>
        </p:spPr>
      </p:sp>
      <p:sp>
        <p:nvSpPr>
          <p:cNvPr id="2111" name="03_assume_matched_7408">
            <a:extLst>
              <a:ext uri="{FF2B5EF4-FFF2-40B4-BE49-F238E27FC236}">
                <a16:creationId xmlns:a16="http://schemas.microsoft.com/office/drawing/2014/main" id="{C1C1C2DA-1041-495A-A022-6FF4AE90BF15}"/>
              </a:ext>
            </a:extLst>
          </p:cNvPr>
          <p:cNvSpPr>
            <a:spLocks noGrp="1"/>
          </p:cNvSpPr>
          <p:nvPr/>
        </p:nvSpPr>
        <p:spPr>
          <a:xfrm>
            <a:off x="1049353" y="5320022"/>
            <a:ext cx="28398" cy="28398"/>
          </a:xfrm>
          <a:prstGeom prst="ellipse">
            <a:avLst/>
          </a:prstGeom>
          <a:solidFill>
            <a:srgbClr val="7F8C97">
              <a:alpha val="48000"/>
            </a:srgbClr>
          </a:solidFill>
          <a:ln w="0">
            <a:noFill/>
            <a:prstDash val="solid"/>
          </a:ln>
        </p:spPr>
      </p:sp>
      <p:sp>
        <p:nvSpPr>
          <p:cNvPr id="2112" name="03_assume_matched_7409">
            <a:extLst>
              <a:ext uri="{FF2B5EF4-FFF2-40B4-BE49-F238E27FC236}">
                <a16:creationId xmlns:a16="http://schemas.microsoft.com/office/drawing/2014/main" id="{BA0DAAC2-3EED-49DA-B182-03E32F4A9DAC}"/>
              </a:ext>
            </a:extLst>
          </p:cNvPr>
          <p:cNvSpPr>
            <a:spLocks noGrp="1"/>
          </p:cNvSpPr>
          <p:nvPr/>
        </p:nvSpPr>
        <p:spPr>
          <a:xfrm>
            <a:off x="1141310" y="5144561"/>
            <a:ext cx="28398" cy="28398"/>
          </a:xfrm>
          <a:prstGeom prst="ellipse">
            <a:avLst/>
          </a:prstGeom>
          <a:solidFill>
            <a:srgbClr val="7F8C97">
              <a:alpha val="48000"/>
            </a:srgbClr>
          </a:solidFill>
          <a:ln w="0">
            <a:noFill/>
            <a:prstDash val="solid"/>
          </a:ln>
        </p:spPr>
      </p:sp>
      <p:sp>
        <p:nvSpPr>
          <p:cNvPr id="2113" name="03_assume_matched_7410">
            <a:extLst>
              <a:ext uri="{FF2B5EF4-FFF2-40B4-BE49-F238E27FC236}">
                <a16:creationId xmlns:a16="http://schemas.microsoft.com/office/drawing/2014/main" id="{A44F64C7-725A-4178-AC8B-4721C73C2CF0}"/>
              </a:ext>
            </a:extLst>
          </p:cNvPr>
          <p:cNvSpPr>
            <a:spLocks noGrp="1"/>
          </p:cNvSpPr>
          <p:nvPr/>
        </p:nvSpPr>
        <p:spPr>
          <a:xfrm>
            <a:off x="1120444" y="5144561"/>
            <a:ext cx="28398" cy="28398"/>
          </a:xfrm>
          <a:prstGeom prst="ellipse">
            <a:avLst/>
          </a:prstGeom>
          <a:solidFill>
            <a:srgbClr val="7F8C97">
              <a:alpha val="48000"/>
            </a:srgbClr>
          </a:solidFill>
          <a:ln w="0">
            <a:noFill/>
            <a:prstDash val="solid"/>
          </a:ln>
        </p:spPr>
      </p:sp>
      <p:sp>
        <p:nvSpPr>
          <p:cNvPr id="2114" name="03_assume_matched_7411">
            <a:extLst>
              <a:ext uri="{FF2B5EF4-FFF2-40B4-BE49-F238E27FC236}">
                <a16:creationId xmlns:a16="http://schemas.microsoft.com/office/drawing/2014/main" id="{AA034F0D-23E6-43F0-AAAD-1FB532322143}"/>
              </a:ext>
            </a:extLst>
          </p:cNvPr>
          <p:cNvSpPr>
            <a:spLocks noGrp="1"/>
          </p:cNvSpPr>
          <p:nvPr/>
        </p:nvSpPr>
        <p:spPr>
          <a:xfrm>
            <a:off x="1029061" y="5144561"/>
            <a:ext cx="28398" cy="28398"/>
          </a:xfrm>
          <a:prstGeom prst="ellipse">
            <a:avLst/>
          </a:prstGeom>
          <a:solidFill>
            <a:srgbClr val="7F8C97">
              <a:alpha val="48000"/>
            </a:srgbClr>
          </a:solidFill>
          <a:ln w="0">
            <a:noFill/>
            <a:prstDash val="solid"/>
          </a:ln>
        </p:spPr>
      </p:sp>
      <p:sp>
        <p:nvSpPr>
          <p:cNvPr id="2115" name="03_assume_matched_7412">
            <a:extLst>
              <a:ext uri="{FF2B5EF4-FFF2-40B4-BE49-F238E27FC236}">
                <a16:creationId xmlns:a16="http://schemas.microsoft.com/office/drawing/2014/main" id="{0ECCEC29-6B7C-4A93-B24F-D5E5590C16EB}"/>
              </a:ext>
            </a:extLst>
          </p:cNvPr>
          <p:cNvSpPr>
            <a:spLocks noGrp="1"/>
          </p:cNvSpPr>
          <p:nvPr/>
        </p:nvSpPr>
        <p:spPr>
          <a:xfrm>
            <a:off x="1088352" y="5436996"/>
            <a:ext cx="28398" cy="28398"/>
          </a:xfrm>
          <a:prstGeom prst="ellipse">
            <a:avLst/>
          </a:prstGeom>
          <a:solidFill>
            <a:srgbClr val="7F8C97">
              <a:alpha val="48000"/>
            </a:srgbClr>
          </a:solidFill>
          <a:ln w="0">
            <a:noFill/>
            <a:prstDash val="solid"/>
          </a:ln>
        </p:spPr>
      </p:sp>
      <p:sp>
        <p:nvSpPr>
          <p:cNvPr id="2116" name="03_assume_matched_7413">
            <a:extLst>
              <a:ext uri="{FF2B5EF4-FFF2-40B4-BE49-F238E27FC236}">
                <a16:creationId xmlns:a16="http://schemas.microsoft.com/office/drawing/2014/main" id="{BB497CD3-E001-4BB6-886B-A2C1B835A49F}"/>
              </a:ext>
            </a:extLst>
          </p:cNvPr>
          <p:cNvSpPr>
            <a:spLocks noGrp="1"/>
          </p:cNvSpPr>
          <p:nvPr/>
        </p:nvSpPr>
        <p:spPr>
          <a:xfrm>
            <a:off x="1070507" y="5436996"/>
            <a:ext cx="28398" cy="28398"/>
          </a:xfrm>
          <a:prstGeom prst="ellipse">
            <a:avLst/>
          </a:prstGeom>
          <a:solidFill>
            <a:srgbClr val="7F8C97">
              <a:alpha val="48000"/>
            </a:srgbClr>
          </a:solidFill>
          <a:ln w="0">
            <a:noFill/>
            <a:prstDash val="solid"/>
          </a:ln>
        </p:spPr>
      </p:sp>
      <p:sp>
        <p:nvSpPr>
          <p:cNvPr id="2117" name="03_assume_matched_7414">
            <a:extLst>
              <a:ext uri="{FF2B5EF4-FFF2-40B4-BE49-F238E27FC236}">
                <a16:creationId xmlns:a16="http://schemas.microsoft.com/office/drawing/2014/main" id="{00F6D7DA-278A-4139-98C5-58185825A554}"/>
              </a:ext>
            </a:extLst>
          </p:cNvPr>
          <p:cNvSpPr>
            <a:spLocks noGrp="1"/>
          </p:cNvSpPr>
          <p:nvPr/>
        </p:nvSpPr>
        <p:spPr>
          <a:xfrm>
            <a:off x="1102743" y="5144561"/>
            <a:ext cx="28398" cy="28398"/>
          </a:xfrm>
          <a:prstGeom prst="ellipse">
            <a:avLst/>
          </a:prstGeom>
          <a:solidFill>
            <a:srgbClr val="7F8C97">
              <a:alpha val="48000"/>
            </a:srgbClr>
          </a:solidFill>
          <a:ln w="0">
            <a:noFill/>
            <a:prstDash val="solid"/>
          </a:ln>
        </p:spPr>
      </p:sp>
      <p:sp>
        <p:nvSpPr>
          <p:cNvPr id="2118" name="03_assume_matched_7415">
            <a:extLst>
              <a:ext uri="{FF2B5EF4-FFF2-40B4-BE49-F238E27FC236}">
                <a16:creationId xmlns:a16="http://schemas.microsoft.com/office/drawing/2014/main" id="{BBD748AA-3200-480E-94AA-2BB33C80B694}"/>
              </a:ext>
            </a:extLst>
          </p:cNvPr>
          <p:cNvSpPr>
            <a:spLocks noGrp="1"/>
          </p:cNvSpPr>
          <p:nvPr/>
        </p:nvSpPr>
        <p:spPr>
          <a:xfrm>
            <a:off x="1084610" y="5388257"/>
            <a:ext cx="28398" cy="28398"/>
          </a:xfrm>
          <a:prstGeom prst="ellipse">
            <a:avLst/>
          </a:prstGeom>
          <a:solidFill>
            <a:srgbClr val="7F8C97">
              <a:alpha val="48000"/>
            </a:srgbClr>
          </a:solidFill>
          <a:ln w="0">
            <a:noFill/>
            <a:prstDash val="solid"/>
          </a:ln>
        </p:spPr>
      </p:sp>
      <p:sp>
        <p:nvSpPr>
          <p:cNvPr id="2119" name="03_assume_matched_7416">
            <a:extLst>
              <a:ext uri="{FF2B5EF4-FFF2-40B4-BE49-F238E27FC236}">
                <a16:creationId xmlns:a16="http://schemas.microsoft.com/office/drawing/2014/main" id="{C4C25C5B-7030-47B2-A621-DB2C235ACBF7}"/>
              </a:ext>
            </a:extLst>
          </p:cNvPr>
          <p:cNvSpPr>
            <a:spLocks noGrp="1"/>
          </p:cNvSpPr>
          <p:nvPr/>
        </p:nvSpPr>
        <p:spPr>
          <a:xfrm>
            <a:off x="1146779" y="5290779"/>
            <a:ext cx="28398" cy="28398"/>
          </a:xfrm>
          <a:prstGeom prst="ellipse">
            <a:avLst/>
          </a:prstGeom>
          <a:solidFill>
            <a:srgbClr val="7F8C97">
              <a:alpha val="48000"/>
            </a:srgbClr>
          </a:solidFill>
          <a:ln w="0">
            <a:noFill/>
            <a:prstDash val="solid"/>
          </a:ln>
        </p:spPr>
      </p:sp>
      <p:sp>
        <p:nvSpPr>
          <p:cNvPr id="2120" name="03_assume_matched_7417">
            <a:extLst>
              <a:ext uri="{FF2B5EF4-FFF2-40B4-BE49-F238E27FC236}">
                <a16:creationId xmlns:a16="http://schemas.microsoft.com/office/drawing/2014/main" id="{066D8A2E-C3D8-4256-B159-88D4F3CF4508}"/>
              </a:ext>
            </a:extLst>
          </p:cNvPr>
          <p:cNvSpPr>
            <a:spLocks noGrp="1"/>
          </p:cNvSpPr>
          <p:nvPr/>
        </p:nvSpPr>
        <p:spPr>
          <a:xfrm>
            <a:off x="1044891" y="5144561"/>
            <a:ext cx="28398" cy="28398"/>
          </a:xfrm>
          <a:prstGeom prst="ellipse">
            <a:avLst/>
          </a:prstGeom>
          <a:solidFill>
            <a:srgbClr val="7F8C97">
              <a:alpha val="48000"/>
            </a:srgbClr>
          </a:solidFill>
          <a:ln w="0">
            <a:noFill/>
            <a:prstDash val="solid"/>
          </a:ln>
        </p:spPr>
      </p:sp>
      <p:sp>
        <p:nvSpPr>
          <p:cNvPr id="2121" name="03_assume_matched_7418">
            <a:extLst>
              <a:ext uri="{FF2B5EF4-FFF2-40B4-BE49-F238E27FC236}">
                <a16:creationId xmlns:a16="http://schemas.microsoft.com/office/drawing/2014/main" id="{1E0B0ED3-573C-4343-BE2E-BCA0A089A361}"/>
              </a:ext>
            </a:extLst>
          </p:cNvPr>
          <p:cNvSpPr>
            <a:spLocks noGrp="1"/>
          </p:cNvSpPr>
          <p:nvPr/>
        </p:nvSpPr>
        <p:spPr>
          <a:xfrm>
            <a:off x="1051511" y="5436996"/>
            <a:ext cx="28398" cy="28398"/>
          </a:xfrm>
          <a:prstGeom prst="ellipse">
            <a:avLst/>
          </a:prstGeom>
          <a:solidFill>
            <a:srgbClr val="7F8C97">
              <a:alpha val="48000"/>
            </a:srgbClr>
          </a:solidFill>
          <a:ln w="0">
            <a:noFill/>
            <a:prstDash val="solid"/>
          </a:ln>
        </p:spPr>
      </p:sp>
      <p:sp>
        <p:nvSpPr>
          <p:cNvPr id="2122" name="03_assume_matched_7419">
            <a:extLst>
              <a:ext uri="{FF2B5EF4-FFF2-40B4-BE49-F238E27FC236}">
                <a16:creationId xmlns:a16="http://schemas.microsoft.com/office/drawing/2014/main" id="{003789BB-00C6-421C-A172-551F10D0E70D}"/>
              </a:ext>
            </a:extLst>
          </p:cNvPr>
          <p:cNvSpPr>
            <a:spLocks noGrp="1"/>
          </p:cNvSpPr>
          <p:nvPr/>
        </p:nvSpPr>
        <p:spPr>
          <a:xfrm>
            <a:off x="1111377" y="5144561"/>
            <a:ext cx="28398" cy="28398"/>
          </a:xfrm>
          <a:prstGeom prst="ellipse">
            <a:avLst/>
          </a:prstGeom>
          <a:solidFill>
            <a:srgbClr val="7F8C97">
              <a:alpha val="48000"/>
            </a:srgbClr>
          </a:solidFill>
          <a:ln w="0">
            <a:noFill/>
            <a:prstDash val="solid"/>
          </a:ln>
        </p:spPr>
      </p:sp>
      <p:sp>
        <p:nvSpPr>
          <p:cNvPr id="2123" name="03_assume_matched_7420">
            <a:extLst>
              <a:ext uri="{FF2B5EF4-FFF2-40B4-BE49-F238E27FC236}">
                <a16:creationId xmlns:a16="http://schemas.microsoft.com/office/drawing/2014/main" id="{33BEA1FD-7DE6-4AE9-9953-4E689CF9ECBF}"/>
              </a:ext>
            </a:extLst>
          </p:cNvPr>
          <p:cNvSpPr>
            <a:spLocks noGrp="1"/>
          </p:cNvSpPr>
          <p:nvPr/>
        </p:nvSpPr>
        <p:spPr>
          <a:xfrm>
            <a:off x="1110082" y="5144561"/>
            <a:ext cx="28398" cy="28398"/>
          </a:xfrm>
          <a:prstGeom prst="ellipse">
            <a:avLst/>
          </a:prstGeom>
          <a:solidFill>
            <a:srgbClr val="7F8C97">
              <a:alpha val="48000"/>
            </a:srgbClr>
          </a:solidFill>
          <a:ln w="0">
            <a:noFill/>
            <a:prstDash val="solid"/>
          </a:ln>
        </p:spPr>
      </p:sp>
      <p:sp>
        <p:nvSpPr>
          <p:cNvPr id="2124" name="03_assume_matched_7421">
            <a:extLst>
              <a:ext uri="{FF2B5EF4-FFF2-40B4-BE49-F238E27FC236}">
                <a16:creationId xmlns:a16="http://schemas.microsoft.com/office/drawing/2014/main" id="{F81D914F-77A2-4953-AE01-C3AD644EF6F7}"/>
              </a:ext>
            </a:extLst>
          </p:cNvPr>
          <p:cNvSpPr>
            <a:spLocks noGrp="1"/>
          </p:cNvSpPr>
          <p:nvPr/>
        </p:nvSpPr>
        <p:spPr>
          <a:xfrm>
            <a:off x="1156853" y="5436996"/>
            <a:ext cx="28398" cy="28398"/>
          </a:xfrm>
          <a:prstGeom prst="ellipse">
            <a:avLst/>
          </a:prstGeom>
          <a:solidFill>
            <a:srgbClr val="7F8C97">
              <a:alpha val="48000"/>
            </a:srgbClr>
          </a:solidFill>
          <a:ln w="0">
            <a:noFill/>
            <a:prstDash val="solid"/>
          </a:ln>
        </p:spPr>
      </p:sp>
      <p:sp>
        <p:nvSpPr>
          <p:cNvPr id="2125" name="03_assume_matched_7422">
            <a:extLst>
              <a:ext uri="{FF2B5EF4-FFF2-40B4-BE49-F238E27FC236}">
                <a16:creationId xmlns:a16="http://schemas.microsoft.com/office/drawing/2014/main" id="{A0E1F32C-9AD6-4144-9BF3-7D167F016241}"/>
              </a:ext>
            </a:extLst>
          </p:cNvPr>
          <p:cNvSpPr>
            <a:spLocks noGrp="1"/>
          </p:cNvSpPr>
          <p:nvPr/>
        </p:nvSpPr>
        <p:spPr>
          <a:xfrm>
            <a:off x="1135122" y="5436996"/>
            <a:ext cx="28398" cy="28398"/>
          </a:xfrm>
          <a:prstGeom prst="ellipse">
            <a:avLst/>
          </a:prstGeom>
          <a:solidFill>
            <a:srgbClr val="7F8C97">
              <a:alpha val="48000"/>
            </a:srgbClr>
          </a:solidFill>
          <a:ln w="0">
            <a:noFill/>
            <a:prstDash val="solid"/>
          </a:ln>
        </p:spPr>
      </p:sp>
      <p:sp>
        <p:nvSpPr>
          <p:cNvPr id="2126" name="03_assume_matched_7423">
            <a:extLst>
              <a:ext uri="{FF2B5EF4-FFF2-40B4-BE49-F238E27FC236}">
                <a16:creationId xmlns:a16="http://schemas.microsoft.com/office/drawing/2014/main" id="{1F67B999-57A6-4E71-A49C-6EB7CBCF6775}"/>
              </a:ext>
            </a:extLst>
          </p:cNvPr>
          <p:cNvSpPr>
            <a:spLocks noGrp="1"/>
          </p:cNvSpPr>
          <p:nvPr/>
        </p:nvSpPr>
        <p:spPr>
          <a:xfrm>
            <a:off x="1067197" y="5436996"/>
            <a:ext cx="28398" cy="28398"/>
          </a:xfrm>
          <a:prstGeom prst="ellipse">
            <a:avLst/>
          </a:prstGeom>
          <a:solidFill>
            <a:srgbClr val="7F8C97">
              <a:alpha val="48000"/>
            </a:srgbClr>
          </a:solidFill>
          <a:ln w="0">
            <a:noFill/>
            <a:prstDash val="solid"/>
          </a:ln>
        </p:spPr>
      </p:sp>
      <p:sp>
        <p:nvSpPr>
          <p:cNvPr id="2127" name="03_assume_matched_7424">
            <a:extLst>
              <a:ext uri="{FF2B5EF4-FFF2-40B4-BE49-F238E27FC236}">
                <a16:creationId xmlns:a16="http://schemas.microsoft.com/office/drawing/2014/main" id="{1EAB49AC-97C3-41F9-81F2-F08CF5C35CD4}"/>
              </a:ext>
            </a:extLst>
          </p:cNvPr>
          <p:cNvSpPr>
            <a:spLocks noGrp="1"/>
          </p:cNvSpPr>
          <p:nvPr/>
        </p:nvSpPr>
        <p:spPr>
          <a:xfrm>
            <a:off x="1138000" y="5436996"/>
            <a:ext cx="28398" cy="28398"/>
          </a:xfrm>
          <a:prstGeom prst="ellipse">
            <a:avLst/>
          </a:prstGeom>
          <a:solidFill>
            <a:srgbClr val="7F8C97">
              <a:alpha val="48000"/>
            </a:srgbClr>
          </a:solidFill>
          <a:ln w="0">
            <a:noFill/>
            <a:prstDash val="solid"/>
          </a:ln>
        </p:spPr>
      </p:sp>
      <p:sp>
        <p:nvSpPr>
          <p:cNvPr id="2128" name="03_assume_matched_7425">
            <a:extLst>
              <a:ext uri="{FF2B5EF4-FFF2-40B4-BE49-F238E27FC236}">
                <a16:creationId xmlns:a16="http://schemas.microsoft.com/office/drawing/2014/main" id="{80D34845-90A6-49B2-96D0-661FA4C5E405}"/>
              </a:ext>
            </a:extLst>
          </p:cNvPr>
          <p:cNvSpPr>
            <a:spLocks noGrp="1"/>
          </p:cNvSpPr>
          <p:nvPr/>
        </p:nvSpPr>
        <p:spPr>
          <a:xfrm>
            <a:off x="1126344" y="5436996"/>
            <a:ext cx="28398" cy="28398"/>
          </a:xfrm>
          <a:prstGeom prst="ellipse">
            <a:avLst/>
          </a:prstGeom>
          <a:solidFill>
            <a:srgbClr val="7F8C97">
              <a:alpha val="48000"/>
            </a:srgbClr>
          </a:solidFill>
          <a:ln w="0">
            <a:noFill/>
            <a:prstDash val="solid"/>
          </a:ln>
        </p:spPr>
      </p:sp>
      <p:sp>
        <p:nvSpPr>
          <p:cNvPr id="2129" name="03_assume_matched_7426">
            <a:extLst>
              <a:ext uri="{FF2B5EF4-FFF2-40B4-BE49-F238E27FC236}">
                <a16:creationId xmlns:a16="http://schemas.microsoft.com/office/drawing/2014/main" id="{7A81756A-05AD-4D24-B9FC-7550F4A26CE3}"/>
              </a:ext>
            </a:extLst>
          </p:cNvPr>
          <p:cNvSpPr>
            <a:spLocks noGrp="1"/>
          </p:cNvSpPr>
          <p:nvPr/>
        </p:nvSpPr>
        <p:spPr>
          <a:xfrm>
            <a:off x="1132532" y="5436996"/>
            <a:ext cx="28398" cy="28398"/>
          </a:xfrm>
          <a:prstGeom prst="ellipse">
            <a:avLst/>
          </a:prstGeom>
          <a:solidFill>
            <a:srgbClr val="7F8C97">
              <a:alpha val="48000"/>
            </a:srgbClr>
          </a:solidFill>
          <a:ln w="0">
            <a:noFill/>
            <a:prstDash val="solid"/>
          </a:ln>
        </p:spPr>
      </p:sp>
      <p:sp>
        <p:nvSpPr>
          <p:cNvPr id="2130" name="03_assume_matched_7427">
            <a:extLst>
              <a:ext uri="{FF2B5EF4-FFF2-40B4-BE49-F238E27FC236}">
                <a16:creationId xmlns:a16="http://schemas.microsoft.com/office/drawing/2014/main" id="{515A0F40-6C41-4292-86A9-8965CE7E6F8C}"/>
              </a:ext>
            </a:extLst>
          </p:cNvPr>
          <p:cNvSpPr>
            <a:spLocks noGrp="1"/>
          </p:cNvSpPr>
          <p:nvPr/>
        </p:nvSpPr>
        <p:spPr>
          <a:xfrm>
            <a:off x="1145915" y="5436996"/>
            <a:ext cx="28398" cy="28398"/>
          </a:xfrm>
          <a:prstGeom prst="ellipse">
            <a:avLst/>
          </a:prstGeom>
          <a:solidFill>
            <a:srgbClr val="7F8C97">
              <a:alpha val="48000"/>
            </a:srgbClr>
          </a:solidFill>
          <a:ln w="0">
            <a:noFill/>
            <a:prstDash val="solid"/>
          </a:ln>
        </p:spPr>
      </p:sp>
      <p:sp>
        <p:nvSpPr>
          <p:cNvPr id="2131" name="03_assume_matched_7428">
            <a:extLst>
              <a:ext uri="{FF2B5EF4-FFF2-40B4-BE49-F238E27FC236}">
                <a16:creationId xmlns:a16="http://schemas.microsoft.com/office/drawing/2014/main" id="{6C64C531-42FE-4174-9E80-218F73623C71}"/>
              </a:ext>
            </a:extLst>
          </p:cNvPr>
          <p:cNvSpPr>
            <a:spLocks noGrp="1"/>
          </p:cNvSpPr>
          <p:nvPr/>
        </p:nvSpPr>
        <p:spPr>
          <a:xfrm>
            <a:off x="1054533" y="5144561"/>
            <a:ext cx="28398" cy="28398"/>
          </a:xfrm>
          <a:prstGeom prst="ellipse">
            <a:avLst/>
          </a:prstGeom>
          <a:solidFill>
            <a:srgbClr val="7F8C97">
              <a:alpha val="48000"/>
            </a:srgbClr>
          </a:solidFill>
          <a:ln w="0">
            <a:noFill/>
            <a:prstDash val="solid"/>
          </a:ln>
        </p:spPr>
      </p:sp>
      <p:sp>
        <p:nvSpPr>
          <p:cNvPr id="2132" name="03_assume_matched_7429">
            <a:extLst>
              <a:ext uri="{FF2B5EF4-FFF2-40B4-BE49-F238E27FC236}">
                <a16:creationId xmlns:a16="http://schemas.microsoft.com/office/drawing/2014/main" id="{86BB4B40-3075-4C17-B430-D595E0C18CEB}"/>
              </a:ext>
            </a:extLst>
          </p:cNvPr>
          <p:cNvSpPr>
            <a:spLocks noGrp="1"/>
          </p:cNvSpPr>
          <p:nvPr/>
        </p:nvSpPr>
        <p:spPr>
          <a:xfrm>
            <a:off x="1043740" y="5242040"/>
            <a:ext cx="28398" cy="28398"/>
          </a:xfrm>
          <a:prstGeom prst="ellipse">
            <a:avLst/>
          </a:prstGeom>
          <a:solidFill>
            <a:srgbClr val="7F8C97">
              <a:alpha val="48000"/>
            </a:srgbClr>
          </a:solidFill>
          <a:ln w="0">
            <a:noFill/>
            <a:prstDash val="solid"/>
          </a:ln>
        </p:spPr>
      </p:sp>
      <p:sp>
        <p:nvSpPr>
          <p:cNvPr id="2133" name="03_assume_matched_7430">
            <a:extLst>
              <a:ext uri="{FF2B5EF4-FFF2-40B4-BE49-F238E27FC236}">
                <a16:creationId xmlns:a16="http://schemas.microsoft.com/office/drawing/2014/main" id="{8866A643-34D2-4040-B48B-1B0DE10CF0BA}"/>
              </a:ext>
            </a:extLst>
          </p:cNvPr>
          <p:cNvSpPr>
            <a:spLocks noGrp="1"/>
          </p:cNvSpPr>
          <p:nvPr/>
        </p:nvSpPr>
        <p:spPr>
          <a:xfrm>
            <a:off x="1126632" y="5290779"/>
            <a:ext cx="28398" cy="28398"/>
          </a:xfrm>
          <a:prstGeom prst="ellipse">
            <a:avLst/>
          </a:prstGeom>
          <a:solidFill>
            <a:srgbClr val="7F8C97">
              <a:alpha val="48000"/>
            </a:srgbClr>
          </a:solidFill>
          <a:ln w="0">
            <a:noFill/>
            <a:prstDash val="solid"/>
          </a:ln>
        </p:spPr>
      </p:sp>
      <p:sp>
        <p:nvSpPr>
          <p:cNvPr id="2134" name="03_assume_matched_7431">
            <a:extLst>
              <a:ext uri="{FF2B5EF4-FFF2-40B4-BE49-F238E27FC236}">
                <a16:creationId xmlns:a16="http://schemas.microsoft.com/office/drawing/2014/main" id="{D35AFF80-7C4E-4452-947B-086CC1FCB31F}"/>
              </a:ext>
            </a:extLst>
          </p:cNvPr>
          <p:cNvSpPr>
            <a:spLocks noGrp="1"/>
          </p:cNvSpPr>
          <p:nvPr/>
        </p:nvSpPr>
        <p:spPr>
          <a:xfrm>
            <a:off x="1163760" y="5144561"/>
            <a:ext cx="28398" cy="28398"/>
          </a:xfrm>
          <a:prstGeom prst="ellipse">
            <a:avLst/>
          </a:prstGeom>
          <a:solidFill>
            <a:srgbClr val="7F8C97">
              <a:alpha val="48000"/>
            </a:srgbClr>
          </a:solidFill>
          <a:ln w="0">
            <a:noFill/>
            <a:prstDash val="solid"/>
          </a:ln>
        </p:spPr>
      </p:sp>
      <p:sp>
        <p:nvSpPr>
          <p:cNvPr id="2135" name="03_assume_matched_7432">
            <a:extLst>
              <a:ext uri="{FF2B5EF4-FFF2-40B4-BE49-F238E27FC236}">
                <a16:creationId xmlns:a16="http://schemas.microsoft.com/office/drawing/2014/main" id="{8A2E8F90-B8E3-48CC-9877-85B3FFD57083}"/>
              </a:ext>
            </a:extLst>
          </p:cNvPr>
          <p:cNvSpPr>
            <a:spLocks noGrp="1"/>
          </p:cNvSpPr>
          <p:nvPr/>
        </p:nvSpPr>
        <p:spPr>
          <a:xfrm>
            <a:off x="1169948" y="5144561"/>
            <a:ext cx="28398" cy="28398"/>
          </a:xfrm>
          <a:prstGeom prst="ellipse">
            <a:avLst/>
          </a:prstGeom>
          <a:solidFill>
            <a:srgbClr val="7F8C97">
              <a:alpha val="48000"/>
            </a:srgbClr>
          </a:solidFill>
          <a:ln w="0">
            <a:noFill/>
            <a:prstDash val="solid"/>
          </a:ln>
        </p:spPr>
      </p:sp>
      <p:sp>
        <p:nvSpPr>
          <p:cNvPr id="2136" name="03_assume_matched_7433">
            <a:extLst>
              <a:ext uri="{FF2B5EF4-FFF2-40B4-BE49-F238E27FC236}">
                <a16:creationId xmlns:a16="http://schemas.microsoft.com/office/drawing/2014/main" id="{05FDEFC3-6FDC-45F6-A3C0-DD8DB796CFDC}"/>
              </a:ext>
            </a:extLst>
          </p:cNvPr>
          <p:cNvSpPr>
            <a:spLocks noGrp="1"/>
          </p:cNvSpPr>
          <p:nvPr/>
        </p:nvSpPr>
        <p:spPr>
          <a:xfrm>
            <a:off x="1081013" y="5144561"/>
            <a:ext cx="28398" cy="28398"/>
          </a:xfrm>
          <a:prstGeom prst="ellipse">
            <a:avLst/>
          </a:prstGeom>
          <a:solidFill>
            <a:srgbClr val="7F8C97">
              <a:alpha val="48000"/>
            </a:srgbClr>
          </a:solidFill>
          <a:ln w="0">
            <a:noFill/>
            <a:prstDash val="solid"/>
          </a:ln>
        </p:spPr>
      </p:sp>
      <p:sp>
        <p:nvSpPr>
          <p:cNvPr id="2137" name="03_assume_matched_7434">
            <a:extLst>
              <a:ext uri="{FF2B5EF4-FFF2-40B4-BE49-F238E27FC236}">
                <a16:creationId xmlns:a16="http://schemas.microsoft.com/office/drawing/2014/main" id="{11C72EBF-26A9-4E4D-B231-174E67277E05}"/>
              </a:ext>
            </a:extLst>
          </p:cNvPr>
          <p:cNvSpPr>
            <a:spLocks noGrp="1"/>
          </p:cNvSpPr>
          <p:nvPr/>
        </p:nvSpPr>
        <p:spPr>
          <a:xfrm>
            <a:off x="1133827" y="5436996"/>
            <a:ext cx="28398" cy="28398"/>
          </a:xfrm>
          <a:prstGeom prst="ellipse">
            <a:avLst/>
          </a:prstGeom>
          <a:solidFill>
            <a:srgbClr val="7F8C97">
              <a:alpha val="48000"/>
            </a:srgbClr>
          </a:solidFill>
          <a:ln w="0">
            <a:noFill/>
            <a:prstDash val="solid"/>
          </a:ln>
        </p:spPr>
      </p:sp>
      <p:sp>
        <p:nvSpPr>
          <p:cNvPr id="2138" name="03_assume_matched_7435">
            <a:extLst>
              <a:ext uri="{FF2B5EF4-FFF2-40B4-BE49-F238E27FC236}">
                <a16:creationId xmlns:a16="http://schemas.microsoft.com/office/drawing/2014/main" id="{BE79032A-B370-49B2-81E1-18405E4AC6E9}"/>
              </a:ext>
            </a:extLst>
          </p:cNvPr>
          <p:cNvSpPr>
            <a:spLocks noGrp="1"/>
          </p:cNvSpPr>
          <p:nvPr/>
        </p:nvSpPr>
        <p:spPr>
          <a:xfrm>
            <a:off x="1144764" y="5436996"/>
            <a:ext cx="28398" cy="28398"/>
          </a:xfrm>
          <a:prstGeom prst="ellipse">
            <a:avLst/>
          </a:prstGeom>
          <a:solidFill>
            <a:srgbClr val="7F8C97">
              <a:alpha val="48000"/>
            </a:srgbClr>
          </a:solidFill>
          <a:ln w="0">
            <a:noFill/>
            <a:prstDash val="solid"/>
          </a:ln>
        </p:spPr>
      </p:sp>
      <p:sp>
        <p:nvSpPr>
          <p:cNvPr id="2139" name="03_assume_matched_7436">
            <a:extLst>
              <a:ext uri="{FF2B5EF4-FFF2-40B4-BE49-F238E27FC236}">
                <a16:creationId xmlns:a16="http://schemas.microsoft.com/office/drawing/2014/main" id="{86124F60-56BC-4E82-BFB7-B976C470837A}"/>
              </a:ext>
            </a:extLst>
          </p:cNvPr>
          <p:cNvSpPr>
            <a:spLocks noGrp="1"/>
          </p:cNvSpPr>
          <p:nvPr/>
        </p:nvSpPr>
        <p:spPr>
          <a:xfrm>
            <a:off x="1162177" y="5436996"/>
            <a:ext cx="28398" cy="28398"/>
          </a:xfrm>
          <a:prstGeom prst="ellipse">
            <a:avLst/>
          </a:prstGeom>
          <a:solidFill>
            <a:srgbClr val="7F8C97">
              <a:alpha val="48000"/>
            </a:srgbClr>
          </a:solidFill>
          <a:ln w="0">
            <a:noFill/>
            <a:prstDash val="solid"/>
          </a:ln>
        </p:spPr>
      </p:sp>
      <p:sp>
        <p:nvSpPr>
          <p:cNvPr id="2140" name="03_assume_matched_7437">
            <a:extLst>
              <a:ext uri="{FF2B5EF4-FFF2-40B4-BE49-F238E27FC236}">
                <a16:creationId xmlns:a16="http://schemas.microsoft.com/office/drawing/2014/main" id="{4CDC9503-85AA-4703-8BA0-D8C4DA0E19C6}"/>
              </a:ext>
            </a:extLst>
          </p:cNvPr>
          <p:cNvSpPr>
            <a:spLocks noGrp="1"/>
          </p:cNvSpPr>
          <p:nvPr/>
        </p:nvSpPr>
        <p:spPr>
          <a:xfrm>
            <a:off x="1146923" y="5436996"/>
            <a:ext cx="28398" cy="28398"/>
          </a:xfrm>
          <a:prstGeom prst="ellipse">
            <a:avLst/>
          </a:prstGeom>
          <a:solidFill>
            <a:srgbClr val="7F8C97">
              <a:alpha val="48000"/>
            </a:srgbClr>
          </a:solidFill>
          <a:ln w="0">
            <a:noFill/>
            <a:prstDash val="solid"/>
          </a:ln>
        </p:spPr>
      </p:sp>
      <p:sp>
        <p:nvSpPr>
          <p:cNvPr id="2141" name="03_assume_matched_7438">
            <a:extLst>
              <a:ext uri="{FF2B5EF4-FFF2-40B4-BE49-F238E27FC236}">
                <a16:creationId xmlns:a16="http://schemas.microsoft.com/office/drawing/2014/main" id="{DDD7028C-97CD-4F54-AFCA-F03217971520}"/>
              </a:ext>
            </a:extLst>
          </p:cNvPr>
          <p:cNvSpPr>
            <a:spLocks noGrp="1"/>
          </p:cNvSpPr>
          <p:nvPr/>
        </p:nvSpPr>
        <p:spPr>
          <a:xfrm>
            <a:off x="1125193" y="5436996"/>
            <a:ext cx="28398" cy="28398"/>
          </a:xfrm>
          <a:prstGeom prst="ellipse">
            <a:avLst/>
          </a:prstGeom>
          <a:solidFill>
            <a:srgbClr val="7F8C97">
              <a:alpha val="48000"/>
            </a:srgbClr>
          </a:solidFill>
          <a:ln w="0">
            <a:noFill/>
            <a:prstDash val="solid"/>
          </a:ln>
        </p:spPr>
      </p:sp>
      <p:sp>
        <p:nvSpPr>
          <p:cNvPr id="2142" name="03_assume_matched_7439">
            <a:extLst>
              <a:ext uri="{FF2B5EF4-FFF2-40B4-BE49-F238E27FC236}">
                <a16:creationId xmlns:a16="http://schemas.microsoft.com/office/drawing/2014/main" id="{B2838587-8503-49FE-B12E-A2C0D8D560D1}"/>
              </a:ext>
            </a:extLst>
          </p:cNvPr>
          <p:cNvSpPr>
            <a:spLocks noGrp="1"/>
          </p:cNvSpPr>
          <p:nvPr/>
        </p:nvSpPr>
        <p:spPr>
          <a:xfrm>
            <a:off x="1036976" y="5144561"/>
            <a:ext cx="28398" cy="28398"/>
          </a:xfrm>
          <a:prstGeom prst="ellipse">
            <a:avLst/>
          </a:prstGeom>
          <a:solidFill>
            <a:srgbClr val="7F8C97">
              <a:alpha val="48000"/>
            </a:srgbClr>
          </a:solidFill>
          <a:ln w="0">
            <a:noFill/>
            <a:prstDash val="solid"/>
          </a:ln>
        </p:spPr>
      </p:sp>
      <p:sp>
        <p:nvSpPr>
          <p:cNvPr id="2143" name="03_assume_matched_7440">
            <a:extLst>
              <a:ext uri="{FF2B5EF4-FFF2-40B4-BE49-F238E27FC236}">
                <a16:creationId xmlns:a16="http://schemas.microsoft.com/office/drawing/2014/main" id="{2C643369-1414-40BE-BE81-5B3D840DD946}"/>
              </a:ext>
            </a:extLst>
          </p:cNvPr>
          <p:cNvSpPr>
            <a:spLocks noGrp="1"/>
          </p:cNvSpPr>
          <p:nvPr/>
        </p:nvSpPr>
        <p:spPr>
          <a:xfrm>
            <a:off x="1050936" y="5436996"/>
            <a:ext cx="28398" cy="28398"/>
          </a:xfrm>
          <a:prstGeom prst="ellipse">
            <a:avLst/>
          </a:prstGeom>
          <a:solidFill>
            <a:srgbClr val="7F8C97">
              <a:alpha val="48000"/>
            </a:srgbClr>
          </a:solidFill>
          <a:ln w="0">
            <a:noFill/>
            <a:prstDash val="solid"/>
          </a:ln>
        </p:spPr>
      </p:sp>
      <p:sp>
        <p:nvSpPr>
          <p:cNvPr id="2144" name="03_assume_matched_7441">
            <a:extLst>
              <a:ext uri="{FF2B5EF4-FFF2-40B4-BE49-F238E27FC236}">
                <a16:creationId xmlns:a16="http://schemas.microsoft.com/office/drawing/2014/main" id="{D27764C2-F97E-496D-B856-C18A6DC419A7}"/>
              </a:ext>
            </a:extLst>
          </p:cNvPr>
          <p:cNvSpPr>
            <a:spLocks noGrp="1"/>
          </p:cNvSpPr>
          <p:nvPr/>
        </p:nvSpPr>
        <p:spPr>
          <a:xfrm>
            <a:off x="1112097" y="5144561"/>
            <a:ext cx="28398" cy="28398"/>
          </a:xfrm>
          <a:prstGeom prst="ellipse">
            <a:avLst/>
          </a:prstGeom>
          <a:solidFill>
            <a:srgbClr val="7F8C97">
              <a:alpha val="48000"/>
            </a:srgbClr>
          </a:solidFill>
          <a:ln w="0">
            <a:noFill/>
            <a:prstDash val="solid"/>
          </a:ln>
        </p:spPr>
      </p:sp>
      <p:sp>
        <p:nvSpPr>
          <p:cNvPr id="2145" name="03_assume_matched_7442">
            <a:extLst>
              <a:ext uri="{FF2B5EF4-FFF2-40B4-BE49-F238E27FC236}">
                <a16:creationId xmlns:a16="http://schemas.microsoft.com/office/drawing/2014/main" id="{D5A28DB2-800D-4F25-A70B-CC9A6CB91B4D}"/>
              </a:ext>
            </a:extLst>
          </p:cNvPr>
          <p:cNvSpPr>
            <a:spLocks noGrp="1"/>
          </p:cNvSpPr>
          <p:nvPr/>
        </p:nvSpPr>
        <p:spPr>
          <a:xfrm>
            <a:off x="1056980" y="5436996"/>
            <a:ext cx="28398" cy="28398"/>
          </a:xfrm>
          <a:prstGeom prst="ellipse">
            <a:avLst/>
          </a:prstGeom>
          <a:solidFill>
            <a:srgbClr val="7F8C97">
              <a:alpha val="48000"/>
            </a:srgbClr>
          </a:solidFill>
          <a:ln w="0">
            <a:noFill/>
            <a:prstDash val="solid"/>
          </a:ln>
        </p:spPr>
      </p:sp>
      <p:sp>
        <p:nvSpPr>
          <p:cNvPr id="2146" name="03_assume_matched_7443">
            <a:extLst>
              <a:ext uri="{FF2B5EF4-FFF2-40B4-BE49-F238E27FC236}">
                <a16:creationId xmlns:a16="http://schemas.microsoft.com/office/drawing/2014/main" id="{D15D9008-43F3-4C82-9206-118AD1A6CD74}"/>
              </a:ext>
            </a:extLst>
          </p:cNvPr>
          <p:cNvSpPr>
            <a:spLocks noGrp="1"/>
          </p:cNvSpPr>
          <p:nvPr/>
        </p:nvSpPr>
        <p:spPr>
          <a:xfrm>
            <a:off x="1083027" y="5436996"/>
            <a:ext cx="28398" cy="28398"/>
          </a:xfrm>
          <a:prstGeom prst="ellipse">
            <a:avLst/>
          </a:prstGeom>
          <a:solidFill>
            <a:srgbClr val="7F8C97">
              <a:alpha val="48000"/>
            </a:srgbClr>
          </a:solidFill>
          <a:ln w="0">
            <a:noFill/>
            <a:prstDash val="solid"/>
          </a:ln>
        </p:spPr>
      </p:sp>
      <p:sp>
        <p:nvSpPr>
          <p:cNvPr id="2147" name="03_assume_matched_7444">
            <a:extLst>
              <a:ext uri="{FF2B5EF4-FFF2-40B4-BE49-F238E27FC236}">
                <a16:creationId xmlns:a16="http://schemas.microsoft.com/office/drawing/2014/main" id="{00ED1AD8-2ADB-4F4E-B79E-8E34989CFA58}"/>
              </a:ext>
            </a:extLst>
          </p:cNvPr>
          <p:cNvSpPr>
            <a:spLocks noGrp="1"/>
          </p:cNvSpPr>
          <p:nvPr/>
        </p:nvSpPr>
        <p:spPr>
          <a:xfrm>
            <a:off x="1032083" y="5436996"/>
            <a:ext cx="28398" cy="28398"/>
          </a:xfrm>
          <a:prstGeom prst="ellipse">
            <a:avLst/>
          </a:prstGeom>
          <a:solidFill>
            <a:srgbClr val="7F8C97">
              <a:alpha val="48000"/>
            </a:srgbClr>
          </a:solidFill>
          <a:ln w="0">
            <a:noFill/>
            <a:prstDash val="solid"/>
          </a:ln>
        </p:spPr>
      </p:sp>
      <p:sp>
        <p:nvSpPr>
          <p:cNvPr id="2148" name="03_assume_matched_7445">
            <a:extLst>
              <a:ext uri="{FF2B5EF4-FFF2-40B4-BE49-F238E27FC236}">
                <a16:creationId xmlns:a16="http://schemas.microsoft.com/office/drawing/2014/main" id="{7DC37FD2-0483-4369-A268-400EA0E59425}"/>
              </a:ext>
            </a:extLst>
          </p:cNvPr>
          <p:cNvSpPr>
            <a:spLocks noGrp="1"/>
          </p:cNvSpPr>
          <p:nvPr/>
        </p:nvSpPr>
        <p:spPr>
          <a:xfrm>
            <a:off x="1527570" y="4852127"/>
            <a:ext cx="28398" cy="28398"/>
          </a:xfrm>
          <a:prstGeom prst="ellipse">
            <a:avLst/>
          </a:prstGeom>
          <a:solidFill>
            <a:srgbClr val="7F8C97">
              <a:alpha val="48000"/>
            </a:srgbClr>
          </a:solidFill>
          <a:ln w="0">
            <a:noFill/>
            <a:prstDash val="solid"/>
          </a:ln>
        </p:spPr>
      </p:sp>
      <p:sp>
        <p:nvSpPr>
          <p:cNvPr id="2149" name="03_assume_matched_7446">
            <a:extLst>
              <a:ext uri="{FF2B5EF4-FFF2-40B4-BE49-F238E27FC236}">
                <a16:creationId xmlns:a16="http://schemas.microsoft.com/office/drawing/2014/main" id="{2060C149-6B79-492B-9215-3356EFFF9E62}"/>
              </a:ext>
            </a:extLst>
          </p:cNvPr>
          <p:cNvSpPr>
            <a:spLocks noGrp="1"/>
          </p:cNvSpPr>
          <p:nvPr/>
        </p:nvSpPr>
        <p:spPr>
          <a:xfrm>
            <a:off x="1516057" y="5436996"/>
            <a:ext cx="28398" cy="28398"/>
          </a:xfrm>
          <a:prstGeom prst="ellipse">
            <a:avLst/>
          </a:prstGeom>
          <a:solidFill>
            <a:srgbClr val="7F8C97">
              <a:alpha val="48000"/>
            </a:srgbClr>
          </a:solidFill>
          <a:ln w="0">
            <a:noFill/>
            <a:prstDash val="solid"/>
          </a:ln>
        </p:spPr>
      </p:sp>
      <p:sp>
        <p:nvSpPr>
          <p:cNvPr id="2150" name="03_assume_matched_7447">
            <a:extLst>
              <a:ext uri="{FF2B5EF4-FFF2-40B4-BE49-F238E27FC236}">
                <a16:creationId xmlns:a16="http://schemas.microsoft.com/office/drawing/2014/main" id="{D206BD5E-F31F-4D16-8FE7-1D4505DD0A16}"/>
              </a:ext>
            </a:extLst>
          </p:cNvPr>
          <p:cNvSpPr>
            <a:spLocks noGrp="1"/>
          </p:cNvSpPr>
          <p:nvPr/>
        </p:nvSpPr>
        <p:spPr>
          <a:xfrm>
            <a:off x="1458925" y="4852127"/>
            <a:ext cx="28398" cy="28398"/>
          </a:xfrm>
          <a:prstGeom prst="ellipse">
            <a:avLst/>
          </a:prstGeom>
          <a:solidFill>
            <a:srgbClr val="7F8C97">
              <a:alpha val="48000"/>
            </a:srgbClr>
          </a:solidFill>
          <a:ln w="0">
            <a:noFill/>
            <a:prstDash val="solid"/>
          </a:ln>
        </p:spPr>
      </p:sp>
      <p:sp>
        <p:nvSpPr>
          <p:cNvPr id="2151" name="03_assume_matched_7448">
            <a:extLst>
              <a:ext uri="{FF2B5EF4-FFF2-40B4-BE49-F238E27FC236}">
                <a16:creationId xmlns:a16="http://schemas.microsoft.com/office/drawing/2014/main" id="{B9C88163-A139-42D5-90A6-B41A3C17093C}"/>
              </a:ext>
            </a:extLst>
          </p:cNvPr>
          <p:cNvSpPr>
            <a:spLocks noGrp="1"/>
          </p:cNvSpPr>
          <p:nvPr/>
        </p:nvSpPr>
        <p:spPr>
          <a:xfrm>
            <a:off x="1537787" y="4852127"/>
            <a:ext cx="28398" cy="28398"/>
          </a:xfrm>
          <a:prstGeom prst="ellipse">
            <a:avLst/>
          </a:prstGeom>
          <a:solidFill>
            <a:srgbClr val="7F8C97">
              <a:alpha val="48000"/>
            </a:srgbClr>
          </a:solidFill>
          <a:ln w="0">
            <a:noFill/>
            <a:prstDash val="solid"/>
          </a:ln>
        </p:spPr>
      </p:sp>
      <p:sp>
        <p:nvSpPr>
          <p:cNvPr id="2152" name="03_assume_matched_7449">
            <a:extLst>
              <a:ext uri="{FF2B5EF4-FFF2-40B4-BE49-F238E27FC236}">
                <a16:creationId xmlns:a16="http://schemas.microsoft.com/office/drawing/2014/main" id="{76E0835D-410F-4878-A388-8B3619E8796B}"/>
              </a:ext>
            </a:extLst>
          </p:cNvPr>
          <p:cNvSpPr>
            <a:spLocks noGrp="1"/>
          </p:cNvSpPr>
          <p:nvPr/>
        </p:nvSpPr>
        <p:spPr>
          <a:xfrm>
            <a:off x="1505552" y="5019232"/>
            <a:ext cx="28398" cy="28398"/>
          </a:xfrm>
          <a:prstGeom prst="ellipse">
            <a:avLst/>
          </a:prstGeom>
          <a:solidFill>
            <a:srgbClr val="7F8C97">
              <a:alpha val="48000"/>
            </a:srgbClr>
          </a:solidFill>
          <a:ln w="0">
            <a:noFill/>
            <a:prstDash val="solid"/>
          </a:ln>
        </p:spPr>
      </p:sp>
      <p:sp>
        <p:nvSpPr>
          <p:cNvPr id="2153" name="03_assume_matched_7450">
            <a:extLst>
              <a:ext uri="{FF2B5EF4-FFF2-40B4-BE49-F238E27FC236}">
                <a16:creationId xmlns:a16="http://schemas.microsoft.com/office/drawing/2014/main" id="{899CDE48-DF7F-4324-BDF5-44D44BA30FC5}"/>
              </a:ext>
            </a:extLst>
          </p:cNvPr>
          <p:cNvSpPr>
            <a:spLocks noGrp="1"/>
          </p:cNvSpPr>
          <p:nvPr/>
        </p:nvSpPr>
        <p:spPr>
          <a:xfrm>
            <a:off x="1410284" y="4905297"/>
            <a:ext cx="28398" cy="28398"/>
          </a:xfrm>
          <a:prstGeom prst="ellipse">
            <a:avLst/>
          </a:prstGeom>
          <a:solidFill>
            <a:srgbClr val="7F8C97">
              <a:alpha val="48000"/>
            </a:srgbClr>
          </a:solidFill>
          <a:ln w="0">
            <a:noFill/>
            <a:prstDash val="solid"/>
          </a:ln>
        </p:spPr>
      </p:sp>
      <p:sp>
        <p:nvSpPr>
          <p:cNvPr id="2154" name="03_assume_matched_7451">
            <a:extLst>
              <a:ext uri="{FF2B5EF4-FFF2-40B4-BE49-F238E27FC236}">
                <a16:creationId xmlns:a16="http://schemas.microsoft.com/office/drawing/2014/main" id="{8A6552FF-A50A-4F29-9AE9-B8770997600E}"/>
              </a:ext>
            </a:extLst>
          </p:cNvPr>
          <p:cNvSpPr>
            <a:spLocks noGrp="1"/>
          </p:cNvSpPr>
          <p:nvPr/>
        </p:nvSpPr>
        <p:spPr>
          <a:xfrm>
            <a:off x="1440936" y="5436996"/>
            <a:ext cx="28398" cy="28398"/>
          </a:xfrm>
          <a:prstGeom prst="ellipse">
            <a:avLst/>
          </a:prstGeom>
          <a:solidFill>
            <a:srgbClr val="7F8C97">
              <a:alpha val="48000"/>
            </a:srgbClr>
          </a:solidFill>
          <a:ln w="0">
            <a:noFill/>
            <a:prstDash val="solid"/>
          </a:ln>
        </p:spPr>
      </p:sp>
      <p:sp>
        <p:nvSpPr>
          <p:cNvPr id="2155" name="03_assume_matched_7452">
            <a:extLst>
              <a:ext uri="{FF2B5EF4-FFF2-40B4-BE49-F238E27FC236}">
                <a16:creationId xmlns:a16="http://schemas.microsoft.com/office/drawing/2014/main" id="{102A4B5C-8B99-43C6-9400-65114C936118}"/>
              </a:ext>
            </a:extLst>
          </p:cNvPr>
          <p:cNvSpPr>
            <a:spLocks noGrp="1"/>
          </p:cNvSpPr>
          <p:nvPr/>
        </p:nvSpPr>
        <p:spPr>
          <a:xfrm>
            <a:off x="1409996" y="5290779"/>
            <a:ext cx="28398" cy="28398"/>
          </a:xfrm>
          <a:prstGeom prst="ellipse">
            <a:avLst/>
          </a:prstGeom>
          <a:solidFill>
            <a:srgbClr val="7F8C97">
              <a:alpha val="48000"/>
            </a:srgbClr>
          </a:solidFill>
          <a:ln w="0">
            <a:noFill/>
            <a:prstDash val="solid"/>
          </a:ln>
        </p:spPr>
      </p:sp>
      <p:sp>
        <p:nvSpPr>
          <p:cNvPr id="2156" name="03_assume_matched_7453">
            <a:extLst>
              <a:ext uri="{FF2B5EF4-FFF2-40B4-BE49-F238E27FC236}">
                <a16:creationId xmlns:a16="http://schemas.microsoft.com/office/drawing/2014/main" id="{7DD76E5B-365B-4165-B066-5CF27B5CCAE0}"/>
              </a:ext>
            </a:extLst>
          </p:cNvPr>
          <p:cNvSpPr>
            <a:spLocks noGrp="1"/>
          </p:cNvSpPr>
          <p:nvPr/>
        </p:nvSpPr>
        <p:spPr>
          <a:xfrm>
            <a:off x="1491305" y="5144561"/>
            <a:ext cx="28398" cy="28398"/>
          </a:xfrm>
          <a:prstGeom prst="ellipse">
            <a:avLst/>
          </a:prstGeom>
          <a:solidFill>
            <a:srgbClr val="7F8C97">
              <a:alpha val="48000"/>
            </a:srgbClr>
          </a:solidFill>
          <a:ln w="0">
            <a:noFill/>
            <a:prstDash val="solid"/>
          </a:ln>
        </p:spPr>
      </p:sp>
      <p:sp>
        <p:nvSpPr>
          <p:cNvPr id="2157" name="03_assume_matched_7454">
            <a:extLst>
              <a:ext uri="{FF2B5EF4-FFF2-40B4-BE49-F238E27FC236}">
                <a16:creationId xmlns:a16="http://schemas.microsoft.com/office/drawing/2014/main" id="{6AAA5D18-CC84-4962-9854-55E3DCD1F562}"/>
              </a:ext>
            </a:extLst>
          </p:cNvPr>
          <p:cNvSpPr>
            <a:spLocks noGrp="1"/>
          </p:cNvSpPr>
          <p:nvPr/>
        </p:nvSpPr>
        <p:spPr>
          <a:xfrm>
            <a:off x="1472596" y="5436996"/>
            <a:ext cx="28398" cy="28398"/>
          </a:xfrm>
          <a:prstGeom prst="ellipse">
            <a:avLst/>
          </a:prstGeom>
          <a:solidFill>
            <a:srgbClr val="7F8C97">
              <a:alpha val="48000"/>
            </a:srgbClr>
          </a:solidFill>
          <a:ln w="0">
            <a:noFill/>
            <a:prstDash val="solid"/>
          </a:ln>
        </p:spPr>
      </p:sp>
      <p:sp>
        <p:nvSpPr>
          <p:cNvPr id="2158" name="03_assume_matched_7455">
            <a:extLst>
              <a:ext uri="{FF2B5EF4-FFF2-40B4-BE49-F238E27FC236}">
                <a16:creationId xmlns:a16="http://schemas.microsoft.com/office/drawing/2014/main" id="{646D6672-133E-4CE5-90A9-CE1C5C0C0191}"/>
              </a:ext>
            </a:extLst>
          </p:cNvPr>
          <p:cNvSpPr>
            <a:spLocks noGrp="1"/>
          </p:cNvSpPr>
          <p:nvPr/>
        </p:nvSpPr>
        <p:spPr>
          <a:xfrm>
            <a:off x="1457342" y="5436996"/>
            <a:ext cx="28398" cy="28398"/>
          </a:xfrm>
          <a:prstGeom prst="ellipse">
            <a:avLst/>
          </a:prstGeom>
          <a:solidFill>
            <a:srgbClr val="7F8C97">
              <a:alpha val="48000"/>
            </a:srgbClr>
          </a:solidFill>
          <a:ln w="0">
            <a:noFill/>
            <a:prstDash val="solid"/>
          </a:ln>
        </p:spPr>
      </p:sp>
      <p:sp>
        <p:nvSpPr>
          <p:cNvPr id="2159" name="03_assume_matched_7456">
            <a:extLst>
              <a:ext uri="{FF2B5EF4-FFF2-40B4-BE49-F238E27FC236}">
                <a16:creationId xmlns:a16="http://schemas.microsoft.com/office/drawing/2014/main" id="{E639302D-A9EA-4361-89F3-E0644FF9EE71}"/>
              </a:ext>
            </a:extLst>
          </p:cNvPr>
          <p:cNvSpPr>
            <a:spLocks noGrp="1"/>
          </p:cNvSpPr>
          <p:nvPr/>
        </p:nvSpPr>
        <p:spPr>
          <a:xfrm>
            <a:off x="1443095" y="5436996"/>
            <a:ext cx="28398" cy="28398"/>
          </a:xfrm>
          <a:prstGeom prst="ellipse">
            <a:avLst/>
          </a:prstGeom>
          <a:solidFill>
            <a:srgbClr val="7F8C97">
              <a:alpha val="48000"/>
            </a:srgbClr>
          </a:solidFill>
          <a:ln w="0">
            <a:noFill/>
            <a:prstDash val="solid"/>
          </a:ln>
        </p:spPr>
      </p:sp>
      <p:sp>
        <p:nvSpPr>
          <p:cNvPr id="2160" name="03_assume_matched_7457">
            <a:extLst>
              <a:ext uri="{FF2B5EF4-FFF2-40B4-BE49-F238E27FC236}">
                <a16:creationId xmlns:a16="http://schemas.microsoft.com/office/drawing/2014/main" id="{E9841FB3-DFA8-4936-846A-BC4BB49D7793}"/>
              </a:ext>
            </a:extLst>
          </p:cNvPr>
          <p:cNvSpPr>
            <a:spLocks noGrp="1"/>
          </p:cNvSpPr>
          <p:nvPr/>
        </p:nvSpPr>
        <p:spPr>
          <a:xfrm>
            <a:off x="1459501" y="4852127"/>
            <a:ext cx="28398" cy="28398"/>
          </a:xfrm>
          <a:prstGeom prst="ellipse">
            <a:avLst/>
          </a:prstGeom>
          <a:solidFill>
            <a:srgbClr val="7F8C97">
              <a:alpha val="48000"/>
            </a:srgbClr>
          </a:solidFill>
          <a:ln w="0">
            <a:noFill/>
            <a:prstDash val="solid"/>
          </a:ln>
        </p:spPr>
      </p:sp>
      <p:sp>
        <p:nvSpPr>
          <p:cNvPr id="2161" name="03_assume_matched_7458">
            <a:extLst>
              <a:ext uri="{FF2B5EF4-FFF2-40B4-BE49-F238E27FC236}">
                <a16:creationId xmlns:a16="http://schemas.microsoft.com/office/drawing/2014/main" id="{7292504B-7EB2-4F4D-A4DA-B5590FDE9AFF}"/>
              </a:ext>
            </a:extLst>
          </p:cNvPr>
          <p:cNvSpPr>
            <a:spLocks noGrp="1"/>
          </p:cNvSpPr>
          <p:nvPr/>
        </p:nvSpPr>
        <p:spPr>
          <a:xfrm>
            <a:off x="1544695" y="5290779"/>
            <a:ext cx="28398" cy="28398"/>
          </a:xfrm>
          <a:prstGeom prst="ellipse">
            <a:avLst/>
          </a:prstGeom>
          <a:solidFill>
            <a:srgbClr val="7F8C97">
              <a:alpha val="48000"/>
            </a:srgbClr>
          </a:solidFill>
          <a:ln w="0">
            <a:noFill/>
            <a:prstDash val="solid"/>
          </a:ln>
        </p:spPr>
      </p:sp>
      <p:sp>
        <p:nvSpPr>
          <p:cNvPr id="2162" name="03_assume_matched_7459">
            <a:extLst>
              <a:ext uri="{FF2B5EF4-FFF2-40B4-BE49-F238E27FC236}">
                <a16:creationId xmlns:a16="http://schemas.microsoft.com/office/drawing/2014/main" id="{535A6448-FCB8-4AEC-AC98-8FEFB2B875B4}"/>
              </a:ext>
            </a:extLst>
          </p:cNvPr>
          <p:cNvSpPr>
            <a:spLocks noGrp="1"/>
          </p:cNvSpPr>
          <p:nvPr/>
        </p:nvSpPr>
        <p:spPr>
          <a:xfrm>
            <a:off x="1499651" y="4852127"/>
            <a:ext cx="28398" cy="28398"/>
          </a:xfrm>
          <a:prstGeom prst="ellipse">
            <a:avLst/>
          </a:prstGeom>
          <a:solidFill>
            <a:srgbClr val="7F8C97">
              <a:alpha val="48000"/>
            </a:srgbClr>
          </a:solidFill>
          <a:ln w="0">
            <a:noFill/>
            <a:prstDash val="solid"/>
          </a:ln>
        </p:spPr>
      </p:sp>
      <p:sp>
        <p:nvSpPr>
          <p:cNvPr id="2163" name="03_assume_matched_7460">
            <a:extLst>
              <a:ext uri="{FF2B5EF4-FFF2-40B4-BE49-F238E27FC236}">
                <a16:creationId xmlns:a16="http://schemas.microsoft.com/office/drawing/2014/main" id="{90B914DF-46D6-4B82-8A71-7AC39FBD9AA3}"/>
              </a:ext>
            </a:extLst>
          </p:cNvPr>
          <p:cNvSpPr>
            <a:spLocks noGrp="1"/>
          </p:cNvSpPr>
          <p:nvPr/>
        </p:nvSpPr>
        <p:spPr>
          <a:xfrm>
            <a:off x="1509437" y="5372010"/>
            <a:ext cx="28398" cy="28398"/>
          </a:xfrm>
          <a:prstGeom prst="ellipse">
            <a:avLst/>
          </a:prstGeom>
          <a:solidFill>
            <a:srgbClr val="7F8C97">
              <a:alpha val="48000"/>
            </a:srgbClr>
          </a:solidFill>
          <a:ln w="0">
            <a:noFill/>
            <a:prstDash val="solid"/>
          </a:ln>
        </p:spPr>
      </p:sp>
      <p:sp>
        <p:nvSpPr>
          <p:cNvPr id="2164" name="03_assume_matched_7461">
            <a:extLst>
              <a:ext uri="{FF2B5EF4-FFF2-40B4-BE49-F238E27FC236}">
                <a16:creationId xmlns:a16="http://schemas.microsoft.com/office/drawing/2014/main" id="{EDB3D87F-4A39-430F-89C9-DD8DA7920F8B}"/>
              </a:ext>
            </a:extLst>
          </p:cNvPr>
          <p:cNvSpPr>
            <a:spLocks noGrp="1"/>
          </p:cNvSpPr>
          <p:nvPr/>
        </p:nvSpPr>
        <p:spPr>
          <a:xfrm>
            <a:off x="1446261" y="5274532"/>
            <a:ext cx="28398" cy="28398"/>
          </a:xfrm>
          <a:prstGeom prst="ellipse">
            <a:avLst/>
          </a:prstGeom>
          <a:solidFill>
            <a:srgbClr val="7F8C97">
              <a:alpha val="48000"/>
            </a:srgbClr>
          </a:solidFill>
          <a:ln w="0">
            <a:noFill/>
            <a:prstDash val="solid"/>
          </a:ln>
        </p:spPr>
      </p:sp>
      <p:sp>
        <p:nvSpPr>
          <p:cNvPr id="2165" name="03_assume_matched_7462">
            <a:extLst>
              <a:ext uri="{FF2B5EF4-FFF2-40B4-BE49-F238E27FC236}">
                <a16:creationId xmlns:a16="http://schemas.microsoft.com/office/drawing/2014/main" id="{713DC829-3F26-4F25-BCA2-A1116E1689DC}"/>
              </a:ext>
            </a:extLst>
          </p:cNvPr>
          <p:cNvSpPr>
            <a:spLocks noGrp="1"/>
          </p:cNvSpPr>
          <p:nvPr/>
        </p:nvSpPr>
        <p:spPr>
          <a:xfrm>
            <a:off x="1536636" y="5242040"/>
            <a:ext cx="28398" cy="28398"/>
          </a:xfrm>
          <a:prstGeom prst="ellipse">
            <a:avLst/>
          </a:prstGeom>
          <a:solidFill>
            <a:srgbClr val="7F8C97">
              <a:alpha val="48000"/>
            </a:srgbClr>
          </a:solidFill>
          <a:ln w="0">
            <a:noFill/>
            <a:prstDash val="solid"/>
          </a:ln>
        </p:spPr>
      </p:sp>
      <p:sp>
        <p:nvSpPr>
          <p:cNvPr id="2166" name="03_assume_matched_7463">
            <a:extLst>
              <a:ext uri="{FF2B5EF4-FFF2-40B4-BE49-F238E27FC236}">
                <a16:creationId xmlns:a16="http://schemas.microsoft.com/office/drawing/2014/main" id="{A8F28CC8-5830-42B2-ABBC-B4D08DCE996A}"/>
              </a:ext>
            </a:extLst>
          </p:cNvPr>
          <p:cNvSpPr>
            <a:spLocks noGrp="1"/>
          </p:cNvSpPr>
          <p:nvPr/>
        </p:nvSpPr>
        <p:spPr>
          <a:xfrm>
            <a:off x="1509725" y="4905297"/>
            <a:ext cx="28398" cy="28398"/>
          </a:xfrm>
          <a:prstGeom prst="ellipse">
            <a:avLst/>
          </a:prstGeom>
          <a:solidFill>
            <a:srgbClr val="7F8C97">
              <a:alpha val="48000"/>
            </a:srgbClr>
          </a:solidFill>
          <a:ln w="0">
            <a:noFill/>
            <a:prstDash val="solid"/>
          </a:ln>
        </p:spPr>
      </p:sp>
      <p:sp>
        <p:nvSpPr>
          <p:cNvPr id="2167" name="03_assume_matched_7464">
            <a:extLst>
              <a:ext uri="{FF2B5EF4-FFF2-40B4-BE49-F238E27FC236}">
                <a16:creationId xmlns:a16="http://schemas.microsoft.com/office/drawing/2014/main" id="{BA80D261-8304-4A06-AF7F-14891FCD1A4D}"/>
              </a:ext>
            </a:extLst>
          </p:cNvPr>
          <p:cNvSpPr>
            <a:spLocks noGrp="1"/>
          </p:cNvSpPr>
          <p:nvPr/>
        </p:nvSpPr>
        <p:spPr>
          <a:xfrm>
            <a:off x="1427553" y="5436996"/>
            <a:ext cx="28398" cy="28398"/>
          </a:xfrm>
          <a:prstGeom prst="ellipse">
            <a:avLst/>
          </a:prstGeom>
          <a:solidFill>
            <a:srgbClr val="7F8C97">
              <a:alpha val="48000"/>
            </a:srgbClr>
          </a:solidFill>
          <a:ln w="0">
            <a:noFill/>
            <a:prstDash val="solid"/>
          </a:ln>
        </p:spPr>
      </p:sp>
      <p:sp>
        <p:nvSpPr>
          <p:cNvPr id="2168" name="03_assume_matched_7465">
            <a:extLst>
              <a:ext uri="{FF2B5EF4-FFF2-40B4-BE49-F238E27FC236}">
                <a16:creationId xmlns:a16="http://schemas.microsoft.com/office/drawing/2014/main" id="{0AAE72CC-543C-47AA-B402-CACC69972350}"/>
              </a:ext>
            </a:extLst>
          </p:cNvPr>
          <p:cNvSpPr>
            <a:spLocks noGrp="1"/>
          </p:cNvSpPr>
          <p:nvPr/>
        </p:nvSpPr>
        <p:spPr>
          <a:xfrm>
            <a:off x="1434892" y="4852127"/>
            <a:ext cx="28398" cy="28398"/>
          </a:xfrm>
          <a:prstGeom prst="ellipse">
            <a:avLst/>
          </a:prstGeom>
          <a:solidFill>
            <a:srgbClr val="7F8C97">
              <a:alpha val="48000"/>
            </a:srgbClr>
          </a:solidFill>
          <a:ln w="0">
            <a:noFill/>
            <a:prstDash val="solid"/>
          </a:ln>
        </p:spPr>
      </p:sp>
      <p:sp>
        <p:nvSpPr>
          <p:cNvPr id="2169" name="03_assume_matched_7466">
            <a:extLst>
              <a:ext uri="{FF2B5EF4-FFF2-40B4-BE49-F238E27FC236}">
                <a16:creationId xmlns:a16="http://schemas.microsoft.com/office/drawing/2014/main" id="{20AD2830-7CFD-48C4-874D-CE851BD74BB7}"/>
              </a:ext>
            </a:extLst>
          </p:cNvPr>
          <p:cNvSpPr>
            <a:spLocks noGrp="1"/>
          </p:cNvSpPr>
          <p:nvPr/>
        </p:nvSpPr>
        <p:spPr>
          <a:xfrm>
            <a:off x="1446117" y="5242040"/>
            <a:ext cx="28398" cy="28398"/>
          </a:xfrm>
          <a:prstGeom prst="ellipse">
            <a:avLst/>
          </a:prstGeom>
          <a:solidFill>
            <a:srgbClr val="7F8C97">
              <a:alpha val="48000"/>
            </a:srgbClr>
          </a:solidFill>
          <a:ln w="0">
            <a:noFill/>
            <a:prstDash val="solid"/>
          </a:ln>
        </p:spPr>
      </p:sp>
      <p:sp>
        <p:nvSpPr>
          <p:cNvPr id="2170" name="03_assume_matched_7467">
            <a:extLst>
              <a:ext uri="{FF2B5EF4-FFF2-40B4-BE49-F238E27FC236}">
                <a16:creationId xmlns:a16="http://schemas.microsoft.com/office/drawing/2014/main" id="{47ED337A-FE65-4447-A722-0684110B9A76}"/>
              </a:ext>
            </a:extLst>
          </p:cNvPr>
          <p:cNvSpPr>
            <a:spLocks noGrp="1"/>
          </p:cNvSpPr>
          <p:nvPr/>
        </p:nvSpPr>
        <p:spPr>
          <a:xfrm>
            <a:off x="1535485" y="5436996"/>
            <a:ext cx="28398" cy="28398"/>
          </a:xfrm>
          <a:prstGeom prst="ellipse">
            <a:avLst/>
          </a:prstGeom>
          <a:solidFill>
            <a:srgbClr val="7F8C97">
              <a:alpha val="48000"/>
            </a:srgbClr>
          </a:solidFill>
          <a:ln w="0">
            <a:noFill/>
            <a:prstDash val="solid"/>
          </a:ln>
        </p:spPr>
      </p:sp>
      <p:sp>
        <p:nvSpPr>
          <p:cNvPr id="2171" name="03_assume_matched_7468">
            <a:extLst>
              <a:ext uri="{FF2B5EF4-FFF2-40B4-BE49-F238E27FC236}">
                <a16:creationId xmlns:a16="http://schemas.microsoft.com/office/drawing/2014/main" id="{B3F25DE7-FC28-4791-A8BB-5D2B11529970}"/>
              </a:ext>
            </a:extLst>
          </p:cNvPr>
          <p:cNvSpPr>
            <a:spLocks noGrp="1"/>
          </p:cNvSpPr>
          <p:nvPr/>
        </p:nvSpPr>
        <p:spPr>
          <a:xfrm>
            <a:off x="1448420" y="4852127"/>
            <a:ext cx="28398" cy="28398"/>
          </a:xfrm>
          <a:prstGeom prst="ellipse">
            <a:avLst/>
          </a:prstGeom>
          <a:solidFill>
            <a:srgbClr val="7F8C97">
              <a:alpha val="48000"/>
            </a:srgbClr>
          </a:solidFill>
          <a:ln w="0">
            <a:noFill/>
            <a:prstDash val="solid"/>
          </a:ln>
        </p:spPr>
      </p:sp>
      <p:sp>
        <p:nvSpPr>
          <p:cNvPr id="2172" name="03_assume_matched_7469">
            <a:extLst>
              <a:ext uri="{FF2B5EF4-FFF2-40B4-BE49-F238E27FC236}">
                <a16:creationId xmlns:a16="http://schemas.microsoft.com/office/drawing/2014/main" id="{FEE09A3A-0F38-472B-9164-2A9ABD1F4531}"/>
              </a:ext>
            </a:extLst>
          </p:cNvPr>
          <p:cNvSpPr>
            <a:spLocks noGrp="1"/>
          </p:cNvSpPr>
          <p:nvPr/>
        </p:nvSpPr>
        <p:spPr>
          <a:xfrm>
            <a:off x="1527426" y="5177054"/>
            <a:ext cx="28398" cy="28398"/>
          </a:xfrm>
          <a:prstGeom prst="ellipse">
            <a:avLst/>
          </a:prstGeom>
          <a:solidFill>
            <a:srgbClr val="7F8C97">
              <a:alpha val="48000"/>
            </a:srgbClr>
          </a:solidFill>
          <a:ln w="0">
            <a:noFill/>
            <a:prstDash val="solid"/>
          </a:ln>
        </p:spPr>
      </p:sp>
      <p:sp>
        <p:nvSpPr>
          <p:cNvPr id="2173" name="03_assume_matched_7470">
            <a:extLst>
              <a:ext uri="{FF2B5EF4-FFF2-40B4-BE49-F238E27FC236}">
                <a16:creationId xmlns:a16="http://schemas.microsoft.com/office/drawing/2014/main" id="{65F0E15A-4323-463A-A923-D962B83EFE90}"/>
              </a:ext>
            </a:extLst>
          </p:cNvPr>
          <p:cNvSpPr>
            <a:spLocks noGrp="1"/>
          </p:cNvSpPr>
          <p:nvPr/>
        </p:nvSpPr>
        <p:spPr>
          <a:xfrm>
            <a:off x="1528577" y="4852127"/>
            <a:ext cx="28398" cy="28398"/>
          </a:xfrm>
          <a:prstGeom prst="ellipse">
            <a:avLst/>
          </a:prstGeom>
          <a:solidFill>
            <a:srgbClr val="7F8C97">
              <a:alpha val="48000"/>
            </a:srgbClr>
          </a:solidFill>
          <a:ln w="0">
            <a:noFill/>
            <a:prstDash val="solid"/>
          </a:ln>
        </p:spPr>
      </p:sp>
      <p:sp>
        <p:nvSpPr>
          <p:cNvPr id="2174" name="03_assume_matched_7471">
            <a:extLst>
              <a:ext uri="{FF2B5EF4-FFF2-40B4-BE49-F238E27FC236}">
                <a16:creationId xmlns:a16="http://schemas.microsoft.com/office/drawing/2014/main" id="{AB6C47CF-5786-4E13-8E20-AB0FFE0A94A9}"/>
              </a:ext>
            </a:extLst>
          </p:cNvPr>
          <p:cNvSpPr>
            <a:spLocks noGrp="1"/>
          </p:cNvSpPr>
          <p:nvPr/>
        </p:nvSpPr>
        <p:spPr>
          <a:xfrm>
            <a:off x="1532319" y="5436996"/>
            <a:ext cx="28398" cy="28398"/>
          </a:xfrm>
          <a:prstGeom prst="ellipse">
            <a:avLst/>
          </a:prstGeom>
          <a:solidFill>
            <a:srgbClr val="7F8C97">
              <a:alpha val="48000"/>
            </a:srgbClr>
          </a:solidFill>
          <a:ln w="0">
            <a:noFill/>
            <a:prstDash val="solid"/>
          </a:ln>
        </p:spPr>
      </p:sp>
      <p:sp>
        <p:nvSpPr>
          <p:cNvPr id="2175" name="03_assume_matched_7472">
            <a:extLst>
              <a:ext uri="{FF2B5EF4-FFF2-40B4-BE49-F238E27FC236}">
                <a16:creationId xmlns:a16="http://schemas.microsoft.com/office/drawing/2014/main" id="{FFAFE30C-755E-4F75-ADE6-D56BFD4E712E}"/>
              </a:ext>
            </a:extLst>
          </p:cNvPr>
          <p:cNvSpPr>
            <a:spLocks noGrp="1"/>
          </p:cNvSpPr>
          <p:nvPr/>
        </p:nvSpPr>
        <p:spPr>
          <a:xfrm>
            <a:off x="1449571" y="5242040"/>
            <a:ext cx="28398" cy="28398"/>
          </a:xfrm>
          <a:prstGeom prst="ellipse">
            <a:avLst/>
          </a:prstGeom>
          <a:solidFill>
            <a:srgbClr val="7F8C97">
              <a:alpha val="48000"/>
            </a:srgbClr>
          </a:solidFill>
          <a:ln w="0">
            <a:noFill/>
            <a:prstDash val="solid"/>
          </a:ln>
        </p:spPr>
      </p:sp>
      <p:sp>
        <p:nvSpPr>
          <p:cNvPr id="2176" name="03_assume_matched_7473">
            <a:extLst>
              <a:ext uri="{FF2B5EF4-FFF2-40B4-BE49-F238E27FC236}">
                <a16:creationId xmlns:a16="http://schemas.microsoft.com/office/drawing/2014/main" id="{F8337B79-A0C6-48CD-823F-A0D6B5143B84}"/>
              </a:ext>
            </a:extLst>
          </p:cNvPr>
          <p:cNvSpPr>
            <a:spLocks noGrp="1"/>
          </p:cNvSpPr>
          <p:nvPr/>
        </p:nvSpPr>
        <p:spPr>
          <a:xfrm>
            <a:off x="1427841" y="4998344"/>
            <a:ext cx="28398" cy="28398"/>
          </a:xfrm>
          <a:prstGeom prst="ellipse">
            <a:avLst/>
          </a:prstGeom>
          <a:solidFill>
            <a:srgbClr val="7F8C97">
              <a:alpha val="48000"/>
            </a:srgbClr>
          </a:solidFill>
          <a:ln w="0">
            <a:noFill/>
            <a:prstDash val="solid"/>
          </a:ln>
        </p:spPr>
      </p:sp>
      <p:sp>
        <p:nvSpPr>
          <p:cNvPr id="2177" name="03_assume_matched_7474">
            <a:extLst>
              <a:ext uri="{FF2B5EF4-FFF2-40B4-BE49-F238E27FC236}">
                <a16:creationId xmlns:a16="http://schemas.microsoft.com/office/drawing/2014/main" id="{F244C08F-DD6B-426C-B826-E712BCC0BC09}"/>
              </a:ext>
            </a:extLst>
          </p:cNvPr>
          <p:cNvSpPr>
            <a:spLocks noGrp="1"/>
          </p:cNvSpPr>
          <p:nvPr/>
        </p:nvSpPr>
        <p:spPr>
          <a:xfrm>
            <a:off x="1511596" y="5436996"/>
            <a:ext cx="28398" cy="28398"/>
          </a:xfrm>
          <a:prstGeom prst="ellipse">
            <a:avLst/>
          </a:prstGeom>
          <a:solidFill>
            <a:srgbClr val="7F8C97">
              <a:alpha val="48000"/>
            </a:srgbClr>
          </a:solidFill>
          <a:ln w="0">
            <a:noFill/>
            <a:prstDash val="solid"/>
          </a:ln>
        </p:spPr>
      </p:sp>
      <p:sp>
        <p:nvSpPr>
          <p:cNvPr id="2178" name="03_assume_matched_7475">
            <a:extLst>
              <a:ext uri="{FF2B5EF4-FFF2-40B4-BE49-F238E27FC236}">
                <a16:creationId xmlns:a16="http://schemas.microsoft.com/office/drawing/2014/main" id="{5FAB8092-69BD-4CBF-8897-3759671BA0ED}"/>
              </a:ext>
            </a:extLst>
          </p:cNvPr>
          <p:cNvSpPr>
            <a:spLocks noGrp="1"/>
          </p:cNvSpPr>
          <p:nvPr/>
        </p:nvSpPr>
        <p:spPr>
          <a:xfrm>
            <a:off x="1421077" y="4852127"/>
            <a:ext cx="28398" cy="28398"/>
          </a:xfrm>
          <a:prstGeom prst="ellipse">
            <a:avLst/>
          </a:prstGeom>
          <a:solidFill>
            <a:srgbClr val="7F8C97">
              <a:alpha val="48000"/>
            </a:srgbClr>
          </a:solidFill>
          <a:ln w="0">
            <a:noFill/>
            <a:prstDash val="solid"/>
          </a:ln>
        </p:spPr>
      </p:sp>
      <p:sp>
        <p:nvSpPr>
          <p:cNvPr id="2179" name="03_assume_matched_7476">
            <a:extLst>
              <a:ext uri="{FF2B5EF4-FFF2-40B4-BE49-F238E27FC236}">
                <a16:creationId xmlns:a16="http://schemas.microsoft.com/office/drawing/2014/main" id="{802C7092-6996-4E4B-9E37-4A5433400733}"/>
              </a:ext>
            </a:extLst>
          </p:cNvPr>
          <p:cNvSpPr>
            <a:spLocks noGrp="1"/>
          </p:cNvSpPr>
          <p:nvPr/>
        </p:nvSpPr>
        <p:spPr>
          <a:xfrm>
            <a:off x="1515193" y="4852127"/>
            <a:ext cx="28398" cy="28398"/>
          </a:xfrm>
          <a:prstGeom prst="ellipse">
            <a:avLst/>
          </a:prstGeom>
          <a:solidFill>
            <a:srgbClr val="7F8C97">
              <a:alpha val="48000"/>
            </a:srgbClr>
          </a:solidFill>
          <a:ln w="0">
            <a:noFill/>
            <a:prstDash val="solid"/>
          </a:ln>
        </p:spPr>
      </p:sp>
      <p:sp>
        <p:nvSpPr>
          <p:cNvPr id="2180" name="03_assume_matched_7477">
            <a:extLst>
              <a:ext uri="{FF2B5EF4-FFF2-40B4-BE49-F238E27FC236}">
                <a16:creationId xmlns:a16="http://schemas.microsoft.com/office/drawing/2014/main" id="{6F742C93-D76F-4668-A9C2-CC3F0CD319E6}"/>
              </a:ext>
            </a:extLst>
          </p:cNvPr>
          <p:cNvSpPr>
            <a:spLocks noGrp="1"/>
          </p:cNvSpPr>
          <p:nvPr/>
        </p:nvSpPr>
        <p:spPr>
          <a:xfrm>
            <a:off x="1422372" y="5436996"/>
            <a:ext cx="28398" cy="28398"/>
          </a:xfrm>
          <a:prstGeom prst="ellipse">
            <a:avLst/>
          </a:prstGeom>
          <a:solidFill>
            <a:srgbClr val="7F8C97">
              <a:alpha val="48000"/>
            </a:srgbClr>
          </a:solidFill>
          <a:ln w="0">
            <a:noFill/>
            <a:prstDash val="solid"/>
          </a:ln>
        </p:spPr>
      </p:sp>
      <p:sp>
        <p:nvSpPr>
          <p:cNvPr id="2181" name="03_assume_matched_7478">
            <a:extLst>
              <a:ext uri="{FF2B5EF4-FFF2-40B4-BE49-F238E27FC236}">
                <a16:creationId xmlns:a16="http://schemas.microsoft.com/office/drawing/2014/main" id="{9DEC5B4E-B2F2-44F5-A8D6-3B6D4D2BF2FC}"/>
              </a:ext>
            </a:extLst>
          </p:cNvPr>
          <p:cNvSpPr>
            <a:spLocks noGrp="1"/>
          </p:cNvSpPr>
          <p:nvPr/>
        </p:nvSpPr>
        <p:spPr>
          <a:xfrm>
            <a:off x="1542824" y="4852127"/>
            <a:ext cx="28398" cy="28398"/>
          </a:xfrm>
          <a:prstGeom prst="ellipse">
            <a:avLst/>
          </a:prstGeom>
          <a:solidFill>
            <a:srgbClr val="7F8C97">
              <a:alpha val="48000"/>
            </a:srgbClr>
          </a:solidFill>
          <a:ln w="0">
            <a:noFill/>
            <a:prstDash val="solid"/>
          </a:ln>
        </p:spPr>
      </p:sp>
      <p:sp>
        <p:nvSpPr>
          <p:cNvPr id="2182" name="03_assume_matched_7479">
            <a:extLst>
              <a:ext uri="{FF2B5EF4-FFF2-40B4-BE49-F238E27FC236}">
                <a16:creationId xmlns:a16="http://schemas.microsoft.com/office/drawing/2014/main" id="{327807D8-FD28-41D3-AB93-CDD7FDC73EF7}"/>
              </a:ext>
            </a:extLst>
          </p:cNvPr>
          <p:cNvSpPr>
            <a:spLocks noGrp="1"/>
          </p:cNvSpPr>
          <p:nvPr/>
        </p:nvSpPr>
        <p:spPr>
          <a:xfrm>
            <a:off x="1520806" y="4852127"/>
            <a:ext cx="28398" cy="28398"/>
          </a:xfrm>
          <a:prstGeom prst="ellipse">
            <a:avLst/>
          </a:prstGeom>
          <a:solidFill>
            <a:srgbClr val="7F8C97">
              <a:alpha val="48000"/>
            </a:srgbClr>
          </a:solidFill>
          <a:ln w="0">
            <a:noFill/>
            <a:prstDash val="solid"/>
          </a:ln>
        </p:spPr>
      </p:sp>
      <p:sp>
        <p:nvSpPr>
          <p:cNvPr id="2183" name="03_assume_matched_7480">
            <a:extLst>
              <a:ext uri="{FF2B5EF4-FFF2-40B4-BE49-F238E27FC236}">
                <a16:creationId xmlns:a16="http://schemas.microsoft.com/office/drawing/2014/main" id="{DDBDA669-BCC7-4AA4-A56D-CC55404535C8}"/>
              </a:ext>
            </a:extLst>
          </p:cNvPr>
          <p:cNvSpPr>
            <a:spLocks noGrp="1"/>
          </p:cNvSpPr>
          <p:nvPr/>
        </p:nvSpPr>
        <p:spPr>
          <a:xfrm>
            <a:off x="1468711" y="5436996"/>
            <a:ext cx="28398" cy="28398"/>
          </a:xfrm>
          <a:prstGeom prst="ellipse">
            <a:avLst/>
          </a:prstGeom>
          <a:solidFill>
            <a:srgbClr val="7F8C97">
              <a:alpha val="48000"/>
            </a:srgbClr>
          </a:solidFill>
          <a:ln w="0">
            <a:noFill/>
            <a:prstDash val="solid"/>
          </a:ln>
        </p:spPr>
      </p:sp>
      <p:sp>
        <p:nvSpPr>
          <p:cNvPr id="2184" name="03_assume_matched_7481">
            <a:extLst>
              <a:ext uri="{FF2B5EF4-FFF2-40B4-BE49-F238E27FC236}">
                <a16:creationId xmlns:a16="http://schemas.microsoft.com/office/drawing/2014/main" id="{C8400149-54C3-4B2B-9486-26109E9B56CB}"/>
              </a:ext>
            </a:extLst>
          </p:cNvPr>
          <p:cNvSpPr>
            <a:spLocks noGrp="1"/>
          </p:cNvSpPr>
          <p:nvPr/>
        </p:nvSpPr>
        <p:spPr>
          <a:xfrm>
            <a:off x="1444390" y="4852127"/>
            <a:ext cx="28398" cy="28398"/>
          </a:xfrm>
          <a:prstGeom prst="ellipse">
            <a:avLst/>
          </a:prstGeom>
          <a:solidFill>
            <a:srgbClr val="7F8C97">
              <a:alpha val="48000"/>
            </a:srgbClr>
          </a:solidFill>
          <a:ln w="0">
            <a:noFill/>
            <a:prstDash val="solid"/>
          </a:ln>
        </p:spPr>
      </p:sp>
      <p:sp>
        <p:nvSpPr>
          <p:cNvPr id="2185" name="03_assume_matched_7482">
            <a:extLst>
              <a:ext uri="{FF2B5EF4-FFF2-40B4-BE49-F238E27FC236}">
                <a16:creationId xmlns:a16="http://schemas.microsoft.com/office/drawing/2014/main" id="{0682D28A-5B75-4EFE-B640-AABD9F42A63F}"/>
              </a:ext>
            </a:extLst>
          </p:cNvPr>
          <p:cNvSpPr>
            <a:spLocks noGrp="1"/>
          </p:cNvSpPr>
          <p:nvPr/>
        </p:nvSpPr>
        <p:spPr>
          <a:xfrm>
            <a:off x="1546853" y="5436996"/>
            <a:ext cx="28398" cy="28398"/>
          </a:xfrm>
          <a:prstGeom prst="ellipse">
            <a:avLst/>
          </a:prstGeom>
          <a:solidFill>
            <a:srgbClr val="7F8C97">
              <a:alpha val="48000"/>
            </a:srgbClr>
          </a:solidFill>
          <a:ln w="0">
            <a:noFill/>
            <a:prstDash val="solid"/>
          </a:ln>
        </p:spPr>
      </p:sp>
      <p:sp>
        <p:nvSpPr>
          <p:cNvPr id="2186" name="03_assume_matched_7483">
            <a:extLst>
              <a:ext uri="{FF2B5EF4-FFF2-40B4-BE49-F238E27FC236}">
                <a16:creationId xmlns:a16="http://schemas.microsoft.com/office/drawing/2014/main" id="{4D576FE2-7F45-4F23-9DEE-3BD287AF9943}"/>
              </a:ext>
            </a:extLst>
          </p:cNvPr>
          <p:cNvSpPr>
            <a:spLocks noGrp="1"/>
          </p:cNvSpPr>
          <p:nvPr/>
        </p:nvSpPr>
        <p:spPr>
          <a:xfrm>
            <a:off x="1494614" y="5436996"/>
            <a:ext cx="28398" cy="28398"/>
          </a:xfrm>
          <a:prstGeom prst="ellipse">
            <a:avLst/>
          </a:prstGeom>
          <a:solidFill>
            <a:srgbClr val="7F8C97">
              <a:alpha val="48000"/>
            </a:srgbClr>
          </a:solidFill>
          <a:ln w="0">
            <a:noFill/>
            <a:prstDash val="solid"/>
          </a:ln>
        </p:spPr>
      </p:sp>
      <p:sp>
        <p:nvSpPr>
          <p:cNvPr id="2187" name="03_assume_matched_7484">
            <a:extLst>
              <a:ext uri="{FF2B5EF4-FFF2-40B4-BE49-F238E27FC236}">
                <a16:creationId xmlns:a16="http://schemas.microsoft.com/office/drawing/2014/main" id="{940E92E4-2342-482B-A824-D99C81F7A495}"/>
              </a:ext>
            </a:extLst>
          </p:cNvPr>
          <p:cNvSpPr>
            <a:spLocks noGrp="1"/>
          </p:cNvSpPr>
          <p:nvPr/>
        </p:nvSpPr>
        <p:spPr>
          <a:xfrm>
            <a:off x="1527426" y="5436996"/>
            <a:ext cx="28398" cy="28398"/>
          </a:xfrm>
          <a:prstGeom prst="ellipse">
            <a:avLst/>
          </a:prstGeom>
          <a:solidFill>
            <a:srgbClr val="7F8C97">
              <a:alpha val="48000"/>
            </a:srgbClr>
          </a:solidFill>
          <a:ln w="0">
            <a:noFill/>
            <a:prstDash val="solid"/>
          </a:ln>
        </p:spPr>
      </p:sp>
      <p:sp>
        <p:nvSpPr>
          <p:cNvPr id="2188" name="03_assume_matched_7485">
            <a:extLst>
              <a:ext uri="{FF2B5EF4-FFF2-40B4-BE49-F238E27FC236}">
                <a16:creationId xmlns:a16="http://schemas.microsoft.com/office/drawing/2014/main" id="{FA92371D-75C3-49B8-9B5D-1AFA03684E6B}"/>
              </a:ext>
            </a:extLst>
          </p:cNvPr>
          <p:cNvSpPr>
            <a:spLocks noGrp="1"/>
          </p:cNvSpPr>
          <p:nvPr/>
        </p:nvSpPr>
        <p:spPr>
          <a:xfrm>
            <a:off x="1426546" y="5086074"/>
            <a:ext cx="28398" cy="28398"/>
          </a:xfrm>
          <a:prstGeom prst="ellipse">
            <a:avLst/>
          </a:prstGeom>
          <a:solidFill>
            <a:srgbClr val="7F8C97">
              <a:alpha val="48000"/>
            </a:srgbClr>
          </a:solidFill>
          <a:ln w="0">
            <a:noFill/>
            <a:prstDash val="solid"/>
          </a:ln>
        </p:spPr>
      </p:sp>
      <p:sp>
        <p:nvSpPr>
          <p:cNvPr id="2189" name="03_assume_matched_7486">
            <a:extLst>
              <a:ext uri="{FF2B5EF4-FFF2-40B4-BE49-F238E27FC236}">
                <a16:creationId xmlns:a16="http://schemas.microsoft.com/office/drawing/2014/main" id="{DF394F18-683D-4372-9DF5-B50B4F024FF4}"/>
              </a:ext>
            </a:extLst>
          </p:cNvPr>
          <p:cNvSpPr>
            <a:spLocks noGrp="1"/>
          </p:cNvSpPr>
          <p:nvPr/>
        </p:nvSpPr>
        <p:spPr>
          <a:xfrm>
            <a:off x="1518503" y="5144561"/>
            <a:ext cx="28398" cy="28398"/>
          </a:xfrm>
          <a:prstGeom prst="ellipse">
            <a:avLst/>
          </a:prstGeom>
          <a:solidFill>
            <a:srgbClr val="7F8C97">
              <a:alpha val="48000"/>
            </a:srgbClr>
          </a:solidFill>
          <a:ln w="0">
            <a:noFill/>
            <a:prstDash val="solid"/>
          </a:ln>
        </p:spPr>
      </p:sp>
      <p:sp>
        <p:nvSpPr>
          <p:cNvPr id="2190" name="03_assume_matched_7487">
            <a:extLst>
              <a:ext uri="{FF2B5EF4-FFF2-40B4-BE49-F238E27FC236}">
                <a16:creationId xmlns:a16="http://schemas.microsoft.com/office/drawing/2014/main" id="{CB57FDAE-6B27-4791-ABC5-0508866B6E0C}"/>
              </a:ext>
            </a:extLst>
          </p:cNvPr>
          <p:cNvSpPr>
            <a:spLocks noGrp="1"/>
          </p:cNvSpPr>
          <p:nvPr/>
        </p:nvSpPr>
        <p:spPr>
          <a:xfrm>
            <a:off x="1497637" y="5047083"/>
            <a:ext cx="28398" cy="28398"/>
          </a:xfrm>
          <a:prstGeom prst="ellipse">
            <a:avLst/>
          </a:prstGeom>
          <a:solidFill>
            <a:srgbClr val="7F8C97">
              <a:alpha val="48000"/>
            </a:srgbClr>
          </a:solidFill>
          <a:ln w="0">
            <a:noFill/>
            <a:prstDash val="solid"/>
          </a:ln>
        </p:spPr>
      </p:sp>
      <p:sp>
        <p:nvSpPr>
          <p:cNvPr id="2191" name="03_assume_matched_7488">
            <a:extLst>
              <a:ext uri="{FF2B5EF4-FFF2-40B4-BE49-F238E27FC236}">
                <a16:creationId xmlns:a16="http://schemas.microsoft.com/office/drawing/2014/main" id="{E007D818-807D-4811-826E-EF1CC54F0017}"/>
              </a:ext>
            </a:extLst>
          </p:cNvPr>
          <p:cNvSpPr>
            <a:spLocks noGrp="1"/>
          </p:cNvSpPr>
          <p:nvPr/>
        </p:nvSpPr>
        <p:spPr>
          <a:xfrm>
            <a:off x="1406254" y="4852127"/>
            <a:ext cx="28398" cy="28398"/>
          </a:xfrm>
          <a:prstGeom prst="ellipse">
            <a:avLst/>
          </a:prstGeom>
          <a:solidFill>
            <a:srgbClr val="7F8C97">
              <a:alpha val="48000"/>
            </a:srgbClr>
          </a:solidFill>
          <a:ln w="0">
            <a:noFill/>
            <a:prstDash val="solid"/>
          </a:ln>
        </p:spPr>
      </p:sp>
      <p:sp>
        <p:nvSpPr>
          <p:cNvPr id="2192" name="03_assume_matched_7489">
            <a:extLst>
              <a:ext uri="{FF2B5EF4-FFF2-40B4-BE49-F238E27FC236}">
                <a16:creationId xmlns:a16="http://schemas.microsoft.com/office/drawing/2014/main" id="{8AA9A51D-9161-403A-8D56-0E8D77F2CB63}"/>
              </a:ext>
            </a:extLst>
          </p:cNvPr>
          <p:cNvSpPr>
            <a:spLocks noGrp="1"/>
          </p:cNvSpPr>
          <p:nvPr/>
        </p:nvSpPr>
        <p:spPr>
          <a:xfrm>
            <a:off x="1465545" y="5436996"/>
            <a:ext cx="28398" cy="28398"/>
          </a:xfrm>
          <a:prstGeom prst="ellipse">
            <a:avLst/>
          </a:prstGeom>
          <a:solidFill>
            <a:srgbClr val="7F8C97">
              <a:alpha val="48000"/>
            </a:srgbClr>
          </a:solidFill>
          <a:ln w="0">
            <a:noFill/>
            <a:prstDash val="solid"/>
          </a:ln>
        </p:spPr>
      </p:sp>
      <p:sp>
        <p:nvSpPr>
          <p:cNvPr id="2193" name="03_assume_matched_7490">
            <a:extLst>
              <a:ext uri="{FF2B5EF4-FFF2-40B4-BE49-F238E27FC236}">
                <a16:creationId xmlns:a16="http://schemas.microsoft.com/office/drawing/2014/main" id="{B23A5D1B-CCA7-4A95-92D4-B2178A355F0E}"/>
              </a:ext>
            </a:extLst>
          </p:cNvPr>
          <p:cNvSpPr>
            <a:spLocks noGrp="1"/>
          </p:cNvSpPr>
          <p:nvPr/>
        </p:nvSpPr>
        <p:spPr>
          <a:xfrm>
            <a:off x="1447700" y="5436996"/>
            <a:ext cx="28398" cy="28398"/>
          </a:xfrm>
          <a:prstGeom prst="ellipse">
            <a:avLst/>
          </a:prstGeom>
          <a:solidFill>
            <a:srgbClr val="7F8C97">
              <a:alpha val="48000"/>
            </a:srgbClr>
          </a:solidFill>
          <a:ln w="0">
            <a:noFill/>
            <a:prstDash val="solid"/>
          </a:ln>
        </p:spPr>
      </p:sp>
      <p:sp>
        <p:nvSpPr>
          <p:cNvPr id="2194" name="03_assume_matched_7491">
            <a:extLst>
              <a:ext uri="{FF2B5EF4-FFF2-40B4-BE49-F238E27FC236}">
                <a16:creationId xmlns:a16="http://schemas.microsoft.com/office/drawing/2014/main" id="{B54B4AE2-4B65-423D-8E28-79460416FF36}"/>
              </a:ext>
            </a:extLst>
          </p:cNvPr>
          <p:cNvSpPr>
            <a:spLocks noGrp="1"/>
          </p:cNvSpPr>
          <p:nvPr/>
        </p:nvSpPr>
        <p:spPr>
          <a:xfrm>
            <a:off x="1479936" y="4852127"/>
            <a:ext cx="28398" cy="28398"/>
          </a:xfrm>
          <a:prstGeom prst="ellipse">
            <a:avLst/>
          </a:prstGeom>
          <a:solidFill>
            <a:srgbClr val="7F8C97">
              <a:alpha val="48000"/>
            </a:srgbClr>
          </a:solidFill>
          <a:ln w="0">
            <a:noFill/>
            <a:prstDash val="solid"/>
          </a:ln>
        </p:spPr>
      </p:sp>
      <p:sp>
        <p:nvSpPr>
          <p:cNvPr id="2195" name="03_assume_matched_7492">
            <a:extLst>
              <a:ext uri="{FF2B5EF4-FFF2-40B4-BE49-F238E27FC236}">
                <a16:creationId xmlns:a16="http://schemas.microsoft.com/office/drawing/2014/main" id="{C1584E93-11C7-4592-A9F4-1FA8E54EF8E5}"/>
              </a:ext>
            </a:extLst>
          </p:cNvPr>
          <p:cNvSpPr>
            <a:spLocks noGrp="1"/>
          </p:cNvSpPr>
          <p:nvPr/>
        </p:nvSpPr>
        <p:spPr>
          <a:xfrm>
            <a:off x="1461803" y="5388257"/>
            <a:ext cx="28398" cy="28398"/>
          </a:xfrm>
          <a:prstGeom prst="ellipse">
            <a:avLst/>
          </a:prstGeom>
          <a:solidFill>
            <a:srgbClr val="7F8C97">
              <a:alpha val="48000"/>
            </a:srgbClr>
          </a:solidFill>
          <a:ln w="0">
            <a:noFill/>
            <a:prstDash val="solid"/>
          </a:ln>
        </p:spPr>
      </p:sp>
      <p:sp>
        <p:nvSpPr>
          <p:cNvPr id="2196" name="03_assume_matched_7493">
            <a:extLst>
              <a:ext uri="{FF2B5EF4-FFF2-40B4-BE49-F238E27FC236}">
                <a16:creationId xmlns:a16="http://schemas.microsoft.com/office/drawing/2014/main" id="{86A64A4A-0155-42F6-AED7-09F8FAC76273}"/>
              </a:ext>
            </a:extLst>
          </p:cNvPr>
          <p:cNvSpPr>
            <a:spLocks noGrp="1"/>
          </p:cNvSpPr>
          <p:nvPr/>
        </p:nvSpPr>
        <p:spPr>
          <a:xfrm>
            <a:off x="1523972" y="5290779"/>
            <a:ext cx="28398" cy="28398"/>
          </a:xfrm>
          <a:prstGeom prst="ellipse">
            <a:avLst/>
          </a:prstGeom>
          <a:solidFill>
            <a:srgbClr val="7F8C97">
              <a:alpha val="48000"/>
            </a:srgbClr>
          </a:solidFill>
          <a:ln w="0">
            <a:noFill/>
            <a:prstDash val="solid"/>
          </a:ln>
        </p:spPr>
      </p:sp>
      <p:sp>
        <p:nvSpPr>
          <p:cNvPr id="2197" name="03_assume_matched_7494">
            <a:extLst>
              <a:ext uri="{FF2B5EF4-FFF2-40B4-BE49-F238E27FC236}">
                <a16:creationId xmlns:a16="http://schemas.microsoft.com/office/drawing/2014/main" id="{DC9F1027-DCED-49B2-8A8B-F29DB660277D}"/>
              </a:ext>
            </a:extLst>
          </p:cNvPr>
          <p:cNvSpPr>
            <a:spLocks noGrp="1"/>
          </p:cNvSpPr>
          <p:nvPr/>
        </p:nvSpPr>
        <p:spPr>
          <a:xfrm>
            <a:off x="1422084" y="4852127"/>
            <a:ext cx="28398" cy="28398"/>
          </a:xfrm>
          <a:prstGeom prst="ellipse">
            <a:avLst/>
          </a:prstGeom>
          <a:solidFill>
            <a:srgbClr val="7F8C97">
              <a:alpha val="48000"/>
            </a:srgbClr>
          </a:solidFill>
          <a:ln w="0">
            <a:noFill/>
            <a:prstDash val="solid"/>
          </a:ln>
        </p:spPr>
      </p:sp>
      <p:sp>
        <p:nvSpPr>
          <p:cNvPr id="2198" name="03_assume_matched_7495">
            <a:extLst>
              <a:ext uri="{FF2B5EF4-FFF2-40B4-BE49-F238E27FC236}">
                <a16:creationId xmlns:a16="http://schemas.microsoft.com/office/drawing/2014/main" id="{AF3FA6D1-88DE-4A01-895C-8E9303F16F6A}"/>
              </a:ext>
            </a:extLst>
          </p:cNvPr>
          <p:cNvSpPr>
            <a:spLocks noGrp="1"/>
          </p:cNvSpPr>
          <p:nvPr/>
        </p:nvSpPr>
        <p:spPr>
          <a:xfrm>
            <a:off x="1428704" y="5436996"/>
            <a:ext cx="28398" cy="28398"/>
          </a:xfrm>
          <a:prstGeom prst="ellipse">
            <a:avLst/>
          </a:prstGeom>
          <a:solidFill>
            <a:srgbClr val="7F8C97">
              <a:alpha val="48000"/>
            </a:srgbClr>
          </a:solidFill>
          <a:ln w="0">
            <a:noFill/>
            <a:prstDash val="solid"/>
          </a:ln>
        </p:spPr>
      </p:sp>
      <p:sp>
        <p:nvSpPr>
          <p:cNvPr id="2199" name="03_assume_matched_7496">
            <a:extLst>
              <a:ext uri="{FF2B5EF4-FFF2-40B4-BE49-F238E27FC236}">
                <a16:creationId xmlns:a16="http://schemas.microsoft.com/office/drawing/2014/main" id="{5503D4CD-0700-4A0A-921F-752A880F6B29}"/>
              </a:ext>
            </a:extLst>
          </p:cNvPr>
          <p:cNvSpPr>
            <a:spLocks noGrp="1"/>
          </p:cNvSpPr>
          <p:nvPr/>
        </p:nvSpPr>
        <p:spPr>
          <a:xfrm>
            <a:off x="1488570" y="4852127"/>
            <a:ext cx="28398" cy="28398"/>
          </a:xfrm>
          <a:prstGeom prst="ellipse">
            <a:avLst/>
          </a:prstGeom>
          <a:solidFill>
            <a:srgbClr val="7F8C97">
              <a:alpha val="48000"/>
            </a:srgbClr>
          </a:solidFill>
          <a:ln w="0">
            <a:noFill/>
            <a:prstDash val="solid"/>
          </a:ln>
        </p:spPr>
      </p:sp>
      <p:sp>
        <p:nvSpPr>
          <p:cNvPr id="2200" name="03_assume_matched_7497">
            <a:extLst>
              <a:ext uri="{FF2B5EF4-FFF2-40B4-BE49-F238E27FC236}">
                <a16:creationId xmlns:a16="http://schemas.microsoft.com/office/drawing/2014/main" id="{F02937B9-0505-4CAF-A8C9-003F991B498E}"/>
              </a:ext>
            </a:extLst>
          </p:cNvPr>
          <p:cNvSpPr>
            <a:spLocks noGrp="1"/>
          </p:cNvSpPr>
          <p:nvPr/>
        </p:nvSpPr>
        <p:spPr>
          <a:xfrm>
            <a:off x="1487275" y="4852127"/>
            <a:ext cx="28398" cy="28398"/>
          </a:xfrm>
          <a:prstGeom prst="ellipse">
            <a:avLst/>
          </a:prstGeom>
          <a:solidFill>
            <a:srgbClr val="7F8C97">
              <a:alpha val="48000"/>
            </a:srgbClr>
          </a:solidFill>
          <a:ln w="0">
            <a:noFill/>
            <a:prstDash val="solid"/>
          </a:ln>
        </p:spPr>
      </p:sp>
      <p:sp>
        <p:nvSpPr>
          <p:cNvPr id="2201" name="03_assume_matched_7498">
            <a:extLst>
              <a:ext uri="{FF2B5EF4-FFF2-40B4-BE49-F238E27FC236}">
                <a16:creationId xmlns:a16="http://schemas.microsoft.com/office/drawing/2014/main" id="{2383EFC4-9F5C-4173-861A-0D2610A0BBC7}"/>
              </a:ext>
            </a:extLst>
          </p:cNvPr>
          <p:cNvSpPr>
            <a:spLocks noGrp="1"/>
          </p:cNvSpPr>
          <p:nvPr/>
        </p:nvSpPr>
        <p:spPr>
          <a:xfrm>
            <a:off x="1534046" y="4852127"/>
            <a:ext cx="28398" cy="28398"/>
          </a:xfrm>
          <a:prstGeom prst="ellipse">
            <a:avLst/>
          </a:prstGeom>
          <a:solidFill>
            <a:srgbClr val="7F8C97">
              <a:alpha val="48000"/>
            </a:srgbClr>
          </a:solidFill>
          <a:ln w="0">
            <a:noFill/>
            <a:prstDash val="solid"/>
          </a:ln>
        </p:spPr>
      </p:sp>
      <p:sp>
        <p:nvSpPr>
          <p:cNvPr id="2202" name="03_assume_matched_7499">
            <a:extLst>
              <a:ext uri="{FF2B5EF4-FFF2-40B4-BE49-F238E27FC236}">
                <a16:creationId xmlns:a16="http://schemas.microsoft.com/office/drawing/2014/main" id="{1BE20780-3231-4BE8-AC93-EE0328E9D943}"/>
              </a:ext>
            </a:extLst>
          </p:cNvPr>
          <p:cNvSpPr>
            <a:spLocks noGrp="1"/>
          </p:cNvSpPr>
          <p:nvPr/>
        </p:nvSpPr>
        <p:spPr>
          <a:xfrm>
            <a:off x="1512315" y="5144561"/>
            <a:ext cx="28398" cy="28398"/>
          </a:xfrm>
          <a:prstGeom prst="ellipse">
            <a:avLst/>
          </a:prstGeom>
          <a:solidFill>
            <a:srgbClr val="7F8C97">
              <a:alpha val="48000"/>
            </a:srgbClr>
          </a:solidFill>
          <a:ln w="0">
            <a:noFill/>
            <a:prstDash val="solid"/>
          </a:ln>
        </p:spPr>
      </p:sp>
      <p:sp>
        <p:nvSpPr>
          <p:cNvPr id="2203" name="03_assume_matched_7500">
            <a:extLst>
              <a:ext uri="{FF2B5EF4-FFF2-40B4-BE49-F238E27FC236}">
                <a16:creationId xmlns:a16="http://schemas.microsoft.com/office/drawing/2014/main" id="{A97321F4-5189-47FE-A185-4C36217E5ECF}"/>
              </a:ext>
            </a:extLst>
          </p:cNvPr>
          <p:cNvSpPr>
            <a:spLocks noGrp="1"/>
          </p:cNvSpPr>
          <p:nvPr/>
        </p:nvSpPr>
        <p:spPr>
          <a:xfrm>
            <a:off x="1444390" y="5436996"/>
            <a:ext cx="28398" cy="28398"/>
          </a:xfrm>
          <a:prstGeom prst="ellipse">
            <a:avLst/>
          </a:prstGeom>
          <a:solidFill>
            <a:srgbClr val="7F8C97">
              <a:alpha val="48000"/>
            </a:srgbClr>
          </a:solidFill>
          <a:ln w="0">
            <a:noFill/>
            <a:prstDash val="solid"/>
          </a:ln>
        </p:spPr>
      </p:sp>
      <p:sp>
        <p:nvSpPr>
          <p:cNvPr id="2204" name="03_assume_matched_7501">
            <a:extLst>
              <a:ext uri="{FF2B5EF4-FFF2-40B4-BE49-F238E27FC236}">
                <a16:creationId xmlns:a16="http://schemas.microsoft.com/office/drawing/2014/main" id="{4BA1612F-D097-4FD2-825C-961CD64845D2}"/>
              </a:ext>
            </a:extLst>
          </p:cNvPr>
          <p:cNvSpPr>
            <a:spLocks noGrp="1"/>
          </p:cNvSpPr>
          <p:nvPr/>
        </p:nvSpPr>
        <p:spPr>
          <a:xfrm>
            <a:off x="1515193" y="5436996"/>
            <a:ext cx="28398" cy="28398"/>
          </a:xfrm>
          <a:prstGeom prst="ellipse">
            <a:avLst/>
          </a:prstGeom>
          <a:solidFill>
            <a:srgbClr val="7F8C97">
              <a:alpha val="48000"/>
            </a:srgbClr>
          </a:solidFill>
          <a:ln w="0">
            <a:noFill/>
            <a:prstDash val="solid"/>
          </a:ln>
        </p:spPr>
      </p:sp>
      <p:sp>
        <p:nvSpPr>
          <p:cNvPr id="2205" name="03_assume_matched_7502">
            <a:extLst>
              <a:ext uri="{FF2B5EF4-FFF2-40B4-BE49-F238E27FC236}">
                <a16:creationId xmlns:a16="http://schemas.microsoft.com/office/drawing/2014/main" id="{5C9626FC-93F1-402A-B12A-FC09C005C49C}"/>
              </a:ext>
            </a:extLst>
          </p:cNvPr>
          <p:cNvSpPr>
            <a:spLocks noGrp="1"/>
          </p:cNvSpPr>
          <p:nvPr/>
        </p:nvSpPr>
        <p:spPr>
          <a:xfrm>
            <a:off x="1503537" y="5436996"/>
            <a:ext cx="28398" cy="28398"/>
          </a:xfrm>
          <a:prstGeom prst="ellipse">
            <a:avLst/>
          </a:prstGeom>
          <a:solidFill>
            <a:srgbClr val="7F8C97">
              <a:alpha val="48000"/>
            </a:srgbClr>
          </a:solidFill>
          <a:ln w="0">
            <a:noFill/>
            <a:prstDash val="solid"/>
          </a:ln>
        </p:spPr>
      </p:sp>
      <p:sp>
        <p:nvSpPr>
          <p:cNvPr id="2206" name="03_assume_matched_7503">
            <a:extLst>
              <a:ext uri="{FF2B5EF4-FFF2-40B4-BE49-F238E27FC236}">
                <a16:creationId xmlns:a16="http://schemas.microsoft.com/office/drawing/2014/main" id="{BE1AB816-6444-4A76-BF28-D345A1626CE2}"/>
              </a:ext>
            </a:extLst>
          </p:cNvPr>
          <p:cNvSpPr>
            <a:spLocks noGrp="1"/>
          </p:cNvSpPr>
          <p:nvPr/>
        </p:nvSpPr>
        <p:spPr>
          <a:xfrm>
            <a:off x="1509725" y="5436996"/>
            <a:ext cx="28398" cy="28398"/>
          </a:xfrm>
          <a:prstGeom prst="ellipse">
            <a:avLst/>
          </a:prstGeom>
          <a:solidFill>
            <a:srgbClr val="7F8C97">
              <a:alpha val="48000"/>
            </a:srgbClr>
          </a:solidFill>
          <a:ln w="0">
            <a:noFill/>
            <a:prstDash val="solid"/>
          </a:ln>
        </p:spPr>
      </p:sp>
      <p:sp>
        <p:nvSpPr>
          <p:cNvPr id="2207" name="03_assume_matched_7504">
            <a:extLst>
              <a:ext uri="{FF2B5EF4-FFF2-40B4-BE49-F238E27FC236}">
                <a16:creationId xmlns:a16="http://schemas.microsoft.com/office/drawing/2014/main" id="{6E3712C0-AE63-46C2-B269-F8179C28FA83}"/>
              </a:ext>
            </a:extLst>
          </p:cNvPr>
          <p:cNvSpPr>
            <a:spLocks noGrp="1"/>
          </p:cNvSpPr>
          <p:nvPr/>
        </p:nvSpPr>
        <p:spPr>
          <a:xfrm>
            <a:off x="1523108" y="5436996"/>
            <a:ext cx="28398" cy="28398"/>
          </a:xfrm>
          <a:prstGeom prst="ellipse">
            <a:avLst/>
          </a:prstGeom>
          <a:solidFill>
            <a:srgbClr val="7F8C97">
              <a:alpha val="48000"/>
            </a:srgbClr>
          </a:solidFill>
          <a:ln w="0">
            <a:noFill/>
            <a:prstDash val="solid"/>
          </a:ln>
        </p:spPr>
      </p:sp>
      <p:sp>
        <p:nvSpPr>
          <p:cNvPr id="2208" name="03_assume_matched_7505">
            <a:extLst>
              <a:ext uri="{FF2B5EF4-FFF2-40B4-BE49-F238E27FC236}">
                <a16:creationId xmlns:a16="http://schemas.microsoft.com/office/drawing/2014/main" id="{D5BADD5C-C2FB-49E1-85BF-86AB38232E08}"/>
              </a:ext>
            </a:extLst>
          </p:cNvPr>
          <p:cNvSpPr>
            <a:spLocks noGrp="1"/>
          </p:cNvSpPr>
          <p:nvPr/>
        </p:nvSpPr>
        <p:spPr>
          <a:xfrm>
            <a:off x="1431726" y="4852127"/>
            <a:ext cx="28398" cy="28398"/>
          </a:xfrm>
          <a:prstGeom prst="ellipse">
            <a:avLst/>
          </a:prstGeom>
          <a:solidFill>
            <a:srgbClr val="7F8C97">
              <a:alpha val="48000"/>
            </a:srgbClr>
          </a:solidFill>
          <a:ln w="0">
            <a:noFill/>
            <a:prstDash val="solid"/>
          </a:ln>
        </p:spPr>
      </p:sp>
      <p:sp>
        <p:nvSpPr>
          <p:cNvPr id="2209" name="03_assume_matched_7506">
            <a:extLst>
              <a:ext uri="{FF2B5EF4-FFF2-40B4-BE49-F238E27FC236}">
                <a16:creationId xmlns:a16="http://schemas.microsoft.com/office/drawing/2014/main" id="{BF85CEC9-84C8-4882-97DA-4B0091BECE17}"/>
              </a:ext>
            </a:extLst>
          </p:cNvPr>
          <p:cNvSpPr>
            <a:spLocks noGrp="1"/>
          </p:cNvSpPr>
          <p:nvPr/>
        </p:nvSpPr>
        <p:spPr>
          <a:xfrm>
            <a:off x="1420933" y="5047083"/>
            <a:ext cx="28398" cy="28398"/>
          </a:xfrm>
          <a:prstGeom prst="ellipse">
            <a:avLst/>
          </a:prstGeom>
          <a:solidFill>
            <a:srgbClr val="7F8C97">
              <a:alpha val="48000"/>
            </a:srgbClr>
          </a:solidFill>
          <a:ln w="0">
            <a:noFill/>
            <a:prstDash val="solid"/>
          </a:ln>
        </p:spPr>
      </p:sp>
      <p:sp>
        <p:nvSpPr>
          <p:cNvPr id="2210" name="03_assume_matched_7507">
            <a:extLst>
              <a:ext uri="{FF2B5EF4-FFF2-40B4-BE49-F238E27FC236}">
                <a16:creationId xmlns:a16="http://schemas.microsoft.com/office/drawing/2014/main" id="{40E10E3C-C190-4DCF-B79C-C45A0EDE0638}"/>
              </a:ext>
            </a:extLst>
          </p:cNvPr>
          <p:cNvSpPr>
            <a:spLocks noGrp="1"/>
          </p:cNvSpPr>
          <p:nvPr/>
        </p:nvSpPr>
        <p:spPr>
          <a:xfrm>
            <a:off x="1503825" y="5144561"/>
            <a:ext cx="28398" cy="28398"/>
          </a:xfrm>
          <a:prstGeom prst="ellipse">
            <a:avLst/>
          </a:prstGeom>
          <a:solidFill>
            <a:srgbClr val="7F8C97">
              <a:alpha val="48000"/>
            </a:srgbClr>
          </a:solidFill>
          <a:ln w="0">
            <a:noFill/>
            <a:prstDash val="solid"/>
          </a:ln>
        </p:spPr>
      </p:sp>
      <p:sp>
        <p:nvSpPr>
          <p:cNvPr id="2211" name="03_assume_matched_7508">
            <a:extLst>
              <a:ext uri="{FF2B5EF4-FFF2-40B4-BE49-F238E27FC236}">
                <a16:creationId xmlns:a16="http://schemas.microsoft.com/office/drawing/2014/main" id="{349BC9C3-EC6F-4F8C-8197-3999E0FB019C}"/>
              </a:ext>
            </a:extLst>
          </p:cNvPr>
          <p:cNvSpPr>
            <a:spLocks noGrp="1"/>
          </p:cNvSpPr>
          <p:nvPr/>
        </p:nvSpPr>
        <p:spPr>
          <a:xfrm>
            <a:off x="1540953" y="4852127"/>
            <a:ext cx="28398" cy="28398"/>
          </a:xfrm>
          <a:prstGeom prst="ellipse">
            <a:avLst/>
          </a:prstGeom>
          <a:solidFill>
            <a:srgbClr val="7F8C97">
              <a:alpha val="48000"/>
            </a:srgbClr>
          </a:solidFill>
          <a:ln w="0">
            <a:noFill/>
            <a:prstDash val="solid"/>
          </a:ln>
        </p:spPr>
      </p:sp>
      <p:sp>
        <p:nvSpPr>
          <p:cNvPr id="2212" name="03_assume_matched_7509">
            <a:extLst>
              <a:ext uri="{FF2B5EF4-FFF2-40B4-BE49-F238E27FC236}">
                <a16:creationId xmlns:a16="http://schemas.microsoft.com/office/drawing/2014/main" id="{7B661424-D17F-4835-A1A8-0D19AC920348}"/>
              </a:ext>
            </a:extLst>
          </p:cNvPr>
          <p:cNvSpPr>
            <a:spLocks noGrp="1"/>
          </p:cNvSpPr>
          <p:nvPr/>
        </p:nvSpPr>
        <p:spPr>
          <a:xfrm>
            <a:off x="1547141" y="4852127"/>
            <a:ext cx="28398" cy="28398"/>
          </a:xfrm>
          <a:prstGeom prst="ellipse">
            <a:avLst/>
          </a:prstGeom>
          <a:solidFill>
            <a:srgbClr val="7F8C97">
              <a:alpha val="48000"/>
            </a:srgbClr>
          </a:solidFill>
          <a:ln w="0">
            <a:noFill/>
            <a:prstDash val="solid"/>
          </a:ln>
        </p:spPr>
      </p:sp>
      <p:sp>
        <p:nvSpPr>
          <p:cNvPr id="2213" name="03_assume_matched_7510">
            <a:extLst>
              <a:ext uri="{FF2B5EF4-FFF2-40B4-BE49-F238E27FC236}">
                <a16:creationId xmlns:a16="http://schemas.microsoft.com/office/drawing/2014/main" id="{76D1C8CE-21C6-4110-B849-FD17EC65D048}"/>
              </a:ext>
            </a:extLst>
          </p:cNvPr>
          <p:cNvSpPr>
            <a:spLocks noGrp="1"/>
          </p:cNvSpPr>
          <p:nvPr/>
        </p:nvSpPr>
        <p:spPr>
          <a:xfrm>
            <a:off x="1458206" y="4852127"/>
            <a:ext cx="28398" cy="28398"/>
          </a:xfrm>
          <a:prstGeom prst="ellipse">
            <a:avLst/>
          </a:prstGeom>
          <a:solidFill>
            <a:srgbClr val="7F8C97">
              <a:alpha val="48000"/>
            </a:srgbClr>
          </a:solidFill>
          <a:ln w="0">
            <a:noFill/>
            <a:prstDash val="solid"/>
          </a:ln>
        </p:spPr>
      </p:sp>
      <p:sp>
        <p:nvSpPr>
          <p:cNvPr id="2214" name="03_assume_matched_7511">
            <a:extLst>
              <a:ext uri="{FF2B5EF4-FFF2-40B4-BE49-F238E27FC236}">
                <a16:creationId xmlns:a16="http://schemas.microsoft.com/office/drawing/2014/main" id="{4C555116-DAD9-4FBF-BE10-6C7061818922}"/>
              </a:ext>
            </a:extLst>
          </p:cNvPr>
          <p:cNvSpPr>
            <a:spLocks noGrp="1"/>
          </p:cNvSpPr>
          <p:nvPr/>
        </p:nvSpPr>
        <p:spPr>
          <a:xfrm>
            <a:off x="1511020" y="5436996"/>
            <a:ext cx="28398" cy="28398"/>
          </a:xfrm>
          <a:prstGeom prst="ellipse">
            <a:avLst/>
          </a:prstGeom>
          <a:solidFill>
            <a:srgbClr val="7F8C97">
              <a:alpha val="48000"/>
            </a:srgbClr>
          </a:solidFill>
          <a:ln w="0">
            <a:noFill/>
            <a:prstDash val="solid"/>
          </a:ln>
        </p:spPr>
      </p:sp>
      <p:sp>
        <p:nvSpPr>
          <p:cNvPr id="2215" name="03_assume_matched_7512">
            <a:extLst>
              <a:ext uri="{FF2B5EF4-FFF2-40B4-BE49-F238E27FC236}">
                <a16:creationId xmlns:a16="http://schemas.microsoft.com/office/drawing/2014/main" id="{45D9DF3D-CD55-499E-8191-9E4977D6CF45}"/>
              </a:ext>
            </a:extLst>
          </p:cNvPr>
          <p:cNvSpPr>
            <a:spLocks noGrp="1"/>
          </p:cNvSpPr>
          <p:nvPr/>
        </p:nvSpPr>
        <p:spPr>
          <a:xfrm>
            <a:off x="1521957" y="4852127"/>
            <a:ext cx="28398" cy="28398"/>
          </a:xfrm>
          <a:prstGeom prst="ellipse">
            <a:avLst/>
          </a:prstGeom>
          <a:solidFill>
            <a:srgbClr val="7F8C97">
              <a:alpha val="48000"/>
            </a:srgbClr>
          </a:solidFill>
          <a:ln w="0">
            <a:noFill/>
            <a:prstDash val="solid"/>
          </a:ln>
        </p:spPr>
      </p:sp>
      <p:sp>
        <p:nvSpPr>
          <p:cNvPr id="2216" name="03_assume_matched_7513">
            <a:extLst>
              <a:ext uri="{FF2B5EF4-FFF2-40B4-BE49-F238E27FC236}">
                <a16:creationId xmlns:a16="http://schemas.microsoft.com/office/drawing/2014/main" id="{C6880A3B-E9D7-4F6B-92B4-D3C9EBC26A03}"/>
              </a:ext>
            </a:extLst>
          </p:cNvPr>
          <p:cNvSpPr>
            <a:spLocks noGrp="1"/>
          </p:cNvSpPr>
          <p:nvPr/>
        </p:nvSpPr>
        <p:spPr>
          <a:xfrm>
            <a:off x="1539370" y="4852127"/>
            <a:ext cx="28398" cy="28398"/>
          </a:xfrm>
          <a:prstGeom prst="ellipse">
            <a:avLst/>
          </a:prstGeom>
          <a:solidFill>
            <a:srgbClr val="7F8C97">
              <a:alpha val="48000"/>
            </a:srgbClr>
          </a:solidFill>
          <a:ln w="0">
            <a:noFill/>
            <a:prstDash val="solid"/>
          </a:ln>
        </p:spPr>
      </p:sp>
      <p:sp>
        <p:nvSpPr>
          <p:cNvPr id="2217" name="03_assume_matched_7514">
            <a:extLst>
              <a:ext uri="{FF2B5EF4-FFF2-40B4-BE49-F238E27FC236}">
                <a16:creationId xmlns:a16="http://schemas.microsoft.com/office/drawing/2014/main" id="{4B83BC7A-F48E-4E76-98B4-6EDED25993C2}"/>
              </a:ext>
            </a:extLst>
          </p:cNvPr>
          <p:cNvSpPr>
            <a:spLocks noGrp="1"/>
          </p:cNvSpPr>
          <p:nvPr/>
        </p:nvSpPr>
        <p:spPr>
          <a:xfrm>
            <a:off x="1524116" y="4852127"/>
            <a:ext cx="28398" cy="28398"/>
          </a:xfrm>
          <a:prstGeom prst="ellipse">
            <a:avLst/>
          </a:prstGeom>
          <a:solidFill>
            <a:srgbClr val="7F8C97">
              <a:alpha val="48000"/>
            </a:srgbClr>
          </a:solidFill>
          <a:ln w="0">
            <a:noFill/>
            <a:prstDash val="solid"/>
          </a:ln>
        </p:spPr>
      </p:sp>
      <p:sp>
        <p:nvSpPr>
          <p:cNvPr id="2218" name="03_assume_matched_7515">
            <a:extLst>
              <a:ext uri="{FF2B5EF4-FFF2-40B4-BE49-F238E27FC236}">
                <a16:creationId xmlns:a16="http://schemas.microsoft.com/office/drawing/2014/main" id="{69D0873A-040A-4622-8311-61B595FB4234}"/>
              </a:ext>
            </a:extLst>
          </p:cNvPr>
          <p:cNvSpPr>
            <a:spLocks noGrp="1"/>
          </p:cNvSpPr>
          <p:nvPr/>
        </p:nvSpPr>
        <p:spPr>
          <a:xfrm>
            <a:off x="1502386" y="4852127"/>
            <a:ext cx="28398" cy="28398"/>
          </a:xfrm>
          <a:prstGeom prst="ellipse">
            <a:avLst/>
          </a:prstGeom>
          <a:solidFill>
            <a:srgbClr val="7F8C97">
              <a:alpha val="48000"/>
            </a:srgbClr>
          </a:solidFill>
          <a:ln w="0">
            <a:noFill/>
            <a:prstDash val="solid"/>
          </a:ln>
        </p:spPr>
      </p:sp>
      <p:sp>
        <p:nvSpPr>
          <p:cNvPr id="2219" name="03_assume_matched_7516">
            <a:extLst>
              <a:ext uri="{FF2B5EF4-FFF2-40B4-BE49-F238E27FC236}">
                <a16:creationId xmlns:a16="http://schemas.microsoft.com/office/drawing/2014/main" id="{743A3F0F-E006-4771-BBAC-9AAC8DA25080}"/>
              </a:ext>
            </a:extLst>
          </p:cNvPr>
          <p:cNvSpPr>
            <a:spLocks noGrp="1"/>
          </p:cNvSpPr>
          <p:nvPr/>
        </p:nvSpPr>
        <p:spPr>
          <a:xfrm>
            <a:off x="1414169" y="4852127"/>
            <a:ext cx="28398" cy="28398"/>
          </a:xfrm>
          <a:prstGeom prst="ellipse">
            <a:avLst/>
          </a:prstGeom>
          <a:solidFill>
            <a:srgbClr val="7F8C97">
              <a:alpha val="48000"/>
            </a:srgbClr>
          </a:solidFill>
          <a:ln w="0">
            <a:noFill/>
            <a:prstDash val="solid"/>
          </a:ln>
        </p:spPr>
      </p:sp>
      <p:sp>
        <p:nvSpPr>
          <p:cNvPr id="2220" name="03_assume_matched_7517">
            <a:extLst>
              <a:ext uri="{FF2B5EF4-FFF2-40B4-BE49-F238E27FC236}">
                <a16:creationId xmlns:a16="http://schemas.microsoft.com/office/drawing/2014/main" id="{048B3561-5A65-45A0-9192-EE950DB91421}"/>
              </a:ext>
            </a:extLst>
          </p:cNvPr>
          <p:cNvSpPr>
            <a:spLocks noGrp="1"/>
          </p:cNvSpPr>
          <p:nvPr/>
        </p:nvSpPr>
        <p:spPr>
          <a:xfrm>
            <a:off x="1428129" y="5436996"/>
            <a:ext cx="28398" cy="28398"/>
          </a:xfrm>
          <a:prstGeom prst="ellipse">
            <a:avLst/>
          </a:prstGeom>
          <a:solidFill>
            <a:srgbClr val="7F8C97">
              <a:alpha val="48000"/>
            </a:srgbClr>
          </a:solidFill>
          <a:ln w="0">
            <a:noFill/>
            <a:prstDash val="solid"/>
          </a:ln>
        </p:spPr>
      </p:sp>
      <p:sp>
        <p:nvSpPr>
          <p:cNvPr id="2221" name="03_assume_matched_7518">
            <a:extLst>
              <a:ext uri="{FF2B5EF4-FFF2-40B4-BE49-F238E27FC236}">
                <a16:creationId xmlns:a16="http://schemas.microsoft.com/office/drawing/2014/main" id="{77DF5083-8338-4493-B5CB-740834FE9FEB}"/>
              </a:ext>
            </a:extLst>
          </p:cNvPr>
          <p:cNvSpPr>
            <a:spLocks noGrp="1"/>
          </p:cNvSpPr>
          <p:nvPr/>
        </p:nvSpPr>
        <p:spPr>
          <a:xfrm>
            <a:off x="1489290" y="4852127"/>
            <a:ext cx="28398" cy="28398"/>
          </a:xfrm>
          <a:prstGeom prst="ellipse">
            <a:avLst/>
          </a:prstGeom>
          <a:solidFill>
            <a:srgbClr val="7F8C97">
              <a:alpha val="48000"/>
            </a:srgbClr>
          </a:solidFill>
          <a:ln w="0">
            <a:noFill/>
            <a:prstDash val="solid"/>
          </a:ln>
        </p:spPr>
      </p:sp>
      <p:sp>
        <p:nvSpPr>
          <p:cNvPr id="2222" name="03_assume_matched_7519">
            <a:extLst>
              <a:ext uri="{FF2B5EF4-FFF2-40B4-BE49-F238E27FC236}">
                <a16:creationId xmlns:a16="http://schemas.microsoft.com/office/drawing/2014/main" id="{903D5B0A-3DE6-4A5C-85F7-FA69B2A3C082}"/>
              </a:ext>
            </a:extLst>
          </p:cNvPr>
          <p:cNvSpPr>
            <a:spLocks noGrp="1"/>
          </p:cNvSpPr>
          <p:nvPr/>
        </p:nvSpPr>
        <p:spPr>
          <a:xfrm>
            <a:off x="1434173" y="5436996"/>
            <a:ext cx="28398" cy="28398"/>
          </a:xfrm>
          <a:prstGeom prst="ellipse">
            <a:avLst/>
          </a:prstGeom>
          <a:solidFill>
            <a:srgbClr val="7F8C97">
              <a:alpha val="48000"/>
            </a:srgbClr>
          </a:solidFill>
          <a:ln w="0">
            <a:noFill/>
            <a:prstDash val="solid"/>
          </a:ln>
        </p:spPr>
      </p:sp>
      <p:sp>
        <p:nvSpPr>
          <p:cNvPr id="2223" name="03_assume_matched_7520">
            <a:extLst>
              <a:ext uri="{FF2B5EF4-FFF2-40B4-BE49-F238E27FC236}">
                <a16:creationId xmlns:a16="http://schemas.microsoft.com/office/drawing/2014/main" id="{0D670955-4016-4998-9141-A8A952C98C11}"/>
              </a:ext>
            </a:extLst>
          </p:cNvPr>
          <p:cNvSpPr>
            <a:spLocks noGrp="1"/>
          </p:cNvSpPr>
          <p:nvPr/>
        </p:nvSpPr>
        <p:spPr>
          <a:xfrm>
            <a:off x="1460220" y="4852127"/>
            <a:ext cx="28398" cy="28398"/>
          </a:xfrm>
          <a:prstGeom prst="ellipse">
            <a:avLst/>
          </a:prstGeom>
          <a:solidFill>
            <a:srgbClr val="7F8C97">
              <a:alpha val="48000"/>
            </a:srgbClr>
          </a:solidFill>
          <a:ln w="0">
            <a:noFill/>
            <a:prstDash val="solid"/>
          </a:ln>
        </p:spPr>
      </p:sp>
      <p:sp>
        <p:nvSpPr>
          <p:cNvPr id="2224" name="03_assume_matched_7521">
            <a:extLst>
              <a:ext uri="{FF2B5EF4-FFF2-40B4-BE49-F238E27FC236}">
                <a16:creationId xmlns:a16="http://schemas.microsoft.com/office/drawing/2014/main" id="{ADF44BEA-4CFF-4CAC-8FD9-970DA3747F39}"/>
              </a:ext>
            </a:extLst>
          </p:cNvPr>
          <p:cNvSpPr>
            <a:spLocks noGrp="1"/>
          </p:cNvSpPr>
          <p:nvPr/>
        </p:nvSpPr>
        <p:spPr>
          <a:xfrm>
            <a:off x="1409276" y="5436996"/>
            <a:ext cx="28398" cy="28398"/>
          </a:xfrm>
          <a:prstGeom prst="ellipse">
            <a:avLst/>
          </a:prstGeom>
          <a:solidFill>
            <a:srgbClr val="7F8C97">
              <a:alpha val="48000"/>
            </a:srgbClr>
          </a:solidFill>
          <a:ln w="0">
            <a:noFill/>
            <a:prstDash val="solid"/>
          </a:ln>
        </p:spPr>
      </p:sp>
      <p:sp>
        <p:nvSpPr>
          <p:cNvPr id="2225" name="03_assume_matched_7522">
            <a:extLst>
              <a:ext uri="{FF2B5EF4-FFF2-40B4-BE49-F238E27FC236}">
                <a16:creationId xmlns:a16="http://schemas.microsoft.com/office/drawing/2014/main" id="{C7F90728-A3E4-4264-B596-E84B986DE178}"/>
              </a:ext>
            </a:extLst>
          </p:cNvPr>
          <p:cNvSpPr>
            <a:spLocks noGrp="1"/>
          </p:cNvSpPr>
          <p:nvPr/>
        </p:nvSpPr>
        <p:spPr>
          <a:xfrm>
            <a:off x="2281956" y="4852127"/>
            <a:ext cx="28398" cy="28398"/>
          </a:xfrm>
          <a:prstGeom prst="ellipse">
            <a:avLst/>
          </a:prstGeom>
          <a:solidFill>
            <a:srgbClr val="7F8C97">
              <a:alpha val="48000"/>
            </a:srgbClr>
          </a:solidFill>
          <a:ln w="0">
            <a:noFill/>
            <a:prstDash val="solid"/>
          </a:ln>
        </p:spPr>
      </p:sp>
      <p:sp>
        <p:nvSpPr>
          <p:cNvPr id="2226" name="03_assume_matched_7523">
            <a:extLst>
              <a:ext uri="{FF2B5EF4-FFF2-40B4-BE49-F238E27FC236}">
                <a16:creationId xmlns:a16="http://schemas.microsoft.com/office/drawing/2014/main" id="{17F37455-4705-4684-ACD9-0770C63462FE}"/>
              </a:ext>
            </a:extLst>
          </p:cNvPr>
          <p:cNvSpPr>
            <a:spLocks noGrp="1"/>
          </p:cNvSpPr>
          <p:nvPr/>
        </p:nvSpPr>
        <p:spPr>
          <a:xfrm>
            <a:off x="2270443" y="5436996"/>
            <a:ext cx="28398" cy="28398"/>
          </a:xfrm>
          <a:prstGeom prst="ellipse">
            <a:avLst/>
          </a:prstGeom>
          <a:solidFill>
            <a:srgbClr val="7F8C97">
              <a:alpha val="48000"/>
            </a:srgbClr>
          </a:solidFill>
          <a:ln w="0">
            <a:noFill/>
            <a:prstDash val="solid"/>
          </a:ln>
        </p:spPr>
      </p:sp>
      <p:sp>
        <p:nvSpPr>
          <p:cNvPr id="2227" name="03_assume_matched_7524">
            <a:extLst>
              <a:ext uri="{FF2B5EF4-FFF2-40B4-BE49-F238E27FC236}">
                <a16:creationId xmlns:a16="http://schemas.microsoft.com/office/drawing/2014/main" id="{2AFAA000-9176-4344-962E-8F22ED735679}"/>
              </a:ext>
            </a:extLst>
          </p:cNvPr>
          <p:cNvSpPr>
            <a:spLocks noGrp="1"/>
          </p:cNvSpPr>
          <p:nvPr/>
        </p:nvSpPr>
        <p:spPr>
          <a:xfrm>
            <a:off x="2213311" y="4852127"/>
            <a:ext cx="28398" cy="28398"/>
          </a:xfrm>
          <a:prstGeom prst="ellipse">
            <a:avLst/>
          </a:prstGeom>
          <a:solidFill>
            <a:srgbClr val="7F8C97">
              <a:alpha val="48000"/>
            </a:srgbClr>
          </a:solidFill>
          <a:ln w="0">
            <a:noFill/>
            <a:prstDash val="solid"/>
          </a:ln>
        </p:spPr>
      </p:sp>
      <p:sp>
        <p:nvSpPr>
          <p:cNvPr id="2228" name="03_assume_matched_7525">
            <a:extLst>
              <a:ext uri="{FF2B5EF4-FFF2-40B4-BE49-F238E27FC236}">
                <a16:creationId xmlns:a16="http://schemas.microsoft.com/office/drawing/2014/main" id="{0E4A437E-5629-430A-9FC6-7F2389BEB7D6}"/>
              </a:ext>
            </a:extLst>
          </p:cNvPr>
          <p:cNvSpPr>
            <a:spLocks noGrp="1"/>
          </p:cNvSpPr>
          <p:nvPr/>
        </p:nvSpPr>
        <p:spPr>
          <a:xfrm>
            <a:off x="2292173" y="4852127"/>
            <a:ext cx="28398" cy="28398"/>
          </a:xfrm>
          <a:prstGeom prst="ellipse">
            <a:avLst/>
          </a:prstGeom>
          <a:solidFill>
            <a:srgbClr val="7F8C97">
              <a:alpha val="48000"/>
            </a:srgbClr>
          </a:solidFill>
          <a:ln w="0">
            <a:noFill/>
            <a:prstDash val="solid"/>
          </a:ln>
        </p:spPr>
      </p:sp>
      <p:sp>
        <p:nvSpPr>
          <p:cNvPr id="2229" name="03_assume_matched_7526">
            <a:extLst>
              <a:ext uri="{FF2B5EF4-FFF2-40B4-BE49-F238E27FC236}">
                <a16:creationId xmlns:a16="http://schemas.microsoft.com/office/drawing/2014/main" id="{2E5AF7C5-A16C-4CBF-B9E4-1A9CBBC9E9A2}"/>
              </a:ext>
            </a:extLst>
          </p:cNvPr>
          <p:cNvSpPr>
            <a:spLocks noGrp="1"/>
          </p:cNvSpPr>
          <p:nvPr/>
        </p:nvSpPr>
        <p:spPr>
          <a:xfrm>
            <a:off x="2259938" y="4852127"/>
            <a:ext cx="28398" cy="28398"/>
          </a:xfrm>
          <a:prstGeom prst="ellipse">
            <a:avLst/>
          </a:prstGeom>
          <a:solidFill>
            <a:srgbClr val="7F8C97">
              <a:alpha val="48000"/>
            </a:srgbClr>
          </a:solidFill>
          <a:ln w="0">
            <a:noFill/>
            <a:prstDash val="solid"/>
          </a:ln>
        </p:spPr>
      </p:sp>
      <p:sp>
        <p:nvSpPr>
          <p:cNvPr id="2230" name="03_assume_matched_7527">
            <a:extLst>
              <a:ext uri="{FF2B5EF4-FFF2-40B4-BE49-F238E27FC236}">
                <a16:creationId xmlns:a16="http://schemas.microsoft.com/office/drawing/2014/main" id="{F7B53F6C-8329-4720-8D92-416AA5E6634D}"/>
              </a:ext>
            </a:extLst>
          </p:cNvPr>
          <p:cNvSpPr>
            <a:spLocks noGrp="1"/>
          </p:cNvSpPr>
          <p:nvPr/>
        </p:nvSpPr>
        <p:spPr>
          <a:xfrm>
            <a:off x="2164670" y="4852127"/>
            <a:ext cx="28398" cy="28398"/>
          </a:xfrm>
          <a:prstGeom prst="ellipse">
            <a:avLst/>
          </a:prstGeom>
          <a:solidFill>
            <a:srgbClr val="7F8C97">
              <a:alpha val="48000"/>
            </a:srgbClr>
          </a:solidFill>
          <a:ln w="0">
            <a:noFill/>
            <a:prstDash val="solid"/>
          </a:ln>
        </p:spPr>
      </p:sp>
      <p:sp>
        <p:nvSpPr>
          <p:cNvPr id="2231" name="03_assume_matched_7528">
            <a:extLst>
              <a:ext uri="{FF2B5EF4-FFF2-40B4-BE49-F238E27FC236}">
                <a16:creationId xmlns:a16="http://schemas.microsoft.com/office/drawing/2014/main" id="{4FB8C830-7F89-48C2-A8E4-BAF2E4C929AA}"/>
              </a:ext>
            </a:extLst>
          </p:cNvPr>
          <p:cNvSpPr>
            <a:spLocks noGrp="1"/>
          </p:cNvSpPr>
          <p:nvPr/>
        </p:nvSpPr>
        <p:spPr>
          <a:xfrm>
            <a:off x="2195322" y="5436996"/>
            <a:ext cx="28398" cy="28398"/>
          </a:xfrm>
          <a:prstGeom prst="ellipse">
            <a:avLst/>
          </a:prstGeom>
          <a:solidFill>
            <a:srgbClr val="7F8C97">
              <a:alpha val="48000"/>
            </a:srgbClr>
          </a:solidFill>
          <a:ln w="0">
            <a:noFill/>
            <a:prstDash val="solid"/>
          </a:ln>
        </p:spPr>
      </p:sp>
      <p:sp>
        <p:nvSpPr>
          <p:cNvPr id="2232" name="03_assume_matched_7529">
            <a:extLst>
              <a:ext uri="{FF2B5EF4-FFF2-40B4-BE49-F238E27FC236}">
                <a16:creationId xmlns:a16="http://schemas.microsoft.com/office/drawing/2014/main" id="{34E6AC7F-4F94-4090-83CA-8B08F57FF616}"/>
              </a:ext>
            </a:extLst>
          </p:cNvPr>
          <p:cNvSpPr>
            <a:spLocks noGrp="1"/>
          </p:cNvSpPr>
          <p:nvPr/>
        </p:nvSpPr>
        <p:spPr>
          <a:xfrm>
            <a:off x="2164382" y="5290779"/>
            <a:ext cx="28398" cy="28398"/>
          </a:xfrm>
          <a:prstGeom prst="ellipse">
            <a:avLst/>
          </a:prstGeom>
          <a:solidFill>
            <a:srgbClr val="7F8C97">
              <a:alpha val="48000"/>
            </a:srgbClr>
          </a:solidFill>
          <a:ln w="0">
            <a:noFill/>
            <a:prstDash val="solid"/>
          </a:ln>
        </p:spPr>
      </p:sp>
      <p:sp>
        <p:nvSpPr>
          <p:cNvPr id="2233" name="03_assume_matched_7530">
            <a:extLst>
              <a:ext uri="{FF2B5EF4-FFF2-40B4-BE49-F238E27FC236}">
                <a16:creationId xmlns:a16="http://schemas.microsoft.com/office/drawing/2014/main" id="{D81CB96A-A10D-4B65-96AA-4B892EDE0FFE}"/>
              </a:ext>
            </a:extLst>
          </p:cNvPr>
          <p:cNvSpPr>
            <a:spLocks noGrp="1"/>
          </p:cNvSpPr>
          <p:nvPr/>
        </p:nvSpPr>
        <p:spPr>
          <a:xfrm>
            <a:off x="2245691" y="5144561"/>
            <a:ext cx="28398" cy="28398"/>
          </a:xfrm>
          <a:prstGeom prst="ellipse">
            <a:avLst/>
          </a:prstGeom>
          <a:solidFill>
            <a:srgbClr val="7F8C97">
              <a:alpha val="48000"/>
            </a:srgbClr>
          </a:solidFill>
          <a:ln w="0">
            <a:noFill/>
            <a:prstDash val="solid"/>
          </a:ln>
        </p:spPr>
      </p:sp>
      <p:sp>
        <p:nvSpPr>
          <p:cNvPr id="2234" name="03_assume_matched_7531">
            <a:extLst>
              <a:ext uri="{FF2B5EF4-FFF2-40B4-BE49-F238E27FC236}">
                <a16:creationId xmlns:a16="http://schemas.microsoft.com/office/drawing/2014/main" id="{39383CC8-36D4-453F-BE35-0A5D9B33EDBE}"/>
              </a:ext>
            </a:extLst>
          </p:cNvPr>
          <p:cNvSpPr>
            <a:spLocks noGrp="1"/>
          </p:cNvSpPr>
          <p:nvPr/>
        </p:nvSpPr>
        <p:spPr>
          <a:xfrm>
            <a:off x="2226982" y="5436996"/>
            <a:ext cx="28398" cy="28398"/>
          </a:xfrm>
          <a:prstGeom prst="ellipse">
            <a:avLst/>
          </a:prstGeom>
          <a:solidFill>
            <a:srgbClr val="7F8C97">
              <a:alpha val="48000"/>
            </a:srgbClr>
          </a:solidFill>
          <a:ln w="0">
            <a:noFill/>
            <a:prstDash val="solid"/>
          </a:ln>
        </p:spPr>
      </p:sp>
      <p:sp>
        <p:nvSpPr>
          <p:cNvPr id="2235" name="03_assume_matched_7532">
            <a:extLst>
              <a:ext uri="{FF2B5EF4-FFF2-40B4-BE49-F238E27FC236}">
                <a16:creationId xmlns:a16="http://schemas.microsoft.com/office/drawing/2014/main" id="{913C611F-25C2-4F17-9D94-B03582C26D66}"/>
              </a:ext>
            </a:extLst>
          </p:cNvPr>
          <p:cNvSpPr>
            <a:spLocks noGrp="1"/>
          </p:cNvSpPr>
          <p:nvPr/>
        </p:nvSpPr>
        <p:spPr>
          <a:xfrm>
            <a:off x="2211728" y="5436996"/>
            <a:ext cx="28398" cy="28398"/>
          </a:xfrm>
          <a:prstGeom prst="ellipse">
            <a:avLst/>
          </a:prstGeom>
          <a:solidFill>
            <a:srgbClr val="7F8C97">
              <a:alpha val="48000"/>
            </a:srgbClr>
          </a:solidFill>
          <a:ln w="0">
            <a:noFill/>
            <a:prstDash val="solid"/>
          </a:ln>
        </p:spPr>
      </p:sp>
      <p:sp>
        <p:nvSpPr>
          <p:cNvPr id="2236" name="03_assume_matched_7533">
            <a:extLst>
              <a:ext uri="{FF2B5EF4-FFF2-40B4-BE49-F238E27FC236}">
                <a16:creationId xmlns:a16="http://schemas.microsoft.com/office/drawing/2014/main" id="{8D9368C1-9E6A-4858-9898-5C0F4858E924}"/>
              </a:ext>
            </a:extLst>
          </p:cNvPr>
          <p:cNvSpPr>
            <a:spLocks noGrp="1"/>
          </p:cNvSpPr>
          <p:nvPr/>
        </p:nvSpPr>
        <p:spPr>
          <a:xfrm>
            <a:off x="2197481" y="5436996"/>
            <a:ext cx="28398" cy="28398"/>
          </a:xfrm>
          <a:prstGeom prst="ellipse">
            <a:avLst/>
          </a:prstGeom>
          <a:solidFill>
            <a:srgbClr val="7F8C97">
              <a:alpha val="48000"/>
            </a:srgbClr>
          </a:solidFill>
          <a:ln w="0">
            <a:noFill/>
            <a:prstDash val="solid"/>
          </a:ln>
        </p:spPr>
      </p:sp>
      <p:sp>
        <p:nvSpPr>
          <p:cNvPr id="2237" name="03_assume_matched_7534">
            <a:extLst>
              <a:ext uri="{FF2B5EF4-FFF2-40B4-BE49-F238E27FC236}">
                <a16:creationId xmlns:a16="http://schemas.microsoft.com/office/drawing/2014/main" id="{DD0E87C7-1376-4BD8-9C87-7CC2FD65BE6D}"/>
              </a:ext>
            </a:extLst>
          </p:cNvPr>
          <p:cNvSpPr>
            <a:spLocks noGrp="1"/>
          </p:cNvSpPr>
          <p:nvPr/>
        </p:nvSpPr>
        <p:spPr>
          <a:xfrm>
            <a:off x="2213887" y="4852127"/>
            <a:ext cx="28398" cy="28398"/>
          </a:xfrm>
          <a:prstGeom prst="ellipse">
            <a:avLst/>
          </a:prstGeom>
          <a:solidFill>
            <a:srgbClr val="7F8C97">
              <a:alpha val="48000"/>
            </a:srgbClr>
          </a:solidFill>
          <a:ln w="0">
            <a:noFill/>
            <a:prstDash val="solid"/>
          </a:ln>
        </p:spPr>
      </p:sp>
      <p:sp>
        <p:nvSpPr>
          <p:cNvPr id="2238" name="03_assume_matched_7535">
            <a:extLst>
              <a:ext uri="{FF2B5EF4-FFF2-40B4-BE49-F238E27FC236}">
                <a16:creationId xmlns:a16="http://schemas.microsoft.com/office/drawing/2014/main" id="{CB77D20F-B59B-40C3-8AA2-D31D6E6D2176}"/>
              </a:ext>
            </a:extLst>
          </p:cNvPr>
          <p:cNvSpPr>
            <a:spLocks noGrp="1"/>
          </p:cNvSpPr>
          <p:nvPr/>
        </p:nvSpPr>
        <p:spPr>
          <a:xfrm>
            <a:off x="2299081" y="5290779"/>
            <a:ext cx="28398" cy="28398"/>
          </a:xfrm>
          <a:prstGeom prst="ellipse">
            <a:avLst/>
          </a:prstGeom>
          <a:solidFill>
            <a:srgbClr val="7F8C97">
              <a:alpha val="48000"/>
            </a:srgbClr>
          </a:solidFill>
          <a:ln w="0">
            <a:noFill/>
            <a:prstDash val="solid"/>
          </a:ln>
        </p:spPr>
      </p:sp>
      <p:sp>
        <p:nvSpPr>
          <p:cNvPr id="2239" name="03_assume_matched_7536">
            <a:extLst>
              <a:ext uri="{FF2B5EF4-FFF2-40B4-BE49-F238E27FC236}">
                <a16:creationId xmlns:a16="http://schemas.microsoft.com/office/drawing/2014/main" id="{87D73886-D838-4A36-ABCF-33322FA58C51}"/>
              </a:ext>
            </a:extLst>
          </p:cNvPr>
          <p:cNvSpPr>
            <a:spLocks noGrp="1"/>
          </p:cNvSpPr>
          <p:nvPr/>
        </p:nvSpPr>
        <p:spPr>
          <a:xfrm>
            <a:off x="2254037" y="4852127"/>
            <a:ext cx="28398" cy="28398"/>
          </a:xfrm>
          <a:prstGeom prst="ellipse">
            <a:avLst/>
          </a:prstGeom>
          <a:solidFill>
            <a:srgbClr val="7F8C97">
              <a:alpha val="48000"/>
            </a:srgbClr>
          </a:solidFill>
          <a:ln w="0">
            <a:noFill/>
            <a:prstDash val="solid"/>
          </a:ln>
        </p:spPr>
      </p:sp>
      <p:sp>
        <p:nvSpPr>
          <p:cNvPr id="2240" name="03_assume_matched_7537">
            <a:extLst>
              <a:ext uri="{FF2B5EF4-FFF2-40B4-BE49-F238E27FC236}">
                <a16:creationId xmlns:a16="http://schemas.microsoft.com/office/drawing/2014/main" id="{8923CFEA-A6E5-4189-8C39-6982BFCE7E25}"/>
              </a:ext>
            </a:extLst>
          </p:cNvPr>
          <p:cNvSpPr>
            <a:spLocks noGrp="1"/>
          </p:cNvSpPr>
          <p:nvPr/>
        </p:nvSpPr>
        <p:spPr>
          <a:xfrm>
            <a:off x="2263823" y="5372010"/>
            <a:ext cx="28398" cy="28398"/>
          </a:xfrm>
          <a:prstGeom prst="ellipse">
            <a:avLst/>
          </a:prstGeom>
          <a:solidFill>
            <a:srgbClr val="7F8C97">
              <a:alpha val="48000"/>
            </a:srgbClr>
          </a:solidFill>
          <a:ln w="0">
            <a:noFill/>
            <a:prstDash val="solid"/>
          </a:ln>
        </p:spPr>
      </p:sp>
      <p:sp>
        <p:nvSpPr>
          <p:cNvPr id="2241" name="03_assume_matched_7538">
            <a:extLst>
              <a:ext uri="{FF2B5EF4-FFF2-40B4-BE49-F238E27FC236}">
                <a16:creationId xmlns:a16="http://schemas.microsoft.com/office/drawing/2014/main" id="{5EB213F1-B6C1-4C96-AD7C-615468FE52C5}"/>
              </a:ext>
            </a:extLst>
          </p:cNvPr>
          <p:cNvSpPr>
            <a:spLocks noGrp="1"/>
          </p:cNvSpPr>
          <p:nvPr/>
        </p:nvSpPr>
        <p:spPr>
          <a:xfrm>
            <a:off x="2200647" y="5274532"/>
            <a:ext cx="28398" cy="28398"/>
          </a:xfrm>
          <a:prstGeom prst="ellipse">
            <a:avLst/>
          </a:prstGeom>
          <a:solidFill>
            <a:srgbClr val="7F8C97">
              <a:alpha val="48000"/>
            </a:srgbClr>
          </a:solidFill>
          <a:ln w="0">
            <a:noFill/>
            <a:prstDash val="solid"/>
          </a:ln>
        </p:spPr>
      </p:sp>
      <p:sp>
        <p:nvSpPr>
          <p:cNvPr id="2242" name="03_assume_matched_7539">
            <a:extLst>
              <a:ext uri="{FF2B5EF4-FFF2-40B4-BE49-F238E27FC236}">
                <a16:creationId xmlns:a16="http://schemas.microsoft.com/office/drawing/2014/main" id="{08478834-6D84-4310-9265-0E5D5D13A7E7}"/>
              </a:ext>
            </a:extLst>
          </p:cNvPr>
          <p:cNvSpPr>
            <a:spLocks noGrp="1"/>
          </p:cNvSpPr>
          <p:nvPr/>
        </p:nvSpPr>
        <p:spPr>
          <a:xfrm>
            <a:off x="2291022" y="5242040"/>
            <a:ext cx="28398" cy="28398"/>
          </a:xfrm>
          <a:prstGeom prst="ellipse">
            <a:avLst/>
          </a:prstGeom>
          <a:solidFill>
            <a:srgbClr val="7F8C97">
              <a:alpha val="48000"/>
            </a:srgbClr>
          </a:solidFill>
          <a:ln w="0">
            <a:noFill/>
            <a:prstDash val="solid"/>
          </a:ln>
        </p:spPr>
      </p:sp>
      <p:sp>
        <p:nvSpPr>
          <p:cNvPr id="2243" name="03_assume_matched_7540">
            <a:extLst>
              <a:ext uri="{FF2B5EF4-FFF2-40B4-BE49-F238E27FC236}">
                <a16:creationId xmlns:a16="http://schemas.microsoft.com/office/drawing/2014/main" id="{304976B2-36D9-4274-B8BF-7D5FC8BD2931}"/>
              </a:ext>
            </a:extLst>
          </p:cNvPr>
          <p:cNvSpPr>
            <a:spLocks noGrp="1"/>
          </p:cNvSpPr>
          <p:nvPr/>
        </p:nvSpPr>
        <p:spPr>
          <a:xfrm>
            <a:off x="2264111" y="4852127"/>
            <a:ext cx="28398" cy="28398"/>
          </a:xfrm>
          <a:prstGeom prst="ellipse">
            <a:avLst/>
          </a:prstGeom>
          <a:solidFill>
            <a:srgbClr val="7F8C97">
              <a:alpha val="48000"/>
            </a:srgbClr>
          </a:solidFill>
          <a:ln w="0">
            <a:noFill/>
            <a:prstDash val="solid"/>
          </a:ln>
        </p:spPr>
      </p:sp>
      <p:sp>
        <p:nvSpPr>
          <p:cNvPr id="2244" name="03_assume_matched_7541">
            <a:extLst>
              <a:ext uri="{FF2B5EF4-FFF2-40B4-BE49-F238E27FC236}">
                <a16:creationId xmlns:a16="http://schemas.microsoft.com/office/drawing/2014/main" id="{0D110B8A-9CC1-4F71-9A90-6E56B225647A}"/>
              </a:ext>
            </a:extLst>
          </p:cNvPr>
          <p:cNvSpPr>
            <a:spLocks noGrp="1"/>
          </p:cNvSpPr>
          <p:nvPr/>
        </p:nvSpPr>
        <p:spPr>
          <a:xfrm>
            <a:off x="2181939" y="5436996"/>
            <a:ext cx="28398" cy="28398"/>
          </a:xfrm>
          <a:prstGeom prst="ellipse">
            <a:avLst/>
          </a:prstGeom>
          <a:solidFill>
            <a:srgbClr val="7F8C97">
              <a:alpha val="48000"/>
            </a:srgbClr>
          </a:solidFill>
          <a:ln w="0">
            <a:noFill/>
            <a:prstDash val="solid"/>
          </a:ln>
        </p:spPr>
      </p:sp>
      <p:sp>
        <p:nvSpPr>
          <p:cNvPr id="2245" name="03_assume_matched_7542">
            <a:extLst>
              <a:ext uri="{FF2B5EF4-FFF2-40B4-BE49-F238E27FC236}">
                <a16:creationId xmlns:a16="http://schemas.microsoft.com/office/drawing/2014/main" id="{6F0CF585-8439-466E-846A-5E010E85F88B}"/>
              </a:ext>
            </a:extLst>
          </p:cNvPr>
          <p:cNvSpPr>
            <a:spLocks noGrp="1"/>
          </p:cNvSpPr>
          <p:nvPr/>
        </p:nvSpPr>
        <p:spPr>
          <a:xfrm>
            <a:off x="2189278" y="4852127"/>
            <a:ext cx="28398" cy="28398"/>
          </a:xfrm>
          <a:prstGeom prst="ellipse">
            <a:avLst/>
          </a:prstGeom>
          <a:solidFill>
            <a:srgbClr val="7F8C97">
              <a:alpha val="48000"/>
            </a:srgbClr>
          </a:solidFill>
          <a:ln w="0">
            <a:noFill/>
            <a:prstDash val="solid"/>
          </a:ln>
        </p:spPr>
      </p:sp>
      <p:sp>
        <p:nvSpPr>
          <p:cNvPr id="2246" name="03_assume_matched_7543">
            <a:extLst>
              <a:ext uri="{FF2B5EF4-FFF2-40B4-BE49-F238E27FC236}">
                <a16:creationId xmlns:a16="http://schemas.microsoft.com/office/drawing/2014/main" id="{ACB30D80-5B69-4A4D-8157-44F111C3C73A}"/>
              </a:ext>
            </a:extLst>
          </p:cNvPr>
          <p:cNvSpPr>
            <a:spLocks noGrp="1"/>
          </p:cNvSpPr>
          <p:nvPr/>
        </p:nvSpPr>
        <p:spPr>
          <a:xfrm>
            <a:off x="2200503" y="5242040"/>
            <a:ext cx="28398" cy="28398"/>
          </a:xfrm>
          <a:prstGeom prst="ellipse">
            <a:avLst/>
          </a:prstGeom>
          <a:solidFill>
            <a:srgbClr val="7F8C97">
              <a:alpha val="48000"/>
            </a:srgbClr>
          </a:solidFill>
          <a:ln w="0">
            <a:noFill/>
            <a:prstDash val="solid"/>
          </a:ln>
        </p:spPr>
      </p:sp>
      <p:sp>
        <p:nvSpPr>
          <p:cNvPr id="2247" name="03_assume_matched_7544">
            <a:extLst>
              <a:ext uri="{FF2B5EF4-FFF2-40B4-BE49-F238E27FC236}">
                <a16:creationId xmlns:a16="http://schemas.microsoft.com/office/drawing/2014/main" id="{98D7EA68-7594-419F-A2D1-0DB5022F9779}"/>
              </a:ext>
            </a:extLst>
          </p:cNvPr>
          <p:cNvSpPr>
            <a:spLocks noGrp="1"/>
          </p:cNvSpPr>
          <p:nvPr/>
        </p:nvSpPr>
        <p:spPr>
          <a:xfrm>
            <a:off x="2289871" y="5436996"/>
            <a:ext cx="28398" cy="28398"/>
          </a:xfrm>
          <a:prstGeom prst="ellipse">
            <a:avLst/>
          </a:prstGeom>
          <a:solidFill>
            <a:srgbClr val="7F8C97">
              <a:alpha val="48000"/>
            </a:srgbClr>
          </a:solidFill>
          <a:ln w="0">
            <a:noFill/>
            <a:prstDash val="solid"/>
          </a:ln>
        </p:spPr>
      </p:sp>
      <p:sp>
        <p:nvSpPr>
          <p:cNvPr id="2248" name="03_assume_matched_7545">
            <a:extLst>
              <a:ext uri="{FF2B5EF4-FFF2-40B4-BE49-F238E27FC236}">
                <a16:creationId xmlns:a16="http://schemas.microsoft.com/office/drawing/2014/main" id="{6C51FA75-8955-4411-A60B-82ABFDBCCB78}"/>
              </a:ext>
            </a:extLst>
          </p:cNvPr>
          <p:cNvSpPr>
            <a:spLocks noGrp="1"/>
          </p:cNvSpPr>
          <p:nvPr/>
        </p:nvSpPr>
        <p:spPr>
          <a:xfrm>
            <a:off x="2202806" y="4852127"/>
            <a:ext cx="28398" cy="28398"/>
          </a:xfrm>
          <a:prstGeom prst="ellipse">
            <a:avLst/>
          </a:prstGeom>
          <a:solidFill>
            <a:srgbClr val="7F8C97">
              <a:alpha val="48000"/>
            </a:srgbClr>
          </a:solidFill>
          <a:ln w="0">
            <a:noFill/>
            <a:prstDash val="solid"/>
          </a:ln>
        </p:spPr>
      </p:sp>
      <p:sp>
        <p:nvSpPr>
          <p:cNvPr id="2249" name="03_assume_matched_7546">
            <a:extLst>
              <a:ext uri="{FF2B5EF4-FFF2-40B4-BE49-F238E27FC236}">
                <a16:creationId xmlns:a16="http://schemas.microsoft.com/office/drawing/2014/main" id="{F196057B-8749-4216-A418-87BB116AFE95}"/>
              </a:ext>
            </a:extLst>
          </p:cNvPr>
          <p:cNvSpPr>
            <a:spLocks noGrp="1"/>
          </p:cNvSpPr>
          <p:nvPr/>
        </p:nvSpPr>
        <p:spPr>
          <a:xfrm>
            <a:off x="2281812" y="5177054"/>
            <a:ext cx="28398" cy="28398"/>
          </a:xfrm>
          <a:prstGeom prst="ellipse">
            <a:avLst/>
          </a:prstGeom>
          <a:solidFill>
            <a:srgbClr val="7F8C97">
              <a:alpha val="48000"/>
            </a:srgbClr>
          </a:solidFill>
          <a:ln w="0">
            <a:noFill/>
            <a:prstDash val="solid"/>
          </a:ln>
        </p:spPr>
      </p:sp>
      <p:sp>
        <p:nvSpPr>
          <p:cNvPr id="2250" name="03_assume_matched_7547">
            <a:extLst>
              <a:ext uri="{FF2B5EF4-FFF2-40B4-BE49-F238E27FC236}">
                <a16:creationId xmlns:a16="http://schemas.microsoft.com/office/drawing/2014/main" id="{EE4C8AB6-AEC4-4191-9D6C-DF7C40583BDF}"/>
              </a:ext>
            </a:extLst>
          </p:cNvPr>
          <p:cNvSpPr>
            <a:spLocks noGrp="1"/>
          </p:cNvSpPr>
          <p:nvPr/>
        </p:nvSpPr>
        <p:spPr>
          <a:xfrm>
            <a:off x="2282963" y="4852127"/>
            <a:ext cx="28398" cy="28398"/>
          </a:xfrm>
          <a:prstGeom prst="ellipse">
            <a:avLst/>
          </a:prstGeom>
          <a:solidFill>
            <a:srgbClr val="7F8C97">
              <a:alpha val="48000"/>
            </a:srgbClr>
          </a:solidFill>
          <a:ln w="0">
            <a:noFill/>
            <a:prstDash val="solid"/>
          </a:ln>
        </p:spPr>
      </p:sp>
      <p:sp>
        <p:nvSpPr>
          <p:cNvPr id="2251" name="03_assume_matched_7548">
            <a:extLst>
              <a:ext uri="{FF2B5EF4-FFF2-40B4-BE49-F238E27FC236}">
                <a16:creationId xmlns:a16="http://schemas.microsoft.com/office/drawing/2014/main" id="{01AADD2B-9C5D-4C96-9740-A13377E0CEC8}"/>
              </a:ext>
            </a:extLst>
          </p:cNvPr>
          <p:cNvSpPr>
            <a:spLocks noGrp="1"/>
          </p:cNvSpPr>
          <p:nvPr/>
        </p:nvSpPr>
        <p:spPr>
          <a:xfrm>
            <a:off x="2286705" y="5436996"/>
            <a:ext cx="28398" cy="28398"/>
          </a:xfrm>
          <a:prstGeom prst="ellipse">
            <a:avLst/>
          </a:prstGeom>
          <a:solidFill>
            <a:srgbClr val="7F8C97">
              <a:alpha val="48000"/>
            </a:srgbClr>
          </a:solidFill>
          <a:ln w="0">
            <a:noFill/>
            <a:prstDash val="solid"/>
          </a:ln>
        </p:spPr>
      </p:sp>
      <p:sp>
        <p:nvSpPr>
          <p:cNvPr id="2252" name="03_assume_matched_7549">
            <a:extLst>
              <a:ext uri="{FF2B5EF4-FFF2-40B4-BE49-F238E27FC236}">
                <a16:creationId xmlns:a16="http://schemas.microsoft.com/office/drawing/2014/main" id="{583270DA-A28F-4BD3-AB06-578BF653BAD2}"/>
              </a:ext>
            </a:extLst>
          </p:cNvPr>
          <p:cNvSpPr>
            <a:spLocks noGrp="1"/>
          </p:cNvSpPr>
          <p:nvPr/>
        </p:nvSpPr>
        <p:spPr>
          <a:xfrm>
            <a:off x="2203957" y="5242040"/>
            <a:ext cx="28398" cy="28398"/>
          </a:xfrm>
          <a:prstGeom prst="ellipse">
            <a:avLst/>
          </a:prstGeom>
          <a:solidFill>
            <a:srgbClr val="7F8C97">
              <a:alpha val="48000"/>
            </a:srgbClr>
          </a:solidFill>
          <a:ln w="0">
            <a:noFill/>
            <a:prstDash val="solid"/>
          </a:ln>
        </p:spPr>
      </p:sp>
      <p:sp>
        <p:nvSpPr>
          <p:cNvPr id="2253" name="03_assume_matched_7550">
            <a:extLst>
              <a:ext uri="{FF2B5EF4-FFF2-40B4-BE49-F238E27FC236}">
                <a16:creationId xmlns:a16="http://schemas.microsoft.com/office/drawing/2014/main" id="{5E607C8F-59B6-4599-9D49-CB35C834A4B0}"/>
              </a:ext>
            </a:extLst>
          </p:cNvPr>
          <p:cNvSpPr>
            <a:spLocks noGrp="1"/>
          </p:cNvSpPr>
          <p:nvPr/>
        </p:nvSpPr>
        <p:spPr>
          <a:xfrm>
            <a:off x="2182227" y="4998344"/>
            <a:ext cx="28398" cy="28398"/>
          </a:xfrm>
          <a:prstGeom prst="ellipse">
            <a:avLst/>
          </a:prstGeom>
          <a:solidFill>
            <a:srgbClr val="7F8C97">
              <a:alpha val="48000"/>
            </a:srgbClr>
          </a:solidFill>
          <a:ln w="0">
            <a:noFill/>
            <a:prstDash val="solid"/>
          </a:ln>
        </p:spPr>
      </p:sp>
      <p:sp>
        <p:nvSpPr>
          <p:cNvPr id="2254" name="03_assume_matched_7551">
            <a:extLst>
              <a:ext uri="{FF2B5EF4-FFF2-40B4-BE49-F238E27FC236}">
                <a16:creationId xmlns:a16="http://schemas.microsoft.com/office/drawing/2014/main" id="{64F95B82-CB1C-4FCF-B9C6-ACEDE0ABC61D}"/>
              </a:ext>
            </a:extLst>
          </p:cNvPr>
          <p:cNvSpPr>
            <a:spLocks noGrp="1"/>
          </p:cNvSpPr>
          <p:nvPr/>
        </p:nvSpPr>
        <p:spPr>
          <a:xfrm>
            <a:off x="2265982" y="5436996"/>
            <a:ext cx="28398" cy="28398"/>
          </a:xfrm>
          <a:prstGeom prst="ellipse">
            <a:avLst/>
          </a:prstGeom>
          <a:solidFill>
            <a:srgbClr val="7F8C97">
              <a:alpha val="48000"/>
            </a:srgbClr>
          </a:solidFill>
          <a:ln w="0">
            <a:noFill/>
            <a:prstDash val="solid"/>
          </a:ln>
        </p:spPr>
      </p:sp>
      <p:sp>
        <p:nvSpPr>
          <p:cNvPr id="2255" name="03_assume_matched_7552">
            <a:extLst>
              <a:ext uri="{FF2B5EF4-FFF2-40B4-BE49-F238E27FC236}">
                <a16:creationId xmlns:a16="http://schemas.microsoft.com/office/drawing/2014/main" id="{537837A7-DECC-4E9E-80F3-5A28C43CD720}"/>
              </a:ext>
            </a:extLst>
          </p:cNvPr>
          <p:cNvSpPr>
            <a:spLocks noGrp="1"/>
          </p:cNvSpPr>
          <p:nvPr/>
        </p:nvSpPr>
        <p:spPr>
          <a:xfrm>
            <a:off x="2175463" y="4852127"/>
            <a:ext cx="28398" cy="28398"/>
          </a:xfrm>
          <a:prstGeom prst="ellipse">
            <a:avLst/>
          </a:prstGeom>
          <a:solidFill>
            <a:srgbClr val="7F8C97">
              <a:alpha val="48000"/>
            </a:srgbClr>
          </a:solidFill>
          <a:ln w="0">
            <a:noFill/>
            <a:prstDash val="solid"/>
          </a:ln>
        </p:spPr>
      </p:sp>
      <p:sp>
        <p:nvSpPr>
          <p:cNvPr id="2256" name="03_assume_matched_7553">
            <a:extLst>
              <a:ext uri="{FF2B5EF4-FFF2-40B4-BE49-F238E27FC236}">
                <a16:creationId xmlns:a16="http://schemas.microsoft.com/office/drawing/2014/main" id="{0F5941BC-DEB6-4F09-8D6C-2A4465891825}"/>
              </a:ext>
            </a:extLst>
          </p:cNvPr>
          <p:cNvSpPr>
            <a:spLocks noGrp="1"/>
          </p:cNvSpPr>
          <p:nvPr/>
        </p:nvSpPr>
        <p:spPr>
          <a:xfrm>
            <a:off x="2269579" y="4852127"/>
            <a:ext cx="28398" cy="28398"/>
          </a:xfrm>
          <a:prstGeom prst="ellipse">
            <a:avLst/>
          </a:prstGeom>
          <a:solidFill>
            <a:srgbClr val="7F8C97">
              <a:alpha val="48000"/>
            </a:srgbClr>
          </a:solidFill>
          <a:ln w="0">
            <a:noFill/>
            <a:prstDash val="solid"/>
          </a:ln>
        </p:spPr>
      </p:sp>
      <p:sp>
        <p:nvSpPr>
          <p:cNvPr id="2257" name="03_assume_matched_7554">
            <a:extLst>
              <a:ext uri="{FF2B5EF4-FFF2-40B4-BE49-F238E27FC236}">
                <a16:creationId xmlns:a16="http://schemas.microsoft.com/office/drawing/2014/main" id="{D52FE3E1-9686-4951-B0D0-D8CECD814C22}"/>
              </a:ext>
            </a:extLst>
          </p:cNvPr>
          <p:cNvSpPr>
            <a:spLocks noGrp="1"/>
          </p:cNvSpPr>
          <p:nvPr/>
        </p:nvSpPr>
        <p:spPr>
          <a:xfrm>
            <a:off x="2176758" y="5436996"/>
            <a:ext cx="28398" cy="28398"/>
          </a:xfrm>
          <a:prstGeom prst="ellipse">
            <a:avLst/>
          </a:prstGeom>
          <a:solidFill>
            <a:srgbClr val="7F8C97">
              <a:alpha val="48000"/>
            </a:srgbClr>
          </a:solidFill>
          <a:ln w="0">
            <a:noFill/>
            <a:prstDash val="solid"/>
          </a:ln>
        </p:spPr>
      </p:sp>
      <p:sp>
        <p:nvSpPr>
          <p:cNvPr id="2258" name="03_assume_matched_7555">
            <a:extLst>
              <a:ext uri="{FF2B5EF4-FFF2-40B4-BE49-F238E27FC236}">
                <a16:creationId xmlns:a16="http://schemas.microsoft.com/office/drawing/2014/main" id="{019F87AA-621A-49AA-BF87-B2A56F7F0047}"/>
              </a:ext>
            </a:extLst>
          </p:cNvPr>
          <p:cNvSpPr>
            <a:spLocks noGrp="1"/>
          </p:cNvSpPr>
          <p:nvPr/>
        </p:nvSpPr>
        <p:spPr>
          <a:xfrm>
            <a:off x="2297210" y="4852127"/>
            <a:ext cx="28398" cy="28398"/>
          </a:xfrm>
          <a:prstGeom prst="ellipse">
            <a:avLst/>
          </a:prstGeom>
          <a:solidFill>
            <a:srgbClr val="7F8C97">
              <a:alpha val="48000"/>
            </a:srgbClr>
          </a:solidFill>
          <a:ln w="0">
            <a:noFill/>
            <a:prstDash val="solid"/>
          </a:ln>
        </p:spPr>
      </p:sp>
      <p:sp>
        <p:nvSpPr>
          <p:cNvPr id="2259" name="03_assume_matched_7556">
            <a:extLst>
              <a:ext uri="{FF2B5EF4-FFF2-40B4-BE49-F238E27FC236}">
                <a16:creationId xmlns:a16="http://schemas.microsoft.com/office/drawing/2014/main" id="{E342751F-4F7C-4B87-B3F8-4979FB1CBABA}"/>
              </a:ext>
            </a:extLst>
          </p:cNvPr>
          <p:cNvSpPr>
            <a:spLocks noGrp="1"/>
          </p:cNvSpPr>
          <p:nvPr/>
        </p:nvSpPr>
        <p:spPr>
          <a:xfrm>
            <a:off x="2275192" y="4852127"/>
            <a:ext cx="28398" cy="28398"/>
          </a:xfrm>
          <a:prstGeom prst="ellipse">
            <a:avLst/>
          </a:prstGeom>
          <a:solidFill>
            <a:srgbClr val="7F8C97">
              <a:alpha val="48000"/>
            </a:srgbClr>
          </a:solidFill>
          <a:ln w="0">
            <a:noFill/>
            <a:prstDash val="solid"/>
          </a:ln>
        </p:spPr>
      </p:sp>
      <p:sp>
        <p:nvSpPr>
          <p:cNvPr id="2260" name="03_assume_matched_7557">
            <a:extLst>
              <a:ext uri="{FF2B5EF4-FFF2-40B4-BE49-F238E27FC236}">
                <a16:creationId xmlns:a16="http://schemas.microsoft.com/office/drawing/2014/main" id="{B5DCD529-4F18-47C6-A22F-01545B2BD2E7}"/>
              </a:ext>
            </a:extLst>
          </p:cNvPr>
          <p:cNvSpPr>
            <a:spLocks noGrp="1"/>
          </p:cNvSpPr>
          <p:nvPr/>
        </p:nvSpPr>
        <p:spPr>
          <a:xfrm>
            <a:off x="2223097" y="4852127"/>
            <a:ext cx="28398" cy="28398"/>
          </a:xfrm>
          <a:prstGeom prst="ellipse">
            <a:avLst/>
          </a:prstGeom>
          <a:solidFill>
            <a:srgbClr val="7F8C97">
              <a:alpha val="48000"/>
            </a:srgbClr>
          </a:solidFill>
          <a:ln w="0">
            <a:noFill/>
            <a:prstDash val="solid"/>
          </a:ln>
        </p:spPr>
      </p:sp>
      <p:sp>
        <p:nvSpPr>
          <p:cNvPr id="2261" name="03_assume_matched_7558">
            <a:extLst>
              <a:ext uri="{FF2B5EF4-FFF2-40B4-BE49-F238E27FC236}">
                <a16:creationId xmlns:a16="http://schemas.microsoft.com/office/drawing/2014/main" id="{177BF36B-D2C2-4B65-8752-B8AF04C019D4}"/>
              </a:ext>
            </a:extLst>
          </p:cNvPr>
          <p:cNvSpPr>
            <a:spLocks noGrp="1"/>
          </p:cNvSpPr>
          <p:nvPr/>
        </p:nvSpPr>
        <p:spPr>
          <a:xfrm>
            <a:off x="2198776" y="4852127"/>
            <a:ext cx="28398" cy="28398"/>
          </a:xfrm>
          <a:prstGeom prst="ellipse">
            <a:avLst/>
          </a:prstGeom>
          <a:solidFill>
            <a:srgbClr val="7F8C97">
              <a:alpha val="48000"/>
            </a:srgbClr>
          </a:solidFill>
          <a:ln w="0">
            <a:noFill/>
            <a:prstDash val="solid"/>
          </a:ln>
        </p:spPr>
      </p:sp>
      <p:sp>
        <p:nvSpPr>
          <p:cNvPr id="2262" name="03_assume_matched_7559">
            <a:extLst>
              <a:ext uri="{FF2B5EF4-FFF2-40B4-BE49-F238E27FC236}">
                <a16:creationId xmlns:a16="http://schemas.microsoft.com/office/drawing/2014/main" id="{166935F0-84FD-4B16-9828-96BB0CB87324}"/>
              </a:ext>
            </a:extLst>
          </p:cNvPr>
          <p:cNvSpPr>
            <a:spLocks noGrp="1"/>
          </p:cNvSpPr>
          <p:nvPr/>
        </p:nvSpPr>
        <p:spPr>
          <a:xfrm>
            <a:off x="2301239" y="5436996"/>
            <a:ext cx="28398" cy="28398"/>
          </a:xfrm>
          <a:prstGeom prst="ellipse">
            <a:avLst/>
          </a:prstGeom>
          <a:solidFill>
            <a:srgbClr val="7F8C97">
              <a:alpha val="48000"/>
            </a:srgbClr>
          </a:solidFill>
          <a:ln w="0">
            <a:noFill/>
            <a:prstDash val="solid"/>
          </a:ln>
        </p:spPr>
      </p:sp>
      <p:sp>
        <p:nvSpPr>
          <p:cNvPr id="2263" name="03_assume_matched_7560">
            <a:extLst>
              <a:ext uri="{FF2B5EF4-FFF2-40B4-BE49-F238E27FC236}">
                <a16:creationId xmlns:a16="http://schemas.microsoft.com/office/drawing/2014/main" id="{56A0253F-C26D-4E02-9A5A-2FC89ECDD1C8}"/>
              </a:ext>
            </a:extLst>
          </p:cNvPr>
          <p:cNvSpPr>
            <a:spLocks noGrp="1"/>
          </p:cNvSpPr>
          <p:nvPr/>
        </p:nvSpPr>
        <p:spPr>
          <a:xfrm>
            <a:off x="2249000" y="5436996"/>
            <a:ext cx="28398" cy="28398"/>
          </a:xfrm>
          <a:prstGeom prst="ellipse">
            <a:avLst/>
          </a:prstGeom>
          <a:solidFill>
            <a:srgbClr val="7F8C97">
              <a:alpha val="48000"/>
            </a:srgbClr>
          </a:solidFill>
          <a:ln w="0">
            <a:noFill/>
            <a:prstDash val="solid"/>
          </a:ln>
        </p:spPr>
      </p:sp>
      <p:sp>
        <p:nvSpPr>
          <p:cNvPr id="2264" name="03_assume_matched_7561">
            <a:extLst>
              <a:ext uri="{FF2B5EF4-FFF2-40B4-BE49-F238E27FC236}">
                <a16:creationId xmlns:a16="http://schemas.microsoft.com/office/drawing/2014/main" id="{2E036E84-0E3F-4655-9DD1-2B27EDB00B79}"/>
              </a:ext>
            </a:extLst>
          </p:cNvPr>
          <p:cNvSpPr>
            <a:spLocks noGrp="1"/>
          </p:cNvSpPr>
          <p:nvPr/>
        </p:nvSpPr>
        <p:spPr>
          <a:xfrm>
            <a:off x="2281812" y="5436996"/>
            <a:ext cx="28398" cy="28398"/>
          </a:xfrm>
          <a:prstGeom prst="ellipse">
            <a:avLst/>
          </a:prstGeom>
          <a:solidFill>
            <a:srgbClr val="7F8C97">
              <a:alpha val="48000"/>
            </a:srgbClr>
          </a:solidFill>
          <a:ln w="0">
            <a:noFill/>
            <a:prstDash val="solid"/>
          </a:ln>
        </p:spPr>
      </p:sp>
      <p:sp>
        <p:nvSpPr>
          <p:cNvPr id="2265" name="03_assume_matched_7562">
            <a:extLst>
              <a:ext uri="{FF2B5EF4-FFF2-40B4-BE49-F238E27FC236}">
                <a16:creationId xmlns:a16="http://schemas.microsoft.com/office/drawing/2014/main" id="{44238A77-9B42-4F8D-A662-F35A16E7ACDE}"/>
              </a:ext>
            </a:extLst>
          </p:cNvPr>
          <p:cNvSpPr>
            <a:spLocks noGrp="1"/>
          </p:cNvSpPr>
          <p:nvPr/>
        </p:nvSpPr>
        <p:spPr>
          <a:xfrm>
            <a:off x="2180932" y="4969101"/>
            <a:ext cx="28398" cy="28398"/>
          </a:xfrm>
          <a:prstGeom prst="ellipse">
            <a:avLst/>
          </a:prstGeom>
          <a:solidFill>
            <a:srgbClr val="7F8C97">
              <a:alpha val="48000"/>
            </a:srgbClr>
          </a:solidFill>
          <a:ln w="0">
            <a:noFill/>
            <a:prstDash val="solid"/>
          </a:ln>
        </p:spPr>
      </p:sp>
      <p:sp>
        <p:nvSpPr>
          <p:cNvPr id="2266" name="03_assume_matched_7563">
            <a:extLst>
              <a:ext uri="{FF2B5EF4-FFF2-40B4-BE49-F238E27FC236}">
                <a16:creationId xmlns:a16="http://schemas.microsoft.com/office/drawing/2014/main" id="{A62E96FE-FBB0-46D2-9900-3BE4E211AF51}"/>
              </a:ext>
            </a:extLst>
          </p:cNvPr>
          <p:cNvSpPr>
            <a:spLocks noGrp="1"/>
          </p:cNvSpPr>
          <p:nvPr/>
        </p:nvSpPr>
        <p:spPr>
          <a:xfrm>
            <a:off x="2272889" y="5144561"/>
            <a:ext cx="28398" cy="28398"/>
          </a:xfrm>
          <a:prstGeom prst="ellipse">
            <a:avLst/>
          </a:prstGeom>
          <a:solidFill>
            <a:srgbClr val="7F8C97">
              <a:alpha val="48000"/>
            </a:srgbClr>
          </a:solidFill>
          <a:ln w="0">
            <a:noFill/>
            <a:prstDash val="solid"/>
          </a:ln>
        </p:spPr>
      </p:sp>
      <p:sp>
        <p:nvSpPr>
          <p:cNvPr id="2267" name="03_assume_matched_7564">
            <a:extLst>
              <a:ext uri="{FF2B5EF4-FFF2-40B4-BE49-F238E27FC236}">
                <a16:creationId xmlns:a16="http://schemas.microsoft.com/office/drawing/2014/main" id="{CAC8987A-25A7-491D-8C29-DED5A7D2B388}"/>
              </a:ext>
            </a:extLst>
          </p:cNvPr>
          <p:cNvSpPr>
            <a:spLocks noGrp="1"/>
          </p:cNvSpPr>
          <p:nvPr/>
        </p:nvSpPr>
        <p:spPr>
          <a:xfrm>
            <a:off x="2252023" y="5047083"/>
            <a:ext cx="28398" cy="28398"/>
          </a:xfrm>
          <a:prstGeom prst="ellipse">
            <a:avLst/>
          </a:prstGeom>
          <a:solidFill>
            <a:srgbClr val="7F8C97">
              <a:alpha val="48000"/>
            </a:srgbClr>
          </a:solidFill>
          <a:ln w="0">
            <a:noFill/>
            <a:prstDash val="solid"/>
          </a:ln>
        </p:spPr>
      </p:sp>
      <p:sp>
        <p:nvSpPr>
          <p:cNvPr id="2268" name="03_assume_matched_7565">
            <a:extLst>
              <a:ext uri="{FF2B5EF4-FFF2-40B4-BE49-F238E27FC236}">
                <a16:creationId xmlns:a16="http://schemas.microsoft.com/office/drawing/2014/main" id="{46B15C09-12B4-4475-ADB7-DF3B62198EB3}"/>
              </a:ext>
            </a:extLst>
          </p:cNvPr>
          <p:cNvSpPr>
            <a:spLocks noGrp="1"/>
          </p:cNvSpPr>
          <p:nvPr/>
        </p:nvSpPr>
        <p:spPr>
          <a:xfrm>
            <a:off x="2160640" y="4852127"/>
            <a:ext cx="28398" cy="28398"/>
          </a:xfrm>
          <a:prstGeom prst="ellipse">
            <a:avLst/>
          </a:prstGeom>
          <a:solidFill>
            <a:srgbClr val="7F8C97">
              <a:alpha val="48000"/>
            </a:srgbClr>
          </a:solidFill>
          <a:ln w="0">
            <a:noFill/>
            <a:prstDash val="solid"/>
          </a:ln>
        </p:spPr>
      </p:sp>
      <p:sp>
        <p:nvSpPr>
          <p:cNvPr id="2269" name="03_assume_matched_7566">
            <a:extLst>
              <a:ext uri="{FF2B5EF4-FFF2-40B4-BE49-F238E27FC236}">
                <a16:creationId xmlns:a16="http://schemas.microsoft.com/office/drawing/2014/main" id="{BFBA4E13-A2F4-4BAD-ADDE-352EDFE9A347}"/>
              </a:ext>
            </a:extLst>
          </p:cNvPr>
          <p:cNvSpPr>
            <a:spLocks noGrp="1"/>
          </p:cNvSpPr>
          <p:nvPr/>
        </p:nvSpPr>
        <p:spPr>
          <a:xfrm>
            <a:off x="2219931" y="5436996"/>
            <a:ext cx="28398" cy="28398"/>
          </a:xfrm>
          <a:prstGeom prst="ellipse">
            <a:avLst/>
          </a:prstGeom>
          <a:solidFill>
            <a:srgbClr val="7F8C97">
              <a:alpha val="48000"/>
            </a:srgbClr>
          </a:solidFill>
          <a:ln w="0">
            <a:noFill/>
            <a:prstDash val="solid"/>
          </a:ln>
        </p:spPr>
      </p:sp>
      <p:sp>
        <p:nvSpPr>
          <p:cNvPr id="2270" name="03_assume_matched_7567">
            <a:extLst>
              <a:ext uri="{FF2B5EF4-FFF2-40B4-BE49-F238E27FC236}">
                <a16:creationId xmlns:a16="http://schemas.microsoft.com/office/drawing/2014/main" id="{31970586-122A-4555-B0E0-9C00752B5D95}"/>
              </a:ext>
            </a:extLst>
          </p:cNvPr>
          <p:cNvSpPr>
            <a:spLocks noGrp="1"/>
          </p:cNvSpPr>
          <p:nvPr/>
        </p:nvSpPr>
        <p:spPr>
          <a:xfrm>
            <a:off x="2202086" y="5436996"/>
            <a:ext cx="28398" cy="28398"/>
          </a:xfrm>
          <a:prstGeom prst="ellipse">
            <a:avLst/>
          </a:prstGeom>
          <a:solidFill>
            <a:srgbClr val="7F8C97">
              <a:alpha val="48000"/>
            </a:srgbClr>
          </a:solidFill>
          <a:ln w="0">
            <a:noFill/>
            <a:prstDash val="solid"/>
          </a:ln>
        </p:spPr>
      </p:sp>
      <p:sp>
        <p:nvSpPr>
          <p:cNvPr id="2271" name="03_assume_matched_7568">
            <a:extLst>
              <a:ext uri="{FF2B5EF4-FFF2-40B4-BE49-F238E27FC236}">
                <a16:creationId xmlns:a16="http://schemas.microsoft.com/office/drawing/2014/main" id="{CD7D9D72-098F-4C17-A95E-0793B0F188DB}"/>
              </a:ext>
            </a:extLst>
          </p:cNvPr>
          <p:cNvSpPr>
            <a:spLocks noGrp="1"/>
          </p:cNvSpPr>
          <p:nvPr/>
        </p:nvSpPr>
        <p:spPr>
          <a:xfrm>
            <a:off x="2234322" y="4852127"/>
            <a:ext cx="28398" cy="28398"/>
          </a:xfrm>
          <a:prstGeom prst="ellipse">
            <a:avLst/>
          </a:prstGeom>
          <a:solidFill>
            <a:srgbClr val="7F8C97">
              <a:alpha val="48000"/>
            </a:srgbClr>
          </a:solidFill>
          <a:ln w="0">
            <a:noFill/>
            <a:prstDash val="solid"/>
          </a:ln>
        </p:spPr>
      </p:sp>
      <p:sp>
        <p:nvSpPr>
          <p:cNvPr id="2272" name="03_assume_matched_7569">
            <a:extLst>
              <a:ext uri="{FF2B5EF4-FFF2-40B4-BE49-F238E27FC236}">
                <a16:creationId xmlns:a16="http://schemas.microsoft.com/office/drawing/2014/main" id="{CB005681-D545-43CD-97D6-2B8C2380B1CC}"/>
              </a:ext>
            </a:extLst>
          </p:cNvPr>
          <p:cNvSpPr>
            <a:spLocks noGrp="1"/>
          </p:cNvSpPr>
          <p:nvPr/>
        </p:nvSpPr>
        <p:spPr>
          <a:xfrm>
            <a:off x="2216189" y="5388257"/>
            <a:ext cx="28398" cy="28398"/>
          </a:xfrm>
          <a:prstGeom prst="ellipse">
            <a:avLst/>
          </a:prstGeom>
          <a:solidFill>
            <a:srgbClr val="7F8C97">
              <a:alpha val="48000"/>
            </a:srgbClr>
          </a:solidFill>
          <a:ln w="0">
            <a:noFill/>
            <a:prstDash val="solid"/>
          </a:ln>
        </p:spPr>
      </p:sp>
      <p:sp>
        <p:nvSpPr>
          <p:cNvPr id="2273" name="03_assume_matched_7570">
            <a:extLst>
              <a:ext uri="{FF2B5EF4-FFF2-40B4-BE49-F238E27FC236}">
                <a16:creationId xmlns:a16="http://schemas.microsoft.com/office/drawing/2014/main" id="{21DC0DD5-162F-49F4-AD11-5B589E3F86C2}"/>
              </a:ext>
            </a:extLst>
          </p:cNvPr>
          <p:cNvSpPr>
            <a:spLocks noGrp="1"/>
          </p:cNvSpPr>
          <p:nvPr/>
        </p:nvSpPr>
        <p:spPr>
          <a:xfrm>
            <a:off x="2278358" y="5290779"/>
            <a:ext cx="28398" cy="28398"/>
          </a:xfrm>
          <a:prstGeom prst="ellipse">
            <a:avLst/>
          </a:prstGeom>
          <a:solidFill>
            <a:srgbClr val="7F8C97">
              <a:alpha val="48000"/>
            </a:srgbClr>
          </a:solidFill>
          <a:ln w="0">
            <a:noFill/>
            <a:prstDash val="solid"/>
          </a:ln>
        </p:spPr>
      </p:sp>
      <p:sp>
        <p:nvSpPr>
          <p:cNvPr id="2274" name="03_assume_matched_7571">
            <a:extLst>
              <a:ext uri="{FF2B5EF4-FFF2-40B4-BE49-F238E27FC236}">
                <a16:creationId xmlns:a16="http://schemas.microsoft.com/office/drawing/2014/main" id="{D54ED8EC-4FB6-4275-B957-C9C007D99A56}"/>
              </a:ext>
            </a:extLst>
          </p:cNvPr>
          <p:cNvSpPr>
            <a:spLocks noGrp="1"/>
          </p:cNvSpPr>
          <p:nvPr/>
        </p:nvSpPr>
        <p:spPr>
          <a:xfrm>
            <a:off x="2176470" y="4852127"/>
            <a:ext cx="28398" cy="28398"/>
          </a:xfrm>
          <a:prstGeom prst="ellipse">
            <a:avLst/>
          </a:prstGeom>
          <a:solidFill>
            <a:srgbClr val="7F8C97">
              <a:alpha val="48000"/>
            </a:srgbClr>
          </a:solidFill>
          <a:ln w="0">
            <a:noFill/>
            <a:prstDash val="solid"/>
          </a:ln>
        </p:spPr>
      </p:sp>
      <p:sp>
        <p:nvSpPr>
          <p:cNvPr id="2275" name="03_assume_matched_7572">
            <a:extLst>
              <a:ext uri="{FF2B5EF4-FFF2-40B4-BE49-F238E27FC236}">
                <a16:creationId xmlns:a16="http://schemas.microsoft.com/office/drawing/2014/main" id="{58DEE4EB-BD4D-451D-B740-B6B37CE1163B}"/>
              </a:ext>
            </a:extLst>
          </p:cNvPr>
          <p:cNvSpPr>
            <a:spLocks noGrp="1"/>
          </p:cNvSpPr>
          <p:nvPr/>
        </p:nvSpPr>
        <p:spPr>
          <a:xfrm>
            <a:off x="2183090" y="5436996"/>
            <a:ext cx="28398" cy="28398"/>
          </a:xfrm>
          <a:prstGeom prst="ellipse">
            <a:avLst/>
          </a:prstGeom>
          <a:solidFill>
            <a:srgbClr val="7F8C97">
              <a:alpha val="48000"/>
            </a:srgbClr>
          </a:solidFill>
          <a:ln w="0">
            <a:noFill/>
            <a:prstDash val="solid"/>
          </a:ln>
        </p:spPr>
      </p:sp>
      <p:sp>
        <p:nvSpPr>
          <p:cNvPr id="2276" name="03_assume_matched_7573">
            <a:extLst>
              <a:ext uri="{FF2B5EF4-FFF2-40B4-BE49-F238E27FC236}">
                <a16:creationId xmlns:a16="http://schemas.microsoft.com/office/drawing/2014/main" id="{E51EB01F-2F11-464E-B1EE-F6E024E58AD9}"/>
              </a:ext>
            </a:extLst>
          </p:cNvPr>
          <p:cNvSpPr>
            <a:spLocks noGrp="1"/>
          </p:cNvSpPr>
          <p:nvPr/>
        </p:nvSpPr>
        <p:spPr>
          <a:xfrm>
            <a:off x="2242956" y="4852127"/>
            <a:ext cx="28398" cy="28398"/>
          </a:xfrm>
          <a:prstGeom prst="ellipse">
            <a:avLst/>
          </a:prstGeom>
          <a:solidFill>
            <a:srgbClr val="7F8C97">
              <a:alpha val="48000"/>
            </a:srgbClr>
          </a:solidFill>
          <a:ln w="0">
            <a:noFill/>
            <a:prstDash val="solid"/>
          </a:ln>
        </p:spPr>
      </p:sp>
      <p:sp>
        <p:nvSpPr>
          <p:cNvPr id="2277" name="03_assume_matched_7574">
            <a:extLst>
              <a:ext uri="{FF2B5EF4-FFF2-40B4-BE49-F238E27FC236}">
                <a16:creationId xmlns:a16="http://schemas.microsoft.com/office/drawing/2014/main" id="{3E706C88-AF67-4264-9D31-34379E12024F}"/>
              </a:ext>
            </a:extLst>
          </p:cNvPr>
          <p:cNvSpPr>
            <a:spLocks noGrp="1"/>
          </p:cNvSpPr>
          <p:nvPr/>
        </p:nvSpPr>
        <p:spPr>
          <a:xfrm>
            <a:off x="2241661" y="4852127"/>
            <a:ext cx="28398" cy="28398"/>
          </a:xfrm>
          <a:prstGeom prst="ellipse">
            <a:avLst/>
          </a:prstGeom>
          <a:solidFill>
            <a:srgbClr val="7F8C97">
              <a:alpha val="48000"/>
            </a:srgbClr>
          </a:solidFill>
          <a:ln w="0">
            <a:noFill/>
            <a:prstDash val="solid"/>
          </a:ln>
        </p:spPr>
      </p:sp>
      <p:sp>
        <p:nvSpPr>
          <p:cNvPr id="2278" name="03_assume_matched_7575">
            <a:extLst>
              <a:ext uri="{FF2B5EF4-FFF2-40B4-BE49-F238E27FC236}">
                <a16:creationId xmlns:a16="http://schemas.microsoft.com/office/drawing/2014/main" id="{C4498550-ABB1-4486-8606-45ABEDC7C2B2}"/>
              </a:ext>
            </a:extLst>
          </p:cNvPr>
          <p:cNvSpPr>
            <a:spLocks noGrp="1"/>
          </p:cNvSpPr>
          <p:nvPr/>
        </p:nvSpPr>
        <p:spPr>
          <a:xfrm>
            <a:off x="2288432" y="4852127"/>
            <a:ext cx="28398" cy="28398"/>
          </a:xfrm>
          <a:prstGeom prst="ellipse">
            <a:avLst/>
          </a:prstGeom>
          <a:solidFill>
            <a:srgbClr val="7F8C97">
              <a:alpha val="48000"/>
            </a:srgbClr>
          </a:solidFill>
          <a:ln w="0">
            <a:noFill/>
            <a:prstDash val="solid"/>
          </a:ln>
        </p:spPr>
      </p:sp>
      <p:sp>
        <p:nvSpPr>
          <p:cNvPr id="2279" name="03_assume_matched_7576">
            <a:extLst>
              <a:ext uri="{FF2B5EF4-FFF2-40B4-BE49-F238E27FC236}">
                <a16:creationId xmlns:a16="http://schemas.microsoft.com/office/drawing/2014/main" id="{F82F10FB-5C05-49E7-9548-487A32EA8714}"/>
              </a:ext>
            </a:extLst>
          </p:cNvPr>
          <p:cNvSpPr>
            <a:spLocks noGrp="1"/>
          </p:cNvSpPr>
          <p:nvPr/>
        </p:nvSpPr>
        <p:spPr>
          <a:xfrm>
            <a:off x="2266701" y="5144561"/>
            <a:ext cx="28398" cy="28398"/>
          </a:xfrm>
          <a:prstGeom prst="ellipse">
            <a:avLst/>
          </a:prstGeom>
          <a:solidFill>
            <a:srgbClr val="7F8C97">
              <a:alpha val="48000"/>
            </a:srgbClr>
          </a:solidFill>
          <a:ln w="0">
            <a:noFill/>
            <a:prstDash val="solid"/>
          </a:ln>
        </p:spPr>
      </p:sp>
      <p:sp>
        <p:nvSpPr>
          <p:cNvPr id="2280" name="03_assume_matched_7577">
            <a:extLst>
              <a:ext uri="{FF2B5EF4-FFF2-40B4-BE49-F238E27FC236}">
                <a16:creationId xmlns:a16="http://schemas.microsoft.com/office/drawing/2014/main" id="{4985B760-FE86-4EDB-A2DE-BD9983B4C83B}"/>
              </a:ext>
            </a:extLst>
          </p:cNvPr>
          <p:cNvSpPr>
            <a:spLocks noGrp="1"/>
          </p:cNvSpPr>
          <p:nvPr/>
        </p:nvSpPr>
        <p:spPr>
          <a:xfrm>
            <a:off x="2198776" y="5436996"/>
            <a:ext cx="28398" cy="28398"/>
          </a:xfrm>
          <a:prstGeom prst="ellipse">
            <a:avLst/>
          </a:prstGeom>
          <a:solidFill>
            <a:srgbClr val="7F8C97">
              <a:alpha val="48000"/>
            </a:srgbClr>
          </a:solidFill>
          <a:ln w="0">
            <a:noFill/>
            <a:prstDash val="solid"/>
          </a:ln>
        </p:spPr>
      </p:sp>
      <p:sp>
        <p:nvSpPr>
          <p:cNvPr id="2281" name="03_assume_matched_7578">
            <a:extLst>
              <a:ext uri="{FF2B5EF4-FFF2-40B4-BE49-F238E27FC236}">
                <a16:creationId xmlns:a16="http://schemas.microsoft.com/office/drawing/2014/main" id="{C2F5CAFD-37D0-452D-B602-D3AA8B46FC59}"/>
              </a:ext>
            </a:extLst>
          </p:cNvPr>
          <p:cNvSpPr>
            <a:spLocks noGrp="1"/>
          </p:cNvSpPr>
          <p:nvPr/>
        </p:nvSpPr>
        <p:spPr>
          <a:xfrm>
            <a:off x="2269579" y="5436996"/>
            <a:ext cx="28398" cy="28398"/>
          </a:xfrm>
          <a:prstGeom prst="ellipse">
            <a:avLst/>
          </a:prstGeom>
          <a:solidFill>
            <a:srgbClr val="7F8C97">
              <a:alpha val="48000"/>
            </a:srgbClr>
          </a:solidFill>
          <a:ln w="0">
            <a:noFill/>
            <a:prstDash val="solid"/>
          </a:ln>
        </p:spPr>
      </p:sp>
      <p:sp>
        <p:nvSpPr>
          <p:cNvPr id="2282" name="03_assume_matched_7579">
            <a:extLst>
              <a:ext uri="{FF2B5EF4-FFF2-40B4-BE49-F238E27FC236}">
                <a16:creationId xmlns:a16="http://schemas.microsoft.com/office/drawing/2014/main" id="{C8060ECC-CE01-4DF0-A4FB-ADEBFD21F995}"/>
              </a:ext>
            </a:extLst>
          </p:cNvPr>
          <p:cNvSpPr>
            <a:spLocks noGrp="1"/>
          </p:cNvSpPr>
          <p:nvPr/>
        </p:nvSpPr>
        <p:spPr>
          <a:xfrm>
            <a:off x="2257923" y="5242040"/>
            <a:ext cx="28398" cy="28398"/>
          </a:xfrm>
          <a:prstGeom prst="ellipse">
            <a:avLst/>
          </a:prstGeom>
          <a:solidFill>
            <a:srgbClr val="7F8C97">
              <a:alpha val="48000"/>
            </a:srgbClr>
          </a:solidFill>
          <a:ln w="0">
            <a:noFill/>
            <a:prstDash val="solid"/>
          </a:ln>
        </p:spPr>
      </p:sp>
      <p:sp>
        <p:nvSpPr>
          <p:cNvPr id="2283" name="03_assume_matched_7580">
            <a:extLst>
              <a:ext uri="{FF2B5EF4-FFF2-40B4-BE49-F238E27FC236}">
                <a16:creationId xmlns:a16="http://schemas.microsoft.com/office/drawing/2014/main" id="{41B135BA-8CC9-4AAD-93F8-8FF6691D618C}"/>
              </a:ext>
            </a:extLst>
          </p:cNvPr>
          <p:cNvSpPr>
            <a:spLocks noGrp="1"/>
          </p:cNvSpPr>
          <p:nvPr/>
        </p:nvSpPr>
        <p:spPr>
          <a:xfrm>
            <a:off x="2264111" y="5436996"/>
            <a:ext cx="28398" cy="28398"/>
          </a:xfrm>
          <a:prstGeom prst="ellipse">
            <a:avLst/>
          </a:prstGeom>
          <a:solidFill>
            <a:srgbClr val="7F8C97">
              <a:alpha val="48000"/>
            </a:srgbClr>
          </a:solidFill>
          <a:ln w="0">
            <a:noFill/>
            <a:prstDash val="solid"/>
          </a:ln>
        </p:spPr>
      </p:sp>
      <p:sp>
        <p:nvSpPr>
          <p:cNvPr id="2284" name="03_assume_matched_7581">
            <a:extLst>
              <a:ext uri="{FF2B5EF4-FFF2-40B4-BE49-F238E27FC236}">
                <a16:creationId xmlns:a16="http://schemas.microsoft.com/office/drawing/2014/main" id="{B3854E49-273F-4CA4-84FD-E3F25ACED1C7}"/>
              </a:ext>
            </a:extLst>
          </p:cNvPr>
          <p:cNvSpPr>
            <a:spLocks noGrp="1"/>
          </p:cNvSpPr>
          <p:nvPr/>
        </p:nvSpPr>
        <p:spPr>
          <a:xfrm>
            <a:off x="2277494" y="5436996"/>
            <a:ext cx="28398" cy="28398"/>
          </a:xfrm>
          <a:prstGeom prst="ellipse">
            <a:avLst/>
          </a:prstGeom>
          <a:solidFill>
            <a:srgbClr val="7F8C97">
              <a:alpha val="48000"/>
            </a:srgbClr>
          </a:solidFill>
          <a:ln w="0">
            <a:noFill/>
            <a:prstDash val="solid"/>
          </a:ln>
        </p:spPr>
      </p:sp>
      <p:sp>
        <p:nvSpPr>
          <p:cNvPr id="2285" name="03_assume_matched_7582">
            <a:extLst>
              <a:ext uri="{FF2B5EF4-FFF2-40B4-BE49-F238E27FC236}">
                <a16:creationId xmlns:a16="http://schemas.microsoft.com/office/drawing/2014/main" id="{AFB62548-8561-4B5E-8954-C626AA3582FD}"/>
              </a:ext>
            </a:extLst>
          </p:cNvPr>
          <p:cNvSpPr>
            <a:spLocks noGrp="1"/>
          </p:cNvSpPr>
          <p:nvPr/>
        </p:nvSpPr>
        <p:spPr>
          <a:xfrm>
            <a:off x="2186112" y="4852127"/>
            <a:ext cx="28398" cy="28398"/>
          </a:xfrm>
          <a:prstGeom prst="ellipse">
            <a:avLst/>
          </a:prstGeom>
          <a:solidFill>
            <a:srgbClr val="7F8C97">
              <a:alpha val="48000"/>
            </a:srgbClr>
          </a:solidFill>
          <a:ln w="0">
            <a:noFill/>
            <a:prstDash val="solid"/>
          </a:ln>
        </p:spPr>
      </p:sp>
      <p:sp>
        <p:nvSpPr>
          <p:cNvPr id="2286" name="03_assume_matched_7583">
            <a:extLst>
              <a:ext uri="{FF2B5EF4-FFF2-40B4-BE49-F238E27FC236}">
                <a16:creationId xmlns:a16="http://schemas.microsoft.com/office/drawing/2014/main" id="{2B35ED26-4961-43AA-BE2E-EAF2C04589B6}"/>
              </a:ext>
            </a:extLst>
          </p:cNvPr>
          <p:cNvSpPr>
            <a:spLocks noGrp="1"/>
          </p:cNvSpPr>
          <p:nvPr/>
        </p:nvSpPr>
        <p:spPr>
          <a:xfrm>
            <a:off x="2175319" y="4852127"/>
            <a:ext cx="28398" cy="28398"/>
          </a:xfrm>
          <a:prstGeom prst="ellipse">
            <a:avLst/>
          </a:prstGeom>
          <a:solidFill>
            <a:srgbClr val="7F8C97">
              <a:alpha val="48000"/>
            </a:srgbClr>
          </a:solidFill>
          <a:ln w="0">
            <a:noFill/>
            <a:prstDash val="solid"/>
          </a:ln>
        </p:spPr>
      </p:sp>
      <p:sp>
        <p:nvSpPr>
          <p:cNvPr id="2287" name="03_assume_matched_7584">
            <a:extLst>
              <a:ext uri="{FF2B5EF4-FFF2-40B4-BE49-F238E27FC236}">
                <a16:creationId xmlns:a16="http://schemas.microsoft.com/office/drawing/2014/main" id="{060FAFB4-888D-4487-B436-114B909F1D8E}"/>
              </a:ext>
            </a:extLst>
          </p:cNvPr>
          <p:cNvSpPr>
            <a:spLocks noGrp="1"/>
          </p:cNvSpPr>
          <p:nvPr/>
        </p:nvSpPr>
        <p:spPr>
          <a:xfrm>
            <a:off x="2258211" y="5144561"/>
            <a:ext cx="28398" cy="28398"/>
          </a:xfrm>
          <a:prstGeom prst="ellipse">
            <a:avLst/>
          </a:prstGeom>
          <a:solidFill>
            <a:srgbClr val="7F8C97">
              <a:alpha val="48000"/>
            </a:srgbClr>
          </a:solidFill>
          <a:ln w="0">
            <a:noFill/>
            <a:prstDash val="solid"/>
          </a:ln>
        </p:spPr>
      </p:sp>
      <p:sp>
        <p:nvSpPr>
          <p:cNvPr id="2288" name="03_assume_matched_7585">
            <a:extLst>
              <a:ext uri="{FF2B5EF4-FFF2-40B4-BE49-F238E27FC236}">
                <a16:creationId xmlns:a16="http://schemas.microsoft.com/office/drawing/2014/main" id="{64AFF3B1-4519-4AFF-B927-D47ECD6ED74B}"/>
              </a:ext>
            </a:extLst>
          </p:cNvPr>
          <p:cNvSpPr>
            <a:spLocks noGrp="1"/>
          </p:cNvSpPr>
          <p:nvPr/>
        </p:nvSpPr>
        <p:spPr>
          <a:xfrm>
            <a:off x="2295339" y="4852127"/>
            <a:ext cx="28398" cy="28398"/>
          </a:xfrm>
          <a:prstGeom prst="ellipse">
            <a:avLst/>
          </a:prstGeom>
          <a:solidFill>
            <a:srgbClr val="7F8C97">
              <a:alpha val="48000"/>
            </a:srgbClr>
          </a:solidFill>
          <a:ln w="0">
            <a:noFill/>
            <a:prstDash val="solid"/>
          </a:ln>
        </p:spPr>
      </p:sp>
      <p:sp>
        <p:nvSpPr>
          <p:cNvPr id="2289" name="03_assume_matched_7586">
            <a:extLst>
              <a:ext uri="{FF2B5EF4-FFF2-40B4-BE49-F238E27FC236}">
                <a16:creationId xmlns:a16="http://schemas.microsoft.com/office/drawing/2014/main" id="{A5F135A4-6636-4798-BE12-1BB7E8D2DB40}"/>
              </a:ext>
            </a:extLst>
          </p:cNvPr>
          <p:cNvSpPr>
            <a:spLocks noGrp="1"/>
          </p:cNvSpPr>
          <p:nvPr/>
        </p:nvSpPr>
        <p:spPr>
          <a:xfrm>
            <a:off x="2301527" y="4852127"/>
            <a:ext cx="28398" cy="28398"/>
          </a:xfrm>
          <a:prstGeom prst="ellipse">
            <a:avLst/>
          </a:prstGeom>
          <a:solidFill>
            <a:srgbClr val="7F8C97">
              <a:alpha val="48000"/>
            </a:srgbClr>
          </a:solidFill>
          <a:ln w="0">
            <a:noFill/>
            <a:prstDash val="solid"/>
          </a:ln>
        </p:spPr>
      </p:sp>
      <p:sp>
        <p:nvSpPr>
          <p:cNvPr id="2290" name="03_assume_matched_7587">
            <a:extLst>
              <a:ext uri="{FF2B5EF4-FFF2-40B4-BE49-F238E27FC236}">
                <a16:creationId xmlns:a16="http://schemas.microsoft.com/office/drawing/2014/main" id="{25FB13EC-E41B-4CAD-81EA-239A84AD6653}"/>
              </a:ext>
            </a:extLst>
          </p:cNvPr>
          <p:cNvSpPr>
            <a:spLocks noGrp="1"/>
          </p:cNvSpPr>
          <p:nvPr/>
        </p:nvSpPr>
        <p:spPr>
          <a:xfrm>
            <a:off x="2212591" y="4852127"/>
            <a:ext cx="28398" cy="28398"/>
          </a:xfrm>
          <a:prstGeom prst="ellipse">
            <a:avLst/>
          </a:prstGeom>
          <a:solidFill>
            <a:srgbClr val="7F8C97">
              <a:alpha val="48000"/>
            </a:srgbClr>
          </a:solidFill>
          <a:ln w="0">
            <a:noFill/>
            <a:prstDash val="solid"/>
          </a:ln>
        </p:spPr>
      </p:sp>
      <p:sp>
        <p:nvSpPr>
          <p:cNvPr id="2291" name="03_assume_matched_7588">
            <a:extLst>
              <a:ext uri="{FF2B5EF4-FFF2-40B4-BE49-F238E27FC236}">
                <a16:creationId xmlns:a16="http://schemas.microsoft.com/office/drawing/2014/main" id="{ED9B8065-AD66-462C-BC9B-58B837F41EEC}"/>
              </a:ext>
            </a:extLst>
          </p:cNvPr>
          <p:cNvSpPr>
            <a:spLocks noGrp="1"/>
          </p:cNvSpPr>
          <p:nvPr/>
        </p:nvSpPr>
        <p:spPr>
          <a:xfrm>
            <a:off x="2265406" y="5242040"/>
            <a:ext cx="28398" cy="28398"/>
          </a:xfrm>
          <a:prstGeom prst="ellipse">
            <a:avLst/>
          </a:prstGeom>
          <a:solidFill>
            <a:srgbClr val="7F8C97">
              <a:alpha val="48000"/>
            </a:srgbClr>
          </a:solidFill>
          <a:ln w="0">
            <a:noFill/>
            <a:prstDash val="solid"/>
          </a:ln>
        </p:spPr>
      </p:sp>
      <p:sp>
        <p:nvSpPr>
          <p:cNvPr id="2292" name="03_assume_matched_7589">
            <a:extLst>
              <a:ext uri="{FF2B5EF4-FFF2-40B4-BE49-F238E27FC236}">
                <a16:creationId xmlns:a16="http://schemas.microsoft.com/office/drawing/2014/main" id="{6156909F-2EE6-4CEF-936E-C6E205386A52}"/>
              </a:ext>
            </a:extLst>
          </p:cNvPr>
          <p:cNvSpPr>
            <a:spLocks noGrp="1"/>
          </p:cNvSpPr>
          <p:nvPr/>
        </p:nvSpPr>
        <p:spPr>
          <a:xfrm>
            <a:off x="2276343" y="4852127"/>
            <a:ext cx="28398" cy="28398"/>
          </a:xfrm>
          <a:prstGeom prst="ellipse">
            <a:avLst/>
          </a:prstGeom>
          <a:solidFill>
            <a:srgbClr val="7F8C97">
              <a:alpha val="48000"/>
            </a:srgbClr>
          </a:solidFill>
          <a:ln w="0">
            <a:noFill/>
            <a:prstDash val="solid"/>
          </a:ln>
        </p:spPr>
      </p:sp>
      <p:sp>
        <p:nvSpPr>
          <p:cNvPr id="2293" name="03_assume_matched_7590">
            <a:extLst>
              <a:ext uri="{FF2B5EF4-FFF2-40B4-BE49-F238E27FC236}">
                <a16:creationId xmlns:a16="http://schemas.microsoft.com/office/drawing/2014/main" id="{F5E0EF7E-0016-4BFD-948B-A7743965947C}"/>
              </a:ext>
            </a:extLst>
          </p:cNvPr>
          <p:cNvSpPr>
            <a:spLocks noGrp="1"/>
          </p:cNvSpPr>
          <p:nvPr/>
        </p:nvSpPr>
        <p:spPr>
          <a:xfrm>
            <a:off x="2293756" y="4852127"/>
            <a:ext cx="28398" cy="28398"/>
          </a:xfrm>
          <a:prstGeom prst="ellipse">
            <a:avLst/>
          </a:prstGeom>
          <a:solidFill>
            <a:srgbClr val="7F8C97">
              <a:alpha val="48000"/>
            </a:srgbClr>
          </a:solidFill>
          <a:ln w="0">
            <a:noFill/>
            <a:prstDash val="solid"/>
          </a:ln>
        </p:spPr>
      </p:sp>
      <p:sp>
        <p:nvSpPr>
          <p:cNvPr id="2294" name="03_assume_matched_7591">
            <a:extLst>
              <a:ext uri="{FF2B5EF4-FFF2-40B4-BE49-F238E27FC236}">
                <a16:creationId xmlns:a16="http://schemas.microsoft.com/office/drawing/2014/main" id="{6B7C29ED-F342-4EB5-AB8F-CF8431A45AFD}"/>
              </a:ext>
            </a:extLst>
          </p:cNvPr>
          <p:cNvSpPr>
            <a:spLocks noGrp="1"/>
          </p:cNvSpPr>
          <p:nvPr/>
        </p:nvSpPr>
        <p:spPr>
          <a:xfrm>
            <a:off x="2278502" y="4852127"/>
            <a:ext cx="28398" cy="28398"/>
          </a:xfrm>
          <a:prstGeom prst="ellipse">
            <a:avLst/>
          </a:prstGeom>
          <a:solidFill>
            <a:srgbClr val="7F8C97">
              <a:alpha val="48000"/>
            </a:srgbClr>
          </a:solidFill>
          <a:ln w="0">
            <a:noFill/>
            <a:prstDash val="solid"/>
          </a:ln>
        </p:spPr>
      </p:sp>
      <p:sp>
        <p:nvSpPr>
          <p:cNvPr id="2295" name="03_assume_matched_7592">
            <a:extLst>
              <a:ext uri="{FF2B5EF4-FFF2-40B4-BE49-F238E27FC236}">
                <a16:creationId xmlns:a16="http://schemas.microsoft.com/office/drawing/2014/main" id="{AF63CB38-BF2D-41AA-BB25-E533C7506CBE}"/>
              </a:ext>
            </a:extLst>
          </p:cNvPr>
          <p:cNvSpPr>
            <a:spLocks noGrp="1"/>
          </p:cNvSpPr>
          <p:nvPr/>
        </p:nvSpPr>
        <p:spPr>
          <a:xfrm>
            <a:off x="2256772" y="4852127"/>
            <a:ext cx="28398" cy="28398"/>
          </a:xfrm>
          <a:prstGeom prst="ellipse">
            <a:avLst/>
          </a:prstGeom>
          <a:solidFill>
            <a:srgbClr val="7F8C97">
              <a:alpha val="48000"/>
            </a:srgbClr>
          </a:solidFill>
          <a:ln w="0">
            <a:noFill/>
            <a:prstDash val="solid"/>
          </a:ln>
        </p:spPr>
      </p:sp>
      <p:sp>
        <p:nvSpPr>
          <p:cNvPr id="2296" name="03_assume_matched_7593">
            <a:extLst>
              <a:ext uri="{FF2B5EF4-FFF2-40B4-BE49-F238E27FC236}">
                <a16:creationId xmlns:a16="http://schemas.microsoft.com/office/drawing/2014/main" id="{99030D8F-C481-4490-964F-9D744FA86E2B}"/>
              </a:ext>
            </a:extLst>
          </p:cNvPr>
          <p:cNvSpPr>
            <a:spLocks noGrp="1"/>
          </p:cNvSpPr>
          <p:nvPr/>
        </p:nvSpPr>
        <p:spPr>
          <a:xfrm>
            <a:off x="2168555" y="4852127"/>
            <a:ext cx="28398" cy="28398"/>
          </a:xfrm>
          <a:prstGeom prst="ellipse">
            <a:avLst/>
          </a:prstGeom>
          <a:solidFill>
            <a:srgbClr val="7F8C97">
              <a:alpha val="48000"/>
            </a:srgbClr>
          </a:solidFill>
          <a:ln w="0">
            <a:noFill/>
            <a:prstDash val="solid"/>
          </a:ln>
        </p:spPr>
      </p:sp>
      <p:sp>
        <p:nvSpPr>
          <p:cNvPr id="2297" name="03_assume_matched_7594">
            <a:extLst>
              <a:ext uri="{FF2B5EF4-FFF2-40B4-BE49-F238E27FC236}">
                <a16:creationId xmlns:a16="http://schemas.microsoft.com/office/drawing/2014/main" id="{DCD25012-BEDA-42BB-8C21-824A739231AA}"/>
              </a:ext>
            </a:extLst>
          </p:cNvPr>
          <p:cNvSpPr>
            <a:spLocks noGrp="1"/>
          </p:cNvSpPr>
          <p:nvPr/>
        </p:nvSpPr>
        <p:spPr>
          <a:xfrm>
            <a:off x="2182515" y="5436996"/>
            <a:ext cx="28398" cy="28398"/>
          </a:xfrm>
          <a:prstGeom prst="ellipse">
            <a:avLst/>
          </a:prstGeom>
          <a:solidFill>
            <a:srgbClr val="7F8C97">
              <a:alpha val="48000"/>
            </a:srgbClr>
          </a:solidFill>
          <a:ln w="0">
            <a:noFill/>
            <a:prstDash val="solid"/>
          </a:ln>
        </p:spPr>
      </p:sp>
      <p:sp>
        <p:nvSpPr>
          <p:cNvPr id="2298" name="03_assume_matched_7595">
            <a:extLst>
              <a:ext uri="{FF2B5EF4-FFF2-40B4-BE49-F238E27FC236}">
                <a16:creationId xmlns:a16="http://schemas.microsoft.com/office/drawing/2014/main" id="{7FEC590C-6787-48B4-99B5-1055DC49F6B2}"/>
              </a:ext>
            </a:extLst>
          </p:cNvPr>
          <p:cNvSpPr>
            <a:spLocks noGrp="1"/>
          </p:cNvSpPr>
          <p:nvPr/>
        </p:nvSpPr>
        <p:spPr>
          <a:xfrm>
            <a:off x="2243676" y="4852127"/>
            <a:ext cx="28398" cy="28398"/>
          </a:xfrm>
          <a:prstGeom prst="ellipse">
            <a:avLst/>
          </a:prstGeom>
          <a:solidFill>
            <a:srgbClr val="7F8C97">
              <a:alpha val="48000"/>
            </a:srgbClr>
          </a:solidFill>
          <a:ln w="0">
            <a:noFill/>
            <a:prstDash val="solid"/>
          </a:ln>
        </p:spPr>
      </p:sp>
      <p:sp>
        <p:nvSpPr>
          <p:cNvPr id="2299" name="03_assume_matched_7596">
            <a:extLst>
              <a:ext uri="{FF2B5EF4-FFF2-40B4-BE49-F238E27FC236}">
                <a16:creationId xmlns:a16="http://schemas.microsoft.com/office/drawing/2014/main" id="{AB9825BB-4C61-49FA-82B9-36CC76D0C24B}"/>
              </a:ext>
            </a:extLst>
          </p:cNvPr>
          <p:cNvSpPr>
            <a:spLocks noGrp="1"/>
          </p:cNvSpPr>
          <p:nvPr/>
        </p:nvSpPr>
        <p:spPr>
          <a:xfrm>
            <a:off x="2188559" y="5436996"/>
            <a:ext cx="28398" cy="28398"/>
          </a:xfrm>
          <a:prstGeom prst="ellipse">
            <a:avLst/>
          </a:prstGeom>
          <a:solidFill>
            <a:srgbClr val="7F8C97">
              <a:alpha val="48000"/>
            </a:srgbClr>
          </a:solidFill>
          <a:ln w="0">
            <a:noFill/>
            <a:prstDash val="solid"/>
          </a:ln>
        </p:spPr>
      </p:sp>
      <p:sp>
        <p:nvSpPr>
          <p:cNvPr id="2300" name="03_assume_matched_7597">
            <a:extLst>
              <a:ext uri="{FF2B5EF4-FFF2-40B4-BE49-F238E27FC236}">
                <a16:creationId xmlns:a16="http://schemas.microsoft.com/office/drawing/2014/main" id="{D2621E4A-1772-4F26-A239-D5887659EFF7}"/>
              </a:ext>
            </a:extLst>
          </p:cNvPr>
          <p:cNvSpPr>
            <a:spLocks noGrp="1"/>
          </p:cNvSpPr>
          <p:nvPr/>
        </p:nvSpPr>
        <p:spPr>
          <a:xfrm>
            <a:off x="2214606" y="4852127"/>
            <a:ext cx="28398" cy="28398"/>
          </a:xfrm>
          <a:prstGeom prst="ellipse">
            <a:avLst/>
          </a:prstGeom>
          <a:solidFill>
            <a:srgbClr val="7F8C97">
              <a:alpha val="48000"/>
            </a:srgbClr>
          </a:solidFill>
          <a:ln w="0">
            <a:noFill/>
            <a:prstDash val="solid"/>
          </a:ln>
        </p:spPr>
      </p:sp>
      <p:sp>
        <p:nvSpPr>
          <p:cNvPr id="2301" name="03_assume_matched_7598">
            <a:extLst>
              <a:ext uri="{FF2B5EF4-FFF2-40B4-BE49-F238E27FC236}">
                <a16:creationId xmlns:a16="http://schemas.microsoft.com/office/drawing/2014/main" id="{D3B0E09C-927A-400A-A5D5-C937C2B7EDAA}"/>
              </a:ext>
            </a:extLst>
          </p:cNvPr>
          <p:cNvSpPr>
            <a:spLocks noGrp="1"/>
          </p:cNvSpPr>
          <p:nvPr/>
        </p:nvSpPr>
        <p:spPr>
          <a:xfrm>
            <a:off x="2163662" y="5436996"/>
            <a:ext cx="28398" cy="28398"/>
          </a:xfrm>
          <a:prstGeom prst="ellipse">
            <a:avLst/>
          </a:prstGeom>
          <a:solidFill>
            <a:srgbClr val="7F8C97">
              <a:alpha val="48000"/>
            </a:srgbClr>
          </a:solidFill>
          <a:ln w="0">
            <a:noFill/>
            <a:prstDash val="solid"/>
          </a:ln>
        </p:spPr>
      </p:sp>
      <p:sp>
        <p:nvSpPr>
          <p:cNvPr id="2302" name="03_assume_matched_7599">
            <a:extLst>
              <a:ext uri="{FF2B5EF4-FFF2-40B4-BE49-F238E27FC236}">
                <a16:creationId xmlns:a16="http://schemas.microsoft.com/office/drawing/2014/main" id="{16FCF19D-7434-4D5A-A984-26951C502B22}"/>
              </a:ext>
            </a:extLst>
          </p:cNvPr>
          <p:cNvSpPr>
            <a:spLocks noGrp="1"/>
          </p:cNvSpPr>
          <p:nvPr/>
        </p:nvSpPr>
        <p:spPr>
          <a:xfrm>
            <a:off x="3036342" y="4852127"/>
            <a:ext cx="28398" cy="28398"/>
          </a:xfrm>
          <a:prstGeom prst="ellipse">
            <a:avLst/>
          </a:prstGeom>
          <a:solidFill>
            <a:srgbClr val="7F8C97">
              <a:alpha val="48000"/>
            </a:srgbClr>
          </a:solidFill>
          <a:ln w="0">
            <a:noFill/>
            <a:prstDash val="solid"/>
          </a:ln>
        </p:spPr>
      </p:sp>
      <p:sp>
        <p:nvSpPr>
          <p:cNvPr id="2303" name="03_assume_matched_7600">
            <a:extLst>
              <a:ext uri="{FF2B5EF4-FFF2-40B4-BE49-F238E27FC236}">
                <a16:creationId xmlns:a16="http://schemas.microsoft.com/office/drawing/2014/main" id="{6854C70C-C67A-4E7D-ACEB-4373B9C8411E}"/>
              </a:ext>
            </a:extLst>
          </p:cNvPr>
          <p:cNvSpPr>
            <a:spLocks noGrp="1"/>
          </p:cNvSpPr>
          <p:nvPr/>
        </p:nvSpPr>
        <p:spPr>
          <a:xfrm>
            <a:off x="3024829" y="4852127"/>
            <a:ext cx="28398" cy="28398"/>
          </a:xfrm>
          <a:prstGeom prst="ellipse">
            <a:avLst/>
          </a:prstGeom>
          <a:solidFill>
            <a:srgbClr val="7F8C97">
              <a:alpha val="48000"/>
            </a:srgbClr>
          </a:solidFill>
          <a:ln w="0">
            <a:noFill/>
            <a:prstDash val="solid"/>
          </a:ln>
        </p:spPr>
      </p:sp>
      <p:sp>
        <p:nvSpPr>
          <p:cNvPr id="2304" name="03_assume_matched_7601">
            <a:extLst>
              <a:ext uri="{FF2B5EF4-FFF2-40B4-BE49-F238E27FC236}">
                <a16:creationId xmlns:a16="http://schemas.microsoft.com/office/drawing/2014/main" id="{DC671A7D-880E-4AA3-B3DA-CA7C5C1EA417}"/>
              </a:ext>
            </a:extLst>
          </p:cNvPr>
          <p:cNvSpPr>
            <a:spLocks noGrp="1"/>
          </p:cNvSpPr>
          <p:nvPr/>
        </p:nvSpPr>
        <p:spPr>
          <a:xfrm>
            <a:off x="2967697" y="4852127"/>
            <a:ext cx="28398" cy="28398"/>
          </a:xfrm>
          <a:prstGeom prst="ellipse">
            <a:avLst/>
          </a:prstGeom>
          <a:solidFill>
            <a:srgbClr val="7F8C97">
              <a:alpha val="48000"/>
            </a:srgbClr>
          </a:solidFill>
          <a:ln w="0">
            <a:noFill/>
            <a:prstDash val="solid"/>
          </a:ln>
        </p:spPr>
      </p:sp>
      <p:sp>
        <p:nvSpPr>
          <p:cNvPr id="2305" name="03_assume_matched_7602">
            <a:extLst>
              <a:ext uri="{FF2B5EF4-FFF2-40B4-BE49-F238E27FC236}">
                <a16:creationId xmlns:a16="http://schemas.microsoft.com/office/drawing/2014/main" id="{25BFA831-9229-416D-946C-C2F595163C5B}"/>
              </a:ext>
            </a:extLst>
          </p:cNvPr>
          <p:cNvSpPr>
            <a:spLocks noGrp="1"/>
          </p:cNvSpPr>
          <p:nvPr/>
        </p:nvSpPr>
        <p:spPr>
          <a:xfrm>
            <a:off x="3046559" y="4852127"/>
            <a:ext cx="28398" cy="28398"/>
          </a:xfrm>
          <a:prstGeom prst="ellipse">
            <a:avLst/>
          </a:prstGeom>
          <a:solidFill>
            <a:srgbClr val="7F8C97">
              <a:alpha val="48000"/>
            </a:srgbClr>
          </a:solidFill>
          <a:ln w="0">
            <a:noFill/>
            <a:prstDash val="solid"/>
          </a:ln>
        </p:spPr>
      </p:sp>
      <p:sp>
        <p:nvSpPr>
          <p:cNvPr id="2306" name="03_assume_matched_7603">
            <a:extLst>
              <a:ext uri="{FF2B5EF4-FFF2-40B4-BE49-F238E27FC236}">
                <a16:creationId xmlns:a16="http://schemas.microsoft.com/office/drawing/2014/main" id="{A292084C-CF76-4BE5-9BD0-843646570A7F}"/>
              </a:ext>
            </a:extLst>
          </p:cNvPr>
          <p:cNvSpPr>
            <a:spLocks noGrp="1"/>
          </p:cNvSpPr>
          <p:nvPr/>
        </p:nvSpPr>
        <p:spPr>
          <a:xfrm>
            <a:off x="3014324" y="4852127"/>
            <a:ext cx="28398" cy="28398"/>
          </a:xfrm>
          <a:prstGeom prst="ellipse">
            <a:avLst/>
          </a:prstGeom>
          <a:solidFill>
            <a:srgbClr val="7F8C97">
              <a:alpha val="48000"/>
            </a:srgbClr>
          </a:solidFill>
          <a:ln w="0">
            <a:noFill/>
            <a:prstDash val="solid"/>
          </a:ln>
        </p:spPr>
      </p:sp>
      <p:sp>
        <p:nvSpPr>
          <p:cNvPr id="2307" name="03_assume_matched_7604">
            <a:extLst>
              <a:ext uri="{FF2B5EF4-FFF2-40B4-BE49-F238E27FC236}">
                <a16:creationId xmlns:a16="http://schemas.microsoft.com/office/drawing/2014/main" id="{1014BFAA-10A4-4706-BE0B-F2D5565948F0}"/>
              </a:ext>
            </a:extLst>
          </p:cNvPr>
          <p:cNvSpPr>
            <a:spLocks noGrp="1"/>
          </p:cNvSpPr>
          <p:nvPr/>
        </p:nvSpPr>
        <p:spPr>
          <a:xfrm>
            <a:off x="2919056" y="4852127"/>
            <a:ext cx="28398" cy="28398"/>
          </a:xfrm>
          <a:prstGeom prst="ellipse">
            <a:avLst/>
          </a:prstGeom>
          <a:solidFill>
            <a:srgbClr val="7F8C97">
              <a:alpha val="48000"/>
            </a:srgbClr>
          </a:solidFill>
          <a:ln w="0">
            <a:noFill/>
            <a:prstDash val="solid"/>
          </a:ln>
        </p:spPr>
      </p:sp>
      <p:sp>
        <p:nvSpPr>
          <p:cNvPr id="2308" name="03_assume_matched_7605">
            <a:extLst>
              <a:ext uri="{FF2B5EF4-FFF2-40B4-BE49-F238E27FC236}">
                <a16:creationId xmlns:a16="http://schemas.microsoft.com/office/drawing/2014/main" id="{B9B759D8-600F-42A0-8F34-BEACAE5E86A1}"/>
              </a:ext>
            </a:extLst>
          </p:cNvPr>
          <p:cNvSpPr>
            <a:spLocks noGrp="1"/>
          </p:cNvSpPr>
          <p:nvPr/>
        </p:nvSpPr>
        <p:spPr>
          <a:xfrm>
            <a:off x="2949708" y="5436996"/>
            <a:ext cx="28398" cy="28398"/>
          </a:xfrm>
          <a:prstGeom prst="ellipse">
            <a:avLst/>
          </a:prstGeom>
          <a:solidFill>
            <a:srgbClr val="7F8C97">
              <a:alpha val="48000"/>
            </a:srgbClr>
          </a:solidFill>
          <a:ln w="0">
            <a:noFill/>
            <a:prstDash val="solid"/>
          </a:ln>
        </p:spPr>
      </p:sp>
      <p:sp>
        <p:nvSpPr>
          <p:cNvPr id="2309" name="03_assume_matched_7606">
            <a:extLst>
              <a:ext uri="{FF2B5EF4-FFF2-40B4-BE49-F238E27FC236}">
                <a16:creationId xmlns:a16="http://schemas.microsoft.com/office/drawing/2014/main" id="{EC1BFC1E-D513-42E7-A70D-5247F994D6E7}"/>
              </a:ext>
            </a:extLst>
          </p:cNvPr>
          <p:cNvSpPr>
            <a:spLocks noGrp="1"/>
          </p:cNvSpPr>
          <p:nvPr/>
        </p:nvSpPr>
        <p:spPr>
          <a:xfrm>
            <a:off x="2918768" y="5290779"/>
            <a:ext cx="28398" cy="28398"/>
          </a:xfrm>
          <a:prstGeom prst="ellipse">
            <a:avLst/>
          </a:prstGeom>
          <a:solidFill>
            <a:srgbClr val="7F8C97">
              <a:alpha val="48000"/>
            </a:srgbClr>
          </a:solidFill>
          <a:ln w="0">
            <a:noFill/>
            <a:prstDash val="solid"/>
          </a:ln>
        </p:spPr>
      </p:sp>
      <p:sp>
        <p:nvSpPr>
          <p:cNvPr id="2310" name="03_assume_matched_7607">
            <a:extLst>
              <a:ext uri="{FF2B5EF4-FFF2-40B4-BE49-F238E27FC236}">
                <a16:creationId xmlns:a16="http://schemas.microsoft.com/office/drawing/2014/main" id="{120B0213-6A21-42E8-B773-10C4C9CB40FD}"/>
              </a:ext>
            </a:extLst>
          </p:cNvPr>
          <p:cNvSpPr>
            <a:spLocks noGrp="1"/>
          </p:cNvSpPr>
          <p:nvPr/>
        </p:nvSpPr>
        <p:spPr>
          <a:xfrm>
            <a:off x="3000077" y="5144561"/>
            <a:ext cx="28398" cy="28398"/>
          </a:xfrm>
          <a:prstGeom prst="ellipse">
            <a:avLst/>
          </a:prstGeom>
          <a:solidFill>
            <a:srgbClr val="7F8C97">
              <a:alpha val="48000"/>
            </a:srgbClr>
          </a:solidFill>
          <a:ln w="0">
            <a:noFill/>
            <a:prstDash val="solid"/>
          </a:ln>
        </p:spPr>
      </p:sp>
      <p:sp>
        <p:nvSpPr>
          <p:cNvPr id="2311" name="03_assume_matched_7608">
            <a:extLst>
              <a:ext uri="{FF2B5EF4-FFF2-40B4-BE49-F238E27FC236}">
                <a16:creationId xmlns:a16="http://schemas.microsoft.com/office/drawing/2014/main" id="{7C614FF8-C3E1-45E7-A424-F152A15CD1F2}"/>
              </a:ext>
            </a:extLst>
          </p:cNvPr>
          <p:cNvSpPr>
            <a:spLocks noGrp="1"/>
          </p:cNvSpPr>
          <p:nvPr/>
        </p:nvSpPr>
        <p:spPr>
          <a:xfrm>
            <a:off x="2981368" y="5436996"/>
            <a:ext cx="28398" cy="28398"/>
          </a:xfrm>
          <a:prstGeom prst="ellipse">
            <a:avLst/>
          </a:prstGeom>
          <a:solidFill>
            <a:srgbClr val="7F8C97">
              <a:alpha val="48000"/>
            </a:srgbClr>
          </a:solidFill>
          <a:ln w="0">
            <a:noFill/>
            <a:prstDash val="solid"/>
          </a:ln>
        </p:spPr>
      </p:sp>
      <p:sp>
        <p:nvSpPr>
          <p:cNvPr id="2312" name="03_assume_matched_7609">
            <a:extLst>
              <a:ext uri="{FF2B5EF4-FFF2-40B4-BE49-F238E27FC236}">
                <a16:creationId xmlns:a16="http://schemas.microsoft.com/office/drawing/2014/main" id="{ECD6E816-434B-454A-8CB3-F9BA221AC912}"/>
              </a:ext>
            </a:extLst>
          </p:cNvPr>
          <p:cNvSpPr>
            <a:spLocks noGrp="1"/>
          </p:cNvSpPr>
          <p:nvPr/>
        </p:nvSpPr>
        <p:spPr>
          <a:xfrm>
            <a:off x="2966114" y="5436996"/>
            <a:ext cx="28398" cy="28398"/>
          </a:xfrm>
          <a:prstGeom prst="ellipse">
            <a:avLst/>
          </a:prstGeom>
          <a:solidFill>
            <a:srgbClr val="7F8C97">
              <a:alpha val="48000"/>
            </a:srgbClr>
          </a:solidFill>
          <a:ln w="0">
            <a:noFill/>
            <a:prstDash val="solid"/>
          </a:ln>
        </p:spPr>
      </p:sp>
      <p:sp>
        <p:nvSpPr>
          <p:cNvPr id="2313" name="03_assume_matched_7610">
            <a:extLst>
              <a:ext uri="{FF2B5EF4-FFF2-40B4-BE49-F238E27FC236}">
                <a16:creationId xmlns:a16="http://schemas.microsoft.com/office/drawing/2014/main" id="{090690D2-081E-48A4-8BA2-16FA7EF63BD8}"/>
              </a:ext>
            </a:extLst>
          </p:cNvPr>
          <p:cNvSpPr>
            <a:spLocks noGrp="1"/>
          </p:cNvSpPr>
          <p:nvPr/>
        </p:nvSpPr>
        <p:spPr>
          <a:xfrm>
            <a:off x="2951867" y="5436996"/>
            <a:ext cx="28398" cy="28398"/>
          </a:xfrm>
          <a:prstGeom prst="ellipse">
            <a:avLst/>
          </a:prstGeom>
          <a:solidFill>
            <a:srgbClr val="7F8C97">
              <a:alpha val="48000"/>
            </a:srgbClr>
          </a:solidFill>
          <a:ln w="0">
            <a:noFill/>
            <a:prstDash val="solid"/>
          </a:ln>
        </p:spPr>
      </p:sp>
      <p:sp>
        <p:nvSpPr>
          <p:cNvPr id="2314" name="03_assume_matched_7611">
            <a:extLst>
              <a:ext uri="{FF2B5EF4-FFF2-40B4-BE49-F238E27FC236}">
                <a16:creationId xmlns:a16="http://schemas.microsoft.com/office/drawing/2014/main" id="{E69F150B-4CBF-4520-9490-4909227912FE}"/>
              </a:ext>
            </a:extLst>
          </p:cNvPr>
          <p:cNvSpPr>
            <a:spLocks noGrp="1"/>
          </p:cNvSpPr>
          <p:nvPr/>
        </p:nvSpPr>
        <p:spPr>
          <a:xfrm>
            <a:off x="2968273" y="4852127"/>
            <a:ext cx="28398" cy="28398"/>
          </a:xfrm>
          <a:prstGeom prst="ellipse">
            <a:avLst/>
          </a:prstGeom>
          <a:solidFill>
            <a:srgbClr val="7F8C97">
              <a:alpha val="48000"/>
            </a:srgbClr>
          </a:solidFill>
          <a:ln w="0">
            <a:noFill/>
            <a:prstDash val="solid"/>
          </a:ln>
        </p:spPr>
      </p:sp>
      <p:sp>
        <p:nvSpPr>
          <p:cNvPr id="2315" name="03_assume_matched_7612">
            <a:extLst>
              <a:ext uri="{FF2B5EF4-FFF2-40B4-BE49-F238E27FC236}">
                <a16:creationId xmlns:a16="http://schemas.microsoft.com/office/drawing/2014/main" id="{1371994F-E16B-421F-A059-9BC73521EBF7}"/>
              </a:ext>
            </a:extLst>
          </p:cNvPr>
          <p:cNvSpPr>
            <a:spLocks noGrp="1"/>
          </p:cNvSpPr>
          <p:nvPr/>
        </p:nvSpPr>
        <p:spPr>
          <a:xfrm>
            <a:off x="3053467" y="5290779"/>
            <a:ext cx="28398" cy="28398"/>
          </a:xfrm>
          <a:prstGeom prst="ellipse">
            <a:avLst/>
          </a:prstGeom>
          <a:solidFill>
            <a:srgbClr val="7F8C97">
              <a:alpha val="48000"/>
            </a:srgbClr>
          </a:solidFill>
          <a:ln w="0">
            <a:noFill/>
            <a:prstDash val="solid"/>
          </a:ln>
        </p:spPr>
      </p:sp>
      <p:sp>
        <p:nvSpPr>
          <p:cNvPr id="2316" name="03_assume_matched_7613">
            <a:extLst>
              <a:ext uri="{FF2B5EF4-FFF2-40B4-BE49-F238E27FC236}">
                <a16:creationId xmlns:a16="http://schemas.microsoft.com/office/drawing/2014/main" id="{0FDF92CC-A4A1-4542-AFFC-D047A6FAA8A3}"/>
              </a:ext>
            </a:extLst>
          </p:cNvPr>
          <p:cNvSpPr>
            <a:spLocks noGrp="1"/>
          </p:cNvSpPr>
          <p:nvPr/>
        </p:nvSpPr>
        <p:spPr>
          <a:xfrm>
            <a:off x="3008423" y="4852127"/>
            <a:ext cx="28398" cy="28398"/>
          </a:xfrm>
          <a:prstGeom prst="ellipse">
            <a:avLst/>
          </a:prstGeom>
          <a:solidFill>
            <a:srgbClr val="7F8C97">
              <a:alpha val="48000"/>
            </a:srgbClr>
          </a:solidFill>
          <a:ln w="0">
            <a:noFill/>
            <a:prstDash val="solid"/>
          </a:ln>
        </p:spPr>
      </p:sp>
      <p:sp>
        <p:nvSpPr>
          <p:cNvPr id="2317" name="03_assume_matched_7614">
            <a:extLst>
              <a:ext uri="{FF2B5EF4-FFF2-40B4-BE49-F238E27FC236}">
                <a16:creationId xmlns:a16="http://schemas.microsoft.com/office/drawing/2014/main" id="{02B20ABF-09B6-4F6B-B58B-1063A2360DE8}"/>
              </a:ext>
            </a:extLst>
          </p:cNvPr>
          <p:cNvSpPr>
            <a:spLocks noGrp="1"/>
          </p:cNvSpPr>
          <p:nvPr/>
        </p:nvSpPr>
        <p:spPr>
          <a:xfrm>
            <a:off x="3018209" y="5372010"/>
            <a:ext cx="28398" cy="28398"/>
          </a:xfrm>
          <a:prstGeom prst="ellipse">
            <a:avLst/>
          </a:prstGeom>
          <a:solidFill>
            <a:srgbClr val="7F8C97">
              <a:alpha val="48000"/>
            </a:srgbClr>
          </a:solidFill>
          <a:ln w="0">
            <a:noFill/>
            <a:prstDash val="solid"/>
          </a:ln>
        </p:spPr>
      </p:sp>
      <p:sp>
        <p:nvSpPr>
          <p:cNvPr id="2318" name="03_assume_matched_7615">
            <a:extLst>
              <a:ext uri="{FF2B5EF4-FFF2-40B4-BE49-F238E27FC236}">
                <a16:creationId xmlns:a16="http://schemas.microsoft.com/office/drawing/2014/main" id="{67872B53-8EA6-464D-9F04-D4BC54B13C97}"/>
              </a:ext>
            </a:extLst>
          </p:cNvPr>
          <p:cNvSpPr>
            <a:spLocks noGrp="1"/>
          </p:cNvSpPr>
          <p:nvPr/>
        </p:nvSpPr>
        <p:spPr>
          <a:xfrm>
            <a:off x="2955033" y="5274532"/>
            <a:ext cx="28398" cy="28398"/>
          </a:xfrm>
          <a:prstGeom prst="ellipse">
            <a:avLst/>
          </a:prstGeom>
          <a:solidFill>
            <a:srgbClr val="7F8C97">
              <a:alpha val="48000"/>
            </a:srgbClr>
          </a:solidFill>
          <a:ln w="0">
            <a:noFill/>
            <a:prstDash val="solid"/>
          </a:ln>
        </p:spPr>
      </p:sp>
      <p:sp>
        <p:nvSpPr>
          <p:cNvPr id="2319" name="03_assume_matched_7616">
            <a:extLst>
              <a:ext uri="{FF2B5EF4-FFF2-40B4-BE49-F238E27FC236}">
                <a16:creationId xmlns:a16="http://schemas.microsoft.com/office/drawing/2014/main" id="{30C602D5-AE06-4B33-8EF5-ADFC342793DE}"/>
              </a:ext>
            </a:extLst>
          </p:cNvPr>
          <p:cNvSpPr>
            <a:spLocks noGrp="1"/>
          </p:cNvSpPr>
          <p:nvPr/>
        </p:nvSpPr>
        <p:spPr>
          <a:xfrm>
            <a:off x="3045408" y="5242040"/>
            <a:ext cx="28398" cy="28398"/>
          </a:xfrm>
          <a:prstGeom prst="ellipse">
            <a:avLst/>
          </a:prstGeom>
          <a:solidFill>
            <a:srgbClr val="7F8C97">
              <a:alpha val="48000"/>
            </a:srgbClr>
          </a:solidFill>
          <a:ln w="0">
            <a:noFill/>
            <a:prstDash val="solid"/>
          </a:ln>
        </p:spPr>
      </p:sp>
      <p:sp>
        <p:nvSpPr>
          <p:cNvPr id="2320" name="03_assume_matched_7617">
            <a:extLst>
              <a:ext uri="{FF2B5EF4-FFF2-40B4-BE49-F238E27FC236}">
                <a16:creationId xmlns:a16="http://schemas.microsoft.com/office/drawing/2014/main" id="{4FF8C632-8A4F-41C0-A9F7-E4908EED3A53}"/>
              </a:ext>
            </a:extLst>
          </p:cNvPr>
          <p:cNvSpPr>
            <a:spLocks noGrp="1"/>
          </p:cNvSpPr>
          <p:nvPr/>
        </p:nvSpPr>
        <p:spPr>
          <a:xfrm>
            <a:off x="3018497" y="4852127"/>
            <a:ext cx="28398" cy="28398"/>
          </a:xfrm>
          <a:prstGeom prst="ellipse">
            <a:avLst/>
          </a:prstGeom>
          <a:solidFill>
            <a:srgbClr val="7F8C97">
              <a:alpha val="48000"/>
            </a:srgbClr>
          </a:solidFill>
          <a:ln w="0">
            <a:noFill/>
            <a:prstDash val="solid"/>
          </a:ln>
        </p:spPr>
      </p:sp>
      <p:sp>
        <p:nvSpPr>
          <p:cNvPr id="2321" name="03_assume_matched_7618">
            <a:extLst>
              <a:ext uri="{FF2B5EF4-FFF2-40B4-BE49-F238E27FC236}">
                <a16:creationId xmlns:a16="http://schemas.microsoft.com/office/drawing/2014/main" id="{2A969D15-C7D6-4DC5-8E7E-8E71B6B78BBC}"/>
              </a:ext>
            </a:extLst>
          </p:cNvPr>
          <p:cNvSpPr>
            <a:spLocks noGrp="1"/>
          </p:cNvSpPr>
          <p:nvPr/>
        </p:nvSpPr>
        <p:spPr>
          <a:xfrm>
            <a:off x="2936325" y="5436996"/>
            <a:ext cx="28398" cy="28398"/>
          </a:xfrm>
          <a:prstGeom prst="ellipse">
            <a:avLst/>
          </a:prstGeom>
          <a:solidFill>
            <a:srgbClr val="7F8C97">
              <a:alpha val="48000"/>
            </a:srgbClr>
          </a:solidFill>
          <a:ln w="0">
            <a:noFill/>
            <a:prstDash val="solid"/>
          </a:ln>
        </p:spPr>
      </p:sp>
      <p:sp>
        <p:nvSpPr>
          <p:cNvPr id="2322" name="03_assume_matched_7619">
            <a:extLst>
              <a:ext uri="{FF2B5EF4-FFF2-40B4-BE49-F238E27FC236}">
                <a16:creationId xmlns:a16="http://schemas.microsoft.com/office/drawing/2014/main" id="{F5C3BF5C-5E81-4C8F-867A-A8096D89940F}"/>
              </a:ext>
            </a:extLst>
          </p:cNvPr>
          <p:cNvSpPr>
            <a:spLocks noGrp="1"/>
          </p:cNvSpPr>
          <p:nvPr/>
        </p:nvSpPr>
        <p:spPr>
          <a:xfrm>
            <a:off x="2943664" y="4852127"/>
            <a:ext cx="28398" cy="28398"/>
          </a:xfrm>
          <a:prstGeom prst="ellipse">
            <a:avLst/>
          </a:prstGeom>
          <a:solidFill>
            <a:srgbClr val="7F8C97">
              <a:alpha val="48000"/>
            </a:srgbClr>
          </a:solidFill>
          <a:ln w="0">
            <a:noFill/>
            <a:prstDash val="solid"/>
          </a:ln>
        </p:spPr>
      </p:sp>
      <p:sp>
        <p:nvSpPr>
          <p:cNvPr id="2323" name="03_assume_matched_7620">
            <a:extLst>
              <a:ext uri="{FF2B5EF4-FFF2-40B4-BE49-F238E27FC236}">
                <a16:creationId xmlns:a16="http://schemas.microsoft.com/office/drawing/2014/main" id="{722C3E7F-E81F-4D9E-AE4B-19C11FF8BACF}"/>
              </a:ext>
            </a:extLst>
          </p:cNvPr>
          <p:cNvSpPr>
            <a:spLocks noGrp="1"/>
          </p:cNvSpPr>
          <p:nvPr/>
        </p:nvSpPr>
        <p:spPr>
          <a:xfrm>
            <a:off x="2954889" y="5242040"/>
            <a:ext cx="28398" cy="28398"/>
          </a:xfrm>
          <a:prstGeom prst="ellipse">
            <a:avLst/>
          </a:prstGeom>
          <a:solidFill>
            <a:srgbClr val="7F8C97">
              <a:alpha val="48000"/>
            </a:srgbClr>
          </a:solidFill>
          <a:ln w="0">
            <a:noFill/>
            <a:prstDash val="solid"/>
          </a:ln>
        </p:spPr>
      </p:sp>
      <p:sp>
        <p:nvSpPr>
          <p:cNvPr id="2324" name="03_assume_matched_7621">
            <a:extLst>
              <a:ext uri="{FF2B5EF4-FFF2-40B4-BE49-F238E27FC236}">
                <a16:creationId xmlns:a16="http://schemas.microsoft.com/office/drawing/2014/main" id="{A875251D-3008-4181-92D8-A7F3F80AE57C}"/>
              </a:ext>
            </a:extLst>
          </p:cNvPr>
          <p:cNvSpPr>
            <a:spLocks noGrp="1"/>
          </p:cNvSpPr>
          <p:nvPr/>
        </p:nvSpPr>
        <p:spPr>
          <a:xfrm>
            <a:off x="3044257" y="5436996"/>
            <a:ext cx="28398" cy="28398"/>
          </a:xfrm>
          <a:prstGeom prst="ellipse">
            <a:avLst/>
          </a:prstGeom>
          <a:solidFill>
            <a:srgbClr val="7F8C97">
              <a:alpha val="48000"/>
            </a:srgbClr>
          </a:solidFill>
          <a:ln w="0">
            <a:noFill/>
            <a:prstDash val="solid"/>
          </a:ln>
        </p:spPr>
      </p:sp>
      <p:sp>
        <p:nvSpPr>
          <p:cNvPr id="2325" name="03_assume_matched_7622">
            <a:extLst>
              <a:ext uri="{FF2B5EF4-FFF2-40B4-BE49-F238E27FC236}">
                <a16:creationId xmlns:a16="http://schemas.microsoft.com/office/drawing/2014/main" id="{BC35F936-EB19-4E7D-BAC4-6921E470DBA2}"/>
              </a:ext>
            </a:extLst>
          </p:cNvPr>
          <p:cNvSpPr>
            <a:spLocks noGrp="1"/>
          </p:cNvSpPr>
          <p:nvPr/>
        </p:nvSpPr>
        <p:spPr>
          <a:xfrm>
            <a:off x="2957192" y="4852127"/>
            <a:ext cx="28398" cy="28398"/>
          </a:xfrm>
          <a:prstGeom prst="ellipse">
            <a:avLst/>
          </a:prstGeom>
          <a:solidFill>
            <a:srgbClr val="7F8C97">
              <a:alpha val="48000"/>
            </a:srgbClr>
          </a:solidFill>
          <a:ln w="0">
            <a:noFill/>
            <a:prstDash val="solid"/>
          </a:ln>
        </p:spPr>
      </p:sp>
      <p:sp>
        <p:nvSpPr>
          <p:cNvPr id="2326" name="03_assume_matched_7623">
            <a:extLst>
              <a:ext uri="{FF2B5EF4-FFF2-40B4-BE49-F238E27FC236}">
                <a16:creationId xmlns:a16="http://schemas.microsoft.com/office/drawing/2014/main" id="{9B8A4DD8-9C0A-462F-ACA0-E1947FE3D417}"/>
              </a:ext>
            </a:extLst>
          </p:cNvPr>
          <p:cNvSpPr>
            <a:spLocks noGrp="1"/>
          </p:cNvSpPr>
          <p:nvPr/>
        </p:nvSpPr>
        <p:spPr>
          <a:xfrm>
            <a:off x="3036198" y="5177054"/>
            <a:ext cx="28398" cy="28398"/>
          </a:xfrm>
          <a:prstGeom prst="ellipse">
            <a:avLst/>
          </a:prstGeom>
          <a:solidFill>
            <a:srgbClr val="7F8C97">
              <a:alpha val="48000"/>
            </a:srgbClr>
          </a:solidFill>
          <a:ln w="0">
            <a:noFill/>
            <a:prstDash val="solid"/>
          </a:ln>
        </p:spPr>
      </p:sp>
      <p:sp>
        <p:nvSpPr>
          <p:cNvPr id="2327" name="03_assume_matched_7624">
            <a:extLst>
              <a:ext uri="{FF2B5EF4-FFF2-40B4-BE49-F238E27FC236}">
                <a16:creationId xmlns:a16="http://schemas.microsoft.com/office/drawing/2014/main" id="{1C1343C8-7CB7-4DA4-BCDD-62D104F0CE59}"/>
              </a:ext>
            </a:extLst>
          </p:cNvPr>
          <p:cNvSpPr>
            <a:spLocks noGrp="1"/>
          </p:cNvSpPr>
          <p:nvPr/>
        </p:nvSpPr>
        <p:spPr>
          <a:xfrm>
            <a:off x="3037349" y="4852127"/>
            <a:ext cx="28398" cy="28398"/>
          </a:xfrm>
          <a:prstGeom prst="ellipse">
            <a:avLst/>
          </a:prstGeom>
          <a:solidFill>
            <a:srgbClr val="7F8C97">
              <a:alpha val="48000"/>
            </a:srgbClr>
          </a:solidFill>
          <a:ln w="0">
            <a:noFill/>
            <a:prstDash val="solid"/>
          </a:ln>
        </p:spPr>
      </p:sp>
      <p:sp>
        <p:nvSpPr>
          <p:cNvPr id="2328" name="03_assume_matched_7625">
            <a:extLst>
              <a:ext uri="{FF2B5EF4-FFF2-40B4-BE49-F238E27FC236}">
                <a16:creationId xmlns:a16="http://schemas.microsoft.com/office/drawing/2014/main" id="{B2D59D74-15BE-4568-8A71-CC18D855E640}"/>
              </a:ext>
            </a:extLst>
          </p:cNvPr>
          <p:cNvSpPr>
            <a:spLocks noGrp="1"/>
          </p:cNvSpPr>
          <p:nvPr/>
        </p:nvSpPr>
        <p:spPr>
          <a:xfrm>
            <a:off x="3041091" y="5436996"/>
            <a:ext cx="28398" cy="28398"/>
          </a:xfrm>
          <a:prstGeom prst="ellipse">
            <a:avLst/>
          </a:prstGeom>
          <a:solidFill>
            <a:srgbClr val="7F8C97">
              <a:alpha val="48000"/>
            </a:srgbClr>
          </a:solidFill>
          <a:ln w="0">
            <a:noFill/>
            <a:prstDash val="solid"/>
          </a:ln>
        </p:spPr>
      </p:sp>
      <p:sp>
        <p:nvSpPr>
          <p:cNvPr id="2329" name="03_assume_matched_7626">
            <a:extLst>
              <a:ext uri="{FF2B5EF4-FFF2-40B4-BE49-F238E27FC236}">
                <a16:creationId xmlns:a16="http://schemas.microsoft.com/office/drawing/2014/main" id="{24B1ECEB-8C0D-4B9E-964B-5D937BBD9C41}"/>
              </a:ext>
            </a:extLst>
          </p:cNvPr>
          <p:cNvSpPr>
            <a:spLocks noGrp="1"/>
          </p:cNvSpPr>
          <p:nvPr/>
        </p:nvSpPr>
        <p:spPr>
          <a:xfrm>
            <a:off x="2958343" y="5242040"/>
            <a:ext cx="28398" cy="28398"/>
          </a:xfrm>
          <a:prstGeom prst="ellipse">
            <a:avLst/>
          </a:prstGeom>
          <a:solidFill>
            <a:srgbClr val="7F8C97">
              <a:alpha val="48000"/>
            </a:srgbClr>
          </a:solidFill>
          <a:ln w="0">
            <a:noFill/>
            <a:prstDash val="solid"/>
          </a:ln>
        </p:spPr>
      </p:sp>
      <p:sp>
        <p:nvSpPr>
          <p:cNvPr id="2330" name="03_assume_matched_7627">
            <a:extLst>
              <a:ext uri="{FF2B5EF4-FFF2-40B4-BE49-F238E27FC236}">
                <a16:creationId xmlns:a16="http://schemas.microsoft.com/office/drawing/2014/main" id="{3FFB1D1C-8093-4C69-9DB4-9BBC387BF551}"/>
              </a:ext>
            </a:extLst>
          </p:cNvPr>
          <p:cNvSpPr>
            <a:spLocks noGrp="1"/>
          </p:cNvSpPr>
          <p:nvPr/>
        </p:nvSpPr>
        <p:spPr>
          <a:xfrm>
            <a:off x="2936613" y="4998344"/>
            <a:ext cx="28398" cy="28398"/>
          </a:xfrm>
          <a:prstGeom prst="ellipse">
            <a:avLst/>
          </a:prstGeom>
          <a:solidFill>
            <a:srgbClr val="7F8C97">
              <a:alpha val="48000"/>
            </a:srgbClr>
          </a:solidFill>
          <a:ln w="0">
            <a:noFill/>
            <a:prstDash val="solid"/>
          </a:ln>
        </p:spPr>
      </p:sp>
      <p:sp>
        <p:nvSpPr>
          <p:cNvPr id="2331" name="03_assume_matched_7628">
            <a:extLst>
              <a:ext uri="{FF2B5EF4-FFF2-40B4-BE49-F238E27FC236}">
                <a16:creationId xmlns:a16="http://schemas.microsoft.com/office/drawing/2014/main" id="{6E1BAB59-D69F-46FC-82B0-BEB308ECD65B}"/>
              </a:ext>
            </a:extLst>
          </p:cNvPr>
          <p:cNvSpPr>
            <a:spLocks noGrp="1"/>
          </p:cNvSpPr>
          <p:nvPr/>
        </p:nvSpPr>
        <p:spPr>
          <a:xfrm>
            <a:off x="3020368" y="5436996"/>
            <a:ext cx="28398" cy="28398"/>
          </a:xfrm>
          <a:prstGeom prst="ellipse">
            <a:avLst/>
          </a:prstGeom>
          <a:solidFill>
            <a:srgbClr val="7F8C97">
              <a:alpha val="48000"/>
            </a:srgbClr>
          </a:solidFill>
          <a:ln w="0">
            <a:noFill/>
            <a:prstDash val="solid"/>
          </a:ln>
        </p:spPr>
      </p:sp>
      <p:sp>
        <p:nvSpPr>
          <p:cNvPr id="2332" name="03_assume_matched_7629">
            <a:extLst>
              <a:ext uri="{FF2B5EF4-FFF2-40B4-BE49-F238E27FC236}">
                <a16:creationId xmlns:a16="http://schemas.microsoft.com/office/drawing/2014/main" id="{465CEE34-9C4A-490B-A657-3C158B8B8DEF}"/>
              </a:ext>
            </a:extLst>
          </p:cNvPr>
          <p:cNvSpPr>
            <a:spLocks noGrp="1"/>
          </p:cNvSpPr>
          <p:nvPr/>
        </p:nvSpPr>
        <p:spPr>
          <a:xfrm>
            <a:off x="2929849" y="4852127"/>
            <a:ext cx="28398" cy="28398"/>
          </a:xfrm>
          <a:prstGeom prst="ellipse">
            <a:avLst/>
          </a:prstGeom>
          <a:solidFill>
            <a:srgbClr val="7F8C97">
              <a:alpha val="48000"/>
            </a:srgbClr>
          </a:solidFill>
          <a:ln w="0">
            <a:noFill/>
            <a:prstDash val="solid"/>
          </a:ln>
        </p:spPr>
      </p:sp>
      <p:sp>
        <p:nvSpPr>
          <p:cNvPr id="2333" name="03_assume_matched_7630">
            <a:extLst>
              <a:ext uri="{FF2B5EF4-FFF2-40B4-BE49-F238E27FC236}">
                <a16:creationId xmlns:a16="http://schemas.microsoft.com/office/drawing/2014/main" id="{E0605565-183A-47A1-BEE8-51A9EA256D05}"/>
              </a:ext>
            </a:extLst>
          </p:cNvPr>
          <p:cNvSpPr>
            <a:spLocks noGrp="1"/>
          </p:cNvSpPr>
          <p:nvPr/>
        </p:nvSpPr>
        <p:spPr>
          <a:xfrm>
            <a:off x="3023965" y="4852127"/>
            <a:ext cx="28398" cy="28398"/>
          </a:xfrm>
          <a:prstGeom prst="ellipse">
            <a:avLst/>
          </a:prstGeom>
          <a:solidFill>
            <a:srgbClr val="7F8C97">
              <a:alpha val="48000"/>
            </a:srgbClr>
          </a:solidFill>
          <a:ln w="0">
            <a:noFill/>
            <a:prstDash val="solid"/>
          </a:ln>
        </p:spPr>
      </p:sp>
      <p:sp>
        <p:nvSpPr>
          <p:cNvPr id="2334" name="03_assume_matched_7631">
            <a:extLst>
              <a:ext uri="{FF2B5EF4-FFF2-40B4-BE49-F238E27FC236}">
                <a16:creationId xmlns:a16="http://schemas.microsoft.com/office/drawing/2014/main" id="{5C113751-4667-4E15-B3DD-F88AD18C2980}"/>
              </a:ext>
            </a:extLst>
          </p:cNvPr>
          <p:cNvSpPr>
            <a:spLocks noGrp="1"/>
          </p:cNvSpPr>
          <p:nvPr/>
        </p:nvSpPr>
        <p:spPr>
          <a:xfrm>
            <a:off x="2931144" y="5436996"/>
            <a:ext cx="28398" cy="28398"/>
          </a:xfrm>
          <a:prstGeom prst="ellipse">
            <a:avLst/>
          </a:prstGeom>
          <a:solidFill>
            <a:srgbClr val="7F8C97">
              <a:alpha val="48000"/>
            </a:srgbClr>
          </a:solidFill>
          <a:ln w="0">
            <a:noFill/>
            <a:prstDash val="solid"/>
          </a:ln>
        </p:spPr>
      </p:sp>
      <p:sp>
        <p:nvSpPr>
          <p:cNvPr id="2335" name="03_assume_matched_7632">
            <a:extLst>
              <a:ext uri="{FF2B5EF4-FFF2-40B4-BE49-F238E27FC236}">
                <a16:creationId xmlns:a16="http://schemas.microsoft.com/office/drawing/2014/main" id="{4F5AE188-C191-4355-98F0-F1711975F83E}"/>
              </a:ext>
            </a:extLst>
          </p:cNvPr>
          <p:cNvSpPr>
            <a:spLocks noGrp="1"/>
          </p:cNvSpPr>
          <p:nvPr/>
        </p:nvSpPr>
        <p:spPr>
          <a:xfrm>
            <a:off x="3051596" y="4852127"/>
            <a:ext cx="28398" cy="28398"/>
          </a:xfrm>
          <a:prstGeom prst="ellipse">
            <a:avLst/>
          </a:prstGeom>
          <a:solidFill>
            <a:srgbClr val="7F8C97">
              <a:alpha val="48000"/>
            </a:srgbClr>
          </a:solidFill>
          <a:ln w="0">
            <a:noFill/>
            <a:prstDash val="solid"/>
          </a:ln>
        </p:spPr>
      </p:sp>
      <p:sp>
        <p:nvSpPr>
          <p:cNvPr id="2336" name="03_assume_matched_7633">
            <a:extLst>
              <a:ext uri="{FF2B5EF4-FFF2-40B4-BE49-F238E27FC236}">
                <a16:creationId xmlns:a16="http://schemas.microsoft.com/office/drawing/2014/main" id="{688003B4-7A89-43DF-B87A-C32880FD4318}"/>
              </a:ext>
            </a:extLst>
          </p:cNvPr>
          <p:cNvSpPr>
            <a:spLocks noGrp="1"/>
          </p:cNvSpPr>
          <p:nvPr/>
        </p:nvSpPr>
        <p:spPr>
          <a:xfrm>
            <a:off x="3029578" y="4852127"/>
            <a:ext cx="28398" cy="28398"/>
          </a:xfrm>
          <a:prstGeom prst="ellipse">
            <a:avLst/>
          </a:prstGeom>
          <a:solidFill>
            <a:srgbClr val="7F8C97">
              <a:alpha val="48000"/>
            </a:srgbClr>
          </a:solidFill>
          <a:ln w="0">
            <a:noFill/>
            <a:prstDash val="solid"/>
          </a:ln>
        </p:spPr>
      </p:sp>
      <p:sp>
        <p:nvSpPr>
          <p:cNvPr id="2337" name="03_assume_matched_7634">
            <a:extLst>
              <a:ext uri="{FF2B5EF4-FFF2-40B4-BE49-F238E27FC236}">
                <a16:creationId xmlns:a16="http://schemas.microsoft.com/office/drawing/2014/main" id="{BB41AB54-D214-4A87-A392-9BFEF9A59EC5}"/>
              </a:ext>
            </a:extLst>
          </p:cNvPr>
          <p:cNvSpPr>
            <a:spLocks noGrp="1"/>
          </p:cNvSpPr>
          <p:nvPr/>
        </p:nvSpPr>
        <p:spPr>
          <a:xfrm>
            <a:off x="2977483" y="4852127"/>
            <a:ext cx="28398" cy="28398"/>
          </a:xfrm>
          <a:prstGeom prst="ellipse">
            <a:avLst/>
          </a:prstGeom>
          <a:solidFill>
            <a:srgbClr val="7F8C97">
              <a:alpha val="48000"/>
            </a:srgbClr>
          </a:solidFill>
          <a:ln w="0">
            <a:noFill/>
            <a:prstDash val="solid"/>
          </a:ln>
        </p:spPr>
      </p:sp>
      <p:sp>
        <p:nvSpPr>
          <p:cNvPr id="2338" name="03_assume_matched_7635">
            <a:extLst>
              <a:ext uri="{FF2B5EF4-FFF2-40B4-BE49-F238E27FC236}">
                <a16:creationId xmlns:a16="http://schemas.microsoft.com/office/drawing/2014/main" id="{CA70AB99-870E-4482-91D6-0FB974D97A98}"/>
              </a:ext>
            </a:extLst>
          </p:cNvPr>
          <p:cNvSpPr>
            <a:spLocks noGrp="1"/>
          </p:cNvSpPr>
          <p:nvPr/>
        </p:nvSpPr>
        <p:spPr>
          <a:xfrm>
            <a:off x="2953162" y="4852127"/>
            <a:ext cx="28398" cy="28398"/>
          </a:xfrm>
          <a:prstGeom prst="ellipse">
            <a:avLst/>
          </a:prstGeom>
          <a:solidFill>
            <a:srgbClr val="7F8C97">
              <a:alpha val="48000"/>
            </a:srgbClr>
          </a:solidFill>
          <a:ln w="0">
            <a:noFill/>
            <a:prstDash val="solid"/>
          </a:ln>
        </p:spPr>
      </p:sp>
      <p:sp>
        <p:nvSpPr>
          <p:cNvPr id="2339" name="03_assume_matched_7636">
            <a:extLst>
              <a:ext uri="{FF2B5EF4-FFF2-40B4-BE49-F238E27FC236}">
                <a16:creationId xmlns:a16="http://schemas.microsoft.com/office/drawing/2014/main" id="{D6CE7353-A302-4778-9F3C-B5FCF9D37E28}"/>
              </a:ext>
            </a:extLst>
          </p:cNvPr>
          <p:cNvSpPr>
            <a:spLocks noGrp="1"/>
          </p:cNvSpPr>
          <p:nvPr/>
        </p:nvSpPr>
        <p:spPr>
          <a:xfrm>
            <a:off x="3055625" y="5436996"/>
            <a:ext cx="28398" cy="28398"/>
          </a:xfrm>
          <a:prstGeom prst="ellipse">
            <a:avLst/>
          </a:prstGeom>
          <a:solidFill>
            <a:srgbClr val="7F8C97">
              <a:alpha val="48000"/>
            </a:srgbClr>
          </a:solidFill>
          <a:ln w="0">
            <a:noFill/>
            <a:prstDash val="solid"/>
          </a:ln>
        </p:spPr>
      </p:sp>
      <p:sp>
        <p:nvSpPr>
          <p:cNvPr id="2340" name="03_assume_matched_7637">
            <a:extLst>
              <a:ext uri="{FF2B5EF4-FFF2-40B4-BE49-F238E27FC236}">
                <a16:creationId xmlns:a16="http://schemas.microsoft.com/office/drawing/2014/main" id="{9B9D4195-21EF-4C0B-AF34-004D5E3CA8D3}"/>
              </a:ext>
            </a:extLst>
          </p:cNvPr>
          <p:cNvSpPr>
            <a:spLocks noGrp="1"/>
          </p:cNvSpPr>
          <p:nvPr/>
        </p:nvSpPr>
        <p:spPr>
          <a:xfrm>
            <a:off x="3003386" y="4852127"/>
            <a:ext cx="28398" cy="28398"/>
          </a:xfrm>
          <a:prstGeom prst="ellipse">
            <a:avLst/>
          </a:prstGeom>
          <a:solidFill>
            <a:srgbClr val="7F8C97">
              <a:alpha val="48000"/>
            </a:srgbClr>
          </a:solidFill>
          <a:ln w="0">
            <a:noFill/>
            <a:prstDash val="solid"/>
          </a:ln>
        </p:spPr>
      </p:sp>
      <p:sp>
        <p:nvSpPr>
          <p:cNvPr id="2341" name="03_assume_matched_7638">
            <a:extLst>
              <a:ext uri="{FF2B5EF4-FFF2-40B4-BE49-F238E27FC236}">
                <a16:creationId xmlns:a16="http://schemas.microsoft.com/office/drawing/2014/main" id="{04A17721-7A19-4D5E-B307-E1913F9A741B}"/>
              </a:ext>
            </a:extLst>
          </p:cNvPr>
          <p:cNvSpPr>
            <a:spLocks noGrp="1"/>
          </p:cNvSpPr>
          <p:nvPr/>
        </p:nvSpPr>
        <p:spPr>
          <a:xfrm>
            <a:off x="3036198" y="5436996"/>
            <a:ext cx="28398" cy="28398"/>
          </a:xfrm>
          <a:prstGeom prst="ellipse">
            <a:avLst/>
          </a:prstGeom>
          <a:solidFill>
            <a:srgbClr val="7F8C97">
              <a:alpha val="48000"/>
            </a:srgbClr>
          </a:solidFill>
          <a:ln w="0">
            <a:noFill/>
            <a:prstDash val="solid"/>
          </a:ln>
        </p:spPr>
      </p:sp>
      <p:sp>
        <p:nvSpPr>
          <p:cNvPr id="2342" name="03_assume_matched_7639">
            <a:extLst>
              <a:ext uri="{FF2B5EF4-FFF2-40B4-BE49-F238E27FC236}">
                <a16:creationId xmlns:a16="http://schemas.microsoft.com/office/drawing/2014/main" id="{85F77021-75E8-4986-BB99-519C1B779521}"/>
              </a:ext>
            </a:extLst>
          </p:cNvPr>
          <p:cNvSpPr>
            <a:spLocks noGrp="1"/>
          </p:cNvSpPr>
          <p:nvPr/>
        </p:nvSpPr>
        <p:spPr>
          <a:xfrm>
            <a:off x="2935317" y="4969101"/>
            <a:ext cx="28398" cy="28398"/>
          </a:xfrm>
          <a:prstGeom prst="ellipse">
            <a:avLst/>
          </a:prstGeom>
          <a:solidFill>
            <a:srgbClr val="7F8C97">
              <a:alpha val="48000"/>
            </a:srgbClr>
          </a:solidFill>
          <a:ln w="0">
            <a:noFill/>
            <a:prstDash val="solid"/>
          </a:ln>
        </p:spPr>
      </p:sp>
      <p:sp>
        <p:nvSpPr>
          <p:cNvPr id="2343" name="03_assume_matched_7640">
            <a:extLst>
              <a:ext uri="{FF2B5EF4-FFF2-40B4-BE49-F238E27FC236}">
                <a16:creationId xmlns:a16="http://schemas.microsoft.com/office/drawing/2014/main" id="{CAC7A84B-7B37-48C1-B444-5BE51334E002}"/>
              </a:ext>
            </a:extLst>
          </p:cNvPr>
          <p:cNvSpPr>
            <a:spLocks noGrp="1"/>
          </p:cNvSpPr>
          <p:nvPr/>
        </p:nvSpPr>
        <p:spPr>
          <a:xfrm>
            <a:off x="3027275" y="5144561"/>
            <a:ext cx="28398" cy="28398"/>
          </a:xfrm>
          <a:prstGeom prst="ellipse">
            <a:avLst/>
          </a:prstGeom>
          <a:solidFill>
            <a:srgbClr val="7F8C97">
              <a:alpha val="48000"/>
            </a:srgbClr>
          </a:solidFill>
          <a:ln w="0">
            <a:noFill/>
            <a:prstDash val="solid"/>
          </a:ln>
        </p:spPr>
      </p:sp>
      <p:sp>
        <p:nvSpPr>
          <p:cNvPr id="2344" name="03_assume_matched_7641">
            <a:extLst>
              <a:ext uri="{FF2B5EF4-FFF2-40B4-BE49-F238E27FC236}">
                <a16:creationId xmlns:a16="http://schemas.microsoft.com/office/drawing/2014/main" id="{E9DFAB14-6C87-427C-BBDE-BE83D6CB932B}"/>
              </a:ext>
            </a:extLst>
          </p:cNvPr>
          <p:cNvSpPr>
            <a:spLocks noGrp="1"/>
          </p:cNvSpPr>
          <p:nvPr/>
        </p:nvSpPr>
        <p:spPr>
          <a:xfrm>
            <a:off x="3006409" y="4949605"/>
            <a:ext cx="28398" cy="28398"/>
          </a:xfrm>
          <a:prstGeom prst="ellipse">
            <a:avLst/>
          </a:prstGeom>
          <a:solidFill>
            <a:srgbClr val="7F8C97">
              <a:alpha val="48000"/>
            </a:srgbClr>
          </a:solidFill>
          <a:ln w="0">
            <a:noFill/>
            <a:prstDash val="solid"/>
          </a:ln>
        </p:spPr>
      </p:sp>
      <p:sp>
        <p:nvSpPr>
          <p:cNvPr id="2345" name="03_assume_matched_7642">
            <a:extLst>
              <a:ext uri="{FF2B5EF4-FFF2-40B4-BE49-F238E27FC236}">
                <a16:creationId xmlns:a16="http://schemas.microsoft.com/office/drawing/2014/main" id="{4CB54B2B-FD20-4590-A1E0-99F542FF6866}"/>
              </a:ext>
            </a:extLst>
          </p:cNvPr>
          <p:cNvSpPr>
            <a:spLocks noGrp="1"/>
          </p:cNvSpPr>
          <p:nvPr/>
        </p:nvSpPr>
        <p:spPr>
          <a:xfrm>
            <a:off x="2915026" y="4852127"/>
            <a:ext cx="28398" cy="28398"/>
          </a:xfrm>
          <a:prstGeom prst="ellipse">
            <a:avLst/>
          </a:prstGeom>
          <a:solidFill>
            <a:srgbClr val="7F8C97">
              <a:alpha val="48000"/>
            </a:srgbClr>
          </a:solidFill>
          <a:ln w="0">
            <a:noFill/>
            <a:prstDash val="solid"/>
          </a:ln>
        </p:spPr>
      </p:sp>
      <p:sp>
        <p:nvSpPr>
          <p:cNvPr id="2346" name="03_assume_matched_7643">
            <a:extLst>
              <a:ext uri="{FF2B5EF4-FFF2-40B4-BE49-F238E27FC236}">
                <a16:creationId xmlns:a16="http://schemas.microsoft.com/office/drawing/2014/main" id="{41FE24F4-B6EF-4E97-A48A-2ACECB9A3E31}"/>
              </a:ext>
            </a:extLst>
          </p:cNvPr>
          <p:cNvSpPr>
            <a:spLocks noGrp="1"/>
          </p:cNvSpPr>
          <p:nvPr/>
        </p:nvSpPr>
        <p:spPr>
          <a:xfrm>
            <a:off x="2974317" y="5436996"/>
            <a:ext cx="28398" cy="28398"/>
          </a:xfrm>
          <a:prstGeom prst="ellipse">
            <a:avLst/>
          </a:prstGeom>
          <a:solidFill>
            <a:srgbClr val="7F8C97">
              <a:alpha val="48000"/>
            </a:srgbClr>
          </a:solidFill>
          <a:ln w="0">
            <a:noFill/>
            <a:prstDash val="solid"/>
          </a:ln>
        </p:spPr>
      </p:sp>
      <p:sp>
        <p:nvSpPr>
          <p:cNvPr id="2347" name="03_assume_matched_7644">
            <a:extLst>
              <a:ext uri="{FF2B5EF4-FFF2-40B4-BE49-F238E27FC236}">
                <a16:creationId xmlns:a16="http://schemas.microsoft.com/office/drawing/2014/main" id="{C03EBED8-D422-4C43-8AF0-CDE625294BE0}"/>
              </a:ext>
            </a:extLst>
          </p:cNvPr>
          <p:cNvSpPr>
            <a:spLocks noGrp="1"/>
          </p:cNvSpPr>
          <p:nvPr/>
        </p:nvSpPr>
        <p:spPr>
          <a:xfrm>
            <a:off x="2956472" y="5436996"/>
            <a:ext cx="28398" cy="28398"/>
          </a:xfrm>
          <a:prstGeom prst="ellipse">
            <a:avLst/>
          </a:prstGeom>
          <a:solidFill>
            <a:srgbClr val="7F8C97">
              <a:alpha val="48000"/>
            </a:srgbClr>
          </a:solidFill>
          <a:ln w="0">
            <a:noFill/>
            <a:prstDash val="solid"/>
          </a:ln>
        </p:spPr>
      </p:sp>
      <p:sp>
        <p:nvSpPr>
          <p:cNvPr id="2348" name="03_assume_matched_7645">
            <a:extLst>
              <a:ext uri="{FF2B5EF4-FFF2-40B4-BE49-F238E27FC236}">
                <a16:creationId xmlns:a16="http://schemas.microsoft.com/office/drawing/2014/main" id="{1F25AC21-115C-4B34-8B8B-2B40E72401A3}"/>
              </a:ext>
            </a:extLst>
          </p:cNvPr>
          <p:cNvSpPr>
            <a:spLocks noGrp="1"/>
          </p:cNvSpPr>
          <p:nvPr/>
        </p:nvSpPr>
        <p:spPr>
          <a:xfrm>
            <a:off x="2988708" y="4852127"/>
            <a:ext cx="28398" cy="28398"/>
          </a:xfrm>
          <a:prstGeom prst="ellipse">
            <a:avLst/>
          </a:prstGeom>
          <a:solidFill>
            <a:srgbClr val="7F8C97">
              <a:alpha val="48000"/>
            </a:srgbClr>
          </a:solidFill>
          <a:ln w="0">
            <a:noFill/>
            <a:prstDash val="solid"/>
          </a:ln>
        </p:spPr>
      </p:sp>
      <p:sp>
        <p:nvSpPr>
          <p:cNvPr id="2349" name="03_assume_matched_7646">
            <a:extLst>
              <a:ext uri="{FF2B5EF4-FFF2-40B4-BE49-F238E27FC236}">
                <a16:creationId xmlns:a16="http://schemas.microsoft.com/office/drawing/2014/main" id="{DBA87E01-E405-4206-BB7A-042090B2437A}"/>
              </a:ext>
            </a:extLst>
          </p:cNvPr>
          <p:cNvSpPr>
            <a:spLocks noGrp="1"/>
          </p:cNvSpPr>
          <p:nvPr/>
        </p:nvSpPr>
        <p:spPr>
          <a:xfrm>
            <a:off x="2970575" y="5388257"/>
            <a:ext cx="28398" cy="28398"/>
          </a:xfrm>
          <a:prstGeom prst="ellipse">
            <a:avLst/>
          </a:prstGeom>
          <a:solidFill>
            <a:srgbClr val="7F8C97">
              <a:alpha val="48000"/>
            </a:srgbClr>
          </a:solidFill>
          <a:ln w="0">
            <a:noFill/>
            <a:prstDash val="solid"/>
          </a:ln>
        </p:spPr>
      </p:sp>
      <p:sp>
        <p:nvSpPr>
          <p:cNvPr id="2350" name="03_assume_matched_7647">
            <a:extLst>
              <a:ext uri="{FF2B5EF4-FFF2-40B4-BE49-F238E27FC236}">
                <a16:creationId xmlns:a16="http://schemas.microsoft.com/office/drawing/2014/main" id="{026AA63C-F516-4F91-8E3C-09ABD91FDB21}"/>
              </a:ext>
            </a:extLst>
          </p:cNvPr>
          <p:cNvSpPr>
            <a:spLocks noGrp="1"/>
          </p:cNvSpPr>
          <p:nvPr/>
        </p:nvSpPr>
        <p:spPr>
          <a:xfrm>
            <a:off x="3032744" y="5290779"/>
            <a:ext cx="28398" cy="28398"/>
          </a:xfrm>
          <a:prstGeom prst="ellipse">
            <a:avLst/>
          </a:prstGeom>
          <a:solidFill>
            <a:srgbClr val="7F8C97">
              <a:alpha val="48000"/>
            </a:srgbClr>
          </a:solidFill>
          <a:ln w="0">
            <a:noFill/>
            <a:prstDash val="solid"/>
          </a:ln>
        </p:spPr>
      </p:sp>
      <p:sp>
        <p:nvSpPr>
          <p:cNvPr id="2351" name="03_assume_matched_7648">
            <a:extLst>
              <a:ext uri="{FF2B5EF4-FFF2-40B4-BE49-F238E27FC236}">
                <a16:creationId xmlns:a16="http://schemas.microsoft.com/office/drawing/2014/main" id="{623ADF6F-DAE4-42F1-9A10-FBFDE8FA9787}"/>
              </a:ext>
            </a:extLst>
          </p:cNvPr>
          <p:cNvSpPr>
            <a:spLocks noGrp="1"/>
          </p:cNvSpPr>
          <p:nvPr/>
        </p:nvSpPr>
        <p:spPr>
          <a:xfrm>
            <a:off x="2930856" y="4852127"/>
            <a:ext cx="28398" cy="28398"/>
          </a:xfrm>
          <a:prstGeom prst="ellipse">
            <a:avLst/>
          </a:prstGeom>
          <a:solidFill>
            <a:srgbClr val="7F8C97">
              <a:alpha val="48000"/>
            </a:srgbClr>
          </a:solidFill>
          <a:ln w="0">
            <a:noFill/>
            <a:prstDash val="solid"/>
          </a:ln>
        </p:spPr>
      </p:sp>
      <p:sp>
        <p:nvSpPr>
          <p:cNvPr id="2352" name="03_assume_matched_7649">
            <a:extLst>
              <a:ext uri="{FF2B5EF4-FFF2-40B4-BE49-F238E27FC236}">
                <a16:creationId xmlns:a16="http://schemas.microsoft.com/office/drawing/2014/main" id="{6F7DD51A-65CD-4349-A6AC-81F9F24B03C3}"/>
              </a:ext>
            </a:extLst>
          </p:cNvPr>
          <p:cNvSpPr>
            <a:spLocks noGrp="1"/>
          </p:cNvSpPr>
          <p:nvPr/>
        </p:nvSpPr>
        <p:spPr>
          <a:xfrm>
            <a:off x="2937476" y="5436996"/>
            <a:ext cx="28398" cy="28398"/>
          </a:xfrm>
          <a:prstGeom prst="ellipse">
            <a:avLst/>
          </a:prstGeom>
          <a:solidFill>
            <a:srgbClr val="7F8C97">
              <a:alpha val="48000"/>
            </a:srgbClr>
          </a:solidFill>
          <a:ln w="0">
            <a:noFill/>
            <a:prstDash val="solid"/>
          </a:ln>
        </p:spPr>
      </p:sp>
      <p:sp>
        <p:nvSpPr>
          <p:cNvPr id="2353" name="03_assume_matched_7650">
            <a:extLst>
              <a:ext uri="{FF2B5EF4-FFF2-40B4-BE49-F238E27FC236}">
                <a16:creationId xmlns:a16="http://schemas.microsoft.com/office/drawing/2014/main" id="{1EA104A6-79AD-4AC9-B87A-744EA804555F}"/>
              </a:ext>
            </a:extLst>
          </p:cNvPr>
          <p:cNvSpPr>
            <a:spLocks noGrp="1"/>
          </p:cNvSpPr>
          <p:nvPr/>
        </p:nvSpPr>
        <p:spPr>
          <a:xfrm>
            <a:off x="2997342" y="4852127"/>
            <a:ext cx="28398" cy="28398"/>
          </a:xfrm>
          <a:prstGeom prst="ellipse">
            <a:avLst/>
          </a:prstGeom>
          <a:solidFill>
            <a:srgbClr val="7F8C97">
              <a:alpha val="48000"/>
            </a:srgbClr>
          </a:solidFill>
          <a:ln w="0">
            <a:noFill/>
            <a:prstDash val="solid"/>
          </a:ln>
        </p:spPr>
      </p:sp>
      <p:sp>
        <p:nvSpPr>
          <p:cNvPr id="2354" name="03_assume_matched_7651">
            <a:extLst>
              <a:ext uri="{FF2B5EF4-FFF2-40B4-BE49-F238E27FC236}">
                <a16:creationId xmlns:a16="http://schemas.microsoft.com/office/drawing/2014/main" id="{C93497F2-A6D1-4C27-998F-42C58AF89707}"/>
              </a:ext>
            </a:extLst>
          </p:cNvPr>
          <p:cNvSpPr>
            <a:spLocks noGrp="1"/>
          </p:cNvSpPr>
          <p:nvPr/>
        </p:nvSpPr>
        <p:spPr>
          <a:xfrm>
            <a:off x="2996047" y="4852127"/>
            <a:ext cx="28398" cy="28398"/>
          </a:xfrm>
          <a:prstGeom prst="ellipse">
            <a:avLst/>
          </a:prstGeom>
          <a:solidFill>
            <a:srgbClr val="7F8C97">
              <a:alpha val="48000"/>
            </a:srgbClr>
          </a:solidFill>
          <a:ln w="0">
            <a:noFill/>
            <a:prstDash val="solid"/>
          </a:ln>
        </p:spPr>
      </p:sp>
      <p:sp>
        <p:nvSpPr>
          <p:cNvPr id="2355" name="03_assume_matched_7652">
            <a:extLst>
              <a:ext uri="{FF2B5EF4-FFF2-40B4-BE49-F238E27FC236}">
                <a16:creationId xmlns:a16="http://schemas.microsoft.com/office/drawing/2014/main" id="{41AAFF1F-C33F-4742-BE67-7E2D6751FD42}"/>
              </a:ext>
            </a:extLst>
          </p:cNvPr>
          <p:cNvSpPr>
            <a:spLocks noGrp="1"/>
          </p:cNvSpPr>
          <p:nvPr/>
        </p:nvSpPr>
        <p:spPr>
          <a:xfrm>
            <a:off x="3042817" y="4852127"/>
            <a:ext cx="28398" cy="28398"/>
          </a:xfrm>
          <a:prstGeom prst="ellipse">
            <a:avLst/>
          </a:prstGeom>
          <a:solidFill>
            <a:srgbClr val="7F8C97">
              <a:alpha val="48000"/>
            </a:srgbClr>
          </a:solidFill>
          <a:ln w="0">
            <a:noFill/>
            <a:prstDash val="solid"/>
          </a:ln>
        </p:spPr>
      </p:sp>
      <p:sp>
        <p:nvSpPr>
          <p:cNvPr id="2356" name="03_assume_matched_7653">
            <a:extLst>
              <a:ext uri="{FF2B5EF4-FFF2-40B4-BE49-F238E27FC236}">
                <a16:creationId xmlns:a16="http://schemas.microsoft.com/office/drawing/2014/main" id="{F5EA28FE-AA99-4549-ADF0-35AA97F97D93}"/>
              </a:ext>
            </a:extLst>
          </p:cNvPr>
          <p:cNvSpPr>
            <a:spLocks noGrp="1"/>
          </p:cNvSpPr>
          <p:nvPr/>
        </p:nvSpPr>
        <p:spPr>
          <a:xfrm>
            <a:off x="3021087" y="4852127"/>
            <a:ext cx="28398" cy="28398"/>
          </a:xfrm>
          <a:prstGeom prst="ellipse">
            <a:avLst/>
          </a:prstGeom>
          <a:solidFill>
            <a:srgbClr val="7F8C97">
              <a:alpha val="48000"/>
            </a:srgbClr>
          </a:solidFill>
          <a:ln w="0">
            <a:noFill/>
            <a:prstDash val="solid"/>
          </a:ln>
        </p:spPr>
      </p:sp>
      <p:sp>
        <p:nvSpPr>
          <p:cNvPr id="2357" name="03_assume_matched_7654">
            <a:extLst>
              <a:ext uri="{FF2B5EF4-FFF2-40B4-BE49-F238E27FC236}">
                <a16:creationId xmlns:a16="http://schemas.microsoft.com/office/drawing/2014/main" id="{FFF2B05C-9477-42FF-9DC6-99A077939DC0}"/>
              </a:ext>
            </a:extLst>
          </p:cNvPr>
          <p:cNvSpPr>
            <a:spLocks noGrp="1"/>
          </p:cNvSpPr>
          <p:nvPr/>
        </p:nvSpPr>
        <p:spPr>
          <a:xfrm>
            <a:off x="2953162" y="5436996"/>
            <a:ext cx="28398" cy="28398"/>
          </a:xfrm>
          <a:prstGeom prst="ellipse">
            <a:avLst/>
          </a:prstGeom>
          <a:solidFill>
            <a:srgbClr val="7F8C97">
              <a:alpha val="48000"/>
            </a:srgbClr>
          </a:solidFill>
          <a:ln w="0">
            <a:noFill/>
            <a:prstDash val="solid"/>
          </a:ln>
        </p:spPr>
      </p:sp>
      <p:sp>
        <p:nvSpPr>
          <p:cNvPr id="2358" name="03_assume_matched_7655">
            <a:extLst>
              <a:ext uri="{FF2B5EF4-FFF2-40B4-BE49-F238E27FC236}">
                <a16:creationId xmlns:a16="http://schemas.microsoft.com/office/drawing/2014/main" id="{192F1A26-B8D1-4D75-847C-82760987652C}"/>
              </a:ext>
            </a:extLst>
          </p:cNvPr>
          <p:cNvSpPr>
            <a:spLocks noGrp="1"/>
          </p:cNvSpPr>
          <p:nvPr/>
        </p:nvSpPr>
        <p:spPr>
          <a:xfrm>
            <a:off x="3023965" y="5436996"/>
            <a:ext cx="28398" cy="28398"/>
          </a:xfrm>
          <a:prstGeom prst="ellipse">
            <a:avLst/>
          </a:prstGeom>
          <a:solidFill>
            <a:srgbClr val="7F8C97">
              <a:alpha val="48000"/>
            </a:srgbClr>
          </a:solidFill>
          <a:ln w="0">
            <a:noFill/>
            <a:prstDash val="solid"/>
          </a:ln>
        </p:spPr>
      </p:sp>
      <p:sp>
        <p:nvSpPr>
          <p:cNvPr id="2359" name="03_assume_matched_7656">
            <a:extLst>
              <a:ext uri="{FF2B5EF4-FFF2-40B4-BE49-F238E27FC236}">
                <a16:creationId xmlns:a16="http://schemas.microsoft.com/office/drawing/2014/main" id="{EFA20ABA-F7A9-42C4-A6B4-315F2316AE2B}"/>
              </a:ext>
            </a:extLst>
          </p:cNvPr>
          <p:cNvSpPr>
            <a:spLocks noGrp="1"/>
          </p:cNvSpPr>
          <p:nvPr/>
        </p:nvSpPr>
        <p:spPr>
          <a:xfrm>
            <a:off x="3012309" y="5242040"/>
            <a:ext cx="28398" cy="28398"/>
          </a:xfrm>
          <a:prstGeom prst="ellipse">
            <a:avLst/>
          </a:prstGeom>
          <a:solidFill>
            <a:srgbClr val="7F8C97">
              <a:alpha val="48000"/>
            </a:srgbClr>
          </a:solidFill>
          <a:ln w="0">
            <a:noFill/>
            <a:prstDash val="solid"/>
          </a:ln>
        </p:spPr>
      </p:sp>
      <p:sp>
        <p:nvSpPr>
          <p:cNvPr id="2360" name="03_assume_matched_7657">
            <a:extLst>
              <a:ext uri="{FF2B5EF4-FFF2-40B4-BE49-F238E27FC236}">
                <a16:creationId xmlns:a16="http://schemas.microsoft.com/office/drawing/2014/main" id="{A74B7590-9E4E-4A9F-8413-C84B146F3448}"/>
              </a:ext>
            </a:extLst>
          </p:cNvPr>
          <p:cNvSpPr>
            <a:spLocks noGrp="1"/>
          </p:cNvSpPr>
          <p:nvPr/>
        </p:nvSpPr>
        <p:spPr>
          <a:xfrm>
            <a:off x="3018497" y="5436996"/>
            <a:ext cx="28398" cy="28398"/>
          </a:xfrm>
          <a:prstGeom prst="ellipse">
            <a:avLst/>
          </a:prstGeom>
          <a:solidFill>
            <a:srgbClr val="7F8C97">
              <a:alpha val="48000"/>
            </a:srgbClr>
          </a:solidFill>
          <a:ln w="0">
            <a:noFill/>
            <a:prstDash val="solid"/>
          </a:ln>
        </p:spPr>
      </p:sp>
      <p:sp>
        <p:nvSpPr>
          <p:cNvPr id="2361" name="03_assume_matched_7658">
            <a:extLst>
              <a:ext uri="{FF2B5EF4-FFF2-40B4-BE49-F238E27FC236}">
                <a16:creationId xmlns:a16="http://schemas.microsoft.com/office/drawing/2014/main" id="{31F18C04-D245-4D4D-8D35-7F2128D70365}"/>
              </a:ext>
            </a:extLst>
          </p:cNvPr>
          <p:cNvSpPr>
            <a:spLocks noGrp="1"/>
          </p:cNvSpPr>
          <p:nvPr/>
        </p:nvSpPr>
        <p:spPr>
          <a:xfrm>
            <a:off x="3031880" y="5436996"/>
            <a:ext cx="28398" cy="28398"/>
          </a:xfrm>
          <a:prstGeom prst="ellipse">
            <a:avLst/>
          </a:prstGeom>
          <a:solidFill>
            <a:srgbClr val="7F8C97">
              <a:alpha val="48000"/>
            </a:srgbClr>
          </a:solidFill>
          <a:ln w="0">
            <a:noFill/>
            <a:prstDash val="solid"/>
          </a:ln>
        </p:spPr>
      </p:sp>
      <p:sp>
        <p:nvSpPr>
          <p:cNvPr id="2362" name="03_assume_matched_7659">
            <a:extLst>
              <a:ext uri="{FF2B5EF4-FFF2-40B4-BE49-F238E27FC236}">
                <a16:creationId xmlns:a16="http://schemas.microsoft.com/office/drawing/2014/main" id="{634380F9-F3DD-40E0-A973-C67AB389317E}"/>
              </a:ext>
            </a:extLst>
          </p:cNvPr>
          <p:cNvSpPr>
            <a:spLocks noGrp="1"/>
          </p:cNvSpPr>
          <p:nvPr/>
        </p:nvSpPr>
        <p:spPr>
          <a:xfrm>
            <a:off x="2940498" y="4852127"/>
            <a:ext cx="28398" cy="28398"/>
          </a:xfrm>
          <a:prstGeom prst="ellipse">
            <a:avLst/>
          </a:prstGeom>
          <a:solidFill>
            <a:srgbClr val="7F8C97">
              <a:alpha val="48000"/>
            </a:srgbClr>
          </a:solidFill>
          <a:ln w="0">
            <a:noFill/>
            <a:prstDash val="solid"/>
          </a:ln>
        </p:spPr>
      </p:sp>
      <p:sp>
        <p:nvSpPr>
          <p:cNvPr id="2363" name="03_assume_matched_7660">
            <a:extLst>
              <a:ext uri="{FF2B5EF4-FFF2-40B4-BE49-F238E27FC236}">
                <a16:creationId xmlns:a16="http://schemas.microsoft.com/office/drawing/2014/main" id="{CA0979D6-486F-4492-8B07-0BDF0891E3E6}"/>
              </a:ext>
            </a:extLst>
          </p:cNvPr>
          <p:cNvSpPr>
            <a:spLocks noGrp="1"/>
          </p:cNvSpPr>
          <p:nvPr/>
        </p:nvSpPr>
        <p:spPr>
          <a:xfrm>
            <a:off x="2929705" y="4852127"/>
            <a:ext cx="28398" cy="28398"/>
          </a:xfrm>
          <a:prstGeom prst="ellipse">
            <a:avLst/>
          </a:prstGeom>
          <a:solidFill>
            <a:srgbClr val="7F8C97">
              <a:alpha val="48000"/>
            </a:srgbClr>
          </a:solidFill>
          <a:ln w="0">
            <a:noFill/>
            <a:prstDash val="solid"/>
          </a:ln>
        </p:spPr>
      </p:sp>
      <p:sp>
        <p:nvSpPr>
          <p:cNvPr id="2364" name="03_assume_matched_7661">
            <a:extLst>
              <a:ext uri="{FF2B5EF4-FFF2-40B4-BE49-F238E27FC236}">
                <a16:creationId xmlns:a16="http://schemas.microsoft.com/office/drawing/2014/main" id="{03738C5A-68CF-4EFD-BCED-5295B164D19E}"/>
              </a:ext>
            </a:extLst>
          </p:cNvPr>
          <p:cNvSpPr>
            <a:spLocks noGrp="1"/>
          </p:cNvSpPr>
          <p:nvPr/>
        </p:nvSpPr>
        <p:spPr>
          <a:xfrm>
            <a:off x="3012597" y="5144561"/>
            <a:ext cx="28398" cy="28398"/>
          </a:xfrm>
          <a:prstGeom prst="ellipse">
            <a:avLst/>
          </a:prstGeom>
          <a:solidFill>
            <a:srgbClr val="7F8C97">
              <a:alpha val="48000"/>
            </a:srgbClr>
          </a:solidFill>
          <a:ln w="0">
            <a:noFill/>
            <a:prstDash val="solid"/>
          </a:ln>
        </p:spPr>
      </p:sp>
      <p:sp>
        <p:nvSpPr>
          <p:cNvPr id="2365" name="03_assume_matched_7662">
            <a:extLst>
              <a:ext uri="{FF2B5EF4-FFF2-40B4-BE49-F238E27FC236}">
                <a16:creationId xmlns:a16="http://schemas.microsoft.com/office/drawing/2014/main" id="{4114B62B-3BFB-44D9-B79F-C711DC4D75F2}"/>
              </a:ext>
            </a:extLst>
          </p:cNvPr>
          <p:cNvSpPr>
            <a:spLocks noGrp="1"/>
          </p:cNvSpPr>
          <p:nvPr/>
        </p:nvSpPr>
        <p:spPr>
          <a:xfrm>
            <a:off x="3049725" y="4852127"/>
            <a:ext cx="28398" cy="28398"/>
          </a:xfrm>
          <a:prstGeom prst="ellipse">
            <a:avLst/>
          </a:prstGeom>
          <a:solidFill>
            <a:srgbClr val="7F8C97">
              <a:alpha val="48000"/>
            </a:srgbClr>
          </a:solidFill>
          <a:ln w="0">
            <a:noFill/>
            <a:prstDash val="solid"/>
          </a:ln>
        </p:spPr>
      </p:sp>
      <p:sp>
        <p:nvSpPr>
          <p:cNvPr id="2366" name="03_assume_matched_7663">
            <a:extLst>
              <a:ext uri="{FF2B5EF4-FFF2-40B4-BE49-F238E27FC236}">
                <a16:creationId xmlns:a16="http://schemas.microsoft.com/office/drawing/2014/main" id="{637DDFB2-9BAF-4808-8709-2917F1280AA0}"/>
              </a:ext>
            </a:extLst>
          </p:cNvPr>
          <p:cNvSpPr>
            <a:spLocks noGrp="1"/>
          </p:cNvSpPr>
          <p:nvPr/>
        </p:nvSpPr>
        <p:spPr>
          <a:xfrm>
            <a:off x="3055913" y="4852127"/>
            <a:ext cx="28398" cy="28398"/>
          </a:xfrm>
          <a:prstGeom prst="ellipse">
            <a:avLst/>
          </a:prstGeom>
          <a:solidFill>
            <a:srgbClr val="7F8C97">
              <a:alpha val="48000"/>
            </a:srgbClr>
          </a:solidFill>
          <a:ln w="0">
            <a:noFill/>
            <a:prstDash val="solid"/>
          </a:ln>
        </p:spPr>
      </p:sp>
      <p:sp>
        <p:nvSpPr>
          <p:cNvPr id="2367" name="03_assume_matched_7664">
            <a:extLst>
              <a:ext uri="{FF2B5EF4-FFF2-40B4-BE49-F238E27FC236}">
                <a16:creationId xmlns:a16="http://schemas.microsoft.com/office/drawing/2014/main" id="{6F61B99D-AC33-4CF1-9C3D-A2BF2C19BBF4}"/>
              </a:ext>
            </a:extLst>
          </p:cNvPr>
          <p:cNvSpPr>
            <a:spLocks noGrp="1"/>
          </p:cNvSpPr>
          <p:nvPr/>
        </p:nvSpPr>
        <p:spPr>
          <a:xfrm>
            <a:off x="2966977" y="4852127"/>
            <a:ext cx="28398" cy="28398"/>
          </a:xfrm>
          <a:prstGeom prst="ellipse">
            <a:avLst/>
          </a:prstGeom>
          <a:solidFill>
            <a:srgbClr val="7F8C97">
              <a:alpha val="48000"/>
            </a:srgbClr>
          </a:solidFill>
          <a:ln w="0">
            <a:noFill/>
            <a:prstDash val="solid"/>
          </a:ln>
        </p:spPr>
      </p:sp>
      <p:sp>
        <p:nvSpPr>
          <p:cNvPr id="2368" name="03_assume_matched_7665">
            <a:extLst>
              <a:ext uri="{FF2B5EF4-FFF2-40B4-BE49-F238E27FC236}">
                <a16:creationId xmlns:a16="http://schemas.microsoft.com/office/drawing/2014/main" id="{26DB3177-2BA4-43AF-93F3-F742235C38DD}"/>
              </a:ext>
            </a:extLst>
          </p:cNvPr>
          <p:cNvSpPr>
            <a:spLocks noGrp="1"/>
          </p:cNvSpPr>
          <p:nvPr/>
        </p:nvSpPr>
        <p:spPr>
          <a:xfrm>
            <a:off x="3019792" y="5242040"/>
            <a:ext cx="28398" cy="28398"/>
          </a:xfrm>
          <a:prstGeom prst="ellipse">
            <a:avLst/>
          </a:prstGeom>
          <a:solidFill>
            <a:srgbClr val="7F8C97">
              <a:alpha val="48000"/>
            </a:srgbClr>
          </a:solidFill>
          <a:ln w="0">
            <a:noFill/>
            <a:prstDash val="solid"/>
          </a:ln>
        </p:spPr>
      </p:sp>
      <p:sp>
        <p:nvSpPr>
          <p:cNvPr id="2369" name="03_assume_matched_7666">
            <a:extLst>
              <a:ext uri="{FF2B5EF4-FFF2-40B4-BE49-F238E27FC236}">
                <a16:creationId xmlns:a16="http://schemas.microsoft.com/office/drawing/2014/main" id="{E946DA0A-B030-44DB-B99D-128EE241CA2F}"/>
              </a:ext>
            </a:extLst>
          </p:cNvPr>
          <p:cNvSpPr>
            <a:spLocks noGrp="1"/>
          </p:cNvSpPr>
          <p:nvPr/>
        </p:nvSpPr>
        <p:spPr>
          <a:xfrm>
            <a:off x="3030729" y="4852127"/>
            <a:ext cx="28398" cy="28398"/>
          </a:xfrm>
          <a:prstGeom prst="ellipse">
            <a:avLst/>
          </a:prstGeom>
          <a:solidFill>
            <a:srgbClr val="7F8C97">
              <a:alpha val="48000"/>
            </a:srgbClr>
          </a:solidFill>
          <a:ln w="0">
            <a:noFill/>
            <a:prstDash val="solid"/>
          </a:ln>
        </p:spPr>
      </p:sp>
      <p:sp>
        <p:nvSpPr>
          <p:cNvPr id="2370" name="03_assume_matched_7667">
            <a:extLst>
              <a:ext uri="{FF2B5EF4-FFF2-40B4-BE49-F238E27FC236}">
                <a16:creationId xmlns:a16="http://schemas.microsoft.com/office/drawing/2014/main" id="{C20B9827-04A8-4302-A138-7A2F26A7AEE0}"/>
              </a:ext>
            </a:extLst>
          </p:cNvPr>
          <p:cNvSpPr>
            <a:spLocks noGrp="1"/>
          </p:cNvSpPr>
          <p:nvPr/>
        </p:nvSpPr>
        <p:spPr>
          <a:xfrm>
            <a:off x="3048142" y="4852127"/>
            <a:ext cx="28398" cy="28398"/>
          </a:xfrm>
          <a:prstGeom prst="ellipse">
            <a:avLst/>
          </a:prstGeom>
          <a:solidFill>
            <a:srgbClr val="7F8C97">
              <a:alpha val="48000"/>
            </a:srgbClr>
          </a:solidFill>
          <a:ln w="0">
            <a:noFill/>
            <a:prstDash val="solid"/>
          </a:ln>
        </p:spPr>
      </p:sp>
      <p:sp>
        <p:nvSpPr>
          <p:cNvPr id="2371" name="03_assume_matched_7668">
            <a:extLst>
              <a:ext uri="{FF2B5EF4-FFF2-40B4-BE49-F238E27FC236}">
                <a16:creationId xmlns:a16="http://schemas.microsoft.com/office/drawing/2014/main" id="{1EB594B0-9661-43BE-8684-2B9C26BCD344}"/>
              </a:ext>
            </a:extLst>
          </p:cNvPr>
          <p:cNvSpPr>
            <a:spLocks noGrp="1"/>
          </p:cNvSpPr>
          <p:nvPr/>
        </p:nvSpPr>
        <p:spPr>
          <a:xfrm>
            <a:off x="3032888" y="4852127"/>
            <a:ext cx="28398" cy="28398"/>
          </a:xfrm>
          <a:prstGeom prst="ellipse">
            <a:avLst/>
          </a:prstGeom>
          <a:solidFill>
            <a:srgbClr val="7F8C97">
              <a:alpha val="48000"/>
            </a:srgbClr>
          </a:solidFill>
          <a:ln w="0">
            <a:noFill/>
            <a:prstDash val="solid"/>
          </a:ln>
        </p:spPr>
      </p:sp>
      <p:sp>
        <p:nvSpPr>
          <p:cNvPr id="2372" name="03_assume_matched_7669">
            <a:extLst>
              <a:ext uri="{FF2B5EF4-FFF2-40B4-BE49-F238E27FC236}">
                <a16:creationId xmlns:a16="http://schemas.microsoft.com/office/drawing/2014/main" id="{7F89DB84-DAEC-4875-9142-76DC1370C4B1}"/>
              </a:ext>
            </a:extLst>
          </p:cNvPr>
          <p:cNvSpPr>
            <a:spLocks noGrp="1"/>
          </p:cNvSpPr>
          <p:nvPr/>
        </p:nvSpPr>
        <p:spPr>
          <a:xfrm>
            <a:off x="3011158" y="4852127"/>
            <a:ext cx="28398" cy="28398"/>
          </a:xfrm>
          <a:prstGeom prst="ellipse">
            <a:avLst/>
          </a:prstGeom>
          <a:solidFill>
            <a:srgbClr val="7F8C97">
              <a:alpha val="48000"/>
            </a:srgbClr>
          </a:solidFill>
          <a:ln w="0">
            <a:noFill/>
            <a:prstDash val="solid"/>
          </a:ln>
        </p:spPr>
      </p:sp>
      <p:sp>
        <p:nvSpPr>
          <p:cNvPr id="2373" name="03_assume_matched_7670">
            <a:extLst>
              <a:ext uri="{FF2B5EF4-FFF2-40B4-BE49-F238E27FC236}">
                <a16:creationId xmlns:a16="http://schemas.microsoft.com/office/drawing/2014/main" id="{89B0A981-286C-4161-A526-2FF19FEE02FD}"/>
              </a:ext>
            </a:extLst>
          </p:cNvPr>
          <p:cNvSpPr>
            <a:spLocks noGrp="1"/>
          </p:cNvSpPr>
          <p:nvPr/>
        </p:nvSpPr>
        <p:spPr>
          <a:xfrm>
            <a:off x="2922941" y="4852127"/>
            <a:ext cx="28398" cy="28398"/>
          </a:xfrm>
          <a:prstGeom prst="ellipse">
            <a:avLst/>
          </a:prstGeom>
          <a:solidFill>
            <a:srgbClr val="7F8C97">
              <a:alpha val="48000"/>
            </a:srgbClr>
          </a:solidFill>
          <a:ln w="0">
            <a:noFill/>
            <a:prstDash val="solid"/>
          </a:ln>
        </p:spPr>
      </p:sp>
      <p:sp>
        <p:nvSpPr>
          <p:cNvPr id="2374" name="03_assume_matched_7671">
            <a:extLst>
              <a:ext uri="{FF2B5EF4-FFF2-40B4-BE49-F238E27FC236}">
                <a16:creationId xmlns:a16="http://schemas.microsoft.com/office/drawing/2014/main" id="{D7321C27-F485-4199-B776-B2B7FCBCE68B}"/>
              </a:ext>
            </a:extLst>
          </p:cNvPr>
          <p:cNvSpPr>
            <a:spLocks noGrp="1"/>
          </p:cNvSpPr>
          <p:nvPr/>
        </p:nvSpPr>
        <p:spPr>
          <a:xfrm>
            <a:off x="2936900" y="5436996"/>
            <a:ext cx="28398" cy="28398"/>
          </a:xfrm>
          <a:prstGeom prst="ellipse">
            <a:avLst/>
          </a:prstGeom>
          <a:solidFill>
            <a:srgbClr val="7F8C97">
              <a:alpha val="48000"/>
            </a:srgbClr>
          </a:solidFill>
          <a:ln w="0">
            <a:noFill/>
            <a:prstDash val="solid"/>
          </a:ln>
        </p:spPr>
      </p:sp>
      <p:sp>
        <p:nvSpPr>
          <p:cNvPr id="2375" name="03_assume_matched_7672">
            <a:extLst>
              <a:ext uri="{FF2B5EF4-FFF2-40B4-BE49-F238E27FC236}">
                <a16:creationId xmlns:a16="http://schemas.microsoft.com/office/drawing/2014/main" id="{D7F6F9B9-379A-45F1-87EB-7B9196308F4F}"/>
              </a:ext>
            </a:extLst>
          </p:cNvPr>
          <p:cNvSpPr>
            <a:spLocks noGrp="1"/>
          </p:cNvSpPr>
          <p:nvPr/>
        </p:nvSpPr>
        <p:spPr>
          <a:xfrm>
            <a:off x="2998062" y="4852127"/>
            <a:ext cx="28398" cy="28398"/>
          </a:xfrm>
          <a:prstGeom prst="ellipse">
            <a:avLst/>
          </a:prstGeom>
          <a:solidFill>
            <a:srgbClr val="7F8C97">
              <a:alpha val="48000"/>
            </a:srgbClr>
          </a:solidFill>
          <a:ln w="0">
            <a:noFill/>
            <a:prstDash val="solid"/>
          </a:ln>
        </p:spPr>
      </p:sp>
      <p:sp>
        <p:nvSpPr>
          <p:cNvPr id="2376" name="03_assume_matched_7673">
            <a:extLst>
              <a:ext uri="{FF2B5EF4-FFF2-40B4-BE49-F238E27FC236}">
                <a16:creationId xmlns:a16="http://schemas.microsoft.com/office/drawing/2014/main" id="{8ABCFFBD-9BEA-4314-8EC3-C6A67FC1A277}"/>
              </a:ext>
            </a:extLst>
          </p:cNvPr>
          <p:cNvSpPr>
            <a:spLocks noGrp="1"/>
          </p:cNvSpPr>
          <p:nvPr/>
        </p:nvSpPr>
        <p:spPr>
          <a:xfrm>
            <a:off x="2942945" y="5436996"/>
            <a:ext cx="28398" cy="28398"/>
          </a:xfrm>
          <a:prstGeom prst="ellipse">
            <a:avLst/>
          </a:prstGeom>
          <a:solidFill>
            <a:srgbClr val="7F8C97">
              <a:alpha val="48000"/>
            </a:srgbClr>
          </a:solidFill>
          <a:ln w="0">
            <a:noFill/>
            <a:prstDash val="solid"/>
          </a:ln>
        </p:spPr>
      </p:sp>
      <p:sp>
        <p:nvSpPr>
          <p:cNvPr id="2377" name="03_assume_matched_7674">
            <a:extLst>
              <a:ext uri="{FF2B5EF4-FFF2-40B4-BE49-F238E27FC236}">
                <a16:creationId xmlns:a16="http://schemas.microsoft.com/office/drawing/2014/main" id="{B4434100-7153-44CA-A730-AB4FF2E31E25}"/>
              </a:ext>
            </a:extLst>
          </p:cNvPr>
          <p:cNvSpPr>
            <a:spLocks noGrp="1"/>
          </p:cNvSpPr>
          <p:nvPr/>
        </p:nvSpPr>
        <p:spPr>
          <a:xfrm>
            <a:off x="2968992" y="4852127"/>
            <a:ext cx="28398" cy="28398"/>
          </a:xfrm>
          <a:prstGeom prst="ellipse">
            <a:avLst/>
          </a:prstGeom>
          <a:solidFill>
            <a:srgbClr val="7F8C97">
              <a:alpha val="48000"/>
            </a:srgbClr>
          </a:solidFill>
          <a:ln w="0">
            <a:noFill/>
            <a:prstDash val="solid"/>
          </a:ln>
        </p:spPr>
      </p:sp>
      <p:sp>
        <p:nvSpPr>
          <p:cNvPr id="2378" name="03_assume_matched_7675">
            <a:extLst>
              <a:ext uri="{FF2B5EF4-FFF2-40B4-BE49-F238E27FC236}">
                <a16:creationId xmlns:a16="http://schemas.microsoft.com/office/drawing/2014/main" id="{646804C9-2E84-4166-A58F-DC6C2D65AA44}"/>
              </a:ext>
            </a:extLst>
          </p:cNvPr>
          <p:cNvSpPr>
            <a:spLocks noGrp="1"/>
          </p:cNvSpPr>
          <p:nvPr/>
        </p:nvSpPr>
        <p:spPr>
          <a:xfrm>
            <a:off x="2918048" y="5436996"/>
            <a:ext cx="28398" cy="28398"/>
          </a:xfrm>
          <a:prstGeom prst="ellipse">
            <a:avLst/>
          </a:prstGeom>
          <a:solidFill>
            <a:srgbClr val="7F8C97">
              <a:alpha val="48000"/>
            </a:srgbClr>
          </a:solidFill>
          <a:ln w="0">
            <a:noFill/>
            <a:prstDash val="solid"/>
          </a:ln>
        </p:spPr>
      </p:sp>
      <p:sp>
        <p:nvSpPr>
          <p:cNvPr id="2379" name="03_assume_matched_7676">
            <a:extLst>
              <a:ext uri="{FF2B5EF4-FFF2-40B4-BE49-F238E27FC236}">
                <a16:creationId xmlns:a16="http://schemas.microsoft.com/office/drawing/2014/main" id="{BF991A95-9BAC-4BBF-8B88-C1946FAF1833}"/>
              </a:ext>
            </a:extLst>
          </p:cNvPr>
          <p:cNvSpPr>
            <a:spLocks noGrp="1"/>
          </p:cNvSpPr>
          <p:nvPr/>
        </p:nvSpPr>
        <p:spPr>
          <a:xfrm>
            <a:off x="712800" y="4837082"/>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2380" name="03_assume_matched_7677">
            <a:extLst>
              <a:ext uri="{FF2B5EF4-FFF2-40B4-BE49-F238E27FC236}">
                <a16:creationId xmlns:a16="http://schemas.microsoft.com/office/drawing/2014/main" id="{027B31C1-B0C1-4208-BE77-034C9EDDA9DD}"/>
              </a:ext>
            </a:extLst>
          </p:cNvPr>
          <p:cNvSpPr>
            <a:spLocks noGrp="1"/>
          </p:cNvSpPr>
          <p:nvPr/>
        </p:nvSpPr>
        <p:spPr>
          <a:xfrm>
            <a:off x="712800" y="5480438"/>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2381" name="text_7678">
            <a:extLst>
              <a:ext uri="{FF2B5EF4-FFF2-40B4-BE49-F238E27FC236}">
                <a16:creationId xmlns:a16="http://schemas.microsoft.com/office/drawing/2014/main" id="{B6BC1380-C11F-4AC5-A305-769916F90993}"/>
              </a:ext>
            </a:extLst>
          </p:cNvPr>
          <p:cNvSpPr>
            <a:spLocks noGrp="1"/>
          </p:cNvSpPr>
          <p:nvPr/>
        </p:nvSpPr>
        <p:spPr>
          <a:xfrm>
            <a:off x="370611" y="4536480"/>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g</a:t>
            </a:r>
          </a:p>
        </p:txBody>
      </p:sp>
      <p:sp>
        <p:nvSpPr>
          <p:cNvPr id="2382" name="text_7679">
            <a:extLst>
              <a:ext uri="{FF2B5EF4-FFF2-40B4-BE49-F238E27FC236}">
                <a16:creationId xmlns:a16="http://schemas.microsoft.com/office/drawing/2014/main" id="{CFB7D33F-F597-45FE-8C13-62440A8196A8}"/>
              </a:ext>
            </a:extLst>
          </p:cNvPr>
          <p:cNvSpPr>
            <a:spLocks noGrp="1"/>
          </p:cNvSpPr>
          <p:nvPr/>
        </p:nvSpPr>
        <p:spPr>
          <a:xfrm>
            <a:off x="712800" y="4637502"/>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b="0">
                <a:solidFill>
                  <a:srgbClr val="273744"/>
                </a:solidFill>
                <a:latin typeface="Arial"/>
                <a:ea typeface="Arial"/>
                <a:cs typeface="Arial"/>
              </a:rPr>
              <a:t>Best of 50, RMSD &lt;2 Å</a:t>
            </a:r>
          </a:p>
        </p:txBody>
      </p:sp>
      <p:sp>
        <p:nvSpPr>
          <p:cNvPr id="2383" name="03_assume_matched_7680">
            <a:extLst>
              <a:ext uri="{FF2B5EF4-FFF2-40B4-BE49-F238E27FC236}">
                <a16:creationId xmlns:a16="http://schemas.microsoft.com/office/drawing/2014/main" id="{162BE88B-B665-444D-929A-5BCF3917DBDB}"/>
              </a:ext>
            </a:extLst>
          </p:cNvPr>
          <p:cNvSpPr>
            <a:spLocks noGrp="1"/>
          </p:cNvSpPr>
          <p:nvPr/>
        </p:nvSpPr>
        <p:spPr>
          <a:xfrm>
            <a:off x="735432" y="5107743"/>
            <a:ext cx="2263158" cy="343452"/>
          </a:xfrm>
          <a:custGeom>
            <a:avLst/>
            <a:gdLst/>
            <a:ahLst/>
            <a:cxnLst/>
            <a:rect l="0" t="0" r="0" b="0"/>
            <a:pathLst>
              <a:path w="2263158" h="343452">
                <a:moveTo>
                  <a:pt x="0" y="343452"/>
                </a:moveTo>
                <a:lnTo>
                  <a:pt x="53885" y="342227"/>
                </a:lnTo>
                <a:lnTo>
                  <a:pt x="53885" y="341684"/>
                </a:lnTo>
                <a:lnTo>
                  <a:pt x="68581" y="340540"/>
                </a:lnTo>
                <a:lnTo>
                  <a:pt x="68581" y="339159"/>
                </a:lnTo>
                <a:lnTo>
                  <a:pt x="83821" y="338302"/>
                </a:lnTo>
                <a:lnTo>
                  <a:pt x="83821" y="337036"/>
                </a:lnTo>
                <a:lnTo>
                  <a:pt x="125731" y="335788"/>
                </a:lnTo>
                <a:lnTo>
                  <a:pt x="125731" y="327567"/>
                </a:lnTo>
                <a:lnTo>
                  <a:pt x="137161" y="327470"/>
                </a:lnTo>
                <a:lnTo>
                  <a:pt x="137161" y="326089"/>
                </a:lnTo>
                <a:lnTo>
                  <a:pt x="150877" y="325991"/>
                </a:lnTo>
                <a:lnTo>
                  <a:pt x="150877" y="322193"/>
                </a:lnTo>
                <a:lnTo>
                  <a:pt x="188596" y="320945"/>
                </a:lnTo>
                <a:lnTo>
                  <a:pt x="188596" y="309235"/>
                </a:lnTo>
                <a:lnTo>
                  <a:pt x="205742" y="309040"/>
                </a:lnTo>
                <a:lnTo>
                  <a:pt x="205742" y="307659"/>
                </a:lnTo>
                <a:lnTo>
                  <a:pt x="215539" y="307140"/>
                </a:lnTo>
                <a:lnTo>
                  <a:pt x="215539" y="305512"/>
                </a:lnTo>
                <a:lnTo>
                  <a:pt x="251462" y="304460"/>
                </a:lnTo>
                <a:lnTo>
                  <a:pt x="251462" y="292969"/>
                </a:lnTo>
                <a:lnTo>
                  <a:pt x="274322" y="292232"/>
                </a:lnTo>
                <a:lnTo>
                  <a:pt x="274322" y="291542"/>
                </a:lnTo>
                <a:lnTo>
                  <a:pt x="301754" y="291249"/>
                </a:lnTo>
                <a:lnTo>
                  <a:pt x="301754" y="285932"/>
                </a:lnTo>
                <a:lnTo>
                  <a:pt x="323308" y="285105"/>
                </a:lnTo>
                <a:lnTo>
                  <a:pt x="323308" y="283477"/>
                </a:lnTo>
                <a:lnTo>
                  <a:pt x="338507" y="282114"/>
                </a:lnTo>
                <a:lnTo>
                  <a:pt x="338507" y="282016"/>
                </a:lnTo>
                <a:lnTo>
                  <a:pt x="348178" y="280635"/>
                </a:lnTo>
                <a:lnTo>
                  <a:pt x="348178" y="280538"/>
                </a:lnTo>
                <a:lnTo>
                  <a:pt x="377193" y="280343"/>
                </a:lnTo>
                <a:lnTo>
                  <a:pt x="377193" y="234002"/>
                </a:lnTo>
                <a:lnTo>
                  <a:pt x="411483" y="233710"/>
                </a:lnTo>
                <a:lnTo>
                  <a:pt x="411483" y="232329"/>
                </a:lnTo>
                <a:lnTo>
                  <a:pt x="431078" y="232134"/>
                </a:lnTo>
                <a:lnTo>
                  <a:pt x="431078" y="230507"/>
                </a:lnTo>
                <a:lnTo>
                  <a:pt x="452632" y="229679"/>
                </a:lnTo>
                <a:lnTo>
                  <a:pt x="452632" y="224362"/>
                </a:lnTo>
                <a:lnTo>
                  <a:pt x="480064" y="224070"/>
                </a:lnTo>
                <a:lnTo>
                  <a:pt x="480064" y="222689"/>
                </a:lnTo>
                <a:lnTo>
                  <a:pt x="502924" y="221952"/>
                </a:lnTo>
                <a:lnTo>
                  <a:pt x="502924" y="211727"/>
                </a:lnTo>
                <a:lnTo>
                  <a:pt x="538847" y="210675"/>
                </a:lnTo>
                <a:lnTo>
                  <a:pt x="538847" y="209047"/>
                </a:lnTo>
                <a:lnTo>
                  <a:pt x="548644" y="208950"/>
                </a:lnTo>
                <a:lnTo>
                  <a:pt x="548644" y="207569"/>
                </a:lnTo>
                <a:lnTo>
                  <a:pt x="565789" y="207374"/>
                </a:lnTo>
                <a:lnTo>
                  <a:pt x="565789" y="195981"/>
                </a:lnTo>
                <a:lnTo>
                  <a:pt x="603509" y="195048"/>
                </a:lnTo>
                <a:lnTo>
                  <a:pt x="603509" y="191251"/>
                </a:lnTo>
                <a:lnTo>
                  <a:pt x="617225" y="191153"/>
                </a:lnTo>
                <a:lnTo>
                  <a:pt x="617225" y="189772"/>
                </a:lnTo>
                <a:lnTo>
                  <a:pt x="628655" y="189675"/>
                </a:lnTo>
                <a:lnTo>
                  <a:pt x="628655" y="184514"/>
                </a:lnTo>
                <a:lnTo>
                  <a:pt x="670565" y="183582"/>
                </a:lnTo>
                <a:lnTo>
                  <a:pt x="670565" y="182738"/>
                </a:lnTo>
                <a:lnTo>
                  <a:pt x="685805" y="181881"/>
                </a:lnTo>
                <a:lnTo>
                  <a:pt x="686685" y="180402"/>
                </a:lnTo>
                <a:lnTo>
                  <a:pt x="754386" y="179275"/>
                </a:lnTo>
                <a:lnTo>
                  <a:pt x="754386" y="40517"/>
                </a:lnTo>
                <a:lnTo>
                  <a:pt x="862155" y="39826"/>
                </a:lnTo>
                <a:lnTo>
                  <a:pt x="862155" y="38741"/>
                </a:lnTo>
                <a:lnTo>
                  <a:pt x="891547" y="37475"/>
                </a:lnTo>
                <a:lnTo>
                  <a:pt x="891547" y="36785"/>
                </a:lnTo>
                <a:lnTo>
                  <a:pt x="905263" y="36785"/>
                </a:lnTo>
                <a:lnTo>
                  <a:pt x="905263" y="35266"/>
                </a:lnTo>
                <a:lnTo>
                  <a:pt x="1005848" y="35266"/>
                </a:lnTo>
                <a:lnTo>
                  <a:pt x="1005848" y="30202"/>
                </a:lnTo>
                <a:lnTo>
                  <a:pt x="1508772" y="29117"/>
                </a:lnTo>
                <a:lnTo>
                  <a:pt x="1508772" y="20255"/>
                </a:lnTo>
                <a:lnTo>
                  <a:pt x="1697368" y="18989"/>
                </a:lnTo>
                <a:lnTo>
                  <a:pt x="1697368" y="17090"/>
                </a:lnTo>
                <a:lnTo>
                  <a:pt x="2263158" y="17090"/>
                </a:lnTo>
                <a:lnTo>
                  <a:pt x="2263158" y="0"/>
                </a:lnTo>
                <a:lnTo>
                  <a:pt x="2263158" y="0"/>
                </a:lnTo>
              </a:path>
            </a:pathLst>
          </a:custGeom>
          <a:noFill/>
          <a:ln w="22860">
            <a:solidFill>
              <a:srgbClr val="00878B"/>
            </a:solidFill>
            <a:prstDash val="solid"/>
          </a:ln>
        </p:spPr>
      </p:sp>
      <p:sp>
        <p:nvSpPr>
          <p:cNvPr id="2384" name="03_assume_matched_7681">
            <a:extLst>
              <a:ext uri="{FF2B5EF4-FFF2-40B4-BE49-F238E27FC236}">
                <a16:creationId xmlns:a16="http://schemas.microsoft.com/office/drawing/2014/main" id="{506A139F-8C77-4FF2-A68D-F1E6A847C169}"/>
              </a:ext>
            </a:extLst>
          </p:cNvPr>
          <p:cNvSpPr>
            <a:spLocks noGrp="1"/>
          </p:cNvSpPr>
          <p:nvPr/>
        </p:nvSpPr>
        <p:spPr>
          <a:xfrm>
            <a:off x="735432" y="4963804"/>
            <a:ext cx="2263158" cy="487391"/>
          </a:xfrm>
          <a:custGeom>
            <a:avLst/>
            <a:gdLst/>
            <a:ahLst/>
            <a:cxnLst/>
            <a:rect l="0" t="0" r="0" b="0"/>
            <a:pathLst>
              <a:path w="2263158" h="487391">
                <a:moveTo>
                  <a:pt x="0" y="487391"/>
                </a:moveTo>
                <a:lnTo>
                  <a:pt x="565789" y="487391"/>
                </a:lnTo>
                <a:lnTo>
                  <a:pt x="565789" y="438652"/>
                </a:lnTo>
                <a:lnTo>
                  <a:pt x="754386" y="438652"/>
                </a:lnTo>
                <a:lnTo>
                  <a:pt x="754386" y="194956"/>
                </a:lnTo>
                <a:lnTo>
                  <a:pt x="1697368" y="194956"/>
                </a:lnTo>
                <a:lnTo>
                  <a:pt x="1697368" y="48739"/>
                </a:lnTo>
                <a:lnTo>
                  <a:pt x="2263158" y="48739"/>
                </a:lnTo>
                <a:lnTo>
                  <a:pt x="2263158" y="0"/>
                </a:lnTo>
                <a:lnTo>
                  <a:pt x="2263158" y="0"/>
                </a:lnTo>
              </a:path>
            </a:pathLst>
          </a:custGeom>
          <a:noFill/>
          <a:ln w="13335">
            <a:solidFill>
              <a:srgbClr val="3A64C8"/>
            </a:solidFill>
            <a:prstDash val="solid"/>
          </a:ln>
        </p:spPr>
      </p:sp>
      <p:sp>
        <p:nvSpPr>
          <p:cNvPr id="2385" name="03_assume_matched_7682">
            <a:extLst>
              <a:ext uri="{FF2B5EF4-FFF2-40B4-BE49-F238E27FC236}">
                <a16:creationId xmlns:a16="http://schemas.microsoft.com/office/drawing/2014/main" id="{FCBA1A8A-2FC0-4321-9CEA-7761D26AD1BC}"/>
              </a:ext>
            </a:extLst>
          </p:cNvPr>
          <p:cNvSpPr>
            <a:spLocks noGrp="1"/>
          </p:cNvSpPr>
          <p:nvPr/>
        </p:nvSpPr>
        <p:spPr>
          <a:xfrm>
            <a:off x="1091035" y="5320155"/>
            <a:ext cx="43180" cy="43180"/>
          </a:xfrm>
          <a:prstGeom prst="ellipse">
            <a:avLst/>
          </a:prstGeom>
          <a:solidFill>
            <a:srgbClr val="00878B"/>
          </a:solidFill>
          <a:ln w="4445">
            <a:solidFill>
              <a:srgbClr val="FFFFFF"/>
            </a:solidFill>
            <a:prstDash val="solid"/>
          </a:ln>
        </p:spPr>
      </p:sp>
      <p:sp>
        <p:nvSpPr>
          <p:cNvPr id="2386" name="03_assume_matched_7683">
            <a:extLst>
              <a:ext uri="{FF2B5EF4-FFF2-40B4-BE49-F238E27FC236}">
                <a16:creationId xmlns:a16="http://schemas.microsoft.com/office/drawing/2014/main" id="{D00239E6-DEDE-413D-AB8E-B029BB4C9179}"/>
              </a:ext>
            </a:extLst>
          </p:cNvPr>
          <p:cNvSpPr>
            <a:spLocks noGrp="1"/>
          </p:cNvSpPr>
          <p:nvPr/>
        </p:nvSpPr>
        <p:spPr>
          <a:xfrm>
            <a:off x="1468228" y="5126670"/>
            <a:ext cx="43180" cy="43180"/>
          </a:xfrm>
          <a:prstGeom prst="ellipse">
            <a:avLst/>
          </a:prstGeom>
          <a:solidFill>
            <a:srgbClr val="00878B"/>
          </a:solidFill>
          <a:ln w="4445">
            <a:solidFill>
              <a:srgbClr val="FFFFFF"/>
            </a:solidFill>
            <a:prstDash val="solid"/>
          </a:ln>
        </p:spPr>
      </p:sp>
      <p:sp>
        <p:nvSpPr>
          <p:cNvPr id="2387" name="03_assume_matched_7684">
            <a:extLst>
              <a:ext uri="{FF2B5EF4-FFF2-40B4-BE49-F238E27FC236}">
                <a16:creationId xmlns:a16="http://schemas.microsoft.com/office/drawing/2014/main" id="{D1FEC524-07E0-4959-A2CB-38342BC68B95}"/>
              </a:ext>
            </a:extLst>
          </p:cNvPr>
          <p:cNvSpPr>
            <a:spLocks noGrp="1"/>
          </p:cNvSpPr>
          <p:nvPr/>
        </p:nvSpPr>
        <p:spPr>
          <a:xfrm>
            <a:off x="2222614" y="5106408"/>
            <a:ext cx="43180" cy="43180"/>
          </a:xfrm>
          <a:prstGeom prst="ellipse">
            <a:avLst/>
          </a:prstGeom>
          <a:solidFill>
            <a:srgbClr val="00878B"/>
          </a:solidFill>
          <a:ln w="4445">
            <a:solidFill>
              <a:srgbClr val="FFFFFF"/>
            </a:solidFill>
            <a:prstDash val="solid"/>
          </a:ln>
        </p:spPr>
      </p:sp>
      <p:sp>
        <p:nvSpPr>
          <p:cNvPr id="2388" name="03_assume_matched_7685">
            <a:extLst>
              <a:ext uri="{FF2B5EF4-FFF2-40B4-BE49-F238E27FC236}">
                <a16:creationId xmlns:a16="http://schemas.microsoft.com/office/drawing/2014/main" id="{162EEAD0-C4D1-4B0F-927B-DEB8F54B7F1A}"/>
              </a:ext>
            </a:extLst>
          </p:cNvPr>
          <p:cNvSpPr>
            <a:spLocks noGrp="1"/>
          </p:cNvSpPr>
          <p:nvPr/>
        </p:nvSpPr>
        <p:spPr>
          <a:xfrm>
            <a:off x="2976999" y="5086153"/>
            <a:ext cx="43180" cy="43180"/>
          </a:xfrm>
          <a:prstGeom prst="ellipse">
            <a:avLst/>
          </a:prstGeom>
          <a:solidFill>
            <a:srgbClr val="00878B"/>
          </a:solidFill>
          <a:ln w="4445">
            <a:solidFill>
              <a:srgbClr val="FFFFFF"/>
            </a:solidFill>
            <a:prstDash val="solid"/>
          </a:ln>
        </p:spPr>
      </p:sp>
      <p:sp>
        <p:nvSpPr>
          <p:cNvPr id="2389" name="03_assume_matched_7686">
            <a:extLst>
              <a:ext uri="{FF2B5EF4-FFF2-40B4-BE49-F238E27FC236}">
                <a16:creationId xmlns:a16="http://schemas.microsoft.com/office/drawing/2014/main" id="{4B7B3104-B6AD-4DF7-BE8A-85CAD71B992F}"/>
              </a:ext>
            </a:extLst>
          </p:cNvPr>
          <p:cNvSpPr>
            <a:spLocks noGrp="1"/>
          </p:cNvSpPr>
          <p:nvPr/>
        </p:nvSpPr>
        <p:spPr>
          <a:xfrm>
            <a:off x="1076704" y="5415274"/>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390" name="03_assume_matched_7687">
            <a:extLst>
              <a:ext uri="{FF2B5EF4-FFF2-40B4-BE49-F238E27FC236}">
                <a16:creationId xmlns:a16="http://schemas.microsoft.com/office/drawing/2014/main" id="{B091A74A-29E6-424E-B300-F48E8553896A}"/>
              </a:ext>
            </a:extLst>
          </p:cNvPr>
          <p:cNvSpPr>
            <a:spLocks noGrp="1"/>
          </p:cNvSpPr>
          <p:nvPr/>
        </p:nvSpPr>
        <p:spPr>
          <a:xfrm>
            <a:off x="1453897" y="5122839"/>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391" name="03_assume_matched_7688">
            <a:extLst>
              <a:ext uri="{FF2B5EF4-FFF2-40B4-BE49-F238E27FC236}">
                <a16:creationId xmlns:a16="http://schemas.microsoft.com/office/drawing/2014/main" id="{AA5032E4-FD17-4217-A4BF-D08CCC61EC1C}"/>
              </a:ext>
            </a:extLst>
          </p:cNvPr>
          <p:cNvSpPr>
            <a:spLocks noGrp="1"/>
          </p:cNvSpPr>
          <p:nvPr/>
        </p:nvSpPr>
        <p:spPr>
          <a:xfrm>
            <a:off x="2208282" y="5122839"/>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392" name="03_assume_matched_7689">
            <a:extLst>
              <a:ext uri="{FF2B5EF4-FFF2-40B4-BE49-F238E27FC236}">
                <a16:creationId xmlns:a16="http://schemas.microsoft.com/office/drawing/2014/main" id="{2F0CCBAD-007D-41C3-BB6B-743DD19D29CB}"/>
              </a:ext>
            </a:extLst>
          </p:cNvPr>
          <p:cNvSpPr>
            <a:spLocks noGrp="1"/>
          </p:cNvSpPr>
          <p:nvPr/>
        </p:nvSpPr>
        <p:spPr>
          <a:xfrm>
            <a:off x="2962668" y="492788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393" name="03_assume_matched_7690">
            <a:extLst>
              <a:ext uri="{FF2B5EF4-FFF2-40B4-BE49-F238E27FC236}">
                <a16:creationId xmlns:a16="http://schemas.microsoft.com/office/drawing/2014/main" id="{C6DF67A1-F11E-4EF2-8D5F-A209C5EFE20A}"/>
              </a:ext>
            </a:extLst>
          </p:cNvPr>
          <p:cNvSpPr>
            <a:spLocks noGrp="1"/>
          </p:cNvSpPr>
          <p:nvPr/>
        </p:nvSpPr>
        <p:spPr>
          <a:xfrm>
            <a:off x="3841389" y="4837082"/>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2394" name="03_assume_matched_7691">
            <a:extLst>
              <a:ext uri="{FF2B5EF4-FFF2-40B4-BE49-F238E27FC236}">
                <a16:creationId xmlns:a16="http://schemas.microsoft.com/office/drawing/2014/main" id="{7D8C6314-6C3F-4C88-A182-628BB3B19408}"/>
              </a:ext>
            </a:extLst>
          </p:cNvPr>
          <p:cNvSpPr>
            <a:spLocks noGrp="1"/>
          </p:cNvSpPr>
          <p:nvPr/>
        </p:nvSpPr>
        <p:spPr>
          <a:xfrm>
            <a:off x="4143144" y="4866326"/>
            <a:ext cx="196140" cy="584869"/>
          </a:xfrm>
          <a:custGeom>
            <a:avLst/>
            <a:gdLst/>
            <a:ahLst/>
            <a:cxnLst/>
            <a:rect l="0" t="0" r="0" b="0"/>
            <a:pathLst>
              <a:path w="196140" h="584869">
                <a:moveTo>
                  <a:pt x="196140" y="584869"/>
                </a:moveTo>
                <a:lnTo>
                  <a:pt x="0" y="584869"/>
                </a:lnTo>
                <a:lnTo>
                  <a:pt x="1064" y="579995"/>
                </a:lnTo>
                <a:lnTo>
                  <a:pt x="4185" y="575121"/>
                </a:lnTo>
                <a:lnTo>
                  <a:pt x="9156" y="570247"/>
                </a:lnTo>
                <a:lnTo>
                  <a:pt x="15659" y="565373"/>
                </a:lnTo>
                <a:lnTo>
                  <a:pt x="23296" y="560500"/>
                </a:lnTo>
                <a:lnTo>
                  <a:pt x="31634" y="555626"/>
                </a:lnTo>
                <a:lnTo>
                  <a:pt x="40243" y="550752"/>
                </a:lnTo>
                <a:lnTo>
                  <a:pt x="48731" y="545878"/>
                </a:lnTo>
                <a:lnTo>
                  <a:pt x="56772" y="541004"/>
                </a:lnTo>
                <a:lnTo>
                  <a:pt x="64125" y="536130"/>
                </a:lnTo>
                <a:lnTo>
                  <a:pt x="70632" y="531256"/>
                </a:lnTo>
                <a:lnTo>
                  <a:pt x="76217" y="526382"/>
                </a:lnTo>
                <a:lnTo>
                  <a:pt x="80875" y="521508"/>
                </a:lnTo>
                <a:lnTo>
                  <a:pt x="84650" y="516634"/>
                </a:lnTo>
                <a:lnTo>
                  <a:pt x="87619" y="511760"/>
                </a:lnTo>
                <a:lnTo>
                  <a:pt x="89881" y="506887"/>
                </a:lnTo>
                <a:lnTo>
                  <a:pt x="91535" y="502013"/>
                </a:lnTo>
                <a:lnTo>
                  <a:pt x="92677" y="497139"/>
                </a:lnTo>
                <a:lnTo>
                  <a:pt x="93394" y="492265"/>
                </a:lnTo>
                <a:lnTo>
                  <a:pt x="93758" y="487391"/>
                </a:lnTo>
                <a:lnTo>
                  <a:pt x="93830" y="482517"/>
                </a:lnTo>
                <a:lnTo>
                  <a:pt x="93664" y="477643"/>
                </a:lnTo>
                <a:lnTo>
                  <a:pt x="93303" y="472769"/>
                </a:lnTo>
                <a:lnTo>
                  <a:pt x="92787" y="467895"/>
                </a:lnTo>
                <a:lnTo>
                  <a:pt x="92153" y="463021"/>
                </a:lnTo>
                <a:lnTo>
                  <a:pt x="91437" y="458147"/>
                </a:lnTo>
                <a:lnTo>
                  <a:pt x="90671" y="453274"/>
                </a:lnTo>
                <a:lnTo>
                  <a:pt x="89887" y="448400"/>
                </a:lnTo>
                <a:lnTo>
                  <a:pt x="89113" y="443526"/>
                </a:lnTo>
                <a:lnTo>
                  <a:pt x="88372" y="438652"/>
                </a:lnTo>
                <a:lnTo>
                  <a:pt x="87684" y="433778"/>
                </a:lnTo>
                <a:lnTo>
                  <a:pt x="87064" y="428904"/>
                </a:lnTo>
                <a:lnTo>
                  <a:pt x="86522" y="424030"/>
                </a:lnTo>
                <a:lnTo>
                  <a:pt x="86063" y="419156"/>
                </a:lnTo>
                <a:lnTo>
                  <a:pt x="85688" y="414282"/>
                </a:lnTo>
                <a:lnTo>
                  <a:pt x="85398" y="409408"/>
                </a:lnTo>
                <a:lnTo>
                  <a:pt x="85189" y="404534"/>
                </a:lnTo>
                <a:lnTo>
                  <a:pt x="85055" y="399661"/>
                </a:lnTo>
                <a:lnTo>
                  <a:pt x="84990" y="394787"/>
                </a:lnTo>
                <a:lnTo>
                  <a:pt x="84980" y="389913"/>
                </a:lnTo>
                <a:lnTo>
                  <a:pt x="85010" y="385039"/>
                </a:lnTo>
                <a:lnTo>
                  <a:pt x="85058" y="380165"/>
                </a:lnTo>
                <a:lnTo>
                  <a:pt x="85093" y="375291"/>
                </a:lnTo>
                <a:lnTo>
                  <a:pt x="85082" y="370417"/>
                </a:lnTo>
                <a:lnTo>
                  <a:pt x="84982" y="365543"/>
                </a:lnTo>
                <a:lnTo>
                  <a:pt x="84751" y="360669"/>
                </a:lnTo>
                <a:lnTo>
                  <a:pt x="84345" y="355795"/>
                </a:lnTo>
                <a:lnTo>
                  <a:pt x="83723" y="350921"/>
                </a:lnTo>
                <a:lnTo>
                  <a:pt x="82858" y="346048"/>
                </a:lnTo>
                <a:lnTo>
                  <a:pt x="81737" y="341174"/>
                </a:lnTo>
                <a:lnTo>
                  <a:pt x="80368" y="336300"/>
                </a:lnTo>
                <a:lnTo>
                  <a:pt x="78784" y="331426"/>
                </a:lnTo>
                <a:lnTo>
                  <a:pt x="77045" y="326552"/>
                </a:lnTo>
                <a:lnTo>
                  <a:pt x="75238" y="321678"/>
                </a:lnTo>
                <a:lnTo>
                  <a:pt x="73470" y="316804"/>
                </a:lnTo>
                <a:lnTo>
                  <a:pt x="71859" y="311930"/>
                </a:lnTo>
                <a:lnTo>
                  <a:pt x="70527" y="307056"/>
                </a:lnTo>
                <a:lnTo>
                  <a:pt x="69589" y="302182"/>
                </a:lnTo>
                <a:lnTo>
                  <a:pt x="69134" y="297308"/>
                </a:lnTo>
                <a:lnTo>
                  <a:pt x="69223" y="292435"/>
                </a:lnTo>
                <a:lnTo>
                  <a:pt x="69878" y="287561"/>
                </a:lnTo>
                <a:lnTo>
                  <a:pt x="71080" y="282687"/>
                </a:lnTo>
                <a:lnTo>
                  <a:pt x="72770" y="277813"/>
                </a:lnTo>
                <a:lnTo>
                  <a:pt x="74860" y="272939"/>
                </a:lnTo>
                <a:lnTo>
                  <a:pt x="77238" y="268065"/>
                </a:lnTo>
                <a:lnTo>
                  <a:pt x="79780" y="263191"/>
                </a:lnTo>
                <a:lnTo>
                  <a:pt x="82366" y="258317"/>
                </a:lnTo>
                <a:lnTo>
                  <a:pt x="84885" y="253443"/>
                </a:lnTo>
                <a:lnTo>
                  <a:pt x="87246" y="248569"/>
                </a:lnTo>
                <a:lnTo>
                  <a:pt x="89383" y="243695"/>
                </a:lnTo>
                <a:lnTo>
                  <a:pt x="91255" y="238822"/>
                </a:lnTo>
                <a:lnTo>
                  <a:pt x="92843" y="233948"/>
                </a:lnTo>
                <a:lnTo>
                  <a:pt x="94151" y="229074"/>
                </a:lnTo>
                <a:lnTo>
                  <a:pt x="95199" y="224200"/>
                </a:lnTo>
                <a:lnTo>
                  <a:pt x="96013" y="219326"/>
                </a:lnTo>
                <a:lnTo>
                  <a:pt x="96630" y="214452"/>
                </a:lnTo>
                <a:lnTo>
                  <a:pt x="97085" y="209578"/>
                </a:lnTo>
                <a:lnTo>
                  <a:pt x="97411" y="204704"/>
                </a:lnTo>
                <a:lnTo>
                  <a:pt x="97639" y="199830"/>
                </a:lnTo>
                <a:lnTo>
                  <a:pt x="97795" y="194956"/>
                </a:lnTo>
                <a:lnTo>
                  <a:pt x="97898" y="190082"/>
                </a:lnTo>
                <a:lnTo>
                  <a:pt x="97965" y="185209"/>
                </a:lnTo>
                <a:lnTo>
                  <a:pt x="98008" y="180335"/>
                </a:lnTo>
                <a:lnTo>
                  <a:pt x="98034" y="175461"/>
                </a:lnTo>
                <a:lnTo>
                  <a:pt x="98049" y="170587"/>
                </a:lnTo>
                <a:lnTo>
                  <a:pt x="98059" y="165713"/>
                </a:lnTo>
                <a:lnTo>
                  <a:pt x="98064" y="160839"/>
                </a:lnTo>
                <a:lnTo>
                  <a:pt x="98067" y="155965"/>
                </a:lnTo>
                <a:lnTo>
                  <a:pt x="98068"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4" y="155965"/>
                </a:lnTo>
                <a:lnTo>
                  <a:pt x="98076" y="160839"/>
                </a:lnTo>
                <a:lnTo>
                  <a:pt x="98082" y="165713"/>
                </a:lnTo>
                <a:lnTo>
                  <a:pt x="98091" y="170587"/>
                </a:lnTo>
                <a:lnTo>
                  <a:pt x="98107" y="175461"/>
                </a:lnTo>
                <a:lnTo>
                  <a:pt x="98133" y="180335"/>
                </a:lnTo>
                <a:lnTo>
                  <a:pt x="98175" y="185209"/>
                </a:lnTo>
                <a:lnTo>
                  <a:pt x="98242" y="190082"/>
                </a:lnTo>
                <a:lnTo>
                  <a:pt x="98345" y="194956"/>
                </a:lnTo>
                <a:lnTo>
                  <a:pt x="98501" y="199830"/>
                </a:lnTo>
                <a:lnTo>
                  <a:pt x="98729" y="204704"/>
                </a:lnTo>
                <a:lnTo>
                  <a:pt x="99056" y="209578"/>
                </a:lnTo>
                <a:lnTo>
                  <a:pt x="99510" y="214452"/>
                </a:lnTo>
                <a:lnTo>
                  <a:pt x="100127" y="219326"/>
                </a:lnTo>
                <a:lnTo>
                  <a:pt x="100942" y="224200"/>
                </a:lnTo>
                <a:lnTo>
                  <a:pt x="101989" y="229074"/>
                </a:lnTo>
                <a:lnTo>
                  <a:pt x="103297" y="233948"/>
                </a:lnTo>
                <a:lnTo>
                  <a:pt x="104886" y="238822"/>
                </a:lnTo>
                <a:lnTo>
                  <a:pt x="106757" y="243695"/>
                </a:lnTo>
                <a:lnTo>
                  <a:pt x="108894" y="248569"/>
                </a:lnTo>
                <a:lnTo>
                  <a:pt x="111255" y="253443"/>
                </a:lnTo>
                <a:lnTo>
                  <a:pt x="113774" y="258317"/>
                </a:lnTo>
                <a:lnTo>
                  <a:pt x="116360" y="263191"/>
                </a:lnTo>
                <a:lnTo>
                  <a:pt x="118903" y="268065"/>
                </a:lnTo>
                <a:lnTo>
                  <a:pt x="121280" y="272939"/>
                </a:lnTo>
                <a:lnTo>
                  <a:pt x="123370" y="277813"/>
                </a:lnTo>
                <a:lnTo>
                  <a:pt x="125061" y="282687"/>
                </a:lnTo>
                <a:lnTo>
                  <a:pt x="126262" y="287561"/>
                </a:lnTo>
                <a:lnTo>
                  <a:pt x="126917" y="292435"/>
                </a:lnTo>
                <a:lnTo>
                  <a:pt x="127006" y="297308"/>
                </a:lnTo>
                <a:lnTo>
                  <a:pt x="126551" y="302182"/>
                </a:lnTo>
                <a:lnTo>
                  <a:pt x="125613" y="307056"/>
                </a:lnTo>
                <a:lnTo>
                  <a:pt x="124282" y="311930"/>
                </a:lnTo>
                <a:lnTo>
                  <a:pt x="122671" y="316804"/>
                </a:lnTo>
                <a:lnTo>
                  <a:pt x="120902" y="321678"/>
                </a:lnTo>
                <a:lnTo>
                  <a:pt x="119095" y="326552"/>
                </a:lnTo>
                <a:lnTo>
                  <a:pt x="117357" y="331426"/>
                </a:lnTo>
                <a:lnTo>
                  <a:pt x="115773" y="336300"/>
                </a:lnTo>
                <a:lnTo>
                  <a:pt x="114403" y="341174"/>
                </a:lnTo>
                <a:lnTo>
                  <a:pt x="113282" y="346048"/>
                </a:lnTo>
                <a:lnTo>
                  <a:pt x="112417" y="350921"/>
                </a:lnTo>
                <a:lnTo>
                  <a:pt x="111796" y="355795"/>
                </a:lnTo>
                <a:lnTo>
                  <a:pt x="111389" y="360669"/>
                </a:lnTo>
                <a:lnTo>
                  <a:pt x="111158" y="365543"/>
                </a:lnTo>
                <a:lnTo>
                  <a:pt x="111059" y="370417"/>
                </a:lnTo>
                <a:lnTo>
                  <a:pt x="111047" y="375291"/>
                </a:lnTo>
                <a:lnTo>
                  <a:pt x="111083" y="380165"/>
                </a:lnTo>
                <a:lnTo>
                  <a:pt x="111130" y="385039"/>
                </a:lnTo>
                <a:lnTo>
                  <a:pt x="111160" y="389913"/>
                </a:lnTo>
                <a:lnTo>
                  <a:pt x="111150" y="394787"/>
                </a:lnTo>
                <a:lnTo>
                  <a:pt x="111085" y="399661"/>
                </a:lnTo>
                <a:lnTo>
                  <a:pt x="110952" y="404534"/>
                </a:lnTo>
                <a:lnTo>
                  <a:pt x="110743" y="409408"/>
                </a:lnTo>
                <a:lnTo>
                  <a:pt x="110452" y="414282"/>
                </a:lnTo>
                <a:lnTo>
                  <a:pt x="110078" y="419156"/>
                </a:lnTo>
                <a:lnTo>
                  <a:pt x="109618" y="424030"/>
                </a:lnTo>
                <a:lnTo>
                  <a:pt x="109076" y="428904"/>
                </a:lnTo>
                <a:lnTo>
                  <a:pt x="108456" y="433778"/>
                </a:lnTo>
                <a:lnTo>
                  <a:pt x="107769" y="438652"/>
                </a:lnTo>
                <a:lnTo>
                  <a:pt x="107028" y="443526"/>
                </a:lnTo>
                <a:lnTo>
                  <a:pt x="106253" y="448400"/>
                </a:lnTo>
                <a:lnTo>
                  <a:pt x="105469" y="453274"/>
                </a:lnTo>
                <a:lnTo>
                  <a:pt x="104703" y="458147"/>
                </a:lnTo>
                <a:lnTo>
                  <a:pt x="103987" y="463021"/>
                </a:lnTo>
                <a:lnTo>
                  <a:pt x="103353" y="467895"/>
                </a:lnTo>
                <a:lnTo>
                  <a:pt x="102837" y="472769"/>
                </a:lnTo>
                <a:lnTo>
                  <a:pt x="102476" y="477643"/>
                </a:lnTo>
                <a:lnTo>
                  <a:pt x="102310" y="482517"/>
                </a:lnTo>
                <a:lnTo>
                  <a:pt x="102383" y="487391"/>
                </a:lnTo>
                <a:lnTo>
                  <a:pt x="102747" y="492265"/>
                </a:lnTo>
                <a:lnTo>
                  <a:pt x="103463" y="497139"/>
                </a:lnTo>
                <a:lnTo>
                  <a:pt x="104605" y="502013"/>
                </a:lnTo>
                <a:lnTo>
                  <a:pt x="106259" y="506887"/>
                </a:lnTo>
                <a:lnTo>
                  <a:pt x="108521" y="511760"/>
                </a:lnTo>
                <a:lnTo>
                  <a:pt x="111491" y="516634"/>
                </a:lnTo>
                <a:lnTo>
                  <a:pt x="115265" y="521508"/>
                </a:lnTo>
                <a:lnTo>
                  <a:pt x="119923" y="526382"/>
                </a:lnTo>
                <a:lnTo>
                  <a:pt x="125509" y="531256"/>
                </a:lnTo>
                <a:lnTo>
                  <a:pt x="132016" y="536130"/>
                </a:lnTo>
                <a:lnTo>
                  <a:pt x="139368" y="541004"/>
                </a:lnTo>
                <a:lnTo>
                  <a:pt x="147410" y="545878"/>
                </a:lnTo>
                <a:lnTo>
                  <a:pt x="155897" y="550752"/>
                </a:lnTo>
                <a:lnTo>
                  <a:pt x="164506" y="555626"/>
                </a:lnTo>
                <a:lnTo>
                  <a:pt x="172844" y="560500"/>
                </a:lnTo>
                <a:lnTo>
                  <a:pt x="180482" y="565373"/>
                </a:lnTo>
                <a:lnTo>
                  <a:pt x="186984" y="570247"/>
                </a:lnTo>
                <a:lnTo>
                  <a:pt x="191955" y="575121"/>
                </a:lnTo>
                <a:lnTo>
                  <a:pt x="195076"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2395" name="03_assume_matched_7692">
            <a:extLst>
              <a:ext uri="{FF2B5EF4-FFF2-40B4-BE49-F238E27FC236}">
                <a16:creationId xmlns:a16="http://schemas.microsoft.com/office/drawing/2014/main" id="{0444FAD7-4E43-4FEC-85B6-20B72CE75216}"/>
              </a:ext>
            </a:extLst>
          </p:cNvPr>
          <p:cNvSpPr>
            <a:spLocks noGrp="1"/>
          </p:cNvSpPr>
          <p:nvPr/>
        </p:nvSpPr>
        <p:spPr>
          <a:xfrm>
            <a:off x="4520337" y="4866326"/>
            <a:ext cx="196140" cy="584869"/>
          </a:xfrm>
          <a:custGeom>
            <a:avLst/>
            <a:gdLst/>
            <a:ahLst/>
            <a:cxnLst/>
            <a:rect l="0" t="0" r="0" b="0"/>
            <a:pathLst>
              <a:path w="196140" h="584869">
                <a:moveTo>
                  <a:pt x="155362" y="584869"/>
                </a:moveTo>
                <a:lnTo>
                  <a:pt x="40778" y="584869"/>
                </a:lnTo>
                <a:lnTo>
                  <a:pt x="41372" y="579995"/>
                </a:lnTo>
                <a:lnTo>
                  <a:pt x="43113" y="575121"/>
                </a:lnTo>
                <a:lnTo>
                  <a:pt x="45884" y="570247"/>
                </a:lnTo>
                <a:lnTo>
                  <a:pt x="49503" y="565373"/>
                </a:lnTo>
                <a:lnTo>
                  <a:pt x="53746" y="560500"/>
                </a:lnTo>
                <a:lnTo>
                  <a:pt x="58370" y="555626"/>
                </a:lnTo>
                <a:lnTo>
                  <a:pt x="63135" y="550752"/>
                </a:lnTo>
                <a:lnTo>
                  <a:pt x="67826" y="545878"/>
                </a:lnTo>
                <a:lnTo>
                  <a:pt x="72268" y="541004"/>
                </a:lnTo>
                <a:lnTo>
                  <a:pt x="76334" y="536130"/>
                </a:lnTo>
                <a:lnTo>
                  <a:pt x="79946" y="531256"/>
                </a:lnTo>
                <a:lnTo>
                  <a:pt x="83071" y="526382"/>
                </a:lnTo>
                <a:lnTo>
                  <a:pt x="85712" y="521508"/>
                </a:lnTo>
                <a:lnTo>
                  <a:pt x="87899" y="516634"/>
                </a:lnTo>
                <a:lnTo>
                  <a:pt x="89677" y="511760"/>
                </a:lnTo>
                <a:lnTo>
                  <a:pt x="91098" y="506887"/>
                </a:lnTo>
                <a:lnTo>
                  <a:pt x="92210" y="502013"/>
                </a:lnTo>
                <a:lnTo>
                  <a:pt x="93059" y="497139"/>
                </a:lnTo>
                <a:lnTo>
                  <a:pt x="93681" y="492265"/>
                </a:lnTo>
                <a:lnTo>
                  <a:pt x="94107" y="487391"/>
                </a:lnTo>
                <a:lnTo>
                  <a:pt x="94360" y="482517"/>
                </a:lnTo>
                <a:lnTo>
                  <a:pt x="94459" y="477643"/>
                </a:lnTo>
                <a:lnTo>
                  <a:pt x="94421" y="472769"/>
                </a:lnTo>
                <a:lnTo>
                  <a:pt x="94264" y="467895"/>
                </a:lnTo>
                <a:lnTo>
                  <a:pt x="94005" y="463021"/>
                </a:lnTo>
                <a:lnTo>
                  <a:pt x="93663" y="458147"/>
                </a:lnTo>
                <a:lnTo>
                  <a:pt x="93257" y="453274"/>
                </a:lnTo>
                <a:lnTo>
                  <a:pt x="92807" y="448400"/>
                </a:lnTo>
                <a:lnTo>
                  <a:pt x="92335" y="443526"/>
                </a:lnTo>
                <a:lnTo>
                  <a:pt x="91858" y="438652"/>
                </a:lnTo>
                <a:lnTo>
                  <a:pt x="91396" y="433778"/>
                </a:lnTo>
                <a:lnTo>
                  <a:pt x="90965" y="428904"/>
                </a:lnTo>
                <a:lnTo>
                  <a:pt x="90581" y="424030"/>
                </a:lnTo>
                <a:lnTo>
                  <a:pt x="90259" y="419156"/>
                </a:lnTo>
                <a:lnTo>
                  <a:pt x="90010" y="414282"/>
                </a:lnTo>
                <a:lnTo>
                  <a:pt x="89846" y="409408"/>
                </a:lnTo>
                <a:lnTo>
                  <a:pt x="89773" y="404534"/>
                </a:lnTo>
                <a:lnTo>
                  <a:pt x="89796" y="399661"/>
                </a:lnTo>
                <a:lnTo>
                  <a:pt x="89912" y="394787"/>
                </a:lnTo>
                <a:lnTo>
                  <a:pt x="90115" y="389913"/>
                </a:lnTo>
                <a:lnTo>
                  <a:pt x="90391" y="385039"/>
                </a:lnTo>
                <a:lnTo>
                  <a:pt x="90718" y="380165"/>
                </a:lnTo>
                <a:lnTo>
                  <a:pt x="91070" y="375291"/>
                </a:lnTo>
                <a:lnTo>
                  <a:pt x="91414" y="370417"/>
                </a:lnTo>
                <a:lnTo>
                  <a:pt x="91716" y="365543"/>
                </a:lnTo>
                <a:lnTo>
                  <a:pt x="91942" y="360669"/>
                </a:lnTo>
                <a:lnTo>
                  <a:pt x="92062" y="355795"/>
                </a:lnTo>
                <a:lnTo>
                  <a:pt x="92051" y="350921"/>
                </a:lnTo>
                <a:lnTo>
                  <a:pt x="91893" y="346048"/>
                </a:lnTo>
                <a:lnTo>
                  <a:pt x="91585" y="341174"/>
                </a:lnTo>
                <a:lnTo>
                  <a:pt x="91134" y="336300"/>
                </a:lnTo>
                <a:lnTo>
                  <a:pt x="90564" y="331426"/>
                </a:lnTo>
                <a:lnTo>
                  <a:pt x="89906" y="326552"/>
                </a:lnTo>
                <a:lnTo>
                  <a:pt x="89205" y="321678"/>
                </a:lnTo>
                <a:lnTo>
                  <a:pt x="88511" y="316804"/>
                </a:lnTo>
                <a:lnTo>
                  <a:pt x="87876" y="311930"/>
                </a:lnTo>
                <a:lnTo>
                  <a:pt x="87353" y="307056"/>
                </a:lnTo>
                <a:lnTo>
                  <a:pt x="86987" y="302182"/>
                </a:lnTo>
                <a:lnTo>
                  <a:pt x="86810" y="297308"/>
                </a:lnTo>
                <a:lnTo>
                  <a:pt x="86844" y="292435"/>
                </a:lnTo>
                <a:lnTo>
                  <a:pt x="87091" y="287561"/>
                </a:lnTo>
                <a:lnTo>
                  <a:pt x="87538" y="282687"/>
                </a:lnTo>
                <a:lnTo>
                  <a:pt x="88156" y="277813"/>
                </a:lnTo>
                <a:lnTo>
                  <a:pt x="88903" y="272939"/>
                </a:lnTo>
                <a:lnTo>
                  <a:pt x="89729" y="268065"/>
                </a:lnTo>
                <a:lnTo>
                  <a:pt x="90580" y="263191"/>
                </a:lnTo>
                <a:lnTo>
                  <a:pt x="91404" y="258317"/>
                </a:lnTo>
                <a:lnTo>
                  <a:pt x="92152" y="253443"/>
                </a:lnTo>
                <a:lnTo>
                  <a:pt x="92786" y="248569"/>
                </a:lnTo>
                <a:lnTo>
                  <a:pt x="93280" y="243695"/>
                </a:lnTo>
                <a:lnTo>
                  <a:pt x="93620" y="238822"/>
                </a:lnTo>
                <a:lnTo>
                  <a:pt x="93805" y="233948"/>
                </a:lnTo>
                <a:lnTo>
                  <a:pt x="93847" y="229074"/>
                </a:lnTo>
                <a:lnTo>
                  <a:pt x="93767" y="224200"/>
                </a:lnTo>
                <a:lnTo>
                  <a:pt x="93594" y="219326"/>
                </a:lnTo>
                <a:lnTo>
                  <a:pt x="93360" y="214452"/>
                </a:lnTo>
                <a:lnTo>
                  <a:pt x="93102" y="209578"/>
                </a:lnTo>
                <a:lnTo>
                  <a:pt x="92853" y="204704"/>
                </a:lnTo>
                <a:lnTo>
                  <a:pt x="92642" y="199830"/>
                </a:lnTo>
                <a:lnTo>
                  <a:pt x="92493" y="194956"/>
                </a:lnTo>
                <a:lnTo>
                  <a:pt x="92421" y="190082"/>
                </a:lnTo>
                <a:lnTo>
                  <a:pt x="92434" y="185209"/>
                </a:lnTo>
                <a:lnTo>
                  <a:pt x="92532" y="180335"/>
                </a:lnTo>
                <a:lnTo>
                  <a:pt x="92706" y="175461"/>
                </a:lnTo>
                <a:lnTo>
                  <a:pt x="92944" y="170587"/>
                </a:lnTo>
                <a:lnTo>
                  <a:pt x="93229" y="165713"/>
                </a:lnTo>
                <a:lnTo>
                  <a:pt x="93542" y="160839"/>
                </a:lnTo>
                <a:lnTo>
                  <a:pt x="93865" y="155965"/>
                </a:lnTo>
                <a:lnTo>
                  <a:pt x="94181" y="151091"/>
                </a:lnTo>
                <a:lnTo>
                  <a:pt x="94476" y="146217"/>
                </a:lnTo>
                <a:lnTo>
                  <a:pt x="94741" y="141343"/>
                </a:lnTo>
                <a:lnTo>
                  <a:pt x="94968" y="136469"/>
                </a:lnTo>
                <a:lnTo>
                  <a:pt x="95152" y="131596"/>
                </a:lnTo>
                <a:lnTo>
                  <a:pt x="95289" y="126722"/>
                </a:lnTo>
                <a:lnTo>
                  <a:pt x="95374" y="121848"/>
                </a:lnTo>
                <a:lnTo>
                  <a:pt x="95401" y="116974"/>
                </a:lnTo>
                <a:lnTo>
                  <a:pt x="95356" y="112100"/>
                </a:lnTo>
                <a:lnTo>
                  <a:pt x="95221" y="107226"/>
                </a:lnTo>
                <a:lnTo>
                  <a:pt x="94967" y="102352"/>
                </a:lnTo>
                <a:lnTo>
                  <a:pt x="94555" y="97478"/>
                </a:lnTo>
                <a:lnTo>
                  <a:pt x="93931" y="92604"/>
                </a:lnTo>
                <a:lnTo>
                  <a:pt x="93029" y="87730"/>
                </a:lnTo>
                <a:lnTo>
                  <a:pt x="91766" y="82856"/>
                </a:lnTo>
                <a:lnTo>
                  <a:pt x="90044" y="77983"/>
                </a:lnTo>
                <a:lnTo>
                  <a:pt x="87754" y="73109"/>
                </a:lnTo>
                <a:lnTo>
                  <a:pt x="84785" y="68235"/>
                </a:lnTo>
                <a:lnTo>
                  <a:pt x="81029" y="63361"/>
                </a:lnTo>
                <a:lnTo>
                  <a:pt x="76397" y="58487"/>
                </a:lnTo>
                <a:lnTo>
                  <a:pt x="70838" y="53613"/>
                </a:lnTo>
                <a:lnTo>
                  <a:pt x="64351" y="48739"/>
                </a:lnTo>
                <a:lnTo>
                  <a:pt x="57008" y="43865"/>
                </a:lnTo>
                <a:lnTo>
                  <a:pt x="48963" y="38991"/>
                </a:lnTo>
                <a:lnTo>
                  <a:pt x="40459" y="34117"/>
                </a:lnTo>
                <a:lnTo>
                  <a:pt x="31821" y="29243"/>
                </a:lnTo>
                <a:lnTo>
                  <a:pt x="23444" y="24370"/>
                </a:lnTo>
                <a:lnTo>
                  <a:pt x="15765" y="19496"/>
                </a:lnTo>
                <a:lnTo>
                  <a:pt x="9221" y="14622"/>
                </a:lnTo>
                <a:lnTo>
                  <a:pt x="4216" y="9748"/>
                </a:lnTo>
                <a:lnTo>
                  <a:pt x="1072" y="4874"/>
                </a:lnTo>
                <a:lnTo>
                  <a:pt x="0" y="0"/>
                </a:lnTo>
                <a:lnTo>
                  <a:pt x="196140" y="0"/>
                </a:lnTo>
                <a:lnTo>
                  <a:pt x="196140" y="0"/>
                </a:lnTo>
                <a:lnTo>
                  <a:pt x="195068" y="4874"/>
                </a:lnTo>
                <a:lnTo>
                  <a:pt x="191925" y="9748"/>
                </a:lnTo>
                <a:lnTo>
                  <a:pt x="186919" y="14622"/>
                </a:lnTo>
                <a:lnTo>
                  <a:pt x="180376" y="19496"/>
                </a:lnTo>
                <a:lnTo>
                  <a:pt x="172696" y="24370"/>
                </a:lnTo>
                <a:lnTo>
                  <a:pt x="164320" y="29243"/>
                </a:lnTo>
                <a:lnTo>
                  <a:pt x="155682" y="34117"/>
                </a:lnTo>
                <a:lnTo>
                  <a:pt x="147177" y="38991"/>
                </a:lnTo>
                <a:lnTo>
                  <a:pt x="139132" y="43865"/>
                </a:lnTo>
                <a:lnTo>
                  <a:pt x="131789" y="48739"/>
                </a:lnTo>
                <a:lnTo>
                  <a:pt x="125302" y="53613"/>
                </a:lnTo>
                <a:lnTo>
                  <a:pt x="119743" y="58487"/>
                </a:lnTo>
                <a:lnTo>
                  <a:pt x="115111" y="63361"/>
                </a:lnTo>
                <a:lnTo>
                  <a:pt x="111355" y="68235"/>
                </a:lnTo>
                <a:lnTo>
                  <a:pt x="108386" y="73109"/>
                </a:lnTo>
                <a:lnTo>
                  <a:pt x="106097" y="77983"/>
                </a:lnTo>
                <a:lnTo>
                  <a:pt x="104374" y="82856"/>
                </a:lnTo>
                <a:lnTo>
                  <a:pt x="103111" y="87730"/>
                </a:lnTo>
                <a:lnTo>
                  <a:pt x="102209" y="92604"/>
                </a:lnTo>
                <a:lnTo>
                  <a:pt x="101586" y="97478"/>
                </a:lnTo>
                <a:lnTo>
                  <a:pt x="101173" y="102352"/>
                </a:lnTo>
                <a:lnTo>
                  <a:pt x="100919" y="107226"/>
                </a:lnTo>
                <a:lnTo>
                  <a:pt x="100784" y="112100"/>
                </a:lnTo>
                <a:lnTo>
                  <a:pt x="100739" y="116974"/>
                </a:lnTo>
                <a:lnTo>
                  <a:pt x="100766" y="121848"/>
                </a:lnTo>
                <a:lnTo>
                  <a:pt x="100851" y="126722"/>
                </a:lnTo>
                <a:lnTo>
                  <a:pt x="100989" y="131596"/>
                </a:lnTo>
                <a:lnTo>
                  <a:pt x="101173" y="136469"/>
                </a:lnTo>
                <a:lnTo>
                  <a:pt x="101399" y="141343"/>
                </a:lnTo>
                <a:lnTo>
                  <a:pt x="101664" y="146217"/>
                </a:lnTo>
                <a:lnTo>
                  <a:pt x="101960" y="151091"/>
                </a:lnTo>
                <a:lnTo>
                  <a:pt x="102276" y="155965"/>
                </a:lnTo>
                <a:lnTo>
                  <a:pt x="102598" y="160839"/>
                </a:lnTo>
                <a:lnTo>
                  <a:pt x="102911" y="165713"/>
                </a:lnTo>
                <a:lnTo>
                  <a:pt x="103196" y="170587"/>
                </a:lnTo>
                <a:lnTo>
                  <a:pt x="103434" y="175461"/>
                </a:lnTo>
                <a:lnTo>
                  <a:pt x="103609" y="180335"/>
                </a:lnTo>
                <a:lnTo>
                  <a:pt x="103706" y="185209"/>
                </a:lnTo>
                <a:lnTo>
                  <a:pt x="103720" y="190082"/>
                </a:lnTo>
                <a:lnTo>
                  <a:pt x="103648" y="194956"/>
                </a:lnTo>
                <a:lnTo>
                  <a:pt x="103498" y="199830"/>
                </a:lnTo>
                <a:lnTo>
                  <a:pt x="103287" y="204704"/>
                </a:lnTo>
                <a:lnTo>
                  <a:pt x="103038" y="209578"/>
                </a:lnTo>
                <a:lnTo>
                  <a:pt x="102780" y="214452"/>
                </a:lnTo>
                <a:lnTo>
                  <a:pt x="102547" y="219326"/>
                </a:lnTo>
                <a:lnTo>
                  <a:pt x="102373" y="224200"/>
                </a:lnTo>
                <a:lnTo>
                  <a:pt x="102293" y="229074"/>
                </a:lnTo>
                <a:lnTo>
                  <a:pt x="102335" y="233948"/>
                </a:lnTo>
                <a:lnTo>
                  <a:pt x="102520" y="238822"/>
                </a:lnTo>
                <a:lnTo>
                  <a:pt x="102860" y="243695"/>
                </a:lnTo>
                <a:lnTo>
                  <a:pt x="103354" y="248569"/>
                </a:lnTo>
                <a:lnTo>
                  <a:pt x="103989" y="253443"/>
                </a:lnTo>
                <a:lnTo>
                  <a:pt x="104737" y="258317"/>
                </a:lnTo>
                <a:lnTo>
                  <a:pt x="105560" y="263191"/>
                </a:lnTo>
                <a:lnTo>
                  <a:pt x="106411" y="268065"/>
                </a:lnTo>
                <a:lnTo>
                  <a:pt x="107238" y="272939"/>
                </a:lnTo>
                <a:lnTo>
                  <a:pt x="107985" y="277813"/>
                </a:lnTo>
                <a:lnTo>
                  <a:pt x="108603" y="282687"/>
                </a:lnTo>
                <a:lnTo>
                  <a:pt x="109049" y="287561"/>
                </a:lnTo>
                <a:lnTo>
                  <a:pt x="109296" y="292435"/>
                </a:lnTo>
                <a:lnTo>
                  <a:pt x="109330" y="297308"/>
                </a:lnTo>
                <a:lnTo>
                  <a:pt x="109154" y="302182"/>
                </a:lnTo>
                <a:lnTo>
                  <a:pt x="108787" y="307056"/>
                </a:lnTo>
                <a:lnTo>
                  <a:pt x="108264" y="311930"/>
                </a:lnTo>
                <a:lnTo>
                  <a:pt x="107630" y="316804"/>
                </a:lnTo>
                <a:lnTo>
                  <a:pt x="106935" y="321678"/>
                </a:lnTo>
                <a:lnTo>
                  <a:pt x="106234" y="326552"/>
                </a:lnTo>
                <a:lnTo>
                  <a:pt x="105577" y="331426"/>
                </a:lnTo>
                <a:lnTo>
                  <a:pt x="105006" y="336300"/>
                </a:lnTo>
                <a:lnTo>
                  <a:pt x="104556" y="341174"/>
                </a:lnTo>
                <a:lnTo>
                  <a:pt x="104248" y="346048"/>
                </a:lnTo>
                <a:lnTo>
                  <a:pt x="104090" y="350921"/>
                </a:lnTo>
                <a:lnTo>
                  <a:pt x="104078" y="355795"/>
                </a:lnTo>
                <a:lnTo>
                  <a:pt x="104198" y="360669"/>
                </a:lnTo>
                <a:lnTo>
                  <a:pt x="104424" y="365543"/>
                </a:lnTo>
                <a:lnTo>
                  <a:pt x="104727" y="370417"/>
                </a:lnTo>
                <a:lnTo>
                  <a:pt x="105071" y="375291"/>
                </a:lnTo>
                <a:lnTo>
                  <a:pt x="105422" y="380165"/>
                </a:lnTo>
                <a:lnTo>
                  <a:pt x="105750" y="385039"/>
                </a:lnTo>
                <a:lnTo>
                  <a:pt x="106025" y="389913"/>
                </a:lnTo>
                <a:lnTo>
                  <a:pt x="106228" y="394787"/>
                </a:lnTo>
                <a:lnTo>
                  <a:pt x="106345" y="399661"/>
                </a:lnTo>
                <a:lnTo>
                  <a:pt x="106367" y="404534"/>
                </a:lnTo>
                <a:lnTo>
                  <a:pt x="106295" y="409408"/>
                </a:lnTo>
                <a:lnTo>
                  <a:pt x="106130" y="414282"/>
                </a:lnTo>
                <a:lnTo>
                  <a:pt x="105881" y="419156"/>
                </a:lnTo>
                <a:lnTo>
                  <a:pt x="105559" y="424030"/>
                </a:lnTo>
                <a:lnTo>
                  <a:pt x="105175" y="428904"/>
                </a:lnTo>
                <a:lnTo>
                  <a:pt x="104745" y="433778"/>
                </a:lnTo>
                <a:lnTo>
                  <a:pt x="104282" y="438652"/>
                </a:lnTo>
                <a:lnTo>
                  <a:pt x="103806" y="443526"/>
                </a:lnTo>
                <a:lnTo>
                  <a:pt x="103333" y="448400"/>
                </a:lnTo>
                <a:lnTo>
                  <a:pt x="102883" y="453274"/>
                </a:lnTo>
                <a:lnTo>
                  <a:pt x="102477" y="458147"/>
                </a:lnTo>
                <a:lnTo>
                  <a:pt x="102135" y="463021"/>
                </a:lnTo>
                <a:lnTo>
                  <a:pt x="101876" y="467895"/>
                </a:lnTo>
                <a:lnTo>
                  <a:pt x="101719" y="472769"/>
                </a:lnTo>
                <a:lnTo>
                  <a:pt x="101682" y="477643"/>
                </a:lnTo>
                <a:lnTo>
                  <a:pt x="101781" y="482517"/>
                </a:lnTo>
                <a:lnTo>
                  <a:pt x="102033" y="487391"/>
                </a:lnTo>
                <a:lnTo>
                  <a:pt x="102459" y="492265"/>
                </a:lnTo>
                <a:lnTo>
                  <a:pt x="103082" y="497139"/>
                </a:lnTo>
                <a:lnTo>
                  <a:pt x="103931" y="502013"/>
                </a:lnTo>
                <a:lnTo>
                  <a:pt x="105043" y="506887"/>
                </a:lnTo>
                <a:lnTo>
                  <a:pt x="106463" y="511760"/>
                </a:lnTo>
                <a:lnTo>
                  <a:pt x="108241" y="516634"/>
                </a:lnTo>
                <a:lnTo>
                  <a:pt x="110429" y="521508"/>
                </a:lnTo>
                <a:lnTo>
                  <a:pt x="113070" y="526382"/>
                </a:lnTo>
                <a:lnTo>
                  <a:pt x="116195" y="531256"/>
                </a:lnTo>
                <a:lnTo>
                  <a:pt x="119807" y="536130"/>
                </a:lnTo>
                <a:lnTo>
                  <a:pt x="123872" y="541004"/>
                </a:lnTo>
                <a:lnTo>
                  <a:pt x="128315" y="545878"/>
                </a:lnTo>
                <a:lnTo>
                  <a:pt x="133005" y="550752"/>
                </a:lnTo>
                <a:lnTo>
                  <a:pt x="137770" y="555626"/>
                </a:lnTo>
                <a:lnTo>
                  <a:pt x="142394" y="560500"/>
                </a:lnTo>
                <a:lnTo>
                  <a:pt x="146637" y="565373"/>
                </a:lnTo>
                <a:lnTo>
                  <a:pt x="150256" y="570247"/>
                </a:lnTo>
                <a:lnTo>
                  <a:pt x="153027" y="575121"/>
                </a:lnTo>
                <a:lnTo>
                  <a:pt x="154768" y="579995"/>
                </a:lnTo>
                <a:lnTo>
                  <a:pt x="155362" y="584869"/>
                </a:lnTo>
                <a:lnTo>
                  <a:pt x="155362" y="584869"/>
                </a:lnTo>
                <a:close/>
              </a:path>
            </a:pathLst>
          </a:custGeom>
          <a:solidFill>
            <a:srgbClr val="596BC0">
              <a:alpha val="12000"/>
            </a:srgbClr>
          </a:solidFill>
          <a:ln w="6985">
            <a:solidFill>
              <a:srgbClr val="596BC0">
                <a:alpha val="12000"/>
              </a:srgbClr>
            </a:solidFill>
            <a:prstDash val="solid"/>
          </a:ln>
        </p:spPr>
      </p:sp>
      <p:sp>
        <p:nvSpPr>
          <p:cNvPr id="2396" name="03_assume_matched_7693">
            <a:extLst>
              <a:ext uri="{FF2B5EF4-FFF2-40B4-BE49-F238E27FC236}">
                <a16:creationId xmlns:a16="http://schemas.microsoft.com/office/drawing/2014/main" id="{10B2A14B-0EB9-420C-BE11-F5BB34004C60}"/>
              </a:ext>
            </a:extLst>
          </p:cNvPr>
          <p:cNvSpPr>
            <a:spLocks noGrp="1"/>
          </p:cNvSpPr>
          <p:nvPr/>
        </p:nvSpPr>
        <p:spPr>
          <a:xfrm>
            <a:off x="5274723" y="4866326"/>
            <a:ext cx="196140" cy="584869"/>
          </a:xfrm>
          <a:custGeom>
            <a:avLst/>
            <a:gdLst/>
            <a:ahLst/>
            <a:cxnLst/>
            <a:rect l="0" t="0" r="0" b="0"/>
            <a:pathLst>
              <a:path w="196140" h="584869">
                <a:moveTo>
                  <a:pt x="140114" y="584869"/>
                </a:moveTo>
                <a:lnTo>
                  <a:pt x="56026" y="584869"/>
                </a:lnTo>
                <a:lnTo>
                  <a:pt x="56457" y="579995"/>
                </a:lnTo>
                <a:lnTo>
                  <a:pt x="57720" y="575121"/>
                </a:lnTo>
                <a:lnTo>
                  <a:pt x="59730" y="570247"/>
                </a:lnTo>
                <a:lnTo>
                  <a:pt x="62355" y="565373"/>
                </a:lnTo>
                <a:lnTo>
                  <a:pt x="65432" y="560500"/>
                </a:lnTo>
                <a:lnTo>
                  <a:pt x="68786" y="555626"/>
                </a:lnTo>
                <a:lnTo>
                  <a:pt x="72242" y="550752"/>
                </a:lnTo>
                <a:lnTo>
                  <a:pt x="75645" y="545878"/>
                </a:lnTo>
                <a:lnTo>
                  <a:pt x="78869" y="541004"/>
                </a:lnTo>
                <a:lnTo>
                  <a:pt x="81822" y="536130"/>
                </a:lnTo>
                <a:lnTo>
                  <a:pt x="84449" y="531256"/>
                </a:lnTo>
                <a:lnTo>
                  <a:pt x="86726" y="526382"/>
                </a:lnTo>
                <a:lnTo>
                  <a:pt x="88657" y="521508"/>
                </a:lnTo>
                <a:lnTo>
                  <a:pt x="90262" y="516634"/>
                </a:lnTo>
                <a:lnTo>
                  <a:pt x="91573" y="511760"/>
                </a:lnTo>
                <a:lnTo>
                  <a:pt x="92626" y="506887"/>
                </a:lnTo>
                <a:lnTo>
                  <a:pt x="93456" y="502013"/>
                </a:lnTo>
                <a:lnTo>
                  <a:pt x="94095" y="497139"/>
                </a:lnTo>
                <a:lnTo>
                  <a:pt x="94566" y="492265"/>
                </a:lnTo>
                <a:lnTo>
                  <a:pt x="94891" y="487391"/>
                </a:lnTo>
                <a:lnTo>
                  <a:pt x="95087" y="482517"/>
                </a:lnTo>
                <a:lnTo>
                  <a:pt x="95166" y="477643"/>
                </a:lnTo>
                <a:lnTo>
                  <a:pt x="95142" y="472769"/>
                </a:lnTo>
                <a:lnTo>
                  <a:pt x="95029" y="467895"/>
                </a:lnTo>
                <a:lnTo>
                  <a:pt x="94842" y="463021"/>
                </a:lnTo>
                <a:lnTo>
                  <a:pt x="94596" y="458147"/>
                </a:lnTo>
                <a:lnTo>
                  <a:pt x="94309" y="453274"/>
                </a:lnTo>
                <a:lnTo>
                  <a:pt x="93998" y="448400"/>
                </a:lnTo>
                <a:lnTo>
                  <a:pt x="93681" y="443526"/>
                </a:lnTo>
                <a:lnTo>
                  <a:pt x="93372" y="438652"/>
                </a:lnTo>
                <a:lnTo>
                  <a:pt x="93087" y="433778"/>
                </a:lnTo>
                <a:lnTo>
                  <a:pt x="92836" y="428904"/>
                </a:lnTo>
                <a:lnTo>
                  <a:pt x="92631" y="424030"/>
                </a:lnTo>
                <a:lnTo>
                  <a:pt x="92477" y="419156"/>
                </a:lnTo>
                <a:lnTo>
                  <a:pt x="92380" y="414282"/>
                </a:lnTo>
                <a:lnTo>
                  <a:pt x="92343" y="409408"/>
                </a:lnTo>
                <a:lnTo>
                  <a:pt x="92367" y="404534"/>
                </a:lnTo>
                <a:lnTo>
                  <a:pt x="92449" y="399661"/>
                </a:lnTo>
                <a:lnTo>
                  <a:pt x="92584" y="394787"/>
                </a:lnTo>
                <a:lnTo>
                  <a:pt x="92764" y="389913"/>
                </a:lnTo>
                <a:lnTo>
                  <a:pt x="92976" y="385039"/>
                </a:lnTo>
                <a:lnTo>
                  <a:pt x="93203" y="380165"/>
                </a:lnTo>
                <a:lnTo>
                  <a:pt x="93427" y="375291"/>
                </a:lnTo>
                <a:lnTo>
                  <a:pt x="93625" y="370417"/>
                </a:lnTo>
                <a:lnTo>
                  <a:pt x="93774" y="365543"/>
                </a:lnTo>
                <a:lnTo>
                  <a:pt x="93853" y="360669"/>
                </a:lnTo>
                <a:lnTo>
                  <a:pt x="93841" y="355795"/>
                </a:lnTo>
                <a:lnTo>
                  <a:pt x="93724" y="350921"/>
                </a:lnTo>
                <a:lnTo>
                  <a:pt x="93493" y="346048"/>
                </a:lnTo>
                <a:lnTo>
                  <a:pt x="93149" y="341174"/>
                </a:lnTo>
                <a:lnTo>
                  <a:pt x="92699" y="336300"/>
                </a:lnTo>
                <a:lnTo>
                  <a:pt x="92164" y="331426"/>
                </a:lnTo>
                <a:lnTo>
                  <a:pt x="91569" y="326552"/>
                </a:lnTo>
                <a:lnTo>
                  <a:pt x="90951" y="321678"/>
                </a:lnTo>
                <a:lnTo>
                  <a:pt x="90348" y="316804"/>
                </a:lnTo>
                <a:lnTo>
                  <a:pt x="89803" y="311930"/>
                </a:lnTo>
                <a:lnTo>
                  <a:pt x="89357" y="307056"/>
                </a:lnTo>
                <a:lnTo>
                  <a:pt x="89045" y="302182"/>
                </a:lnTo>
                <a:lnTo>
                  <a:pt x="88894" y="297308"/>
                </a:lnTo>
                <a:lnTo>
                  <a:pt x="88919" y="292435"/>
                </a:lnTo>
                <a:lnTo>
                  <a:pt x="89124" y="287561"/>
                </a:lnTo>
                <a:lnTo>
                  <a:pt x="89497" y="282687"/>
                </a:lnTo>
                <a:lnTo>
                  <a:pt x="90016" y="277813"/>
                </a:lnTo>
                <a:lnTo>
                  <a:pt x="90647" y="272939"/>
                </a:lnTo>
                <a:lnTo>
                  <a:pt x="91352" y="268065"/>
                </a:lnTo>
                <a:lnTo>
                  <a:pt x="92089" y="263191"/>
                </a:lnTo>
                <a:lnTo>
                  <a:pt x="92815" y="258317"/>
                </a:lnTo>
                <a:lnTo>
                  <a:pt x="93495" y="253443"/>
                </a:lnTo>
                <a:lnTo>
                  <a:pt x="94098" y="248569"/>
                </a:lnTo>
                <a:lnTo>
                  <a:pt x="94605" y="243695"/>
                </a:lnTo>
                <a:lnTo>
                  <a:pt x="95005" y="238822"/>
                </a:lnTo>
                <a:lnTo>
                  <a:pt x="95298" y="233948"/>
                </a:lnTo>
                <a:lnTo>
                  <a:pt x="95490" y="229074"/>
                </a:lnTo>
                <a:lnTo>
                  <a:pt x="95596" y="224200"/>
                </a:lnTo>
                <a:lnTo>
                  <a:pt x="95637" y="219326"/>
                </a:lnTo>
                <a:lnTo>
                  <a:pt x="95633" y="214452"/>
                </a:lnTo>
                <a:lnTo>
                  <a:pt x="95608" y="209578"/>
                </a:lnTo>
                <a:lnTo>
                  <a:pt x="95581" y="204704"/>
                </a:lnTo>
                <a:lnTo>
                  <a:pt x="95572" y="199830"/>
                </a:lnTo>
                <a:lnTo>
                  <a:pt x="95593" y="194956"/>
                </a:lnTo>
                <a:lnTo>
                  <a:pt x="95652" y="190082"/>
                </a:lnTo>
                <a:lnTo>
                  <a:pt x="95753" y="185209"/>
                </a:lnTo>
                <a:lnTo>
                  <a:pt x="95894" y="180335"/>
                </a:lnTo>
                <a:lnTo>
                  <a:pt x="96068" y="175461"/>
                </a:lnTo>
                <a:lnTo>
                  <a:pt x="96268" y="170587"/>
                </a:lnTo>
                <a:lnTo>
                  <a:pt x="96484" y="165713"/>
                </a:lnTo>
                <a:lnTo>
                  <a:pt x="96705" y="160839"/>
                </a:lnTo>
                <a:lnTo>
                  <a:pt x="96921" y="155965"/>
                </a:lnTo>
                <a:lnTo>
                  <a:pt x="97124" y="151091"/>
                </a:lnTo>
                <a:lnTo>
                  <a:pt x="97308" y="146217"/>
                </a:lnTo>
                <a:lnTo>
                  <a:pt x="97467" y="141343"/>
                </a:lnTo>
                <a:lnTo>
                  <a:pt x="97600" y="136469"/>
                </a:lnTo>
                <a:lnTo>
                  <a:pt x="97704" y="131596"/>
                </a:lnTo>
                <a:lnTo>
                  <a:pt x="97776" y="126722"/>
                </a:lnTo>
                <a:lnTo>
                  <a:pt x="97814" y="121848"/>
                </a:lnTo>
                <a:lnTo>
                  <a:pt x="97812" y="116974"/>
                </a:lnTo>
                <a:lnTo>
                  <a:pt x="97757" y="112100"/>
                </a:lnTo>
                <a:lnTo>
                  <a:pt x="97633" y="107226"/>
                </a:lnTo>
                <a:lnTo>
                  <a:pt x="97411" y="102352"/>
                </a:lnTo>
                <a:lnTo>
                  <a:pt x="97052" y="97478"/>
                </a:lnTo>
                <a:lnTo>
                  <a:pt x="96499" y="92604"/>
                </a:lnTo>
                <a:lnTo>
                  <a:pt x="95682" y="87730"/>
                </a:lnTo>
                <a:lnTo>
                  <a:pt x="94509" y="82856"/>
                </a:lnTo>
                <a:lnTo>
                  <a:pt x="92875" y="77983"/>
                </a:lnTo>
                <a:lnTo>
                  <a:pt x="90657" y="73109"/>
                </a:lnTo>
                <a:lnTo>
                  <a:pt x="87730" y="68235"/>
                </a:lnTo>
                <a:lnTo>
                  <a:pt x="83974" y="63361"/>
                </a:lnTo>
                <a:lnTo>
                  <a:pt x="79290" y="58487"/>
                </a:lnTo>
                <a:lnTo>
                  <a:pt x="73616" y="53613"/>
                </a:lnTo>
                <a:lnTo>
                  <a:pt x="66950" y="48739"/>
                </a:lnTo>
                <a:lnTo>
                  <a:pt x="59367" y="43865"/>
                </a:lnTo>
                <a:lnTo>
                  <a:pt x="51027" y="38991"/>
                </a:lnTo>
                <a:lnTo>
                  <a:pt x="42188" y="34117"/>
                </a:lnTo>
                <a:lnTo>
                  <a:pt x="33195" y="29243"/>
                </a:lnTo>
                <a:lnTo>
                  <a:pt x="24464" y="24370"/>
                </a:lnTo>
                <a:lnTo>
                  <a:pt x="16454" y="19496"/>
                </a:lnTo>
                <a:lnTo>
                  <a:pt x="9625" y="14622"/>
                </a:lnTo>
                <a:lnTo>
                  <a:pt x="4401" y="9748"/>
                </a:lnTo>
                <a:lnTo>
                  <a:pt x="1119" y="4874"/>
                </a:lnTo>
                <a:lnTo>
                  <a:pt x="0" y="0"/>
                </a:lnTo>
                <a:lnTo>
                  <a:pt x="196140" y="0"/>
                </a:lnTo>
                <a:lnTo>
                  <a:pt x="196140" y="0"/>
                </a:lnTo>
                <a:lnTo>
                  <a:pt x="195021" y="4874"/>
                </a:lnTo>
                <a:lnTo>
                  <a:pt x="191739" y="9748"/>
                </a:lnTo>
                <a:lnTo>
                  <a:pt x="186515" y="14622"/>
                </a:lnTo>
                <a:lnTo>
                  <a:pt x="179686" y="19496"/>
                </a:lnTo>
                <a:lnTo>
                  <a:pt x="171676" y="24370"/>
                </a:lnTo>
                <a:lnTo>
                  <a:pt x="162945" y="29243"/>
                </a:lnTo>
                <a:lnTo>
                  <a:pt x="153952" y="34117"/>
                </a:lnTo>
                <a:lnTo>
                  <a:pt x="145113" y="38991"/>
                </a:lnTo>
                <a:lnTo>
                  <a:pt x="136774" y="43865"/>
                </a:lnTo>
                <a:lnTo>
                  <a:pt x="129190" y="48739"/>
                </a:lnTo>
                <a:lnTo>
                  <a:pt x="122524" y="53613"/>
                </a:lnTo>
                <a:lnTo>
                  <a:pt x="116850" y="58487"/>
                </a:lnTo>
                <a:lnTo>
                  <a:pt x="112166" y="63361"/>
                </a:lnTo>
                <a:lnTo>
                  <a:pt x="108410" y="68235"/>
                </a:lnTo>
                <a:lnTo>
                  <a:pt x="105484" y="73109"/>
                </a:lnTo>
                <a:lnTo>
                  <a:pt x="103266" y="77983"/>
                </a:lnTo>
                <a:lnTo>
                  <a:pt x="101631" y="82856"/>
                </a:lnTo>
                <a:lnTo>
                  <a:pt x="100458" y="87730"/>
                </a:lnTo>
                <a:lnTo>
                  <a:pt x="99641" y="92604"/>
                </a:lnTo>
                <a:lnTo>
                  <a:pt x="99089" y="97478"/>
                </a:lnTo>
                <a:lnTo>
                  <a:pt x="98729" y="102352"/>
                </a:lnTo>
                <a:lnTo>
                  <a:pt x="98507" y="107226"/>
                </a:lnTo>
                <a:lnTo>
                  <a:pt x="98383" y="112100"/>
                </a:lnTo>
                <a:lnTo>
                  <a:pt x="98329" y="116974"/>
                </a:lnTo>
                <a:lnTo>
                  <a:pt x="98326" y="121848"/>
                </a:lnTo>
                <a:lnTo>
                  <a:pt x="98364" y="126722"/>
                </a:lnTo>
                <a:lnTo>
                  <a:pt x="98437" y="131596"/>
                </a:lnTo>
                <a:lnTo>
                  <a:pt x="98540" y="136469"/>
                </a:lnTo>
                <a:lnTo>
                  <a:pt x="98673" y="141343"/>
                </a:lnTo>
                <a:lnTo>
                  <a:pt x="98833" y="146217"/>
                </a:lnTo>
                <a:lnTo>
                  <a:pt x="99016" y="151091"/>
                </a:lnTo>
                <a:lnTo>
                  <a:pt x="99219" y="155965"/>
                </a:lnTo>
                <a:lnTo>
                  <a:pt x="99435" y="160839"/>
                </a:lnTo>
                <a:lnTo>
                  <a:pt x="99656" y="165713"/>
                </a:lnTo>
                <a:lnTo>
                  <a:pt x="99872" y="170587"/>
                </a:lnTo>
                <a:lnTo>
                  <a:pt x="100072" y="175461"/>
                </a:lnTo>
                <a:lnTo>
                  <a:pt x="100247" y="180335"/>
                </a:lnTo>
                <a:lnTo>
                  <a:pt x="100387" y="185209"/>
                </a:lnTo>
                <a:lnTo>
                  <a:pt x="100488" y="190082"/>
                </a:lnTo>
                <a:lnTo>
                  <a:pt x="100547" y="194956"/>
                </a:lnTo>
                <a:lnTo>
                  <a:pt x="100568" y="199830"/>
                </a:lnTo>
                <a:lnTo>
                  <a:pt x="100559" y="204704"/>
                </a:lnTo>
                <a:lnTo>
                  <a:pt x="100533" y="209578"/>
                </a:lnTo>
                <a:lnTo>
                  <a:pt x="100507" y="214452"/>
                </a:lnTo>
                <a:lnTo>
                  <a:pt x="100504" y="219326"/>
                </a:lnTo>
                <a:lnTo>
                  <a:pt x="100544" y="224200"/>
                </a:lnTo>
                <a:lnTo>
                  <a:pt x="100651" y="229074"/>
                </a:lnTo>
                <a:lnTo>
                  <a:pt x="100843" y="233948"/>
                </a:lnTo>
                <a:lnTo>
                  <a:pt x="101135" y="238822"/>
                </a:lnTo>
                <a:lnTo>
                  <a:pt x="101535" y="243695"/>
                </a:lnTo>
                <a:lnTo>
                  <a:pt x="102042" y="248569"/>
                </a:lnTo>
                <a:lnTo>
                  <a:pt x="102646" y="253443"/>
                </a:lnTo>
                <a:lnTo>
                  <a:pt x="103325" y="258317"/>
                </a:lnTo>
                <a:lnTo>
                  <a:pt x="104052" y="263191"/>
                </a:lnTo>
                <a:lnTo>
                  <a:pt x="104788" y="268065"/>
                </a:lnTo>
                <a:lnTo>
                  <a:pt x="105493" y="272939"/>
                </a:lnTo>
                <a:lnTo>
                  <a:pt x="106125" y="277813"/>
                </a:lnTo>
                <a:lnTo>
                  <a:pt x="106643" y="282687"/>
                </a:lnTo>
                <a:lnTo>
                  <a:pt x="107017" y="287561"/>
                </a:lnTo>
                <a:lnTo>
                  <a:pt x="107221" y="292435"/>
                </a:lnTo>
                <a:lnTo>
                  <a:pt x="107247" y="297308"/>
                </a:lnTo>
                <a:lnTo>
                  <a:pt x="107095" y="302182"/>
                </a:lnTo>
                <a:lnTo>
                  <a:pt x="106783" y="307056"/>
                </a:lnTo>
                <a:lnTo>
                  <a:pt x="106337" y="311930"/>
                </a:lnTo>
                <a:lnTo>
                  <a:pt x="105792" y="316804"/>
                </a:lnTo>
                <a:lnTo>
                  <a:pt x="105190" y="321678"/>
                </a:lnTo>
                <a:lnTo>
                  <a:pt x="104571" y="326552"/>
                </a:lnTo>
                <a:lnTo>
                  <a:pt x="103976" y="331426"/>
                </a:lnTo>
                <a:lnTo>
                  <a:pt x="103441" y="336300"/>
                </a:lnTo>
                <a:lnTo>
                  <a:pt x="102992" y="341174"/>
                </a:lnTo>
                <a:lnTo>
                  <a:pt x="102647" y="346048"/>
                </a:lnTo>
                <a:lnTo>
                  <a:pt x="102417" y="350921"/>
                </a:lnTo>
                <a:lnTo>
                  <a:pt x="102299" y="355795"/>
                </a:lnTo>
                <a:lnTo>
                  <a:pt x="102288" y="360669"/>
                </a:lnTo>
                <a:lnTo>
                  <a:pt x="102366" y="365543"/>
                </a:lnTo>
                <a:lnTo>
                  <a:pt x="102516" y="370417"/>
                </a:lnTo>
                <a:lnTo>
                  <a:pt x="102714" y="375291"/>
                </a:lnTo>
                <a:lnTo>
                  <a:pt x="102937" y="380165"/>
                </a:lnTo>
                <a:lnTo>
                  <a:pt x="103165" y="385039"/>
                </a:lnTo>
                <a:lnTo>
                  <a:pt x="103376" y="389913"/>
                </a:lnTo>
                <a:lnTo>
                  <a:pt x="103556" y="394787"/>
                </a:lnTo>
                <a:lnTo>
                  <a:pt x="103691" y="399661"/>
                </a:lnTo>
                <a:lnTo>
                  <a:pt x="103773" y="404534"/>
                </a:lnTo>
                <a:lnTo>
                  <a:pt x="103797" y="409408"/>
                </a:lnTo>
                <a:lnTo>
                  <a:pt x="103760" y="414282"/>
                </a:lnTo>
                <a:lnTo>
                  <a:pt x="103664" y="419156"/>
                </a:lnTo>
                <a:lnTo>
                  <a:pt x="103510" y="424030"/>
                </a:lnTo>
                <a:lnTo>
                  <a:pt x="103304" y="428904"/>
                </a:lnTo>
                <a:lnTo>
                  <a:pt x="103054" y="433778"/>
                </a:lnTo>
                <a:lnTo>
                  <a:pt x="102768" y="438652"/>
                </a:lnTo>
                <a:lnTo>
                  <a:pt x="102460" y="443526"/>
                </a:lnTo>
                <a:lnTo>
                  <a:pt x="102142" y="448400"/>
                </a:lnTo>
                <a:lnTo>
                  <a:pt x="101831" y="453274"/>
                </a:lnTo>
                <a:lnTo>
                  <a:pt x="101544" y="458147"/>
                </a:lnTo>
                <a:lnTo>
                  <a:pt x="101299" y="463021"/>
                </a:lnTo>
                <a:lnTo>
                  <a:pt x="101111" y="467895"/>
                </a:lnTo>
                <a:lnTo>
                  <a:pt x="100998" y="472769"/>
                </a:lnTo>
                <a:lnTo>
                  <a:pt x="100975" y="477643"/>
                </a:lnTo>
                <a:lnTo>
                  <a:pt x="101054" y="482517"/>
                </a:lnTo>
                <a:lnTo>
                  <a:pt x="101249" y="487391"/>
                </a:lnTo>
                <a:lnTo>
                  <a:pt x="101574" y="492265"/>
                </a:lnTo>
                <a:lnTo>
                  <a:pt x="102046" y="497139"/>
                </a:lnTo>
                <a:lnTo>
                  <a:pt x="102684" y="502013"/>
                </a:lnTo>
                <a:lnTo>
                  <a:pt x="103514" y="506887"/>
                </a:lnTo>
                <a:lnTo>
                  <a:pt x="104568" y="511760"/>
                </a:lnTo>
                <a:lnTo>
                  <a:pt x="105879" y="516634"/>
                </a:lnTo>
                <a:lnTo>
                  <a:pt x="107484" y="521508"/>
                </a:lnTo>
                <a:lnTo>
                  <a:pt x="109414" y="526382"/>
                </a:lnTo>
                <a:lnTo>
                  <a:pt x="111691" y="531256"/>
                </a:lnTo>
                <a:lnTo>
                  <a:pt x="114318" y="536130"/>
                </a:lnTo>
                <a:lnTo>
                  <a:pt x="117272" y="541004"/>
                </a:lnTo>
                <a:lnTo>
                  <a:pt x="120496" y="545878"/>
                </a:lnTo>
                <a:lnTo>
                  <a:pt x="123899" y="550752"/>
                </a:lnTo>
                <a:lnTo>
                  <a:pt x="127355" y="555626"/>
                </a:lnTo>
                <a:lnTo>
                  <a:pt x="130708" y="560500"/>
                </a:lnTo>
                <a:lnTo>
                  <a:pt x="133785" y="565373"/>
                </a:lnTo>
                <a:lnTo>
                  <a:pt x="136410" y="570247"/>
                </a:lnTo>
                <a:lnTo>
                  <a:pt x="138420" y="575121"/>
                </a:lnTo>
                <a:lnTo>
                  <a:pt x="139683" y="579995"/>
                </a:lnTo>
                <a:lnTo>
                  <a:pt x="140114" y="584869"/>
                </a:lnTo>
                <a:lnTo>
                  <a:pt x="140114" y="584869"/>
                </a:lnTo>
                <a:close/>
              </a:path>
            </a:pathLst>
          </a:custGeom>
          <a:solidFill>
            <a:srgbClr val="596BC0">
              <a:alpha val="12000"/>
            </a:srgbClr>
          </a:solidFill>
          <a:ln w="6985">
            <a:solidFill>
              <a:srgbClr val="596BC0">
                <a:alpha val="12000"/>
              </a:srgbClr>
            </a:solidFill>
            <a:prstDash val="solid"/>
          </a:ln>
        </p:spPr>
      </p:sp>
      <p:sp>
        <p:nvSpPr>
          <p:cNvPr id="2397" name="03_assume_matched_7694">
            <a:extLst>
              <a:ext uri="{FF2B5EF4-FFF2-40B4-BE49-F238E27FC236}">
                <a16:creationId xmlns:a16="http://schemas.microsoft.com/office/drawing/2014/main" id="{3B250C31-447D-490F-890E-99C8A7C02BE2}"/>
              </a:ext>
            </a:extLst>
          </p:cNvPr>
          <p:cNvSpPr>
            <a:spLocks noGrp="1"/>
          </p:cNvSpPr>
          <p:nvPr/>
        </p:nvSpPr>
        <p:spPr>
          <a:xfrm>
            <a:off x="6029109" y="4866326"/>
            <a:ext cx="196140" cy="584869"/>
          </a:xfrm>
          <a:custGeom>
            <a:avLst/>
            <a:gdLst/>
            <a:ahLst/>
            <a:cxnLst/>
            <a:rect l="0" t="0" r="0" b="0"/>
            <a:pathLst>
              <a:path w="196140" h="584869">
                <a:moveTo>
                  <a:pt x="132782" y="584869"/>
                </a:moveTo>
                <a:lnTo>
                  <a:pt x="63358" y="584869"/>
                </a:lnTo>
                <a:lnTo>
                  <a:pt x="63709" y="579995"/>
                </a:lnTo>
                <a:lnTo>
                  <a:pt x="64737" y="575121"/>
                </a:lnTo>
                <a:lnTo>
                  <a:pt x="66372" y="570247"/>
                </a:lnTo>
                <a:lnTo>
                  <a:pt x="68507" y="565373"/>
                </a:lnTo>
                <a:lnTo>
                  <a:pt x="71010" y="560500"/>
                </a:lnTo>
                <a:lnTo>
                  <a:pt x="73737" y="555626"/>
                </a:lnTo>
                <a:lnTo>
                  <a:pt x="76548" y="550752"/>
                </a:lnTo>
                <a:lnTo>
                  <a:pt x="79316" y="545878"/>
                </a:lnTo>
                <a:lnTo>
                  <a:pt x="81941" y="541004"/>
                </a:lnTo>
                <a:lnTo>
                  <a:pt x="84347" y="536130"/>
                </a:lnTo>
                <a:lnTo>
                  <a:pt x="86492" y="531256"/>
                </a:lnTo>
                <a:lnTo>
                  <a:pt x="88356" y="526382"/>
                </a:lnTo>
                <a:lnTo>
                  <a:pt x="89941" y="521508"/>
                </a:lnTo>
                <a:lnTo>
                  <a:pt x="91266" y="516634"/>
                </a:lnTo>
                <a:lnTo>
                  <a:pt x="92354" y="511760"/>
                </a:lnTo>
                <a:lnTo>
                  <a:pt x="93234" y="506887"/>
                </a:lnTo>
                <a:lnTo>
                  <a:pt x="93933" y="502013"/>
                </a:lnTo>
                <a:lnTo>
                  <a:pt x="94475" y="497139"/>
                </a:lnTo>
                <a:lnTo>
                  <a:pt x="94877" y="492265"/>
                </a:lnTo>
                <a:lnTo>
                  <a:pt x="95154" y="487391"/>
                </a:lnTo>
                <a:lnTo>
                  <a:pt x="95319" y="482517"/>
                </a:lnTo>
                <a:lnTo>
                  <a:pt x="95382" y="477643"/>
                </a:lnTo>
                <a:lnTo>
                  <a:pt x="95353" y="472769"/>
                </a:lnTo>
                <a:lnTo>
                  <a:pt x="95243" y="467895"/>
                </a:lnTo>
                <a:lnTo>
                  <a:pt x="95066" y="463021"/>
                </a:lnTo>
                <a:lnTo>
                  <a:pt x="94836" y="458147"/>
                </a:lnTo>
                <a:lnTo>
                  <a:pt x="94567" y="453274"/>
                </a:lnTo>
                <a:lnTo>
                  <a:pt x="94277" y="448400"/>
                </a:lnTo>
                <a:lnTo>
                  <a:pt x="93981" y="443526"/>
                </a:lnTo>
                <a:lnTo>
                  <a:pt x="93694" y="438652"/>
                </a:lnTo>
                <a:lnTo>
                  <a:pt x="93428" y="433778"/>
                </a:lnTo>
                <a:lnTo>
                  <a:pt x="93195" y="428904"/>
                </a:lnTo>
                <a:lnTo>
                  <a:pt x="93003" y="424030"/>
                </a:lnTo>
                <a:lnTo>
                  <a:pt x="92860" y="419156"/>
                </a:lnTo>
                <a:lnTo>
                  <a:pt x="92770" y="414282"/>
                </a:lnTo>
                <a:lnTo>
                  <a:pt x="92736" y="409408"/>
                </a:lnTo>
                <a:lnTo>
                  <a:pt x="92760" y="404534"/>
                </a:lnTo>
                <a:lnTo>
                  <a:pt x="92838" y="399661"/>
                </a:lnTo>
                <a:lnTo>
                  <a:pt x="92967" y="394787"/>
                </a:lnTo>
                <a:lnTo>
                  <a:pt x="93138" y="389913"/>
                </a:lnTo>
                <a:lnTo>
                  <a:pt x="93342" y="385039"/>
                </a:lnTo>
                <a:lnTo>
                  <a:pt x="93563" y="380165"/>
                </a:lnTo>
                <a:lnTo>
                  <a:pt x="93785" y="375291"/>
                </a:lnTo>
                <a:lnTo>
                  <a:pt x="93988" y="370417"/>
                </a:lnTo>
                <a:lnTo>
                  <a:pt x="94152" y="365543"/>
                </a:lnTo>
                <a:lnTo>
                  <a:pt x="94259" y="360669"/>
                </a:lnTo>
                <a:lnTo>
                  <a:pt x="94290" y="355795"/>
                </a:lnTo>
                <a:lnTo>
                  <a:pt x="94234" y="350921"/>
                </a:lnTo>
                <a:lnTo>
                  <a:pt x="94084" y="346048"/>
                </a:lnTo>
                <a:lnTo>
                  <a:pt x="93839" y="341174"/>
                </a:lnTo>
                <a:lnTo>
                  <a:pt x="93507" y="336300"/>
                </a:lnTo>
                <a:lnTo>
                  <a:pt x="93103" y="331426"/>
                </a:lnTo>
                <a:lnTo>
                  <a:pt x="92649" y="326552"/>
                </a:lnTo>
                <a:lnTo>
                  <a:pt x="92175" y="321678"/>
                </a:lnTo>
                <a:lnTo>
                  <a:pt x="91713" y="316804"/>
                </a:lnTo>
                <a:lnTo>
                  <a:pt x="91297" y="311930"/>
                </a:lnTo>
                <a:lnTo>
                  <a:pt x="90960" y="307056"/>
                </a:lnTo>
                <a:lnTo>
                  <a:pt x="90731" y="302182"/>
                </a:lnTo>
                <a:lnTo>
                  <a:pt x="90630" y="297308"/>
                </a:lnTo>
                <a:lnTo>
                  <a:pt x="90671" y="292435"/>
                </a:lnTo>
                <a:lnTo>
                  <a:pt x="90855" y="287561"/>
                </a:lnTo>
                <a:lnTo>
                  <a:pt x="91175" y="282687"/>
                </a:lnTo>
                <a:lnTo>
                  <a:pt x="91612" y="277813"/>
                </a:lnTo>
                <a:lnTo>
                  <a:pt x="92141" y="272939"/>
                </a:lnTo>
                <a:lnTo>
                  <a:pt x="92732" y="268065"/>
                </a:lnTo>
                <a:lnTo>
                  <a:pt x="93352" y="263191"/>
                </a:lnTo>
                <a:lnTo>
                  <a:pt x="93969" y="258317"/>
                </a:lnTo>
                <a:lnTo>
                  <a:pt x="94555" y="253443"/>
                </a:lnTo>
                <a:lnTo>
                  <a:pt x="95087" y="248569"/>
                </a:lnTo>
                <a:lnTo>
                  <a:pt x="95549" y="243695"/>
                </a:lnTo>
                <a:lnTo>
                  <a:pt x="95932" y="238822"/>
                </a:lnTo>
                <a:lnTo>
                  <a:pt x="96235" y="233948"/>
                </a:lnTo>
                <a:lnTo>
                  <a:pt x="96461" y="229074"/>
                </a:lnTo>
                <a:lnTo>
                  <a:pt x="96620" y="224200"/>
                </a:lnTo>
                <a:lnTo>
                  <a:pt x="96723" y="219326"/>
                </a:lnTo>
                <a:lnTo>
                  <a:pt x="96784" y="214452"/>
                </a:lnTo>
                <a:lnTo>
                  <a:pt x="96819" y="209578"/>
                </a:lnTo>
                <a:lnTo>
                  <a:pt x="96838" y="204704"/>
                </a:lnTo>
                <a:lnTo>
                  <a:pt x="96855" y="199830"/>
                </a:lnTo>
                <a:lnTo>
                  <a:pt x="96877" y="194956"/>
                </a:lnTo>
                <a:lnTo>
                  <a:pt x="96909" y="190082"/>
                </a:lnTo>
                <a:lnTo>
                  <a:pt x="96953" y="185209"/>
                </a:lnTo>
                <a:lnTo>
                  <a:pt x="97009" y="180335"/>
                </a:lnTo>
                <a:lnTo>
                  <a:pt x="97075" y="175461"/>
                </a:lnTo>
                <a:lnTo>
                  <a:pt x="97145" y="170587"/>
                </a:lnTo>
                <a:lnTo>
                  <a:pt x="97213" y="165713"/>
                </a:lnTo>
                <a:lnTo>
                  <a:pt x="97273" y="160839"/>
                </a:lnTo>
                <a:lnTo>
                  <a:pt x="97321" y="155965"/>
                </a:lnTo>
                <a:lnTo>
                  <a:pt x="97351" y="151091"/>
                </a:lnTo>
                <a:lnTo>
                  <a:pt x="97360" y="146217"/>
                </a:lnTo>
                <a:lnTo>
                  <a:pt x="97346" y="141343"/>
                </a:lnTo>
                <a:lnTo>
                  <a:pt x="97310" y="136469"/>
                </a:lnTo>
                <a:lnTo>
                  <a:pt x="97252" y="131596"/>
                </a:lnTo>
                <a:lnTo>
                  <a:pt x="97174" y="126722"/>
                </a:lnTo>
                <a:lnTo>
                  <a:pt x="97075" y="121848"/>
                </a:lnTo>
                <a:lnTo>
                  <a:pt x="96952" y="116974"/>
                </a:lnTo>
                <a:lnTo>
                  <a:pt x="96799" y="112100"/>
                </a:lnTo>
                <a:lnTo>
                  <a:pt x="96600" y="107226"/>
                </a:lnTo>
                <a:lnTo>
                  <a:pt x="96330" y="102352"/>
                </a:lnTo>
                <a:lnTo>
                  <a:pt x="95951" y="97478"/>
                </a:lnTo>
                <a:lnTo>
                  <a:pt x="95406" y="92604"/>
                </a:lnTo>
                <a:lnTo>
                  <a:pt x="94623" y="87730"/>
                </a:lnTo>
                <a:lnTo>
                  <a:pt x="93508" y="82856"/>
                </a:lnTo>
                <a:lnTo>
                  <a:pt x="91950" y="77983"/>
                </a:lnTo>
                <a:lnTo>
                  <a:pt x="89823" y="73109"/>
                </a:lnTo>
                <a:lnTo>
                  <a:pt x="86996" y="68235"/>
                </a:lnTo>
                <a:lnTo>
                  <a:pt x="83343" y="63361"/>
                </a:lnTo>
                <a:lnTo>
                  <a:pt x="78760" y="58487"/>
                </a:lnTo>
                <a:lnTo>
                  <a:pt x="73182" y="53613"/>
                </a:lnTo>
                <a:lnTo>
                  <a:pt x="66604" y="48739"/>
                </a:lnTo>
                <a:lnTo>
                  <a:pt x="59098" y="43865"/>
                </a:lnTo>
                <a:lnTo>
                  <a:pt x="50824" y="38991"/>
                </a:lnTo>
                <a:lnTo>
                  <a:pt x="42041" y="34117"/>
                </a:lnTo>
                <a:lnTo>
                  <a:pt x="33092" y="29243"/>
                </a:lnTo>
                <a:lnTo>
                  <a:pt x="24396" y="24370"/>
                </a:lnTo>
                <a:lnTo>
                  <a:pt x="16412" y="19496"/>
                </a:lnTo>
                <a:lnTo>
                  <a:pt x="9603" y="14622"/>
                </a:lnTo>
                <a:lnTo>
                  <a:pt x="4391" y="9748"/>
                </a:lnTo>
                <a:lnTo>
                  <a:pt x="1117" y="4874"/>
                </a:lnTo>
                <a:lnTo>
                  <a:pt x="0" y="0"/>
                </a:lnTo>
                <a:lnTo>
                  <a:pt x="196140" y="0"/>
                </a:lnTo>
                <a:lnTo>
                  <a:pt x="196140" y="0"/>
                </a:lnTo>
                <a:lnTo>
                  <a:pt x="195023" y="4874"/>
                </a:lnTo>
                <a:lnTo>
                  <a:pt x="191749" y="9748"/>
                </a:lnTo>
                <a:lnTo>
                  <a:pt x="186537" y="14622"/>
                </a:lnTo>
                <a:lnTo>
                  <a:pt x="179728" y="19496"/>
                </a:lnTo>
                <a:lnTo>
                  <a:pt x="171744" y="24370"/>
                </a:lnTo>
                <a:lnTo>
                  <a:pt x="163048" y="29243"/>
                </a:lnTo>
                <a:lnTo>
                  <a:pt x="154100" y="34117"/>
                </a:lnTo>
                <a:lnTo>
                  <a:pt x="145316" y="38991"/>
                </a:lnTo>
                <a:lnTo>
                  <a:pt x="137043" y="43865"/>
                </a:lnTo>
                <a:lnTo>
                  <a:pt x="129536" y="48739"/>
                </a:lnTo>
                <a:lnTo>
                  <a:pt x="122958" y="53613"/>
                </a:lnTo>
                <a:lnTo>
                  <a:pt x="117380" y="58487"/>
                </a:lnTo>
                <a:lnTo>
                  <a:pt x="112797" y="63361"/>
                </a:lnTo>
                <a:lnTo>
                  <a:pt x="109144" y="68235"/>
                </a:lnTo>
                <a:lnTo>
                  <a:pt x="106317" y="73109"/>
                </a:lnTo>
                <a:lnTo>
                  <a:pt x="104190" y="77983"/>
                </a:lnTo>
                <a:lnTo>
                  <a:pt x="102632" y="82856"/>
                </a:lnTo>
                <a:lnTo>
                  <a:pt x="101517" y="87730"/>
                </a:lnTo>
                <a:lnTo>
                  <a:pt x="100734" y="92604"/>
                </a:lnTo>
                <a:lnTo>
                  <a:pt x="100190" y="97478"/>
                </a:lnTo>
                <a:lnTo>
                  <a:pt x="99810" y="102352"/>
                </a:lnTo>
                <a:lnTo>
                  <a:pt x="99540" y="107226"/>
                </a:lnTo>
                <a:lnTo>
                  <a:pt x="99342" y="112100"/>
                </a:lnTo>
                <a:lnTo>
                  <a:pt x="99188" y="116974"/>
                </a:lnTo>
                <a:lnTo>
                  <a:pt x="99066" y="121848"/>
                </a:lnTo>
                <a:lnTo>
                  <a:pt x="98967" y="126722"/>
                </a:lnTo>
                <a:lnTo>
                  <a:pt x="98888" y="131596"/>
                </a:lnTo>
                <a:lnTo>
                  <a:pt x="98830" y="136469"/>
                </a:lnTo>
                <a:lnTo>
                  <a:pt x="98794" y="141343"/>
                </a:lnTo>
                <a:lnTo>
                  <a:pt x="98781" y="146217"/>
                </a:lnTo>
                <a:lnTo>
                  <a:pt x="98790" y="151091"/>
                </a:lnTo>
                <a:lnTo>
                  <a:pt x="98820" y="155965"/>
                </a:lnTo>
                <a:lnTo>
                  <a:pt x="98867" y="160839"/>
                </a:lnTo>
                <a:lnTo>
                  <a:pt x="98928" y="165713"/>
                </a:lnTo>
                <a:lnTo>
                  <a:pt x="98996" y="170587"/>
                </a:lnTo>
                <a:lnTo>
                  <a:pt x="99065" y="175461"/>
                </a:lnTo>
                <a:lnTo>
                  <a:pt x="99131" y="180335"/>
                </a:lnTo>
                <a:lnTo>
                  <a:pt x="99187" y="185209"/>
                </a:lnTo>
                <a:lnTo>
                  <a:pt x="99232" y="190082"/>
                </a:lnTo>
                <a:lnTo>
                  <a:pt x="99264" y="194956"/>
                </a:lnTo>
                <a:lnTo>
                  <a:pt x="99285" y="199830"/>
                </a:lnTo>
                <a:lnTo>
                  <a:pt x="99302" y="204704"/>
                </a:lnTo>
                <a:lnTo>
                  <a:pt x="99322" y="209578"/>
                </a:lnTo>
                <a:lnTo>
                  <a:pt x="99356" y="214452"/>
                </a:lnTo>
                <a:lnTo>
                  <a:pt x="99418" y="219326"/>
                </a:lnTo>
                <a:lnTo>
                  <a:pt x="99521" y="224200"/>
                </a:lnTo>
                <a:lnTo>
                  <a:pt x="99679" y="229074"/>
                </a:lnTo>
                <a:lnTo>
                  <a:pt x="99905" y="233948"/>
                </a:lnTo>
                <a:lnTo>
                  <a:pt x="100208" y="238822"/>
                </a:lnTo>
                <a:lnTo>
                  <a:pt x="100591" y="243695"/>
                </a:lnTo>
                <a:lnTo>
                  <a:pt x="101053" y="248569"/>
                </a:lnTo>
                <a:lnTo>
                  <a:pt x="101585" y="253443"/>
                </a:lnTo>
                <a:lnTo>
                  <a:pt x="102171" y="258317"/>
                </a:lnTo>
                <a:lnTo>
                  <a:pt x="102788" y="263191"/>
                </a:lnTo>
                <a:lnTo>
                  <a:pt x="103408" y="268065"/>
                </a:lnTo>
                <a:lnTo>
                  <a:pt x="103999" y="272939"/>
                </a:lnTo>
                <a:lnTo>
                  <a:pt x="104528" y="277813"/>
                </a:lnTo>
                <a:lnTo>
                  <a:pt x="104966" y="282687"/>
                </a:lnTo>
                <a:lnTo>
                  <a:pt x="105285" y="287561"/>
                </a:lnTo>
                <a:lnTo>
                  <a:pt x="105470" y="292435"/>
                </a:lnTo>
                <a:lnTo>
                  <a:pt x="105510" y="297308"/>
                </a:lnTo>
                <a:lnTo>
                  <a:pt x="105410" y="302182"/>
                </a:lnTo>
                <a:lnTo>
                  <a:pt x="105180" y="307056"/>
                </a:lnTo>
                <a:lnTo>
                  <a:pt x="104843" y="311930"/>
                </a:lnTo>
                <a:lnTo>
                  <a:pt x="104427" y="316804"/>
                </a:lnTo>
                <a:lnTo>
                  <a:pt x="103965" y="321678"/>
                </a:lnTo>
                <a:lnTo>
                  <a:pt x="103491" y="326552"/>
                </a:lnTo>
                <a:lnTo>
                  <a:pt x="103038" y="331426"/>
                </a:lnTo>
                <a:lnTo>
                  <a:pt x="102634" y="336300"/>
                </a:lnTo>
                <a:lnTo>
                  <a:pt x="102301" y="341174"/>
                </a:lnTo>
                <a:lnTo>
                  <a:pt x="102056" y="346048"/>
                </a:lnTo>
                <a:lnTo>
                  <a:pt x="101906" y="350921"/>
                </a:lnTo>
                <a:lnTo>
                  <a:pt x="101850" y="355795"/>
                </a:lnTo>
                <a:lnTo>
                  <a:pt x="101882" y="360669"/>
                </a:lnTo>
                <a:lnTo>
                  <a:pt x="101988" y="365543"/>
                </a:lnTo>
                <a:lnTo>
                  <a:pt x="102153" y="370417"/>
                </a:lnTo>
                <a:lnTo>
                  <a:pt x="102356" y="375291"/>
                </a:lnTo>
                <a:lnTo>
                  <a:pt x="102577" y="380165"/>
                </a:lnTo>
                <a:lnTo>
                  <a:pt x="102798" y="385039"/>
                </a:lnTo>
                <a:lnTo>
                  <a:pt x="103002" y="389913"/>
                </a:lnTo>
                <a:lnTo>
                  <a:pt x="103174" y="394787"/>
                </a:lnTo>
                <a:lnTo>
                  <a:pt x="103302" y="399661"/>
                </a:lnTo>
                <a:lnTo>
                  <a:pt x="103381" y="404534"/>
                </a:lnTo>
                <a:lnTo>
                  <a:pt x="103404" y="409408"/>
                </a:lnTo>
                <a:lnTo>
                  <a:pt x="103370" y="414282"/>
                </a:lnTo>
                <a:lnTo>
                  <a:pt x="103281" y="419156"/>
                </a:lnTo>
                <a:lnTo>
                  <a:pt x="103137" y="424030"/>
                </a:lnTo>
                <a:lnTo>
                  <a:pt x="102946" y="428904"/>
                </a:lnTo>
                <a:lnTo>
                  <a:pt x="102713" y="433778"/>
                </a:lnTo>
                <a:lnTo>
                  <a:pt x="102447" y="438652"/>
                </a:lnTo>
                <a:lnTo>
                  <a:pt x="102159" y="443526"/>
                </a:lnTo>
                <a:lnTo>
                  <a:pt x="101863" y="448400"/>
                </a:lnTo>
                <a:lnTo>
                  <a:pt x="101573" y="453274"/>
                </a:lnTo>
                <a:lnTo>
                  <a:pt x="101305" y="458147"/>
                </a:lnTo>
                <a:lnTo>
                  <a:pt x="101074" y="463021"/>
                </a:lnTo>
                <a:lnTo>
                  <a:pt x="100897" y="467895"/>
                </a:lnTo>
                <a:lnTo>
                  <a:pt x="100788" y="472769"/>
                </a:lnTo>
                <a:lnTo>
                  <a:pt x="100759" y="477643"/>
                </a:lnTo>
                <a:lnTo>
                  <a:pt x="100822" y="482517"/>
                </a:lnTo>
                <a:lnTo>
                  <a:pt x="100986" y="487391"/>
                </a:lnTo>
                <a:lnTo>
                  <a:pt x="101264" y="492265"/>
                </a:lnTo>
                <a:lnTo>
                  <a:pt x="101666" y="497139"/>
                </a:lnTo>
                <a:lnTo>
                  <a:pt x="102207" y="502013"/>
                </a:lnTo>
                <a:lnTo>
                  <a:pt x="102906" y="506887"/>
                </a:lnTo>
                <a:lnTo>
                  <a:pt x="103786" y="511760"/>
                </a:lnTo>
                <a:lnTo>
                  <a:pt x="104875" y="516634"/>
                </a:lnTo>
                <a:lnTo>
                  <a:pt x="106199" y="521508"/>
                </a:lnTo>
                <a:lnTo>
                  <a:pt x="107785" y="526382"/>
                </a:lnTo>
                <a:lnTo>
                  <a:pt x="109648" y="531256"/>
                </a:lnTo>
                <a:lnTo>
                  <a:pt x="111793" y="536130"/>
                </a:lnTo>
                <a:lnTo>
                  <a:pt x="114200" y="541004"/>
                </a:lnTo>
                <a:lnTo>
                  <a:pt x="116824" y="545878"/>
                </a:lnTo>
                <a:lnTo>
                  <a:pt x="119593" y="550752"/>
                </a:lnTo>
                <a:lnTo>
                  <a:pt x="122403" y="555626"/>
                </a:lnTo>
                <a:lnTo>
                  <a:pt x="125131" y="560500"/>
                </a:lnTo>
                <a:lnTo>
                  <a:pt x="127634" y="565373"/>
                </a:lnTo>
                <a:lnTo>
                  <a:pt x="129769" y="570247"/>
                </a:lnTo>
                <a:lnTo>
                  <a:pt x="131404" y="575121"/>
                </a:lnTo>
                <a:lnTo>
                  <a:pt x="132431" y="579995"/>
                </a:lnTo>
                <a:lnTo>
                  <a:pt x="132782" y="584869"/>
                </a:lnTo>
                <a:lnTo>
                  <a:pt x="132782" y="584869"/>
                </a:lnTo>
                <a:close/>
              </a:path>
            </a:pathLst>
          </a:custGeom>
          <a:solidFill>
            <a:srgbClr val="596BC0">
              <a:alpha val="12000"/>
            </a:srgbClr>
          </a:solidFill>
          <a:ln w="6985">
            <a:solidFill>
              <a:srgbClr val="596BC0">
                <a:alpha val="12000"/>
              </a:srgbClr>
            </a:solidFill>
            <a:prstDash val="solid"/>
          </a:ln>
        </p:spPr>
      </p:sp>
      <p:sp>
        <p:nvSpPr>
          <p:cNvPr id="2398" name="03_assume_matched_7695">
            <a:extLst>
              <a:ext uri="{FF2B5EF4-FFF2-40B4-BE49-F238E27FC236}">
                <a16:creationId xmlns:a16="http://schemas.microsoft.com/office/drawing/2014/main" id="{D266A465-CB0D-4078-B4FD-4EC5E001F804}"/>
              </a:ext>
            </a:extLst>
          </p:cNvPr>
          <p:cNvSpPr>
            <a:spLocks noGrp="1"/>
          </p:cNvSpPr>
          <p:nvPr/>
        </p:nvSpPr>
        <p:spPr>
          <a:xfrm>
            <a:off x="3864021"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399" name="03_assume_matched_7696">
            <a:extLst>
              <a:ext uri="{FF2B5EF4-FFF2-40B4-BE49-F238E27FC236}">
                <a16:creationId xmlns:a16="http://schemas.microsoft.com/office/drawing/2014/main" id="{94E9A322-E092-4C04-8007-A4FF9E811C11}"/>
              </a:ext>
            </a:extLst>
          </p:cNvPr>
          <p:cNvSpPr>
            <a:spLocks noGrp="1"/>
          </p:cNvSpPr>
          <p:nvPr/>
        </p:nvSpPr>
        <p:spPr>
          <a:xfrm>
            <a:off x="4241214"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400" name="03_assume_matched_7697">
            <a:extLst>
              <a:ext uri="{FF2B5EF4-FFF2-40B4-BE49-F238E27FC236}">
                <a16:creationId xmlns:a16="http://schemas.microsoft.com/office/drawing/2014/main" id="{CEDD335B-D1C8-40B8-B3CD-98DA3A4CD69E}"/>
              </a:ext>
            </a:extLst>
          </p:cNvPr>
          <p:cNvSpPr>
            <a:spLocks noGrp="1"/>
          </p:cNvSpPr>
          <p:nvPr/>
        </p:nvSpPr>
        <p:spPr>
          <a:xfrm>
            <a:off x="4618407"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401" name="03_assume_matched_7698">
            <a:extLst>
              <a:ext uri="{FF2B5EF4-FFF2-40B4-BE49-F238E27FC236}">
                <a16:creationId xmlns:a16="http://schemas.microsoft.com/office/drawing/2014/main" id="{010ECB40-8651-4035-BB41-BFF08F33BBE4}"/>
              </a:ext>
            </a:extLst>
          </p:cNvPr>
          <p:cNvSpPr>
            <a:spLocks noGrp="1"/>
          </p:cNvSpPr>
          <p:nvPr/>
        </p:nvSpPr>
        <p:spPr>
          <a:xfrm>
            <a:off x="5372793"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402" name="03_assume_matched_7699">
            <a:extLst>
              <a:ext uri="{FF2B5EF4-FFF2-40B4-BE49-F238E27FC236}">
                <a16:creationId xmlns:a16="http://schemas.microsoft.com/office/drawing/2014/main" id="{60458F72-ACE5-4162-A4C2-5296917D2649}"/>
              </a:ext>
            </a:extLst>
          </p:cNvPr>
          <p:cNvSpPr>
            <a:spLocks noGrp="1"/>
          </p:cNvSpPr>
          <p:nvPr/>
        </p:nvSpPr>
        <p:spPr>
          <a:xfrm>
            <a:off x="6127179"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403" name="03_assume_matched_7700">
            <a:extLst>
              <a:ext uri="{FF2B5EF4-FFF2-40B4-BE49-F238E27FC236}">
                <a16:creationId xmlns:a16="http://schemas.microsoft.com/office/drawing/2014/main" id="{B1761FDE-DF36-4D46-A88D-6191965B4E49}"/>
              </a:ext>
            </a:extLst>
          </p:cNvPr>
          <p:cNvSpPr>
            <a:spLocks noGrp="1"/>
          </p:cNvSpPr>
          <p:nvPr/>
        </p:nvSpPr>
        <p:spPr>
          <a:xfrm>
            <a:off x="3841389" y="5451195"/>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404" name="03_assume_matched_7701">
            <a:extLst>
              <a:ext uri="{FF2B5EF4-FFF2-40B4-BE49-F238E27FC236}">
                <a16:creationId xmlns:a16="http://schemas.microsoft.com/office/drawing/2014/main" id="{FE2C4B3F-4C4F-4782-B137-C6F6D39772DE}"/>
              </a:ext>
            </a:extLst>
          </p:cNvPr>
          <p:cNvSpPr>
            <a:spLocks noGrp="1"/>
          </p:cNvSpPr>
          <p:nvPr/>
        </p:nvSpPr>
        <p:spPr>
          <a:xfrm>
            <a:off x="3803289" y="5451195"/>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405" name="text_7702">
            <a:extLst>
              <a:ext uri="{FF2B5EF4-FFF2-40B4-BE49-F238E27FC236}">
                <a16:creationId xmlns:a16="http://schemas.microsoft.com/office/drawing/2014/main" id="{B52BE8F3-3EAB-4650-A28D-1EAEF1BDC348}"/>
              </a:ext>
            </a:extLst>
          </p:cNvPr>
          <p:cNvSpPr>
            <a:spLocks noGrp="1"/>
          </p:cNvSpPr>
          <p:nvPr/>
        </p:nvSpPr>
        <p:spPr>
          <a:xfrm>
            <a:off x="3713643" y="5411134"/>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2406" name="03_assume_matched_7703">
            <a:extLst>
              <a:ext uri="{FF2B5EF4-FFF2-40B4-BE49-F238E27FC236}">
                <a16:creationId xmlns:a16="http://schemas.microsoft.com/office/drawing/2014/main" id="{F350CDD1-C89F-406B-BBF9-E53D8AD3B486}"/>
              </a:ext>
            </a:extLst>
          </p:cNvPr>
          <p:cNvSpPr>
            <a:spLocks noGrp="1"/>
          </p:cNvSpPr>
          <p:nvPr/>
        </p:nvSpPr>
        <p:spPr>
          <a:xfrm>
            <a:off x="3841389" y="5158760"/>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407" name="03_assume_matched_7704">
            <a:extLst>
              <a:ext uri="{FF2B5EF4-FFF2-40B4-BE49-F238E27FC236}">
                <a16:creationId xmlns:a16="http://schemas.microsoft.com/office/drawing/2014/main" id="{8B7E01B0-8A03-4915-80E3-1858547C7B02}"/>
              </a:ext>
            </a:extLst>
          </p:cNvPr>
          <p:cNvSpPr>
            <a:spLocks noGrp="1"/>
          </p:cNvSpPr>
          <p:nvPr/>
        </p:nvSpPr>
        <p:spPr>
          <a:xfrm>
            <a:off x="3803289" y="5158760"/>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408" name="text_7705">
            <a:extLst>
              <a:ext uri="{FF2B5EF4-FFF2-40B4-BE49-F238E27FC236}">
                <a16:creationId xmlns:a16="http://schemas.microsoft.com/office/drawing/2014/main" id="{C9FFD6C9-EFFB-4190-86BD-13C81F10D02D}"/>
              </a:ext>
            </a:extLst>
          </p:cNvPr>
          <p:cNvSpPr>
            <a:spLocks noGrp="1"/>
          </p:cNvSpPr>
          <p:nvPr/>
        </p:nvSpPr>
        <p:spPr>
          <a:xfrm>
            <a:off x="3662096" y="511870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2409" name="03_assume_matched_7706">
            <a:extLst>
              <a:ext uri="{FF2B5EF4-FFF2-40B4-BE49-F238E27FC236}">
                <a16:creationId xmlns:a16="http://schemas.microsoft.com/office/drawing/2014/main" id="{5E174C0D-7640-46EF-A07B-B7268A8C3468}"/>
              </a:ext>
            </a:extLst>
          </p:cNvPr>
          <p:cNvSpPr>
            <a:spLocks noGrp="1"/>
          </p:cNvSpPr>
          <p:nvPr/>
        </p:nvSpPr>
        <p:spPr>
          <a:xfrm>
            <a:off x="3841389" y="4866326"/>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410" name="03_assume_matched_7707">
            <a:extLst>
              <a:ext uri="{FF2B5EF4-FFF2-40B4-BE49-F238E27FC236}">
                <a16:creationId xmlns:a16="http://schemas.microsoft.com/office/drawing/2014/main" id="{8EB8FB5F-FADC-4ADE-AC24-D142C7EC7056}"/>
              </a:ext>
            </a:extLst>
          </p:cNvPr>
          <p:cNvSpPr>
            <a:spLocks noGrp="1"/>
          </p:cNvSpPr>
          <p:nvPr/>
        </p:nvSpPr>
        <p:spPr>
          <a:xfrm>
            <a:off x="3803289" y="4866326"/>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411" name="text_7708">
            <a:extLst>
              <a:ext uri="{FF2B5EF4-FFF2-40B4-BE49-F238E27FC236}">
                <a16:creationId xmlns:a16="http://schemas.microsoft.com/office/drawing/2014/main" id="{77F5288C-3E9A-47D2-8F08-D9F4AA8A0304}"/>
              </a:ext>
            </a:extLst>
          </p:cNvPr>
          <p:cNvSpPr>
            <a:spLocks noGrp="1"/>
          </p:cNvSpPr>
          <p:nvPr/>
        </p:nvSpPr>
        <p:spPr>
          <a:xfrm>
            <a:off x="3610549" y="4826265"/>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2412" name="03_assume_matched_7709">
            <a:extLst>
              <a:ext uri="{FF2B5EF4-FFF2-40B4-BE49-F238E27FC236}">
                <a16:creationId xmlns:a16="http://schemas.microsoft.com/office/drawing/2014/main" id="{F376B4DB-AC9F-44DC-9EA4-33BDE2D43F12}"/>
              </a:ext>
            </a:extLst>
          </p:cNvPr>
          <p:cNvSpPr>
            <a:spLocks noGrp="1"/>
          </p:cNvSpPr>
          <p:nvPr/>
        </p:nvSpPr>
        <p:spPr>
          <a:xfrm>
            <a:off x="4278966" y="5144561"/>
            <a:ext cx="28398" cy="28398"/>
          </a:xfrm>
          <a:prstGeom prst="ellipse">
            <a:avLst/>
          </a:prstGeom>
          <a:solidFill>
            <a:srgbClr val="7F8C97">
              <a:alpha val="48000"/>
            </a:srgbClr>
          </a:solidFill>
          <a:ln w="0">
            <a:noFill/>
            <a:prstDash val="solid"/>
          </a:ln>
        </p:spPr>
      </p:sp>
      <p:sp>
        <p:nvSpPr>
          <p:cNvPr id="2413" name="03_assume_matched_7710">
            <a:extLst>
              <a:ext uri="{FF2B5EF4-FFF2-40B4-BE49-F238E27FC236}">
                <a16:creationId xmlns:a16="http://schemas.microsoft.com/office/drawing/2014/main" id="{D55B4702-DE1D-4450-B900-60FCE4CCD219}"/>
              </a:ext>
            </a:extLst>
          </p:cNvPr>
          <p:cNvSpPr>
            <a:spLocks noGrp="1"/>
          </p:cNvSpPr>
          <p:nvPr/>
        </p:nvSpPr>
        <p:spPr>
          <a:xfrm>
            <a:off x="4267453" y="5436996"/>
            <a:ext cx="28398" cy="28398"/>
          </a:xfrm>
          <a:prstGeom prst="ellipse">
            <a:avLst/>
          </a:prstGeom>
          <a:solidFill>
            <a:srgbClr val="7F8C97">
              <a:alpha val="48000"/>
            </a:srgbClr>
          </a:solidFill>
          <a:ln w="0">
            <a:noFill/>
            <a:prstDash val="solid"/>
          </a:ln>
        </p:spPr>
      </p:sp>
      <p:sp>
        <p:nvSpPr>
          <p:cNvPr id="2414" name="03_assume_matched_7711">
            <a:extLst>
              <a:ext uri="{FF2B5EF4-FFF2-40B4-BE49-F238E27FC236}">
                <a16:creationId xmlns:a16="http://schemas.microsoft.com/office/drawing/2014/main" id="{B9955D53-EDB5-47BF-86A9-04A7480B8009}"/>
              </a:ext>
            </a:extLst>
          </p:cNvPr>
          <p:cNvSpPr>
            <a:spLocks noGrp="1"/>
          </p:cNvSpPr>
          <p:nvPr/>
        </p:nvSpPr>
        <p:spPr>
          <a:xfrm>
            <a:off x="4210322" y="5436996"/>
            <a:ext cx="28398" cy="28398"/>
          </a:xfrm>
          <a:prstGeom prst="ellipse">
            <a:avLst/>
          </a:prstGeom>
          <a:solidFill>
            <a:srgbClr val="7F8C97">
              <a:alpha val="48000"/>
            </a:srgbClr>
          </a:solidFill>
          <a:ln w="0">
            <a:noFill/>
            <a:prstDash val="solid"/>
          </a:ln>
        </p:spPr>
      </p:sp>
      <p:sp>
        <p:nvSpPr>
          <p:cNvPr id="2415" name="03_assume_matched_7712">
            <a:extLst>
              <a:ext uri="{FF2B5EF4-FFF2-40B4-BE49-F238E27FC236}">
                <a16:creationId xmlns:a16="http://schemas.microsoft.com/office/drawing/2014/main" id="{70915906-9833-47E3-B583-B1A9033F3198}"/>
              </a:ext>
            </a:extLst>
          </p:cNvPr>
          <p:cNvSpPr>
            <a:spLocks noGrp="1"/>
          </p:cNvSpPr>
          <p:nvPr/>
        </p:nvSpPr>
        <p:spPr>
          <a:xfrm>
            <a:off x="4289184" y="5144561"/>
            <a:ext cx="28398" cy="28398"/>
          </a:xfrm>
          <a:prstGeom prst="ellipse">
            <a:avLst/>
          </a:prstGeom>
          <a:solidFill>
            <a:srgbClr val="7F8C97">
              <a:alpha val="48000"/>
            </a:srgbClr>
          </a:solidFill>
          <a:ln w="0">
            <a:noFill/>
            <a:prstDash val="solid"/>
          </a:ln>
        </p:spPr>
      </p:sp>
      <p:sp>
        <p:nvSpPr>
          <p:cNvPr id="2416" name="03_assume_matched_7713">
            <a:extLst>
              <a:ext uri="{FF2B5EF4-FFF2-40B4-BE49-F238E27FC236}">
                <a16:creationId xmlns:a16="http://schemas.microsoft.com/office/drawing/2014/main" id="{94EBDDE3-EA73-4F57-9404-5C58598BEBCE}"/>
              </a:ext>
            </a:extLst>
          </p:cNvPr>
          <p:cNvSpPr>
            <a:spLocks noGrp="1"/>
          </p:cNvSpPr>
          <p:nvPr/>
        </p:nvSpPr>
        <p:spPr>
          <a:xfrm>
            <a:off x="4256948" y="5269890"/>
            <a:ext cx="28398" cy="28398"/>
          </a:xfrm>
          <a:prstGeom prst="ellipse">
            <a:avLst/>
          </a:prstGeom>
          <a:solidFill>
            <a:srgbClr val="7F8C97">
              <a:alpha val="48000"/>
            </a:srgbClr>
          </a:solidFill>
          <a:ln w="0">
            <a:noFill/>
            <a:prstDash val="solid"/>
          </a:ln>
        </p:spPr>
      </p:sp>
      <p:sp>
        <p:nvSpPr>
          <p:cNvPr id="2417" name="03_assume_matched_7714">
            <a:extLst>
              <a:ext uri="{FF2B5EF4-FFF2-40B4-BE49-F238E27FC236}">
                <a16:creationId xmlns:a16="http://schemas.microsoft.com/office/drawing/2014/main" id="{3F9BB1B0-A817-4851-B839-C7190BCBDA68}"/>
              </a:ext>
            </a:extLst>
          </p:cNvPr>
          <p:cNvSpPr>
            <a:spLocks noGrp="1"/>
          </p:cNvSpPr>
          <p:nvPr/>
        </p:nvSpPr>
        <p:spPr>
          <a:xfrm>
            <a:off x="4161680" y="5171146"/>
            <a:ext cx="28398" cy="28398"/>
          </a:xfrm>
          <a:prstGeom prst="ellipse">
            <a:avLst/>
          </a:prstGeom>
          <a:solidFill>
            <a:srgbClr val="7F8C97">
              <a:alpha val="48000"/>
            </a:srgbClr>
          </a:solidFill>
          <a:ln w="0">
            <a:noFill/>
            <a:prstDash val="solid"/>
          </a:ln>
        </p:spPr>
      </p:sp>
      <p:sp>
        <p:nvSpPr>
          <p:cNvPr id="2418" name="03_assume_matched_7715">
            <a:extLst>
              <a:ext uri="{FF2B5EF4-FFF2-40B4-BE49-F238E27FC236}">
                <a16:creationId xmlns:a16="http://schemas.microsoft.com/office/drawing/2014/main" id="{FFB399A1-B7DE-470E-9DAF-36E383001340}"/>
              </a:ext>
            </a:extLst>
          </p:cNvPr>
          <p:cNvSpPr>
            <a:spLocks noGrp="1"/>
          </p:cNvSpPr>
          <p:nvPr/>
        </p:nvSpPr>
        <p:spPr>
          <a:xfrm>
            <a:off x="4192333" y="5436996"/>
            <a:ext cx="28398" cy="28398"/>
          </a:xfrm>
          <a:prstGeom prst="ellipse">
            <a:avLst/>
          </a:prstGeom>
          <a:solidFill>
            <a:srgbClr val="7F8C97">
              <a:alpha val="48000"/>
            </a:srgbClr>
          </a:solidFill>
          <a:ln w="0">
            <a:noFill/>
            <a:prstDash val="solid"/>
          </a:ln>
        </p:spPr>
      </p:sp>
      <p:sp>
        <p:nvSpPr>
          <p:cNvPr id="2419" name="03_assume_matched_7716">
            <a:extLst>
              <a:ext uri="{FF2B5EF4-FFF2-40B4-BE49-F238E27FC236}">
                <a16:creationId xmlns:a16="http://schemas.microsoft.com/office/drawing/2014/main" id="{5501EE5A-45CE-4791-A631-130DEEB53229}"/>
              </a:ext>
            </a:extLst>
          </p:cNvPr>
          <p:cNvSpPr>
            <a:spLocks noGrp="1"/>
          </p:cNvSpPr>
          <p:nvPr/>
        </p:nvSpPr>
        <p:spPr>
          <a:xfrm>
            <a:off x="4161393" y="5290779"/>
            <a:ext cx="28398" cy="28398"/>
          </a:xfrm>
          <a:prstGeom prst="ellipse">
            <a:avLst/>
          </a:prstGeom>
          <a:solidFill>
            <a:srgbClr val="7F8C97">
              <a:alpha val="48000"/>
            </a:srgbClr>
          </a:solidFill>
          <a:ln w="0">
            <a:noFill/>
            <a:prstDash val="solid"/>
          </a:ln>
        </p:spPr>
      </p:sp>
      <p:sp>
        <p:nvSpPr>
          <p:cNvPr id="2420" name="03_assume_matched_7717">
            <a:extLst>
              <a:ext uri="{FF2B5EF4-FFF2-40B4-BE49-F238E27FC236}">
                <a16:creationId xmlns:a16="http://schemas.microsoft.com/office/drawing/2014/main" id="{AC2696B8-C474-4216-97B1-A2C155782E3E}"/>
              </a:ext>
            </a:extLst>
          </p:cNvPr>
          <p:cNvSpPr>
            <a:spLocks noGrp="1"/>
          </p:cNvSpPr>
          <p:nvPr/>
        </p:nvSpPr>
        <p:spPr>
          <a:xfrm>
            <a:off x="4242701" y="5144561"/>
            <a:ext cx="28398" cy="28398"/>
          </a:xfrm>
          <a:prstGeom prst="ellipse">
            <a:avLst/>
          </a:prstGeom>
          <a:solidFill>
            <a:srgbClr val="7F8C97">
              <a:alpha val="48000"/>
            </a:srgbClr>
          </a:solidFill>
          <a:ln w="0">
            <a:noFill/>
            <a:prstDash val="solid"/>
          </a:ln>
        </p:spPr>
      </p:sp>
      <p:sp>
        <p:nvSpPr>
          <p:cNvPr id="2421" name="03_assume_matched_7718">
            <a:extLst>
              <a:ext uri="{FF2B5EF4-FFF2-40B4-BE49-F238E27FC236}">
                <a16:creationId xmlns:a16="http://schemas.microsoft.com/office/drawing/2014/main" id="{9F9CB408-AE19-4324-8771-BF928DBA249B}"/>
              </a:ext>
            </a:extLst>
          </p:cNvPr>
          <p:cNvSpPr>
            <a:spLocks noGrp="1"/>
          </p:cNvSpPr>
          <p:nvPr/>
        </p:nvSpPr>
        <p:spPr>
          <a:xfrm>
            <a:off x="4223993" y="5436996"/>
            <a:ext cx="28398" cy="28398"/>
          </a:xfrm>
          <a:prstGeom prst="ellipse">
            <a:avLst/>
          </a:prstGeom>
          <a:solidFill>
            <a:srgbClr val="7F8C97">
              <a:alpha val="48000"/>
            </a:srgbClr>
          </a:solidFill>
          <a:ln w="0">
            <a:noFill/>
            <a:prstDash val="solid"/>
          </a:ln>
        </p:spPr>
      </p:sp>
      <p:sp>
        <p:nvSpPr>
          <p:cNvPr id="2422" name="03_assume_matched_7719">
            <a:extLst>
              <a:ext uri="{FF2B5EF4-FFF2-40B4-BE49-F238E27FC236}">
                <a16:creationId xmlns:a16="http://schemas.microsoft.com/office/drawing/2014/main" id="{B02B5C13-AB6F-4EEC-8FA8-AEE756181F20}"/>
              </a:ext>
            </a:extLst>
          </p:cNvPr>
          <p:cNvSpPr>
            <a:spLocks noGrp="1"/>
          </p:cNvSpPr>
          <p:nvPr/>
        </p:nvSpPr>
        <p:spPr>
          <a:xfrm>
            <a:off x="4208739" y="5436996"/>
            <a:ext cx="28398" cy="28398"/>
          </a:xfrm>
          <a:prstGeom prst="ellipse">
            <a:avLst/>
          </a:prstGeom>
          <a:solidFill>
            <a:srgbClr val="7F8C97">
              <a:alpha val="48000"/>
            </a:srgbClr>
          </a:solidFill>
          <a:ln w="0">
            <a:noFill/>
            <a:prstDash val="solid"/>
          </a:ln>
        </p:spPr>
      </p:sp>
      <p:sp>
        <p:nvSpPr>
          <p:cNvPr id="2423" name="03_assume_matched_7720">
            <a:extLst>
              <a:ext uri="{FF2B5EF4-FFF2-40B4-BE49-F238E27FC236}">
                <a16:creationId xmlns:a16="http://schemas.microsoft.com/office/drawing/2014/main" id="{63F9487E-809A-442F-BB96-71B905B29848}"/>
              </a:ext>
            </a:extLst>
          </p:cNvPr>
          <p:cNvSpPr>
            <a:spLocks noGrp="1"/>
          </p:cNvSpPr>
          <p:nvPr/>
        </p:nvSpPr>
        <p:spPr>
          <a:xfrm>
            <a:off x="4194492" y="5436996"/>
            <a:ext cx="28398" cy="28398"/>
          </a:xfrm>
          <a:prstGeom prst="ellipse">
            <a:avLst/>
          </a:prstGeom>
          <a:solidFill>
            <a:srgbClr val="7F8C97">
              <a:alpha val="48000"/>
            </a:srgbClr>
          </a:solidFill>
          <a:ln w="0">
            <a:noFill/>
            <a:prstDash val="solid"/>
          </a:ln>
        </p:spPr>
      </p:sp>
      <p:sp>
        <p:nvSpPr>
          <p:cNvPr id="2424" name="03_assume_matched_7721">
            <a:extLst>
              <a:ext uri="{FF2B5EF4-FFF2-40B4-BE49-F238E27FC236}">
                <a16:creationId xmlns:a16="http://schemas.microsoft.com/office/drawing/2014/main" id="{F7C5B932-DC5E-4287-92E1-BDD0F172BDC2}"/>
              </a:ext>
            </a:extLst>
          </p:cNvPr>
          <p:cNvSpPr>
            <a:spLocks noGrp="1"/>
          </p:cNvSpPr>
          <p:nvPr/>
        </p:nvSpPr>
        <p:spPr>
          <a:xfrm>
            <a:off x="4210897" y="5436996"/>
            <a:ext cx="28398" cy="28398"/>
          </a:xfrm>
          <a:prstGeom prst="ellipse">
            <a:avLst/>
          </a:prstGeom>
          <a:solidFill>
            <a:srgbClr val="7F8C97">
              <a:alpha val="48000"/>
            </a:srgbClr>
          </a:solidFill>
          <a:ln w="0">
            <a:noFill/>
            <a:prstDash val="solid"/>
          </a:ln>
        </p:spPr>
      </p:sp>
      <p:sp>
        <p:nvSpPr>
          <p:cNvPr id="2425" name="03_assume_matched_7722">
            <a:extLst>
              <a:ext uri="{FF2B5EF4-FFF2-40B4-BE49-F238E27FC236}">
                <a16:creationId xmlns:a16="http://schemas.microsoft.com/office/drawing/2014/main" id="{49A73341-07E0-480F-B221-3A426C421490}"/>
              </a:ext>
            </a:extLst>
          </p:cNvPr>
          <p:cNvSpPr>
            <a:spLocks noGrp="1"/>
          </p:cNvSpPr>
          <p:nvPr/>
        </p:nvSpPr>
        <p:spPr>
          <a:xfrm>
            <a:off x="4296091" y="5144561"/>
            <a:ext cx="28398" cy="28398"/>
          </a:xfrm>
          <a:prstGeom prst="ellipse">
            <a:avLst/>
          </a:prstGeom>
          <a:solidFill>
            <a:srgbClr val="7F8C97">
              <a:alpha val="48000"/>
            </a:srgbClr>
          </a:solidFill>
          <a:ln w="0">
            <a:noFill/>
            <a:prstDash val="solid"/>
          </a:ln>
        </p:spPr>
      </p:sp>
      <p:sp>
        <p:nvSpPr>
          <p:cNvPr id="2426" name="03_assume_matched_7723">
            <a:extLst>
              <a:ext uri="{FF2B5EF4-FFF2-40B4-BE49-F238E27FC236}">
                <a16:creationId xmlns:a16="http://schemas.microsoft.com/office/drawing/2014/main" id="{C95523AF-F582-495B-A306-18137A247F44}"/>
              </a:ext>
            </a:extLst>
          </p:cNvPr>
          <p:cNvSpPr>
            <a:spLocks noGrp="1"/>
          </p:cNvSpPr>
          <p:nvPr/>
        </p:nvSpPr>
        <p:spPr>
          <a:xfrm>
            <a:off x="4251048" y="5242040"/>
            <a:ext cx="28398" cy="28398"/>
          </a:xfrm>
          <a:prstGeom prst="ellipse">
            <a:avLst/>
          </a:prstGeom>
          <a:solidFill>
            <a:srgbClr val="7F8C97">
              <a:alpha val="48000"/>
            </a:srgbClr>
          </a:solidFill>
          <a:ln w="0">
            <a:noFill/>
            <a:prstDash val="solid"/>
          </a:ln>
        </p:spPr>
      </p:sp>
      <p:sp>
        <p:nvSpPr>
          <p:cNvPr id="2427" name="03_assume_matched_7724">
            <a:extLst>
              <a:ext uri="{FF2B5EF4-FFF2-40B4-BE49-F238E27FC236}">
                <a16:creationId xmlns:a16="http://schemas.microsoft.com/office/drawing/2014/main" id="{C70924E7-D68F-4F69-AF58-46B4F8CA53FD}"/>
              </a:ext>
            </a:extLst>
          </p:cNvPr>
          <p:cNvSpPr>
            <a:spLocks noGrp="1"/>
          </p:cNvSpPr>
          <p:nvPr/>
        </p:nvSpPr>
        <p:spPr>
          <a:xfrm>
            <a:off x="4260834" y="5372010"/>
            <a:ext cx="28398" cy="28398"/>
          </a:xfrm>
          <a:prstGeom prst="ellipse">
            <a:avLst/>
          </a:prstGeom>
          <a:solidFill>
            <a:srgbClr val="7F8C97">
              <a:alpha val="48000"/>
            </a:srgbClr>
          </a:solidFill>
          <a:ln w="0">
            <a:noFill/>
            <a:prstDash val="solid"/>
          </a:ln>
        </p:spPr>
      </p:sp>
      <p:sp>
        <p:nvSpPr>
          <p:cNvPr id="2428" name="03_assume_matched_7725">
            <a:extLst>
              <a:ext uri="{FF2B5EF4-FFF2-40B4-BE49-F238E27FC236}">
                <a16:creationId xmlns:a16="http://schemas.microsoft.com/office/drawing/2014/main" id="{028A6D02-DFD2-4371-B76E-F35FAFF97B4E}"/>
              </a:ext>
            </a:extLst>
          </p:cNvPr>
          <p:cNvSpPr>
            <a:spLocks noGrp="1"/>
          </p:cNvSpPr>
          <p:nvPr/>
        </p:nvSpPr>
        <p:spPr>
          <a:xfrm>
            <a:off x="4197658" y="5274532"/>
            <a:ext cx="28398" cy="28398"/>
          </a:xfrm>
          <a:prstGeom prst="ellipse">
            <a:avLst/>
          </a:prstGeom>
          <a:solidFill>
            <a:srgbClr val="7F8C97">
              <a:alpha val="48000"/>
            </a:srgbClr>
          </a:solidFill>
          <a:ln w="0">
            <a:noFill/>
            <a:prstDash val="solid"/>
          </a:ln>
        </p:spPr>
      </p:sp>
      <p:sp>
        <p:nvSpPr>
          <p:cNvPr id="2429" name="03_assume_matched_7726">
            <a:extLst>
              <a:ext uri="{FF2B5EF4-FFF2-40B4-BE49-F238E27FC236}">
                <a16:creationId xmlns:a16="http://schemas.microsoft.com/office/drawing/2014/main" id="{02BEE369-4F51-4164-8EE9-904F2D4A0AA4}"/>
              </a:ext>
            </a:extLst>
          </p:cNvPr>
          <p:cNvSpPr>
            <a:spLocks noGrp="1"/>
          </p:cNvSpPr>
          <p:nvPr/>
        </p:nvSpPr>
        <p:spPr>
          <a:xfrm>
            <a:off x="4288032" y="5436996"/>
            <a:ext cx="28398" cy="28398"/>
          </a:xfrm>
          <a:prstGeom prst="ellipse">
            <a:avLst/>
          </a:prstGeom>
          <a:solidFill>
            <a:srgbClr val="7F8C97">
              <a:alpha val="48000"/>
            </a:srgbClr>
          </a:solidFill>
          <a:ln w="0">
            <a:noFill/>
            <a:prstDash val="solid"/>
          </a:ln>
        </p:spPr>
      </p:sp>
      <p:sp>
        <p:nvSpPr>
          <p:cNvPr id="2430" name="03_assume_matched_7727">
            <a:extLst>
              <a:ext uri="{FF2B5EF4-FFF2-40B4-BE49-F238E27FC236}">
                <a16:creationId xmlns:a16="http://schemas.microsoft.com/office/drawing/2014/main" id="{F8E5568A-4518-4367-ACC3-2F93BBE15AD9}"/>
              </a:ext>
            </a:extLst>
          </p:cNvPr>
          <p:cNvSpPr>
            <a:spLocks noGrp="1"/>
          </p:cNvSpPr>
          <p:nvPr/>
        </p:nvSpPr>
        <p:spPr>
          <a:xfrm>
            <a:off x="4261121" y="5224316"/>
            <a:ext cx="28398" cy="28398"/>
          </a:xfrm>
          <a:prstGeom prst="ellipse">
            <a:avLst/>
          </a:prstGeom>
          <a:solidFill>
            <a:srgbClr val="7F8C97">
              <a:alpha val="48000"/>
            </a:srgbClr>
          </a:solidFill>
          <a:ln w="0">
            <a:noFill/>
            <a:prstDash val="solid"/>
          </a:ln>
        </p:spPr>
      </p:sp>
      <p:sp>
        <p:nvSpPr>
          <p:cNvPr id="2431" name="03_assume_matched_7728">
            <a:extLst>
              <a:ext uri="{FF2B5EF4-FFF2-40B4-BE49-F238E27FC236}">
                <a16:creationId xmlns:a16="http://schemas.microsoft.com/office/drawing/2014/main" id="{E4217F23-179E-4A57-B959-681ADFF4B542}"/>
              </a:ext>
            </a:extLst>
          </p:cNvPr>
          <p:cNvSpPr>
            <a:spLocks noGrp="1"/>
          </p:cNvSpPr>
          <p:nvPr/>
        </p:nvSpPr>
        <p:spPr>
          <a:xfrm>
            <a:off x="4178949" y="5436996"/>
            <a:ext cx="28398" cy="28398"/>
          </a:xfrm>
          <a:prstGeom prst="ellipse">
            <a:avLst/>
          </a:prstGeom>
          <a:solidFill>
            <a:srgbClr val="7F8C97">
              <a:alpha val="48000"/>
            </a:srgbClr>
          </a:solidFill>
          <a:ln w="0">
            <a:noFill/>
            <a:prstDash val="solid"/>
          </a:ln>
        </p:spPr>
      </p:sp>
      <p:sp>
        <p:nvSpPr>
          <p:cNvPr id="2432" name="03_assume_matched_7729">
            <a:extLst>
              <a:ext uri="{FF2B5EF4-FFF2-40B4-BE49-F238E27FC236}">
                <a16:creationId xmlns:a16="http://schemas.microsoft.com/office/drawing/2014/main" id="{66D1C4F2-8206-4650-95F0-17C8DE754682}"/>
              </a:ext>
            </a:extLst>
          </p:cNvPr>
          <p:cNvSpPr>
            <a:spLocks noGrp="1"/>
          </p:cNvSpPr>
          <p:nvPr/>
        </p:nvSpPr>
        <p:spPr>
          <a:xfrm>
            <a:off x="4186289" y="5203048"/>
            <a:ext cx="28398" cy="28398"/>
          </a:xfrm>
          <a:prstGeom prst="ellipse">
            <a:avLst/>
          </a:prstGeom>
          <a:solidFill>
            <a:srgbClr val="7F8C97">
              <a:alpha val="48000"/>
            </a:srgbClr>
          </a:solidFill>
          <a:ln w="0">
            <a:noFill/>
            <a:prstDash val="solid"/>
          </a:ln>
        </p:spPr>
      </p:sp>
      <p:sp>
        <p:nvSpPr>
          <p:cNvPr id="2433" name="03_assume_matched_7730">
            <a:extLst>
              <a:ext uri="{FF2B5EF4-FFF2-40B4-BE49-F238E27FC236}">
                <a16:creationId xmlns:a16="http://schemas.microsoft.com/office/drawing/2014/main" id="{1FC7AC2D-D611-442E-A078-0B95A82D419A}"/>
              </a:ext>
            </a:extLst>
          </p:cNvPr>
          <p:cNvSpPr>
            <a:spLocks noGrp="1"/>
          </p:cNvSpPr>
          <p:nvPr/>
        </p:nvSpPr>
        <p:spPr>
          <a:xfrm>
            <a:off x="4197514" y="5290779"/>
            <a:ext cx="28398" cy="28398"/>
          </a:xfrm>
          <a:prstGeom prst="ellipse">
            <a:avLst/>
          </a:prstGeom>
          <a:solidFill>
            <a:srgbClr val="7F8C97">
              <a:alpha val="48000"/>
            </a:srgbClr>
          </a:solidFill>
          <a:ln w="0">
            <a:noFill/>
            <a:prstDash val="solid"/>
          </a:ln>
        </p:spPr>
      </p:sp>
      <p:sp>
        <p:nvSpPr>
          <p:cNvPr id="2434" name="03_assume_matched_7731">
            <a:extLst>
              <a:ext uri="{FF2B5EF4-FFF2-40B4-BE49-F238E27FC236}">
                <a16:creationId xmlns:a16="http://schemas.microsoft.com/office/drawing/2014/main" id="{1BAEA93B-89A1-40DB-BD22-53917019B248}"/>
              </a:ext>
            </a:extLst>
          </p:cNvPr>
          <p:cNvSpPr>
            <a:spLocks noGrp="1"/>
          </p:cNvSpPr>
          <p:nvPr/>
        </p:nvSpPr>
        <p:spPr>
          <a:xfrm>
            <a:off x="4286881" y="5144561"/>
            <a:ext cx="28398" cy="28398"/>
          </a:xfrm>
          <a:prstGeom prst="ellipse">
            <a:avLst/>
          </a:prstGeom>
          <a:solidFill>
            <a:srgbClr val="7F8C97">
              <a:alpha val="48000"/>
            </a:srgbClr>
          </a:solidFill>
          <a:ln w="0">
            <a:noFill/>
            <a:prstDash val="solid"/>
          </a:ln>
        </p:spPr>
      </p:sp>
      <p:sp>
        <p:nvSpPr>
          <p:cNvPr id="2435" name="03_assume_matched_7732">
            <a:extLst>
              <a:ext uri="{FF2B5EF4-FFF2-40B4-BE49-F238E27FC236}">
                <a16:creationId xmlns:a16="http://schemas.microsoft.com/office/drawing/2014/main" id="{AE94EC0F-F672-4086-9AC0-85B74B75BDF2}"/>
              </a:ext>
            </a:extLst>
          </p:cNvPr>
          <p:cNvSpPr>
            <a:spLocks noGrp="1"/>
          </p:cNvSpPr>
          <p:nvPr/>
        </p:nvSpPr>
        <p:spPr>
          <a:xfrm>
            <a:off x="4199816" y="5144561"/>
            <a:ext cx="28398" cy="28398"/>
          </a:xfrm>
          <a:prstGeom prst="ellipse">
            <a:avLst/>
          </a:prstGeom>
          <a:solidFill>
            <a:srgbClr val="7F8C97">
              <a:alpha val="48000"/>
            </a:srgbClr>
          </a:solidFill>
          <a:ln w="0">
            <a:noFill/>
            <a:prstDash val="solid"/>
          </a:ln>
        </p:spPr>
      </p:sp>
      <p:sp>
        <p:nvSpPr>
          <p:cNvPr id="2436" name="03_assume_matched_7733">
            <a:extLst>
              <a:ext uri="{FF2B5EF4-FFF2-40B4-BE49-F238E27FC236}">
                <a16:creationId xmlns:a16="http://schemas.microsoft.com/office/drawing/2014/main" id="{3AEA9B55-5BC8-47AF-A015-C836C59E355F}"/>
              </a:ext>
            </a:extLst>
          </p:cNvPr>
          <p:cNvSpPr>
            <a:spLocks noGrp="1"/>
          </p:cNvSpPr>
          <p:nvPr/>
        </p:nvSpPr>
        <p:spPr>
          <a:xfrm>
            <a:off x="4278822" y="5242040"/>
            <a:ext cx="28398" cy="28398"/>
          </a:xfrm>
          <a:prstGeom prst="ellipse">
            <a:avLst/>
          </a:prstGeom>
          <a:solidFill>
            <a:srgbClr val="7F8C97">
              <a:alpha val="48000"/>
            </a:srgbClr>
          </a:solidFill>
          <a:ln w="0">
            <a:noFill/>
            <a:prstDash val="solid"/>
          </a:ln>
        </p:spPr>
      </p:sp>
      <p:sp>
        <p:nvSpPr>
          <p:cNvPr id="2437" name="03_assume_matched_7734">
            <a:extLst>
              <a:ext uri="{FF2B5EF4-FFF2-40B4-BE49-F238E27FC236}">
                <a16:creationId xmlns:a16="http://schemas.microsoft.com/office/drawing/2014/main" id="{68382303-1B6C-462B-997B-8360D9B9F2C8}"/>
              </a:ext>
            </a:extLst>
          </p:cNvPr>
          <p:cNvSpPr>
            <a:spLocks noGrp="1"/>
          </p:cNvSpPr>
          <p:nvPr/>
        </p:nvSpPr>
        <p:spPr>
          <a:xfrm>
            <a:off x="4279974" y="5144561"/>
            <a:ext cx="28398" cy="28398"/>
          </a:xfrm>
          <a:prstGeom prst="ellipse">
            <a:avLst/>
          </a:prstGeom>
          <a:solidFill>
            <a:srgbClr val="7F8C97">
              <a:alpha val="48000"/>
            </a:srgbClr>
          </a:solidFill>
          <a:ln w="0">
            <a:noFill/>
            <a:prstDash val="solid"/>
          </a:ln>
        </p:spPr>
      </p:sp>
      <p:sp>
        <p:nvSpPr>
          <p:cNvPr id="2438" name="03_assume_matched_7735">
            <a:extLst>
              <a:ext uri="{FF2B5EF4-FFF2-40B4-BE49-F238E27FC236}">
                <a16:creationId xmlns:a16="http://schemas.microsoft.com/office/drawing/2014/main" id="{E493965B-75BA-4DEB-AF28-798B637E77C7}"/>
              </a:ext>
            </a:extLst>
          </p:cNvPr>
          <p:cNvSpPr>
            <a:spLocks noGrp="1"/>
          </p:cNvSpPr>
          <p:nvPr/>
        </p:nvSpPr>
        <p:spPr>
          <a:xfrm>
            <a:off x="4283715" y="5436996"/>
            <a:ext cx="28398" cy="28398"/>
          </a:xfrm>
          <a:prstGeom prst="ellipse">
            <a:avLst/>
          </a:prstGeom>
          <a:solidFill>
            <a:srgbClr val="7F8C97">
              <a:alpha val="48000"/>
            </a:srgbClr>
          </a:solidFill>
          <a:ln w="0">
            <a:noFill/>
            <a:prstDash val="solid"/>
          </a:ln>
        </p:spPr>
      </p:sp>
      <p:sp>
        <p:nvSpPr>
          <p:cNvPr id="2439" name="03_assume_matched_7736">
            <a:extLst>
              <a:ext uri="{FF2B5EF4-FFF2-40B4-BE49-F238E27FC236}">
                <a16:creationId xmlns:a16="http://schemas.microsoft.com/office/drawing/2014/main" id="{36A5B5C9-5E71-43C9-BE9A-34793475EFDC}"/>
              </a:ext>
            </a:extLst>
          </p:cNvPr>
          <p:cNvSpPr>
            <a:spLocks noGrp="1"/>
          </p:cNvSpPr>
          <p:nvPr/>
        </p:nvSpPr>
        <p:spPr>
          <a:xfrm>
            <a:off x="4200967" y="5242040"/>
            <a:ext cx="28398" cy="28398"/>
          </a:xfrm>
          <a:prstGeom prst="ellipse">
            <a:avLst/>
          </a:prstGeom>
          <a:solidFill>
            <a:srgbClr val="7F8C97">
              <a:alpha val="48000"/>
            </a:srgbClr>
          </a:solidFill>
          <a:ln w="0">
            <a:noFill/>
            <a:prstDash val="solid"/>
          </a:ln>
        </p:spPr>
      </p:sp>
      <p:sp>
        <p:nvSpPr>
          <p:cNvPr id="2440" name="03_assume_matched_7737">
            <a:extLst>
              <a:ext uri="{FF2B5EF4-FFF2-40B4-BE49-F238E27FC236}">
                <a16:creationId xmlns:a16="http://schemas.microsoft.com/office/drawing/2014/main" id="{E9B3358D-603D-4063-AF99-B2608E125829}"/>
              </a:ext>
            </a:extLst>
          </p:cNvPr>
          <p:cNvSpPr>
            <a:spLocks noGrp="1"/>
          </p:cNvSpPr>
          <p:nvPr/>
        </p:nvSpPr>
        <p:spPr>
          <a:xfrm>
            <a:off x="4179237" y="5144561"/>
            <a:ext cx="28398" cy="28398"/>
          </a:xfrm>
          <a:prstGeom prst="ellipse">
            <a:avLst/>
          </a:prstGeom>
          <a:solidFill>
            <a:srgbClr val="7F8C97">
              <a:alpha val="48000"/>
            </a:srgbClr>
          </a:solidFill>
          <a:ln w="0">
            <a:noFill/>
            <a:prstDash val="solid"/>
          </a:ln>
        </p:spPr>
      </p:sp>
      <p:sp>
        <p:nvSpPr>
          <p:cNvPr id="2441" name="03_assume_matched_7738">
            <a:extLst>
              <a:ext uri="{FF2B5EF4-FFF2-40B4-BE49-F238E27FC236}">
                <a16:creationId xmlns:a16="http://schemas.microsoft.com/office/drawing/2014/main" id="{699AED03-2B16-413A-A219-1BA75836E3AB}"/>
              </a:ext>
            </a:extLst>
          </p:cNvPr>
          <p:cNvSpPr>
            <a:spLocks noGrp="1"/>
          </p:cNvSpPr>
          <p:nvPr/>
        </p:nvSpPr>
        <p:spPr>
          <a:xfrm>
            <a:off x="4262992" y="5436996"/>
            <a:ext cx="28398" cy="28398"/>
          </a:xfrm>
          <a:prstGeom prst="ellipse">
            <a:avLst/>
          </a:prstGeom>
          <a:solidFill>
            <a:srgbClr val="7F8C97">
              <a:alpha val="48000"/>
            </a:srgbClr>
          </a:solidFill>
          <a:ln w="0">
            <a:noFill/>
            <a:prstDash val="solid"/>
          </a:ln>
        </p:spPr>
      </p:sp>
      <p:sp>
        <p:nvSpPr>
          <p:cNvPr id="2442" name="03_assume_matched_7739">
            <a:extLst>
              <a:ext uri="{FF2B5EF4-FFF2-40B4-BE49-F238E27FC236}">
                <a16:creationId xmlns:a16="http://schemas.microsoft.com/office/drawing/2014/main" id="{E5A56CFB-0615-459F-909F-B96EE49C8AAC}"/>
              </a:ext>
            </a:extLst>
          </p:cNvPr>
          <p:cNvSpPr>
            <a:spLocks noGrp="1"/>
          </p:cNvSpPr>
          <p:nvPr/>
        </p:nvSpPr>
        <p:spPr>
          <a:xfrm>
            <a:off x="4172474" y="5436996"/>
            <a:ext cx="28398" cy="28398"/>
          </a:xfrm>
          <a:prstGeom prst="ellipse">
            <a:avLst/>
          </a:prstGeom>
          <a:solidFill>
            <a:srgbClr val="7F8C97">
              <a:alpha val="48000"/>
            </a:srgbClr>
          </a:solidFill>
          <a:ln w="0">
            <a:noFill/>
            <a:prstDash val="solid"/>
          </a:ln>
        </p:spPr>
      </p:sp>
      <p:sp>
        <p:nvSpPr>
          <p:cNvPr id="2443" name="03_assume_matched_7740">
            <a:extLst>
              <a:ext uri="{FF2B5EF4-FFF2-40B4-BE49-F238E27FC236}">
                <a16:creationId xmlns:a16="http://schemas.microsoft.com/office/drawing/2014/main" id="{CAC1BD50-706B-4613-B76F-03A62DA9F431}"/>
              </a:ext>
            </a:extLst>
          </p:cNvPr>
          <p:cNvSpPr>
            <a:spLocks noGrp="1"/>
          </p:cNvSpPr>
          <p:nvPr/>
        </p:nvSpPr>
        <p:spPr>
          <a:xfrm>
            <a:off x="4266590" y="5203048"/>
            <a:ext cx="28398" cy="28398"/>
          </a:xfrm>
          <a:prstGeom prst="ellipse">
            <a:avLst/>
          </a:prstGeom>
          <a:solidFill>
            <a:srgbClr val="7F8C97">
              <a:alpha val="48000"/>
            </a:srgbClr>
          </a:solidFill>
          <a:ln w="0">
            <a:noFill/>
            <a:prstDash val="solid"/>
          </a:ln>
        </p:spPr>
      </p:sp>
      <p:sp>
        <p:nvSpPr>
          <p:cNvPr id="2444" name="03_assume_matched_7741">
            <a:extLst>
              <a:ext uri="{FF2B5EF4-FFF2-40B4-BE49-F238E27FC236}">
                <a16:creationId xmlns:a16="http://schemas.microsoft.com/office/drawing/2014/main" id="{893DD395-8DEF-4190-8F19-04CF1D6EA542}"/>
              </a:ext>
            </a:extLst>
          </p:cNvPr>
          <p:cNvSpPr>
            <a:spLocks noGrp="1"/>
          </p:cNvSpPr>
          <p:nvPr/>
        </p:nvSpPr>
        <p:spPr>
          <a:xfrm>
            <a:off x="4173769" y="5436996"/>
            <a:ext cx="28398" cy="28398"/>
          </a:xfrm>
          <a:prstGeom prst="ellipse">
            <a:avLst/>
          </a:prstGeom>
          <a:solidFill>
            <a:srgbClr val="7F8C97">
              <a:alpha val="48000"/>
            </a:srgbClr>
          </a:solidFill>
          <a:ln w="0">
            <a:noFill/>
            <a:prstDash val="solid"/>
          </a:ln>
        </p:spPr>
      </p:sp>
      <p:sp>
        <p:nvSpPr>
          <p:cNvPr id="2445" name="03_assume_matched_7742">
            <a:extLst>
              <a:ext uri="{FF2B5EF4-FFF2-40B4-BE49-F238E27FC236}">
                <a16:creationId xmlns:a16="http://schemas.microsoft.com/office/drawing/2014/main" id="{8802B612-03EB-42F4-A322-7CAE5EC6FEC7}"/>
              </a:ext>
            </a:extLst>
          </p:cNvPr>
          <p:cNvSpPr>
            <a:spLocks noGrp="1"/>
          </p:cNvSpPr>
          <p:nvPr/>
        </p:nvSpPr>
        <p:spPr>
          <a:xfrm>
            <a:off x="4294220" y="5436996"/>
            <a:ext cx="28398" cy="28398"/>
          </a:xfrm>
          <a:prstGeom prst="ellipse">
            <a:avLst/>
          </a:prstGeom>
          <a:solidFill>
            <a:srgbClr val="7F8C97">
              <a:alpha val="48000"/>
            </a:srgbClr>
          </a:solidFill>
          <a:ln w="0">
            <a:noFill/>
            <a:prstDash val="solid"/>
          </a:ln>
        </p:spPr>
      </p:sp>
      <p:sp>
        <p:nvSpPr>
          <p:cNvPr id="2446" name="03_assume_matched_7743">
            <a:extLst>
              <a:ext uri="{FF2B5EF4-FFF2-40B4-BE49-F238E27FC236}">
                <a16:creationId xmlns:a16="http://schemas.microsoft.com/office/drawing/2014/main" id="{F22D5E47-B649-4248-A31C-C53365C4316A}"/>
              </a:ext>
            </a:extLst>
          </p:cNvPr>
          <p:cNvSpPr>
            <a:spLocks noGrp="1"/>
          </p:cNvSpPr>
          <p:nvPr/>
        </p:nvSpPr>
        <p:spPr>
          <a:xfrm>
            <a:off x="4272202" y="5436996"/>
            <a:ext cx="28398" cy="28398"/>
          </a:xfrm>
          <a:prstGeom prst="ellipse">
            <a:avLst/>
          </a:prstGeom>
          <a:solidFill>
            <a:srgbClr val="7F8C97">
              <a:alpha val="48000"/>
            </a:srgbClr>
          </a:solidFill>
          <a:ln w="0">
            <a:noFill/>
            <a:prstDash val="solid"/>
          </a:ln>
        </p:spPr>
      </p:sp>
      <p:sp>
        <p:nvSpPr>
          <p:cNvPr id="2447" name="03_assume_matched_7744">
            <a:extLst>
              <a:ext uri="{FF2B5EF4-FFF2-40B4-BE49-F238E27FC236}">
                <a16:creationId xmlns:a16="http://schemas.microsoft.com/office/drawing/2014/main" id="{0AD1F43F-8889-4FE0-A707-D8909D11A77A}"/>
              </a:ext>
            </a:extLst>
          </p:cNvPr>
          <p:cNvSpPr>
            <a:spLocks noGrp="1"/>
          </p:cNvSpPr>
          <p:nvPr/>
        </p:nvSpPr>
        <p:spPr>
          <a:xfrm>
            <a:off x="4220107" y="5436996"/>
            <a:ext cx="28398" cy="28398"/>
          </a:xfrm>
          <a:prstGeom prst="ellipse">
            <a:avLst/>
          </a:prstGeom>
          <a:solidFill>
            <a:srgbClr val="7F8C97">
              <a:alpha val="48000"/>
            </a:srgbClr>
          </a:solidFill>
          <a:ln w="0">
            <a:noFill/>
            <a:prstDash val="solid"/>
          </a:ln>
        </p:spPr>
      </p:sp>
      <p:sp>
        <p:nvSpPr>
          <p:cNvPr id="2448" name="03_assume_matched_7745">
            <a:extLst>
              <a:ext uri="{FF2B5EF4-FFF2-40B4-BE49-F238E27FC236}">
                <a16:creationId xmlns:a16="http://schemas.microsoft.com/office/drawing/2014/main" id="{CFCD311A-62AF-41E3-90F5-021D0E0A66B5}"/>
              </a:ext>
            </a:extLst>
          </p:cNvPr>
          <p:cNvSpPr>
            <a:spLocks noGrp="1"/>
          </p:cNvSpPr>
          <p:nvPr/>
        </p:nvSpPr>
        <p:spPr>
          <a:xfrm>
            <a:off x="4195787" y="5436996"/>
            <a:ext cx="28398" cy="28398"/>
          </a:xfrm>
          <a:prstGeom prst="ellipse">
            <a:avLst/>
          </a:prstGeom>
          <a:solidFill>
            <a:srgbClr val="7F8C97">
              <a:alpha val="48000"/>
            </a:srgbClr>
          </a:solidFill>
          <a:ln w="0">
            <a:noFill/>
            <a:prstDash val="solid"/>
          </a:ln>
        </p:spPr>
      </p:sp>
      <p:sp>
        <p:nvSpPr>
          <p:cNvPr id="2449" name="03_assume_matched_7746">
            <a:extLst>
              <a:ext uri="{FF2B5EF4-FFF2-40B4-BE49-F238E27FC236}">
                <a16:creationId xmlns:a16="http://schemas.microsoft.com/office/drawing/2014/main" id="{7ACA1263-3D1A-4E0D-84E6-DAA1CE99C567}"/>
              </a:ext>
            </a:extLst>
          </p:cNvPr>
          <p:cNvSpPr>
            <a:spLocks noGrp="1"/>
          </p:cNvSpPr>
          <p:nvPr/>
        </p:nvSpPr>
        <p:spPr>
          <a:xfrm>
            <a:off x="4298250" y="5436996"/>
            <a:ext cx="28398" cy="28398"/>
          </a:xfrm>
          <a:prstGeom prst="ellipse">
            <a:avLst/>
          </a:prstGeom>
          <a:solidFill>
            <a:srgbClr val="7F8C97">
              <a:alpha val="48000"/>
            </a:srgbClr>
          </a:solidFill>
          <a:ln w="0">
            <a:noFill/>
            <a:prstDash val="solid"/>
          </a:ln>
        </p:spPr>
      </p:sp>
      <p:sp>
        <p:nvSpPr>
          <p:cNvPr id="2450" name="03_assume_matched_7747">
            <a:extLst>
              <a:ext uri="{FF2B5EF4-FFF2-40B4-BE49-F238E27FC236}">
                <a16:creationId xmlns:a16="http://schemas.microsoft.com/office/drawing/2014/main" id="{80771440-3E52-4024-B314-F0EA7DF3F110}"/>
              </a:ext>
            </a:extLst>
          </p:cNvPr>
          <p:cNvSpPr>
            <a:spLocks noGrp="1"/>
          </p:cNvSpPr>
          <p:nvPr/>
        </p:nvSpPr>
        <p:spPr>
          <a:xfrm>
            <a:off x="4246011" y="5436996"/>
            <a:ext cx="28398" cy="28398"/>
          </a:xfrm>
          <a:prstGeom prst="ellipse">
            <a:avLst/>
          </a:prstGeom>
          <a:solidFill>
            <a:srgbClr val="7F8C97">
              <a:alpha val="48000"/>
            </a:srgbClr>
          </a:solidFill>
          <a:ln w="0">
            <a:noFill/>
            <a:prstDash val="solid"/>
          </a:ln>
        </p:spPr>
      </p:sp>
      <p:sp>
        <p:nvSpPr>
          <p:cNvPr id="2451" name="03_assume_matched_7748">
            <a:extLst>
              <a:ext uri="{FF2B5EF4-FFF2-40B4-BE49-F238E27FC236}">
                <a16:creationId xmlns:a16="http://schemas.microsoft.com/office/drawing/2014/main" id="{40856948-3ADE-44EE-8E50-858CF9B938E0}"/>
              </a:ext>
            </a:extLst>
          </p:cNvPr>
          <p:cNvSpPr>
            <a:spLocks noGrp="1"/>
          </p:cNvSpPr>
          <p:nvPr/>
        </p:nvSpPr>
        <p:spPr>
          <a:xfrm>
            <a:off x="4278822" y="5436996"/>
            <a:ext cx="28398" cy="28398"/>
          </a:xfrm>
          <a:prstGeom prst="ellipse">
            <a:avLst/>
          </a:prstGeom>
          <a:solidFill>
            <a:srgbClr val="7F8C97">
              <a:alpha val="48000"/>
            </a:srgbClr>
          </a:solidFill>
          <a:ln w="0">
            <a:noFill/>
            <a:prstDash val="solid"/>
          </a:ln>
        </p:spPr>
      </p:sp>
      <p:sp>
        <p:nvSpPr>
          <p:cNvPr id="2452" name="03_assume_matched_7749">
            <a:extLst>
              <a:ext uri="{FF2B5EF4-FFF2-40B4-BE49-F238E27FC236}">
                <a16:creationId xmlns:a16="http://schemas.microsoft.com/office/drawing/2014/main" id="{E655B491-0AD5-4819-B75A-348E34614A61}"/>
              </a:ext>
            </a:extLst>
          </p:cNvPr>
          <p:cNvSpPr>
            <a:spLocks noGrp="1"/>
          </p:cNvSpPr>
          <p:nvPr/>
        </p:nvSpPr>
        <p:spPr>
          <a:xfrm>
            <a:off x="4177942" y="5203048"/>
            <a:ext cx="28398" cy="28398"/>
          </a:xfrm>
          <a:prstGeom prst="ellipse">
            <a:avLst/>
          </a:prstGeom>
          <a:solidFill>
            <a:srgbClr val="7F8C97">
              <a:alpha val="48000"/>
            </a:srgbClr>
          </a:solidFill>
          <a:ln w="0">
            <a:noFill/>
            <a:prstDash val="solid"/>
          </a:ln>
        </p:spPr>
      </p:sp>
      <p:sp>
        <p:nvSpPr>
          <p:cNvPr id="2453" name="03_assume_matched_7750">
            <a:extLst>
              <a:ext uri="{FF2B5EF4-FFF2-40B4-BE49-F238E27FC236}">
                <a16:creationId xmlns:a16="http://schemas.microsoft.com/office/drawing/2014/main" id="{2F042EAE-AEE9-4AF4-9BBF-2DE7F106343C}"/>
              </a:ext>
            </a:extLst>
          </p:cNvPr>
          <p:cNvSpPr>
            <a:spLocks noGrp="1"/>
          </p:cNvSpPr>
          <p:nvPr/>
        </p:nvSpPr>
        <p:spPr>
          <a:xfrm>
            <a:off x="4269900" y="5144561"/>
            <a:ext cx="28398" cy="28398"/>
          </a:xfrm>
          <a:prstGeom prst="ellipse">
            <a:avLst/>
          </a:prstGeom>
          <a:solidFill>
            <a:srgbClr val="7F8C97">
              <a:alpha val="48000"/>
            </a:srgbClr>
          </a:solidFill>
          <a:ln w="0">
            <a:noFill/>
            <a:prstDash val="solid"/>
          </a:ln>
        </p:spPr>
      </p:sp>
      <p:sp>
        <p:nvSpPr>
          <p:cNvPr id="2454" name="03_assume_matched_7751">
            <a:extLst>
              <a:ext uri="{FF2B5EF4-FFF2-40B4-BE49-F238E27FC236}">
                <a16:creationId xmlns:a16="http://schemas.microsoft.com/office/drawing/2014/main" id="{3B596978-0715-421A-B773-C1EA2D376FF0}"/>
              </a:ext>
            </a:extLst>
          </p:cNvPr>
          <p:cNvSpPr>
            <a:spLocks noGrp="1"/>
          </p:cNvSpPr>
          <p:nvPr/>
        </p:nvSpPr>
        <p:spPr>
          <a:xfrm>
            <a:off x="4249033" y="5144561"/>
            <a:ext cx="28398" cy="28398"/>
          </a:xfrm>
          <a:prstGeom prst="ellipse">
            <a:avLst/>
          </a:prstGeom>
          <a:solidFill>
            <a:srgbClr val="7F8C97">
              <a:alpha val="48000"/>
            </a:srgbClr>
          </a:solidFill>
          <a:ln w="0">
            <a:noFill/>
            <a:prstDash val="solid"/>
          </a:ln>
        </p:spPr>
      </p:sp>
      <p:sp>
        <p:nvSpPr>
          <p:cNvPr id="2455" name="03_assume_matched_7752">
            <a:extLst>
              <a:ext uri="{FF2B5EF4-FFF2-40B4-BE49-F238E27FC236}">
                <a16:creationId xmlns:a16="http://schemas.microsoft.com/office/drawing/2014/main" id="{E89C3702-14B1-4014-AAC7-EA09D1BAC7FB}"/>
              </a:ext>
            </a:extLst>
          </p:cNvPr>
          <p:cNvSpPr>
            <a:spLocks noGrp="1"/>
          </p:cNvSpPr>
          <p:nvPr/>
        </p:nvSpPr>
        <p:spPr>
          <a:xfrm>
            <a:off x="4157651" y="5144561"/>
            <a:ext cx="28398" cy="28398"/>
          </a:xfrm>
          <a:prstGeom prst="ellipse">
            <a:avLst/>
          </a:prstGeom>
          <a:solidFill>
            <a:srgbClr val="7F8C97">
              <a:alpha val="48000"/>
            </a:srgbClr>
          </a:solidFill>
          <a:ln w="0">
            <a:noFill/>
            <a:prstDash val="solid"/>
          </a:ln>
        </p:spPr>
      </p:sp>
      <p:sp>
        <p:nvSpPr>
          <p:cNvPr id="2456" name="03_assume_matched_7753">
            <a:extLst>
              <a:ext uri="{FF2B5EF4-FFF2-40B4-BE49-F238E27FC236}">
                <a16:creationId xmlns:a16="http://schemas.microsoft.com/office/drawing/2014/main" id="{23711457-0F5D-4FBE-B7C6-CDBA3086EC2B}"/>
              </a:ext>
            </a:extLst>
          </p:cNvPr>
          <p:cNvSpPr>
            <a:spLocks noGrp="1"/>
          </p:cNvSpPr>
          <p:nvPr/>
        </p:nvSpPr>
        <p:spPr>
          <a:xfrm>
            <a:off x="4216941" y="5436996"/>
            <a:ext cx="28398" cy="28398"/>
          </a:xfrm>
          <a:prstGeom prst="ellipse">
            <a:avLst/>
          </a:prstGeom>
          <a:solidFill>
            <a:srgbClr val="7F8C97">
              <a:alpha val="48000"/>
            </a:srgbClr>
          </a:solidFill>
          <a:ln w="0">
            <a:noFill/>
            <a:prstDash val="solid"/>
          </a:ln>
        </p:spPr>
      </p:sp>
      <p:sp>
        <p:nvSpPr>
          <p:cNvPr id="2457" name="03_assume_matched_7754">
            <a:extLst>
              <a:ext uri="{FF2B5EF4-FFF2-40B4-BE49-F238E27FC236}">
                <a16:creationId xmlns:a16="http://schemas.microsoft.com/office/drawing/2014/main" id="{1A41E7FF-A47C-4AE6-B3CA-45D2158E17A6}"/>
              </a:ext>
            </a:extLst>
          </p:cNvPr>
          <p:cNvSpPr>
            <a:spLocks noGrp="1"/>
          </p:cNvSpPr>
          <p:nvPr/>
        </p:nvSpPr>
        <p:spPr>
          <a:xfrm>
            <a:off x="4199097" y="5436996"/>
            <a:ext cx="28398" cy="28398"/>
          </a:xfrm>
          <a:prstGeom prst="ellipse">
            <a:avLst/>
          </a:prstGeom>
          <a:solidFill>
            <a:srgbClr val="7F8C97">
              <a:alpha val="48000"/>
            </a:srgbClr>
          </a:solidFill>
          <a:ln w="0">
            <a:noFill/>
            <a:prstDash val="solid"/>
          </a:ln>
        </p:spPr>
      </p:sp>
      <p:sp>
        <p:nvSpPr>
          <p:cNvPr id="2458" name="03_assume_matched_7755">
            <a:extLst>
              <a:ext uri="{FF2B5EF4-FFF2-40B4-BE49-F238E27FC236}">
                <a16:creationId xmlns:a16="http://schemas.microsoft.com/office/drawing/2014/main" id="{F58E4440-2840-4E60-B676-60EEEFB517A8}"/>
              </a:ext>
            </a:extLst>
          </p:cNvPr>
          <p:cNvSpPr>
            <a:spLocks noGrp="1"/>
          </p:cNvSpPr>
          <p:nvPr/>
        </p:nvSpPr>
        <p:spPr>
          <a:xfrm>
            <a:off x="4231332" y="5144561"/>
            <a:ext cx="28398" cy="28398"/>
          </a:xfrm>
          <a:prstGeom prst="ellipse">
            <a:avLst/>
          </a:prstGeom>
          <a:solidFill>
            <a:srgbClr val="7F8C97">
              <a:alpha val="48000"/>
            </a:srgbClr>
          </a:solidFill>
          <a:ln w="0">
            <a:noFill/>
            <a:prstDash val="solid"/>
          </a:ln>
        </p:spPr>
      </p:sp>
      <p:sp>
        <p:nvSpPr>
          <p:cNvPr id="2459" name="03_assume_matched_7756">
            <a:extLst>
              <a:ext uri="{FF2B5EF4-FFF2-40B4-BE49-F238E27FC236}">
                <a16:creationId xmlns:a16="http://schemas.microsoft.com/office/drawing/2014/main" id="{808D4731-A692-490D-B116-5195BA2568C3}"/>
              </a:ext>
            </a:extLst>
          </p:cNvPr>
          <p:cNvSpPr>
            <a:spLocks noGrp="1"/>
          </p:cNvSpPr>
          <p:nvPr/>
        </p:nvSpPr>
        <p:spPr>
          <a:xfrm>
            <a:off x="4213200" y="5388257"/>
            <a:ext cx="28398" cy="28398"/>
          </a:xfrm>
          <a:prstGeom prst="ellipse">
            <a:avLst/>
          </a:prstGeom>
          <a:solidFill>
            <a:srgbClr val="7F8C97">
              <a:alpha val="48000"/>
            </a:srgbClr>
          </a:solidFill>
          <a:ln w="0">
            <a:noFill/>
            <a:prstDash val="solid"/>
          </a:ln>
        </p:spPr>
      </p:sp>
      <p:sp>
        <p:nvSpPr>
          <p:cNvPr id="2460" name="03_assume_matched_7757">
            <a:extLst>
              <a:ext uri="{FF2B5EF4-FFF2-40B4-BE49-F238E27FC236}">
                <a16:creationId xmlns:a16="http://schemas.microsoft.com/office/drawing/2014/main" id="{3E41268B-BF99-42B5-9496-197661DC2C62}"/>
              </a:ext>
            </a:extLst>
          </p:cNvPr>
          <p:cNvSpPr>
            <a:spLocks noGrp="1"/>
          </p:cNvSpPr>
          <p:nvPr/>
        </p:nvSpPr>
        <p:spPr>
          <a:xfrm>
            <a:off x="4275368" y="5290779"/>
            <a:ext cx="28398" cy="28398"/>
          </a:xfrm>
          <a:prstGeom prst="ellipse">
            <a:avLst/>
          </a:prstGeom>
          <a:solidFill>
            <a:srgbClr val="7F8C97">
              <a:alpha val="48000"/>
            </a:srgbClr>
          </a:solidFill>
          <a:ln w="0">
            <a:noFill/>
            <a:prstDash val="solid"/>
          </a:ln>
        </p:spPr>
      </p:sp>
      <p:sp>
        <p:nvSpPr>
          <p:cNvPr id="2461" name="03_assume_matched_7758">
            <a:extLst>
              <a:ext uri="{FF2B5EF4-FFF2-40B4-BE49-F238E27FC236}">
                <a16:creationId xmlns:a16="http://schemas.microsoft.com/office/drawing/2014/main" id="{6C2D2628-44AC-4EC9-B8AC-DA9775DE14E6}"/>
              </a:ext>
            </a:extLst>
          </p:cNvPr>
          <p:cNvSpPr>
            <a:spLocks noGrp="1"/>
          </p:cNvSpPr>
          <p:nvPr/>
        </p:nvSpPr>
        <p:spPr>
          <a:xfrm>
            <a:off x="4173481" y="5144561"/>
            <a:ext cx="28398" cy="28398"/>
          </a:xfrm>
          <a:prstGeom prst="ellipse">
            <a:avLst/>
          </a:prstGeom>
          <a:solidFill>
            <a:srgbClr val="7F8C97">
              <a:alpha val="48000"/>
            </a:srgbClr>
          </a:solidFill>
          <a:ln w="0">
            <a:noFill/>
            <a:prstDash val="solid"/>
          </a:ln>
        </p:spPr>
      </p:sp>
      <p:sp>
        <p:nvSpPr>
          <p:cNvPr id="2462" name="03_assume_matched_7759">
            <a:extLst>
              <a:ext uri="{FF2B5EF4-FFF2-40B4-BE49-F238E27FC236}">
                <a16:creationId xmlns:a16="http://schemas.microsoft.com/office/drawing/2014/main" id="{951206D6-A793-4EE4-9A6E-3FCBA8ABF15B}"/>
              </a:ext>
            </a:extLst>
          </p:cNvPr>
          <p:cNvSpPr>
            <a:spLocks noGrp="1"/>
          </p:cNvSpPr>
          <p:nvPr/>
        </p:nvSpPr>
        <p:spPr>
          <a:xfrm>
            <a:off x="4180101" y="5436996"/>
            <a:ext cx="28398" cy="28398"/>
          </a:xfrm>
          <a:prstGeom prst="ellipse">
            <a:avLst/>
          </a:prstGeom>
          <a:solidFill>
            <a:srgbClr val="7F8C97">
              <a:alpha val="48000"/>
            </a:srgbClr>
          </a:solidFill>
          <a:ln w="0">
            <a:noFill/>
            <a:prstDash val="solid"/>
          </a:ln>
        </p:spPr>
      </p:sp>
      <p:sp>
        <p:nvSpPr>
          <p:cNvPr id="2463" name="03_assume_matched_7760">
            <a:extLst>
              <a:ext uri="{FF2B5EF4-FFF2-40B4-BE49-F238E27FC236}">
                <a16:creationId xmlns:a16="http://schemas.microsoft.com/office/drawing/2014/main" id="{DD636281-0EEB-430C-B591-261D55CE5942}"/>
              </a:ext>
            </a:extLst>
          </p:cNvPr>
          <p:cNvSpPr>
            <a:spLocks noGrp="1"/>
          </p:cNvSpPr>
          <p:nvPr/>
        </p:nvSpPr>
        <p:spPr>
          <a:xfrm>
            <a:off x="4239967" y="5144561"/>
            <a:ext cx="28398" cy="28398"/>
          </a:xfrm>
          <a:prstGeom prst="ellipse">
            <a:avLst/>
          </a:prstGeom>
          <a:solidFill>
            <a:srgbClr val="7F8C97">
              <a:alpha val="48000"/>
            </a:srgbClr>
          </a:solidFill>
          <a:ln w="0">
            <a:noFill/>
            <a:prstDash val="solid"/>
          </a:ln>
        </p:spPr>
      </p:sp>
      <p:sp>
        <p:nvSpPr>
          <p:cNvPr id="2464" name="03_assume_matched_7761">
            <a:extLst>
              <a:ext uri="{FF2B5EF4-FFF2-40B4-BE49-F238E27FC236}">
                <a16:creationId xmlns:a16="http://schemas.microsoft.com/office/drawing/2014/main" id="{2ADE3C68-D64E-4C04-A33A-1DFA2850124C}"/>
              </a:ext>
            </a:extLst>
          </p:cNvPr>
          <p:cNvSpPr>
            <a:spLocks noGrp="1"/>
          </p:cNvSpPr>
          <p:nvPr/>
        </p:nvSpPr>
        <p:spPr>
          <a:xfrm>
            <a:off x="4238672" y="5144561"/>
            <a:ext cx="28398" cy="28398"/>
          </a:xfrm>
          <a:prstGeom prst="ellipse">
            <a:avLst/>
          </a:prstGeom>
          <a:solidFill>
            <a:srgbClr val="7F8C97">
              <a:alpha val="48000"/>
            </a:srgbClr>
          </a:solidFill>
          <a:ln w="0">
            <a:noFill/>
            <a:prstDash val="solid"/>
          </a:ln>
        </p:spPr>
      </p:sp>
      <p:sp>
        <p:nvSpPr>
          <p:cNvPr id="2465" name="03_assume_matched_7762">
            <a:extLst>
              <a:ext uri="{FF2B5EF4-FFF2-40B4-BE49-F238E27FC236}">
                <a16:creationId xmlns:a16="http://schemas.microsoft.com/office/drawing/2014/main" id="{090B7EBD-6A35-4D9F-A12C-D716AECFF25D}"/>
              </a:ext>
            </a:extLst>
          </p:cNvPr>
          <p:cNvSpPr>
            <a:spLocks noGrp="1"/>
          </p:cNvSpPr>
          <p:nvPr/>
        </p:nvSpPr>
        <p:spPr>
          <a:xfrm>
            <a:off x="4285442" y="5436996"/>
            <a:ext cx="28398" cy="28398"/>
          </a:xfrm>
          <a:prstGeom prst="ellipse">
            <a:avLst/>
          </a:prstGeom>
          <a:solidFill>
            <a:srgbClr val="7F8C97">
              <a:alpha val="48000"/>
            </a:srgbClr>
          </a:solidFill>
          <a:ln w="0">
            <a:noFill/>
            <a:prstDash val="solid"/>
          </a:ln>
        </p:spPr>
      </p:sp>
      <p:sp>
        <p:nvSpPr>
          <p:cNvPr id="2466" name="03_assume_matched_7763">
            <a:extLst>
              <a:ext uri="{FF2B5EF4-FFF2-40B4-BE49-F238E27FC236}">
                <a16:creationId xmlns:a16="http://schemas.microsoft.com/office/drawing/2014/main" id="{AF8086E1-6FAD-4104-AEFF-8755D03AD87A}"/>
              </a:ext>
            </a:extLst>
          </p:cNvPr>
          <p:cNvSpPr>
            <a:spLocks noGrp="1"/>
          </p:cNvSpPr>
          <p:nvPr/>
        </p:nvSpPr>
        <p:spPr>
          <a:xfrm>
            <a:off x="4263712" y="5436996"/>
            <a:ext cx="28398" cy="28398"/>
          </a:xfrm>
          <a:prstGeom prst="ellipse">
            <a:avLst/>
          </a:prstGeom>
          <a:solidFill>
            <a:srgbClr val="7F8C97">
              <a:alpha val="48000"/>
            </a:srgbClr>
          </a:solidFill>
          <a:ln w="0">
            <a:noFill/>
            <a:prstDash val="solid"/>
          </a:ln>
        </p:spPr>
      </p:sp>
      <p:sp>
        <p:nvSpPr>
          <p:cNvPr id="2467" name="03_assume_matched_7764">
            <a:extLst>
              <a:ext uri="{FF2B5EF4-FFF2-40B4-BE49-F238E27FC236}">
                <a16:creationId xmlns:a16="http://schemas.microsoft.com/office/drawing/2014/main" id="{CD7E9926-13F5-4249-99EF-D3A329B9677C}"/>
              </a:ext>
            </a:extLst>
          </p:cNvPr>
          <p:cNvSpPr>
            <a:spLocks noGrp="1"/>
          </p:cNvSpPr>
          <p:nvPr/>
        </p:nvSpPr>
        <p:spPr>
          <a:xfrm>
            <a:off x="4195787" y="5436996"/>
            <a:ext cx="28398" cy="28398"/>
          </a:xfrm>
          <a:prstGeom prst="ellipse">
            <a:avLst/>
          </a:prstGeom>
          <a:solidFill>
            <a:srgbClr val="7F8C97">
              <a:alpha val="48000"/>
            </a:srgbClr>
          </a:solidFill>
          <a:ln w="0">
            <a:noFill/>
            <a:prstDash val="solid"/>
          </a:ln>
        </p:spPr>
      </p:sp>
      <p:sp>
        <p:nvSpPr>
          <p:cNvPr id="2468" name="03_assume_matched_7765">
            <a:extLst>
              <a:ext uri="{FF2B5EF4-FFF2-40B4-BE49-F238E27FC236}">
                <a16:creationId xmlns:a16="http://schemas.microsoft.com/office/drawing/2014/main" id="{0826FB03-1160-459B-8712-D7FF3804D9F7}"/>
              </a:ext>
            </a:extLst>
          </p:cNvPr>
          <p:cNvSpPr>
            <a:spLocks noGrp="1"/>
          </p:cNvSpPr>
          <p:nvPr/>
        </p:nvSpPr>
        <p:spPr>
          <a:xfrm>
            <a:off x="4266590" y="5436996"/>
            <a:ext cx="28398" cy="28398"/>
          </a:xfrm>
          <a:prstGeom prst="ellipse">
            <a:avLst/>
          </a:prstGeom>
          <a:solidFill>
            <a:srgbClr val="7F8C97">
              <a:alpha val="48000"/>
            </a:srgbClr>
          </a:solidFill>
          <a:ln w="0">
            <a:noFill/>
            <a:prstDash val="solid"/>
          </a:ln>
        </p:spPr>
      </p:sp>
      <p:sp>
        <p:nvSpPr>
          <p:cNvPr id="2469" name="03_assume_matched_7766">
            <a:extLst>
              <a:ext uri="{FF2B5EF4-FFF2-40B4-BE49-F238E27FC236}">
                <a16:creationId xmlns:a16="http://schemas.microsoft.com/office/drawing/2014/main" id="{A75012CE-234C-4D39-8F8D-8E29BA9A25CA}"/>
              </a:ext>
            </a:extLst>
          </p:cNvPr>
          <p:cNvSpPr>
            <a:spLocks noGrp="1"/>
          </p:cNvSpPr>
          <p:nvPr/>
        </p:nvSpPr>
        <p:spPr>
          <a:xfrm>
            <a:off x="4254933" y="5242040"/>
            <a:ext cx="28398" cy="28398"/>
          </a:xfrm>
          <a:prstGeom prst="ellipse">
            <a:avLst/>
          </a:prstGeom>
          <a:solidFill>
            <a:srgbClr val="7F8C97">
              <a:alpha val="48000"/>
            </a:srgbClr>
          </a:solidFill>
          <a:ln w="0">
            <a:noFill/>
            <a:prstDash val="solid"/>
          </a:ln>
        </p:spPr>
      </p:sp>
      <p:sp>
        <p:nvSpPr>
          <p:cNvPr id="2470" name="03_assume_matched_7767">
            <a:extLst>
              <a:ext uri="{FF2B5EF4-FFF2-40B4-BE49-F238E27FC236}">
                <a16:creationId xmlns:a16="http://schemas.microsoft.com/office/drawing/2014/main" id="{64CDA271-9E29-4DB3-8E8E-01507C5CCBAC}"/>
              </a:ext>
            </a:extLst>
          </p:cNvPr>
          <p:cNvSpPr>
            <a:spLocks noGrp="1"/>
          </p:cNvSpPr>
          <p:nvPr/>
        </p:nvSpPr>
        <p:spPr>
          <a:xfrm>
            <a:off x="4261121" y="5436996"/>
            <a:ext cx="28398" cy="28398"/>
          </a:xfrm>
          <a:prstGeom prst="ellipse">
            <a:avLst/>
          </a:prstGeom>
          <a:solidFill>
            <a:srgbClr val="7F8C97">
              <a:alpha val="48000"/>
            </a:srgbClr>
          </a:solidFill>
          <a:ln w="0">
            <a:noFill/>
            <a:prstDash val="solid"/>
          </a:ln>
        </p:spPr>
      </p:sp>
      <p:sp>
        <p:nvSpPr>
          <p:cNvPr id="2471" name="03_assume_matched_7768">
            <a:extLst>
              <a:ext uri="{FF2B5EF4-FFF2-40B4-BE49-F238E27FC236}">
                <a16:creationId xmlns:a16="http://schemas.microsoft.com/office/drawing/2014/main" id="{0F286017-A187-48B2-A277-69541B8DBB5F}"/>
              </a:ext>
            </a:extLst>
          </p:cNvPr>
          <p:cNvSpPr>
            <a:spLocks noGrp="1"/>
          </p:cNvSpPr>
          <p:nvPr/>
        </p:nvSpPr>
        <p:spPr>
          <a:xfrm>
            <a:off x="4274505" y="5404503"/>
            <a:ext cx="28398" cy="28398"/>
          </a:xfrm>
          <a:prstGeom prst="ellipse">
            <a:avLst/>
          </a:prstGeom>
          <a:solidFill>
            <a:srgbClr val="7F8C97">
              <a:alpha val="48000"/>
            </a:srgbClr>
          </a:solidFill>
          <a:ln w="0">
            <a:noFill/>
            <a:prstDash val="solid"/>
          </a:ln>
        </p:spPr>
      </p:sp>
      <p:sp>
        <p:nvSpPr>
          <p:cNvPr id="2472" name="03_assume_matched_7769">
            <a:extLst>
              <a:ext uri="{FF2B5EF4-FFF2-40B4-BE49-F238E27FC236}">
                <a16:creationId xmlns:a16="http://schemas.microsoft.com/office/drawing/2014/main" id="{DF3833E4-3890-4D73-B3D0-535FFA28F62F}"/>
              </a:ext>
            </a:extLst>
          </p:cNvPr>
          <p:cNvSpPr>
            <a:spLocks noGrp="1"/>
          </p:cNvSpPr>
          <p:nvPr/>
        </p:nvSpPr>
        <p:spPr>
          <a:xfrm>
            <a:off x="4183123" y="5144561"/>
            <a:ext cx="28398" cy="28398"/>
          </a:xfrm>
          <a:prstGeom prst="ellipse">
            <a:avLst/>
          </a:prstGeom>
          <a:solidFill>
            <a:srgbClr val="7F8C97">
              <a:alpha val="48000"/>
            </a:srgbClr>
          </a:solidFill>
          <a:ln w="0">
            <a:noFill/>
            <a:prstDash val="solid"/>
          </a:ln>
        </p:spPr>
      </p:sp>
      <p:sp>
        <p:nvSpPr>
          <p:cNvPr id="2473" name="03_assume_matched_7770">
            <a:extLst>
              <a:ext uri="{FF2B5EF4-FFF2-40B4-BE49-F238E27FC236}">
                <a16:creationId xmlns:a16="http://schemas.microsoft.com/office/drawing/2014/main" id="{EB7BEB59-EE54-406B-9545-8132D30854EB}"/>
              </a:ext>
            </a:extLst>
          </p:cNvPr>
          <p:cNvSpPr>
            <a:spLocks noGrp="1"/>
          </p:cNvSpPr>
          <p:nvPr/>
        </p:nvSpPr>
        <p:spPr>
          <a:xfrm>
            <a:off x="4172330" y="5242040"/>
            <a:ext cx="28398" cy="28398"/>
          </a:xfrm>
          <a:prstGeom prst="ellipse">
            <a:avLst/>
          </a:prstGeom>
          <a:solidFill>
            <a:srgbClr val="7F8C97">
              <a:alpha val="48000"/>
            </a:srgbClr>
          </a:solidFill>
          <a:ln w="0">
            <a:noFill/>
            <a:prstDash val="solid"/>
          </a:ln>
        </p:spPr>
      </p:sp>
      <p:sp>
        <p:nvSpPr>
          <p:cNvPr id="2474" name="03_assume_matched_7771">
            <a:extLst>
              <a:ext uri="{FF2B5EF4-FFF2-40B4-BE49-F238E27FC236}">
                <a16:creationId xmlns:a16="http://schemas.microsoft.com/office/drawing/2014/main" id="{CB42ED4F-3D4A-4185-B993-589397E1306E}"/>
              </a:ext>
            </a:extLst>
          </p:cNvPr>
          <p:cNvSpPr>
            <a:spLocks noGrp="1"/>
          </p:cNvSpPr>
          <p:nvPr/>
        </p:nvSpPr>
        <p:spPr>
          <a:xfrm>
            <a:off x="4255221" y="5290779"/>
            <a:ext cx="28398" cy="28398"/>
          </a:xfrm>
          <a:prstGeom prst="ellipse">
            <a:avLst/>
          </a:prstGeom>
          <a:solidFill>
            <a:srgbClr val="7F8C97">
              <a:alpha val="48000"/>
            </a:srgbClr>
          </a:solidFill>
          <a:ln w="0">
            <a:noFill/>
            <a:prstDash val="solid"/>
          </a:ln>
        </p:spPr>
      </p:sp>
      <p:sp>
        <p:nvSpPr>
          <p:cNvPr id="2475" name="03_assume_matched_7772">
            <a:extLst>
              <a:ext uri="{FF2B5EF4-FFF2-40B4-BE49-F238E27FC236}">
                <a16:creationId xmlns:a16="http://schemas.microsoft.com/office/drawing/2014/main" id="{88FC9DBE-2CA7-4154-BC27-F9EE01A11FDA}"/>
              </a:ext>
            </a:extLst>
          </p:cNvPr>
          <p:cNvSpPr>
            <a:spLocks noGrp="1"/>
          </p:cNvSpPr>
          <p:nvPr/>
        </p:nvSpPr>
        <p:spPr>
          <a:xfrm>
            <a:off x="4292350" y="5144561"/>
            <a:ext cx="28398" cy="28398"/>
          </a:xfrm>
          <a:prstGeom prst="ellipse">
            <a:avLst/>
          </a:prstGeom>
          <a:solidFill>
            <a:srgbClr val="7F8C97">
              <a:alpha val="48000"/>
            </a:srgbClr>
          </a:solidFill>
          <a:ln w="0">
            <a:noFill/>
            <a:prstDash val="solid"/>
          </a:ln>
        </p:spPr>
      </p:sp>
      <p:sp>
        <p:nvSpPr>
          <p:cNvPr id="2476" name="03_assume_matched_7773">
            <a:extLst>
              <a:ext uri="{FF2B5EF4-FFF2-40B4-BE49-F238E27FC236}">
                <a16:creationId xmlns:a16="http://schemas.microsoft.com/office/drawing/2014/main" id="{322DE230-98D0-4480-ABD6-12D37C966796}"/>
              </a:ext>
            </a:extLst>
          </p:cNvPr>
          <p:cNvSpPr>
            <a:spLocks noGrp="1"/>
          </p:cNvSpPr>
          <p:nvPr/>
        </p:nvSpPr>
        <p:spPr>
          <a:xfrm>
            <a:off x="4298538" y="5144561"/>
            <a:ext cx="28398" cy="28398"/>
          </a:xfrm>
          <a:prstGeom prst="ellipse">
            <a:avLst/>
          </a:prstGeom>
          <a:solidFill>
            <a:srgbClr val="7F8C97">
              <a:alpha val="48000"/>
            </a:srgbClr>
          </a:solidFill>
          <a:ln w="0">
            <a:noFill/>
            <a:prstDash val="solid"/>
          </a:ln>
        </p:spPr>
      </p:sp>
      <p:sp>
        <p:nvSpPr>
          <p:cNvPr id="2477" name="03_assume_matched_7774">
            <a:extLst>
              <a:ext uri="{FF2B5EF4-FFF2-40B4-BE49-F238E27FC236}">
                <a16:creationId xmlns:a16="http://schemas.microsoft.com/office/drawing/2014/main" id="{B03E2990-C30D-45E0-A18D-7D8F099D43CC}"/>
              </a:ext>
            </a:extLst>
          </p:cNvPr>
          <p:cNvSpPr>
            <a:spLocks noGrp="1"/>
          </p:cNvSpPr>
          <p:nvPr/>
        </p:nvSpPr>
        <p:spPr>
          <a:xfrm>
            <a:off x="4209602" y="5144561"/>
            <a:ext cx="28398" cy="28398"/>
          </a:xfrm>
          <a:prstGeom prst="ellipse">
            <a:avLst/>
          </a:prstGeom>
          <a:solidFill>
            <a:srgbClr val="7F8C97">
              <a:alpha val="48000"/>
            </a:srgbClr>
          </a:solidFill>
          <a:ln w="0">
            <a:noFill/>
            <a:prstDash val="solid"/>
          </a:ln>
        </p:spPr>
      </p:sp>
      <p:sp>
        <p:nvSpPr>
          <p:cNvPr id="2478" name="03_assume_matched_7775">
            <a:extLst>
              <a:ext uri="{FF2B5EF4-FFF2-40B4-BE49-F238E27FC236}">
                <a16:creationId xmlns:a16="http://schemas.microsoft.com/office/drawing/2014/main" id="{341FA374-7911-4FBE-88ED-EF9C1D5925E7}"/>
              </a:ext>
            </a:extLst>
          </p:cNvPr>
          <p:cNvSpPr>
            <a:spLocks noGrp="1"/>
          </p:cNvSpPr>
          <p:nvPr/>
        </p:nvSpPr>
        <p:spPr>
          <a:xfrm>
            <a:off x="4262417" y="5436996"/>
            <a:ext cx="28398" cy="28398"/>
          </a:xfrm>
          <a:prstGeom prst="ellipse">
            <a:avLst/>
          </a:prstGeom>
          <a:solidFill>
            <a:srgbClr val="7F8C97">
              <a:alpha val="48000"/>
            </a:srgbClr>
          </a:solidFill>
          <a:ln w="0">
            <a:noFill/>
            <a:prstDash val="solid"/>
          </a:ln>
        </p:spPr>
      </p:sp>
      <p:sp>
        <p:nvSpPr>
          <p:cNvPr id="2479" name="03_assume_matched_7776">
            <a:extLst>
              <a:ext uri="{FF2B5EF4-FFF2-40B4-BE49-F238E27FC236}">
                <a16:creationId xmlns:a16="http://schemas.microsoft.com/office/drawing/2014/main" id="{C9901665-2B78-4DE5-8673-9A6B8CF6DB02}"/>
              </a:ext>
            </a:extLst>
          </p:cNvPr>
          <p:cNvSpPr>
            <a:spLocks noGrp="1"/>
          </p:cNvSpPr>
          <p:nvPr/>
        </p:nvSpPr>
        <p:spPr>
          <a:xfrm>
            <a:off x="4273354" y="5436996"/>
            <a:ext cx="28398" cy="28398"/>
          </a:xfrm>
          <a:prstGeom prst="ellipse">
            <a:avLst/>
          </a:prstGeom>
          <a:solidFill>
            <a:srgbClr val="7F8C97">
              <a:alpha val="48000"/>
            </a:srgbClr>
          </a:solidFill>
          <a:ln w="0">
            <a:noFill/>
            <a:prstDash val="solid"/>
          </a:ln>
        </p:spPr>
      </p:sp>
      <p:sp>
        <p:nvSpPr>
          <p:cNvPr id="2480" name="03_assume_matched_7777">
            <a:extLst>
              <a:ext uri="{FF2B5EF4-FFF2-40B4-BE49-F238E27FC236}">
                <a16:creationId xmlns:a16="http://schemas.microsoft.com/office/drawing/2014/main" id="{3F362843-5B07-4A0B-B085-E8FCD5CB54FA}"/>
              </a:ext>
            </a:extLst>
          </p:cNvPr>
          <p:cNvSpPr>
            <a:spLocks noGrp="1"/>
          </p:cNvSpPr>
          <p:nvPr/>
        </p:nvSpPr>
        <p:spPr>
          <a:xfrm>
            <a:off x="4290767" y="5436996"/>
            <a:ext cx="28398" cy="28398"/>
          </a:xfrm>
          <a:prstGeom prst="ellipse">
            <a:avLst/>
          </a:prstGeom>
          <a:solidFill>
            <a:srgbClr val="7F8C97">
              <a:alpha val="48000"/>
            </a:srgbClr>
          </a:solidFill>
          <a:ln w="0">
            <a:noFill/>
            <a:prstDash val="solid"/>
          </a:ln>
        </p:spPr>
      </p:sp>
      <p:sp>
        <p:nvSpPr>
          <p:cNvPr id="2481" name="03_assume_matched_7778">
            <a:extLst>
              <a:ext uri="{FF2B5EF4-FFF2-40B4-BE49-F238E27FC236}">
                <a16:creationId xmlns:a16="http://schemas.microsoft.com/office/drawing/2014/main" id="{C5033BDE-120F-4079-977F-A0E8B4DE1BF8}"/>
              </a:ext>
            </a:extLst>
          </p:cNvPr>
          <p:cNvSpPr>
            <a:spLocks noGrp="1"/>
          </p:cNvSpPr>
          <p:nvPr/>
        </p:nvSpPr>
        <p:spPr>
          <a:xfrm>
            <a:off x="4275512" y="5436996"/>
            <a:ext cx="28398" cy="28398"/>
          </a:xfrm>
          <a:prstGeom prst="ellipse">
            <a:avLst/>
          </a:prstGeom>
          <a:solidFill>
            <a:srgbClr val="7F8C97">
              <a:alpha val="48000"/>
            </a:srgbClr>
          </a:solidFill>
          <a:ln w="0">
            <a:noFill/>
            <a:prstDash val="solid"/>
          </a:ln>
        </p:spPr>
      </p:sp>
      <p:sp>
        <p:nvSpPr>
          <p:cNvPr id="2482" name="03_assume_matched_7779">
            <a:extLst>
              <a:ext uri="{FF2B5EF4-FFF2-40B4-BE49-F238E27FC236}">
                <a16:creationId xmlns:a16="http://schemas.microsoft.com/office/drawing/2014/main" id="{28F510B9-FB09-4033-84CE-4057EB74C82F}"/>
              </a:ext>
            </a:extLst>
          </p:cNvPr>
          <p:cNvSpPr>
            <a:spLocks noGrp="1"/>
          </p:cNvSpPr>
          <p:nvPr/>
        </p:nvSpPr>
        <p:spPr>
          <a:xfrm>
            <a:off x="4253782" y="5436996"/>
            <a:ext cx="28398" cy="28398"/>
          </a:xfrm>
          <a:prstGeom prst="ellipse">
            <a:avLst/>
          </a:prstGeom>
          <a:solidFill>
            <a:srgbClr val="7F8C97">
              <a:alpha val="48000"/>
            </a:srgbClr>
          </a:solidFill>
          <a:ln w="0">
            <a:noFill/>
            <a:prstDash val="solid"/>
          </a:ln>
        </p:spPr>
      </p:sp>
      <p:sp>
        <p:nvSpPr>
          <p:cNvPr id="2483" name="03_assume_matched_7780">
            <a:extLst>
              <a:ext uri="{FF2B5EF4-FFF2-40B4-BE49-F238E27FC236}">
                <a16:creationId xmlns:a16="http://schemas.microsoft.com/office/drawing/2014/main" id="{8E3087B6-DCCF-4E1E-BD8A-9E9154E0637D}"/>
              </a:ext>
            </a:extLst>
          </p:cNvPr>
          <p:cNvSpPr>
            <a:spLocks noGrp="1"/>
          </p:cNvSpPr>
          <p:nvPr/>
        </p:nvSpPr>
        <p:spPr>
          <a:xfrm>
            <a:off x="4165566" y="5144561"/>
            <a:ext cx="28398" cy="28398"/>
          </a:xfrm>
          <a:prstGeom prst="ellipse">
            <a:avLst/>
          </a:prstGeom>
          <a:solidFill>
            <a:srgbClr val="7F8C97">
              <a:alpha val="48000"/>
            </a:srgbClr>
          </a:solidFill>
          <a:ln w="0">
            <a:noFill/>
            <a:prstDash val="solid"/>
          </a:ln>
        </p:spPr>
      </p:sp>
      <p:sp>
        <p:nvSpPr>
          <p:cNvPr id="2484" name="03_assume_matched_7781">
            <a:extLst>
              <a:ext uri="{FF2B5EF4-FFF2-40B4-BE49-F238E27FC236}">
                <a16:creationId xmlns:a16="http://schemas.microsoft.com/office/drawing/2014/main" id="{9CD8BFBC-BB09-4A81-85C2-4ED6D652E527}"/>
              </a:ext>
            </a:extLst>
          </p:cNvPr>
          <p:cNvSpPr>
            <a:spLocks noGrp="1"/>
          </p:cNvSpPr>
          <p:nvPr/>
        </p:nvSpPr>
        <p:spPr>
          <a:xfrm>
            <a:off x="4179525" y="5436996"/>
            <a:ext cx="28398" cy="28398"/>
          </a:xfrm>
          <a:prstGeom prst="ellipse">
            <a:avLst/>
          </a:prstGeom>
          <a:solidFill>
            <a:srgbClr val="7F8C97">
              <a:alpha val="48000"/>
            </a:srgbClr>
          </a:solidFill>
          <a:ln w="0">
            <a:noFill/>
            <a:prstDash val="solid"/>
          </a:ln>
        </p:spPr>
      </p:sp>
      <p:sp>
        <p:nvSpPr>
          <p:cNvPr id="2485" name="03_assume_matched_7782">
            <a:extLst>
              <a:ext uri="{FF2B5EF4-FFF2-40B4-BE49-F238E27FC236}">
                <a16:creationId xmlns:a16="http://schemas.microsoft.com/office/drawing/2014/main" id="{B3A04700-C993-4F91-87BD-B3A1DE280B2E}"/>
              </a:ext>
            </a:extLst>
          </p:cNvPr>
          <p:cNvSpPr>
            <a:spLocks noGrp="1"/>
          </p:cNvSpPr>
          <p:nvPr/>
        </p:nvSpPr>
        <p:spPr>
          <a:xfrm>
            <a:off x="4240686" y="5144561"/>
            <a:ext cx="28398" cy="28398"/>
          </a:xfrm>
          <a:prstGeom prst="ellipse">
            <a:avLst/>
          </a:prstGeom>
          <a:solidFill>
            <a:srgbClr val="7F8C97">
              <a:alpha val="48000"/>
            </a:srgbClr>
          </a:solidFill>
          <a:ln w="0">
            <a:noFill/>
            <a:prstDash val="solid"/>
          </a:ln>
        </p:spPr>
      </p:sp>
      <p:sp>
        <p:nvSpPr>
          <p:cNvPr id="2486" name="03_assume_matched_7783">
            <a:extLst>
              <a:ext uri="{FF2B5EF4-FFF2-40B4-BE49-F238E27FC236}">
                <a16:creationId xmlns:a16="http://schemas.microsoft.com/office/drawing/2014/main" id="{5C806F70-0F80-4DD6-8A6C-7BFA2B4A09AE}"/>
              </a:ext>
            </a:extLst>
          </p:cNvPr>
          <p:cNvSpPr>
            <a:spLocks noGrp="1"/>
          </p:cNvSpPr>
          <p:nvPr/>
        </p:nvSpPr>
        <p:spPr>
          <a:xfrm>
            <a:off x="4185569" y="5436996"/>
            <a:ext cx="28398" cy="28398"/>
          </a:xfrm>
          <a:prstGeom prst="ellipse">
            <a:avLst/>
          </a:prstGeom>
          <a:solidFill>
            <a:srgbClr val="7F8C97">
              <a:alpha val="48000"/>
            </a:srgbClr>
          </a:solidFill>
          <a:ln w="0">
            <a:noFill/>
            <a:prstDash val="solid"/>
          </a:ln>
        </p:spPr>
      </p:sp>
      <p:sp>
        <p:nvSpPr>
          <p:cNvPr id="2487" name="03_assume_matched_7784">
            <a:extLst>
              <a:ext uri="{FF2B5EF4-FFF2-40B4-BE49-F238E27FC236}">
                <a16:creationId xmlns:a16="http://schemas.microsoft.com/office/drawing/2014/main" id="{3B16F431-DE3F-47D8-8963-4AEDBA488DD5}"/>
              </a:ext>
            </a:extLst>
          </p:cNvPr>
          <p:cNvSpPr>
            <a:spLocks noGrp="1"/>
          </p:cNvSpPr>
          <p:nvPr/>
        </p:nvSpPr>
        <p:spPr>
          <a:xfrm>
            <a:off x="4211617" y="5436996"/>
            <a:ext cx="28398" cy="28398"/>
          </a:xfrm>
          <a:prstGeom prst="ellipse">
            <a:avLst/>
          </a:prstGeom>
          <a:solidFill>
            <a:srgbClr val="7F8C97">
              <a:alpha val="48000"/>
            </a:srgbClr>
          </a:solidFill>
          <a:ln w="0">
            <a:noFill/>
            <a:prstDash val="solid"/>
          </a:ln>
        </p:spPr>
      </p:sp>
      <p:sp>
        <p:nvSpPr>
          <p:cNvPr id="2488" name="03_assume_matched_7785">
            <a:extLst>
              <a:ext uri="{FF2B5EF4-FFF2-40B4-BE49-F238E27FC236}">
                <a16:creationId xmlns:a16="http://schemas.microsoft.com/office/drawing/2014/main" id="{262E13D3-ECA3-4602-92F0-2E5A54B12E9F}"/>
              </a:ext>
            </a:extLst>
          </p:cNvPr>
          <p:cNvSpPr>
            <a:spLocks noGrp="1"/>
          </p:cNvSpPr>
          <p:nvPr/>
        </p:nvSpPr>
        <p:spPr>
          <a:xfrm>
            <a:off x="4160673" y="5436996"/>
            <a:ext cx="28398" cy="28398"/>
          </a:xfrm>
          <a:prstGeom prst="ellipse">
            <a:avLst/>
          </a:prstGeom>
          <a:solidFill>
            <a:srgbClr val="7F8C97">
              <a:alpha val="48000"/>
            </a:srgbClr>
          </a:solidFill>
          <a:ln w="0">
            <a:noFill/>
            <a:prstDash val="solid"/>
          </a:ln>
        </p:spPr>
      </p:sp>
      <p:sp>
        <p:nvSpPr>
          <p:cNvPr id="2489" name="03_assume_matched_7786">
            <a:extLst>
              <a:ext uri="{FF2B5EF4-FFF2-40B4-BE49-F238E27FC236}">
                <a16:creationId xmlns:a16="http://schemas.microsoft.com/office/drawing/2014/main" id="{F4FD5425-39C2-407A-8740-33DAF895A87E}"/>
              </a:ext>
            </a:extLst>
          </p:cNvPr>
          <p:cNvSpPr>
            <a:spLocks noGrp="1"/>
          </p:cNvSpPr>
          <p:nvPr/>
        </p:nvSpPr>
        <p:spPr>
          <a:xfrm>
            <a:off x="4656159" y="4852127"/>
            <a:ext cx="28398" cy="28398"/>
          </a:xfrm>
          <a:prstGeom prst="ellipse">
            <a:avLst/>
          </a:prstGeom>
          <a:solidFill>
            <a:srgbClr val="7F8C97">
              <a:alpha val="48000"/>
            </a:srgbClr>
          </a:solidFill>
          <a:ln w="0">
            <a:noFill/>
            <a:prstDash val="solid"/>
          </a:ln>
        </p:spPr>
      </p:sp>
      <p:sp>
        <p:nvSpPr>
          <p:cNvPr id="2490" name="03_assume_matched_7787">
            <a:extLst>
              <a:ext uri="{FF2B5EF4-FFF2-40B4-BE49-F238E27FC236}">
                <a16:creationId xmlns:a16="http://schemas.microsoft.com/office/drawing/2014/main" id="{B3148877-C4CB-4445-8E85-076702411C7C}"/>
              </a:ext>
            </a:extLst>
          </p:cNvPr>
          <p:cNvSpPr>
            <a:spLocks noGrp="1"/>
          </p:cNvSpPr>
          <p:nvPr/>
        </p:nvSpPr>
        <p:spPr>
          <a:xfrm>
            <a:off x="4644646" y="5436996"/>
            <a:ext cx="28398" cy="28398"/>
          </a:xfrm>
          <a:prstGeom prst="ellipse">
            <a:avLst/>
          </a:prstGeom>
          <a:solidFill>
            <a:srgbClr val="7F8C97">
              <a:alpha val="48000"/>
            </a:srgbClr>
          </a:solidFill>
          <a:ln w="0">
            <a:noFill/>
            <a:prstDash val="solid"/>
          </a:ln>
        </p:spPr>
      </p:sp>
      <p:sp>
        <p:nvSpPr>
          <p:cNvPr id="2491" name="03_assume_matched_7788">
            <a:extLst>
              <a:ext uri="{FF2B5EF4-FFF2-40B4-BE49-F238E27FC236}">
                <a16:creationId xmlns:a16="http://schemas.microsoft.com/office/drawing/2014/main" id="{4741A8E5-E898-4741-B352-9A99FDE66F19}"/>
              </a:ext>
            </a:extLst>
          </p:cNvPr>
          <p:cNvSpPr>
            <a:spLocks noGrp="1"/>
          </p:cNvSpPr>
          <p:nvPr/>
        </p:nvSpPr>
        <p:spPr>
          <a:xfrm>
            <a:off x="4587515" y="4852127"/>
            <a:ext cx="28398" cy="28398"/>
          </a:xfrm>
          <a:prstGeom prst="ellipse">
            <a:avLst/>
          </a:prstGeom>
          <a:solidFill>
            <a:srgbClr val="7F8C97">
              <a:alpha val="48000"/>
            </a:srgbClr>
          </a:solidFill>
          <a:ln w="0">
            <a:noFill/>
            <a:prstDash val="solid"/>
          </a:ln>
        </p:spPr>
      </p:sp>
      <p:sp>
        <p:nvSpPr>
          <p:cNvPr id="2492" name="03_assume_matched_7789">
            <a:extLst>
              <a:ext uri="{FF2B5EF4-FFF2-40B4-BE49-F238E27FC236}">
                <a16:creationId xmlns:a16="http://schemas.microsoft.com/office/drawing/2014/main" id="{1D676111-8C0E-430E-86DC-2C845F704F95}"/>
              </a:ext>
            </a:extLst>
          </p:cNvPr>
          <p:cNvSpPr>
            <a:spLocks noGrp="1"/>
          </p:cNvSpPr>
          <p:nvPr/>
        </p:nvSpPr>
        <p:spPr>
          <a:xfrm>
            <a:off x="4666377" y="4852127"/>
            <a:ext cx="28398" cy="28398"/>
          </a:xfrm>
          <a:prstGeom prst="ellipse">
            <a:avLst/>
          </a:prstGeom>
          <a:solidFill>
            <a:srgbClr val="7F8C97">
              <a:alpha val="48000"/>
            </a:srgbClr>
          </a:solidFill>
          <a:ln w="0">
            <a:noFill/>
            <a:prstDash val="solid"/>
          </a:ln>
        </p:spPr>
      </p:sp>
      <p:sp>
        <p:nvSpPr>
          <p:cNvPr id="2493" name="03_assume_matched_7790">
            <a:extLst>
              <a:ext uri="{FF2B5EF4-FFF2-40B4-BE49-F238E27FC236}">
                <a16:creationId xmlns:a16="http://schemas.microsoft.com/office/drawing/2014/main" id="{B29B8544-9444-456F-AA84-EFFF8512FBC4}"/>
              </a:ext>
            </a:extLst>
          </p:cNvPr>
          <p:cNvSpPr>
            <a:spLocks noGrp="1"/>
          </p:cNvSpPr>
          <p:nvPr/>
        </p:nvSpPr>
        <p:spPr>
          <a:xfrm>
            <a:off x="4634141" y="5019232"/>
            <a:ext cx="28398" cy="28398"/>
          </a:xfrm>
          <a:prstGeom prst="ellipse">
            <a:avLst/>
          </a:prstGeom>
          <a:solidFill>
            <a:srgbClr val="7F8C97">
              <a:alpha val="48000"/>
            </a:srgbClr>
          </a:solidFill>
          <a:ln w="0">
            <a:noFill/>
            <a:prstDash val="solid"/>
          </a:ln>
        </p:spPr>
      </p:sp>
      <p:sp>
        <p:nvSpPr>
          <p:cNvPr id="2494" name="03_assume_matched_7791">
            <a:extLst>
              <a:ext uri="{FF2B5EF4-FFF2-40B4-BE49-F238E27FC236}">
                <a16:creationId xmlns:a16="http://schemas.microsoft.com/office/drawing/2014/main" id="{2545B9FB-5393-4B24-A095-F746AB67D365}"/>
              </a:ext>
            </a:extLst>
          </p:cNvPr>
          <p:cNvSpPr>
            <a:spLocks noGrp="1"/>
          </p:cNvSpPr>
          <p:nvPr/>
        </p:nvSpPr>
        <p:spPr>
          <a:xfrm>
            <a:off x="4538873" y="4905297"/>
            <a:ext cx="28398" cy="28398"/>
          </a:xfrm>
          <a:prstGeom prst="ellipse">
            <a:avLst/>
          </a:prstGeom>
          <a:solidFill>
            <a:srgbClr val="7F8C97">
              <a:alpha val="48000"/>
            </a:srgbClr>
          </a:solidFill>
          <a:ln w="0">
            <a:noFill/>
            <a:prstDash val="solid"/>
          </a:ln>
        </p:spPr>
      </p:sp>
      <p:sp>
        <p:nvSpPr>
          <p:cNvPr id="2495" name="03_assume_matched_7792">
            <a:extLst>
              <a:ext uri="{FF2B5EF4-FFF2-40B4-BE49-F238E27FC236}">
                <a16:creationId xmlns:a16="http://schemas.microsoft.com/office/drawing/2014/main" id="{B9F88A72-FE15-4C0B-8B22-2F7EA90DF4F4}"/>
              </a:ext>
            </a:extLst>
          </p:cNvPr>
          <p:cNvSpPr>
            <a:spLocks noGrp="1"/>
          </p:cNvSpPr>
          <p:nvPr/>
        </p:nvSpPr>
        <p:spPr>
          <a:xfrm>
            <a:off x="4569526" y="5436996"/>
            <a:ext cx="28398" cy="28398"/>
          </a:xfrm>
          <a:prstGeom prst="ellipse">
            <a:avLst/>
          </a:prstGeom>
          <a:solidFill>
            <a:srgbClr val="7F8C97">
              <a:alpha val="48000"/>
            </a:srgbClr>
          </a:solidFill>
          <a:ln w="0">
            <a:noFill/>
            <a:prstDash val="solid"/>
          </a:ln>
        </p:spPr>
      </p:sp>
      <p:sp>
        <p:nvSpPr>
          <p:cNvPr id="2496" name="03_assume_matched_7793">
            <a:extLst>
              <a:ext uri="{FF2B5EF4-FFF2-40B4-BE49-F238E27FC236}">
                <a16:creationId xmlns:a16="http://schemas.microsoft.com/office/drawing/2014/main" id="{904A8232-CC3B-4798-8EC3-8C23BA548495}"/>
              </a:ext>
            </a:extLst>
          </p:cNvPr>
          <p:cNvSpPr>
            <a:spLocks noGrp="1"/>
          </p:cNvSpPr>
          <p:nvPr/>
        </p:nvSpPr>
        <p:spPr>
          <a:xfrm>
            <a:off x="4538585" y="5290779"/>
            <a:ext cx="28398" cy="28398"/>
          </a:xfrm>
          <a:prstGeom prst="ellipse">
            <a:avLst/>
          </a:prstGeom>
          <a:solidFill>
            <a:srgbClr val="7F8C97">
              <a:alpha val="48000"/>
            </a:srgbClr>
          </a:solidFill>
          <a:ln w="0">
            <a:noFill/>
            <a:prstDash val="solid"/>
          </a:ln>
        </p:spPr>
      </p:sp>
      <p:sp>
        <p:nvSpPr>
          <p:cNvPr id="2497" name="03_assume_matched_7794">
            <a:extLst>
              <a:ext uri="{FF2B5EF4-FFF2-40B4-BE49-F238E27FC236}">
                <a16:creationId xmlns:a16="http://schemas.microsoft.com/office/drawing/2014/main" id="{962EEE81-B9C5-401D-A99F-0CCCE6259F43}"/>
              </a:ext>
            </a:extLst>
          </p:cNvPr>
          <p:cNvSpPr>
            <a:spLocks noGrp="1"/>
          </p:cNvSpPr>
          <p:nvPr/>
        </p:nvSpPr>
        <p:spPr>
          <a:xfrm>
            <a:off x="4619894" y="5144561"/>
            <a:ext cx="28398" cy="28398"/>
          </a:xfrm>
          <a:prstGeom prst="ellipse">
            <a:avLst/>
          </a:prstGeom>
          <a:solidFill>
            <a:srgbClr val="7F8C97">
              <a:alpha val="48000"/>
            </a:srgbClr>
          </a:solidFill>
          <a:ln w="0">
            <a:noFill/>
            <a:prstDash val="solid"/>
          </a:ln>
        </p:spPr>
      </p:sp>
      <p:sp>
        <p:nvSpPr>
          <p:cNvPr id="2498" name="03_assume_matched_7795">
            <a:extLst>
              <a:ext uri="{FF2B5EF4-FFF2-40B4-BE49-F238E27FC236}">
                <a16:creationId xmlns:a16="http://schemas.microsoft.com/office/drawing/2014/main" id="{4A4056AC-26C9-482E-A2EE-873F506C4504}"/>
              </a:ext>
            </a:extLst>
          </p:cNvPr>
          <p:cNvSpPr>
            <a:spLocks noGrp="1"/>
          </p:cNvSpPr>
          <p:nvPr/>
        </p:nvSpPr>
        <p:spPr>
          <a:xfrm>
            <a:off x="4601186" y="5144561"/>
            <a:ext cx="28398" cy="28398"/>
          </a:xfrm>
          <a:prstGeom prst="ellipse">
            <a:avLst/>
          </a:prstGeom>
          <a:solidFill>
            <a:srgbClr val="7F8C97">
              <a:alpha val="48000"/>
            </a:srgbClr>
          </a:solidFill>
          <a:ln w="0">
            <a:noFill/>
            <a:prstDash val="solid"/>
          </a:ln>
        </p:spPr>
      </p:sp>
      <p:sp>
        <p:nvSpPr>
          <p:cNvPr id="2499" name="03_assume_matched_7796">
            <a:extLst>
              <a:ext uri="{FF2B5EF4-FFF2-40B4-BE49-F238E27FC236}">
                <a16:creationId xmlns:a16="http://schemas.microsoft.com/office/drawing/2014/main" id="{EDC361E3-9842-4138-9ADE-1DAB7E3DED84}"/>
              </a:ext>
            </a:extLst>
          </p:cNvPr>
          <p:cNvSpPr>
            <a:spLocks noGrp="1"/>
          </p:cNvSpPr>
          <p:nvPr/>
        </p:nvSpPr>
        <p:spPr>
          <a:xfrm>
            <a:off x="4585932" y="4852127"/>
            <a:ext cx="28398" cy="28398"/>
          </a:xfrm>
          <a:prstGeom prst="ellipse">
            <a:avLst/>
          </a:prstGeom>
          <a:solidFill>
            <a:srgbClr val="7F8C97">
              <a:alpha val="48000"/>
            </a:srgbClr>
          </a:solidFill>
          <a:ln w="0">
            <a:noFill/>
            <a:prstDash val="solid"/>
          </a:ln>
        </p:spPr>
      </p:sp>
      <p:sp>
        <p:nvSpPr>
          <p:cNvPr id="2500" name="03_assume_matched_7797">
            <a:extLst>
              <a:ext uri="{FF2B5EF4-FFF2-40B4-BE49-F238E27FC236}">
                <a16:creationId xmlns:a16="http://schemas.microsoft.com/office/drawing/2014/main" id="{F20B6640-5711-4F90-807E-924FC0FFD306}"/>
              </a:ext>
            </a:extLst>
          </p:cNvPr>
          <p:cNvSpPr>
            <a:spLocks noGrp="1"/>
          </p:cNvSpPr>
          <p:nvPr/>
        </p:nvSpPr>
        <p:spPr>
          <a:xfrm>
            <a:off x="4571685" y="5436996"/>
            <a:ext cx="28398" cy="28398"/>
          </a:xfrm>
          <a:prstGeom prst="ellipse">
            <a:avLst/>
          </a:prstGeom>
          <a:solidFill>
            <a:srgbClr val="7F8C97">
              <a:alpha val="48000"/>
            </a:srgbClr>
          </a:solidFill>
          <a:ln w="0">
            <a:noFill/>
            <a:prstDash val="solid"/>
          </a:ln>
        </p:spPr>
      </p:sp>
      <p:sp>
        <p:nvSpPr>
          <p:cNvPr id="2501" name="03_assume_matched_7798">
            <a:extLst>
              <a:ext uri="{FF2B5EF4-FFF2-40B4-BE49-F238E27FC236}">
                <a16:creationId xmlns:a16="http://schemas.microsoft.com/office/drawing/2014/main" id="{97E1FD99-E741-47D8-B8FC-73916840E90D}"/>
              </a:ext>
            </a:extLst>
          </p:cNvPr>
          <p:cNvSpPr>
            <a:spLocks noGrp="1"/>
          </p:cNvSpPr>
          <p:nvPr/>
        </p:nvSpPr>
        <p:spPr>
          <a:xfrm>
            <a:off x="4588090" y="4852127"/>
            <a:ext cx="28398" cy="28398"/>
          </a:xfrm>
          <a:prstGeom prst="ellipse">
            <a:avLst/>
          </a:prstGeom>
          <a:solidFill>
            <a:srgbClr val="7F8C97">
              <a:alpha val="48000"/>
            </a:srgbClr>
          </a:solidFill>
          <a:ln w="0">
            <a:noFill/>
            <a:prstDash val="solid"/>
          </a:ln>
        </p:spPr>
      </p:sp>
      <p:sp>
        <p:nvSpPr>
          <p:cNvPr id="2502" name="03_assume_matched_7799">
            <a:extLst>
              <a:ext uri="{FF2B5EF4-FFF2-40B4-BE49-F238E27FC236}">
                <a16:creationId xmlns:a16="http://schemas.microsoft.com/office/drawing/2014/main" id="{648C0AA1-3CAB-435C-BA20-DFE0793717ED}"/>
              </a:ext>
            </a:extLst>
          </p:cNvPr>
          <p:cNvSpPr>
            <a:spLocks noGrp="1"/>
          </p:cNvSpPr>
          <p:nvPr/>
        </p:nvSpPr>
        <p:spPr>
          <a:xfrm>
            <a:off x="4673284" y="5144561"/>
            <a:ext cx="28398" cy="28398"/>
          </a:xfrm>
          <a:prstGeom prst="ellipse">
            <a:avLst/>
          </a:prstGeom>
          <a:solidFill>
            <a:srgbClr val="7F8C97">
              <a:alpha val="48000"/>
            </a:srgbClr>
          </a:solidFill>
          <a:ln w="0">
            <a:noFill/>
            <a:prstDash val="solid"/>
          </a:ln>
        </p:spPr>
      </p:sp>
      <p:sp>
        <p:nvSpPr>
          <p:cNvPr id="2503" name="03_assume_matched_7800">
            <a:extLst>
              <a:ext uri="{FF2B5EF4-FFF2-40B4-BE49-F238E27FC236}">
                <a16:creationId xmlns:a16="http://schemas.microsoft.com/office/drawing/2014/main" id="{96FC0965-362D-4D0A-9219-527495FC7860}"/>
              </a:ext>
            </a:extLst>
          </p:cNvPr>
          <p:cNvSpPr>
            <a:spLocks noGrp="1"/>
          </p:cNvSpPr>
          <p:nvPr/>
        </p:nvSpPr>
        <p:spPr>
          <a:xfrm>
            <a:off x="4628241" y="4852127"/>
            <a:ext cx="28398" cy="28398"/>
          </a:xfrm>
          <a:prstGeom prst="ellipse">
            <a:avLst/>
          </a:prstGeom>
          <a:solidFill>
            <a:srgbClr val="7F8C97">
              <a:alpha val="48000"/>
            </a:srgbClr>
          </a:solidFill>
          <a:ln w="0">
            <a:noFill/>
            <a:prstDash val="solid"/>
          </a:ln>
        </p:spPr>
      </p:sp>
      <p:sp>
        <p:nvSpPr>
          <p:cNvPr id="2504" name="03_assume_matched_7801">
            <a:extLst>
              <a:ext uri="{FF2B5EF4-FFF2-40B4-BE49-F238E27FC236}">
                <a16:creationId xmlns:a16="http://schemas.microsoft.com/office/drawing/2014/main" id="{67953D52-D156-4EF8-83E6-9879D950F1FE}"/>
              </a:ext>
            </a:extLst>
          </p:cNvPr>
          <p:cNvSpPr>
            <a:spLocks noGrp="1"/>
          </p:cNvSpPr>
          <p:nvPr/>
        </p:nvSpPr>
        <p:spPr>
          <a:xfrm>
            <a:off x="4638027" y="5372010"/>
            <a:ext cx="28398" cy="28398"/>
          </a:xfrm>
          <a:prstGeom prst="ellipse">
            <a:avLst/>
          </a:prstGeom>
          <a:solidFill>
            <a:srgbClr val="7F8C97">
              <a:alpha val="48000"/>
            </a:srgbClr>
          </a:solidFill>
          <a:ln w="0">
            <a:noFill/>
            <a:prstDash val="solid"/>
          </a:ln>
        </p:spPr>
      </p:sp>
      <p:sp>
        <p:nvSpPr>
          <p:cNvPr id="2505" name="03_assume_matched_7802">
            <a:extLst>
              <a:ext uri="{FF2B5EF4-FFF2-40B4-BE49-F238E27FC236}">
                <a16:creationId xmlns:a16="http://schemas.microsoft.com/office/drawing/2014/main" id="{6E2BAA3B-226E-4CCC-96E0-63FDDAC1F70F}"/>
              </a:ext>
            </a:extLst>
          </p:cNvPr>
          <p:cNvSpPr>
            <a:spLocks noGrp="1"/>
          </p:cNvSpPr>
          <p:nvPr/>
        </p:nvSpPr>
        <p:spPr>
          <a:xfrm>
            <a:off x="4574851" y="5274532"/>
            <a:ext cx="28398" cy="28398"/>
          </a:xfrm>
          <a:prstGeom prst="ellipse">
            <a:avLst/>
          </a:prstGeom>
          <a:solidFill>
            <a:srgbClr val="7F8C97">
              <a:alpha val="48000"/>
            </a:srgbClr>
          </a:solidFill>
          <a:ln w="0">
            <a:noFill/>
            <a:prstDash val="solid"/>
          </a:ln>
        </p:spPr>
      </p:sp>
      <p:sp>
        <p:nvSpPr>
          <p:cNvPr id="2506" name="03_assume_matched_7803">
            <a:extLst>
              <a:ext uri="{FF2B5EF4-FFF2-40B4-BE49-F238E27FC236}">
                <a16:creationId xmlns:a16="http://schemas.microsoft.com/office/drawing/2014/main" id="{8AF4818E-7360-4EBA-B0B2-148CC7698149}"/>
              </a:ext>
            </a:extLst>
          </p:cNvPr>
          <p:cNvSpPr>
            <a:spLocks noGrp="1"/>
          </p:cNvSpPr>
          <p:nvPr/>
        </p:nvSpPr>
        <p:spPr>
          <a:xfrm>
            <a:off x="4665225" y="5242040"/>
            <a:ext cx="28398" cy="28398"/>
          </a:xfrm>
          <a:prstGeom prst="ellipse">
            <a:avLst/>
          </a:prstGeom>
          <a:solidFill>
            <a:srgbClr val="7F8C97">
              <a:alpha val="48000"/>
            </a:srgbClr>
          </a:solidFill>
          <a:ln w="0">
            <a:noFill/>
            <a:prstDash val="solid"/>
          </a:ln>
        </p:spPr>
      </p:sp>
      <p:sp>
        <p:nvSpPr>
          <p:cNvPr id="2507" name="03_assume_matched_7804">
            <a:extLst>
              <a:ext uri="{FF2B5EF4-FFF2-40B4-BE49-F238E27FC236}">
                <a16:creationId xmlns:a16="http://schemas.microsoft.com/office/drawing/2014/main" id="{5B98C074-17D1-43B8-8941-3C62F5F06967}"/>
              </a:ext>
            </a:extLst>
          </p:cNvPr>
          <p:cNvSpPr>
            <a:spLocks noGrp="1"/>
          </p:cNvSpPr>
          <p:nvPr/>
        </p:nvSpPr>
        <p:spPr>
          <a:xfrm>
            <a:off x="4638314" y="4905297"/>
            <a:ext cx="28398" cy="28398"/>
          </a:xfrm>
          <a:prstGeom prst="ellipse">
            <a:avLst/>
          </a:prstGeom>
          <a:solidFill>
            <a:srgbClr val="7F8C97">
              <a:alpha val="48000"/>
            </a:srgbClr>
          </a:solidFill>
          <a:ln w="0">
            <a:noFill/>
            <a:prstDash val="solid"/>
          </a:ln>
        </p:spPr>
      </p:sp>
      <p:sp>
        <p:nvSpPr>
          <p:cNvPr id="2508" name="03_assume_matched_7805">
            <a:extLst>
              <a:ext uri="{FF2B5EF4-FFF2-40B4-BE49-F238E27FC236}">
                <a16:creationId xmlns:a16="http://schemas.microsoft.com/office/drawing/2014/main" id="{B22C000A-2AAF-4707-A608-16AAA5111CB3}"/>
              </a:ext>
            </a:extLst>
          </p:cNvPr>
          <p:cNvSpPr>
            <a:spLocks noGrp="1"/>
          </p:cNvSpPr>
          <p:nvPr/>
        </p:nvSpPr>
        <p:spPr>
          <a:xfrm>
            <a:off x="4556142" y="5436996"/>
            <a:ext cx="28398" cy="28398"/>
          </a:xfrm>
          <a:prstGeom prst="ellipse">
            <a:avLst/>
          </a:prstGeom>
          <a:solidFill>
            <a:srgbClr val="7F8C97">
              <a:alpha val="48000"/>
            </a:srgbClr>
          </a:solidFill>
          <a:ln w="0">
            <a:noFill/>
            <a:prstDash val="solid"/>
          </a:ln>
        </p:spPr>
      </p:sp>
      <p:sp>
        <p:nvSpPr>
          <p:cNvPr id="2509" name="03_assume_matched_7806">
            <a:extLst>
              <a:ext uri="{FF2B5EF4-FFF2-40B4-BE49-F238E27FC236}">
                <a16:creationId xmlns:a16="http://schemas.microsoft.com/office/drawing/2014/main" id="{F44F9C7A-6C2A-44F5-804B-E62DD99FD535}"/>
              </a:ext>
            </a:extLst>
          </p:cNvPr>
          <p:cNvSpPr>
            <a:spLocks noGrp="1"/>
          </p:cNvSpPr>
          <p:nvPr/>
        </p:nvSpPr>
        <p:spPr>
          <a:xfrm>
            <a:off x="4563482" y="4852127"/>
            <a:ext cx="28398" cy="28398"/>
          </a:xfrm>
          <a:prstGeom prst="ellipse">
            <a:avLst/>
          </a:prstGeom>
          <a:solidFill>
            <a:srgbClr val="7F8C97">
              <a:alpha val="48000"/>
            </a:srgbClr>
          </a:solidFill>
          <a:ln w="0">
            <a:noFill/>
            <a:prstDash val="solid"/>
          </a:ln>
        </p:spPr>
      </p:sp>
      <p:sp>
        <p:nvSpPr>
          <p:cNvPr id="2510" name="03_assume_matched_7807">
            <a:extLst>
              <a:ext uri="{FF2B5EF4-FFF2-40B4-BE49-F238E27FC236}">
                <a16:creationId xmlns:a16="http://schemas.microsoft.com/office/drawing/2014/main" id="{0D775A72-4A9A-4480-AAFE-C380F86AC318}"/>
              </a:ext>
            </a:extLst>
          </p:cNvPr>
          <p:cNvSpPr>
            <a:spLocks noGrp="1"/>
          </p:cNvSpPr>
          <p:nvPr/>
        </p:nvSpPr>
        <p:spPr>
          <a:xfrm>
            <a:off x="4574707" y="5242040"/>
            <a:ext cx="28398" cy="28398"/>
          </a:xfrm>
          <a:prstGeom prst="ellipse">
            <a:avLst/>
          </a:prstGeom>
          <a:solidFill>
            <a:srgbClr val="7F8C97">
              <a:alpha val="48000"/>
            </a:srgbClr>
          </a:solidFill>
          <a:ln w="0">
            <a:noFill/>
            <a:prstDash val="solid"/>
          </a:ln>
        </p:spPr>
      </p:sp>
      <p:sp>
        <p:nvSpPr>
          <p:cNvPr id="2511" name="03_assume_matched_7808">
            <a:extLst>
              <a:ext uri="{FF2B5EF4-FFF2-40B4-BE49-F238E27FC236}">
                <a16:creationId xmlns:a16="http://schemas.microsoft.com/office/drawing/2014/main" id="{E20A7037-9840-4F9E-8EF2-DB6C83F9ECAA}"/>
              </a:ext>
            </a:extLst>
          </p:cNvPr>
          <p:cNvSpPr>
            <a:spLocks noGrp="1"/>
          </p:cNvSpPr>
          <p:nvPr/>
        </p:nvSpPr>
        <p:spPr>
          <a:xfrm>
            <a:off x="4664074" y="5144561"/>
            <a:ext cx="28398" cy="28398"/>
          </a:xfrm>
          <a:prstGeom prst="ellipse">
            <a:avLst/>
          </a:prstGeom>
          <a:solidFill>
            <a:srgbClr val="7F8C97">
              <a:alpha val="48000"/>
            </a:srgbClr>
          </a:solidFill>
          <a:ln w="0">
            <a:noFill/>
            <a:prstDash val="solid"/>
          </a:ln>
        </p:spPr>
      </p:sp>
      <p:sp>
        <p:nvSpPr>
          <p:cNvPr id="2512" name="03_assume_matched_7809">
            <a:extLst>
              <a:ext uri="{FF2B5EF4-FFF2-40B4-BE49-F238E27FC236}">
                <a16:creationId xmlns:a16="http://schemas.microsoft.com/office/drawing/2014/main" id="{F81D7083-3ABC-40B5-B225-010711AB4E09}"/>
              </a:ext>
            </a:extLst>
          </p:cNvPr>
          <p:cNvSpPr>
            <a:spLocks noGrp="1"/>
          </p:cNvSpPr>
          <p:nvPr/>
        </p:nvSpPr>
        <p:spPr>
          <a:xfrm>
            <a:off x="4577009" y="4852127"/>
            <a:ext cx="28398" cy="28398"/>
          </a:xfrm>
          <a:prstGeom prst="ellipse">
            <a:avLst/>
          </a:prstGeom>
          <a:solidFill>
            <a:srgbClr val="7F8C97">
              <a:alpha val="48000"/>
            </a:srgbClr>
          </a:solidFill>
          <a:ln w="0">
            <a:noFill/>
            <a:prstDash val="solid"/>
          </a:ln>
        </p:spPr>
      </p:sp>
      <p:sp>
        <p:nvSpPr>
          <p:cNvPr id="2513" name="03_assume_matched_7810">
            <a:extLst>
              <a:ext uri="{FF2B5EF4-FFF2-40B4-BE49-F238E27FC236}">
                <a16:creationId xmlns:a16="http://schemas.microsoft.com/office/drawing/2014/main" id="{9A39A61E-A7D9-4F66-A5BA-305E11C172D7}"/>
              </a:ext>
            </a:extLst>
          </p:cNvPr>
          <p:cNvSpPr>
            <a:spLocks noGrp="1"/>
          </p:cNvSpPr>
          <p:nvPr/>
        </p:nvSpPr>
        <p:spPr>
          <a:xfrm>
            <a:off x="4656015" y="5177054"/>
            <a:ext cx="28398" cy="28398"/>
          </a:xfrm>
          <a:prstGeom prst="ellipse">
            <a:avLst/>
          </a:prstGeom>
          <a:solidFill>
            <a:srgbClr val="7F8C97">
              <a:alpha val="48000"/>
            </a:srgbClr>
          </a:solidFill>
          <a:ln w="0">
            <a:noFill/>
            <a:prstDash val="solid"/>
          </a:ln>
        </p:spPr>
      </p:sp>
      <p:sp>
        <p:nvSpPr>
          <p:cNvPr id="2514" name="03_assume_matched_7811">
            <a:extLst>
              <a:ext uri="{FF2B5EF4-FFF2-40B4-BE49-F238E27FC236}">
                <a16:creationId xmlns:a16="http://schemas.microsoft.com/office/drawing/2014/main" id="{205DF5DE-9EF2-4327-A09E-F3D5D842F973}"/>
              </a:ext>
            </a:extLst>
          </p:cNvPr>
          <p:cNvSpPr>
            <a:spLocks noGrp="1"/>
          </p:cNvSpPr>
          <p:nvPr/>
        </p:nvSpPr>
        <p:spPr>
          <a:xfrm>
            <a:off x="4657166" y="4852127"/>
            <a:ext cx="28398" cy="28398"/>
          </a:xfrm>
          <a:prstGeom prst="ellipse">
            <a:avLst/>
          </a:prstGeom>
          <a:solidFill>
            <a:srgbClr val="7F8C97">
              <a:alpha val="48000"/>
            </a:srgbClr>
          </a:solidFill>
          <a:ln w="0">
            <a:noFill/>
            <a:prstDash val="solid"/>
          </a:ln>
        </p:spPr>
      </p:sp>
      <p:sp>
        <p:nvSpPr>
          <p:cNvPr id="2515" name="03_assume_matched_7812">
            <a:extLst>
              <a:ext uri="{FF2B5EF4-FFF2-40B4-BE49-F238E27FC236}">
                <a16:creationId xmlns:a16="http://schemas.microsoft.com/office/drawing/2014/main" id="{BE337185-F44C-4A13-AD41-7308A42DA237}"/>
              </a:ext>
            </a:extLst>
          </p:cNvPr>
          <p:cNvSpPr>
            <a:spLocks noGrp="1"/>
          </p:cNvSpPr>
          <p:nvPr/>
        </p:nvSpPr>
        <p:spPr>
          <a:xfrm>
            <a:off x="4660908" y="5436996"/>
            <a:ext cx="28398" cy="28398"/>
          </a:xfrm>
          <a:prstGeom prst="ellipse">
            <a:avLst/>
          </a:prstGeom>
          <a:solidFill>
            <a:srgbClr val="7F8C97">
              <a:alpha val="48000"/>
            </a:srgbClr>
          </a:solidFill>
          <a:ln w="0">
            <a:noFill/>
            <a:prstDash val="solid"/>
          </a:ln>
        </p:spPr>
      </p:sp>
      <p:sp>
        <p:nvSpPr>
          <p:cNvPr id="2516" name="03_assume_matched_7813">
            <a:extLst>
              <a:ext uri="{FF2B5EF4-FFF2-40B4-BE49-F238E27FC236}">
                <a16:creationId xmlns:a16="http://schemas.microsoft.com/office/drawing/2014/main" id="{2FA9783B-5144-473F-A9EE-3A1A66BBC603}"/>
              </a:ext>
            </a:extLst>
          </p:cNvPr>
          <p:cNvSpPr>
            <a:spLocks noGrp="1"/>
          </p:cNvSpPr>
          <p:nvPr/>
        </p:nvSpPr>
        <p:spPr>
          <a:xfrm>
            <a:off x="4578160" y="5242040"/>
            <a:ext cx="28398" cy="28398"/>
          </a:xfrm>
          <a:prstGeom prst="ellipse">
            <a:avLst/>
          </a:prstGeom>
          <a:solidFill>
            <a:srgbClr val="7F8C97">
              <a:alpha val="48000"/>
            </a:srgbClr>
          </a:solidFill>
          <a:ln w="0">
            <a:noFill/>
            <a:prstDash val="solid"/>
          </a:ln>
        </p:spPr>
      </p:sp>
      <p:sp>
        <p:nvSpPr>
          <p:cNvPr id="2517" name="03_assume_matched_7814">
            <a:extLst>
              <a:ext uri="{FF2B5EF4-FFF2-40B4-BE49-F238E27FC236}">
                <a16:creationId xmlns:a16="http://schemas.microsoft.com/office/drawing/2014/main" id="{38F98003-FDB6-4929-A1ED-B766A9511207}"/>
              </a:ext>
            </a:extLst>
          </p:cNvPr>
          <p:cNvSpPr>
            <a:spLocks noGrp="1"/>
          </p:cNvSpPr>
          <p:nvPr/>
        </p:nvSpPr>
        <p:spPr>
          <a:xfrm>
            <a:off x="4556430" y="4852127"/>
            <a:ext cx="28398" cy="28398"/>
          </a:xfrm>
          <a:prstGeom prst="ellipse">
            <a:avLst/>
          </a:prstGeom>
          <a:solidFill>
            <a:srgbClr val="7F8C97">
              <a:alpha val="48000"/>
            </a:srgbClr>
          </a:solidFill>
          <a:ln w="0">
            <a:noFill/>
            <a:prstDash val="solid"/>
          </a:ln>
        </p:spPr>
      </p:sp>
      <p:sp>
        <p:nvSpPr>
          <p:cNvPr id="2518" name="03_assume_matched_7815">
            <a:extLst>
              <a:ext uri="{FF2B5EF4-FFF2-40B4-BE49-F238E27FC236}">
                <a16:creationId xmlns:a16="http://schemas.microsoft.com/office/drawing/2014/main" id="{EA9DA499-9A93-46FD-8CBB-245E4E525A40}"/>
              </a:ext>
            </a:extLst>
          </p:cNvPr>
          <p:cNvSpPr>
            <a:spLocks noGrp="1"/>
          </p:cNvSpPr>
          <p:nvPr/>
        </p:nvSpPr>
        <p:spPr>
          <a:xfrm>
            <a:off x="4640185" y="5436996"/>
            <a:ext cx="28398" cy="28398"/>
          </a:xfrm>
          <a:prstGeom prst="ellipse">
            <a:avLst/>
          </a:prstGeom>
          <a:solidFill>
            <a:srgbClr val="7F8C97">
              <a:alpha val="48000"/>
            </a:srgbClr>
          </a:solidFill>
          <a:ln w="0">
            <a:noFill/>
            <a:prstDash val="solid"/>
          </a:ln>
        </p:spPr>
      </p:sp>
      <p:sp>
        <p:nvSpPr>
          <p:cNvPr id="2519" name="03_assume_matched_7816">
            <a:extLst>
              <a:ext uri="{FF2B5EF4-FFF2-40B4-BE49-F238E27FC236}">
                <a16:creationId xmlns:a16="http://schemas.microsoft.com/office/drawing/2014/main" id="{BC24A240-5248-412B-A21A-2B3B779E90DD}"/>
              </a:ext>
            </a:extLst>
          </p:cNvPr>
          <p:cNvSpPr>
            <a:spLocks noGrp="1"/>
          </p:cNvSpPr>
          <p:nvPr/>
        </p:nvSpPr>
        <p:spPr>
          <a:xfrm>
            <a:off x="4549666" y="4852127"/>
            <a:ext cx="28398" cy="28398"/>
          </a:xfrm>
          <a:prstGeom prst="ellipse">
            <a:avLst/>
          </a:prstGeom>
          <a:solidFill>
            <a:srgbClr val="7F8C97">
              <a:alpha val="48000"/>
            </a:srgbClr>
          </a:solidFill>
          <a:ln w="0">
            <a:noFill/>
            <a:prstDash val="solid"/>
          </a:ln>
        </p:spPr>
      </p:sp>
      <p:sp>
        <p:nvSpPr>
          <p:cNvPr id="2520" name="03_assume_matched_7817">
            <a:extLst>
              <a:ext uri="{FF2B5EF4-FFF2-40B4-BE49-F238E27FC236}">
                <a16:creationId xmlns:a16="http://schemas.microsoft.com/office/drawing/2014/main" id="{BFA51047-AACB-440E-9536-8EF1B5C206E8}"/>
              </a:ext>
            </a:extLst>
          </p:cNvPr>
          <p:cNvSpPr>
            <a:spLocks noGrp="1"/>
          </p:cNvSpPr>
          <p:nvPr/>
        </p:nvSpPr>
        <p:spPr>
          <a:xfrm>
            <a:off x="4643783" y="4852127"/>
            <a:ext cx="28398" cy="28398"/>
          </a:xfrm>
          <a:prstGeom prst="ellipse">
            <a:avLst/>
          </a:prstGeom>
          <a:solidFill>
            <a:srgbClr val="7F8C97">
              <a:alpha val="48000"/>
            </a:srgbClr>
          </a:solidFill>
          <a:ln w="0">
            <a:noFill/>
            <a:prstDash val="solid"/>
          </a:ln>
        </p:spPr>
      </p:sp>
      <p:sp>
        <p:nvSpPr>
          <p:cNvPr id="2521" name="03_assume_matched_7818">
            <a:extLst>
              <a:ext uri="{FF2B5EF4-FFF2-40B4-BE49-F238E27FC236}">
                <a16:creationId xmlns:a16="http://schemas.microsoft.com/office/drawing/2014/main" id="{C0FA2B70-4DDB-42D7-95ED-A38C16E006D0}"/>
              </a:ext>
            </a:extLst>
          </p:cNvPr>
          <p:cNvSpPr>
            <a:spLocks noGrp="1"/>
          </p:cNvSpPr>
          <p:nvPr/>
        </p:nvSpPr>
        <p:spPr>
          <a:xfrm>
            <a:off x="4550962" y="5436996"/>
            <a:ext cx="28398" cy="28398"/>
          </a:xfrm>
          <a:prstGeom prst="ellipse">
            <a:avLst/>
          </a:prstGeom>
          <a:solidFill>
            <a:srgbClr val="7F8C97">
              <a:alpha val="48000"/>
            </a:srgbClr>
          </a:solidFill>
          <a:ln w="0">
            <a:noFill/>
            <a:prstDash val="solid"/>
          </a:ln>
        </p:spPr>
      </p:sp>
      <p:sp>
        <p:nvSpPr>
          <p:cNvPr id="2522" name="03_assume_matched_7819">
            <a:extLst>
              <a:ext uri="{FF2B5EF4-FFF2-40B4-BE49-F238E27FC236}">
                <a16:creationId xmlns:a16="http://schemas.microsoft.com/office/drawing/2014/main" id="{58CD3E3B-2D52-41E2-A079-5AD110840A9E}"/>
              </a:ext>
            </a:extLst>
          </p:cNvPr>
          <p:cNvSpPr>
            <a:spLocks noGrp="1"/>
          </p:cNvSpPr>
          <p:nvPr/>
        </p:nvSpPr>
        <p:spPr>
          <a:xfrm>
            <a:off x="4671413" y="4852127"/>
            <a:ext cx="28398" cy="28398"/>
          </a:xfrm>
          <a:prstGeom prst="ellipse">
            <a:avLst/>
          </a:prstGeom>
          <a:solidFill>
            <a:srgbClr val="7F8C97">
              <a:alpha val="48000"/>
            </a:srgbClr>
          </a:solidFill>
          <a:ln w="0">
            <a:noFill/>
            <a:prstDash val="solid"/>
          </a:ln>
        </p:spPr>
      </p:sp>
      <p:sp>
        <p:nvSpPr>
          <p:cNvPr id="2523" name="03_assume_matched_7820">
            <a:extLst>
              <a:ext uri="{FF2B5EF4-FFF2-40B4-BE49-F238E27FC236}">
                <a16:creationId xmlns:a16="http://schemas.microsoft.com/office/drawing/2014/main" id="{2A06BA0A-7F57-43B1-8140-1065A0EC46AA}"/>
              </a:ext>
            </a:extLst>
          </p:cNvPr>
          <p:cNvSpPr>
            <a:spLocks noGrp="1"/>
          </p:cNvSpPr>
          <p:nvPr/>
        </p:nvSpPr>
        <p:spPr>
          <a:xfrm>
            <a:off x="4649395" y="4852127"/>
            <a:ext cx="28398" cy="28398"/>
          </a:xfrm>
          <a:prstGeom prst="ellipse">
            <a:avLst/>
          </a:prstGeom>
          <a:solidFill>
            <a:srgbClr val="7F8C97">
              <a:alpha val="48000"/>
            </a:srgbClr>
          </a:solidFill>
          <a:ln w="0">
            <a:noFill/>
            <a:prstDash val="solid"/>
          </a:ln>
        </p:spPr>
      </p:sp>
      <p:sp>
        <p:nvSpPr>
          <p:cNvPr id="2524" name="03_assume_matched_7821">
            <a:extLst>
              <a:ext uri="{FF2B5EF4-FFF2-40B4-BE49-F238E27FC236}">
                <a16:creationId xmlns:a16="http://schemas.microsoft.com/office/drawing/2014/main" id="{C21C7C2D-B8FA-4C2C-B899-75B88BD28E06}"/>
              </a:ext>
            </a:extLst>
          </p:cNvPr>
          <p:cNvSpPr>
            <a:spLocks noGrp="1"/>
          </p:cNvSpPr>
          <p:nvPr/>
        </p:nvSpPr>
        <p:spPr>
          <a:xfrm>
            <a:off x="4597300" y="5436996"/>
            <a:ext cx="28398" cy="28398"/>
          </a:xfrm>
          <a:prstGeom prst="ellipse">
            <a:avLst/>
          </a:prstGeom>
          <a:solidFill>
            <a:srgbClr val="7F8C97">
              <a:alpha val="48000"/>
            </a:srgbClr>
          </a:solidFill>
          <a:ln w="0">
            <a:noFill/>
            <a:prstDash val="solid"/>
          </a:ln>
        </p:spPr>
      </p:sp>
      <p:sp>
        <p:nvSpPr>
          <p:cNvPr id="2525" name="03_assume_matched_7822">
            <a:extLst>
              <a:ext uri="{FF2B5EF4-FFF2-40B4-BE49-F238E27FC236}">
                <a16:creationId xmlns:a16="http://schemas.microsoft.com/office/drawing/2014/main" id="{48EA839B-65A3-4C48-8163-55AF320B990B}"/>
              </a:ext>
            </a:extLst>
          </p:cNvPr>
          <p:cNvSpPr>
            <a:spLocks noGrp="1"/>
          </p:cNvSpPr>
          <p:nvPr/>
        </p:nvSpPr>
        <p:spPr>
          <a:xfrm>
            <a:off x="4572980" y="4852127"/>
            <a:ext cx="28398" cy="28398"/>
          </a:xfrm>
          <a:prstGeom prst="ellipse">
            <a:avLst/>
          </a:prstGeom>
          <a:solidFill>
            <a:srgbClr val="7F8C97">
              <a:alpha val="48000"/>
            </a:srgbClr>
          </a:solidFill>
          <a:ln w="0">
            <a:noFill/>
            <a:prstDash val="solid"/>
          </a:ln>
        </p:spPr>
      </p:sp>
      <p:sp>
        <p:nvSpPr>
          <p:cNvPr id="2526" name="03_assume_matched_7823">
            <a:extLst>
              <a:ext uri="{FF2B5EF4-FFF2-40B4-BE49-F238E27FC236}">
                <a16:creationId xmlns:a16="http://schemas.microsoft.com/office/drawing/2014/main" id="{93919E0F-D732-4BB7-814A-1A951669EDB6}"/>
              </a:ext>
            </a:extLst>
          </p:cNvPr>
          <p:cNvSpPr>
            <a:spLocks noGrp="1"/>
          </p:cNvSpPr>
          <p:nvPr/>
        </p:nvSpPr>
        <p:spPr>
          <a:xfrm>
            <a:off x="4675443" y="5436996"/>
            <a:ext cx="28398" cy="28398"/>
          </a:xfrm>
          <a:prstGeom prst="ellipse">
            <a:avLst/>
          </a:prstGeom>
          <a:solidFill>
            <a:srgbClr val="7F8C97">
              <a:alpha val="48000"/>
            </a:srgbClr>
          </a:solidFill>
          <a:ln w="0">
            <a:noFill/>
            <a:prstDash val="solid"/>
          </a:ln>
        </p:spPr>
      </p:sp>
      <p:sp>
        <p:nvSpPr>
          <p:cNvPr id="2527" name="03_assume_matched_7824">
            <a:extLst>
              <a:ext uri="{FF2B5EF4-FFF2-40B4-BE49-F238E27FC236}">
                <a16:creationId xmlns:a16="http://schemas.microsoft.com/office/drawing/2014/main" id="{13FBD745-288A-42D7-8F10-F6FBB567D578}"/>
              </a:ext>
            </a:extLst>
          </p:cNvPr>
          <p:cNvSpPr>
            <a:spLocks noGrp="1"/>
          </p:cNvSpPr>
          <p:nvPr/>
        </p:nvSpPr>
        <p:spPr>
          <a:xfrm>
            <a:off x="4623204" y="5436996"/>
            <a:ext cx="28398" cy="28398"/>
          </a:xfrm>
          <a:prstGeom prst="ellipse">
            <a:avLst/>
          </a:prstGeom>
          <a:solidFill>
            <a:srgbClr val="7F8C97">
              <a:alpha val="48000"/>
            </a:srgbClr>
          </a:solidFill>
          <a:ln w="0">
            <a:noFill/>
            <a:prstDash val="solid"/>
          </a:ln>
        </p:spPr>
      </p:sp>
      <p:sp>
        <p:nvSpPr>
          <p:cNvPr id="2528" name="03_assume_matched_7825">
            <a:extLst>
              <a:ext uri="{FF2B5EF4-FFF2-40B4-BE49-F238E27FC236}">
                <a16:creationId xmlns:a16="http://schemas.microsoft.com/office/drawing/2014/main" id="{D3FAAF65-DDB7-4698-9EB0-67B3611AEC55}"/>
              </a:ext>
            </a:extLst>
          </p:cNvPr>
          <p:cNvSpPr>
            <a:spLocks noGrp="1"/>
          </p:cNvSpPr>
          <p:nvPr/>
        </p:nvSpPr>
        <p:spPr>
          <a:xfrm>
            <a:off x="4656015" y="5436996"/>
            <a:ext cx="28398" cy="28398"/>
          </a:xfrm>
          <a:prstGeom prst="ellipse">
            <a:avLst/>
          </a:prstGeom>
          <a:solidFill>
            <a:srgbClr val="7F8C97">
              <a:alpha val="48000"/>
            </a:srgbClr>
          </a:solidFill>
          <a:ln w="0">
            <a:noFill/>
            <a:prstDash val="solid"/>
          </a:ln>
        </p:spPr>
      </p:sp>
      <p:sp>
        <p:nvSpPr>
          <p:cNvPr id="2529" name="03_assume_matched_7826">
            <a:extLst>
              <a:ext uri="{FF2B5EF4-FFF2-40B4-BE49-F238E27FC236}">
                <a16:creationId xmlns:a16="http://schemas.microsoft.com/office/drawing/2014/main" id="{C66C6141-1D1F-4DA7-B74D-A2333FC18CB2}"/>
              </a:ext>
            </a:extLst>
          </p:cNvPr>
          <p:cNvSpPr>
            <a:spLocks noGrp="1"/>
          </p:cNvSpPr>
          <p:nvPr/>
        </p:nvSpPr>
        <p:spPr>
          <a:xfrm>
            <a:off x="4555135" y="4969101"/>
            <a:ext cx="28398" cy="28398"/>
          </a:xfrm>
          <a:prstGeom prst="ellipse">
            <a:avLst/>
          </a:prstGeom>
          <a:solidFill>
            <a:srgbClr val="7F8C97">
              <a:alpha val="48000"/>
            </a:srgbClr>
          </a:solidFill>
          <a:ln w="0">
            <a:noFill/>
            <a:prstDash val="solid"/>
          </a:ln>
        </p:spPr>
      </p:sp>
      <p:sp>
        <p:nvSpPr>
          <p:cNvPr id="2530" name="03_assume_matched_7827">
            <a:extLst>
              <a:ext uri="{FF2B5EF4-FFF2-40B4-BE49-F238E27FC236}">
                <a16:creationId xmlns:a16="http://schemas.microsoft.com/office/drawing/2014/main" id="{39E1285E-99FE-43B1-A581-6FCD65C89E85}"/>
              </a:ext>
            </a:extLst>
          </p:cNvPr>
          <p:cNvSpPr>
            <a:spLocks noGrp="1"/>
          </p:cNvSpPr>
          <p:nvPr/>
        </p:nvSpPr>
        <p:spPr>
          <a:xfrm>
            <a:off x="4647093" y="5144561"/>
            <a:ext cx="28398" cy="28398"/>
          </a:xfrm>
          <a:prstGeom prst="ellipse">
            <a:avLst/>
          </a:prstGeom>
          <a:solidFill>
            <a:srgbClr val="7F8C97">
              <a:alpha val="48000"/>
            </a:srgbClr>
          </a:solidFill>
          <a:ln w="0">
            <a:noFill/>
            <a:prstDash val="solid"/>
          </a:ln>
        </p:spPr>
      </p:sp>
      <p:sp>
        <p:nvSpPr>
          <p:cNvPr id="2531" name="03_assume_matched_7828">
            <a:extLst>
              <a:ext uri="{FF2B5EF4-FFF2-40B4-BE49-F238E27FC236}">
                <a16:creationId xmlns:a16="http://schemas.microsoft.com/office/drawing/2014/main" id="{C2419962-8DBB-47B1-BEC7-F752F8648BD8}"/>
              </a:ext>
            </a:extLst>
          </p:cNvPr>
          <p:cNvSpPr>
            <a:spLocks noGrp="1"/>
          </p:cNvSpPr>
          <p:nvPr/>
        </p:nvSpPr>
        <p:spPr>
          <a:xfrm>
            <a:off x="4626226" y="5047083"/>
            <a:ext cx="28398" cy="28398"/>
          </a:xfrm>
          <a:prstGeom prst="ellipse">
            <a:avLst/>
          </a:prstGeom>
          <a:solidFill>
            <a:srgbClr val="7F8C97">
              <a:alpha val="48000"/>
            </a:srgbClr>
          </a:solidFill>
          <a:ln w="0">
            <a:noFill/>
            <a:prstDash val="solid"/>
          </a:ln>
        </p:spPr>
      </p:sp>
      <p:sp>
        <p:nvSpPr>
          <p:cNvPr id="2532" name="03_assume_matched_7829">
            <a:extLst>
              <a:ext uri="{FF2B5EF4-FFF2-40B4-BE49-F238E27FC236}">
                <a16:creationId xmlns:a16="http://schemas.microsoft.com/office/drawing/2014/main" id="{25510CAD-E137-4BCC-9545-F17A826981F5}"/>
              </a:ext>
            </a:extLst>
          </p:cNvPr>
          <p:cNvSpPr>
            <a:spLocks noGrp="1"/>
          </p:cNvSpPr>
          <p:nvPr/>
        </p:nvSpPr>
        <p:spPr>
          <a:xfrm>
            <a:off x="4534844" y="4852127"/>
            <a:ext cx="28398" cy="28398"/>
          </a:xfrm>
          <a:prstGeom prst="ellipse">
            <a:avLst/>
          </a:prstGeom>
          <a:solidFill>
            <a:srgbClr val="7F8C97">
              <a:alpha val="48000"/>
            </a:srgbClr>
          </a:solidFill>
          <a:ln w="0">
            <a:noFill/>
            <a:prstDash val="solid"/>
          </a:ln>
        </p:spPr>
      </p:sp>
      <p:sp>
        <p:nvSpPr>
          <p:cNvPr id="2533" name="03_assume_matched_7830">
            <a:extLst>
              <a:ext uri="{FF2B5EF4-FFF2-40B4-BE49-F238E27FC236}">
                <a16:creationId xmlns:a16="http://schemas.microsoft.com/office/drawing/2014/main" id="{7DF369F3-3FC9-477A-9B86-635712CE02DB}"/>
              </a:ext>
            </a:extLst>
          </p:cNvPr>
          <p:cNvSpPr>
            <a:spLocks noGrp="1"/>
          </p:cNvSpPr>
          <p:nvPr/>
        </p:nvSpPr>
        <p:spPr>
          <a:xfrm>
            <a:off x="4594134" y="5436996"/>
            <a:ext cx="28398" cy="28398"/>
          </a:xfrm>
          <a:prstGeom prst="ellipse">
            <a:avLst/>
          </a:prstGeom>
          <a:solidFill>
            <a:srgbClr val="7F8C97">
              <a:alpha val="48000"/>
            </a:srgbClr>
          </a:solidFill>
          <a:ln w="0">
            <a:noFill/>
            <a:prstDash val="solid"/>
          </a:ln>
        </p:spPr>
      </p:sp>
      <p:sp>
        <p:nvSpPr>
          <p:cNvPr id="2534" name="03_assume_matched_7831">
            <a:extLst>
              <a:ext uri="{FF2B5EF4-FFF2-40B4-BE49-F238E27FC236}">
                <a16:creationId xmlns:a16="http://schemas.microsoft.com/office/drawing/2014/main" id="{51C722BA-D5AA-4D5F-BEE6-8E240C5941FD}"/>
              </a:ext>
            </a:extLst>
          </p:cNvPr>
          <p:cNvSpPr>
            <a:spLocks noGrp="1"/>
          </p:cNvSpPr>
          <p:nvPr/>
        </p:nvSpPr>
        <p:spPr>
          <a:xfrm>
            <a:off x="4576290" y="5436996"/>
            <a:ext cx="28398" cy="28398"/>
          </a:xfrm>
          <a:prstGeom prst="ellipse">
            <a:avLst/>
          </a:prstGeom>
          <a:solidFill>
            <a:srgbClr val="7F8C97">
              <a:alpha val="48000"/>
            </a:srgbClr>
          </a:solidFill>
          <a:ln w="0">
            <a:noFill/>
            <a:prstDash val="solid"/>
          </a:ln>
        </p:spPr>
      </p:sp>
      <p:sp>
        <p:nvSpPr>
          <p:cNvPr id="2535" name="03_assume_matched_7832">
            <a:extLst>
              <a:ext uri="{FF2B5EF4-FFF2-40B4-BE49-F238E27FC236}">
                <a16:creationId xmlns:a16="http://schemas.microsoft.com/office/drawing/2014/main" id="{1AF46B6D-FD86-4D19-B358-3BCFC9B488D6}"/>
              </a:ext>
            </a:extLst>
          </p:cNvPr>
          <p:cNvSpPr>
            <a:spLocks noGrp="1"/>
          </p:cNvSpPr>
          <p:nvPr/>
        </p:nvSpPr>
        <p:spPr>
          <a:xfrm>
            <a:off x="4608525" y="4852127"/>
            <a:ext cx="28398" cy="28398"/>
          </a:xfrm>
          <a:prstGeom prst="ellipse">
            <a:avLst/>
          </a:prstGeom>
          <a:solidFill>
            <a:srgbClr val="7F8C97">
              <a:alpha val="48000"/>
            </a:srgbClr>
          </a:solidFill>
          <a:ln w="0">
            <a:noFill/>
            <a:prstDash val="solid"/>
          </a:ln>
        </p:spPr>
      </p:sp>
      <p:sp>
        <p:nvSpPr>
          <p:cNvPr id="2536" name="03_assume_matched_7833">
            <a:extLst>
              <a:ext uri="{FF2B5EF4-FFF2-40B4-BE49-F238E27FC236}">
                <a16:creationId xmlns:a16="http://schemas.microsoft.com/office/drawing/2014/main" id="{0E938EC8-20A7-4FFE-9A00-4CF8B92B7241}"/>
              </a:ext>
            </a:extLst>
          </p:cNvPr>
          <p:cNvSpPr>
            <a:spLocks noGrp="1"/>
          </p:cNvSpPr>
          <p:nvPr/>
        </p:nvSpPr>
        <p:spPr>
          <a:xfrm>
            <a:off x="4590393" y="5388257"/>
            <a:ext cx="28398" cy="28398"/>
          </a:xfrm>
          <a:prstGeom prst="ellipse">
            <a:avLst/>
          </a:prstGeom>
          <a:solidFill>
            <a:srgbClr val="7F8C97">
              <a:alpha val="48000"/>
            </a:srgbClr>
          </a:solidFill>
          <a:ln w="0">
            <a:noFill/>
            <a:prstDash val="solid"/>
          </a:ln>
        </p:spPr>
      </p:sp>
      <p:sp>
        <p:nvSpPr>
          <p:cNvPr id="2537" name="03_assume_matched_7834">
            <a:extLst>
              <a:ext uri="{FF2B5EF4-FFF2-40B4-BE49-F238E27FC236}">
                <a16:creationId xmlns:a16="http://schemas.microsoft.com/office/drawing/2014/main" id="{1D8471EF-DF2C-46AB-B51A-B0BB4176DFB3}"/>
              </a:ext>
            </a:extLst>
          </p:cNvPr>
          <p:cNvSpPr>
            <a:spLocks noGrp="1"/>
          </p:cNvSpPr>
          <p:nvPr/>
        </p:nvSpPr>
        <p:spPr>
          <a:xfrm>
            <a:off x="4652561" y="5290779"/>
            <a:ext cx="28398" cy="28398"/>
          </a:xfrm>
          <a:prstGeom prst="ellipse">
            <a:avLst/>
          </a:prstGeom>
          <a:solidFill>
            <a:srgbClr val="7F8C97">
              <a:alpha val="48000"/>
            </a:srgbClr>
          </a:solidFill>
          <a:ln w="0">
            <a:noFill/>
            <a:prstDash val="solid"/>
          </a:ln>
        </p:spPr>
      </p:sp>
      <p:sp>
        <p:nvSpPr>
          <p:cNvPr id="2538" name="03_assume_matched_7835">
            <a:extLst>
              <a:ext uri="{FF2B5EF4-FFF2-40B4-BE49-F238E27FC236}">
                <a16:creationId xmlns:a16="http://schemas.microsoft.com/office/drawing/2014/main" id="{7E595825-92F8-4112-87A0-100A318C086D}"/>
              </a:ext>
            </a:extLst>
          </p:cNvPr>
          <p:cNvSpPr>
            <a:spLocks noGrp="1"/>
          </p:cNvSpPr>
          <p:nvPr/>
        </p:nvSpPr>
        <p:spPr>
          <a:xfrm>
            <a:off x="4550674" y="4852127"/>
            <a:ext cx="28398" cy="28398"/>
          </a:xfrm>
          <a:prstGeom prst="ellipse">
            <a:avLst/>
          </a:prstGeom>
          <a:solidFill>
            <a:srgbClr val="7F8C97">
              <a:alpha val="48000"/>
            </a:srgbClr>
          </a:solidFill>
          <a:ln w="0">
            <a:noFill/>
            <a:prstDash val="solid"/>
          </a:ln>
        </p:spPr>
      </p:sp>
      <p:sp>
        <p:nvSpPr>
          <p:cNvPr id="2539" name="03_assume_matched_7836">
            <a:extLst>
              <a:ext uri="{FF2B5EF4-FFF2-40B4-BE49-F238E27FC236}">
                <a16:creationId xmlns:a16="http://schemas.microsoft.com/office/drawing/2014/main" id="{F9D1C4A9-4B5A-4C30-949F-97CD0225F7AE}"/>
              </a:ext>
            </a:extLst>
          </p:cNvPr>
          <p:cNvSpPr>
            <a:spLocks noGrp="1"/>
          </p:cNvSpPr>
          <p:nvPr/>
        </p:nvSpPr>
        <p:spPr>
          <a:xfrm>
            <a:off x="4557294" y="5436996"/>
            <a:ext cx="28398" cy="28398"/>
          </a:xfrm>
          <a:prstGeom prst="ellipse">
            <a:avLst/>
          </a:prstGeom>
          <a:solidFill>
            <a:srgbClr val="7F8C97">
              <a:alpha val="48000"/>
            </a:srgbClr>
          </a:solidFill>
          <a:ln w="0">
            <a:noFill/>
            <a:prstDash val="solid"/>
          </a:ln>
        </p:spPr>
      </p:sp>
      <p:sp>
        <p:nvSpPr>
          <p:cNvPr id="2540" name="03_assume_matched_7837">
            <a:extLst>
              <a:ext uri="{FF2B5EF4-FFF2-40B4-BE49-F238E27FC236}">
                <a16:creationId xmlns:a16="http://schemas.microsoft.com/office/drawing/2014/main" id="{F083FADB-ECC5-4E01-A238-20C278ABC593}"/>
              </a:ext>
            </a:extLst>
          </p:cNvPr>
          <p:cNvSpPr>
            <a:spLocks noGrp="1"/>
          </p:cNvSpPr>
          <p:nvPr/>
        </p:nvSpPr>
        <p:spPr>
          <a:xfrm>
            <a:off x="4617160" y="4852127"/>
            <a:ext cx="28398" cy="28398"/>
          </a:xfrm>
          <a:prstGeom prst="ellipse">
            <a:avLst/>
          </a:prstGeom>
          <a:solidFill>
            <a:srgbClr val="7F8C97">
              <a:alpha val="48000"/>
            </a:srgbClr>
          </a:solidFill>
          <a:ln w="0">
            <a:noFill/>
            <a:prstDash val="solid"/>
          </a:ln>
        </p:spPr>
      </p:sp>
      <p:sp>
        <p:nvSpPr>
          <p:cNvPr id="2541" name="03_assume_matched_7838">
            <a:extLst>
              <a:ext uri="{FF2B5EF4-FFF2-40B4-BE49-F238E27FC236}">
                <a16:creationId xmlns:a16="http://schemas.microsoft.com/office/drawing/2014/main" id="{E34B3572-EDE3-4F16-BBC9-D0AAFA720685}"/>
              </a:ext>
            </a:extLst>
          </p:cNvPr>
          <p:cNvSpPr>
            <a:spLocks noGrp="1"/>
          </p:cNvSpPr>
          <p:nvPr/>
        </p:nvSpPr>
        <p:spPr>
          <a:xfrm>
            <a:off x="4615865" y="4852127"/>
            <a:ext cx="28398" cy="28398"/>
          </a:xfrm>
          <a:prstGeom prst="ellipse">
            <a:avLst/>
          </a:prstGeom>
          <a:solidFill>
            <a:srgbClr val="7F8C97">
              <a:alpha val="48000"/>
            </a:srgbClr>
          </a:solidFill>
          <a:ln w="0">
            <a:noFill/>
            <a:prstDash val="solid"/>
          </a:ln>
        </p:spPr>
      </p:sp>
      <p:sp>
        <p:nvSpPr>
          <p:cNvPr id="2542" name="03_assume_matched_7839">
            <a:extLst>
              <a:ext uri="{FF2B5EF4-FFF2-40B4-BE49-F238E27FC236}">
                <a16:creationId xmlns:a16="http://schemas.microsoft.com/office/drawing/2014/main" id="{039E43E2-EA9A-4DCD-A45E-FE3CA49377F0}"/>
              </a:ext>
            </a:extLst>
          </p:cNvPr>
          <p:cNvSpPr>
            <a:spLocks noGrp="1"/>
          </p:cNvSpPr>
          <p:nvPr/>
        </p:nvSpPr>
        <p:spPr>
          <a:xfrm>
            <a:off x="4662635" y="4852127"/>
            <a:ext cx="28398" cy="28398"/>
          </a:xfrm>
          <a:prstGeom prst="ellipse">
            <a:avLst/>
          </a:prstGeom>
          <a:solidFill>
            <a:srgbClr val="7F8C97">
              <a:alpha val="48000"/>
            </a:srgbClr>
          </a:solidFill>
          <a:ln w="0">
            <a:noFill/>
            <a:prstDash val="solid"/>
          </a:ln>
        </p:spPr>
      </p:sp>
      <p:sp>
        <p:nvSpPr>
          <p:cNvPr id="2543" name="03_assume_matched_7840">
            <a:extLst>
              <a:ext uri="{FF2B5EF4-FFF2-40B4-BE49-F238E27FC236}">
                <a16:creationId xmlns:a16="http://schemas.microsoft.com/office/drawing/2014/main" id="{FF9D10C5-71DB-4BDA-85FC-3848D20B6E70}"/>
              </a:ext>
            </a:extLst>
          </p:cNvPr>
          <p:cNvSpPr>
            <a:spLocks noGrp="1"/>
          </p:cNvSpPr>
          <p:nvPr/>
        </p:nvSpPr>
        <p:spPr>
          <a:xfrm>
            <a:off x="4640905" y="5144561"/>
            <a:ext cx="28398" cy="28398"/>
          </a:xfrm>
          <a:prstGeom prst="ellipse">
            <a:avLst/>
          </a:prstGeom>
          <a:solidFill>
            <a:srgbClr val="7F8C97">
              <a:alpha val="48000"/>
            </a:srgbClr>
          </a:solidFill>
          <a:ln w="0">
            <a:noFill/>
            <a:prstDash val="solid"/>
          </a:ln>
        </p:spPr>
      </p:sp>
      <p:sp>
        <p:nvSpPr>
          <p:cNvPr id="2544" name="03_assume_matched_7841">
            <a:extLst>
              <a:ext uri="{FF2B5EF4-FFF2-40B4-BE49-F238E27FC236}">
                <a16:creationId xmlns:a16="http://schemas.microsoft.com/office/drawing/2014/main" id="{55E3D242-32C9-463E-AB07-DB5C92057127}"/>
              </a:ext>
            </a:extLst>
          </p:cNvPr>
          <p:cNvSpPr>
            <a:spLocks noGrp="1"/>
          </p:cNvSpPr>
          <p:nvPr/>
        </p:nvSpPr>
        <p:spPr>
          <a:xfrm>
            <a:off x="4572980" y="5436996"/>
            <a:ext cx="28398" cy="28398"/>
          </a:xfrm>
          <a:prstGeom prst="ellipse">
            <a:avLst/>
          </a:prstGeom>
          <a:solidFill>
            <a:srgbClr val="7F8C97">
              <a:alpha val="48000"/>
            </a:srgbClr>
          </a:solidFill>
          <a:ln w="0">
            <a:noFill/>
            <a:prstDash val="solid"/>
          </a:ln>
        </p:spPr>
      </p:sp>
      <p:sp>
        <p:nvSpPr>
          <p:cNvPr id="2545" name="03_assume_matched_7842">
            <a:extLst>
              <a:ext uri="{FF2B5EF4-FFF2-40B4-BE49-F238E27FC236}">
                <a16:creationId xmlns:a16="http://schemas.microsoft.com/office/drawing/2014/main" id="{34BAF49C-D3DC-459A-9012-E3E899F11EB1}"/>
              </a:ext>
            </a:extLst>
          </p:cNvPr>
          <p:cNvSpPr>
            <a:spLocks noGrp="1"/>
          </p:cNvSpPr>
          <p:nvPr/>
        </p:nvSpPr>
        <p:spPr>
          <a:xfrm>
            <a:off x="4643783" y="5436996"/>
            <a:ext cx="28398" cy="28398"/>
          </a:xfrm>
          <a:prstGeom prst="ellipse">
            <a:avLst/>
          </a:prstGeom>
          <a:solidFill>
            <a:srgbClr val="7F8C97">
              <a:alpha val="48000"/>
            </a:srgbClr>
          </a:solidFill>
          <a:ln w="0">
            <a:noFill/>
            <a:prstDash val="solid"/>
          </a:ln>
        </p:spPr>
      </p:sp>
      <p:sp>
        <p:nvSpPr>
          <p:cNvPr id="2546" name="03_assume_matched_7843">
            <a:extLst>
              <a:ext uri="{FF2B5EF4-FFF2-40B4-BE49-F238E27FC236}">
                <a16:creationId xmlns:a16="http://schemas.microsoft.com/office/drawing/2014/main" id="{64F8D1A5-19DC-4DA5-A207-FF719D1CB0DA}"/>
              </a:ext>
            </a:extLst>
          </p:cNvPr>
          <p:cNvSpPr>
            <a:spLocks noGrp="1"/>
          </p:cNvSpPr>
          <p:nvPr/>
        </p:nvSpPr>
        <p:spPr>
          <a:xfrm>
            <a:off x="4632126" y="5047083"/>
            <a:ext cx="28398" cy="28398"/>
          </a:xfrm>
          <a:prstGeom prst="ellipse">
            <a:avLst/>
          </a:prstGeom>
          <a:solidFill>
            <a:srgbClr val="7F8C97">
              <a:alpha val="48000"/>
            </a:srgbClr>
          </a:solidFill>
          <a:ln w="0">
            <a:noFill/>
            <a:prstDash val="solid"/>
          </a:ln>
        </p:spPr>
      </p:sp>
      <p:sp>
        <p:nvSpPr>
          <p:cNvPr id="2547" name="03_assume_matched_7844">
            <a:extLst>
              <a:ext uri="{FF2B5EF4-FFF2-40B4-BE49-F238E27FC236}">
                <a16:creationId xmlns:a16="http://schemas.microsoft.com/office/drawing/2014/main" id="{95333F58-DB8F-47F8-901A-8B742BEA9413}"/>
              </a:ext>
            </a:extLst>
          </p:cNvPr>
          <p:cNvSpPr>
            <a:spLocks noGrp="1"/>
          </p:cNvSpPr>
          <p:nvPr/>
        </p:nvSpPr>
        <p:spPr>
          <a:xfrm>
            <a:off x="4638314" y="5436996"/>
            <a:ext cx="28398" cy="28398"/>
          </a:xfrm>
          <a:prstGeom prst="ellipse">
            <a:avLst/>
          </a:prstGeom>
          <a:solidFill>
            <a:srgbClr val="7F8C97">
              <a:alpha val="48000"/>
            </a:srgbClr>
          </a:solidFill>
          <a:ln w="0">
            <a:noFill/>
            <a:prstDash val="solid"/>
          </a:ln>
        </p:spPr>
      </p:sp>
      <p:sp>
        <p:nvSpPr>
          <p:cNvPr id="2548" name="03_assume_matched_7845">
            <a:extLst>
              <a:ext uri="{FF2B5EF4-FFF2-40B4-BE49-F238E27FC236}">
                <a16:creationId xmlns:a16="http://schemas.microsoft.com/office/drawing/2014/main" id="{380AC08C-B5ED-4196-8625-6E2116AEC497}"/>
              </a:ext>
            </a:extLst>
          </p:cNvPr>
          <p:cNvSpPr>
            <a:spLocks noGrp="1"/>
          </p:cNvSpPr>
          <p:nvPr/>
        </p:nvSpPr>
        <p:spPr>
          <a:xfrm>
            <a:off x="4651698" y="5372010"/>
            <a:ext cx="28398" cy="28398"/>
          </a:xfrm>
          <a:prstGeom prst="ellipse">
            <a:avLst/>
          </a:prstGeom>
          <a:solidFill>
            <a:srgbClr val="7F8C97">
              <a:alpha val="48000"/>
            </a:srgbClr>
          </a:solidFill>
          <a:ln w="0">
            <a:noFill/>
            <a:prstDash val="solid"/>
          </a:ln>
        </p:spPr>
      </p:sp>
      <p:sp>
        <p:nvSpPr>
          <p:cNvPr id="2549" name="03_assume_matched_7846">
            <a:extLst>
              <a:ext uri="{FF2B5EF4-FFF2-40B4-BE49-F238E27FC236}">
                <a16:creationId xmlns:a16="http://schemas.microsoft.com/office/drawing/2014/main" id="{82FCC32A-86A4-4175-9368-3E7A9FC34499}"/>
              </a:ext>
            </a:extLst>
          </p:cNvPr>
          <p:cNvSpPr>
            <a:spLocks noGrp="1"/>
          </p:cNvSpPr>
          <p:nvPr/>
        </p:nvSpPr>
        <p:spPr>
          <a:xfrm>
            <a:off x="4560316" y="4852127"/>
            <a:ext cx="28398" cy="28398"/>
          </a:xfrm>
          <a:prstGeom prst="ellipse">
            <a:avLst/>
          </a:prstGeom>
          <a:solidFill>
            <a:srgbClr val="7F8C97">
              <a:alpha val="48000"/>
            </a:srgbClr>
          </a:solidFill>
          <a:ln w="0">
            <a:noFill/>
            <a:prstDash val="solid"/>
          </a:ln>
        </p:spPr>
      </p:sp>
      <p:sp>
        <p:nvSpPr>
          <p:cNvPr id="2550" name="03_assume_matched_7847">
            <a:extLst>
              <a:ext uri="{FF2B5EF4-FFF2-40B4-BE49-F238E27FC236}">
                <a16:creationId xmlns:a16="http://schemas.microsoft.com/office/drawing/2014/main" id="{CE81C8E4-93E5-4E36-9D6F-1486D1A279C7}"/>
              </a:ext>
            </a:extLst>
          </p:cNvPr>
          <p:cNvSpPr>
            <a:spLocks noGrp="1"/>
          </p:cNvSpPr>
          <p:nvPr/>
        </p:nvSpPr>
        <p:spPr>
          <a:xfrm>
            <a:off x="4549523" y="5047083"/>
            <a:ext cx="28398" cy="28398"/>
          </a:xfrm>
          <a:prstGeom prst="ellipse">
            <a:avLst/>
          </a:prstGeom>
          <a:solidFill>
            <a:srgbClr val="7F8C97">
              <a:alpha val="48000"/>
            </a:srgbClr>
          </a:solidFill>
          <a:ln w="0">
            <a:noFill/>
            <a:prstDash val="solid"/>
          </a:ln>
        </p:spPr>
      </p:sp>
      <p:sp>
        <p:nvSpPr>
          <p:cNvPr id="2551" name="03_assume_matched_7848">
            <a:extLst>
              <a:ext uri="{FF2B5EF4-FFF2-40B4-BE49-F238E27FC236}">
                <a16:creationId xmlns:a16="http://schemas.microsoft.com/office/drawing/2014/main" id="{3F69213A-B20C-4EA2-AD5A-4275BEE22A09}"/>
              </a:ext>
            </a:extLst>
          </p:cNvPr>
          <p:cNvSpPr>
            <a:spLocks noGrp="1"/>
          </p:cNvSpPr>
          <p:nvPr/>
        </p:nvSpPr>
        <p:spPr>
          <a:xfrm>
            <a:off x="4632414" y="5144561"/>
            <a:ext cx="28398" cy="28398"/>
          </a:xfrm>
          <a:prstGeom prst="ellipse">
            <a:avLst/>
          </a:prstGeom>
          <a:solidFill>
            <a:srgbClr val="7F8C97">
              <a:alpha val="48000"/>
            </a:srgbClr>
          </a:solidFill>
          <a:ln w="0">
            <a:noFill/>
            <a:prstDash val="solid"/>
          </a:ln>
        </p:spPr>
      </p:sp>
      <p:sp>
        <p:nvSpPr>
          <p:cNvPr id="2552" name="03_assume_matched_7849">
            <a:extLst>
              <a:ext uri="{FF2B5EF4-FFF2-40B4-BE49-F238E27FC236}">
                <a16:creationId xmlns:a16="http://schemas.microsoft.com/office/drawing/2014/main" id="{D84E3381-B3E9-4A2A-B5CC-EEFECF751D32}"/>
              </a:ext>
            </a:extLst>
          </p:cNvPr>
          <p:cNvSpPr>
            <a:spLocks noGrp="1"/>
          </p:cNvSpPr>
          <p:nvPr/>
        </p:nvSpPr>
        <p:spPr>
          <a:xfrm>
            <a:off x="4669543" y="4852127"/>
            <a:ext cx="28398" cy="28398"/>
          </a:xfrm>
          <a:prstGeom prst="ellipse">
            <a:avLst/>
          </a:prstGeom>
          <a:solidFill>
            <a:srgbClr val="7F8C97">
              <a:alpha val="48000"/>
            </a:srgbClr>
          </a:solidFill>
          <a:ln w="0">
            <a:noFill/>
            <a:prstDash val="solid"/>
          </a:ln>
        </p:spPr>
      </p:sp>
      <p:sp>
        <p:nvSpPr>
          <p:cNvPr id="2553" name="03_assume_matched_7850">
            <a:extLst>
              <a:ext uri="{FF2B5EF4-FFF2-40B4-BE49-F238E27FC236}">
                <a16:creationId xmlns:a16="http://schemas.microsoft.com/office/drawing/2014/main" id="{94812318-AF3D-44BE-82CB-14BA98673EB9}"/>
              </a:ext>
            </a:extLst>
          </p:cNvPr>
          <p:cNvSpPr>
            <a:spLocks noGrp="1"/>
          </p:cNvSpPr>
          <p:nvPr/>
        </p:nvSpPr>
        <p:spPr>
          <a:xfrm>
            <a:off x="4675731" y="4852127"/>
            <a:ext cx="28398" cy="28398"/>
          </a:xfrm>
          <a:prstGeom prst="ellipse">
            <a:avLst/>
          </a:prstGeom>
          <a:solidFill>
            <a:srgbClr val="7F8C97">
              <a:alpha val="48000"/>
            </a:srgbClr>
          </a:solidFill>
          <a:ln w="0">
            <a:noFill/>
            <a:prstDash val="solid"/>
          </a:ln>
        </p:spPr>
      </p:sp>
      <p:sp>
        <p:nvSpPr>
          <p:cNvPr id="2554" name="03_assume_matched_7851">
            <a:extLst>
              <a:ext uri="{FF2B5EF4-FFF2-40B4-BE49-F238E27FC236}">
                <a16:creationId xmlns:a16="http://schemas.microsoft.com/office/drawing/2014/main" id="{31FE0084-9F91-468D-8AB9-AACC5810FCC0}"/>
              </a:ext>
            </a:extLst>
          </p:cNvPr>
          <p:cNvSpPr>
            <a:spLocks noGrp="1"/>
          </p:cNvSpPr>
          <p:nvPr/>
        </p:nvSpPr>
        <p:spPr>
          <a:xfrm>
            <a:off x="4586795" y="4852127"/>
            <a:ext cx="28398" cy="28398"/>
          </a:xfrm>
          <a:prstGeom prst="ellipse">
            <a:avLst/>
          </a:prstGeom>
          <a:solidFill>
            <a:srgbClr val="7F8C97">
              <a:alpha val="48000"/>
            </a:srgbClr>
          </a:solidFill>
          <a:ln w="0">
            <a:noFill/>
            <a:prstDash val="solid"/>
          </a:ln>
        </p:spPr>
      </p:sp>
      <p:sp>
        <p:nvSpPr>
          <p:cNvPr id="2555" name="03_assume_matched_7852">
            <a:extLst>
              <a:ext uri="{FF2B5EF4-FFF2-40B4-BE49-F238E27FC236}">
                <a16:creationId xmlns:a16="http://schemas.microsoft.com/office/drawing/2014/main" id="{3C1619C2-2A49-4207-941E-AD3BE3EF6740}"/>
              </a:ext>
            </a:extLst>
          </p:cNvPr>
          <p:cNvSpPr>
            <a:spLocks noGrp="1"/>
          </p:cNvSpPr>
          <p:nvPr/>
        </p:nvSpPr>
        <p:spPr>
          <a:xfrm>
            <a:off x="4639610" y="5242040"/>
            <a:ext cx="28398" cy="28398"/>
          </a:xfrm>
          <a:prstGeom prst="ellipse">
            <a:avLst/>
          </a:prstGeom>
          <a:solidFill>
            <a:srgbClr val="7F8C97">
              <a:alpha val="48000"/>
            </a:srgbClr>
          </a:solidFill>
          <a:ln w="0">
            <a:noFill/>
            <a:prstDash val="solid"/>
          </a:ln>
        </p:spPr>
      </p:sp>
      <p:sp>
        <p:nvSpPr>
          <p:cNvPr id="2556" name="03_assume_matched_7853">
            <a:extLst>
              <a:ext uri="{FF2B5EF4-FFF2-40B4-BE49-F238E27FC236}">
                <a16:creationId xmlns:a16="http://schemas.microsoft.com/office/drawing/2014/main" id="{6627B69F-5F8E-488A-968F-AF44AB8061A2}"/>
              </a:ext>
            </a:extLst>
          </p:cNvPr>
          <p:cNvSpPr>
            <a:spLocks noGrp="1"/>
          </p:cNvSpPr>
          <p:nvPr/>
        </p:nvSpPr>
        <p:spPr>
          <a:xfrm>
            <a:off x="4650547" y="4852127"/>
            <a:ext cx="28398" cy="28398"/>
          </a:xfrm>
          <a:prstGeom prst="ellipse">
            <a:avLst/>
          </a:prstGeom>
          <a:solidFill>
            <a:srgbClr val="7F8C97">
              <a:alpha val="48000"/>
            </a:srgbClr>
          </a:solidFill>
          <a:ln w="0">
            <a:noFill/>
            <a:prstDash val="solid"/>
          </a:ln>
        </p:spPr>
      </p:sp>
      <p:sp>
        <p:nvSpPr>
          <p:cNvPr id="2557" name="03_assume_matched_7854">
            <a:extLst>
              <a:ext uri="{FF2B5EF4-FFF2-40B4-BE49-F238E27FC236}">
                <a16:creationId xmlns:a16="http://schemas.microsoft.com/office/drawing/2014/main" id="{95667779-EE3B-4DF9-A774-C56A386AA452}"/>
              </a:ext>
            </a:extLst>
          </p:cNvPr>
          <p:cNvSpPr>
            <a:spLocks noGrp="1"/>
          </p:cNvSpPr>
          <p:nvPr/>
        </p:nvSpPr>
        <p:spPr>
          <a:xfrm>
            <a:off x="4667960" y="4852127"/>
            <a:ext cx="28398" cy="28398"/>
          </a:xfrm>
          <a:prstGeom prst="ellipse">
            <a:avLst/>
          </a:prstGeom>
          <a:solidFill>
            <a:srgbClr val="7F8C97">
              <a:alpha val="48000"/>
            </a:srgbClr>
          </a:solidFill>
          <a:ln w="0">
            <a:noFill/>
            <a:prstDash val="solid"/>
          </a:ln>
        </p:spPr>
      </p:sp>
      <p:sp>
        <p:nvSpPr>
          <p:cNvPr id="2558" name="03_assume_matched_7855">
            <a:extLst>
              <a:ext uri="{FF2B5EF4-FFF2-40B4-BE49-F238E27FC236}">
                <a16:creationId xmlns:a16="http://schemas.microsoft.com/office/drawing/2014/main" id="{DD92C999-F78C-464D-A3BF-383974FEF99A}"/>
              </a:ext>
            </a:extLst>
          </p:cNvPr>
          <p:cNvSpPr>
            <a:spLocks noGrp="1"/>
          </p:cNvSpPr>
          <p:nvPr/>
        </p:nvSpPr>
        <p:spPr>
          <a:xfrm>
            <a:off x="4652705" y="4852127"/>
            <a:ext cx="28398" cy="28398"/>
          </a:xfrm>
          <a:prstGeom prst="ellipse">
            <a:avLst/>
          </a:prstGeom>
          <a:solidFill>
            <a:srgbClr val="7F8C97">
              <a:alpha val="48000"/>
            </a:srgbClr>
          </a:solidFill>
          <a:ln w="0">
            <a:noFill/>
            <a:prstDash val="solid"/>
          </a:ln>
        </p:spPr>
      </p:sp>
      <p:sp>
        <p:nvSpPr>
          <p:cNvPr id="2559" name="03_assume_matched_7856">
            <a:extLst>
              <a:ext uri="{FF2B5EF4-FFF2-40B4-BE49-F238E27FC236}">
                <a16:creationId xmlns:a16="http://schemas.microsoft.com/office/drawing/2014/main" id="{020893BF-890B-4829-8B9D-A0848CB59440}"/>
              </a:ext>
            </a:extLst>
          </p:cNvPr>
          <p:cNvSpPr>
            <a:spLocks noGrp="1"/>
          </p:cNvSpPr>
          <p:nvPr/>
        </p:nvSpPr>
        <p:spPr>
          <a:xfrm>
            <a:off x="4630975" y="4852127"/>
            <a:ext cx="28398" cy="28398"/>
          </a:xfrm>
          <a:prstGeom prst="ellipse">
            <a:avLst/>
          </a:prstGeom>
          <a:solidFill>
            <a:srgbClr val="7F8C97">
              <a:alpha val="48000"/>
            </a:srgbClr>
          </a:solidFill>
          <a:ln w="0">
            <a:noFill/>
            <a:prstDash val="solid"/>
          </a:ln>
        </p:spPr>
      </p:sp>
      <p:sp>
        <p:nvSpPr>
          <p:cNvPr id="2560" name="03_assume_matched_7857">
            <a:extLst>
              <a:ext uri="{FF2B5EF4-FFF2-40B4-BE49-F238E27FC236}">
                <a16:creationId xmlns:a16="http://schemas.microsoft.com/office/drawing/2014/main" id="{4F547EE3-97FF-4330-AE59-5CEB2ABF8857}"/>
              </a:ext>
            </a:extLst>
          </p:cNvPr>
          <p:cNvSpPr>
            <a:spLocks noGrp="1"/>
          </p:cNvSpPr>
          <p:nvPr/>
        </p:nvSpPr>
        <p:spPr>
          <a:xfrm>
            <a:off x="4542759" y="4852127"/>
            <a:ext cx="28398" cy="28398"/>
          </a:xfrm>
          <a:prstGeom prst="ellipse">
            <a:avLst/>
          </a:prstGeom>
          <a:solidFill>
            <a:srgbClr val="7F8C97">
              <a:alpha val="48000"/>
            </a:srgbClr>
          </a:solidFill>
          <a:ln w="0">
            <a:noFill/>
            <a:prstDash val="solid"/>
          </a:ln>
        </p:spPr>
      </p:sp>
      <p:sp>
        <p:nvSpPr>
          <p:cNvPr id="2561" name="03_assume_matched_7858">
            <a:extLst>
              <a:ext uri="{FF2B5EF4-FFF2-40B4-BE49-F238E27FC236}">
                <a16:creationId xmlns:a16="http://schemas.microsoft.com/office/drawing/2014/main" id="{0F0723C4-39FA-439A-8372-052683F44801}"/>
              </a:ext>
            </a:extLst>
          </p:cNvPr>
          <p:cNvSpPr>
            <a:spLocks noGrp="1"/>
          </p:cNvSpPr>
          <p:nvPr/>
        </p:nvSpPr>
        <p:spPr>
          <a:xfrm>
            <a:off x="4556718" y="5436996"/>
            <a:ext cx="28398" cy="28398"/>
          </a:xfrm>
          <a:prstGeom prst="ellipse">
            <a:avLst/>
          </a:prstGeom>
          <a:solidFill>
            <a:srgbClr val="7F8C97">
              <a:alpha val="48000"/>
            </a:srgbClr>
          </a:solidFill>
          <a:ln w="0">
            <a:noFill/>
            <a:prstDash val="solid"/>
          </a:ln>
        </p:spPr>
      </p:sp>
      <p:sp>
        <p:nvSpPr>
          <p:cNvPr id="2562" name="03_assume_matched_7859">
            <a:extLst>
              <a:ext uri="{FF2B5EF4-FFF2-40B4-BE49-F238E27FC236}">
                <a16:creationId xmlns:a16="http://schemas.microsoft.com/office/drawing/2014/main" id="{FC1F5AFB-7BCD-4CCC-85C7-C1BF6C9BE27B}"/>
              </a:ext>
            </a:extLst>
          </p:cNvPr>
          <p:cNvSpPr>
            <a:spLocks noGrp="1"/>
          </p:cNvSpPr>
          <p:nvPr/>
        </p:nvSpPr>
        <p:spPr>
          <a:xfrm>
            <a:off x="4617879" y="4852127"/>
            <a:ext cx="28398" cy="28398"/>
          </a:xfrm>
          <a:prstGeom prst="ellipse">
            <a:avLst/>
          </a:prstGeom>
          <a:solidFill>
            <a:srgbClr val="7F8C97">
              <a:alpha val="48000"/>
            </a:srgbClr>
          </a:solidFill>
          <a:ln w="0">
            <a:noFill/>
            <a:prstDash val="solid"/>
          </a:ln>
        </p:spPr>
      </p:sp>
      <p:sp>
        <p:nvSpPr>
          <p:cNvPr id="2563" name="03_assume_matched_7860">
            <a:extLst>
              <a:ext uri="{FF2B5EF4-FFF2-40B4-BE49-F238E27FC236}">
                <a16:creationId xmlns:a16="http://schemas.microsoft.com/office/drawing/2014/main" id="{61B8F308-C4CD-44B1-94A9-79F901EEF9FD}"/>
              </a:ext>
            </a:extLst>
          </p:cNvPr>
          <p:cNvSpPr>
            <a:spLocks noGrp="1"/>
          </p:cNvSpPr>
          <p:nvPr/>
        </p:nvSpPr>
        <p:spPr>
          <a:xfrm>
            <a:off x="4562762" y="4852127"/>
            <a:ext cx="28398" cy="28398"/>
          </a:xfrm>
          <a:prstGeom prst="ellipse">
            <a:avLst/>
          </a:prstGeom>
          <a:solidFill>
            <a:srgbClr val="7F8C97">
              <a:alpha val="48000"/>
            </a:srgbClr>
          </a:solidFill>
          <a:ln w="0">
            <a:noFill/>
            <a:prstDash val="solid"/>
          </a:ln>
        </p:spPr>
      </p:sp>
      <p:sp>
        <p:nvSpPr>
          <p:cNvPr id="2564" name="03_assume_matched_7861">
            <a:extLst>
              <a:ext uri="{FF2B5EF4-FFF2-40B4-BE49-F238E27FC236}">
                <a16:creationId xmlns:a16="http://schemas.microsoft.com/office/drawing/2014/main" id="{8CA12F54-15C0-412B-A29A-E6233DB82EF4}"/>
              </a:ext>
            </a:extLst>
          </p:cNvPr>
          <p:cNvSpPr>
            <a:spLocks noGrp="1"/>
          </p:cNvSpPr>
          <p:nvPr/>
        </p:nvSpPr>
        <p:spPr>
          <a:xfrm>
            <a:off x="4588810" y="4852127"/>
            <a:ext cx="28398" cy="28398"/>
          </a:xfrm>
          <a:prstGeom prst="ellipse">
            <a:avLst/>
          </a:prstGeom>
          <a:solidFill>
            <a:srgbClr val="7F8C97">
              <a:alpha val="48000"/>
            </a:srgbClr>
          </a:solidFill>
          <a:ln w="0">
            <a:noFill/>
            <a:prstDash val="solid"/>
          </a:ln>
        </p:spPr>
      </p:sp>
      <p:sp>
        <p:nvSpPr>
          <p:cNvPr id="2565" name="03_assume_matched_7862">
            <a:extLst>
              <a:ext uri="{FF2B5EF4-FFF2-40B4-BE49-F238E27FC236}">
                <a16:creationId xmlns:a16="http://schemas.microsoft.com/office/drawing/2014/main" id="{3E3179D3-3DD5-4359-89BD-7CD8DAD46851}"/>
              </a:ext>
            </a:extLst>
          </p:cNvPr>
          <p:cNvSpPr>
            <a:spLocks noGrp="1"/>
          </p:cNvSpPr>
          <p:nvPr/>
        </p:nvSpPr>
        <p:spPr>
          <a:xfrm>
            <a:off x="4537866" y="5436996"/>
            <a:ext cx="28398" cy="28398"/>
          </a:xfrm>
          <a:prstGeom prst="ellipse">
            <a:avLst/>
          </a:prstGeom>
          <a:solidFill>
            <a:srgbClr val="7F8C97">
              <a:alpha val="48000"/>
            </a:srgbClr>
          </a:solidFill>
          <a:ln w="0">
            <a:noFill/>
            <a:prstDash val="solid"/>
          </a:ln>
        </p:spPr>
      </p:sp>
      <p:sp>
        <p:nvSpPr>
          <p:cNvPr id="2566" name="03_assume_matched_7863">
            <a:extLst>
              <a:ext uri="{FF2B5EF4-FFF2-40B4-BE49-F238E27FC236}">
                <a16:creationId xmlns:a16="http://schemas.microsoft.com/office/drawing/2014/main" id="{D391087A-640E-4D5C-B239-54EE452C0820}"/>
              </a:ext>
            </a:extLst>
          </p:cNvPr>
          <p:cNvSpPr>
            <a:spLocks noGrp="1"/>
          </p:cNvSpPr>
          <p:nvPr/>
        </p:nvSpPr>
        <p:spPr>
          <a:xfrm>
            <a:off x="5410545" y="4852127"/>
            <a:ext cx="28398" cy="28398"/>
          </a:xfrm>
          <a:prstGeom prst="ellipse">
            <a:avLst/>
          </a:prstGeom>
          <a:solidFill>
            <a:srgbClr val="7F8C97">
              <a:alpha val="48000"/>
            </a:srgbClr>
          </a:solidFill>
          <a:ln w="0">
            <a:noFill/>
            <a:prstDash val="solid"/>
          </a:ln>
        </p:spPr>
      </p:sp>
      <p:sp>
        <p:nvSpPr>
          <p:cNvPr id="2567" name="03_assume_matched_7864">
            <a:extLst>
              <a:ext uri="{FF2B5EF4-FFF2-40B4-BE49-F238E27FC236}">
                <a16:creationId xmlns:a16="http://schemas.microsoft.com/office/drawing/2014/main" id="{662E20CE-C0CE-49C8-92FF-FCD44DFEBA09}"/>
              </a:ext>
            </a:extLst>
          </p:cNvPr>
          <p:cNvSpPr>
            <a:spLocks noGrp="1"/>
          </p:cNvSpPr>
          <p:nvPr/>
        </p:nvSpPr>
        <p:spPr>
          <a:xfrm>
            <a:off x="5399032" y="5436996"/>
            <a:ext cx="28398" cy="28398"/>
          </a:xfrm>
          <a:prstGeom prst="ellipse">
            <a:avLst/>
          </a:prstGeom>
          <a:solidFill>
            <a:srgbClr val="7F8C97">
              <a:alpha val="48000"/>
            </a:srgbClr>
          </a:solidFill>
          <a:ln w="0">
            <a:noFill/>
            <a:prstDash val="solid"/>
          </a:ln>
        </p:spPr>
      </p:sp>
      <p:sp>
        <p:nvSpPr>
          <p:cNvPr id="2568" name="03_assume_matched_7865">
            <a:extLst>
              <a:ext uri="{FF2B5EF4-FFF2-40B4-BE49-F238E27FC236}">
                <a16:creationId xmlns:a16="http://schemas.microsoft.com/office/drawing/2014/main" id="{50A74807-7D38-443D-BC65-7A967BC05236}"/>
              </a:ext>
            </a:extLst>
          </p:cNvPr>
          <p:cNvSpPr>
            <a:spLocks noGrp="1"/>
          </p:cNvSpPr>
          <p:nvPr/>
        </p:nvSpPr>
        <p:spPr>
          <a:xfrm>
            <a:off x="5341901" y="4852127"/>
            <a:ext cx="28398" cy="28398"/>
          </a:xfrm>
          <a:prstGeom prst="ellipse">
            <a:avLst/>
          </a:prstGeom>
          <a:solidFill>
            <a:srgbClr val="7F8C97">
              <a:alpha val="48000"/>
            </a:srgbClr>
          </a:solidFill>
          <a:ln w="0">
            <a:noFill/>
            <a:prstDash val="solid"/>
          </a:ln>
        </p:spPr>
      </p:sp>
      <p:sp>
        <p:nvSpPr>
          <p:cNvPr id="2569" name="03_assume_matched_7866">
            <a:extLst>
              <a:ext uri="{FF2B5EF4-FFF2-40B4-BE49-F238E27FC236}">
                <a16:creationId xmlns:a16="http://schemas.microsoft.com/office/drawing/2014/main" id="{572A5656-1F53-4021-A5B6-DE8F300D63E7}"/>
              </a:ext>
            </a:extLst>
          </p:cNvPr>
          <p:cNvSpPr>
            <a:spLocks noGrp="1"/>
          </p:cNvSpPr>
          <p:nvPr/>
        </p:nvSpPr>
        <p:spPr>
          <a:xfrm>
            <a:off x="5420763" y="4852127"/>
            <a:ext cx="28398" cy="28398"/>
          </a:xfrm>
          <a:prstGeom prst="ellipse">
            <a:avLst/>
          </a:prstGeom>
          <a:solidFill>
            <a:srgbClr val="7F8C97">
              <a:alpha val="48000"/>
            </a:srgbClr>
          </a:solidFill>
          <a:ln w="0">
            <a:noFill/>
            <a:prstDash val="solid"/>
          </a:ln>
        </p:spPr>
      </p:sp>
      <p:sp>
        <p:nvSpPr>
          <p:cNvPr id="2570" name="03_assume_matched_7867">
            <a:extLst>
              <a:ext uri="{FF2B5EF4-FFF2-40B4-BE49-F238E27FC236}">
                <a16:creationId xmlns:a16="http://schemas.microsoft.com/office/drawing/2014/main" id="{4261654B-F45D-408E-A9A2-19924CEB5AD1}"/>
              </a:ext>
            </a:extLst>
          </p:cNvPr>
          <p:cNvSpPr>
            <a:spLocks noGrp="1"/>
          </p:cNvSpPr>
          <p:nvPr/>
        </p:nvSpPr>
        <p:spPr>
          <a:xfrm>
            <a:off x="5388527" y="4852127"/>
            <a:ext cx="28398" cy="28398"/>
          </a:xfrm>
          <a:prstGeom prst="ellipse">
            <a:avLst/>
          </a:prstGeom>
          <a:solidFill>
            <a:srgbClr val="7F8C97">
              <a:alpha val="48000"/>
            </a:srgbClr>
          </a:solidFill>
          <a:ln w="0">
            <a:noFill/>
            <a:prstDash val="solid"/>
          </a:ln>
        </p:spPr>
      </p:sp>
      <p:sp>
        <p:nvSpPr>
          <p:cNvPr id="2571" name="03_assume_matched_7868">
            <a:extLst>
              <a:ext uri="{FF2B5EF4-FFF2-40B4-BE49-F238E27FC236}">
                <a16:creationId xmlns:a16="http://schemas.microsoft.com/office/drawing/2014/main" id="{ED4765A7-C7A3-497C-8D1B-A061B0395855}"/>
              </a:ext>
            </a:extLst>
          </p:cNvPr>
          <p:cNvSpPr>
            <a:spLocks noGrp="1"/>
          </p:cNvSpPr>
          <p:nvPr/>
        </p:nvSpPr>
        <p:spPr>
          <a:xfrm>
            <a:off x="5293259" y="4852127"/>
            <a:ext cx="28398" cy="28398"/>
          </a:xfrm>
          <a:prstGeom prst="ellipse">
            <a:avLst/>
          </a:prstGeom>
          <a:solidFill>
            <a:srgbClr val="7F8C97">
              <a:alpha val="48000"/>
            </a:srgbClr>
          </a:solidFill>
          <a:ln w="0">
            <a:noFill/>
            <a:prstDash val="solid"/>
          </a:ln>
        </p:spPr>
      </p:sp>
      <p:sp>
        <p:nvSpPr>
          <p:cNvPr id="2572" name="03_assume_matched_7869">
            <a:extLst>
              <a:ext uri="{FF2B5EF4-FFF2-40B4-BE49-F238E27FC236}">
                <a16:creationId xmlns:a16="http://schemas.microsoft.com/office/drawing/2014/main" id="{5E477ABD-88DF-40EA-B770-FCA12795146F}"/>
              </a:ext>
            </a:extLst>
          </p:cNvPr>
          <p:cNvSpPr>
            <a:spLocks noGrp="1"/>
          </p:cNvSpPr>
          <p:nvPr/>
        </p:nvSpPr>
        <p:spPr>
          <a:xfrm>
            <a:off x="5323912" y="5436996"/>
            <a:ext cx="28398" cy="28398"/>
          </a:xfrm>
          <a:prstGeom prst="ellipse">
            <a:avLst/>
          </a:prstGeom>
          <a:solidFill>
            <a:srgbClr val="7F8C97">
              <a:alpha val="48000"/>
            </a:srgbClr>
          </a:solidFill>
          <a:ln w="0">
            <a:noFill/>
            <a:prstDash val="solid"/>
          </a:ln>
        </p:spPr>
      </p:sp>
      <p:sp>
        <p:nvSpPr>
          <p:cNvPr id="2573" name="03_assume_matched_7870">
            <a:extLst>
              <a:ext uri="{FF2B5EF4-FFF2-40B4-BE49-F238E27FC236}">
                <a16:creationId xmlns:a16="http://schemas.microsoft.com/office/drawing/2014/main" id="{8CBB32EF-BBF5-436F-91FB-C8743AAA048E}"/>
              </a:ext>
            </a:extLst>
          </p:cNvPr>
          <p:cNvSpPr>
            <a:spLocks noGrp="1"/>
          </p:cNvSpPr>
          <p:nvPr/>
        </p:nvSpPr>
        <p:spPr>
          <a:xfrm>
            <a:off x="5292971" y="5290779"/>
            <a:ext cx="28398" cy="28398"/>
          </a:xfrm>
          <a:prstGeom prst="ellipse">
            <a:avLst/>
          </a:prstGeom>
          <a:solidFill>
            <a:srgbClr val="7F8C97">
              <a:alpha val="48000"/>
            </a:srgbClr>
          </a:solidFill>
          <a:ln w="0">
            <a:noFill/>
            <a:prstDash val="solid"/>
          </a:ln>
        </p:spPr>
      </p:sp>
      <p:sp>
        <p:nvSpPr>
          <p:cNvPr id="2574" name="03_assume_matched_7871">
            <a:extLst>
              <a:ext uri="{FF2B5EF4-FFF2-40B4-BE49-F238E27FC236}">
                <a16:creationId xmlns:a16="http://schemas.microsoft.com/office/drawing/2014/main" id="{52079B49-FDAC-4E63-8CED-7DBDD864F541}"/>
              </a:ext>
            </a:extLst>
          </p:cNvPr>
          <p:cNvSpPr>
            <a:spLocks noGrp="1"/>
          </p:cNvSpPr>
          <p:nvPr/>
        </p:nvSpPr>
        <p:spPr>
          <a:xfrm>
            <a:off x="5374280" y="5144561"/>
            <a:ext cx="28398" cy="28398"/>
          </a:xfrm>
          <a:prstGeom prst="ellipse">
            <a:avLst/>
          </a:prstGeom>
          <a:solidFill>
            <a:srgbClr val="7F8C97">
              <a:alpha val="48000"/>
            </a:srgbClr>
          </a:solidFill>
          <a:ln w="0">
            <a:noFill/>
            <a:prstDash val="solid"/>
          </a:ln>
        </p:spPr>
      </p:sp>
      <p:sp>
        <p:nvSpPr>
          <p:cNvPr id="2575" name="03_assume_matched_7872">
            <a:extLst>
              <a:ext uri="{FF2B5EF4-FFF2-40B4-BE49-F238E27FC236}">
                <a16:creationId xmlns:a16="http://schemas.microsoft.com/office/drawing/2014/main" id="{3B2D5554-D478-49AC-8378-9B138F0B446F}"/>
              </a:ext>
            </a:extLst>
          </p:cNvPr>
          <p:cNvSpPr>
            <a:spLocks noGrp="1"/>
          </p:cNvSpPr>
          <p:nvPr/>
        </p:nvSpPr>
        <p:spPr>
          <a:xfrm>
            <a:off x="5355572" y="5144561"/>
            <a:ext cx="28398" cy="28398"/>
          </a:xfrm>
          <a:prstGeom prst="ellipse">
            <a:avLst/>
          </a:prstGeom>
          <a:solidFill>
            <a:srgbClr val="7F8C97">
              <a:alpha val="48000"/>
            </a:srgbClr>
          </a:solidFill>
          <a:ln w="0">
            <a:noFill/>
            <a:prstDash val="solid"/>
          </a:ln>
        </p:spPr>
      </p:sp>
      <p:sp>
        <p:nvSpPr>
          <p:cNvPr id="2576" name="03_assume_matched_7873">
            <a:extLst>
              <a:ext uri="{FF2B5EF4-FFF2-40B4-BE49-F238E27FC236}">
                <a16:creationId xmlns:a16="http://schemas.microsoft.com/office/drawing/2014/main" id="{E6B682E5-B8BD-4932-B329-307D4D8E9AA5}"/>
              </a:ext>
            </a:extLst>
          </p:cNvPr>
          <p:cNvSpPr>
            <a:spLocks noGrp="1"/>
          </p:cNvSpPr>
          <p:nvPr/>
        </p:nvSpPr>
        <p:spPr>
          <a:xfrm>
            <a:off x="5340318" y="4852127"/>
            <a:ext cx="28398" cy="28398"/>
          </a:xfrm>
          <a:prstGeom prst="ellipse">
            <a:avLst/>
          </a:prstGeom>
          <a:solidFill>
            <a:srgbClr val="7F8C97">
              <a:alpha val="48000"/>
            </a:srgbClr>
          </a:solidFill>
          <a:ln w="0">
            <a:noFill/>
            <a:prstDash val="solid"/>
          </a:ln>
        </p:spPr>
      </p:sp>
      <p:sp>
        <p:nvSpPr>
          <p:cNvPr id="2577" name="03_assume_matched_7874">
            <a:extLst>
              <a:ext uri="{FF2B5EF4-FFF2-40B4-BE49-F238E27FC236}">
                <a16:creationId xmlns:a16="http://schemas.microsoft.com/office/drawing/2014/main" id="{CE58D093-4802-4A54-BB18-663C18D4041A}"/>
              </a:ext>
            </a:extLst>
          </p:cNvPr>
          <p:cNvSpPr>
            <a:spLocks noGrp="1"/>
          </p:cNvSpPr>
          <p:nvPr/>
        </p:nvSpPr>
        <p:spPr>
          <a:xfrm>
            <a:off x="5326071" y="5436996"/>
            <a:ext cx="28398" cy="28398"/>
          </a:xfrm>
          <a:prstGeom prst="ellipse">
            <a:avLst/>
          </a:prstGeom>
          <a:solidFill>
            <a:srgbClr val="7F8C97">
              <a:alpha val="48000"/>
            </a:srgbClr>
          </a:solidFill>
          <a:ln w="0">
            <a:noFill/>
            <a:prstDash val="solid"/>
          </a:ln>
        </p:spPr>
      </p:sp>
      <p:sp>
        <p:nvSpPr>
          <p:cNvPr id="2578" name="03_assume_matched_7875">
            <a:extLst>
              <a:ext uri="{FF2B5EF4-FFF2-40B4-BE49-F238E27FC236}">
                <a16:creationId xmlns:a16="http://schemas.microsoft.com/office/drawing/2014/main" id="{B8EDC2A0-1770-44DE-83B0-F703027EF7B3}"/>
              </a:ext>
            </a:extLst>
          </p:cNvPr>
          <p:cNvSpPr>
            <a:spLocks noGrp="1"/>
          </p:cNvSpPr>
          <p:nvPr/>
        </p:nvSpPr>
        <p:spPr>
          <a:xfrm>
            <a:off x="5342476" y="4852127"/>
            <a:ext cx="28398" cy="28398"/>
          </a:xfrm>
          <a:prstGeom prst="ellipse">
            <a:avLst/>
          </a:prstGeom>
          <a:solidFill>
            <a:srgbClr val="7F8C97">
              <a:alpha val="48000"/>
            </a:srgbClr>
          </a:solidFill>
          <a:ln w="0">
            <a:noFill/>
            <a:prstDash val="solid"/>
          </a:ln>
        </p:spPr>
      </p:sp>
      <p:sp>
        <p:nvSpPr>
          <p:cNvPr id="2579" name="03_assume_matched_7876">
            <a:extLst>
              <a:ext uri="{FF2B5EF4-FFF2-40B4-BE49-F238E27FC236}">
                <a16:creationId xmlns:a16="http://schemas.microsoft.com/office/drawing/2014/main" id="{6869741D-FADA-414D-80AB-19B55FFAFF50}"/>
              </a:ext>
            </a:extLst>
          </p:cNvPr>
          <p:cNvSpPr>
            <a:spLocks noGrp="1"/>
          </p:cNvSpPr>
          <p:nvPr/>
        </p:nvSpPr>
        <p:spPr>
          <a:xfrm>
            <a:off x="5427670" y="5144561"/>
            <a:ext cx="28398" cy="28398"/>
          </a:xfrm>
          <a:prstGeom prst="ellipse">
            <a:avLst/>
          </a:prstGeom>
          <a:solidFill>
            <a:srgbClr val="7F8C97">
              <a:alpha val="48000"/>
            </a:srgbClr>
          </a:solidFill>
          <a:ln w="0">
            <a:noFill/>
            <a:prstDash val="solid"/>
          </a:ln>
        </p:spPr>
      </p:sp>
      <p:sp>
        <p:nvSpPr>
          <p:cNvPr id="2580" name="03_assume_matched_7877">
            <a:extLst>
              <a:ext uri="{FF2B5EF4-FFF2-40B4-BE49-F238E27FC236}">
                <a16:creationId xmlns:a16="http://schemas.microsoft.com/office/drawing/2014/main" id="{30C74FD0-FA03-4EC5-ACD7-77C9EA3DC97B}"/>
              </a:ext>
            </a:extLst>
          </p:cNvPr>
          <p:cNvSpPr>
            <a:spLocks noGrp="1"/>
          </p:cNvSpPr>
          <p:nvPr/>
        </p:nvSpPr>
        <p:spPr>
          <a:xfrm>
            <a:off x="5382627" y="4852127"/>
            <a:ext cx="28398" cy="28398"/>
          </a:xfrm>
          <a:prstGeom prst="ellipse">
            <a:avLst/>
          </a:prstGeom>
          <a:solidFill>
            <a:srgbClr val="7F8C97">
              <a:alpha val="48000"/>
            </a:srgbClr>
          </a:solidFill>
          <a:ln w="0">
            <a:noFill/>
            <a:prstDash val="solid"/>
          </a:ln>
        </p:spPr>
      </p:sp>
      <p:sp>
        <p:nvSpPr>
          <p:cNvPr id="2581" name="03_assume_matched_7878">
            <a:extLst>
              <a:ext uri="{FF2B5EF4-FFF2-40B4-BE49-F238E27FC236}">
                <a16:creationId xmlns:a16="http://schemas.microsoft.com/office/drawing/2014/main" id="{8ABA9BFB-9A66-440E-8DD0-23266C5C6A4A}"/>
              </a:ext>
            </a:extLst>
          </p:cNvPr>
          <p:cNvSpPr>
            <a:spLocks noGrp="1"/>
          </p:cNvSpPr>
          <p:nvPr/>
        </p:nvSpPr>
        <p:spPr>
          <a:xfrm>
            <a:off x="5392413" y="5372010"/>
            <a:ext cx="28398" cy="28398"/>
          </a:xfrm>
          <a:prstGeom prst="ellipse">
            <a:avLst/>
          </a:prstGeom>
          <a:solidFill>
            <a:srgbClr val="7F8C97">
              <a:alpha val="48000"/>
            </a:srgbClr>
          </a:solidFill>
          <a:ln w="0">
            <a:noFill/>
            <a:prstDash val="solid"/>
          </a:ln>
        </p:spPr>
      </p:sp>
      <p:sp>
        <p:nvSpPr>
          <p:cNvPr id="2582" name="03_assume_matched_7879">
            <a:extLst>
              <a:ext uri="{FF2B5EF4-FFF2-40B4-BE49-F238E27FC236}">
                <a16:creationId xmlns:a16="http://schemas.microsoft.com/office/drawing/2014/main" id="{F5505C33-C324-4333-BA5F-1A8109799C67}"/>
              </a:ext>
            </a:extLst>
          </p:cNvPr>
          <p:cNvSpPr>
            <a:spLocks noGrp="1"/>
          </p:cNvSpPr>
          <p:nvPr/>
        </p:nvSpPr>
        <p:spPr>
          <a:xfrm>
            <a:off x="5329237" y="5274532"/>
            <a:ext cx="28398" cy="28398"/>
          </a:xfrm>
          <a:prstGeom prst="ellipse">
            <a:avLst/>
          </a:prstGeom>
          <a:solidFill>
            <a:srgbClr val="7F8C97">
              <a:alpha val="48000"/>
            </a:srgbClr>
          </a:solidFill>
          <a:ln w="0">
            <a:noFill/>
            <a:prstDash val="solid"/>
          </a:ln>
        </p:spPr>
      </p:sp>
      <p:sp>
        <p:nvSpPr>
          <p:cNvPr id="2583" name="03_assume_matched_7880">
            <a:extLst>
              <a:ext uri="{FF2B5EF4-FFF2-40B4-BE49-F238E27FC236}">
                <a16:creationId xmlns:a16="http://schemas.microsoft.com/office/drawing/2014/main" id="{C7CCB7B5-BC0B-4383-894C-4208938BE89F}"/>
              </a:ext>
            </a:extLst>
          </p:cNvPr>
          <p:cNvSpPr>
            <a:spLocks noGrp="1"/>
          </p:cNvSpPr>
          <p:nvPr/>
        </p:nvSpPr>
        <p:spPr>
          <a:xfrm>
            <a:off x="5419611" y="5242040"/>
            <a:ext cx="28398" cy="28398"/>
          </a:xfrm>
          <a:prstGeom prst="ellipse">
            <a:avLst/>
          </a:prstGeom>
          <a:solidFill>
            <a:srgbClr val="7F8C97">
              <a:alpha val="48000"/>
            </a:srgbClr>
          </a:solidFill>
          <a:ln w="0">
            <a:noFill/>
            <a:prstDash val="solid"/>
          </a:ln>
        </p:spPr>
      </p:sp>
      <p:sp>
        <p:nvSpPr>
          <p:cNvPr id="2584" name="03_assume_matched_7881">
            <a:extLst>
              <a:ext uri="{FF2B5EF4-FFF2-40B4-BE49-F238E27FC236}">
                <a16:creationId xmlns:a16="http://schemas.microsoft.com/office/drawing/2014/main" id="{D3E3BF6E-79E2-4D7F-9C0E-22FAAEA706B6}"/>
              </a:ext>
            </a:extLst>
          </p:cNvPr>
          <p:cNvSpPr>
            <a:spLocks noGrp="1"/>
          </p:cNvSpPr>
          <p:nvPr/>
        </p:nvSpPr>
        <p:spPr>
          <a:xfrm>
            <a:off x="5392700" y="4852127"/>
            <a:ext cx="28398" cy="28398"/>
          </a:xfrm>
          <a:prstGeom prst="ellipse">
            <a:avLst/>
          </a:prstGeom>
          <a:solidFill>
            <a:srgbClr val="7F8C97">
              <a:alpha val="48000"/>
            </a:srgbClr>
          </a:solidFill>
          <a:ln w="0">
            <a:noFill/>
            <a:prstDash val="solid"/>
          </a:ln>
        </p:spPr>
      </p:sp>
      <p:sp>
        <p:nvSpPr>
          <p:cNvPr id="2585" name="03_assume_matched_7882">
            <a:extLst>
              <a:ext uri="{FF2B5EF4-FFF2-40B4-BE49-F238E27FC236}">
                <a16:creationId xmlns:a16="http://schemas.microsoft.com/office/drawing/2014/main" id="{7417FF8A-2D12-4F20-9A7E-C79B93C6A133}"/>
              </a:ext>
            </a:extLst>
          </p:cNvPr>
          <p:cNvSpPr>
            <a:spLocks noGrp="1"/>
          </p:cNvSpPr>
          <p:nvPr/>
        </p:nvSpPr>
        <p:spPr>
          <a:xfrm>
            <a:off x="5310528" y="5436996"/>
            <a:ext cx="28398" cy="28398"/>
          </a:xfrm>
          <a:prstGeom prst="ellipse">
            <a:avLst/>
          </a:prstGeom>
          <a:solidFill>
            <a:srgbClr val="7F8C97">
              <a:alpha val="48000"/>
            </a:srgbClr>
          </a:solidFill>
          <a:ln w="0">
            <a:noFill/>
            <a:prstDash val="solid"/>
          </a:ln>
        </p:spPr>
      </p:sp>
      <p:sp>
        <p:nvSpPr>
          <p:cNvPr id="2586" name="03_assume_matched_7883">
            <a:extLst>
              <a:ext uri="{FF2B5EF4-FFF2-40B4-BE49-F238E27FC236}">
                <a16:creationId xmlns:a16="http://schemas.microsoft.com/office/drawing/2014/main" id="{44B07828-4DAD-4BB3-BB9B-01D64246C607}"/>
              </a:ext>
            </a:extLst>
          </p:cNvPr>
          <p:cNvSpPr>
            <a:spLocks noGrp="1"/>
          </p:cNvSpPr>
          <p:nvPr/>
        </p:nvSpPr>
        <p:spPr>
          <a:xfrm>
            <a:off x="5317868" y="4852127"/>
            <a:ext cx="28398" cy="28398"/>
          </a:xfrm>
          <a:prstGeom prst="ellipse">
            <a:avLst/>
          </a:prstGeom>
          <a:solidFill>
            <a:srgbClr val="7F8C97">
              <a:alpha val="48000"/>
            </a:srgbClr>
          </a:solidFill>
          <a:ln w="0">
            <a:noFill/>
            <a:prstDash val="solid"/>
          </a:ln>
        </p:spPr>
      </p:sp>
      <p:sp>
        <p:nvSpPr>
          <p:cNvPr id="2587" name="03_assume_matched_7884">
            <a:extLst>
              <a:ext uri="{FF2B5EF4-FFF2-40B4-BE49-F238E27FC236}">
                <a16:creationId xmlns:a16="http://schemas.microsoft.com/office/drawing/2014/main" id="{95048647-8C93-4F14-977E-B31B7AED1EA9}"/>
              </a:ext>
            </a:extLst>
          </p:cNvPr>
          <p:cNvSpPr>
            <a:spLocks noGrp="1"/>
          </p:cNvSpPr>
          <p:nvPr/>
        </p:nvSpPr>
        <p:spPr>
          <a:xfrm>
            <a:off x="5329093" y="5242040"/>
            <a:ext cx="28398" cy="28398"/>
          </a:xfrm>
          <a:prstGeom prst="ellipse">
            <a:avLst/>
          </a:prstGeom>
          <a:solidFill>
            <a:srgbClr val="7F8C97">
              <a:alpha val="48000"/>
            </a:srgbClr>
          </a:solidFill>
          <a:ln w="0">
            <a:noFill/>
            <a:prstDash val="solid"/>
          </a:ln>
        </p:spPr>
      </p:sp>
      <p:sp>
        <p:nvSpPr>
          <p:cNvPr id="2588" name="03_assume_matched_7885">
            <a:extLst>
              <a:ext uri="{FF2B5EF4-FFF2-40B4-BE49-F238E27FC236}">
                <a16:creationId xmlns:a16="http://schemas.microsoft.com/office/drawing/2014/main" id="{FCDAC4E7-D23B-4E22-AEDA-41EECECD8A35}"/>
              </a:ext>
            </a:extLst>
          </p:cNvPr>
          <p:cNvSpPr>
            <a:spLocks noGrp="1"/>
          </p:cNvSpPr>
          <p:nvPr/>
        </p:nvSpPr>
        <p:spPr>
          <a:xfrm>
            <a:off x="5418460" y="5144561"/>
            <a:ext cx="28398" cy="28398"/>
          </a:xfrm>
          <a:prstGeom prst="ellipse">
            <a:avLst/>
          </a:prstGeom>
          <a:solidFill>
            <a:srgbClr val="7F8C97">
              <a:alpha val="48000"/>
            </a:srgbClr>
          </a:solidFill>
          <a:ln w="0">
            <a:noFill/>
            <a:prstDash val="solid"/>
          </a:ln>
        </p:spPr>
      </p:sp>
      <p:sp>
        <p:nvSpPr>
          <p:cNvPr id="2589" name="03_assume_matched_7886">
            <a:extLst>
              <a:ext uri="{FF2B5EF4-FFF2-40B4-BE49-F238E27FC236}">
                <a16:creationId xmlns:a16="http://schemas.microsoft.com/office/drawing/2014/main" id="{DCEA05AF-7E6E-44D6-B0F5-381EDBDC44CF}"/>
              </a:ext>
            </a:extLst>
          </p:cNvPr>
          <p:cNvSpPr>
            <a:spLocks noGrp="1"/>
          </p:cNvSpPr>
          <p:nvPr/>
        </p:nvSpPr>
        <p:spPr>
          <a:xfrm>
            <a:off x="5331395" y="4852127"/>
            <a:ext cx="28398" cy="28398"/>
          </a:xfrm>
          <a:prstGeom prst="ellipse">
            <a:avLst/>
          </a:prstGeom>
          <a:solidFill>
            <a:srgbClr val="7F8C97">
              <a:alpha val="48000"/>
            </a:srgbClr>
          </a:solidFill>
          <a:ln w="0">
            <a:noFill/>
            <a:prstDash val="solid"/>
          </a:ln>
        </p:spPr>
      </p:sp>
      <p:sp>
        <p:nvSpPr>
          <p:cNvPr id="2590" name="03_assume_matched_7887">
            <a:extLst>
              <a:ext uri="{FF2B5EF4-FFF2-40B4-BE49-F238E27FC236}">
                <a16:creationId xmlns:a16="http://schemas.microsoft.com/office/drawing/2014/main" id="{28AB3C3C-F522-4917-BA80-B97A07B274FE}"/>
              </a:ext>
            </a:extLst>
          </p:cNvPr>
          <p:cNvSpPr>
            <a:spLocks noGrp="1"/>
          </p:cNvSpPr>
          <p:nvPr/>
        </p:nvSpPr>
        <p:spPr>
          <a:xfrm>
            <a:off x="5410401" y="5177054"/>
            <a:ext cx="28398" cy="28398"/>
          </a:xfrm>
          <a:prstGeom prst="ellipse">
            <a:avLst/>
          </a:prstGeom>
          <a:solidFill>
            <a:srgbClr val="7F8C97">
              <a:alpha val="48000"/>
            </a:srgbClr>
          </a:solidFill>
          <a:ln w="0">
            <a:noFill/>
            <a:prstDash val="solid"/>
          </a:ln>
        </p:spPr>
      </p:sp>
      <p:sp>
        <p:nvSpPr>
          <p:cNvPr id="2591" name="03_assume_matched_7888">
            <a:extLst>
              <a:ext uri="{FF2B5EF4-FFF2-40B4-BE49-F238E27FC236}">
                <a16:creationId xmlns:a16="http://schemas.microsoft.com/office/drawing/2014/main" id="{E163865E-F2D0-449D-AECC-6C6C8133254A}"/>
              </a:ext>
            </a:extLst>
          </p:cNvPr>
          <p:cNvSpPr>
            <a:spLocks noGrp="1"/>
          </p:cNvSpPr>
          <p:nvPr/>
        </p:nvSpPr>
        <p:spPr>
          <a:xfrm>
            <a:off x="5411552" y="4852127"/>
            <a:ext cx="28398" cy="28398"/>
          </a:xfrm>
          <a:prstGeom prst="ellipse">
            <a:avLst/>
          </a:prstGeom>
          <a:solidFill>
            <a:srgbClr val="7F8C97">
              <a:alpha val="48000"/>
            </a:srgbClr>
          </a:solidFill>
          <a:ln w="0">
            <a:noFill/>
            <a:prstDash val="solid"/>
          </a:ln>
        </p:spPr>
      </p:sp>
      <p:sp>
        <p:nvSpPr>
          <p:cNvPr id="2592" name="03_assume_matched_7889">
            <a:extLst>
              <a:ext uri="{FF2B5EF4-FFF2-40B4-BE49-F238E27FC236}">
                <a16:creationId xmlns:a16="http://schemas.microsoft.com/office/drawing/2014/main" id="{3ACCFE6C-4021-468C-AF2F-E984545850E9}"/>
              </a:ext>
            </a:extLst>
          </p:cNvPr>
          <p:cNvSpPr>
            <a:spLocks noGrp="1"/>
          </p:cNvSpPr>
          <p:nvPr/>
        </p:nvSpPr>
        <p:spPr>
          <a:xfrm>
            <a:off x="5415294" y="5436996"/>
            <a:ext cx="28398" cy="28398"/>
          </a:xfrm>
          <a:prstGeom prst="ellipse">
            <a:avLst/>
          </a:prstGeom>
          <a:solidFill>
            <a:srgbClr val="7F8C97">
              <a:alpha val="48000"/>
            </a:srgbClr>
          </a:solidFill>
          <a:ln w="0">
            <a:noFill/>
            <a:prstDash val="solid"/>
          </a:ln>
        </p:spPr>
      </p:sp>
      <p:sp>
        <p:nvSpPr>
          <p:cNvPr id="2593" name="03_assume_matched_7890">
            <a:extLst>
              <a:ext uri="{FF2B5EF4-FFF2-40B4-BE49-F238E27FC236}">
                <a16:creationId xmlns:a16="http://schemas.microsoft.com/office/drawing/2014/main" id="{40A89821-96DC-4AF4-9DCF-09CA511667FA}"/>
              </a:ext>
            </a:extLst>
          </p:cNvPr>
          <p:cNvSpPr>
            <a:spLocks noGrp="1"/>
          </p:cNvSpPr>
          <p:nvPr/>
        </p:nvSpPr>
        <p:spPr>
          <a:xfrm>
            <a:off x="5332546" y="5242040"/>
            <a:ext cx="28398" cy="28398"/>
          </a:xfrm>
          <a:prstGeom prst="ellipse">
            <a:avLst/>
          </a:prstGeom>
          <a:solidFill>
            <a:srgbClr val="7F8C97">
              <a:alpha val="48000"/>
            </a:srgbClr>
          </a:solidFill>
          <a:ln w="0">
            <a:noFill/>
            <a:prstDash val="solid"/>
          </a:ln>
        </p:spPr>
      </p:sp>
      <p:sp>
        <p:nvSpPr>
          <p:cNvPr id="2594" name="03_assume_matched_7891">
            <a:extLst>
              <a:ext uri="{FF2B5EF4-FFF2-40B4-BE49-F238E27FC236}">
                <a16:creationId xmlns:a16="http://schemas.microsoft.com/office/drawing/2014/main" id="{D3C70E6C-6E8A-4740-B863-A42852B23324}"/>
              </a:ext>
            </a:extLst>
          </p:cNvPr>
          <p:cNvSpPr>
            <a:spLocks noGrp="1"/>
          </p:cNvSpPr>
          <p:nvPr/>
        </p:nvSpPr>
        <p:spPr>
          <a:xfrm>
            <a:off x="5310816" y="4852127"/>
            <a:ext cx="28398" cy="28398"/>
          </a:xfrm>
          <a:prstGeom prst="ellipse">
            <a:avLst/>
          </a:prstGeom>
          <a:solidFill>
            <a:srgbClr val="7F8C97">
              <a:alpha val="48000"/>
            </a:srgbClr>
          </a:solidFill>
          <a:ln w="0">
            <a:noFill/>
            <a:prstDash val="solid"/>
          </a:ln>
        </p:spPr>
      </p:sp>
      <p:sp>
        <p:nvSpPr>
          <p:cNvPr id="2595" name="03_assume_matched_7892">
            <a:extLst>
              <a:ext uri="{FF2B5EF4-FFF2-40B4-BE49-F238E27FC236}">
                <a16:creationId xmlns:a16="http://schemas.microsoft.com/office/drawing/2014/main" id="{0392BAD7-F717-4694-BA5C-3A5701E5A9D5}"/>
              </a:ext>
            </a:extLst>
          </p:cNvPr>
          <p:cNvSpPr>
            <a:spLocks noGrp="1"/>
          </p:cNvSpPr>
          <p:nvPr/>
        </p:nvSpPr>
        <p:spPr>
          <a:xfrm>
            <a:off x="5394571" y="5436996"/>
            <a:ext cx="28398" cy="28398"/>
          </a:xfrm>
          <a:prstGeom prst="ellipse">
            <a:avLst/>
          </a:prstGeom>
          <a:solidFill>
            <a:srgbClr val="7F8C97">
              <a:alpha val="48000"/>
            </a:srgbClr>
          </a:solidFill>
          <a:ln w="0">
            <a:noFill/>
            <a:prstDash val="solid"/>
          </a:ln>
        </p:spPr>
      </p:sp>
      <p:sp>
        <p:nvSpPr>
          <p:cNvPr id="2596" name="03_assume_matched_7893">
            <a:extLst>
              <a:ext uri="{FF2B5EF4-FFF2-40B4-BE49-F238E27FC236}">
                <a16:creationId xmlns:a16="http://schemas.microsoft.com/office/drawing/2014/main" id="{A5B12A51-4AB5-49D5-98DA-7A15293483A5}"/>
              </a:ext>
            </a:extLst>
          </p:cNvPr>
          <p:cNvSpPr>
            <a:spLocks noGrp="1"/>
          </p:cNvSpPr>
          <p:nvPr/>
        </p:nvSpPr>
        <p:spPr>
          <a:xfrm>
            <a:off x="5304052" y="4852127"/>
            <a:ext cx="28398" cy="28398"/>
          </a:xfrm>
          <a:prstGeom prst="ellipse">
            <a:avLst/>
          </a:prstGeom>
          <a:solidFill>
            <a:srgbClr val="7F8C97">
              <a:alpha val="48000"/>
            </a:srgbClr>
          </a:solidFill>
          <a:ln w="0">
            <a:noFill/>
            <a:prstDash val="solid"/>
          </a:ln>
        </p:spPr>
      </p:sp>
      <p:sp>
        <p:nvSpPr>
          <p:cNvPr id="2597" name="03_assume_matched_7894">
            <a:extLst>
              <a:ext uri="{FF2B5EF4-FFF2-40B4-BE49-F238E27FC236}">
                <a16:creationId xmlns:a16="http://schemas.microsoft.com/office/drawing/2014/main" id="{F9F99FDC-6747-438E-AC7C-953C77C2485A}"/>
              </a:ext>
            </a:extLst>
          </p:cNvPr>
          <p:cNvSpPr>
            <a:spLocks noGrp="1"/>
          </p:cNvSpPr>
          <p:nvPr/>
        </p:nvSpPr>
        <p:spPr>
          <a:xfrm>
            <a:off x="5398169" y="4852127"/>
            <a:ext cx="28398" cy="28398"/>
          </a:xfrm>
          <a:prstGeom prst="ellipse">
            <a:avLst/>
          </a:prstGeom>
          <a:solidFill>
            <a:srgbClr val="7F8C97">
              <a:alpha val="48000"/>
            </a:srgbClr>
          </a:solidFill>
          <a:ln w="0">
            <a:noFill/>
            <a:prstDash val="solid"/>
          </a:ln>
        </p:spPr>
      </p:sp>
      <p:sp>
        <p:nvSpPr>
          <p:cNvPr id="2598" name="03_assume_matched_7895">
            <a:extLst>
              <a:ext uri="{FF2B5EF4-FFF2-40B4-BE49-F238E27FC236}">
                <a16:creationId xmlns:a16="http://schemas.microsoft.com/office/drawing/2014/main" id="{E6150BE7-9420-46E5-9016-01304A1336FF}"/>
              </a:ext>
            </a:extLst>
          </p:cNvPr>
          <p:cNvSpPr>
            <a:spLocks noGrp="1"/>
          </p:cNvSpPr>
          <p:nvPr/>
        </p:nvSpPr>
        <p:spPr>
          <a:xfrm>
            <a:off x="5305348" y="5436996"/>
            <a:ext cx="28398" cy="28398"/>
          </a:xfrm>
          <a:prstGeom prst="ellipse">
            <a:avLst/>
          </a:prstGeom>
          <a:solidFill>
            <a:srgbClr val="7F8C97">
              <a:alpha val="48000"/>
            </a:srgbClr>
          </a:solidFill>
          <a:ln w="0">
            <a:noFill/>
            <a:prstDash val="solid"/>
          </a:ln>
        </p:spPr>
      </p:sp>
      <p:sp>
        <p:nvSpPr>
          <p:cNvPr id="2599" name="03_assume_matched_7896">
            <a:extLst>
              <a:ext uri="{FF2B5EF4-FFF2-40B4-BE49-F238E27FC236}">
                <a16:creationId xmlns:a16="http://schemas.microsoft.com/office/drawing/2014/main" id="{E0EB6F2B-818B-4BCA-9D1E-8C300C0897F8}"/>
              </a:ext>
            </a:extLst>
          </p:cNvPr>
          <p:cNvSpPr>
            <a:spLocks noGrp="1"/>
          </p:cNvSpPr>
          <p:nvPr/>
        </p:nvSpPr>
        <p:spPr>
          <a:xfrm>
            <a:off x="5425799" y="4852127"/>
            <a:ext cx="28398" cy="28398"/>
          </a:xfrm>
          <a:prstGeom prst="ellipse">
            <a:avLst/>
          </a:prstGeom>
          <a:solidFill>
            <a:srgbClr val="7F8C97">
              <a:alpha val="48000"/>
            </a:srgbClr>
          </a:solidFill>
          <a:ln w="0">
            <a:noFill/>
            <a:prstDash val="solid"/>
          </a:ln>
        </p:spPr>
      </p:sp>
      <p:sp>
        <p:nvSpPr>
          <p:cNvPr id="2600" name="03_assume_matched_7897">
            <a:extLst>
              <a:ext uri="{FF2B5EF4-FFF2-40B4-BE49-F238E27FC236}">
                <a16:creationId xmlns:a16="http://schemas.microsoft.com/office/drawing/2014/main" id="{A860E767-8762-4C49-A5E8-0B1492110D07}"/>
              </a:ext>
            </a:extLst>
          </p:cNvPr>
          <p:cNvSpPr>
            <a:spLocks noGrp="1"/>
          </p:cNvSpPr>
          <p:nvPr/>
        </p:nvSpPr>
        <p:spPr>
          <a:xfrm>
            <a:off x="5403781" y="4852127"/>
            <a:ext cx="28398" cy="28398"/>
          </a:xfrm>
          <a:prstGeom prst="ellipse">
            <a:avLst/>
          </a:prstGeom>
          <a:solidFill>
            <a:srgbClr val="7F8C97">
              <a:alpha val="48000"/>
            </a:srgbClr>
          </a:solidFill>
          <a:ln w="0">
            <a:noFill/>
            <a:prstDash val="solid"/>
          </a:ln>
        </p:spPr>
      </p:sp>
      <p:sp>
        <p:nvSpPr>
          <p:cNvPr id="2601" name="03_assume_matched_7898">
            <a:extLst>
              <a:ext uri="{FF2B5EF4-FFF2-40B4-BE49-F238E27FC236}">
                <a16:creationId xmlns:a16="http://schemas.microsoft.com/office/drawing/2014/main" id="{2B17539D-B4D5-4A9D-9684-9B22A618E353}"/>
              </a:ext>
            </a:extLst>
          </p:cNvPr>
          <p:cNvSpPr>
            <a:spLocks noGrp="1"/>
          </p:cNvSpPr>
          <p:nvPr/>
        </p:nvSpPr>
        <p:spPr>
          <a:xfrm>
            <a:off x="5351686" y="4852127"/>
            <a:ext cx="28398" cy="28398"/>
          </a:xfrm>
          <a:prstGeom prst="ellipse">
            <a:avLst/>
          </a:prstGeom>
          <a:solidFill>
            <a:srgbClr val="7F8C97">
              <a:alpha val="48000"/>
            </a:srgbClr>
          </a:solidFill>
          <a:ln w="0">
            <a:noFill/>
            <a:prstDash val="solid"/>
          </a:ln>
        </p:spPr>
      </p:sp>
      <p:sp>
        <p:nvSpPr>
          <p:cNvPr id="2602" name="03_assume_matched_7899">
            <a:extLst>
              <a:ext uri="{FF2B5EF4-FFF2-40B4-BE49-F238E27FC236}">
                <a16:creationId xmlns:a16="http://schemas.microsoft.com/office/drawing/2014/main" id="{A272DE9B-6A2D-4A5D-840E-38CC571178E1}"/>
              </a:ext>
            </a:extLst>
          </p:cNvPr>
          <p:cNvSpPr>
            <a:spLocks noGrp="1"/>
          </p:cNvSpPr>
          <p:nvPr/>
        </p:nvSpPr>
        <p:spPr>
          <a:xfrm>
            <a:off x="5327366" y="4852127"/>
            <a:ext cx="28398" cy="28398"/>
          </a:xfrm>
          <a:prstGeom prst="ellipse">
            <a:avLst/>
          </a:prstGeom>
          <a:solidFill>
            <a:srgbClr val="7F8C97">
              <a:alpha val="48000"/>
            </a:srgbClr>
          </a:solidFill>
          <a:ln w="0">
            <a:noFill/>
            <a:prstDash val="solid"/>
          </a:ln>
        </p:spPr>
      </p:sp>
      <p:sp>
        <p:nvSpPr>
          <p:cNvPr id="2603" name="03_assume_matched_7900">
            <a:extLst>
              <a:ext uri="{FF2B5EF4-FFF2-40B4-BE49-F238E27FC236}">
                <a16:creationId xmlns:a16="http://schemas.microsoft.com/office/drawing/2014/main" id="{10E0D546-36B5-4516-882C-1DCAC063C11C}"/>
              </a:ext>
            </a:extLst>
          </p:cNvPr>
          <p:cNvSpPr>
            <a:spLocks noGrp="1"/>
          </p:cNvSpPr>
          <p:nvPr/>
        </p:nvSpPr>
        <p:spPr>
          <a:xfrm>
            <a:off x="5429829" y="5436996"/>
            <a:ext cx="28398" cy="28398"/>
          </a:xfrm>
          <a:prstGeom prst="ellipse">
            <a:avLst/>
          </a:prstGeom>
          <a:solidFill>
            <a:srgbClr val="7F8C97">
              <a:alpha val="48000"/>
            </a:srgbClr>
          </a:solidFill>
          <a:ln w="0">
            <a:noFill/>
            <a:prstDash val="solid"/>
          </a:ln>
        </p:spPr>
      </p:sp>
      <p:sp>
        <p:nvSpPr>
          <p:cNvPr id="2604" name="03_assume_matched_7901">
            <a:extLst>
              <a:ext uri="{FF2B5EF4-FFF2-40B4-BE49-F238E27FC236}">
                <a16:creationId xmlns:a16="http://schemas.microsoft.com/office/drawing/2014/main" id="{0E796442-173B-4B37-9760-1BA730AD932A}"/>
              </a:ext>
            </a:extLst>
          </p:cNvPr>
          <p:cNvSpPr>
            <a:spLocks noGrp="1"/>
          </p:cNvSpPr>
          <p:nvPr/>
        </p:nvSpPr>
        <p:spPr>
          <a:xfrm>
            <a:off x="5377590" y="5436996"/>
            <a:ext cx="28398" cy="28398"/>
          </a:xfrm>
          <a:prstGeom prst="ellipse">
            <a:avLst/>
          </a:prstGeom>
          <a:solidFill>
            <a:srgbClr val="7F8C97">
              <a:alpha val="48000"/>
            </a:srgbClr>
          </a:solidFill>
          <a:ln w="0">
            <a:noFill/>
            <a:prstDash val="solid"/>
          </a:ln>
        </p:spPr>
      </p:sp>
      <p:sp>
        <p:nvSpPr>
          <p:cNvPr id="2605" name="03_assume_matched_7902">
            <a:extLst>
              <a:ext uri="{FF2B5EF4-FFF2-40B4-BE49-F238E27FC236}">
                <a16:creationId xmlns:a16="http://schemas.microsoft.com/office/drawing/2014/main" id="{03ADA074-3281-4ABA-BD58-CE9AC6D854CE}"/>
              </a:ext>
            </a:extLst>
          </p:cNvPr>
          <p:cNvSpPr>
            <a:spLocks noGrp="1"/>
          </p:cNvSpPr>
          <p:nvPr/>
        </p:nvSpPr>
        <p:spPr>
          <a:xfrm>
            <a:off x="5410401" y="5436996"/>
            <a:ext cx="28398" cy="28398"/>
          </a:xfrm>
          <a:prstGeom prst="ellipse">
            <a:avLst/>
          </a:prstGeom>
          <a:solidFill>
            <a:srgbClr val="7F8C97">
              <a:alpha val="48000"/>
            </a:srgbClr>
          </a:solidFill>
          <a:ln w="0">
            <a:noFill/>
            <a:prstDash val="solid"/>
          </a:ln>
        </p:spPr>
      </p:sp>
      <p:sp>
        <p:nvSpPr>
          <p:cNvPr id="2606" name="03_assume_matched_7903">
            <a:extLst>
              <a:ext uri="{FF2B5EF4-FFF2-40B4-BE49-F238E27FC236}">
                <a16:creationId xmlns:a16="http://schemas.microsoft.com/office/drawing/2014/main" id="{7B03C44D-5312-4329-B3BB-FA52BD5831D8}"/>
              </a:ext>
            </a:extLst>
          </p:cNvPr>
          <p:cNvSpPr>
            <a:spLocks noGrp="1"/>
          </p:cNvSpPr>
          <p:nvPr/>
        </p:nvSpPr>
        <p:spPr>
          <a:xfrm>
            <a:off x="5309521" y="4852127"/>
            <a:ext cx="28398" cy="28398"/>
          </a:xfrm>
          <a:prstGeom prst="ellipse">
            <a:avLst/>
          </a:prstGeom>
          <a:solidFill>
            <a:srgbClr val="7F8C97">
              <a:alpha val="48000"/>
            </a:srgbClr>
          </a:solidFill>
          <a:ln w="0">
            <a:noFill/>
            <a:prstDash val="solid"/>
          </a:ln>
        </p:spPr>
      </p:sp>
      <p:sp>
        <p:nvSpPr>
          <p:cNvPr id="2607" name="03_assume_matched_7904">
            <a:extLst>
              <a:ext uri="{FF2B5EF4-FFF2-40B4-BE49-F238E27FC236}">
                <a16:creationId xmlns:a16="http://schemas.microsoft.com/office/drawing/2014/main" id="{BF7416C4-7AA8-4E4F-B2F8-60492C5CFB79}"/>
              </a:ext>
            </a:extLst>
          </p:cNvPr>
          <p:cNvSpPr>
            <a:spLocks noGrp="1"/>
          </p:cNvSpPr>
          <p:nvPr/>
        </p:nvSpPr>
        <p:spPr>
          <a:xfrm>
            <a:off x="5401479" y="5144561"/>
            <a:ext cx="28398" cy="28398"/>
          </a:xfrm>
          <a:prstGeom prst="ellipse">
            <a:avLst/>
          </a:prstGeom>
          <a:solidFill>
            <a:srgbClr val="7F8C97">
              <a:alpha val="48000"/>
            </a:srgbClr>
          </a:solidFill>
          <a:ln w="0">
            <a:noFill/>
            <a:prstDash val="solid"/>
          </a:ln>
        </p:spPr>
      </p:sp>
      <p:sp>
        <p:nvSpPr>
          <p:cNvPr id="2608" name="03_assume_matched_7905">
            <a:extLst>
              <a:ext uri="{FF2B5EF4-FFF2-40B4-BE49-F238E27FC236}">
                <a16:creationId xmlns:a16="http://schemas.microsoft.com/office/drawing/2014/main" id="{F28237E0-36C7-4857-8BB2-BE5A75F3B1BD}"/>
              </a:ext>
            </a:extLst>
          </p:cNvPr>
          <p:cNvSpPr>
            <a:spLocks noGrp="1"/>
          </p:cNvSpPr>
          <p:nvPr/>
        </p:nvSpPr>
        <p:spPr>
          <a:xfrm>
            <a:off x="5380612" y="5047083"/>
            <a:ext cx="28398" cy="28398"/>
          </a:xfrm>
          <a:prstGeom prst="ellipse">
            <a:avLst/>
          </a:prstGeom>
          <a:solidFill>
            <a:srgbClr val="7F8C97">
              <a:alpha val="48000"/>
            </a:srgbClr>
          </a:solidFill>
          <a:ln w="0">
            <a:noFill/>
            <a:prstDash val="solid"/>
          </a:ln>
        </p:spPr>
      </p:sp>
      <p:sp>
        <p:nvSpPr>
          <p:cNvPr id="2609" name="03_assume_matched_7906">
            <a:extLst>
              <a:ext uri="{FF2B5EF4-FFF2-40B4-BE49-F238E27FC236}">
                <a16:creationId xmlns:a16="http://schemas.microsoft.com/office/drawing/2014/main" id="{587FBA9C-A414-4F15-94C9-0FA0447D98A5}"/>
              </a:ext>
            </a:extLst>
          </p:cNvPr>
          <p:cNvSpPr>
            <a:spLocks noGrp="1"/>
          </p:cNvSpPr>
          <p:nvPr/>
        </p:nvSpPr>
        <p:spPr>
          <a:xfrm>
            <a:off x="5289230" y="4852127"/>
            <a:ext cx="28398" cy="28398"/>
          </a:xfrm>
          <a:prstGeom prst="ellipse">
            <a:avLst/>
          </a:prstGeom>
          <a:solidFill>
            <a:srgbClr val="7F8C97">
              <a:alpha val="48000"/>
            </a:srgbClr>
          </a:solidFill>
          <a:ln w="0">
            <a:noFill/>
            <a:prstDash val="solid"/>
          </a:ln>
        </p:spPr>
      </p:sp>
      <p:sp>
        <p:nvSpPr>
          <p:cNvPr id="2610" name="03_assume_matched_7907">
            <a:extLst>
              <a:ext uri="{FF2B5EF4-FFF2-40B4-BE49-F238E27FC236}">
                <a16:creationId xmlns:a16="http://schemas.microsoft.com/office/drawing/2014/main" id="{EDB9BC84-9FB3-4CFE-A020-252655189C32}"/>
              </a:ext>
            </a:extLst>
          </p:cNvPr>
          <p:cNvSpPr>
            <a:spLocks noGrp="1"/>
          </p:cNvSpPr>
          <p:nvPr/>
        </p:nvSpPr>
        <p:spPr>
          <a:xfrm>
            <a:off x="5348520" y="5436996"/>
            <a:ext cx="28398" cy="28398"/>
          </a:xfrm>
          <a:prstGeom prst="ellipse">
            <a:avLst/>
          </a:prstGeom>
          <a:solidFill>
            <a:srgbClr val="7F8C97">
              <a:alpha val="48000"/>
            </a:srgbClr>
          </a:solidFill>
          <a:ln w="0">
            <a:noFill/>
            <a:prstDash val="solid"/>
          </a:ln>
        </p:spPr>
      </p:sp>
      <p:sp>
        <p:nvSpPr>
          <p:cNvPr id="2611" name="03_assume_matched_7908">
            <a:extLst>
              <a:ext uri="{FF2B5EF4-FFF2-40B4-BE49-F238E27FC236}">
                <a16:creationId xmlns:a16="http://schemas.microsoft.com/office/drawing/2014/main" id="{A8C4BE76-FFE5-42A5-BAF6-2E222F8A1C6C}"/>
              </a:ext>
            </a:extLst>
          </p:cNvPr>
          <p:cNvSpPr>
            <a:spLocks noGrp="1"/>
          </p:cNvSpPr>
          <p:nvPr/>
        </p:nvSpPr>
        <p:spPr>
          <a:xfrm>
            <a:off x="5330676" y="5436996"/>
            <a:ext cx="28398" cy="28398"/>
          </a:xfrm>
          <a:prstGeom prst="ellipse">
            <a:avLst/>
          </a:prstGeom>
          <a:solidFill>
            <a:srgbClr val="7F8C97">
              <a:alpha val="48000"/>
            </a:srgbClr>
          </a:solidFill>
          <a:ln w="0">
            <a:noFill/>
            <a:prstDash val="solid"/>
          </a:ln>
        </p:spPr>
      </p:sp>
      <p:sp>
        <p:nvSpPr>
          <p:cNvPr id="2612" name="03_assume_matched_7909">
            <a:extLst>
              <a:ext uri="{FF2B5EF4-FFF2-40B4-BE49-F238E27FC236}">
                <a16:creationId xmlns:a16="http://schemas.microsoft.com/office/drawing/2014/main" id="{063E10F8-53EE-498D-9DF2-9E19E17BAAC4}"/>
              </a:ext>
            </a:extLst>
          </p:cNvPr>
          <p:cNvSpPr>
            <a:spLocks noGrp="1"/>
          </p:cNvSpPr>
          <p:nvPr/>
        </p:nvSpPr>
        <p:spPr>
          <a:xfrm>
            <a:off x="5362911" y="4852127"/>
            <a:ext cx="28398" cy="28398"/>
          </a:xfrm>
          <a:prstGeom prst="ellipse">
            <a:avLst/>
          </a:prstGeom>
          <a:solidFill>
            <a:srgbClr val="7F8C97">
              <a:alpha val="48000"/>
            </a:srgbClr>
          </a:solidFill>
          <a:ln w="0">
            <a:noFill/>
            <a:prstDash val="solid"/>
          </a:ln>
        </p:spPr>
      </p:sp>
      <p:sp>
        <p:nvSpPr>
          <p:cNvPr id="2613" name="03_assume_matched_7910">
            <a:extLst>
              <a:ext uri="{FF2B5EF4-FFF2-40B4-BE49-F238E27FC236}">
                <a16:creationId xmlns:a16="http://schemas.microsoft.com/office/drawing/2014/main" id="{8BC9E037-D21F-498B-870F-3DDAD3EB6EC3}"/>
              </a:ext>
            </a:extLst>
          </p:cNvPr>
          <p:cNvSpPr>
            <a:spLocks noGrp="1"/>
          </p:cNvSpPr>
          <p:nvPr/>
        </p:nvSpPr>
        <p:spPr>
          <a:xfrm>
            <a:off x="5344779" y="5388257"/>
            <a:ext cx="28398" cy="28398"/>
          </a:xfrm>
          <a:prstGeom prst="ellipse">
            <a:avLst/>
          </a:prstGeom>
          <a:solidFill>
            <a:srgbClr val="7F8C97">
              <a:alpha val="48000"/>
            </a:srgbClr>
          </a:solidFill>
          <a:ln w="0">
            <a:noFill/>
            <a:prstDash val="solid"/>
          </a:ln>
        </p:spPr>
      </p:sp>
      <p:sp>
        <p:nvSpPr>
          <p:cNvPr id="2614" name="03_assume_matched_7911">
            <a:extLst>
              <a:ext uri="{FF2B5EF4-FFF2-40B4-BE49-F238E27FC236}">
                <a16:creationId xmlns:a16="http://schemas.microsoft.com/office/drawing/2014/main" id="{EEB0FEE0-258A-4FDF-8EBC-06E5FE55B739}"/>
              </a:ext>
            </a:extLst>
          </p:cNvPr>
          <p:cNvSpPr>
            <a:spLocks noGrp="1"/>
          </p:cNvSpPr>
          <p:nvPr/>
        </p:nvSpPr>
        <p:spPr>
          <a:xfrm>
            <a:off x="5406947" y="5290779"/>
            <a:ext cx="28398" cy="28398"/>
          </a:xfrm>
          <a:prstGeom prst="ellipse">
            <a:avLst/>
          </a:prstGeom>
          <a:solidFill>
            <a:srgbClr val="7F8C97">
              <a:alpha val="48000"/>
            </a:srgbClr>
          </a:solidFill>
          <a:ln w="0">
            <a:noFill/>
            <a:prstDash val="solid"/>
          </a:ln>
        </p:spPr>
      </p:sp>
      <p:sp>
        <p:nvSpPr>
          <p:cNvPr id="2615" name="03_assume_matched_7912">
            <a:extLst>
              <a:ext uri="{FF2B5EF4-FFF2-40B4-BE49-F238E27FC236}">
                <a16:creationId xmlns:a16="http://schemas.microsoft.com/office/drawing/2014/main" id="{D8E03BF8-2406-458D-A9AD-B7427390E412}"/>
              </a:ext>
            </a:extLst>
          </p:cNvPr>
          <p:cNvSpPr>
            <a:spLocks noGrp="1"/>
          </p:cNvSpPr>
          <p:nvPr/>
        </p:nvSpPr>
        <p:spPr>
          <a:xfrm>
            <a:off x="5305060" y="4852127"/>
            <a:ext cx="28398" cy="28398"/>
          </a:xfrm>
          <a:prstGeom prst="ellipse">
            <a:avLst/>
          </a:prstGeom>
          <a:solidFill>
            <a:srgbClr val="7F8C97">
              <a:alpha val="48000"/>
            </a:srgbClr>
          </a:solidFill>
          <a:ln w="0">
            <a:noFill/>
            <a:prstDash val="solid"/>
          </a:ln>
        </p:spPr>
      </p:sp>
      <p:sp>
        <p:nvSpPr>
          <p:cNvPr id="2616" name="03_assume_matched_7913">
            <a:extLst>
              <a:ext uri="{FF2B5EF4-FFF2-40B4-BE49-F238E27FC236}">
                <a16:creationId xmlns:a16="http://schemas.microsoft.com/office/drawing/2014/main" id="{10278C8D-F233-4CFF-9880-B4BEC5811DFE}"/>
              </a:ext>
            </a:extLst>
          </p:cNvPr>
          <p:cNvSpPr>
            <a:spLocks noGrp="1"/>
          </p:cNvSpPr>
          <p:nvPr/>
        </p:nvSpPr>
        <p:spPr>
          <a:xfrm>
            <a:off x="5311680" y="4852127"/>
            <a:ext cx="28398" cy="28398"/>
          </a:xfrm>
          <a:prstGeom prst="ellipse">
            <a:avLst/>
          </a:prstGeom>
          <a:solidFill>
            <a:srgbClr val="7F8C97">
              <a:alpha val="48000"/>
            </a:srgbClr>
          </a:solidFill>
          <a:ln w="0">
            <a:noFill/>
            <a:prstDash val="solid"/>
          </a:ln>
        </p:spPr>
      </p:sp>
      <p:sp>
        <p:nvSpPr>
          <p:cNvPr id="2617" name="03_assume_matched_7914">
            <a:extLst>
              <a:ext uri="{FF2B5EF4-FFF2-40B4-BE49-F238E27FC236}">
                <a16:creationId xmlns:a16="http://schemas.microsoft.com/office/drawing/2014/main" id="{4402984E-57DE-4F61-B538-EAF5615323C0}"/>
              </a:ext>
            </a:extLst>
          </p:cNvPr>
          <p:cNvSpPr>
            <a:spLocks noGrp="1"/>
          </p:cNvSpPr>
          <p:nvPr/>
        </p:nvSpPr>
        <p:spPr>
          <a:xfrm>
            <a:off x="5371546" y="4852127"/>
            <a:ext cx="28398" cy="28398"/>
          </a:xfrm>
          <a:prstGeom prst="ellipse">
            <a:avLst/>
          </a:prstGeom>
          <a:solidFill>
            <a:srgbClr val="7F8C97">
              <a:alpha val="48000"/>
            </a:srgbClr>
          </a:solidFill>
          <a:ln w="0">
            <a:noFill/>
            <a:prstDash val="solid"/>
          </a:ln>
        </p:spPr>
      </p:sp>
      <p:sp>
        <p:nvSpPr>
          <p:cNvPr id="2618" name="03_assume_matched_7915">
            <a:extLst>
              <a:ext uri="{FF2B5EF4-FFF2-40B4-BE49-F238E27FC236}">
                <a16:creationId xmlns:a16="http://schemas.microsoft.com/office/drawing/2014/main" id="{68ACCD8C-29D5-453D-B85C-8E4A29F6F4A5}"/>
              </a:ext>
            </a:extLst>
          </p:cNvPr>
          <p:cNvSpPr>
            <a:spLocks noGrp="1"/>
          </p:cNvSpPr>
          <p:nvPr/>
        </p:nvSpPr>
        <p:spPr>
          <a:xfrm>
            <a:off x="5370251" y="4852127"/>
            <a:ext cx="28398" cy="28398"/>
          </a:xfrm>
          <a:prstGeom prst="ellipse">
            <a:avLst/>
          </a:prstGeom>
          <a:solidFill>
            <a:srgbClr val="7F8C97">
              <a:alpha val="48000"/>
            </a:srgbClr>
          </a:solidFill>
          <a:ln w="0">
            <a:noFill/>
            <a:prstDash val="solid"/>
          </a:ln>
        </p:spPr>
      </p:sp>
      <p:sp>
        <p:nvSpPr>
          <p:cNvPr id="2619" name="03_assume_matched_7916">
            <a:extLst>
              <a:ext uri="{FF2B5EF4-FFF2-40B4-BE49-F238E27FC236}">
                <a16:creationId xmlns:a16="http://schemas.microsoft.com/office/drawing/2014/main" id="{732E668C-C84B-43D9-9BF9-F5C65CD05D52}"/>
              </a:ext>
            </a:extLst>
          </p:cNvPr>
          <p:cNvSpPr>
            <a:spLocks noGrp="1"/>
          </p:cNvSpPr>
          <p:nvPr/>
        </p:nvSpPr>
        <p:spPr>
          <a:xfrm>
            <a:off x="5417021" y="4852127"/>
            <a:ext cx="28398" cy="28398"/>
          </a:xfrm>
          <a:prstGeom prst="ellipse">
            <a:avLst/>
          </a:prstGeom>
          <a:solidFill>
            <a:srgbClr val="7F8C97">
              <a:alpha val="48000"/>
            </a:srgbClr>
          </a:solidFill>
          <a:ln w="0">
            <a:noFill/>
            <a:prstDash val="solid"/>
          </a:ln>
        </p:spPr>
      </p:sp>
      <p:sp>
        <p:nvSpPr>
          <p:cNvPr id="2620" name="03_assume_matched_7917">
            <a:extLst>
              <a:ext uri="{FF2B5EF4-FFF2-40B4-BE49-F238E27FC236}">
                <a16:creationId xmlns:a16="http://schemas.microsoft.com/office/drawing/2014/main" id="{C9F5739B-F900-469B-9FEE-FA20332FE852}"/>
              </a:ext>
            </a:extLst>
          </p:cNvPr>
          <p:cNvSpPr>
            <a:spLocks noGrp="1"/>
          </p:cNvSpPr>
          <p:nvPr/>
        </p:nvSpPr>
        <p:spPr>
          <a:xfrm>
            <a:off x="5395291" y="5144561"/>
            <a:ext cx="28398" cy="28398"/>
          </a:xfrm>
          <a:prstGeom prst="ellipse">
            <a:avLst/>
          </a:prstGeom>
          <a:solidFill>
            <a:srgbClr val="7F8C97">
              <a:alpha val="48000"/>
            </a:srgbClr>
          </a:solidFill>
          <a:ln w="0">
            <a:noFill/>
            <a:prstDash val="solid"/>
          </a:ln>
        </p:spPr>
      </p:sp>
      <p:sp>
        <p:nvSpPr>
          <p:cNvPr id="2621" name="03_assume_matched_7918">
            <a:extLst>
              <a:ext uri="{FF2B5EF4-FFF2-40B4-BE49-F238E27FC236}">
                <a16:creationId xmlns:a16="http://schemas.microsoft.com/office/drawing/2014/main" id="{F66EAC04-7EBC-476B-9A45-1CBD4E942B96}"/>
              </a:ext>
            </a:extLst>
          </p:cNvPr>
          <p:cNvSpPr>
            <a:spLocks noGrp="1"/>
          </p:cNvSpPr>
          <p:nvPr/>
        </p:nvSpPr>
        <p:spPr>
          <a:xfrm>
            <a:off x="5327366" y="5436996"/>
            <a:ext cx="28398" cy="28398"/>
          </a:xfrm>
          <a:prstGeom prst="ellipse">
            <a:avLst/>
          </a:prstGeom>
          <a:solidFill>
            <a:srgbClr val="7F8C97">
              <a:alpha val="48000"/>
            </a:srgbClr>
          </a:solidFill>
          <a:ln w="0">
            <a:noFill/>
            <a:prstDash val="solid"/>
          </a:ln>
        </p:spPr>
      </p:sp>
      <p:sp>
        <p:nvSpPr>
          <p:cNvPr id="2622" name="03_assume_matched_7919">
            <a:extLst>
              <a:ext uri="{FF2B5EF4-FFF2-40B4-BE49-F238E27FC236}">
                <a16:creationId xmlns:a16="http://schemas.microsoft.com/office/drawing/2014/main" id="{CE2A6077-B1C3-4355-8703-17A38177E484}"/>
              </a:ext>
            </a:extLst>
          </p:cNvPr>
          <p:cNvSpPr>
            <a:spLocks noGrp="1"/>
          </p:cNvSpPr>
          <p:nvPr/>
        </p:nvSpPr>
        <p:spPr>
          <a:xfrm>
            <a:off x="5398169" y="5436996"/>
            <a:ext cx="28398" cy="28398"/>
          </a:xfrm>
          <a:prstGeom prst="ellipse">
            <a:avLst/>
          </a:prstGeom>
          <a:solidFill>
            <a:srgbClr val="7F8C97">
              <a:alpha val="48000"/>
            </a:srgbClr>
          </a:solidFill>
          <a:ln w="0">
            <a:noFill/>
            <a:prstDash val="solid"/>
          </a:ln>
        </p:spPr>
      </p:sp>
      <p:sp>
        <p:nvSpPr>
          <p:cNvPr id="2623" name="03_assume_matched_7920">
            <a:extLst>
              <a:ext uri="{FF2B5EF4-FFF2-40B4-BE49-F238E27FC236}">
                <a16:creationId xmlns:a16="http://schemas.microsoft.com/office/drawing/2014/main" id="{0644B239-A3DA-4097-8356-6EE4E01D89C5}"/>
              </a:ext>
            </a:extLst>
          </p:cNvPr>
          <p:cNvSpPr>
            <a:spLocks noGrp="1"/>
          </p:cNvSpPr>
          <p:nvPr/>
        </p:nvSpPr>
        <p:spPr>
          <a:xfrm>
            <a:off x="5386512" y="4852127"/>
            <a:ext cx="28398" cy="28398"/>
          </a:xfrm>
          <a:prstGeom prst="ellipse">
            <a:avLst/>
          </a:prstGeom>
          <a:solidFill>
            <a:srgbClr val="7F8C97">
              <a:alpha val="48000"/>
            </a:srgbClr>
          </a:solidFill>
          <a:ln w="0">
            <a:noFill/>
            <a:prstDash val="solid"/>
          </a:ln>
        </p:spPr>
      </p:sp>
      <p:sp>
        <p:nvSpPr>
          <p:cNvPr id="2624" name="03_assume_matched_7921">
            <a:extLst>
              <a:ext uri="{FF2B5EF4-FFF2-40B4-BE49-F238E27FC236}">
                <a16:creationId xmlns:a16="http://schemas.microsoft.com/office/drawing/2014/main" id="{2CDB89D7-F4BC-40A3-8BE2-8E441A7D5744}"/>
              </a:ext>
            </a:extLst>
          </p:cNvPr>
          <p:cNvSpPr>
            <a:spLocks noGrp="1"/>
          </p:cNvSpPr>
          <p:nvPr/>
        </p:nvSpPr>
        <p:spPr>
          <a:xfrm>
            <a:off x="5392700" y="5436996"/>
            <a:ext cx="28398" cy="28398"/>
          </a:xfrm>
          <a:prstGeom prst="ellipse">
            <a:avLst/>
          </a:prstGeom>
          <a:solidFill>
            <a:srgbClr val="7F8C97">
              <a:alpha val="48000"/>
            </a:srgbClr>
          </a:solidFill>
          <a:ln w="0">
            <a:noFill/>
            <a:prstDash val="solid"/>
          </a:ln>
        </p:spPr>
      </p:sp>
      <p:sp>
        <p:nvSpPr>
          <p:cNvPr id="2625" name="03_assume_matched_7922">
            <a:extLst>
              <a:ext uri="{FF2B5EF4-FFF2-40B4-BE49-F238E27FC236}">
                <a16:creationId xmlns:a16="http://schemas.microsoft.com/office/drawing/2014/main" id="{777F71DC-9011-4D2C-8690-145D5307DD89}"/>
              </a:ext>
            </a:extLst>
          </p:cNvPr>
          <p:cNvSpPr>
            <a:spLocks noGrp="1"/>
          </p:cNvSpPr>
          <p:nvPr/>
        </p:nvSpPr>
        <p:spPr>
          <a:xfrm>
            <a:off x="5406084" y="5372010"/>
            <a:ext cx="28398" cy="28398"/>
          </a:xfrm>
          <a:prstGeom prst="ellipse">
            <a:avLst/>
          </a:prstGeom>
          <a:solidFill>
            <a:srgbClr val="7F8C97">
              <a:alpha val="48000"/>
            </a:srgbClr>
          </a:solidFill>
          <a:ln w="0">
            <a:noFill/>
            <a:prstDash val="solid"/>
          </a:ln>
        </p:spPr>
      </p:sp>
      <p:sp>
        <p:nvSpPr>
          <p:cNvPr id="2626" name="03_assume_matched_7923">
            <a:extLst>
              <a:ext uri="{FF2B5EF4-FFF2-40B4-BE49-F238E27FC236}">
                <a16:creationId xmlns:a16="http://schemas.microsoft.com/office/drawing/2014/main" id="{E2C3B359-1A39-4679-ADE8-BFD91F1BDF05}"/>
              </a:ext>
            </a:extLst>
          </p:cNvPr>
          <p:cNvSpPr>
            <a:spLocks noGrp="1"/>
          </p:cNvSpPr>
          <p:nvPr/>
        </p:nvSpPr>
        <p:spPr>
          <a:xfrm>
            <a:off x="5314702" y="4852127"/>
            <a:ext cx="28398" cy="28398"/>
          </a:xfrm>
          <a:prstGeom prst="ellipse">
            <a:avLst/>
          </a:prstGeom>
          <a:solidFill>
            <a:srgbClr val="7F8C97">
              <a:alpha val="48000"/>
            </a:srgbClr>
          </a:solidFill>
          <a:ln w="0">
            <a:noFill/>
            <a:prstDash val="solid"/>
          </a:ln>
        </p:spPr>
      </p:sp>
      <p:sp>
        <p:nvSpPr>
          <p:cNvPr id="2627" name="03_assume_matched_7924">
            <a:extLst>
              <a:ext uri="{FF2B5EF4-FFF2-40B4-BE49-F238E27FC236}">
                <a16:creationId xmlns:a16="http://schemas.microsoft.com/office/drawing/2014/main" id="{7EFA72FB-1B0E-4C70-B6B4-8C80A52050D2}"/>
              </a:ext>
            </a:extLst>
          </p:cNvPr>
          <p:cNvSpPr>
            <a:spLocks noGrp="1"/>
          </p:cNvSpPr>
          <p:nvPr/>
        </p:nvSpPr>
        <p:spPr>
          <a:xfrm>
            <a:off x="5303909" y="4852127"/>
            <a:ext cx="28398" cy="28398"/>
          </a:xfrm>
          <a:prstGeom prst="ellipse">
            <a:avLst/>
          </a:prstGeom>
          <a:solidFill>
            <a:srgbClr val="7F8C97">
              <a:alpha val="48000"/>
            </a:srgbClr>
          </a:solidFill>
          <a:ln w="0">
            <a:noFill/>
            <a:prstDash val="solid"/>
          </a:ln>
        </p:spPr>
      </p:sp>
      <p:sp>
        <p:nvSpPr>
          <p:cNvPr id="2628" name="03_assume_matched_7925">
            <a:extLst>
              <a:ext uri="{FF2B5EF4-FFF2-40B4-BE49-F238E27FC236}">
                <a16:creationId xmlns:a16="http://schemas.microsoft.com/office/drawing/2014/main" id="{6F4F27C8-2175-4045-AD75-B723B9FF5E62}"/>
              </a:ext>
            </a:extLst>
          </p:cNvPr>
          <p:cNvSpPr>
            <a:spLocks noGrp="1"/>
          </p:cNvSpPr>
          <p:nvPr/>
        </p:nvSpPr>
        <p:spPr>
          <a:xfrm>
            <a:off x="5386800" y="5144561"/>
            <a:ext cx="28398" cy="28398"/>
          </a:xfrm>
          <a:prstGeom prst="ellipse">
            <a:avLst/>
          </a:prstGeom>
          <a:solidFill>
            <a:srgbClr val="7F8C97">
              <a:alpha val="48000"/>
            </a:srgbClr>
          </a:solidFill>
          <a:ln w="0">
            <a:noFill/>
            <a:prstDash val="solid"/>
          </a:ln>
        </p:spPr>
      </p:sp>
      <p:sp>
        <p:nvSpPr>
          <p:cNvPr id="2629" name="03_assume_matched_7926">
            <a:extLst>
              <a:ext uri="{FF2B5EF4-FFF2-40B4-BE49-F238E27FC236}">
                <a16:creationId xmlns:a16="http://schemas.microsoft.com/office/drawing/2014/main" id="{5C8D53CA-6D3E-46DB-AD34-E5837B29AF27}"/>
              </a:ext>
            </a:extLst>
          </p:cNvPr>
          <p:cNvSpPr>
            <a:spLocks noGrp="1"/>
          </p:cNvSpPr>
          <p:nvPr/>
        </p:nvSpPr>
        <p:spPr>
          <a:xfrm>
            <a:off x="5423929" y="4852127"/>
            <a:ext cx="28398" cy="28398"/>
          </a:xfrm>
          <a:prstGeom prst="ellipse">
            <a:avLst/>
          </a:prstGeom>
          <a:solidFill>
            <a:srgbClr val="7F8C97">
              <a:alpha val="48000"/>
            </a:srgbClr>
          </a:solidFill>
          <a:ln w="0">
            <a:noFill/>
            <a:prstDash val="solid"/>
          </a:ln>
        </p:spPr>
      </p:sp>
      <p:sp>
        <p:nvSpPr>
          <p:cNvPr id="2630" name="03_assume_matched_7927">
            <a:extLst>
              <a:ext uri="{FF2B5EF4-FFF2-40B4-BE49-F238E27FC236}">
                <a16:creationId xmlns:a16="http://schemas.microsoft.com/office/drawing/2014/main" id="{841DD4B6-4FC9-4042-8135-FB362573A3D4}"/>
              </a:ext>
            </a:extLst>
          </p:cNvPr>
          <p:cNvSpPr>
            <a:spLocks noGrp="1"/>
          </p:cNvSpPr>
          <p:nvPr/>
        </p:nvSpPr>
        <p:spPr>
          <a:xfrm>
            <a:off x="5430117" y="4852127"/>
            <a:ext cx="28398" cy="28398"/>
          </a:xfrm>
          <a:prstGeom prst="ellipse">
            <a:avLst/>
          </a:prstGeom>
          <a:solidFill>
            <a:srgbClr val="7F8C97">
              <a:alpha val="48000"/>
            </a:srgbClr>
          </a:solidFill>
          <a:ln w="0">
            <a:noFill/>
            <a:prstDash val="solid"/>
          </a:ln>
        </p:spPr>
      </p:sp>
      <p:sp>
        <p:nvSpPr>
          <p:cNvPr id="2631" name="03_assume_matched_7928">
            <a:extLst>
              <a:ext uri="{FF2B5EF4-FFF2-40B4-BE49-F238E27FC236}">
                <a16:creationId xmlns:a16="http://schemas.microsoft.com/office/drawing/2014/main" id="{286900A3-620F-4E5E-AADD-F1962B323A75}"/>
              </a:ext>
            </a:extLst>
          </p:cNvPr>
          <p:cNvSpPr>
            <a:spLocks noGrp="1"/>
          </p:cNvSpPr>
          <p:nvPr/>
        </p:nvSpPr>
        <p:spPr>
          <a:xfrm>
            <a:off x="5341181" y="4852127"/>
            <a:ext cx="28398" cy="28398"/>
          </a:xfrm>
          <a:prstGeom prst="ellipse">
            <a:avLst/>
          </a:prstGeom>
          <a:solidFill>
            <a:srgbClr val="7F8C97">
              <a:alpha val="48000"/>
            </a:srgbClr>
          </a:solidFill>
          <a:ln w="0">
            <a:noFill/>
            <a:prstDash val="solid"/>
          </a:ln>
        </p:spPr>
      </p:sp>
      <p:sp>
        <p:nvSpPr>
          <p:cNvPr id="2632" name="03_assume_matched_7929">
            <a:extLst>
              <a:ext uri="{FF2B5EF4-FFF2-40B4-BE49-F238E27FC236}">
                <a16:creationId xmlns:a16="http://schemas.microsoft.com/office/drawing/2014/main" id="{B7BDC877-060A-4530-9419-5234F6DD7DA3}"/>
              </a:ext>
            </a:extLst>
          </p:cNvPr>
          <p:cNvSpPr>
            <a:spLocks noGrp="1"/>
          </p:cNvSpPr>
          <p:nvPr/>
        </p:nvSpPr>
        <p:spPr>
          <a:xfrm>
            <a:off x="5393996" y="5047083"/>
            <a:ext cx="28398" cy="28398"/>
          </a:xfrm>
          <a:prstGeom prst="ellipse">
            <a:avLst/>
          </a:prstGeom>
          <a:solidFill>
            <a:srgbClr val="7F8C97">
              <a:alpha val="48000"/>
            </a:srgbClr>
          </a:solidFill>
          <a:ln w="0">
            <a:noFill/>
            <a:prstDash val="solid"/>
          </a:ln>
        </p:spPr>
      </p:sp>
      <p:sp>
        <p:nvSpPr>
          <p:cNvPr id="2633" name="03_assume_matched_7930">
            <a:extLst>
              <a:ext uri="{FF2B5EF4-FFF2-40B4-BE49-F238E27FC236}">
                <a16:creationId xmlns:a16="http://schemas.microsoft.com/office/drawing/2014/main" id="{1CD84059-8668-48F7-BA64-F43D8C7663CF}"/>
              </a:ext>
            </a:extLst>
          </p:cNvPr>
          <p:cNvSpPr>
            <a:spLocks noGrp="1"/>
          </p:cNvSpPr>
          <p:nvPr/>
        </p:nvSpPr>
        <p:spPr>
          <a:xfrm>
            <a:off x="5404933" y="4852127"/>
            <a:ext cx="28398" cy="28398"/>
          </a:xfrm>
          <a:prstGeom prst="ellipse">
            <a:avLst/>
          </a:prstGeom>
          <a:solidFill>
            <a:srgbClr val="7F8C97">
              <a:alpha val="48000"/>
            </a:srgbClr>
          </a:solidFill>
          <a:ln w="0">
            <a:noFill/>
            <a:prstDash val="solid"/>
          </a:ln>
        </p:spPr>
      </p:sp>
      <p:sp>
        <p:nvSpPr>
          <p:cNvPr id="2634" name="03_assume_matched_7931">
            <a:extLst>
              <a:ext uri="{FF2B5EF4-FFF2-40B4-BE49-F238E27FC236}">
                <a16:creationId xmlns:a16="http://schemas.microsoft.com/office/drawing/2014/main" id="{775FE632-02DA-4180-96DB-0A52D5D94A24}"/>
              </a:ext>
            </a:extLst>
          </p:cNvPr>
          <p:cNvSpPr>
            <a:spLocks noGrp="1"/>
          </p:cNvSpPr>
          <p:nvPr/>
        </p:nvSpPr>
        <p:spPr>
          <a:xfrm>
            <a:off x="5422346" y="4852127"/>
            <a:ext cx="28398" cy="28398"/>
          </a:xfrm>
          <a:prstGeom prst="ellipse">
            <a:avLst/>
          </a:prstGeom>
          <a:solidFill>
            <a:srgbClr val="7F8C97">
              <a:alpha val="48000"/>
            </a:srgbClr>
          </a:solidFill>
          <a:ln w="0">
            <a:noFill/>
            <a:prstDash val="solid"/>
          </a:ln>
        </p:spPr>
      </p:sp>
      <p:sp>
        <p:nvSpPr>
          <p:cNvPr id="2635" name="03_assume_matched_7932">
            <a:extLst>
              <a:ext uri="{FF2B5EF4-FFF2-40B4-BE49-F238E27FC236}">
                <a16:creationId xmlns:a16="http://schemas.microsoft.com/office/drawing/2014/main" id="{F2C1091F-E0D3-4D8D-9060-43D03A2D688E}"/>
              </a:ext>
            </a:extLst>
          </p:cNvPr>
          <p:cNvSpPr>
            <a:spLocks noGrp="1"/>
          </p:cNvSpPr>
          <p:nvPr/>
        </p:nvSpPr>
        <p:spPr>
          <a:xfrm>
            <a:off x="5407091" y="4852127"/>
            <a:ext cx="28398" cy="28398"/>
          </a:xfrm>
          <a:prstGeom prst="ellipse">
            <a:avLst/>
          </a:prstGeom>
          <a:solidFill>
            <a:srgbClr val="7F8C97">
              <a:alpha val="48000"/>
            </a:srgbClr>
          </a:solidFill>
          <a:ln w="0">
            <a:noFill/>
            <a:prstDash val="solid"/>
          </a:ln>
        </p:spPr>
      </p:sp>
      <p:sp>
        <p:nvSpPr>
          <p:cNvPr id="2636" name="03_assume_matched_7933">
            <a:extLst>
              <a:ext uri="{FF2B5EF4-FFF2-40B4-BE49-F238E27FC236}">
                <a16:creationId xmlns:a16="http://schemas.microsoft.com/office/drawing/2014/main" id="{946169E4-6B3C-4068-9A25-16886CF38B39}"/>
              </a:ext>
            </a:extLst>
          </p:cNvPr>
          <p:cNvSpPr>
            <a:spLocks noGrp="1"/>
          </p:cNvSpPr>
          <p:nvPr/>
        </p:nvSpPr>
        <p:spPr>
          <a:xfrm>
            <a:off x="5385361" y="4852127"/>
            <a:ext cx="28398" cy="28398"/>
          </a:xfrm>
          <a:prstGeom prst="ellipse">
            <a:avLst/>
          </a:prstGeom>
          <a:solidFill>
            <a:srgbClr val="7F8C97">
              <a:alpha val="48000"/>
            </a:srgbClr>
          </a:solidFill>
          <a:ln w="0">
            <a:noFill/>
            <a:prstDash val="solid"/>
          </a:ln>
        </p:spPr>
      </p:sp>
      <p:sp>
        <p:nvSpPr>
          <p:cNvPr id="2637" name="03_assume_matched_7934">
            <a:extLst>
              <a:ext uri="{FF2B5EF4-FFF2-40B4-BE49-F238E27FC236}">
                <a16:creationId xmlns:a16="http://schemas.microsoft.com/office/drawing/2014/main" id="{D3170AC2-2CEE-441E-929A-05AA0839416C}"/>
              </a:ext>
            </a:extLst>
          </p:cNvPr>
          <p:cNvSpPr>
            <a:spLocks noGrp="1"/>
          </p:cNvSpPr>
          <p:nvPr/>
        </p:nvSpPr>
        <p:spPr>
          <a:xfrm>
            <a:off x="5297145" y="4852127"/>
            <a:ext cx="28398" cy="28398"/>
          </a:xfrm>
          <a:prstGeom prst="ellipse">
            <a:avLst/>
          </a:prstGeom>
          <a:solidFill>
            <a:srgbClr val="7F8C97">
              <a:alpha val="48000"/>
            </a:srgbClr>
          </a:solidFill>
          <a:ln w="0">
            <a:noFill/>
            <a:prstDash val="solid"/>
          </a:ln>
        </p:spPr>
      </p:sp>
      <p:sp>
        <p:nvSpPr>
          <p:cNvPr id="2638" name="03_assume_matched_7935">
            <a:extLst>
              <a:ext uri="{FF2B5EF4-FFF2-40B4-BE49-F238E27FC236}">
                <a16:creationId xmlns:a16="http://schemas.microsoft.com/office/drawing/2014/main" id="{9F4F810C-858B-4ADE-A1E2-C60BDB772E8C}"/>
              </a:ext>
            </a:extLst>
          </p:cNvPr>
          <p:cNvSpPr>
            <a:spLocks noGrp="1"/>
          </p:cNvSpPr>
          <p:nvPr/>
        </p:nvSpPr>
        <p:spPr>
          <a:xfrm>
            <a:off x="5311104" y="5436996"/>
            <a:ext cx="28398" cy="28398"/>
          </a:xfrm>
          <a:prstGeom prst="ellipse">
            <a:avLst/>
          </a:prstGeom>
          <a:solidFill>
            <a:srgbClr val="7F8C97">
              <a:alpha val="48000"/>
            </a:srgbClr>
          </a:solidFill>
          <a:ln w="0">
            <a:noFill/>
            <a:prstDash val="solid"/>
          </a:ln>
        </p:spPr>
      </p:sp>
      <p:sp>
        <p:nvSpPr>
          <p:cNvPr id="2639" name="03_assume_matched_7936">
            <a:extLst>
              <a:ext uri="{FF2B5EF4-FFF2-40B4-BE49-F238E27FC236}">
                <a16:creationId xmlns:a16="http://schemas.microsoft.com/office/drawing/2014/main" id="{C01D383D-10F2-40E6-9492-B268ADE729BB}"/>
              </a:ext>
            </a:extLst>
          </p:cNvPr>
          <p:cNvSpPr>
            <a:spLocks noGrp="1"/>
          </p:cNvSpPr>
          <p:nvPr/>
        </p:nvSpPr>
        <p:spPr>
          <a:xfrm>
            <a:off x="5372265" y="4852127"/>
            <a:ext cx="28398" cy="28398"/>
          </a:xfrm>
          <a:prstGeom prst="ellipse">
            <a:avLst/>
          </a:prstGeom>
          <a:solidFill>
            <a:srgbClr val="7F8C97">
              <a:alpha val="48000"/>
            </a:srgbClr>
          </a:solidFill>
          <a:ln w="0">
            <a:noFill/>
            <a:prstDash val="solid"/>
          </a:ln>
        </p:spPr>
      </p:sp>
      <p:sp>
        <p:nvSpPr>
          <p:cNvPr id="2640" name="03_assume_matched_7937">
            <a:extLst>
              <a:ext uri="{FF2B5EF4-FFF2-40B4-BE49-F238E27FC236}">
                <a16:creationId xmlns:a16="http://schemas.microsoft.com/office/drawing/2014/main" id="{8AF9CBC3-9A2E-44EF-A2F1-347D3EDD8D8D}"/>
              </a:ext>
            </a:extLst>
          </p:cNvPr>
          <p:cNvSpPr>
            <a:spLocks noGrp="1"/>
          </p:cNvSpPr>
          <p:nvPr/>
        </p:nvSpPr>
        <p:spPr>
          <a:xfrm>
            <a:off x="5317148" y="4852127"/>
            <a:ext cx="28398" cy="28398"/>
          </a:xfrm>
          <a:prstGeom prst="ellipse">
            <a:avLst/>
          </a:prstGeom>
          <a:solidFill>
            <a:srgbClr val="7F8C97">
              <a:alpha val="48000"/>
            </a:srgbClr>
          </a:solidFill>
          <a:ln w="0">
            <a:noFill/>
            <a:prstDash val="solid"/>
          </a:ln>
        </p:spPr>
      </p:sp>
      <p:sp>
        <p:nvSpPr>
          <p:cNvPr id="2641" name="03_assume_matched_7938">
            <a:extLst>
              <a:ext uri="{FF2B5EF4-FFF2-40B4-BE49-F238E27FC236}">
                <a16:creationId xmlns:a16="http://schemas.microsoft.com/office/drawing/2014/main" id="{3C9489A3-A85D-4CD1-9204-3DB5E4EFE1B3}"/>
              </a:ext>
            </a:extLst>
          </p:cNvPr>
          <p:cNvSpPr>
            <a:spLocks noGrp="1"/>
          </p:cNvSpPr>
          <p:nvPr/>
        </p:nvSpPr>
        <p:spPr>
          <a:xfrm>
            <a:off x="5343196" y="4852127"/>
            <a:ext cx="28398" cy="28398"/>
          </a:xfrm>
          <a:prstGeom prst="ellipse">
            <a:avLst/>
          </a:prstGeom>
          <a:solidFill>
            <a:srgbClr val="7F8C97">
              <a:alpha val="48000"/>
            </a:srgbClr>
          </a:solidFill>
          <a:ln w="0">
            <a:noFill/>
            <a:prstDash val="solid"/>
          </a:ln>
        </p:spPr>
      </p:sp>
      <p:sp>
        <p:nvSpPr>
          <p:cNvPr id="2642" name="03_assume_matched_7939">
            <a:extLst>
              <a:ext uri="{FF2B5EF4-FFF2-40B4-BE49-F238E27FC236}">
                <a16:creationId xmlns:a16="http://schemas.microsoft.com/office/drawing/2014/main" id="{75A390BD-F823-4C20-B0FA-ED047B967D62}"/>
              </a:ext>
            </a:extLst>
          </p:cNvPr>
          <p:cNvSpPr>
            <a:spLocks noGrp="1"/>
          </p:cNvSpPr>
          <p:nvPr/>
        </p:nvSpPr>
        <p:spPr>
          <a:xfrm>
            <a:off x="5292252" y="5436996"/>
            <a:ext cx="28398" cy="28398"/>
          </a:xfrm>
          <a:prstGeom prst="ellipse">
            <a:avLst/>
          </a:prstGeom>
          <a:solidFill>
            <a:srgbClr val="7F8C97">
              <a:alpha val="48000"/>
            </a:srgbClr>
          </a:solidFill>
          <a:ln w="0">
            <a:noFill/>
            <a:prstDash val="solid"/>
          </a:ln>
        </p:spPr>
      </p:sp>
      <p:sp>
        <p:nvSpPr>
          <p:cNvPr id="2643" name="03_assume_matched_7940">
            <a:extLst>
              <a:ext uri="{FF2B5EF4-FFF2-40B4-BE49-F238E27FC236}">
                <a16:creationId xmlns:a16="http://schemas.microsoft.com/office/drawing/2014/main" id="{DFBDCB61-EB4C-404A-A6F9-9D07A1510206}"/>
              </a:ext>
            </a:extLst>
          </p:cNvPr>
          <p:cNvSpPr>
            <a:spLocks noGrp="1"/>
          </p:cNvSpPr>
          <p:nvPr/>
        </p:nvSpPr>
        <p:spPr>
          <a:xfrm>
            <a:off x="6164931" y="4852127"/>
            <a:ext cx="28398" cy="28398"/>
          </a:xfrm>
          <a:prstGeom prst="ellipse">
            <a:avLst/>
          </a:prstGeom>
          <a:solidFill>
            <a:srgbClr val="7F8C97">
              <a:alpha val="48000"/>
            </a:srgbClr>
          </a:solidFill>
          <a:ln w="0">
            <a:noFill/>
            <a:prstDash val="solid"/>
          </a:ln>
        </p:spPr>
      </p:sp>
      <p:sp>
        <p:nvSpPr>
          <p:cNvPr id="2644" name="03_assume_matched_7941">
            <a:extLst>
              <a:ext uri="{FF2B5EF4-FFF2-40B4-BE49-F238E27FC236}">
                <a16:creationId xmlns:a16="http://schemas.microsoft.com/office/drawing/2014/main" id="{3D587509-21D1-4C6F-9EE5-0FB9A812EFA7}"/>
              </a:ext>
            </a:extLst>
          </p:cNvPr>
          <p:cNvSpPr>
            <a:spLocks noGrp="1"/>
          </p:cNvSpPr>
          <p:nvPr/>
        </p:nvSpPr>
        <p:spPr>
          <a:xfrm>
            <a:off x="6153418" y="4852127"/>
            <a:ext cx="28398" cy="28398"/>
          </a:xfrm>
          <a:prstGeom prst="ellipse">
            <a:avLst/>
          </a:prstGeom>
          <a:solidFill>
            <a:srgbClr val="7F8C97">
              <a:alpha val="48000"/>
            </a:srgbClr>
          </a:solidFill>
          <a:ln w="0">
            <a:noFill/>
            <a:prstDash val="solid"/>
          </a:ln>
        </p:spPr>
      </p:sp>
      <p:sp>
        <p:nvSpPr>
          <p:cNvPr id="2645" name="03_assume_matched_7942">
            <a:extLst>
              <a:ext uri="{FF2B5EF4-FFF2-40B4-BE49-F238E27FC236}">
                <a16:creationId xmlns:a16="http://schemas.microsoft.com/office/drawing/2014/main" id="{D6C187A1-CE71-42CD-8CBC-6D6684D33019}"/>
              </a:ext>
            </a:extLst>
          </p:cNvPr>
          <p:cNvSpPr>
            <a:spLocks noGrp="1"/>
          </p:cNvSpPr>
          <p:nvPr/>
        </p:nvSpPr>
        <p:spPr>
          <a:xfrm>
            <a:off x="6096286" y="4852127"/>
            <a:ext cx="28398" cy="28398"/>
          </a:xfrm>
          <a:prstGeom prst="ellipse">
            <a:avLst/>
          </a:prstGeom>
          <a:solidFill>
            <a:srgbClr val="7F8C97">
              <a:alpha val="48000"/>
            </a:srgbClr>
          </a:solidFill>
          <a:ln w="0">
            <a:noFill/>
            <a:prstDash val="solid"/>
          </a:ln>
        </p:spPr>
      </p:sp>
      <p:sp>
        <p:nvSpPr>
          <p:cNvPr id="2646" name="03_assume_matched_7943">
            <a:extLst>
              <a:ext uri="{FF2B5EF4-FFF2-40B4-BE49-F238E27FC236}">
                <a16:creationId xmlns:a16="http://schemas.microsoft.com/office/drawing/2014/main" id="{88AB5434-33DC-480B-99D5-E263B99E30C9}"/>
              </a:ext>
            </a:extLst>
          </p:cNvPr>
          <p:cNvSpPr>
            <a:spLocks noGrp="1"/>
          </p:cNvSpPr>
          <p:nvPr/>
        </p:nvSpPr>
        <p:spPr>
          <a:xfrm>
            <a:off x="6175149" y="4852127"/>
            <a:ext cx="28398" cy="28398"/>
          </a:xfrm>
          <a:prstGeom prst="ellipse">
            <a:avLst/>
          </a:prstGeom>
          <a:solidFill>
            <a:srgbClr val="7F8C97">
              <a:alpha val="48000"/>
            </a:srgbClr>
          </a:solidFill>
          <a:ln w="0">
            <a:noFill/>
            <a:prstDash val="solid"/>
          </a:ln>
        </p:spPr>
      </p:sp>
      <p:sp>
        <p:nvSpPr>
          <p:cNvPr id="2647" name="03_assume_matched_7944">
            <a:extLst>
              <a:ext uri="{FF2B5EF4-FFF2-40B4-BE49-F238E27FC236}">
                <a16:creationId xmlns:a16="http://schemas.microsoft.com/office/drawing/2014/main" id="{06B6F25E-9434-4212-ACBB-F85A0E1383E9}"/>
              </a:ext>
            </a:extLst>
          </p:cNvPr>
          <p:cNvSpPr>
            <a:spLocks noGrp="1"/>
          </p:cNvSpPr>
          <p:nvPr/>
        </p:nvSpPr>
        <p:spPr>
          <a:xfrm>
            <a:off x="6142913" y="4852127"/>
            <a:ext cx="28398" cy="28398"/>
          </a:xfrm>
          <a:prstGeom prst="ellipse">
            <a:avLst/>
          </a:prstGeom>
          <a:solidFill>
            <a:srgbClr val="7F8C97">
              <a:alpha val="48000"/>
            </a:srgbClr>
          </a:solidFill>
          <a:ln w="0">
            <a:noFill/>
            <a:prstDash val="solid"/>
          </a:ln>
        </p:spPr>
      </p:sp>
      <p:sp>
        <p:nvSpPr>
          <p:cNvPr id="2648" name="03_assume_matched_7945">
            <a:extLst>
              <a:ext uri="{FF2B5EF4-FFF2-40B4-BE49-F238E27FC236}">
                <a16:creationId xmlns:a16="http://schemas.microsoft.com/office/drawing/2014/main" id="{98FEEF4B-E408-4B52-8387-9199106EA2D2}"/>
              </a:ext>
            </a:extLst>
          </p:cNvPr>
          <p:cNvSpPr>
            <a:spLocks noGrp="1"/>
          </p:cNvSpPr>
          <p:nvPr/>
        </p:nvSpPr>
        <p:spPr>
          <a:xfrm>
            <a:off x="6047645" y="4852127"/>
            <a:ext cx="28398" cy="28398"/>
          </a:xfrm>
          <a:prstGeom prst="ellipse">
            <a:avLst/>
          </a:prstGeom>
          <a:solidFill>
            <a:srgbClr val="7F8C97">
              <a:alpha val="48000"/>
            </a:srgbClr>
          </a:solidFill>
          <a:ln w="0">
            <a:noFill/>
            <a:prstDash val="solid"/>
          </a:ln>
        </p:spPr>
      </p:sp>
      <p:sp>
        <p:nvSpPr>
          <p:cNvPr id="2649" name="03_assume_matched_7946">
            <a:extLst>
              <a:ext uri="{FF2B5EF4-FFF2-40B4-BE49-F238E27FC236}">
                <a16:creationId xmlns:a16="http://schemas.microsoft.com/office/drawing/2014/main" id="{62C9B84C-525E-4EC1-AB2A-5157675B266B}"/>
              </a:ext>
            </a:extLst>
          </p:cNvPr>
          <p:cNvSpPr>
            <a:spLocks noGrp="1"/>
          </p:cNvSpPr>
          <p:nvPr/>
        </p:nvSpPr>
        <p:spPr>
          <a:xfrm>
            <a:off x="6078298" y="5436996"/>
            <a:ext cx="28398" cy="28398"/>
          </a:xfrm>
          <a:prstGeom prst="ellipse">
            <a:avLst/>
          </a:prstGeom>
          <a:solidFill>
            <a:srgbClr val="7F8C97">
              <a:alpha val="48000"/>
            </a:srgbClr>
          </a:solidFill>
          <a:ln w="0">
            <a:noFill/>
            <a:prstDash val="solid"/>
          </a:ln>
        </p:spPr>
      </p:sp>
      <p:sp>
        <p:nvSpPr>
          <p:cNvPr id="2650" name="03_assume_matched_7947">
            <a:extLst>
              <a:ext uri="{FF2B5EF4-FFF2-40B4-BE49-F238E27FC236}">
                <a16:creationId xmlns:a16="http://schemas.microsoft.com/office/drawing/2014/main" id="{B84236A4-9CF0-4581-B926-91F8CC3CAB6B}"/>
              </a:ext>
            </a:extLst>
          </p:cNvPr>
          <p:cNvSpPr>
            <a:spLocks noGrp="1"/>
          </p:cNvSpPr>
          <p:nvPr/>
        </p:nvSpPr>
        <p:spPr>
          <a:xfrm>
            <a:off x="6047357" y="5290779"/>
            <a:ext cx="28398" cy="28398"/>
          </a:xfrm>
          <a:prstGeom prst="ellipse">
            <a:avLst/>
          </a:prstGeom>
          <a:solidFill>
            <a:srgbClr val="7F8C97">
              <a:alpha val="48000"/>
            </a:srgbClr>
          </a:solidFill>
          <a:ln w="0">
            <a:noFill/>
            <a:prstDash val="solid"/>
          </a:ln>
        </p:spPr>
      </p:sp>
      <p:sp>
        <p:nvSpPr>
          <p:cNvPr id="2651" name="03_assume_matched_7948">
            <a:extLst>
              <a:ext uri="{FF2B5EF4-FFF2-40B4-BE49-F238E27FC236}">
                <a16:creationId xmlns:a16="http://schemas.microsoft.com/office/drawing/2014/main" id="{8ED9BBE0-E652-4FE1-9975-B8EB0330A228}"/>
              </a:ext>
            </a:extLst>
          </p:cNvPr>
          <p:cNvSpPr>
            <a:spLocks noGrp="1"/>
          </p:cNvSpPr>
          <p:nvPr/>
        </p:nvSpPr>
        <p:spPr>
          <a:xfrm>
            <a:off x="6128666" y="5144561"/>
            <a:ext cx="28398" cy="28398"/>
          </a:xfrm>
          <a:prstGeom prst="ellipse">
            <a:avLst/>
          </a:prstGeom>
          <a:solidFill>
            <a:srgbClr val="7F8C97">
              <a:alpha val="48000"/>
            </a:srgbClr>
          </a:solidFill>
          <a:ln w="0">
            <a:noFill/>
            <a:prstDash val="solid"/>
          </a:ln>
        </p:spPr>
      </p:sp>
      <p:sp>
        <p:nvSpPr>
          <p:cNvPr id="2652" name="03_assume_matched_7949">
            <a:extLst>
              <a:ext uri="{FF2B5EF4-FFF2-40B4-BE49-F238E27FC236}">
                <a16:creationId xmlns:a16="http://schemas.microsoft.com/office/drawing/2014/main" id="{4DA31F46-7B91-4B8F-9016-813E3098F570}"/>
              </a:ext>
            </a:extLst>
          </p:cNvPr>
          <p:cNvSpPr>
            <a:spLocks noGrp="1"/>
          </p:cNvSpPr>
          <p:nvPr/>
        </p:nvSpPr>
        <p:spPr>
          <a:xfrm>
            <a:off x="6109958" y="5144561"/>
            <a:ext cx="28398" cy="28398"/>
          </a:xfrm>
          <a:prstGeom prst="ellipse">
            <a:avLst/>
          </a:prstGeom>
          <a:solidFill>
            <a:srgbClr val="7F8C97">
              <a:alpha val="48000"/>
            </a:srgbClr>
          </a:solidFill>
          <a:ln w="0">
            <a:noFill/>
            <a:prstDash val="solid"/>
          </a:ln>
        </p:spPr>
      </p:sp>
      <p:sp>
        <p:nvSpPr>
          <p:cNvPr id="2653" name="03_assume_matched_7950">
            <a:extLst>
              <a:ext uri="{FF2B5EF4-FFF2-40B4-BE49-F238E27FC236}">
                <a16:creationId xmlns:a16="http://schemas.microsoft.com/office/drawing/2014/main" id="{CDDEEAEC-A41F-42FD-A9E2-2E63A7268499}"/>
              </a:ext>
            </a:extLst>
          </p:cNvPr>
          <p:cNvSpPr>
            <a:spLocks noGrp="1"/>
          </p:cNvSpPr>
          <p:nvPr/>
        </p:nvSpPr>
        <p:spPr>
          <a:xfrm>
            <a:off x="6094703" y="4852127"/>
            <a:ext cx="28398" cy="28398"/>
          </a:xfrm>
          <a:prstGeom prst="ellipse">
            <a:avLst/>
          </a:prstGeom>
          <a:solidFill>
            <a:srgbClr val="7F8C97">
              <a:alpha val="48000"/>
            </a:srgbClr>
          </a:solidFill>
          <a:ln w="0">
            <a:noFill/>
            <a:prstDash val="solid"/>
          </a:ln>
        </p:spPr>
      </p:sp>
      <p:sp>
        <p:nvSpPr>
          <p:cNvPr id="2654" name="03_assume_matched_7951">
            <a:extLst>
              <a:ext uri="{FF2B5EF4-FFF2-40B4-BE49-F238E27FC236}">
                <a16:creationId xmlns:a16="http://schemas.microsoft.com/office/drawing/2014/main" id="{EDBFCA44-8BBA-4447-8367-3CE6447F4F6F}"/>
              </a:ext>
            </a:extLst>
          </p:cNvPr>
          <p:cNvSpPr>
            <a:spLocks noGrp="1"/>
          </p:cNvSpPr>
          <p:nvPr/>
        </p:nvSpPr>
        <p:spPr>
          <a:xfrm>
            <a:off x="6080456" y="5436996"/>
            <a:ext cx="28398" cy="28398"/>
          </a:xfrm>
          <a:prstGeom prst="ellipse">
            <a:avLst/>
          </a:prstGeom>
          <a:solidFill>
            <a:srgbClr val="7F8C97">
              <a:alpha val="48000"/>
            </a:srgbClr>
          </a:solidFill>
          <a:ln w="0">
            <a:noFill/>
            <a:prstDash val="solid"/>
          </a:ln>
        </p:spPr>
      </p:sp>
      <p:sp>
        <p:nvSpPr>
          <p:cNvPr id="2655" name="03_assume_matched_7952">
            <a:extLst>
              <a:ext uri="{FF2B5EF4-FFF2-40B4-BE49-F238E27FC236}">
                <a16:creationId xmlns:a16="http://schemas.microsoft.com/office/drawing/2014/main" id="{72FB6BEF-D5F1-465E-BDDD-27F08E996D24}"/>
              </a:ext>
            </a:extLst>
          </p:cNvPr>
          <p:cNvSpPr>
            <a:spLocks noGrp="1"/>
          </p:cNvSpPr>
          <p:nvPr/>
        </p:nvSpPr>
        <p:spPr>
          <a:xfrm>
            <a:off x="6096862" y="4852127"/>
            <a:ext cx="28398" cy="28398"/>
          </a:xfrm>
          <a:prstGeom prst="ellipse">
            <a:avLst/>
          </a:prstGeom>
          <a:solidFill>
            <a:srgbClr val="7F8C97">
              <a:alpha val="48000"/>
            </a:srgbClr>
          </a:solidFill>
          <a:ln w="0">
            <a:noFill/>
            <a:prstDash val="solid"/>
          </a:ln>
        </p:spPr>
      </p:sp>
      <p:sp>
        <p:nvSpPr>
          <p:cNvPr id="2656" name="03_assume_matched_7953">
            <a:extLst>
              <a:ext uri="{FF2B5EF4-FFF2-40B4-BE49-F238E27FC236}">
                <a16:creationId xmlns:a16="http://schemas.microsoft.com/office/drawing/2014/main" id="{2451F671-752E-45DA-8CFE-AA1A00C2DE0A}"/>
              </a:ext>
            </a:extLst>
          </p:cNvPr>
          <p:cNvSpPr>
            <a:spLocks noGrp="1"/>
          </p:cNvSpPr>
          <p:nvPr/>
        </p:nvSpPr>
        <p:spPr>
          <a:xfrm>
            <a:off x="6182056" y="5144561"/>
            <a:ext cx="28398" cy="28398"/>
          </a:xfrm>
          <a:prstGeom prst="ellipse">
            <a:avLst/>
          </a:prstGeom>
          <a:solidFill>
            <a:srgbClr val="7F8C97">
              <a:alpha val="48000"/>
            </a:srgbClr>
          </a:solidFill>
          <a:ln w="0">
            <a:noFill/>
            <a:prstDash val="solid"/>
          </a:ln>
        </p:spPr>
      </p:sp>
      <p:sp>
        <p:nvSpPr>
          <p:cNvPr id="2657" name="03_assume_matched_7954">
            <a:extLst>
              <a:ext uri="{FF2B5EF4-FFF2-40B4-BE49-F238E27FC236}">
                <a16:creationId xmlns:a16="http://schemas.microsoft.com/office/drawing/2014/main" id="{5F856885-C192-4C58-A61B-3891D615D137}"/>
              </a:ext>
            </a:extLst>
          </p:cNvPr>
          <p:cNvSpPr>
            <a:spLocks noGrp="1"/>
          </p:cNvSpPr>
          <p:nvPr/>
        </p:nvSpPr>
        <p:spPr>
          <a:xfrm>
            <a:off x="6137013" y="4852127"/>
            <a:ext cx="28398" cy="28398"/>
          </a:xfrm>
          <a:prstGeom prst="ellipse">
            <a:avLst/>
          </a:prstGeom>
          <a:solidFill>
            <a:srgbClr val="7F8C97">
              <a:alpha val="48000"/>
            </a:srgbClr>
          </a:solidFill>
          <a:ln w="0">
            <a:noFill/>
            <a:prstDash val="solid"/>
          </a:ln>
        </p:spPr>
      </p:sp>
      <p:sp>
        <p:nvSpPr>
          <p:cNvPr id="2658" name="03_assume_matched_7955">
            <a:extLst>
              <a:ext uri="{FF2B5EF4-FFF2-40B4-BE49-F238E27FC236}">
                <a16:creationId xmlns:a16="http://schemas.microsoft.com/office/drawing/2014/main" id="{6CD2EAA9-E98D-49F4-A941-31A1B883606C}"/>
              </a:ext>
            </a:extLst>
          </p:cNvPr>
          <p:cNvSpPr>
            <a:spLocks noGrp="1"/>
          </p:cNvSpPr>
          <p:nvPr/>
        </p:nvSpPr>
        <p:spPr>
          <a:xfrm>
            <a:off x="6146799" y="5372010"/>
            <a:ext cx="28398" cy="28398"/>
          </a:xfrm>
          <a:prstGeom prst="ellipse">
            <a:avLst/>
          </a:prstGeom>
          <a:solidFill>
            <a:srgbClr val="7F8C97">
              <a:alpha val="48000"/>
            </a:srgbClr>
          </a:solidFill>
          <a:ln w="0">
            <a:noFill/>
            <a:prstDash val="solid"/>
          </a:ln>
        </p:spPr>
      </p:sp>
      <p:sp>
        <p:nvSpPr>
          <p:cNvPr id="2659" name="03_assume_matched_7956">
            <a:extLst>
              <a:ext uri="{FF2B5EF4-FFF2-40B4-BE49-F238E27FC236}">
                <a16:creationId xmlns:a16="http://schemas.microsoft.com/office/drawing/2014/main" id="{824E91D4-AF38-4417-8160-7ACD28429326}"/>
              </a:ext>
            </a:extLst>
          </p:cNvPr>
          <p:cNvSpPr>
            <a:spLocks noGrp="1"/>
          </p:cNvSpPr>
          <p:nvPr/>
        </p:nvSpPr>
        <p:spPr>
          <a:xfrm>
            <a:off x="6083622" y="5274532"/>
            <a:ext cx="28398" cy="28398"/>
          </a:xfrm>
          <a:prstGeom prst="ellipse">
            <a:avLst/>
          </a:prstGeom>
          <a:solidFill>
            <a:srgbClr val="7F8C97">
              <a:alpha val="48000"/>
            </a:srgbClr>
          </a:solidFill>
          <a:ln w="0">
            <a:noFill/>
            <a:prstDash val="solid"/>
          </a:ln>
        </p:spPr>
      </p:sp>
      <p:sp>
        <p:nvSpPr>
          <p:cNvPr id="2660" name="03_assume_matched_7957">
            <a:extLst>
              <a:ext uri="{FF2B5EF4-FFF2-40B4-BE49-F238E27FC236}">
                <a16:creationId xmlns:a16="http://schemas.microsoft.com/office/drawing/2014/main" id="{4ACB71E6-2183-428A-9896-A99A950EB1D2}"/>
              </a:ext>
            </a:extLst>
          </p:cNvPr>
          <p:cNvSpPr>
            <a:spLocks noGrp="1"/>
          </p:cNvSpPr>
          <p:nvPr/>
        </p:nvSpPr>
        <p:spPr>
          <a:xfrm>
            <a:off x="6173997" y="5242040"/>
            <a:ext cx="28398" cy="28398"/>
          </a:xfrm>
          <a:prstGeom prst="ellipse">
            <a:avLst/>
          </a:prstGeom>
          <a:solidFill>
            <a:srgbClr val="7F8C97">
              <a:alpha val="48000"/>
            </a:srgbClr>
          </a:solidFill>
          <a:ln w="0">
            <a:noFill/>
            <a:prstDash val="solid"/>
          </a:ln>
        </p:spPr>
      </p:sp>
      <p:sp>
        <p:nvSpPr>
          <p:cNvPr id="2661" name="03_assume_matched_7958">
            <a:extLst>
              <a:ext uri="{FF2B5EF4-FFF2-40B4-BE49-F238E27FC236}">
                <a16:creationId xmlns:a16="http://schemas.microsoft.com/office/drawing/2014/main" id="{798CECAD-FB05-4279-98C0-65379791F3A0}"/>
              </a:ext>
            </a:extLst>
          </p:cNvPr>
          <p:cNvSpPr>
            <a:spLocks noGrp="1"/>
          </p:cNvSpPr>
          <p:nvPr/>
        </p:nvSpPr>
        <p:spPr>
          <a:xfrm>
            <a:off x="6147086" y="4852127"/>
            <a:ext cx="28398" cy="28398"/>
          </a:xfrm>
          <a:prstGeom prst="ellipse">
            <a:avLst/>
          </a:prstGeom>
          <a:solidFill>
            <a:srgbClr val="7F8C97">
              <a:alpha val="48000"/>
            </a:srgbClr>
          </a:solidFill>
          <a:ln w="0">
            <a:noFill/>
            <a:prstDash val="solid"/>
          </a:ln>
        </p:spPr>
      </p:sp>
      <p:sp>
        <p:nvSpPr>
          <p:cNvPr id="2662" name="03_assume_matched_7959">
            <a:extLst>
              <a:ext uri="{FF2B5EF4-FFF2-40B4-BE49-F238E27FC236}">
                <a16:creationId xmlns:a16="http://schemas.microsoft.com/office/drawing/2014/main" id="{BA264628-E79D-462D-9339-E8A050D25DA4}"/>
              </a:ext>
            </a:extLst>
          </p:cNvPr>
          <p:cNvSpPr>
            <a:spLocks noGrp="1"/>
          </p:cNvSpPr>
          <p:nvPr/>
        </p:nvSpPr>
        <p:spPr>
          <a:xfrm>
            <a:off x="6064914" y="5436996"/>
            <a:ext cx="28398" cy="28398"/>
          </a:xfrm>
          <a:prstGeom prst="ellipse">
            <a:avLst/>
          </a:prstGeom>
          <a:solidFill>
            <a:srgbClr val="7F8C97">
              <a:alpha val="48000"/>
            </a:srgbClr>
          </a:solidFill>
          <a:ln w="0">
            <a:noFill/>
            <a:prstDash val="solid"/>
          </a:ln>
        </p:spPr>
      </p:sp>
      <p:sp>
        <p:nvSpPr>
          <p:cNvPr id="2663" name="03_assume_matched_7960">
            <a:extLst>
              <a:ext uri="{FF2B5EF4-FFF2-40B4-BE49-F238E27FC236}">
                <a16:creationId xmlns:a16="http://schemas.microsoft.com/office/drawing/2014/main" id="{E310245E-6D8C-4D01-A2E4-0CD5C38084CB}"/>
              </a:ext>
            </a:extLst>
          </p:cNvPr>
          <p:cNvSpPr>
            <a:spLocks noGrp="1"/>
          </p:cNvSpPr>
          <p:nvPr/>
        </p:nvSpPr>
        <p:spPr>
          <a:xfrm>
            <a:off x="6072254" y="4852127"/>
            <a:ext cx="28398" cy="28398"/>
          </a:xfrm>
          <a:prstGeom prst="ellipse">
            <a:avLst/>
          </a:prstGeom>
          <a:solidFill>
            <a:srgbClr val="7F8C97">
              <a:alpha val="48000"/>
            </a:srgbClr>
          </a:solidFill>
          <a:ln w="0">
            <a:noFill/>
            <a:prstDash val="solid"/>
          </a:ln>
        </p:spPr>
      </p:sp>
      <p:sp>
        <p:nvSpPr>
          <p:cNvPr id="2664" name="03_assume_matched_7961">
            <a:extLst>
              <a:ext uri="{FF2B5EF4-FFF2-40B4-BE49-F238E27FC236}">
                <a16:creationId xmlns:a16="http://schemas.microsoft.com/office/drawing/2014/main" id="{EEABC13D-E6C0-4CF8-8873-1F44D4AE23A6}"/>
              </a:ext>
            </a:extLst>
          </p:cNvPr>
          <p:cNvSpPr>
            <a:spLocks noGrp="1"/>
          </p:cNvSpPr>
          <p:nvPr/>
        </p:nvSpPr>
        <p:spPr>
          <a:xfrm>
            <a:off x="6083479" y="5242040"/>
            <a:ext cx="28398" cy="28398"/>
          </a:xfrm>
          <a:prstGeom prst="ellipse">
            <a:avLst/>
          </a:prstGeom>
          <a:solidFill>
            <a:srgbClr val="7F8C97">
              <a:alpha val="48000"/>
            </a:srgbClr>
          </a:solidFill>
          <a:ln w="0">
            <a:noFill/>
            <a:prstDash val="solid"/>
          </a:ln>
        </p:spPr>
      </p:sp>
      <p:sp>
        <p:nvSpPr>
          <p:cNvPr id="2665" name="03_assume_matched_7962">
            <a:extLst>
              <a:ext uri="{FF2B5EF4-FFF2-40B4-BE49-F238E27FC236}">
                <a16:creationId xmlns:a16="http://schemas.microsoft.com/office/drawing/2014/main" id="{AA32A5D4-E7BA-4E52-9CFA-CA0DBA3ACAB6}"/>
              </a:ext>
            </a:extLst>
          </p:cNvPr>
          <p:cNvSpPr>
            <a:spLocks noGrp="1"/>
          </p:cNvSpPr>
          <p:nvPr/>
        </p:nvSpPr>
        <p:spPr>
          <a:xfrm>
            <a:off x="6172846" y="5144561"/>
            <a:ext cx="28398" cy="28398"/>
          </a:xfrm>
          <a:prstGeom prst="ellipse">
            <a:avLst/>
          </a:prstGeom>
          <a:solidFill>
            <a:srgbClr val="7F8C97">
              <a:alpha val="48000"/>
            </a:srgbClr>
          </a:solidFill>
          <a:ln w="0">
            <a:noFill/>
            <a:prstDash val="solid"/>
          </a:ln>
        </p:spPr>
      </p:sp>
      <p:sp>
        <p:nvSpPr>
          <p:cNvPr id="2666" name="03_assume_matched_7963">
            <a:extLst>
              <a:ext uri="{FF2B5EF4-FFF2-40B4-BE49-F238E27FC236}">
                <a16:creationId xmlns:a16="http://schemas.microsoft.com/office/drawing/2014/main" id="{56FBD3D1-42C1-4A45-8A24-00B68D247B16}"/>
              </a:ext>
            </a:extLst>
          </p:cNvPr>
          <p:cNvSpPr>
            <a:spLocks noGrp="1"/>
          </p:cNvSpPr>
          <p:nvPr/>
        </p:nvSpPr>
        <p:spPr>
          <a:xfrm>
            <a:off x="6085781" y="4852127"/>
            <a:ext cx="28398" cy="28398"/>
          </a:xfrm>
          <a:prstGeom prst="ellipse">
            <a:avLst/>
          </a:prstGeom>
          <a:solidFill>
            <a:srgbClr val="7F8C97">
              <a:alpha val="48000"/>
            </a:srgbClr>
          </a:solidFill>
          <a:ln w="0">
            <a:noFill/>
            <a:prstDash val="solid"/>
          </a:ln>
        </p:spPr>
      </p:sp>
      <p:sp>
        <p:nvSpPr>
          <p:cNvPr id="2667" name="03_assume_matched_7964">
            <a:extLst>
              <a:ext uri="{FF2B5EF4-FFF2-40B4-BE49-F238E27FC236}">
                <a16:creationId xmlns:a16="http://schemas.microsoft.com/office/drawing/2014/main" id="{36133FD2-C2BC-4595-9D28-CA78EFBD0EF8}"/>
              </a:ext>
            </a:extLst>
          </p:cNvPr>
          <p:cNvSpPr>
            <a:spLocks noGrp="1"/>
          </p:cNvSpPr>
          <p:nvPr/>
        </p:nvSpPr>
        <p:spPr>
          <a:xfrm>
            <a:off x="6164787" y="5177054"/>
            <a:ext cx="28398" cy="28398"/>
          </a:xfrm>
          <a:prstGeom prst="ellipse">
            <a:avLst/>
          </a:prstGeom>
          <a:solidFill>
            <a:srgbClr val="7F8C97">
              <a:alpha val="48000"/>
            </a:srgbClr>
          </a:solidFill>
          <a:ln w="0">
            <a:noFill/>
            <a:prstDash val="solid"/>
          </a:ln>
        </p:spPr>
      </p:sp>
      <p:sp>
        <p:nvSpPr>
          <p:cNvPr id="2668" name="03_assume_matched_7965">
            <a:extLst>
              <a:ext uri="{FF2B5EF4-FFF2-40B4-BE49-F238E27FC236}">
                <a16:creationId xmlns:a16="http://schemas.microsoft.com/office/drawing/2014/main" id="{A768A6D0-40DD-4C55-BF82-EA4DEF067423}"/>
              </a:ext>
            </a:extLst>
          </p:cNvPr>
          <p:cNvSpPr>
            <a:spLocks noGrp="1"/>
          </p:cNvSpPr>
          <p:nvPr/>
        </p:nvSpPr>
        <p:spPr>
          <a:xfrm>
            <a:off x="6165938" y="4852127"/>
            <a:ext cx="28398" cy="28398"/>
          </a:xfrm>
          <a:prstGeom prst="ellipse">
            <a:avLst/>
          </a:prstGeom>
          <a:solidFill>
            <a:srgbClr val="7F8C97">
              <a:alpha val="48000"/>
            </a:srgbClr>
          </a:solidFill>
          <a:ln w="0">
            <a:noFill/>
            <a:prstDash val="solid"/>
          </a:ln>
        </p:spPr>
      </p:sp>
      <p:sp>
        <p:nvSpPr>
          <p:cNvPr id="2669" name="03_assume_matched_7966">
            <a:extLst>
              <a:ext uri="{FF2B5EF4-FFF2-40B4-BE49-F238E27FC236}">
                <a16:creationId xmlns:a16="http://schemas.microsoft.com/office/drawing/2014/main" id="{914AF96B-D81A-4680-A749-BE441E466C6A}"/>
              </a:ext>
            </a:extLst>
          </p:cNvPr>
          <p:cNvSpPr>
            <a:spLocks noGrp="1"/>
          </p:cNvSpPr>
          <p:nvPr/>
        </p:nvSpPr>
        <p:spPr>
          <a:xfrm>
            <a:off x="6169680" y="5436996"/>
            <a:ext cx="28398" cy="28398"/>
          </a:xfrm>
          <a:prstGeom prst="ellipse">
            <a:avLst/>
          </a:prstGeom>
          <a:solidFill>
            <a:srgbClr val="7F8C97">
              <a:alpha val="48000"/>
            </a:srgbClr>
          </a:solidFill>
          <a:ln w="0">
            <a:noFill/>
            <a:prstDash val="solid"/>
          </a:ln>
        </p:spPr>
      </p:sp>
      <p:sp>
        <p:nvSpPr>
          <p:cNvPr id="2670" name="03_assume_matched_7967">
            <a:extLst>
              <a:ext uri="{FF2B5EF4-FFF2-40B4-BE49-F238E27FC236}">
                <a16:creationId xmlns:a16="http://schemas.microsoft.com/office/drawing/2014/main" id="{E7BB585A-B9CD-4C3E-9CEF-827473C5F377}"/>
              </a:ext>
            </a:extLst>
          </p:cNvPr>
          <p:cNvSpPr>
            <a:spLocks noGrp="1"/>
          </p:cNvSpPr>
          <p:nvPr/>
        </p:nvSpPr>
        <p:spPr>
          <a:xfrm>
            <a:off x="6086932" y="5242040"/>
            <a:ext cx="28398" cy="28398"/>
          </a:xfrm>
          <a:prstGeom prst="ellipse">
            <a:avLst/>
          </a:prstGeom>
          <a:solidFill>
            <a:srgbClr val="7F8C97">
              <a:alpha val="48000"/>
            </a:srgbClr>
          </a:solidFill>
          <a:ln w="0">
            <a:noFill/>
            <a:prstDash val="solid"/>
          </a:ln>
        </p:spPr>
      </p:sp>
      <p:sp>
        <p:nvSpPr>
          <p:cNvPr id="2671" name="03_assume_matched_7968">
            <a:extLst>
              <a:ext uri="{FF2B5EF4-FFF2-40B4-BE49-F238E27FC236}">
                <a16:creationId xmlns:a16="http://schemas.microsoft.com/office/drawing/2014/main" id="{2E19B937-3BA7-4375-9824-FB7641F8E1BE}"/>
              </a:ext>
            </a:extLst>
          </p:cNvPr>
          <p:cNvSpPr>
            <a:spLocks noGrp="1"/>
          </p:cNvSpPr>
          <p:nvPr/>
        </p:nvSpPr>
        <p:spPr>
          <a:xfrm>
            <a:off x="6065202" y="4852127"/>
            <a:ext cx="28398" cy="28398"/>
          </a:xfrm>
          <a:prstGeom prst="ellipse">
            <a:avLst/>
          </a:prstGeom>
          <a:solidFill>
            <a:srgbClr val="7F8C97">
              <a:alpha val="48000"/>
            </a:srgbClr>
          </a:solidFill>
          <a:ln w="0">
            <a:noFill/>
            <a:prstDash val="solid"/>
          </a:ln>
        </p:spPr>
      </p:sp>
      <p:sp>
        <p:nvSpPr>
          <p:cNvPr id="2672" name="03_assume_matched_7969">
            <a:extLst>
              <a:ext uri="{FF2B5EF4-FFF2-40B4-BE49-F238E27FC236}">
                <a16:creationId xmlns:a16="http://schemas.microsoft.com/office/drawing/2014/main" id="{CFE56BD0-E706-493F-8554-8378E49A6B55}"/>
              </a:ext>
            </a:extLst>
          </p:cNvPr>
          <p:cNvSpPr>
            <a:spLocks noGrp="1"/>
          </p:cNvSpPr>
          <p:nvPr/>
        </p:nvSpPr>
        <p:spPr>
          <a:xfrm>
            <a:off x="6148957" y="5436996"/>
            <a:ext cx="28398" cy="28398"/>
          </a:xfrm>
          <a:prstGeom prst="ellipse">
            <a:avLst/>
          </a:prstGeom>
          <a:solidFill>
            <a:srgbClr val="7F8C97">
              <a:alpha val="48000"/>
            </a:srgbClr>
          </a:solidFill>
          <a:ln w="0">
            <a:noFill/>
            <a:prstDash val="solid"/>
          </a:ln>
        </p:spPr>
      </p:sp>
      <p:sp>
        <p:nvSpPr>
          <p:cNvPr id="2673" name="03_assume_matched_7970">
            <a:extLst>
              <a:ext uri="{FF2B5EF4-FFF2-40B4-BE49-F238E27FC236}">
                <a16:creationId xmlns:a16="http://schemas.microsoft.com/office/drawing/2014/main" id="{0D1FAB8F-A5B1-44D7-B009-3582C7A6F3B7}"/>
              </a:ext>
            </a:extLst>
          </p:cNvPr>
          <p:cNvSpPr>
            <a:spLocks noGrp="1"/>
          </p:cNvSpPr>
          <p:nvPr/>
        </p:nvSpPr>
        <p:spPr>
          <a:xfrm>
            <a:off x="6058438" y="4852127"/>
            <a:ext cx="28398" cy="28398"/>
          </a:xfrm>
          <a:prstGeom prst="ellipse">
            <a:avLst/>
          </a:prstGeom>
          <a:solidFill>
            <a:srgbClr val="7F8C97">
              <a:alpha val="48000"/>
            </a:srgbClr>
          </a:solidFill>
          <a:ln w="0">
            <a:noFill/>
            <a:prstDash val="solid"/>
          </a:ln>
        </p:spPr>
      </p:sp>
      <p:sp>
        <p:nvSpPr>
          <p:cNvPr id="2674" name="03_assume_matched_7971">
            <a:extLst>
              <a:ext uri="{FF2B5EF4-FFF2-40B4-BE49-F238E27FC236}">
                <a16:creationId xmlns:a16="http://schemas.microsoft.com/office/drawing/2014/main" id="{EFC3E432-2C26-471F-865C-6BD33F079568}"/>
              </a:ext>
            </a:extLst>
          </p:cNvPr>
          <p:cNvSpPr>
            <a:spLocks noGrp="1"/>
          </p:cNvSpPr>
          <p:nvPr/>
        </p:nvSpPr>
        <p:spPr>
          <a:xfrm>
            <a:off x="6152555" y="4852127"/>
            <a:ext cx="28398" cy="28398"/>
          </a:xfrm>
          <a:prstGeom prst="ellipse">
            <a:avLst/>
          </a:prstGeom>
          <a:solidFill>
            <a:srgbClr val="7F8C97">
              <a:alpha val="48000"/>
            </a:srgbClr>
          </a:solidFill>
          <a:ln w="0">
            <a:noFill/>
            <a:prstDash val="solid"/>
          </a:ln>
        </p:spPr>
      </p:sp>
      <p:sp>
        <p:nvSpPr>
          <p:cNvPr id="2675" name="03_assume_matched_7972">
            <a:extLst>
              <a:ext uri="{FF2B5EF4-FFF2-40B4-BE49-F238E27FC236}">
                <a16:creationId xmlns:a16="http://schemas.microsoft.com/office/drawing/2014/main" id="{E0766369-6809-4083-B133-243BD7635287}"/>
              </a:ext>
            </a:extLst>
          </p:cNvPr>
          <p:cNvSpPr>
            <a:spLocks noGrp="1"/>
          </p:cNvSpPr>
          <p:nvPr/>
        </p:nvSpPr>
        <p:spPr>
          <a:xfrm>
            <a:off x="6059734" y="5436996"/>
            <a:ext cx="28398" cy="28398"/>
          </a:xfrm>
          <a:prstGeom prst="ellipse">
            <a:avLst/>
          </a:prstGeom>
          <a:solidFill>
            <a:srgbClr val="7F8C97">
              <a:alpha val="48000"/>
            </a:srgbClr>
          </a:solidFill>
          <a:ln w="0">
            <a:noFill/>
            <a:prstDash val="solid"/>
          </a:ln>
        </p:spPr>
      </p:sp>
      <p:sp>
        <p:nvSpPr>
          <p:cNvPr id="2676" name="03_assume_matched_7973">
            <a:extLst>
              <a:ext uri="{FF2B5EF4-FFF2-40B4-BE49-F238E27FC236}">
                <a16:creationId xmlns:a16="http://schemas.microsoft.com/office/drawing/2014/main" id="{C7411929-2C38-4F20-9252-B05A178BD19E}"/>
              </a:ext>
            </a:extLst>
          </p:cNvPr>
          <p:cNvSpPr>
            <a:spLocks noGrp="1"/>
          </p:cNvSpPr>
          <p:nvPr/>
        </p:nvSpPr>
        <p:spPr>
          <a:xfrm>
            <a:off x="6180185" y="4852127"/>
            <a:ext cx="28398" cy="28398"/>
          </a:xfrm>
          <a:prstGeom prst="ellipse">
            <a:avLst/>
          </a:prstGeom>
          <a:solidFill>
            <a:srgbClr val="7F8C97">
              <a:alpha val="48000"/>
            </a:srgbClr>
          </a:solidFill>
          <a:ln w="0">
            <a:noFill/>
            <a:prstDash val="solid"/>
          </a:ln>
        </p:spPr>
      </p:sp>
      <p:sp>
        <p:nvSpPr>
          <p:cNvPr id="2677" name="03_assume_matched_7974">
            <a:extLst>
              <a:ext uri="{FF2B5EF4-FFF2-40B4-BE49-F238E27FC236}">
                <a16:creationId xmlns:a16="http://schemas.microsoft.com/office/drawing/2014/main" id="{B886B5FF-FEE4-43B8-B8BE-1C45C3547C1A}"/>
              </a:ext>
            </a:extLst>
          </p:cNvPr>
          <p:cNvSpPr>
            <a:spLocks noGrp="1"/>
          </p:cNvSpPr>
          <p:nvPr/>
        </p:nvSpPr>
        <p:spPr>
          <a:xfrm>
            <a:off x="6158167" y="4852127"/>
            <a:ext cx="28398" cy="28398"/>
          </a:xfrm>
          <a:prstGeom prst="ellipse">
            <a:avLst/>
          </a:prstGeom>
          <a:solidFill>
            <a:srgbClr val="7F8C97">
              <a:alpha val="48000"/>
            </a:srgbClr>
          </a:solidFill>
          <a:ln w="0">
            <a:noFill/>
            <a:prstDash val="solid"/>
          </a:ln>
        </p:spPr>
      </p:sp>
      <p:sp>
        <p:nvSpPr>
          <p:cNvPr id="2678" name="03_assume_matched_7975">
            <a:extLst>
              <a:ext uri="{FF2B5EF4-FFF2-40B4-BE49-F238E27FC236}">
                <a16:creationId xmlns:a16="http://schemas.microsoft.com/office/drawing/2014/main" id="{B6F1FC2A-FD17-4F15-B3CC-43845DD97355}"/>
              </a:ext>
            </a:extLst>
          </p:cNvPr>
          <p:cNvSpPr>
            <a:spLocks noGrp="1"/>
          </p:cNvSpPr>
          <p:nvPr/>
        </p:nvSpPr>
        <p:spPr>
          <a:xfrm>
            <a:off x="6106072" y="4852127"/>
            <a:ext cx="28398" cy="28398"/>
          </a:xfrm>
          <a:prstGeom prst="ellipse">
            <a:avLst/>
          </a:prstGeom>
          <a:solidFill>
            <a:srgbClr val="7F8C97">
              <a:alpha val="48000"/>
            </a:srgbClr>
          </a:solidFill>
          <a:ln w="0">
            <a:noFill/>
            <a:prstDash val="solid"/>
          </a:ln>
        </p:spPr>
      </p:sp>
      <p:sp>
        <p:nvSpPr>
          <p:cNvPr id="2679" name="03_assume_matched_7976">
            <a:extLst>
              <a:ext uri="{FF2B5EF4-FFF2-40B4-BE49-F238E27FC236}">
                <a16:creationId xmlns:a16="http://schemas.microsoft.com/office/drawing/2014/main" id="{4F5DE9FD-6B85-4890-A5D4-B68D70C9C25E}"/>
              </a:ext>
            </a:extLst>
          </p:cNvPr>
          <p:cNvSpPr>
            <a:spLocks noGrp="1"/>
          </p:cNvSpPr>
          <p:nvPr/>
        </p:nvSpPr>
        <p:spPr>
          <a:xfrm>
            <a:off x="6081752" y="4852127"/>
            <a:ext cx="28398" cy="28398"/>
          </a:xfrm>
          <a:prstGeom prst="ellipse">
            <a:avLst/>
          </a:prstGeom>
          <a:solidFill>
            <a:srgbClr val="7F8C97">
              <a:alpha val="48000"/>
            </a:srgbClr>
          </a:solidFill>
          <a:ln w="0">
            <a:noFill/>
            <a:prstDash val="solid"/>
          </a:ln>
        </p:spPr>
      </p:sp>
      <p:sp>
        <p:nvSpPr>
          <p:cNvPr id="2680" name="03_assume_matched_7977">
            <a:extLst>
              <a:ext uri="{FF2B5EF4-FFF2-40B4-BE49-F238E27FC236}">
                <a16:creationId xmlns:a16="http://schemas.microsoft.com/office/drawing/2014/main" id="{1C0A85A3-429F-41BF-AC30-40665D2C3F66}"/>
              </a:ext>
            </a:extLst>
          </p:cNvPr>
          <p:cNvSpPr>
            <a:spLocks noGrp="1"/>
          </p:cNvSpPr>
          <p:nvPr/>
        </p:nvSpPr>
        <p:spPr>
          <a:xfrm>
            <a:off x="6184215" y="5436996"/>
            <a:ext cx="28398" cy="28398"/>
          </a:xfrm>
          <a:prstGeom prst="ellipse">
            <a:avLst/>
          </a:prstGeom>
          <a:solidFill>
            <a:srgbClr val="7F8C97">
              <a:alpha val="48000"/>
            </a:srgbClr>
          </a:solidFill>
          <a:ln w="0">
            <a:noFill/>
            <a:prstDash val="solid"/>
          </a:ln>
        </p:spPr>
      </p:sp>
      <p:sp>
        <p:nvSpPr>
          <p:cNvPr id="2681" name="03_assume_matched_7978">
            <a:extLst>
              <a:ext uri="{FF2B5EF4-FFF2-40B4-BE49-F238E27FC236}">
                <a16:creationId xmlns:a16="http://schemas.microsoft.com/office/drawing/2014/main" id="{D0A2EF8F-9AA0-4A24-AFD9-2EE3D1528B49}"/>
              </a:ext>
            </a:extLst>
          </p:cNvPr>
          <p:cNvSpPr>
            <a:spLocks noGrp="1"/>
          </p:cNvSpPr>
          <p:nvPr/>
        </p:nvSpPr>
        <p:spPr>
          <a:xfrm>
            <a:off x="6131976" y="4852127"/>
            <a:ext cx="28398" cy="28398"/>
          </a:xfrm>
          <a:prstGeom prst="ellipse">
            <a:avLst/>
          </a:prstGeom>
          <a:solidFill>
            <a:srgbClr val="7F8C97">
              <a:alpha val="48000"/>
            </a:srgbClr>
          </a:solidFill>
          <a:ln w="0">
            <a:noFill/>
            <a:prstDash val="solid"/>
          </a:ln>
        </p:spPr>
      </p:sp>
      <p:sp>
        <p:nvSpPr>
          <p:cNvPr id="2682" name="03_assume_matched_7979">
            <a:extLst>
              <a:ext uri="{FF2B5EF4-FFF2-40B4-BE49-F238E27FC236}">
                <a16:creationId xmlns:a16="http://schemas.microsoft.com/office/drawing/2014/main" id="{1783B6A3-1A63-4C79-8524-4D603E6E60C6}"/>
              </a:ext>
            </a:extLst>
          </p:cNvPr>
          <p:cNvSpPr>
            <a:spLocks noGrp="1"/>
          </p:cNvSpPr>
          <p:nvPr/>
        </p:nvSpPr>
        <p:spPr>
          <a:xfrm>
            <a:off x="6164787" y="5436996"/>
            <a:ext cx="28398" cy="28398"/>
          </a:xfrm>
          <a:prstGeom prst="ellipse">
            <a:avLst/>
          </a:prstGeom>
          <a:solidFill>
            <a:srgbClr val="7F8C97">
              <a:alpha val="48000"/>
            </a:srgbClr>
          </a:solidFill>
          <a:ln w="0">
            <a:noFill/>
            <a:prstDash val="solid"/>
          </a:ln>
        </p:spPr>
      </p:sp>
      <p:sp>
        <p:nvSpPr>
          <p:cNvPr id="2683" name="03_assume_matched_7980">
            <a:extLst>
              <a:ext uri="{FF2B5EF4-FFF2-40B4-BE49-F238E27FC236}">
                <a16:creationId xmlns:a16="http://schemas.microsoft.com/office/drawing/2014/main" id="{686C4A62-39F2-4372-8280-49BA5519FDDF}"/>
              </a:ext>
            </a:extLst>
          </p:cNvPr>
          <p:cNvSpPr>
            <a:spLocks noGrp="1"/>
          </p:cNvSpPr>
          <p:nvPr/>
        </p:nvSpPr>
        <p:spPr>
          <a:xfrm>
            <a:off x="6063907" y="4852127"/>
            <a:ext cx="28398" cy="28398"/>
          </a:xfrm>
          <a:prstGeom prst="ellipse">
            <a:avLst/>
          </a:prstGeom>
          <a:solidFill>
            <a:srgbClr val="7F8C97">
              <a:alpha val="48000"/>
            </a:srgbClr>
          </a:solidFill>
          <a:ln w="0">
            <a:noFill/>
            <a:prstDash val="solid"/>
          </a:ln>
        </p:spPr>
      </p:sp>
      <p:sp>
        <p:nvSpPr>
          <p:cNvPr id="2684" name="03_assume_matched_7981">
            <a:extLst>
              <a:ext uri="{FF2B5EF4-FFF2-40B4-BE49-F238E27FC236}">
                <a16:creationId xmlns:a16="http://schemas.microsoft.com/office/drawing/2014/main" id="{C98325B5-133B-4379-B1D4-CC662980F1FA}"/>
              </a:ext>
            </a:extLst>
          </p:cNvPr>
          <p:cNvSpPr>
            <a:spLocks noGrp="1"/>
          </p:cNvSpPr>
          <p:nvPr/>
        </p:nvSpPr>
        <p:spPr>
          <a:xfrm>
            <a:off x="6155865" y="5144561"/>
            <a:ext cx="28398" cy="28398"/>
          </a:xfrm>
          <a:prstGeom prst="ellipse">
            <a:avLst/>
          </a:prstGeom>
          <a:solidFill>
            <a:srgbClr val="7F8C97">
              <a:alpha val="48000"/>
            </a:srgbClr>
          </a:solidFill>
          <a:ln w="0">
            <a:noFill/>
            <a:prstDash val="solid"/>
          </a:ln>
        </p:spPr>
      </p:sp>
      <p:sp>
        <p:nvSpPr>
          <p:cNvPr id="2685" name="03_assume_matched_7982">
            <a:extLst>
              <a:ext uri="{FF2B5EF4-FFF2-40B4-BE49-F238E27FC236}">
                <a16:creationId xmlns:a16="http://schemas.microsoft.com/office/drawing/2014/main" id="{564571A2-47DD-4715-AA37-D354F6DFB60A}"/>
              </a:ext>
            </a:extLst>
          </p:cNvPr>
          <p:cNvSpPr>
            <a:spLocks noGrp="1"/>
          </p:cNvSpPr>
          <p:nvPr/>
        </p:nvSpPr>
        <p:spPr>
          <a:xfrm>
            <a:off x="6134998" y="4949605"/>
            <a:ext cx="28398" cy="28398"/>
          </a:xfrm>
          <a:prstGeom prst="ellipse">
            <a:avLst/>
          </a:prstGeom>
          <a:solidFill>
            <a:srgbClr val="7F8C97">
              <a:alpha val="48000"/>
            </a:srgbClr>
          </a:solidFill>
          <a:ln w="0">
            <a:noFill/>
            <a:prstDash val="solid"/>
          </a:ln>
        </p:spPr>
      </p:sp>
      <p:sp>
        <p:nvSpPr>
          <p:cNvPr id="2686" name="03_assume_matched_7983">
            <a:extLst>
              <a:ext uri="{FF2B5EF4-FFF2-40B4-BE49-F238E27FC236}">
                <a16:creationId xmlns:a16="http://schemas.microsoft.com/office/drawing/2014/main" id="{F01E4F05-4F36-4398-BC39-0E39F87A350C}"/>
              </a:ext>
            </a:extLst>
          </p:cNvPr>
          <p:cNvSpPr>
            <a:spLocks noGrp="1"/>
          </p:cNvSpPr>
          <p:nvPr/>
        </p:nvSpPr>
        <p:spPr>
          <a:xfrm>
            <a:off x="6043616" y="4852127"/>
            <a:ext cx="28398" cy="28398"/>
          </a:xfrm>
          <a:prstGeom prst="ellipse">
            <a:avLst/>
          </a:prstGeom>
          <a:solidFill>
            <a:srgbClr val="7F8C97">
              <a:alpha val="48000"/>
            </a:srgbClr>
          </a:solidFill>
          <a:ln w="0">
            <a:noFill/>
            <a:prstDash val="solid"/>
          </a:ln>
        </p:spPr>
      </p:sp>
      <p:sp>
        <p:nvSpPr>
          <p:cNvPr id="2687" name="03_assume_matched_7984">
            <a:extLst>
              <a:ext uri="{FF2B5EF4-FFF2-40B4-BE49-F238E27FC236}">
                <a16:creationId xmlns:a16="http://schemas.microsoft.com/office/drawing/2014/main" id="{07AB3B09-9851-4154-832A-566E4BC02A3C}"/>
              </a:ext>
            </a:extLst>
          </p:cNvPr>
          <p:cNvSpPr>
            <a:spLocks noGrp="1"/>
          </p:cNvSpPr>
          <p:nvPr/>
        </p:nvSpPr>
        <p:spPr>
          <a:xfrm>
            <a:off x="6102906" y="5436996"/>
            <a:ext cx="28398" cy="28398"/>
          </a:xfrm>
          <a:prstGeom prst="ellipse">
            <a:avLst/>
          </a:prstGeom>
          <a:solidFill>
            <a:srgbClr val="7F8C97">
              <a:alpha val="48000"/>
            </a:srgbClr>
          </a:solidFill>
          <a:ln w="0">
            <a:noFill/>
            <a:prstDash val="solid"/>
          </a:ln>
        </p:spPr>
      </p:sp>
      <p:sp>
        <p:nvSpPr>
          <p:cNvPr id="2688" name="03_assume_matched_7985">
            <a:extLst>
              <a:ext uri="{FF2B5EF4-FFF2-40B4-BE49-F238E27FC236}">
                <a16:creationId xmlns:a16="http://schemas.microsoft.com/office/drawing/2014/main" id="{0437F59A-CF6D-4C0C-89F8-1E1538AE8F69}"/>
              </a:ext>
            </a:extLst>
          </p:cNvPr>
          <p:cNvSpPr>
            <a:spLocks noGrp="1"/>
          </p:cNvSpPr>
          <p:nvPr/>
        </p:nvSpPr>
        <p:spPr>
          <a:xfrm>
            <a:off x="6085062" y="5436996"/>
            <a:ext cx="28398" cy="28398"/>
          </a:xfrm>
          <a:prstGeom prst="ellipse">
            <a:avLst/>
          </a:prstGeom>
          <a:solidFill>
            <a:srgbClr val="7F8C97">
              <a:alpha val="48000"/>
            </a:srgbClr>
          </a:solidFill>
          <a:ln w="0">
            <a:noFill/>
            <a:prstDash val="solid"/>
          </a:ln>
        </p:spPr>
      </p:sp>
      <p:sp>
        <p:nvSpPr>
          <p:cNvPr id="2689" name="03_assume_matched_7986">
            <a:extLst>
              <a:ext uri="{FF2B5EF4-FFF2-40B4-BE49-F238E27FC236}">
                <a16:creationId xmlns:a16="http://schemas.microsoft.com/office/drawing/2014/main" id="{E7D963DA-D18A-4055-8076-C323D6A78D5A}"/>
              </a:ext>
            </a:extLst>
          </p:cNvPr>
          <p:cNvSpPr>
            <a:spLocks noGrp="1"/>
          </p:cNvSpPr>
          <p:nvPr/>
        </p:nvSpPr>
        <p:spPr>
          <a:xfrm>
            <a:off x="6117297" y="4852127"/>
            <a:ext cx="28398" cy="28398"/>
          </a:xfrm>
          <a:prstGeom prst="ellipse">
            <a:avLst/>
          </a:prstGeom>
          <a:solidFill>
            <a:srgbClr val="7F8C97">
              <a:alpha val="48000"/>
            </a:srgbClr>
          </a:solidFill>
          <a:ln w="0">
            <a:noFill/>
            <a:prstDash val="solid"/>
          </a:ln>
        </p:spPr>
      </p:sp>
      <p:sp>
        <p:nvSpPr>
          <p:cNvPr id="2690" name="03_assume_matched_7987">
            <a:extLst>
              <a:ext uri="{FF2B5EF4-FFF2-40B4-BE49-F238E27FC236}">
                <a16:creationId xmlns:a16="http://schemas.microsoft.com/office/drawing/2014/main" id="{FD3E6DE9-B233-4714-BD93-0F857FA3E5F9}"/>
              </a:ext>
            </a:extLst>
          </p:cNvPr>
          <p:cNvSpPr>
            <a:spLocks noGrp="1"/>
          </p:cNvSpPr>
          <p:nvPr/>
        </p:nvSpPr>
        <p:spPr>
          <a:xfrm>
            <a:off x="6099165" y="5388257"/>
            <a:ext cx="28398" cy="28398"/>
          </a:xfrm>
          <a:prstGeom prst="ellipse">
            <a:avLst/>
          </a:prstGeom>
          <a:solidFill>
            <a:srgbClr val="7F8C97">
              <a:alpha val="48000"/>
            </a:srgbClr>
          </a:solidFill>
          <a:ln w="0">
            <a:noFill/>
            <a:prstDash val="solid"/>
          </a:ln>
        </p:spPr>
      </p:sp>
      <p:sp>
        <p:nvSpPr>
          <p:cNvPr id="2691" name="03_assume_matched_7988">
            <a:extLst>
              <a:ext uri="{FF2B5EF4-FFF2-40B4-BE49-F238E27FC236}">
                <a16:creationId xmlns:a16="http://schemas.microsoft.com/office/drawing/2014/main" id="{10347B75-99BE-41FB-95FD-B99C0DD48377}"/>
              </a:ext>
            </a:extLst>
          </p:cNvPr>
          <p:cNvSpPr>
            <a:spLocks noGrp="1"/>
          </p:cNvSpPr>
          <p:nvPr/>
        </p:nvSpPr>
        <p:spPr>
          <a:xfrm>
            <a:off x="6161333" y="5290779"/>
            <a:ext cx="28398" cy="28398"/>
          </a:xfrm>
          <a:prstGeom prst="ellipse">
            <a:avLst/>
          </a:prstGeom>
          <a:solidFill>
            <a:srgbClr val="7F8C97">
              <a:alpha val="48000"/>
            </a:srgbClr>
          </a:solidFill>
          <a:ln w="0">
            <a:noFill/>
            <a:prstDash val="solid"/>
          </a:ln>
        </p:spPr>
      </p:sp>
      <p:sp>
        <p:nvSpPr>
          <p:cNvPr id="2692" name="03_assume_matched_7989">
            <a:extLst>
              <a:ext uri="{FF2B5EF4-FFF2-40B4-BE49-F238E27FC236}">
                <a16:creationId xmlns:a16="http://schemas.microsoft.com/office/drawing/2014/main" id="{344A8B57-C1E1-4045-9DFF-17AE95133BCE}"/>
              </a:ext>
            </a:extLst>
          </p:cNvPr>
          <p:cNvSpPr>
            <a:spLocks noGrp="1"/>
          </p:cNvSpPr>
          <p:nvPr/>
        </p:nvSpPr>
        <p:spPr>
          <a:xfrm>
            <a:off x="6059446" y="4852127"/>
            <a:ext cx="28398" cy="28398"/>
          </a:xfrm>
          <a:prstGeom prst="ellipse">
            <a:avLst/>
          </a:prstGeom>
          <a:solidFill>
            <a:srgbClr val="7F8C97">
              <a:alpha val="48000"/>
            </a:srgbClr>
          </a:solidFill>
          <a:ln w="0">
            <a:noFill/>
            <a:prstDash val="solid"/>
          </a:ln>
        </p:spPr>
      </p:sp>
      <p:sp>
        <p:nvSpPr>
          <p:cNvPr id="2693" name="03_assume_matched_7990">
            <a:extLst>
              <a:ext uri="{FF2B5EF4-FFF2-40B4-BE49-F238E27FC236}">
                <a16:creationId xmlns:a16="http://schemas.microsoft.com/office/drawing/2014/main" id="{59FD71EA-4057-4F8E-9FC5-4BD3E67B51FB}"/>
              </a:ext>
            </a:extLst>
          </p:cNvPr>
          <p:cNvSpPr>
            <a:spLocks noGrp="1"/>
          </p:cNvSpPr>
          <p:nvPr/>
        </p:nvSpPr>
        <p:spPr>
          <a:xfrm>
            <a:off x="6066066" y="4852127"/>
            <a:ext cx="28398" cy="28398"/>
          </a:xfrm>
          <a:prstGeom prst="ellipse">
            <a:avLst/>
          </a:prstGeom>
          <a:solidFill>
            <a:srgbClr val="7F8C97">
              <a:alpha val="48000"/>
            </a:srgbClr>
          </a:solidFill>
          <a:ln w="0">
            <a:noFill/>
            <a:prstDash val="solid"/>
          </a:ln>
        </p:spPr>
      </p:sp>
      <p:sp>
        <p:nvSpPr>
          <p:cNvPr id="2694" name="03_assume_matched_7991">
            <a:extLst>
              <a:ext uri="{FF2B5EF4-FFF2-40B4-BE49-F238E27FC236}">
                <a16:creationId xmlns:a16="http://schemas.microsoft.com/office/drawing/2014/main" id="{38902BF7-4BAF-4981-909C-B8F44AB26972}"/>
              </a:ext>
            </a:extLst>
          </p:cNvPr>
          <p:cNvSpPr>
            <a:spLocks noGrp="1"/>
          </p:cNvSpPr>
          <p:nvPr/>
        </p:nvSpPr>
        <p:spPr>
          <a:xfrm>
            <a:off x="6125932" y="4852127"/>
            <a:ext cx="28398" cy="28398"/>
          </a:xfrm>
          <a:prstGeom prst="ellipse">
            <a:avLst/>
          </a:prstGeom>
          <a:solidFill>
            <a:srgbClr val="7F8C97">
              <a:alpha val="48000"/>
            </a:srgbClr>
          </a:solidFill>
          <a:ln w="0">
            <a:noFill/>
            <a:prstDash val="solid"/>
          </a:ln>
        </p:spPr>
      </p:sp>
      <p:sp>
        <p:nvSpPr>
          <p:cNvPr id="2695" name="03_assume_matched_7992">
            <a:extLst>
              <a:ext uri="{FF2B5EF4-FFF2-40B4-BE49-F238E27FC236}">
                <a16:creationId xmlns:a16="http://schemas.microsoft.com/office/drawing/2014/main" id="{0F55CC8A-E33B-4CB8-B003-89BCDA2B7CBE}"/>
              </a:ext>
            </a:extLst>
          </p:cNvPr>
          <p:cNvSpPr>
            <a:spLocks noGrp="1"/>
          </p:cNvSpPr>
          <p:nvPr/>
        </p:nvSpPr>
        <p:spPr>
          <a:xfrm>
            <a:off x="6124637" y="4852127"/>
            <a:ext cx="28398" cy="28398"/>
          </a:xfrm>
          <a:prstGeom prst="ellipse">
            <a:avLst/>
          </a:prstGeom>
          <a:solidFill>
            <a:srgbClr val="7F8C97">
              <a:alpha val="48000"/>
            </a:srgbClr>
          </a:solidFill>
          <a:ln w="0">
            <a:noFill/>
            <a:prstDash val="solid"/>
          </a:ln>
        </p:spPr>
      </p:sp>
      <p:sp>
        <p:nvSpPr>
          <p:cNvPr id="2696" name="03_assume_matched_7993">
            <a:extLst>
              <a:ext uri="{FF2B5EF4-FFF2-40B4-BE49-F238E27FC236}">
                <a16:creationId xmlns:a16="http://schemas.microsoft.com/office/drawing/2014/main" id="{1A28AF53-9547-41F2-8AA7-827E0143E373}"/>
              </a:ext>
            </a:extLst>
          </p:cNvPr>
          <p:cNvSpPr>
            <a:spLocks noGrp="1"/>
          </p:cNvSpPr>
          <p:nvPr/>
        </p:nvSpPr>
        <p:spPr>
          <a:xfrm>
            <a:off x="6171407" y="4852127"/>
            <a:ext cx="28398" cy="28398"/>
          </a:xfrm>
          <a:prstGeom prst="ellipse">
            <a:avLst/>
          </a:prstGeom>
          <a:solidFill>
            <a:srgbClr val="7F8C97">
              <a:alpha val="48000"/>
            </a:srgbClr>
          </a:solidFill>
          <a:ln w="0">
            <a:noFill/>
            <a:prstDash val="solid"/>
          </a:ln>
        </p:spPr>
      </p:sp>
      <p:sp>
        <p:nvSpPr>
          <p:cNvPr id="2697" name="03_assume_matched_7994">
            <a:extLst>
              <a:ext uri="{FF2B5EF4-FFF2-40B4-BE49-F238E27FC236}">
                <a16:creationId xmlns:a16="http://schemas.microsoft.com/office/drawing/2014/main" id="{6B7A2FC5-552E-4312-A3E9-0A119C1FD346}"/>
              </a:ext>
            </a:extLst>
          </p:cNvPr>
          <p:cNvSpPr>
            <a:spLocks noGrp="1"/>
          </p:cNvSpPr>
          <p:nvPr/>
        </p:nvSpPr>
        <p:spPr>
          <a:xfrm>
            <a:off x="6149677" y="4852127"/>
            <a:ext cx="28398" cy="28398"/>
          </a:xfrm>
          <a:prstGeom prst="ellipse">
            <a:avLst/>
          </a:prstGeom>
          <a:solidFill>
            <a:srgbClr val="7F8C97">
              <a:alpha val="48000"/>
            </a:srgbClr>
          </a:solidFill>
          <a:ln w="0">
            <a:noFill/>
            <a:prstDash val="solid"/>
          </a:ln>
        </p:spPr>
      </p:sp>
      <p:sp>
        <p:nvSpPr>
          <p:cNvPr id="2698" name="03_assume_matched_7995">
            <a:extLst>
              <a:ext uri="{FF2B5EF4-FFF2-40B4-BE49-F238E27FC236}">
                <a16:creationId xmlns:a16="http://schemas.microsoft.com/office/drawing/2014/main" id="{3BDBB222-DE67-42DC-B75E-F021D09D70E0}"/>
              </a:ext>
            </a:extLst>
          </p:cNvPr>
          <p:cNvSpPr>
            <a:spLocks noGrp="1"/>
          </p:cNvSpPr>
          <p:nvPr/>
        </p:nvSpPr>
        <p:spPr>
          <a:xfrm>
            <a:off x="6081752" y="5436996"/>
            <a:ext cx="28398" cy="28398"/>
          </a:xfrm>
          <a:prstGeom prst="ellipse">
            <a:avLst/>
          </a:prstGeom>
          <a:solidFill>
            <a:srgbClr val="7F8C97">
              <a:alpha val="48000"/>
            </a:srgbClr>
          </a:solidFill>
          <a:ln w="0">
            <a:noFill/>
            <a:prstDash val="solid"/>
          </a:ln>
        </p:spPr>
      </p:sp>
      <p:sp>
        <p:nvSpPr>
          <p:cNvPr id="2699" name="03_assume_matched_7996">
            <a:extLst>
              <a:ext uri="{FF2B5EF4-FFF2-40B4-BE49-F238E27FC236}">
                <a16:creationId xmlns:a16="http://schemas.microsoft.com/office/drawing/2014/main" id="{C9F192A3-515A-4035-9815-04192AAF4EBD}"/>
              </a:ext>
            </a:extLst>
          </p:cNvPr>
          <p:cNvSpPr>
            <a:spLocks noGrp="1"/>
          </p:cNvSpPr>
          <p:nvPr/>
        </p:nvSpPr>
        <p:spPr>
          <a:xfrm>
            <a:off x="6152555" y="5436996"/>
            <a:ext cx="28398" cy="28398"/>
          </a:xfrm>
          <a:prstGeom prst="ellipse">
            <a:avLst/>
          </a:prstGeom>
          <a:solidFill>
            <a:srgbClr val="7F8C97">
              <a:alpha val="48000"/>
            </a:srgbClr>
          </a:solidFill>
          <a:ln w="0">
            <a:noFill/>
            <a:prstDash val="solid"/>
          </a:ln>
        </p:spPr>
      </p:sp>
      <p:sp>
        <p:nvSpPr>
          <p:cNvPr id="2700" name="03_assume_matched_7997">
            <a:extLst>
              <a:ext uri="{FF2B5EF4-FFF2-40B4-BE49-F238E27FC236}">
                <a16:creationId xmlns:a16="http://schemas.microsoft.com/office/drawing/2014/main" id="{60E09D6E-0ADE-4875-8293-1E3DCBAA056D}"/>
              </a:ext>
            </a:extLst>
          </p:cNvPr>
          <p:cNvSpPr>
            <a:spLocks noGrp="1"/>
          </p:cNvSpPr>
          <p:nvPr/>
        </p:nvSpPr>
        <p:spPr>
          <a:xfrm>
            <a:off x="6140898" y="4852127"/>
            <a:ext cx="28398" cy="28398"/>
          </a:xfrm>
          <a:prstGeom prst="ellipse">
            <a:avLst/>
          </a:prstGeom>
          <a:solidFill>
            <a:srgbClr val="7F8C97">
              <a:alpha val="48000"/>
            </a:srgbClr>
          </a:solidFill>
          <a:ln w="0">
            <a:noFill/>
            <a:prstDash val="solid"/>
          </a:ln>
        </p:spPr>
      </p:sp>
      <p:sp>
        <p:nvSpPr>
          <p:cNvPr id="2701" name="03_assume_matched_7998">
            <a:extLst>
              <a:ext uri="{FF2B5EF4-FFF2-40B4-BE49-F238E27FC236}">
                <a16:creationId xmlns:a16="http://schemas.microsoft.com/office/drawing/2014/main" id="{252109BB-4478-4741-8DFE-3B26A68FF296}"/>
              </a:ext>
            </a:extLst>
          </p:cNvPr>
          <p:cNvSpPr>
            <a:spLocks noGrp="1"/>
          </p:cNvSpPr>
          <p:nvPr/>
        </p:nvSpPr>
        <p:spPr>
          <a:xfrm>
            <a:off x="6147086" y="5436996"/>
            <a:ext cx="28398" cy="28398"/>
          </a:xfrm>
          <a:prstGeom prst="ellipse">
            <a:avLst/>
          </a:prstGeom>
          <a:solidFill>
            <a:srgbClr val="7F8C97">
              <a:alpha val="48000"/>
            </a:srgbClr>
          </a:solidFill>
          <a:ln w="0">
            <a:noFill/>
            <a:prstDash val="solid"/>
          </a:ln>
        </p:spPr>
      </p:sp>
      <p:sp>
        <p:nvSpPr>
          <p:cNvPr id="2702" name="03_assume_matched_7999">
            <a:extLst>
              <a:ext uri="{FF2B5EF4-FFF2-40B4-BE49-F238E27FC236}">
                <a16:creationId xmlns:a16="http://schemas.microsoft.com/office/drawing/2014/main" id="{B5AD3725-007D-48B1-BE94-C995CF3C6FFC}"/>
              </a:ext>
            </a:extLst>
          </p:cNvPr>
          <p:cNvSpPr>
            <a:spLocks noGrp="1"/>
          </p:cNvSpPr>
          <p:nvPr/>
        </p:nvSpPr>
        <p:spPr>
          <a:xfrm>
            <a:off x="6160470" y="5372010"/>
            <a:ext cx="28398" cy="28398"/>
          </a:xfrm>
          <a:prstGeom prst="ellipse">
            <a:avLst/>
          </a:prstGeom>
          <a:solidFill>
            <a:srgbClr val="7F8C97">
              <a:alpha val="48000"/>
            </a:srgbClr>
          </a:solidFill>
          <a:ln w="0">
            <a:noFill/>
            <a:prstDash val="solid"/>
          </a:ln>
        </p:spPr>
      </p:sp>
      <p:sp>
        <p:nvSpPr>
          <p:cNvPr id="2703" name="03_assume_matched_8000">
            <a:extLst>
              <a:ext uri="{FF2B5EF4-FFF2-40B4-BE49-F238E27FC236}">
                <a16:creationId xmlns:a16="http://schemas.microsoft.com/office/drawing/2014/main" id="{50AD3653-D436-4663-9375-100681431414}"/>
              </a:ext>
            </a:extLst>
          </p:cNvPr>
          <p:cNvSpPr>
            <a:spLocks noGrp="1"/>
          </p:cNvSpPr>
          <p:nvPr/>
        </p:nvSpPr>
        <p:spPr>
          <a:xfrm>
            <a:off x="6069088" y="4852127"/>
            <a:ext cx="28398" cy="28398"/>
          </a:xfrm>
          <a:prstGeom prst="ellipse">
            <a:avLst/>
          </a:prstGeom>
          <a:solidFill>
            <a:srgbClr val="7F8C97">
              <a:alpha val="48000"/>
            </a:srgbClr>
          </a:solidFill>
          <a:ln w="0">
            <a:noFill/>
            <a:prstDash val="solid"/>
          </a:ln>
        </p:spPr>
      </p:sp>
      <p:sp>
        <p:nvSpPr>
          <p:cNvPr id="2704" name="03_assume_matched_8001">
            <a:extLst>
              <a:ext uri="{FF2B5EF4-FFF2-40B4-BE49-F238E27FC236}">
                <a16:creationId xmlns:a16="http://schemas.microsoft.com/office/drawing/2014/main" id="{FB90A1CC-678E-4ECA-9FD0-8163E83CB538}"/>
              </a:ext>
            </a:extLst>
          </p:cNvPr>
          <p:cNvSpPr>
            <a:spLocks noGrp="1"/>
          </p:cNvSpPr>
          <p:nvPr/>
        </p:nvSpPr>
        <p:spPr>
          <a:xfrm>
            <a:off x="6058295" y="4852127"/>
            <a:ext cx="28398" cy="28398"/>
          </a:xfrm>
          <a:prstGeom prst="ellipse">
            <a:avLst/>
          </a:prstGeom>
          <a:solidFill>
            <a:srgbClr val="7F8C97">
              <a:alpha val="48000"/>
            </a:srgbClr>
          </a:solidFill>
          <a:ln w="0">
            <a:noFill/>
            <a:prstDash val="solid"/>
          </a:ln>
        </p:spPr>
      </p:sp>
      <p:sp>
        <p:nvSpPr>
          <p:cNvPr id="2705" name="03_assume_matched_8002">
            <a:extLst>
              <a:ext uri="{FF2B5EF4-FFF2-40B4-BE49-F238E27FC236}">
                <a16:creationId xmlns:a16="http://schemas.microsoft.com/office/drawing/2014/main" id="{3B386966-910A-4DB0-A09F-0D968D97833B}"/>
              </a:ext>
            </a:extLst>
          </p:cNvPr>
          <p:cNvSpPr>
            <a:spLocks noGrp="1"/>
          </p:cNvSpPr>
          <p:nvPr/>
        </p:nvSpPr>
        <p:spPr>
          <a:xfrm>
            <a:off x="6141186" y="5144561"/>
            <a:ext cx="28398" cy="28398"/>
          </a:xfrm>
          <a:prstGeom prst="ellipse">
            <a:avLst/>
          </a:prstGeom>
          <a:solidFill>
            <a:srgbClr val="7F8C97">
              <a:alpha val="48000"/>
            </a:srgbClr>
          </a:solidFill>
          <a:ln w="0">
            <a:noFill/>
            <a:prstDash val="solid"/>
          </a:ln>
        </p:spPr>
      </p:sp>
      <p:sp>
        <p:nvSpPr>
          <p:cNvPr id="2706" name="03_assume_matched_8003">
            <a:extLst>
              <a:ext uri="{FF2B5EF4-FFF2-40B4-BE49-F238E27FC236}">
                <a16:creationId xmlns:a16="http://schemas.microsoft.com/office/drawing/2014/main" id="{3B7F3691-EFF4-4DB0-9F83-810DF63E7019}"/>
              </a:ext>
            </a:extLst>
          </p:cNvPr>
          <p:cNvSpPr>
            <a:spLocks noGrp="1"/>
          </p:cNvSpPr>
          <p:nvPr/>
        </p:nvSpPr>
        <p:spPr>
          <a:xfrm>
            <a:off x="6178315" y="4852127"/>
            <a:ext cx="28398" cy="28398"/>
          </a:xfrm>
          <a:prstGeom prst="ellipse">
            <a:avLst/>
          </a:prstGeom>
          <a:solidFill>
            <a:srgbClr val="7F8C97">
              <a:alpha val="48000"/>
            </a:srgbClr>
          </a:solidFill>
          <a:ln w="0">
            <a:noFill/>
            <a:prstDash val="solid"/>
          </a:ln>
        </p:spPr>
      </p:sp>
      <p:sp>
        <p:nvSpPr>
          <p:cNvPr id="2707" name="03_assume_matched_8004">
            <a:extLst>
              <a:ext uri="{FF2B5EF4-FFF2-40B4-BE49-F238E27FC236}">
                <a16:creationId xmlns:a16="http://schemas.microsoft.com/office/drawing/2014/main" id="{DA95AAA4-8805-49DF-AF5C-78CE1DB4313D}"/>
              </a:ext>
            </a:extLst>
          </p:cNvPr>
          <p:cNvSpPr>
            <a:spLocks noGrp="1"/>
          </p:cNvSpPr>
          <p:nvPr/>
        </p:nvSpPr>
        <p:spPr>
          <a:xfrm>
            <a:off x="6184503" y="4852127"/>
            <a:ext cx="28398" cy="28398"/>
          </a:xfrm>
          <a:prstGeom prst="ellipse">
            <a:avLst/>
          </a:prstGeom>
          <a:solidFill>
            <a:srgbClr val="7F8C97">
              <a:alpha val="48000"/>
            </a:srgbClr>
          </a:solidFill>
          <a:ln w="0">
            <a:noFill/>
            <a:prstDash val="solid"/>
          </a:ln>
        </p:spPr>
      </p:sp>
      <p:sp>
        <p:nvSpPr>
          <p:cNvPr id="2708" name="03_assume_matched_8005">
            <a:extLst>
              <a:ext uri="{FF2B5EF4-FFF2-40B4-BE49-F238E27FC236}">
                <a16:creationId xmlns:a16="http://schemas.microsoft.com/office/drawing/2014/main" id="{F9FA48CA-7C2E-4C37-8B37-E75B9E93CDF0}"/>
              </a:ext>
            </a:extLst>
          </p:cNvPr>
          <p:cNvSpPr>
            <a:spLocks noGrp="1"/>
          </p:cNvSpPr>
          <p:nvPr/>
        </p:nvSpPr>
        <p:spPr>
          <a:xfrm>
            <a:off x="6095567" y="4852127"/>
            <a:ext cx="28398" cy="28398"/>
          </a:xfrm>
          <a:prstGeom prst="ellipse">
            <a:avLst/>
          </a:prstGeom>
          <a:solidFill>
            <a:srgbClr val="7F8C97">
              <a:alpha val="48000"/>
            </a:srgbClr>
          </a:solidFill>
          <a:ln w="0">
            <a:noFill/>
            <a:prstDash val="solid"/>
          </a:ln>
        </p:spPr>
      </p:sp>
      <p:sp>
        <p:nvSpPr>
          <p:cNvPr id="2709" name="03_assume_matched_8006">
            <a:extLst>
              <a:ext uri="{FF2B5EF4-FFF2-40B4-BE49-F238E27FC236}">
                <a16:creationId xmlns:a16="http://schemas.microsoft.com/office/drawing/2014/main" id="{867AEE4D-24CF-4F6D-9E6F-233D97A6C9AE}"/>
              </a:ext>
            </a:extLst>
          </p:cNvPr>
          <p:cNvSpPr>
            <a:spLocks noGrp="1"/>
          </p:cNvSpPr>
          <p:nvPr/>
        </p:nvSpPr>
        <p:spPr>
          <a:xfrm>
            <a:off x="6148382" y="5047083"/>
            <a:ext cx="28398" cy="28398"/>
          </a:xfrm>
          <a:prstGeom prst="ellipse">
            <a:avLst/>
          </a:prstGeom>
          <a:solidFill>
            <a:srgbClr val="7F8C97">
              <a:alpha val="48000"/>
            </a:srgbClr>
          </a:solidFill>
          <a:ln w="0">
            <a:noFill/>
            <a:prstDash val="solid"/>
          </a:ln>
        </p:spPr>
      </p:sp>
      <p:sp>
        <p:nvSpPr>
          <p:cNvPr id="2710" name="03_assume_matched_8007">
            <a:extLst>
              <a:ext uri="{FF2B5EF4-FFF2-40B4-BE49-F238E27FC236}">
                <a16:creationId xmlns:a16="http://schemas.microsoft.com/office/drawing/2014/main" id="{17931D71-279C-487E-926A-E30124CA11E2}"/>
              </a:ext>
            </a:extLst>
          </p:cNvPr>
          <p:cNvSpPr>
            <a:spLocks noGrp="1"/>
          </p:cNvSpPr>
          <p:nvPr/>
        </p:nvSpPr>
        <p:spPr>
          <a:xfrm>
            <a:off x="6159319" y="4852127"/>
            <a:ext cx="28398" cy="28398"/>
          </a:xfrm>
          <a:prstGeom prst="ellipse">
            <a:avLst/>
          </a:prstGeom>
          <a:solidFill>
            <a:srgbClr val="7F8C97">
              <a:alpha val="48000"/>
            </a:srgbClr>
          </a:solidFill>
          <a:ln w="0">
            <a:noFill/>
            <a:prstDash val="solid"/>
          </a:ln>
        </p:spPr>
      </p:sp>
      <p:sp>
        <p:nvSpPr>
          <p:cNvPr id="2711" name="03_assume_matched_8008">
            <a:extLst>
              <a:ext uri="{FF2B5EF4-FFF2-40B4-BE49-F238E27FC236}">
                <a16:creationId xmlns:a16="http://schemas.microsoft.com/office/drawing/2014/main" id="{1A9C7AAC-3496-41F4-B1DC-15F5FD058D03}"/>
              </a:ext>
            </a:extLst>
          </p:cNvPr>
          <p:cNvSpPr>
            <a:spLocks noGrp="1"/>
          </p:cNvSpPr>
          <p:nvPr/>
        </p:nvSpPr>
        <p:spPr>
          <a:xfrm>
            <a:off x="6176732" y="4852127"/>
            <a:ext cx="28398" cy="28398"/>
          </a:xfrm>
          <a:prstGeom prst="ellipse">
            <a:avLst/>
          </a:prstGeom>
          <a:solidFill>
            <a:srgbClr val="7F8C97">
              <a:alpha val="48000"/>
            </a:srgbClr>
          </a:solidFill>
          <a:ln w="0">
            <a:noFill/>
            <a:prstDash val="solid"/>
          </a:ln>
        </p:spPr>
      </p:sp>
      <p:sp>
        <p:nvSpPr>
          <p:cNvPr id="2712" name="03_assume_matched_8009">
            <a:extLst>
              <a:ext uri="{FF2B5EF4-FFF2-40B4-BE49-F238E27FC236}">
                <a16:creationId xmlns:a16="http://schemas.microsoft.com/office/drawing/2014/main" id="{11AD71C1-4474-4D01-AF29-04D526B7AF16}"/>
              </a:ext>
            </a:extLst>
          </p:cNvPr>
          <p:cNvSpPr>
            <a:spLocks noGrp="1"/>
          </p:cNvSpPr>
          <p:nvPr/>
        </p:nvSpPr>
        <p:spPr>
          <a:xfrm>
            <a:off x="6161477" y="4852127"/>
            <a:ext cx="28398" cy="28398"/>
          </a:xfrm>
          <a:prstGeom prst="ellipse">
            <a:avLst/>
          </a:prstGeom>
          <a:solidFill>
            <a:srgbClr val="7F8C97">
              <a:alpha val="48000"/>
            </a:srgbClr>
          </a:solidFill>
          <a:ln w="0">
            <a:noFill/>
            <a:prstDash val="solid"/>
          </a:ln>
        </p:spPr>
      </p:sp>
      <p:sp>
        <p:nvSpPr>
          <p:cNvPr id="2713" name="03_assume_matched_8010">
            <a:extLst>
              <a:ext uri="{FF2B5EF4-FFF2-40B4-BE49-F238E27FC236}">
                <a16:creationId xmlns:a16="http://schemas.microsoft.com/office/drawing/2014/main" id="{77365B78-2B72-4B0A-A6BA-70A516D2FB1A}"/>
              </a:ext>
            </a:extLst>
          </p:cNvPr>
          <p:cNvSpPr>
            <a:spLocks noGrp="1"/>
          </p:cNvSpPr>
          <p:nvPr/>
        </p:nvSpPr>
        <p:spPr>
          <a:xfrm>
            <a:off x="6139747" y="4852127"/>
            <a:ext cx="28398" cy="28398"/>
          </a:xfrm>
          <a:prstGeom prst="ellipse">
            <a:avLst/>
          </a:prstGeom>
          <a:solidFill>
            <a:srgbClr val="7F8C97">
              <a:alpha val="48000"/>
            </a:srgbClr>
          </a:solidFill>
          <a:ln w="0">
            <a:noFill/>
            <a:prstDash val="solid"/>
          </a:ln>
        </p:spPr>
      </p:sp>
      <p:sp>
        <p:nvSpPr>
          <p:cNvPr id="2714" name="03_assume_matched_8011">
            <a:extLst>
              <a:ext uri="{FF2B5EF4-FFF2-40B4-BE49-F238E27FC236}">
                <a16:creationId xmlns:a16="http://schemas.microsoft.com/office/drawing/2014/main" id="{1C8B02DD-C659-4456-B0B9-513CE05F6A1F}"/>
              </a:ext>
            </a:extLst>
          </p:cNvPr>
          <p:cNvSpPr>
            <a:spLocks noGrp="1"/>
          </p:cNvSpPr>
          <p:nvPr/>
        </p:nvSpPr>
        <p:spPr>
          <a:xfrm>
            <a:off x="6051531" y="4852127"/>
            <a:ext cx="28398" cy="28398"/>
          </a:xfrm>
          <a:prstGeom prst="ellipse">
            <a:avLst/>
          </a:prstGeom>
          <a:solidFill>
            <a:srgbClr val="7F8C97">
              <a:alpha val="48000"/>
            </a:srgbClr>
          </a:solidFill>
          <a:ln w="0">
            <a:noFill/>
            <a:prstDash val="solid"/>
          </a:ln>
        </p:spPr>
      </p:sp>
      <p:sp>
        <p:nvSpPr>
          <p:cNvPr id="2715" name="03_assume_matched_8012">
            <a:extLst>
              <a:ext uri="{FF2B5EF4-FFF2-40B4-BE49-F238E27FC236}">
                <a16:creationId xmlns:a16="http://schemas.microsoft.com/office/drawing/2014/main" id="{3EE89E88-495E-4016-8F19-653CC32D02AC}"/>
              </a:ext>
            </a:extLst>
          </p:cNvPr>
          <p:cNvSpPr>
            <a:spLocks noGrp="1"/>
          </p:cNvSpPr>
          <p:nvPr/>
        </p:nvSpPr>
        <p:spPr>
          <a:xfrm>
            <a:off x="6065490" y="5436996"/>
            <a:ext cx="28398" cy="28398"/>
          </a:xfrm>
          <a:prstGeom prst="ellipse">
            <a:avLst/>
          </a:prstGeom>
          <a:solidFill>
            <a:srgbClr val="7F8C97">
              <a:alpha val="48000"/>
            </a:srgbClr>
          </a:solidFill>
          <a:ln w="0">
            <a:noFill/>
            <a:prstDash val="solid"/>
          </a:ln>
        </p:spPr>
      </p:sp>
      <p:sp>
        <p:nvSpPr>
          <p:cNvPr id="2716" name="03_assume_matched_8013">
            <a:extLst>
              <a:ext uri="{FF2B5EF4-FFF2-40B4-BE49-F238E27FC236}">
                <a16:creationId xmlns:a16="http://schemas.microsoft.com/office/drawing/2014/main" id="{FCEE9F51-934F-4422-9DDA-894FFE0CBF52}"/>
              </a:ext>
            </a:extLst>
          </p:cNvPr>
          <p:cNvSpPr>
            <a:spLocks noGrp="1"/>
          </p:cNvSpPr>
          <p:nvPr/>
        </p:nvSpPr>
        <p:spPr>
          <a:xfrm>
            <a:off x="6126651" y="4852127"/>
            <a:ext cx="28398" cy="28398"/>
          </a:xfrm>
          <a:prstGeom prst="ellipse">
            <a:avLst/>
          </a:prstGeom>
          <a:solidFill>
            <a:srgbClr val="7F8C97">
              <a:alpha val="48000"/>
            </a:srgbClr>
          </a:solidFill>
          <a:ln w="0">
            <a:noFill/>
            <a:prstDash val="solid"/>
          </a:ln>
        </p:spPr>
      </p:sp>
      <p:sp>
        <p:nvSpPr>
          <p:cNvPr id="2717" name="03_assume_matched_8014">
            <a:extLst>
              <a:ext uri="{FF2B5EF4-FFF2-40B4-BE49-F238E27FC236}">
                <a16:creationId xmlns:a16="http://schemas.microsoft.com/office/drawing/2014/main" id="{CD7582B5-C9D7-4957-AA09-DCB76DABDE1F}"/>
              </a:ext>
            </a:extLst>
          </p:cNvPr>
          <p:cNvSpPr>
            <a:spLocks noGrp="1"/>
          </p:cNvSpPr>
          <p:nvPr/>
        </p:nvSpPr>
        <p:spPr>
          <a:xfrm>
            <a:off x="6071534" y="4852127"/>
            <a:ext cx="28398" cy="28398"/>
          </a:xfrm>
          <a:prstGeom prst="ellipse">
            <a:avLst/>
          </a:prstGeom>
          <a:solidFill>
            <a:srgbClr val="7F8C97">
              <a:alpha val="48000"/>
            </a:srgbClr>
          </a:solidFill>
          <a:ln w="0">
            <a:noFill/>
            <a:prstDash val="solid"/>
          </a:ln>
        </p:spPr>
      </p:sp>
      <p:sp>
        <p:nvSpPr>
          <p:cNvPr id="2718" name="03_assume_matched_8015">
            <a:extLst>
              <a:ext uri="{FF2B5EF4-FFF2-40B4-BE49-F238E27FC236}">
                <a16:creationId xmlns:a16="http://schemas.microsoft.com/office/drawing/2014/main" id="{9037122C-E378-4A1D-9D80-A06DA87AE951}"/>
              </a:ext>
            </a:extLst>
          </p:cNvPr>
          <p:cNvSpPr>
            <a:spLocks noGrp="1"/>
          </p:cNvSpPr>
          <p:nvPr/>
        </p:nvSpPr>
        <p:spPr>
          <a:xfrm>
            <a:off x="6097582" y="4852127"/>
            <a:ext cx="28398" cy="28398"/>
          </a:xfrm>
          <a:prstGeom prst="ellipse">
            <a:avLst/>
          </a:prstGeom>
          <a:solidFill>
            <a:srgbClr val="7F8C97">
              <a:alpha val="48000"/>
            </a:srgbClr>
          </a:solidFill>
          <a:ln w="0">
            <a:noFill/>
            <a:prstDash val="solid"/>
          </a:ln>
        </p:spPr>
      </p:sp>
      <p:sp>
        <p:nvSpPr>
          <p:cNvPr id="2719" name="03_assume_matched_8016">
            <a:extLst>
              <a:ext uri="{FF2B5EF4-FFF2-40B4-BE49-F238E27FC236}">
                <a16:creationId xmlns:a16="http://schemas.microsoft.com/office/drawing/2014/main" id="{ABE171E2-A0A1-4258-9F24-02CE582F74D0}"/>
              </a:ext>
            </a:extLst>
          </p:cNvPr>
          <p:cNvSpPr>
            <a:spLocks noGrp="1"/>
          </p:cNvSpPr>
          <p:nvPr/>
        </p:nvSpPr>
        <p:spPr>
          <a:xfrm>
            <a:off x="6046638" y="5436996"/>
            <a:ext cx="28398" cy="28398"/>
          </a:xfrm>
          <a:prstGeom prst="ellipse">
            <a:avLst/>
          </a:prstGeom>
          <a:solidFill>
            <a:srgbClr val="7F8C97">
              <a:alpha val="48000"/>
            </a:srgbClr>
          </a:solidFill>
          <a:ln w="0">
            <a:noFill/>
            <a:prstDash val="solid"/>
          </a:ln>
        </p:spPr>
      </p:sp>
      <p:sp>
        <p:nvSpPr>
          <p:cNvPr id="2720" name="03_assume_matched_8017">
            <a:extLst>
              <a:ext uri="{FF2B5EF4-FFF2-40B4-BE49-F238E27FC236}">
                <a16:creationId xmlns:a16="http://schemas.microsoft.com/office/drawing/2014/main" id="{AA55C3AA-C794-4ECD-BECF-894483DCFA22}"/>
              </a:ext>
            </a:extLst>
          </p:cNvPr>
          <p:cNvSpPr>
            <a:spLocks noGrp="1"/>
          </p:cNvSpPr>
          <p:nvPr/>
        </p:nvSpPr>
        <p:spPr>
          <a:xfrm>
            <a:off x="3841389" y="4837082"/>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2721" name="03_assume_matched_8018">
            <a:extLst>
              <a:ext uri="{FF2B5EF4-FFF2-40B4-BE49-F238E27FC236}">
                <a16:creationId xmlns:a16="http://schemas.microsoft.com/office/drawing/2014/main" id="{880E37E1-B040-407B-AC81-A35D52FB5F15}"/>
              </a:ext>
            </a:extLst>
          </p:cNvPr>
          <p:cNvSpPr>
            <a:spLocks noGrp="1"/>
          </p:cNvSpPr>
          <p:nvPr/>
        </p:nvSpPr>
        <p:spPr>
          <a:xfrm>
            <a:off x="3841389" y="5480438"/>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2722" name="text_8019">
            <a:extLst>
              <a:ext uri="{FF2B5EF4-FFF2-40B4-BE49-F238E27FC236}">
                <a16:creationId xmlns:a16="http://schemas.microsoft.com/office/drawing/2014/main" id="{F5376D31-2B31-4188-9E19-A7F233C6C6E2}"/>
              </a:ext>
            </a:extLst>
          </p:cNvPr>
          <p:cNvSpPr>
            <a:spLocks noGrp="1"/>
          </p:cNvSpPr>
          <p:nvPr/>
        </p:nvSpPr>
        <p:spPr>
          <a:xfrm>
            <a:off x="3499200" y="4538146"/>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h</a:t>
            </a:r>
          </a:p>
        </p:txBody>
      </p:sp>
      <p:sp>
        <p:nvSpPr>
          <p:cNvPr id="2723" name="text_8020">
            <a:extLst>
              <a:ext uri="{FF2B5EF4-FFF2-40B4-BE49-F238E27FC236}">
                <a16:creationId xmlns:a16="http://schemas.microsoft.com/office/drawing/2014/main" id="{989419BF-118E-4E63-A870-5D1EB6E6AC3C}"/>
              </a:ext>
            </a:extLst>
          </p:cNvPr>
          <p:cNvSpPr>
            <a:spLocks noGrp="1"/>
          </p:cNvSpPr>
          <p:nvPr/>
        </p:nvSpPr>
        <p:spPr>
          <a:xfrm>
            <a:off x="3841389" y="4637502"/>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b="0">
                <a:solidFill>
                  <a:srgbClr val="273744"/>
                </a:solidFill>
                <a:latin typeface="Arial"/>
                <a:ea typeface="Arial"/>
                <a:cs typeface="Arial"/>
              </a:rPr>
              <a:t>Best of 50, RMSD &lt;3 Å</a:t>
            </a:r>
          </a:p>
        </p:txBody>
      </p:sp>
      <p:sp>
        <p:nvSpPr>
          <p:cNvPr id="2724" name="03_assume_matched_8021">
            <a:extLst>
              <a:ext uri="{FF2B5EF4-FFF2-40B4-BE49-F238E27FC236}">
                <a16:creationId xmlns:a16="http://schemas.microsoft.com/office/drawing/2014/main" id="{20C053BC-BDA1-4D6E-B070-4147B178DE06}"/>
              </a:ext>
            </a:extLst>
          </p:cNvPr>
          <p:cNvSpPr>
            <a:spLocks noGrp="1"/>
          </p:cNvSpPr>
          <p:nvPr/>
        </p:nvSpPr>
        <p:spPr>
          <a:xfrm>
            <a:off x="3864021" y="5063603"/>
            <a:ext cx="2263158" cy="387592"/>
          </a:xfrm>
          <a:custGeom>
            <a:avLst/>
            <a:gdLst/>
            <a:ahLst/>
            <a:cxnLst/>
            <a:rect l="0" t="0" r="0" b="0"/>
            <a:pathLst>
              <a:path w="2263158" h="387592">
                <a:moveTo>
                  <a:pt x="0" y="387592"/>
                </a:moveTo>
                <a:lnTo>
                  <a:pt x="53885" y="386366"/>
                </a:lnTo>
                <a:lnTo>
                  <a:pt x="53885" y="385824"/>
                </a:lnTo>
                <a:lnTo>
                  <a:pt x="68581" y="384680"/>
                </a:lnTo>
                <a:lnTo>
                  <a:pt x="68581" y="383299"/>
                </a:lnTo>
                <a:lnTo>
                  <a:pt x="83821" y="382442"/>
                </a:lnTo>
                <a:lnTo>
                  <a:pt x="83821" y="381176"/>
                </a:lnTo>
                <a:lnTo>
                  <a:pt x="125731" y="379927"/>
                </a:lnTo>
                <a:lnTo>
                  <a:pt x="125731" y="371285"/>
                </a:lnTo>
                <a:lnTo>
                  <a:pt x="137161" y="371187"/>
                </a:lnTo>
                <a:lnTo>
                  <a:pt x="137161" y="369806"/>
                </a:lnTo>
                <a:lnTo>
                  <a:pt x="150877" y="369709"/>
                </a:lnTo>
                <a:lnTo>
                  <a:pt x="150877" y="364392"/>
                </a:lnTo>
                <a:lnTo>
                  <a:pt x="188596" y="363143"/>
                </a:lnTo>
                <a:lnTo>
                  <a:pt x="188596" y="349534"/>
                </a:lnTo>
                <a:lnTo>
                  <a:pt x="205742" y="349340"/>
                </a:lnTo>
                <a:lnTo>
                  <a:pt x="205742" y="347958"/>
                </a:lnTo>
                <a:lnTo>
                  <a:pt x="215539" y="347439"/>
                </a:lnTo>
                <a:lnTo>
                  <a:pt x="215539" y="345811"/>
                </a:lnTo>
                <a:lnTo>
                  <a:pt x="251462" y="344760"/>
                </a:lnTo>
                <a:lnTo>
                  <a:pt x="251462" y="330737"/>
                </a:lnTo>
                <a:lnTo>
                  <a:pt x="274322" y="330000"/>
                </a:lnTo>
                <a:lnTo>
                  <a:pt x="274322" y="329309"/>
                </a:lnTo>
                <a:lnTo>
                  <a:pt x="301754" y="329017"/>
                </a:lnTo>
                <a:lnTo>
                  <a:pt x="301754" y="323700"/>
                </a:lnTo>
                <a:lnTo>
                  <a:pt x="323308" y="322872"/>
                </a:lnTo>
                <a:lnTo>
                  <a:pt x="323308" y="321245"/>
                </a:lnTo>
                <a:lnTo>
                  <a:pt x="338507" y="319881"/>
                </a:lnTo>
                <a:lnTo>
                  <a:pt x="338507" y="319784"/>
                </a:lnTo>
                <a:lnTo>
                  <a:pt x="348178" y="318403"/>
                </a:lnTo>
                <a:lnTo>
                  <a:pt x="348178" y="318305"/>
                </a:lnTo>
                <a:lnTo>
                  <a:pt x="377193" y="318111"/>
                </a:lnTo>
                <a:lnTo>
                  <a:pt x="377193" y="266073"/>
                </a:lnTo>
                <a:lnTo>
                  <a:pt x="411483" y="265781"/>
                </a:lnTo>
                <a:lnTo>
                  <a:pt x="411483" y="264400"/>
                </a:lnTo>
                <a:lnTo>
                  <a:pt x="431078" y="264205"/>
                </a:lnTo>
                <a:lnTo>
                  <a:pt x="431078" y="262578"/>
                </a:lnTo>
                <a:lnTo>
                  <a:pt x="452632" y="261750"/>
                </a:lnTo>
                <a:lnTo>
                  <a:pt x="452632" y="256433"/>
                </a:lnTo>
                <a:lnTo>
                  <a:pt x="480064" y="256141"/>
                </a:lnTo>
                <a:lnTo>
                  <a:pt x="480064" y="254760"/>
                </a:lnTo>
                <a:lnTo>
                  <a:pt x="502924" y="254022"/>
                </a:lnTo>
                <a:lnTo>
                  <a:pt x="502924" y="240843"/>
                </a:lnTo>
                <a:lnTo>
                  <a:pt x="538847" y="239792"/>
                </a:lnTo>
                <a:lnTo>
                  <a:pt x="538847" y="238164"/>
                </a:lnTo>
                <a:lnTo>
                  <a:pt x="548644" y="238067"/>
                </a:lnTo>
                <a:lnTo>
                  <a:pt x="548644" y="236686"/>
                </a:lnTo>
                <a:lnTo>
                  <a:pt x="565789" y="236491"/>
                </a:lnTo>
                <a:lnTo>
                  <a:pt x="565789" y="225097"/>
                </a:lnTo>
                <a:lnTo>
                  <a:pt x="603509" y="224165"/>
                </a:lnTo>
                <a:lnTo>
                  <a:pt x="603509" y="220367"/>
                </a:lnTo>
                <a:lnTo>
                  <a:pt x="617225" y="220270"/>
                </a:lnTo>
                <a:lnTo>
                  <a:pt x="617225" y="218889"/>
                </a:lnTo>
                <a:lnTo>
                  <a:pt x="628655" y="218792"/>
                </a:lnTo>
                <a:lnTo>
                  <a:pt x="628655" y="213630"/>
                </a:lnTo>
                <a:lnTo>
                  <a:pt x="670565" y="212698"/>
                </a:lnTo>
                <a:lnTo>
                  <a:pt x="670565" y="211854"/>
                </a:lnTo>
                <a:lnTo>
                  <a:pt x="685805" y="210998"/>
                </a:lnTo>
                <a:lnTo>
                  <a:pt x="686685" y="209519"/>
                </a:lnTo>
                <a:lnTo>
                  <a:pt x="754386" y="208392"/>
                </a:lnTo>
                <a:lnTo>
                  <a:pt x="754386" y="48113"/>
                </a:lnTo>
                <a:lnTo>
                  <a:pt x="862155" y="47422"/>
                </a:lnTo>
                <a:lnTo>
                  <a:pt x="862155" y="46337"/>
                </a:lnTo>
                <a:lnTo>
                  <a:pt x="891547" y="45071"/>
                </a:lnTo>
                <a:lnTo>
                  <a:pt x="891547" y="44381"/>
                </a:lnTo>
                <a:lnTo>
                  <a:pt x="905263" y="44381"/>
                </a:lnTo>
                <a:lnTo>
                  <a:pt x="905263" y="42861"/>
                </a:lnTo>
                <a:lnTo>
                  <a:pt x="1005848" y="42861"/>
                </a:lnTo>
                <a:lnTo>
                  <a:pt x="1005848" y="37798"/>
                </a:lnTo>
                <a:lnTo>
                  <a:pt x="1508772" y="36713"/>
                </a:lnTo>
                <a:lnTo>
                  <a:pt x="1508772" y="20255"/>
                </a:lnTo>
                <a:lnTo>
                  <a:pt x="1697368" y="18989"/>
                </a:lnTo>
                <a:lnTo>
                  <a:pt x="1697368" y="17090"/>
                </a:lnTo>
                <a:lnTo>
                  <a:pt x="2263158" y="17090"/>
                </a:lnTo>
                <a:lnTo>
                  <a:pt x="2263158" y="0"/>
                </a:lnTo>
                <a:lnTo>
                  <a:pt x="2263158" y="0"/>
                </a:lnTo>
              </a:path>
            </a:pathLst>
          </a:custGeom>
          <a:noFill/>
          <a:ln w="22860">
            <a:solidFill>
              <a:srgbClr val="00878B"/>
            </a:solidFill>
            <a:prstDash val="solid"/>
          </a:ln>
        </p:spPr>
      </p:sp>
      <p:sp>
        <p:nvSpPr>
          <p:cNvPr id="2725" name="03_assume_matched_8022">
            <a:extLst>
              <a:ext uri="{FF2B5EF4-FFF2-40B4-BE49-F238E27FC236}">
                <a16:creationId xmlns:a16="http://schemas.microsoft.com/office/drawing/2014/main" id="{25BE91AE-A7A1-4FAB-A6C5-B2A4CE55280E}"/>
              </a:ext>
            </a:extLst>
          </p:cNvPr>
          <p:cNvSpPr>
            <a:spLocks noGrp="1"/>
          </p:cNvSpPr>
          <p:nvPr/>
        </p:nvSpPr>
        <p:spPr>
          <a:xfrm>
            <a:off x="3864021" y="4866326"/>
            <a:ext cx="2263158" cy="584869"/>
          </a:xfrm>
          <a:custGeom>
            <a:avLst/>
            <a:gdLst/>
            <a:ahLst/>
            <a:cxnLst/>
            <a:rect l="0" t="0" r="0" b="0"/>
            <a:pathLst>
              <a:path w="2263158" h="584869">
                <a:moveTo>
                  <a:pt x="0" y="584869"/>
                </a:moveTo>
                <a:lnTo>
                  <a:pt x="377193" y="584869"/>
                </a:lnTo>
                <a:lnTo>
                  <a:pt x="377193" y="536130"/>
                </a:lnTo>
                <a:lnTo>
                  <a:pt x="502924" y="536130"/>
                </a:lnTo>
                <a:lnTo>
                  <a:pt x="502924" y="519884"/>
                </a:lnTo>
                <a:lnTo>
                  <a:pt x="565789" y="519884"/>
                </a:lnTo>
                <a:lnTo>
                  <a:pt x="565789" y="438652"/>
                </a:lnTo>
                <a:lnTo>
                  <a:pt x="754386" y="438652"/>
                </a:lnTo>
                <a:lnTo>
                  <a:pt x="754386" y="194956"/>
                </a:lnTo>
                <a:lnTo>
                  <a:pt x="1005848" y="194956"/>
                </a:lnTo>
                <a:lnTo>
                  <a:pt x="1005848" y="97478"/>
                </a:lnTo>
                <a:lnTo>
                  <a:pt x="1508772" y="97478"/>
                </a:lnTo>
                <a:lnTo>
                  <a:pt x="1508772" y="0"/>
                </a:lnTo>
                <a:lnTo>
                  <a:pt x="2263158" y="0"/>
                </a:lnTo>
                <a:lnTo>
                  <a:pt x="2263158" y="0"/>
                </a:lnTo>
              </a:path>
            </a:pathLst>
          </a:custGeom>
          <a:noFill/>
          <a:ln w="13335">
            <a:solidFill>
              <a:srgbClr val="3A64C8"/>
            </a:solidFill>
            <a:prstDash val="solid"/>
          </a:ln>
        </p:spPr>
      </p:sp>
      <p:sp>
        <p:nvSpPr>
          <p:cNvPr id="2726" name="03_assume_matched_8023">
            <a:extLst>
              <a:ext uri="{FF2B5EF4-FFF2-40B4-BE49-F238E27FC236}">
                <a16:creationId xmlns:a16="http://schemas.microsoft.com/office/drawing/2014/main" id="{1603D5FF-45C3-4A5A-9C2A-8E7581211AA2}"/>
              </a:ext>
            </a:extLst>
          </p:cNvPr>
          <p:cNvSpPr>
            <a:spLocks noGrp="1"/>
          </p:cNvSpPr>
          <p:nvPr/>
        </p:nvSpPr>
        <p:spPr>
          <a:xfrm>
            <a:off x="4219624" y="5308086"/>
            <a:ext cx="43180" cy="43180"/>
          </a:xfrm>
          <a:prstGeom prst="ellipse">
            <a:avLst/>
          </a:prstGeom>
          <a:solidFill>
            <a:srgbClr val="00878B"/>
          </a:solidFill>
          <a:ln w="4445">
            <a:solidFill>
              <a:srgbClr val="FFFFFF"/>
            </a:solidFill>
            <a:prstDash val="solid"/>
          </a:ln>
        </p:spPr>
      </p:sp>
      <p:sp>
        <p:nvSpPr>
          <p:cNvPr id="2727" name="03_assume_matched_8024">
            <a:extLst>
              <a:ext uri="{FF2B5EF4-FFF2-40B4-BE49-F238E27FC236}">
                <a16:creationId xmlns:a16="http://schemas.microsoft.com/office/drawing/2014/main" id="{315171C0-6D0F-4464-802D-B9D3E0050D15}"/>
              </a:ext>
            </a:extLst>
          </p:cNvPr>
          <p:cNvSpPr>
            <a:spLocks noGrp="1"/>
          </p:cNvSpPr>
          <p:nvPr/>
        </p:nvSpPr>
        <p:spPr>
          <a:xfrm>
            <a:off x="4596817" y="5090126"/>
            <a:ext cx="43180" cy="43180"/>
          </a:xfrm>
          <a:prstGeom prst="ellipse">
            <a:avLst/>
          </a:prstGeom>
          <a:solidFill>
            <a:srgbClr val="00878B"/>
          </a:solidFill>
          <a:ln w="4445">
            <a:solidFill>
              <a:srgbClr val="FFFFFF"/>
            </a:solidFill>
            <a:prstDash val="solid"/>
          </a:ln>
        </p:spPr>
      </p:sp>
      <p:sp>
        <p:nvSpPr>
          <p:cNvPr id="2728" name="03_assume_matched_8025">
            <a:extLst>
              <a:ext uri="{FF2B5EF4-FFF2-40B4-BE49-F238E27FC236}">
                <a16:creationId xmlns:a16="http://schemas.microsoft.com/office/drawing/2014/main" id="{0B862260-6E40-4576-8A84-FDA859C25EEC}"/>
              </a:ext>
            </a:extLst>
          </p:cNvPr>
          <p:cNvSpPr>
            <a:spLocks noGrp="1"/>
          </p:cNvSpPr>
          <p:nvPr/>
        </p:nvSpPr>
        <p:spPr>
          <a:xfrm>
            <a:off x="5351203" y="5062268"/>
            <a:ext cx="43180" cy="43180"/>
          </a:xfrm>
          <a:prstGeom prst="ellipse">
            <a:avLst/>
          </a:prstGeom>
          <a:solidFill>
            <a:srgbClr val="00878B"/>
          </a:solidFill>
          <a:ln w="4445">
            <a:solidFill>
              <a:srgbClr val="FFFFFF"/>
            </a:solidFill>
            <a:prstDash val="solid"/>
          </a:ln>
        </p:spPr>
      </p:sp>
      <p:sp>
        <p:nvSpPr>
          <p:cNvPr id="2729" name="03_assume_matched_8026">
            <a:extLst>
              <a:ext uri="{FF2B5EF4-FFF2-40B4-BE49-F238E27FC236}">
                <a16:creationId xmlns:a16="http://schemas.microsoft.com/office/drawing/2014/main" id="{80B230CA-DA8D-47E2-A1FD-623DE80F41E6}"/>
              </a:ext>
            </a:extLst>
          </p:cNvPr>
          <p:cNvSpPr>
            <a:spLocks noGrp="1"/>
          </p:cNvSpPr>
          <p:nvPr/>
        </p:nvSpPr>
        <p:spPr>
          <a:xfrm>
            <a:off x="6105589" y="5042013"/>
            <a:ext cx="43180" cy="43180"/>
          </a:xfrm>
          <a:prstGeom prst="ellipse">
            <a:avLst/>
          </a:prstGeom>
          <a:solidFill>
            <a:srgbClr val="00878B"/>
          </a:solidFill>
          <a:ln w="4445">
            <a:solidFill>
              <a:srgbClr val="FFFFFF"/>
            </a:solidFill>
            <a:prstDash val="solid"/>
          </a:ln>
        </p:spPr>
      </p:sp>
      <p:sp>
        <p:nvSpPr>
          <p:cNvPr id="2730" name="03_assume_matched_8027">
            <a:extLst>
              <a:ext uri="{FF2B5EF4-FFF2-40B4-BE49-F238E27FC236}">
                <a16:creationId xmlns:a16="http://schemas.microsoft.com/office/drawing/2014/main" id="{DF628408-6B81-4DA0-AF7E-9CEBAA7C4AE7}"/>
              </a:ext>
            </a:extLst>
          </p:cNvPr>
          <p:cNvSpPr>
            <a:spLocks noGrp="1"/>
          </p:cNvSpPr>
          <p:nvPr/>
        </p:nvSpPr>
        <p:spPr>
          <a:xfrm>
            <a:off x="4205293" y="536653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731" name="03_assume_matched_8028">
            <a:extLst>
              <a:ext uri="{FF2B5EF4-FFF2-40B4-BE49-F238E27FC236}">
                <a16:creationId xmlns:a16="http://schemas.microsoft.com/office/drawing/2014/main" id="{F12744AC-6EAC-4AB2-AF0D-5FA02DFF2370}"/>
              </a:ext>
            </a:extLst>
          </p:cNvPr>
          <p:cNvSpPr>
            <a:spLocks noGrp="1"/>
          </p:cNvSpPr>
          <p:nvPr/>
        </p:nvSpPr>
        <p:spPr>
          <a:xfrm>
            <a:off x="4582486" y="5025361"/>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732" name="03_assume_matched_8029">
            <a:extLst>
              <a:ext uri="{FF2B5EF4-FFF2-40B4-BE49-F238E27FC236}">
                <a16:creationId xmlns:a16="http://schemas.microsoft.com/office/drawing/2014/main" id="{D9D5329B-CCA9-42C0-93E0-4CE99EADA13C}"/>
              </a:ext>
            </a:extLst>
          </p:cNvPr>
          <p:cNvSpPr>
            <a:spLocks noGrp="1"/>
          </p:cNvSpPr>
          <p:nvPr/>
        </p:nvSpPr>
        <p:spPr>
          <a:xfrm>
            <a:off x="5336872" y="483040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733" name="03_assume_matched_8030">
            <a:extLst>
              <a:ext uri="{FF2B5EF4-FFF2-40B4-BE49-F238E27FC236}">
                <a16:creationId xmlns:a16="http://schemas.microsoft.com/office/drawing/2014/main" id="{5893DD3B-A0B2-4C2C-B8DA-07DBF0D4AA16}"/>
              </a:ext>
            </a:extLst>
          </p:cNvPr>
          <p:cNvSpPr>
            <a:spLocks noGrp="1"/>
          </p:cNvSpPr>
          <p:nvPr/>
        </p:nvSpPr>
        <p:spPr>
          <a:xfrm>
            <a:off x="6091258" y="483040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734" name="03_assume_matched_8031">
            <a:extLst>
              <a:ext uri="{FF2B5EF4-FFF2-40B4-BE49-F238E27FC236}">
                <a16:creationId xmlns:a16="http://schemas.microsoft.com/office/drawing/2014/main" id="{4A09218A-2F7D-4BA0-A78C-0F78ABBCD1D2}"/>
              </a:ext>
            </a:extLst>
          </p:cNvPr>
          <p:cNvSpPr>
            <a:spLocks noGrp="1"/>
          </p:cNvSpPr>
          <p:nvPr/>
        </p:nvSpPr>
        <p:spPr>
          <a:xfrm>
            <a:off x="712800" y="5995123"/>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2735" name="03_assume_matched_8032">
            <a:extLst>
              <a:ext uri="{FF2B5EF4-FFF2-40B4-BE49-F238E27FC236}">
                <a16:creationId xmlns:a16="http://schemas.microsoft.com/office/drawing/2014/main" id="{4BEE532F-CFD4-4040-83EE-0AD22FEB18DA}"/>
              </a:ext>
            </a:extLst>
          </p:cNvPr>
          <p:cNvSpPr>
            <a:spLocks noGrp="1"/>
          </p:cNvSpPr>
          <p:nvPr/>
        </p:nvSpPr>
        <p:spPr>
          <a:xfrm>
            <a:off x="1014554" y="6024367"/>
            <a:ext cx="196140" cy="584869"/>
          </a:xfrm>
          <a:custGeom>
            <a:avLst/>
            <a:gdLst/>
            <a:ahLst/>
            <a:cxnLst/>
            <a:rect l="0" t="0" r="0" b="0"/>
            <a:pathLst>
              <a:path w="196140" h="584869">
                <a:moveTo>
                  <a:pt x="196140" y="584869"/>
                </a:moveTo>
                <a:lnTo>
                  <a:pt x="0" y="584869"/>
                </a:lnTo>
                <a:lnTo>
                  <a:pt x="1080" y="579995"/>
                </a:lnTo>
                <a:lnTo>
                  <a:pt x="4244" y="575121"/>
                </a:lnTo>
                <a:lnTo>
                  <a:pt x="9280" y="570247"/>
                </a:lnTo>
                <a:lnTo>
                  <a:pt x="15855" y="565373"/>
                </a:lnTo>
                <a:lnTo>
                  <a:pt x="23559" y="560500"/>
                </a:lnTo>
                <a:lnTo>
                  <a:pt x="31943" y="555626"/>
                </a:lnTo>
                <a:lnTo>
                  <a:pt x="40560" y="550752"/>
                </a:lnTo>
                <a:lnTo>
                  <a:pt x="49008" y="545878"/>
                </a:lnTo>
                <a:lnTo>
                  <a:pt x="56950" y="541004"/>
                </a:lnTo>
                <a:lnTo>
                  <a:pt x="64142" y="536130"/>
                </a:lnTo>
                <a:lnTo>
                  <a:pt x="70426" y="531256"/>
                </a:lnTo>
                <a:lnTo>
                  <a:pt x="75733" y="526382"/>
                </a:lnTo>
                <a:lnTo>
                  <a:pt x="80070" y="521508"/>
                </a:lnTo>
                <a:lnTo>
                  <a:pt x="83495" y="516634"/>
                </a:lnTo>
                <a:lnTo>
                  <a:pt x="86108" y="511760"/>
                </a:lnTo>
                <a:lnTo>
                  <a:pt x="88027" y="506887"/>
                </a:lnTo>
                <a:lnTo>
                  <a:pt x="89376" y="502013"/>
                </a:lnTo>
                <a:lnTo>
                  <a:pt x="90273" y="497139"/>
                </a:lnTo>
                <a:lnTo>
                  <a:pt x="90826" y="492265"/>
                </a:lnTo>
                <a:lnTo>
                  <a:pt x="91126" y="487391"/>
                </a:lnTo>
                <a:lnTo>
                  <a:pt x="91247" y="482517"/>
                </a:lnTo>
                <a:lnTo>
                  <a:pt x="91249" y="477643"/>
                </a:lnTo>
                <a:lnTo>
                  <a:pt x="91179" y="472769"/>
                </a:lnTo>
                <a:lnTo>
                  <a:pt x="91072" y="467895"/>
                </a:lnTo>
                <a:lnTo>
                  <a:pt x="90958" y="463021"/>
                </a:lnTo>
                <a:lnTo>
                  <a:pt x="90855" y="458147"/>
                </a:lnTo>
                <a:lnTo>
                  <a:pt x="90780" y="453274"/>
                </a:lnTo>
                <a:lnTo>
                  <a:pt x="90740" y="448400"/>
                </a:lnTo>
                <a:lnTo>
                  <a:pt x="90741" y="443526"/>
                </a:lnTo>
                <a:lnTo>
                  <a:pt x="90782" y="438652"/>
                </a:lnTo>
                <a:lnTo>
                  <a:pt x="90858" y="433778"/>
                </a:lnTo>
                <a:lnTo>
                  <a:pt x="90959" y="428904"/>
                </a:lnTo>
                <a:lnTo>
                  <a:pt x="91073" y="424030"/>
                </a:lnTo>
                <a:lnTo>
                  <a:pt x="91187" y="419156"/>
                </a:lnTo>
                <a:lnTo>
                  <a:pt x="91284" y="414282"/>
                </a:lnTo>
                <a:lnTo>
                  <a:pt x="91353" y="409408"/>
                </a:lnTo>
                <a:lnTo>
                  <a:pt x="91378" y="404534"/>
                </a:lnTo>
                <a:lnTo>
                  <a:pt x="91351" y="399661"/>
                </a:lnTo>
                <a:lnTo>
                  <a:pt x="91263" y="394787"/>
                </a:lnTo>
                <a:lnTo>
                  <a:pt x="91107" y="389913"/>
                </a:lnTo>
                <a:lnTo>
                  <a:pt x="90876" y="385039"/>
                </a:lnTo>
                <a:lnTo>
                  <a:pt x="90565" y="380165"/>
                </a:lnTo>
                <a:lnTo>
                  <a:pt x="90165" y="375291"/>
                </a:lnTo>
                <a:lnTo>
                  <a:pt x="89665" y="370417"/>
                </a:lnTo>
                <a:lnTo>
                  <a:pt x="89053" y="365543"/>
                </a:lnTo>
                <a:lnTo>
                  <a:pt x="88316" y="360669"/>
                </a:lnTo>
                <a:lnTo>
                  <a:pt x="87439" y="355795"/>
                </a:lnTo>
                <a:lnTo>
                  <a:pt x="86412" y="350921"/>
                </a:lnTo>
                <a:lnTo>
                  <a:pt x="85230" y="346048"/>
                </a:lnTo>
                <a:lnTo>
                  <a:pt x="83898" y="341174"/>
                </a:lnTo>
                <a:lnTo>
                  <a:pt x="82433" y="336300"/>
                </a:lnTo>
                <a:lnTo>
                  <a:pt x="80870" y="331426"/>
                </a:lnTo>
                <a:lnTo>
                  <a:pt x="79261" y="326552"/>
                </a:lnTo>
                <a:lnTo>
                  <a:pt x="77673" y="321678"/>
                </a:lnTo>
                <a:lnTo>
                  <a:pt x="76187" y="316804"/>
                </a:lnTo>
                <a:lnTo>
                  <a:pt x="74892" y="311930"/>
                </a:lnTo>
                <a:lnTo>
                  <a:pt x="73877" y="307056"/>
                </a:lnTo>
                <a:lnTo>
                  <a:pt x="73221" y="302182"/>
                </a:lnTo>
                <a:lnTo>
                  <a:pt x="72987" y="297308"/>
                </a:lnTo>
                <a:lnTo>
                  <a:pt x="73214" y="292435"/>
                </a:lnTo>
                <a:lnTo>
                  <a:pt x="73909" y="287561"/>
                </a:lnTo>
                <a:lnTo>
                  <a:pt x="75048" y="282687"/>
                </a:lnTo>
                <a:lnTo>
                  <a:pt x="76579" y="277813"/>
                </a:lnTo>
                <a:lnTo>
                  <a:pt x="78425" y="272939"/>
                </a:lnTo>
                <a:lnTo>
                  <a:pt x="80491" y="268065"/>
                </a:lnTo>
                <a:lnTo>
                  <a:pt x="82677" y="263191"/>
                </a:lnTo>
                <a:lnTo>
                  <a:pt x="84883" y="258317"/>
                </a:lnTo>
                <a:lnTo>
                  <a:pt x="87018" y="253443"/>
                </a:lnTo>
                <a:lnTo>
                  <a:pt x="89012" y="248569"/>
                </a:lnTo>
                <a:lnTo>
                  <a:pt x="90810" y="243695"/>
                </a:lnTo>
                <a:lnTo>
                  <a:pt x="92380" y="238822"/>
                </a:lnTo>
                <a:lnTo>
                  <a:pt x="93710" y="233948"/>
                </a:lnTo>
                <a:lnTo>
                  <a:pt x="94804" y="229074"/>
                </a:lnTo>
                <a:lnTo>
                  <a:pt x="95678" y="224200"/>
                </a:lnTo>
                <a:lnTo>
                  <a:pt x="96358" y="219326"/>
                </a:lnTo>
                <a:lnTo>
                  <a:pt x="96872" y="214452"/>
                </a:lnTo>
                <a:lnTo>
                  <a:pt x="97251" y="209578"/>
                </a:lnTo>
                <a:lnTo>
                  <a:pt x="97522" y="204704"/>
                </a:lnTo>
                <a:lnTo>
                  <a:pt x="97712" y="199830"/>
                </a:lnTo>
                <a:lnTo>
                  <a:pt x="97841" y="194956"/>
                </a:lnTo>
                <a:lnTo>
                  <a:pt x="97927" y="190082"/>
                </a:lnTo>
                <a:lnTo>
                  <a:pt x="97983" y="185209"/>
                </a:lnTo>
                <a:lnTo>
                  <a:pt x="98018" y="180335"/>
                </a:lnTo>
                <a:lnTo>
                  <a:pt x="98040" y="175461"/>
                </a:lnTo>
                <a:lnTo>
                  <a:pt x="98053" y="170587"/>
                </a:lnTo>
                <a:lnTo>
                  <a:pt x="98061" y="165713"/>
                </a:lnTo>
                <a:lnTo>
                  <a:pt x="98065" y="160839"/>
                </a:lnTo>
                <a:lnTo>
                  <a:pt x="98067" y="155965"/>
                </a:lnTo>
                <a:lnTo>
                  <a:pt x="98069"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3" y="155965"/>
                </a:lnTo>
                <a:lnTo>
                  <a:pt x="98075" y="160839"/>
                </a:lnTo>
                <a:lnTo>
                  <a:pt x="98080" y="165713"/>
                </a:lnTo>
                <a:lnTo>
                  <a:pt x="98087" y="170587"/>
                </a:lnTo>
                <a:lnTo>
                  <a:pt x="98100" y="175461"/>
                </a:lnTo>
                <a:lnTo>
                  <a:pt x="98122" y="180335"/>
                </a:lnTo>
                <a:lnTo>
                  <a:pt x="98157" y="185209"/>
                </a:lnTo>
                <a:lnTo>
                  <a:pt x="98213" y="190082"/>
                </a:lnTo>
                <a:lnTo>
                  <a:pt x="98299" y="194956"/>
                </a:lnTo>
                <a:lnTo>
                  <a:pt x="98428" y="199830"/>
                </a:lnTo>
                <a:lnTo>
                  <a:pt x="98618" y="204704"/>
                </a:lnTo>
                <a:lnTo>
                  <a:pt x="98890" y="209578"/>
                </a:lnTo>
                <a:lnTo>
                  <a:pt x="99268" y="214452"/>
                </a:lnTo>
                <a:lnTo>
                  <a:pt x="99782" y="219326"/>
                </a:lnTo>
                <a:lnTo>
                  <a:pt x="100462" y="224200"/>
                </a:lnTo>
                <a:lnTo>
                  <a:pt x="101336" y="229074"/>
                </a:lnTo>
                <a:lnTo>
                  <a:pt x="102430" y="233948"/>
                </a:lnTo>
                <a:lnTo>
                  <a:pt x="103760" y="238822"/>
                </a:lnTo>
                <a:lnTo>
                  <a:pt x="105330" y="243695"/>
                </a:lnTo>
                <a:lnTo>
                  <a:pt x="107128" y="248569"/>
                </a:lnTo>
                <a:lnTo>
                  <a:pt x="109122" y="253443"/>
                </a:lnTo>
                <a:lnTo>
                  <a:pt x="111258" y="258317"/>
                </a:lnTo>
                <a:lnTo>
                  <a:pt x="113463" y="263191"/>
                </a:lnTo>
                <a:lnTo>
                  <a:pt x="115649" y="268065"/>
                </a:lnTo>
                <a:lnTo>
                  <a:pt x="117715" y="272939"/>
                </a:lnTo>
                <a:lnTo>
                  <a:pt x="119561" y="277813"/>
                </a:lnTo>
                <a:lnTo>
                  <a:pt x="121092" y="282687"/>
                </a:lnTo>
                <a:lnTo>
                  <a:pt x="122232" y="287561"/>
                </a:lnTo>
                <a:lnTo>
                  <a:pt x="122926" y="292435"/>
                </a:lnTo>
                <a:lnTo>
                  <a:pt x="123153" y="297308"/>
                </a:lnTo>
                <a:lnTo>
                  <a:pt x="122919" y="302182"/>
                </a:lnTo>
                <a:lnTo>
                  <a:pt x="122264" y="307056"/>
                </a:lnTo>
                <a:lnTo>
                  <a:pt x="121248" y="311930"/>
                </a:lnTo>
                <a:lnTo>
                  <a:pt x="119953" y="316804"/>
                </a:lnTo>
                <a:lnTo>
                  <a:pt x="118467" y="321678"/>
                </a:lnTo>
                <a:lnTo>
                  <a:pt x="116879" y="326552"/>
                </a:lnTo>
                <a:lnTo>
                  <a:pt x="115270" y="331426"/>
                </a:lnTo>
                <a:lnTo>
                  <a:pt x="113707" y="336300"/>
                </a:lnTo>
                <a:lnTo>
                  <a:pt x="112243" y="341174"/>
                </a:lnTo>
                <a:lnTo>
                  <a:pt x="110910" y="346048"/>
                </a:lnTo>
                <a:lnTo>
                  <a:pt x="109728" y="350921"/>
                </a:lnTo>
                <a:lnTo>
                  <a:pt x="108701" y="355795"/>
                </a:lnTo>
                <a:lnTo>
                  <a:pt x="107824" y="360669"/>
                </a:lnTo>
                <a:lnTo>
                  <a:pt x="107087" y="365543"/>
                </a:lnTo>
                <a:lnTo>
                  <a:pt x="106476" y="370417"/>
                </a:lnTo>
                <a:lnTo>
                  <a:pt x="105976" y="375291"/>
                </a:lnTo>
                <a:lnTo>
                  <a:pt x="105575" y="380165"/>
                </a:lnTo>
                <a:lnTo>
                  <a:pt x="105264" y="385039"/>
                </a:lnTo>
                <a:lnTo>
                  <a:pt x="105033" y="389913"/>
                </a:lnTo>
                <a:lnTo>
                  <a:pt x="104877" y="394787"/>
                </a:lnTo>
                <a:lnTo>
                  <a:pt x="104789" y="399661"/>
                </a:lnTo>
                <a:lnTo>
                  <a:pt x="104762" y="404534"/>
                </a:lnTo>
                <a:lnTo>
                  <a:pt x="104788" y="409408"/>
                </a:lnTo>
                <a:lnTo>
                  <a:pt x="104856" y="414282"/>
                </a:lnTo>
                <a:lnTo>
                  <a:pt x="104954" y="419156"/>
                </a:lnTo>
                <a:lnTo>
                  <a:pt x="105067" y="424030"/>
                </a:lnTo>
                <a:lnTo>
                  <a:pt x="105182" y="428904"/>
                </a:lnTo>
                <a:lnTo>
                  <a:pt x="105283" y="433778"/>
                </a:lnTo>
                <a:lnTo>
                  <a:pt x="105358" y="438652"/>
                </a:lnTo>
                <a:lnTo>
                  <a:pt x="105399" y="443526"/>
                </a:lnTo>
                <a:lnTo>
                  <a:pt x="105400" y="448400"/>
                </a:lnTo>
                <a:lnTo>
                  <a:pt x="105361" y="453274"/>
                </a:lnTo>
                <a:lnTo>
                  <a:pt x="105285" y="458147"/>
                </a:lnTo>
                <a:lnTo>
                  <a:pt x="105183" y="463021"/>
                </a:lnTo>
                <a:lnTo>
                  <a:pt x="105068" y="467895"/>
                </a:lnTo>
                <a:lnTo>
                  <a:pt x="104962" y="472769"/>
                </a:lnTo>
                <a:lnTo>
                  <a:pt x="104892" y="477643"/>
                </a:lnTo>
                <a:lnTo>
                  <a:pt x="104894" y="482517"/>
                </a:lnTo>
                <a:lnTo>
                  <a:pt x="105015" y="487391"/>
                </a:lnTo>
                <a:lnTo>
                  <a:pt x="105314" y="492265"/>
                </a:lnTo>
                <a:lnTo>
                  <a:pt x="105867" y="497139"/>
                </a:lnTo>
                <a:lnTo>
                  <a:pt x="106765" y="502013"/>
                </a:lnTo>
                <a:lnTo>
                  <a:pt x="108114" y="506887"/>
                </a:lnTo>
                <a:lnTo>
                  <a:pt x="110033" y="511760"/>
                </a:lnTo>
                <a:lnTo>
                  <a:pt x="112646" y="516634"/>
                </a:lnTo>
                <a:lnTo>
                  <a:pt x="116071" y="521508"/>
                </a:lnTo>
                <a:lnTo>
                  <a:pt x="120407" y="526382"/>
                </a:lnTo>
                <a:lnTo>
                  <a:pt x="125715" y="531256"/>
                </a:lnTo>
                <a:lnTo>
                  <a:pt x="131999" y="536130"/>
                </a:lnTo>
                <a:lnTo>
                  <a:pt x="139190" y="541004"/>
                </a:lnTo>
                <a:lnTo>
                  <a:pt x="147133" y="545878"/>
                </a:lnTo>
                <a:lnTo>
                  <a:pt x="155580" y="550752"/>
                </a:lnTo>
                <a:lnTo>
                  <a:pt x="164197" y="555626"/>
                </a:lnTo>
                <a:lnTo>
                  <a:pt x="172581" y="560500"/>
                </a:lnTo>
                <a:lnTo>
                  <a:pt x="180285" y="565373"/>
                </a:lnTo>
                <a:lnTo>
                  <a:pt x="186861" y="570247"/>
                </a:lnTo>
                <a:lnTo>
                  <a:pt x="191896" y="575121"/>
                </a:lnTo>
                <a:lnTo>
                  <a:pt x="195061" y="579995"/>
                </a:lnTo>
                <a:lnTo>
                  <a:pt x="196140" y="584869"/>
                </a:lnTo>
                <a:lnTo>
                  <a:pt x="196140" y="584869"/>
                </a:lnTo>
                <a:close/>
              </a:path>
            </a:pathLst>
          </a:custGeom>
          <a:solidFill>
            <a:srgbClr val="00878B">
              <a:alpha val="12000"/>
            </a:srgbClr>
          </a:solidFill>
          <a:ln w="6985">
            <a:solidFill>
              <a:srgbClr val="00878B">
                <a:alpha val="12000"/>
              </a:srgbClr>
            </a:solidFill>
            <a:prstDash val="solid"/>
          </a:ln>
        </p:spPr>
      </p:sp>
      <p:sp>
        <p:nvSpPr>
          <p:cNvPr id="2736" name="03_assume_matched_8033">
            <a:extLst>
              <a:ext uri="{FF2B5EF4-FFF2-40B4-BE49-F238E27FC236}">
                <a16:creationId xmlns:a16="http://schemas.microsoft.com/office/drawing/2014/main" id="{E4456E43-859F-4CC8-9A8F-99C7CFE7C61C}"/>
              </a:ext>
            </a:extLst>
          </p:cNvPr>
          <p:cNvSpPr>
            <a:spLocks noGrp="1"/>
          </p:cNvSpPr>
          <p:nvPr/>
        </p:nvSpPr>
        <p:spPr>
          <a:xfrm>
            <a:off x="1391747" y="6024367"/>
            <a:ext cx="196140" cy="584869"/>
          </a:xfrm>
          <a:custGeom>
            <a:avLst/>
            <a:gdLst/>
            <a:ahLst/>
            <a:cxnLst/>
            <a:rect l="0" t="0" r="0" b="0"/>
            <a:pathLst>
              <a:path w="196140" h="584869">
                <a:moveTo>
                  <a:pt x="160221" y="584869"/>
                </a:moveTo>
                <a:lnTo>
                  <a:pt x="35919" y="584869"/>
                </a:lnTo>
                <a:lnTo>
                  <a:pt x="36590" y="579995"/>
                </a:lnTo>
                <a:lnTo>
                  <a:pt x="38556" y="575121"/>
                </a:lnTo>
                <a:lnTo>
                  <a:pt x="41686" y="570247"/>
                </a:lnTo>
                <a:lnTo>
                  <a:pt x="45776" y="565373"/>
                </a:lnTo>
                <a:lnTo>
                  <a:pt x="50573" y="560500"/>
                </a:lnTo>
                <a:lnTo>
                  <a:pt x="55801" y="555626"/>
                </a:lnTo>
                <a:lnTo>
                  <a:pt x="61188" y="550752"/>
                </a:lnTo>
                <a:lnTo>
                  <a:pt x="66486" y="545878"/>
                </a:lnTo>
                <a:lnTo>
                  <a:pt x="71491" y="541004"/>
                </a:lnTo>
                <a:lnTo>
                  <a:pt x="76051" y="536130"/>
                </a:lnTo>
                <a:lnTo>
                  <a:pt x="80072" y="531256"/>
                </a:lnTo>
                <a:lnTo>
                  <a:pt x="83508" y="526382"/>
                </a:lnTo>
                <a:lnTo>
                  <a:pt x="86359" y="521508"/>
                </a:lnTo>
                <a:lnTo>
                  <a:pt x="88657" y="516634"/>
                </a:lnTo>
                <a:lnTo>
                  <a:pt x="90457" y="511760"/>
                </a:lnTo>
                <a:lnTo>
                  <a:pt x="91823" y="506887"/>
                </a:lnTo>
                <a:lnTo>
                  <a:pt x="92824" y="502013"/>
                </a:lnTo>
                <a:lnTo>
                  <a:pt x="93524" y="497139"/>
                </a:lnTo>
                <a:lnTo>
                  <a:pt x="93983" y="492265"/>
                </a:lnTo>
                <a:lnTo>
                  <a:pt x="94252" y="487391"/>
                </a:lnTo>
                <a:lnTo>
                  <a:pt x="94374" y="482517"/>
                </a:lnTo>
                <a:lnTo>
                  <a:pt x="94387" y="477643"/>
                </a:lnTo>
                <a:lnTo>
                  <a:pt x="94321" y="472769"/>
                </a:lnTo>
                <a:lnTo>
                  <a:pt x="94200" y="467895"/>
                </a:lnTo>
                <a:lnTo>
                  <a:pt x="94046" y="463021"/>
                </a:lnTo>
                <a:lnTo>
                  <a:pt x="93873" y="458147"/>
                </a:lnTo>
                <a:lnTo>
                  <a:pt x="93696" y="453274"/>
                </a:lnTo>
                <a:lnTo>
                  <a:pt x="93522" y="448400"/>
                </a:lnTo>
                <a:lnTo>
                  <a:pt x="93360" y="443526"/>
                </a:lnTo>
                <a:lnTo>
                  <a:pt x="93211" y="438652"/>
                </a:lnTo>
                <a:lnTo>
                  <a:pt x="93079" y="433778"/>
                </a:lnTo>
                <a:lnTo>
                  <a:pt x="92965" y="428904"/>
                </a:lnTo>
                <a:lnTo>
                  <a:pt x="92872" y="424030"/>
                </a:lnTo>
                <a:lnTo>
                  <a:pt x="92800" y="419156"/>
                </a:lnTo>
                <a:lnTo>
                  <a:pt x="92756" y="414282"/>
                </a:lnTo>
                <a:lnTo>
                  <a:pt x="92745" y="409408"/>
                </a:lnTo>
                <a:lnTo>
                  <a:pt x="92772" y="404534"/>
                </a:lnTo>
                <a:lnTo>
                  <a:pt x="92845" y="399661"/>
                </a:lnTo>
                <a:lnTo>
                  <a:pt x="92968" y="394787"/>
                </a:lnTo>
                <a:lnTo>
                  <a:pt x="93142" y="389913"/>
                </a:lnTo>
                <a:lnTo>
                  <a:pt x="93368" y="385039"/>
                </a:lnTo>
                <a:lnTo>
                  <a:pt x="93637" y="380165"/>
                </a:lnTo>
                <a:lnTo>
                  <a:pt x="93938" y="375291"/>
                </a:lnTo>
                <a:lnTo>
                  <a:pt x="94258" y="370417"/>
                </a:lnTo>
                <a:lnTo>
                  <a:pt x="94577" y="365543"/>
                </a:lnTo>
                <a:lnTo>
                  <a:pt x="94876" y="360669"/>
                </a:lnTo>
                <a:lnTo>
                  <a:pt x="95134" y="355795"/>
                </a:lnTo>
                <a:lnTo>
                  <a:pt x="95336" y="350921"/>
                </a:lnTo>
                <a:lnTo>
                  <a:pt x="95467" y="346048"/>
                </a:lnTo>
                <a:lnTo>
                  <a:pt x="95520" y="341174"/>
                </a:lnTo>
                <a:lnTo>
                  <a:pt x="95493" y="336300"/>
                </a:lnTo>
                <a:lnTo>
                  <a:pt x="95391" y="331426"/>
                </a:lnTo>
                <a:lnTo>
                  <a:pt x="95227" y="326552"/>
                </a:lnTo>
                <a:lnTo>
                  <a:pt x="95017" y="321678"/>
                </a:lnTo>
                <a:lnTo>
                  <a:pt x="94783" y="316804"/>
                </a:lnTo>
                <a:lnTo>
                  <a:pt x="94548" y="311930"/>
                </a:lnTo>
                <a:lnTo>
                  <a:pt x="94337" y="307056"/>
                </a:lnTo>
                <a:lnTo>
                  <a:pt x="94171" y="302182"/>
                </a:lnTo>
                <a:lnTo>
                  <a:pt x="94068" y="297308"/>
                </a:lnTo>
                <a:lnTo>
                  <a:pt x="94040" y="292435"/>
                </a:lnTo>
                <a:lnTo>
                  <a:pt x="94093" y="287561"/>
                </a:lnTo>
                <a:lnTo>
                  <a:pt x="94224" y="282687"/>
                </a:lnTo>
                <a:lnTo>
                  <a:pt x="94425" y="277813"/>
                </a:lnTo>
                <a:lnTo>
                  <a:pt x="94682" y="272939"/>
                </a:lnTo>
                <a:lnTo>
                  <a:pt x="94975" y="268065"/>
                </a:lnTo>
                <a:lnTo>
                  <a:pt x="95286" y="263191"/>
                </a:lnTo>
                <a:lnTo>
                  <a:pt x="95592" y="258317"/>
                </a:lnTo>
                <a:lnTo>
                  <a:pt x="95874" y="253443"/>
                </a:lnTo>
                <a:lnTo>
                  <a:pt x="96116" y="248569"/>
                </a:lnTo>
                <a:lnTo>
                  <a:pt x="96303" y="243695"/>
                </a:lnTo>
                <a:lnTo>
                  <a:pt x="96427" y="238822"/>
                </a:lnTo>
                <a:lnTo>
                  <a:pt x="96481" y="233948"/>
                </a:lnTo>
                <a:lnTo>
                  <a:pt x="96464" y="229074"/>
                </a:lnTo>
                <a:lnTo>
                  <a:pt x="96377" y="224200"/>
                </a:lnTo>
                <a:lnTo>
                  <a:pt x="96221" y="219326"/>
                </a:lnTo>
                <a:lnTo>
                  <a:pt x="96001" y="214452"/>
                </a:lnTo>
                <a:lnTo>
                  <a:pt x="95722" y="209578"/>
                </a:lnTo>
                <a:lnTo>
                  <a:pt x="95390" y="204704"/>
                </a:lnTo>
                <a:lnTo>
                  <a:pt x="95011" y="199830"/>
                </a:lnTo>
                <a:lnTo>
                  <a:pt x="94594" y="194956"/>
                </a:lnTo>
                <a:lnTo>
                  <a:pt x="94147" y="190082"/>
                </a:lnTo>
                <a:lnTo>
                  <a:pt x="93684" y="185209"/>
                </a:lnTo>
                <a:lnTo>
                  <a:pt x="93218" y="180335"/>
                </a:lnTo>
                <a:lnTo>
                  <a:pt x="92766" y="175461"/>
                </a:lnTo>
                <a:lnTo>
                  <a:pt x="92347" y="170587"/>
                </a:lnTo>
                <a:lnTo>
                  <a:pt x="91979" y="165713"/>
                </a:lnTo>
                <a:lnTo>
                  <a:pt x="91683" y="160839"/>
                </a:lnTo>
                <a:lnTo>
                  <a:pt x="91477" y="155965"/>
                </a:lnTo>
                <a:lnTo>
                  <a:pt x="91373" y="151091"/>
                </a:lnTo>
                <a:lnTo>
                  <a:pt x="91380" y="146217"/>
                </a:lnTo>
                <a:lnTo>
                  <a:pt x="91502" y="141343"/>
                </a:lnTo>
                <a:lnTo>
                  <a:pt x="91733" y="136469"/>
                </a:lnTo>
                <a:lnTo>
                  <a:pt x="92062" y="131596"/>
                </a:lnTo>
                <a:lnTo>
                  <a:pt x="92468" y="126722"/>
                </a:lnTo>
                <a:lnTo>
                  <a:pt x="92926" y="121848"/>
                </a:lnTo>
                <a:lnTo>
                  <a:pt x="93404" y="116974"/>
                </a:lnTo>
                <a:lnTo>
                  <a:pt x="93865" y="112100"/>
                </a:lnTo>
                <a:lnTo>
                  <a:pt x="94267" y="107226"/>
                </a:lnTo>
                <a:lnTo>
                  <a:pt x="94559" y="102352"/>
                </a:lnTo>
                <a:lnTo>
                  <a:pt x="94683" y="97478"/>
                </a:lnTo>
                <a:lnTo>
                  <a:pt x="94572" y="92604"/>
                </a:lnTo>
                <a:lnTo>
                  <a:pt x="94146" y="87730"/>
                </a:lnTo>
                <a:lnTo>
                  <a:pt x="93309" y="82856"/>
                </a:lnTo>
                <a:lnTo>
                  <a:pt x="91955" y="77983"/>
                </a:lnTo>
                <a:lnTo>
                  <a:pt x="89966" y="73109"/>
                </a:lnTo>
                <a:lnTo>
                  <a:pt x="87222" y="68235"/>
                </a:lnTo>
                <a:lnTo>
                  <a:pt x="83608" y="63361"/>
                </a:lnTo>
                <a:lnTo>
                  <a:pt x="79031" y="58487"/>
                </a:lnTo>
                <a:lnTo>
                  <a:pt x="73437" y="53613"/>
                </a:lnTo>
                <a:lnTo>
                  <a:pt x="66829" y="48739"/>
                </a:lnTo>
                <a:lnTo>
                  <a:pt x="59286" y="43865"/>
                </a:lnTo>
                <a:lnTo>
                  <a:pt x="50975" y="38991"/>
                </a:lnTo>
                <a:lnTo>
                  <a:pt x="42156" y="34117"/>
                </a:lnTo>
                <a:lnTo>
                  <a:pt x="33175" y="29243"/>
                </a:lnTo>
                <a:lnTo>
                  <a:pt x="24453" y="24370"/>
                </a:lnTo>
                <a:lnTo>
                  <a:pt x="16447" y="19496"/>
                </a:lnTo>
                <a:lnTo>
                  <a:pt x="9622" y="14622"/>
                </a:lnTo>
                <a:lnTo>
                  <a:pt x="4400" y="9748"/>
                </a:lnTo>
                <a:lnTo>
                  <a:pt x="1119" y="4874"/>
                </a:lnTo>
                <a:lnTo>
                  <a:pt x="0" y="0"/>
                </a:lnTo>
                <a:lnTo>
                  <a:pt x="196140" y="0"/>
                </a:lnTo>
                <a:lnTo>
                  <a:pt x="196140" y="0"/>
                </a:lnTo>
                <a:lnTo>
                  <a:pt x="195021" y="4874"/>
                </a:lnTo>
                <a:lnTo>
                  <a:pt x="191741" y="9748"/>
                </a:lnTo>
                <a:lnTo>
                  <a:pt x="186518" y="14622"/>
                </a:lnTo>
                <a:lnTo>
                  <a:pt x="179693" y="19496"/>
                </a:lnTo>
                <a:lnTo>
                  <a:pt x="171688" y="24370"/>
                </a:lnTo>
                <a:lnTo>
                  <a:pt x="162965" y="29243"/>
                </a:lnTo>
                <a:lnTo>
                  <a:pt x="153985" y="34117"/>
                </a:lnTo>
                <a:lnTo>
                  <a:pt x="145165" y="38991"/>
                </a:lnTo>
                <a:lnTo>
                  <a:pt x="136854" y="43865"/>
                </a:lnTo>
                <a:lnTo>
                  <a:pt x="129311" y="48739"/>
                </a:lnTo>
                <a:lnTo>
                  <a:pt x="122703" y="53613"/>
                </a:lnTo>
                <a:lnTo>
                  <a:pt x="117109" y="58487"/>
                </a:lnTo>
                <a:lnTo>
                  <a:pt x="112532" y="63361"/>
                </a:lnTo>
                <a:lnTo>
                  <a:pt x="108918" y="68235"/>
                </a:lnTo>
                <a:lnTo>
                  <a:pt x="106174" y="73109"/>
                </a:lnTo>
                <a:lnTo>
                  <a:pt x="104185" y="77983"/>
                </a:lnTo>
                <a:lnTo>
                  <a:pt x="102832" y="82856"/>
                </a:lnTo>
                <a:lnTo>
                  <a:pt x="101995" y="87730"/>
                </a:lnTo>
                <a:lnTo>
                  <a:pt x="101568" y="92604"/>
                </a:lnTo>
                <a:lnTo>
                  <a:pt x="101457" y="97478"/>
                </a:lnTo>
                <a:lnTo>
                  <a:pt x="101582" y="102352"/>
                </a:lnTo>
                <a:lnTo>
                  <a:pt x="101873" y="107226"/>
                </a:lnTo>
                <a:lnTo>
                  <a:pt x="102275" y="112100"/>
                </a:lnTo>
                <a:lnTo>
                  <a:pt x="102736" y="116974"/>
                </a:lnTo>
                <a:lnTo>
                  <a:pt x="103215" y="121848"/>
                </a:lnTo>
                <a:lnTo>
                  <a:pt x="103673" y="126722"/>
                </a:lnTo>
                <a:lnTo>
                  <a:pt x="104079" y="131596"/>
                </a:lnTo>
                <a:lnTo>
                  <a:pt x="104407" y="136469"/>
                </a:lnTo>
                <a:lnTo>
                  <a:pt x="104638" y="141343"/>
                </a:lnTo>
                <a:lnTo>
                  <a:pt x="104760" y="146217"/>
                </a:lnTo>
                <a:lnTo>
                  <a:pt x="104768" y="151091"/>
                </a:lnTo>
                <a:lnTo>
                  <a:pt x="104664" y="155965"/>
                </a:lnTo>
                <a:lnTo>
                  <a:pt x="104457" y="160839"/>
                </a:lnTo>
                <a:lnTo>
                  <a:pt x="104161" y="165713"/>
                </a:lnTo>
                <a:lnTo>
                  <a:pt x="103793" y="170587"/>
                </a:lnTo>
                <a:lnTo>
                  <a:pt x="103374" y="175461"/>
                </a:lnTo>
                <a:lnTo>
                  <a:pt x="102922" y="180335"/>
                </a:lnTo>
                <a:lnTo>
                  <a:pt x="102456" y="185209"/>
                </a:lnTo>
                <a:lnTo>
                  <a:pt x="101993" y="190082"/>
                </a:lnTo>
                <a:lnTo>
                  <a:pt x="101547" y="194956"/>
                </a:lnTo>
                <a:lnTo>
                  <a:pt x="101130" y="199830"/>
                </a:lnTo>
                <a:lnTo>
                  <a:pt x="100751" y="204704"/>
                </a:lnTo>
                <a:lnTo>
                  <a:pt x="100419" y="209578"/>
                </a:lnTo>
                <a:lnTo>
                  <a:pt x="100139" y="214452"/>
                </a:lnTo>
                <a:lnTo>
                  <a:pt x="99920" y="219326"/>
                </a:lnTo>
                <a:lnTo>
                  <a:pt x="99764" y="224200"/>
                </a:lnTo>
                <a:lnTo>
                  <a:pt x="99676" y="229074"/>
                </a:lnTo>
                <a:lnTo>
                  <a:pt x="99659" y="233948"/>
                </a:lnTo>
                <a:lnTo>
                  <a:pt x="99714" y="238822"/>
                </a:lnTo>
                <a:lnTo>
                  <a:pt x="99837" y="243695"/>
                </a:lnTo>
                <a:lnTo>
                  <a:pt x="100025" y="248569"/>
                </a:lnTo>
                <a:lnTo>
                  <a:pt x="100266" y="253443"/>
                </a:lnTo>
                <a:lnTo>
                  <a:pt x="100548" y="258317"/>
                </a:lnTo>
                <a:lnTo>
                  <a:pt x="100854" y="263191"/>
                </a:lnTo>
                <a:lnTo>
                  <a:pt x="101165" y="268065"/>
                </a:lnTo>
                <a:lnTo>
                  <a:pt x="101459" y="272939"/>
                </a:lnTo>
                <a:lnTo>
                  <a:pt x="101715" y="277813"/>
                </a:lnTo>
                <a:lnTo>
                  <a:pt x="101916" y="282687"/>
                </a:lnTo>
                <a:lnTo>
                  <a:pt x="102048" y="287561"/>
                </a:lnTo>
                <a:lnTo>
                  <a:pt x="102100" y="292435"/>
                </a:lnTo>
                <a:lnTo>
                  <a:pt x="102072" y="297308"/>
                </a:lnTo>
                <a:lnTo>
                  <a:pt x="101970" y="302182"/>
                </a:lnTo>
                <a:lnTo>
                  <a:pt x="101804" y="307056"/>
                </a:lnTo>
                <a:lnTo>
                  <a:pt x="101592" y="311930"/>
                </a:lnTo>
                <a:lnTo>
                  <a:pt x="101358" y="316804"/>
                </a:lnTo>
                <a:lnTo>
                  <a:pt x="101124" y="321678"/>
                </a:lnTo>
                <a:lnTo>
                  <a:pt x="100914" y="326552"/>
                </a:lnTo>
                <a:lnTo>
                  <a:pt x="100749" y="331426"/>
                </a:lnTo>
                <a:lnTo>
                  <a:pt x="100648" y="336300"/>
                </a:lnTo>
                <a:lnTo>
                  <a:pt x="100621" y="341174"/>
                </a:lnTo>
                <a:lnTo>
                  <a:pt x="100674" y="346048"/>
                </a:lnTo>
                <a:lnTo>
                  <a:pt x="100805" y="350921"/>
                </a:lnTo>
                <a:lnTo>
                  <a:pt x="101006" y="355795"/>
                </a:lnTo>
                <a:lnTo>
                  <a:pt x="101265" y="360669"/>
                </a:lnTo>
                <a:lnTo>
                  <a:pt x="101563" y="365543"/>
                </a:lnTo>
                <a:lnTo>
                  <a:pt x="101882" y="370417"/>
                </a:lnTo>
                <a:lnTo>
                  <a:pt x="102202" y="375291"/>
                </a:lnTo>
                <a:lnTo>
                  <a:pt x="102504" y="380165"/>
                </a:lnTo>
                <a:lnTo>
                  <a:pt x="102773" y="385039"/>
                </a:lnTo>
                <a:lnTo>
                  <a:pt x="102998" y="389913"/>
                </a:lnTo>
                <a:lnTo>
                  <a:pt x="103173" y="394787"/>
                </a:lnTo>
                <a:lnTo>
                  <a:pt x="103295" y="399661"/>
                </a:lnTo>
                <a:lnTo>
                  <a:pt x="103368" y="404534"/>
                </a:lnTo>
                <a:lnTo>
                  <a:pt x="103396" y="409408"/>
                </a:lnTo>
                <a:lnTo>
                  <a:pt x="103384" y="414282"/>
                </a:lnTo>
                <a:lnTo>
                  <a:pt x="103340" y="419156"/>
                </a:lnTo>
                <a:lnTo>
                  <a:pt x="103269" y="424030"/>
                </a:lnTo>
                <a:lnTo>
                  <a:pt x="103175" y="428904"/>
                </a:lnTo>
                <a:lnTo>
                  <a:pt x="103061" y="433778"/>
                </a:lnTo>
                <a:lnTo>
                  <a:pt x="102929" y="438652"/>
                </a:lnTo>
                <a:lnTo>
                  <a:pt x="102781" y="443526"/>
                </a:lnTo>
                <a:lnTo>
                  <a:pt x="102618" y="448400"/>
                </a:lnTo>
                <a:lnTo>
                  <a:pt x="102445" y="453274"/>
                </a:lnTo>
                <a:lnTo>
                  <a:pt x="102267" y="458147"/>
                </a:lnTo>
                <a:lnTo>
                  <a:pt x="102095" y="463021"/>
                </a:lnTo>
                <a:lnTo>
                  <a:pt x="101940" y="467895"/>
                </a:lnTo>
                <a:lnTo>
                  <a:pt x="101819" y="472769"/>
                </a:lnTo>
                <a:lnTo>
                  <a:pt x="101753" y="477643"/>
                </a:lnTo>
                <a:lnTo>
                  <a:pt x="101766" y="482517"/>
                </a:lnTo>
                <a:lnTo>
                  <a:pt x="101889" y="487391"/>
                </a:lnTo>
                <a:lnTo>
                  <a:pt x="102158" y="492265"/>
                </a:lnTo>
                <a:lnTo>
                  <a:pt x="102617" y="497139"/>
                </a:lnTo>
                <a:lnTo>
                  <a:pt x="103317" y="502013"/>
                </a:lnTo>
                <a:lnTo>
                  <a:pt x="104317" y="506887"/>
                </a:lnTo>
                <a:lnTo>
                  <a:pt x="105683" y="511760"/>
                </a:lnTo>
                <a:lnTo>
                  <a:pt x="107483" y="516634"/>
                </a:lnTo>
                <a:lnTo>
                  <a:pt x="109782" y="521508"/>
                </a:lnTo>
                <a:lnTo>
                  <a:pt x="112633" y="526382"/>
                </a:lnTo>
                <a:lnTo>
                  <a:pt x="116069" y="531256"/>
                </a:lnTo>
                <a:lnTo>
                  <a:pt x="120089" y="536130"/>
                </a:lnTo>
                <a:lnTo>
                  <a:pt x="124650" y="541004"/>
                </a:lnTo>
                <a:lnTo>
                  <a:pt x="129654" y="545878"/>
                </a:lnTo>
                <a:lnTo>
                  <a:pt x="134952" y="550752"/>
                </a:lnTo>
                <a:lnTo>
                  <a:pt x="140339" y="555626"/>
                </a:lnTo>
                <a:lnTo>
                  <a:pt x="145567" y="560500"/>
                </a:lnTo>
                <a:lnTo>
                  <a:pt x="150365" y="565373"/>
                </a:lnTo>
                <a:lnTo>
                  <a:pt x="154454" y="570247"/>
                </a:lnTo>
                <a:lnTo>
                  <a:pt x="157584" y="575121"/>
                </a:lnTo>
                <a:lnTo>
                  <a:pt x="159550" y="579995"/>
                </a:lnTo>
                <a:lnTo>
                  <a:pt x="160221" y="584869"/>
                </a:lnTo>
                <a:lnTo>
                  <a:pt x="160221" y="584869"/>
                </a:lnTo>
                <a:close/>
              </a:path>
            </a:pathLst>
          </a:custGeom>
          <a:solidFill>
            <a:srgbClr val="00878B">
              <a:alpha val="12000"/>
            </a:srgbClr>
          </a:solidFill>
          <a:ln w="6985">
            <a:solidFill>
              <a:srgbClr val="00878B">
                <a:alpha val="12000"/>
              </a:srgbClr>
            </a:solidFill>
            <a:prstDash val="solid"/>
          </a:ln>
        </p:spPr>
      </p:sp>
      <p:sp>
        <p:nvSpPr>
          <p:cNvPr id="2737" name="03_assume_matched_8034">
            <a:extLst>
              <a:ext uri="{FF2B5EF4-FFF2-40B4-BE49-F238E27FC236}">
                <a16:creationId xmlns:a16="http://schemas.microsoft.com/office/drawing/2014/main" id="{397E6E66-1203-4458-A193-2BF907A1EF12}"/>
              </a:ext>
            </a:extLst>
          </p:cNvPr>
          <p:cNvSpPr>
            <a:spLocks noGrp="1"/>
          </p:cNvSpPr>
          <p:nvPr/>
        </p:nvSpPr>
        <p:spPr>
          <a:xfrm>
            <a:off x="2146133" y="6024367"/>
            <a:ext cx="196140" cy="584869"/>
          </a:xfrm>
          <a:custGeom>
            <a:avLst/>
            <a:gdLst/>
            <a:ahLst/>
            <a:cxnLst/>
            <a:rect l="0" t="0" r="0" b="0"/>
            <a:pathLst>
              <a:path w="196140" h="584869">
                <a:moveTo>
                  <a:pt x="160221" y="584869"/>
                </a:moveTo>
                <a:lnTo>
                  <a:pt x="35919" y="584869"/>
                </a:lnTo>
                <a:lnTo>
                  <a:pt x="36590" y="579995"/>
                </a:lnTo>
                <a:lnTo>
                  <a:pt x="38556" y="575121"/>
                </a:lnTo>
                <a:lnTo>
                  <a:pt x="41686" y="570247"/>
                </a:lnTo>
                <a:lnTo>
                  <a:pt x="45776" y="565373"/>
                </a:lnTo>
                <a:lnTo>
                  <a:pt x="50573" y="560500"/>
                </a:lnTo>
                <a:lnTo>
                  <a:pt x="55801" y="555626"/>
                </a:lnTo>
                <a:lnTo>
                  <a:pt x="61188" y="550752"/>
                </a:lnTo>
                <a:lnTo>
                  <a:pt x="66486" y="545878"/>
                </a:lnTo>
                <a:lnTo>
                  <a:pt x="71491" y="541004"/>
                </a:lnTo>
                <a:lnTo>
                  <a:pt x="76051" y="536130"/>
                </a:lnTo>
                <a:lnTo>
                  <a:pt x="80072" y="531256"/>
                </a:lnTo>
                <a:lnTo>
                  <a:pt x="83508" y="526382"/>
                </a:lnTo>
                <a:lnTo>
                  <a:pt x="86359" y="521508"/>
                </a:lnTo>
                <a:lnTo>
                  <a:pt x="88657" y="516634"/>
                </a:lnTo>
                <a:lnTo>
                  <a:pt x="90457" y="511760"/>
                </a:lnTo>
                <a:lnTo>
                  <a:pt x="91823" y="506887"/>
                </a:lnTo>
                <a:lnTo>
                  <a:pt x="92824" y="502013"/>
                </a:lnTo>
                <a:lnTo>
                  <a:pt x="93524" y="497139"/>
                </a:lnTo>
                <a:lnTo>
                  <a:pt x="93983" y="492265"/>
                </a:lnTo>
                <a:lnTo>
                  <a:pt x="94252" y="487391"/>
                </a:lnTo>
                <a:lnTo>
                  <a:pt x="94374" y="482517"/>
                </a:lnTo>
                <a:lnTo>
                  <a:pt x="94387" y="477643"/>
                </a:lnTo>
                <a:lnTo>
                  <a:pt x="94321" y="472769"/>
                </a:lnTo>
                <a:lnTo>
                  <a:pt x="94200" y="467895"/>
                </a:lnTo>
                <a:lnTo>
                  <a:pt x="94046" y="463021"/>
                </a:lnTo>
                <a:lnTo>
                  <a:pt x="93873" y="458147"/>
                </a:lnTo>
                <a:lnTo>
                  <a:pt x="93696" y="453274"/>
                </a:lnTo>
                <a:lnTo>
                  <a:pt x="93522" y="448400"/>
                </a:lnTo>
                <a:lnTo>
                  <a:pt x="93360" y="443526"/>
                </a:lnTo>
                <a:lnTo>
                  <a:pt x="93211" y="438652"/>
                </a:lnTo>
                <a:lnTo>
                  <a:pt x="93079" y="433778"/>
                </a:lnTo>
                <a:lnTo>
                  <a:pt x="92965" y="428904"/>
                </a:lnTo>
                <a:lnTo>
                  <a:pt x="92872" y="424030"/>
                </a:lnTo>
                <a:lnTo>
                  <a:pt x="92800" y="419156"/>
                </a:lnTo>
                <a:lnTo>
                  <a:pt x="92756" y="414282"/>
                </a:lnTo>
                <a:lnTo>
                  <a:pt x="92745" y="409408"/>
                </a:lnTo>
                <a:lnTo>
                  <a:pt x="92772" y="404534"/>
                </a:lnTo>
                <a:lnTo>
                  <a:pt x="92845" y="399661"/>
                </a:lnTo>
                <a:lnTo>
                  <a:pt x="92968" y="394787"/>
                </a:lnTo>
                <a:lnTo>
                  <a:pt x="93142" y="389913"/>
                </a:lnTo>
                <a:lnTo>
                  <a:pt x="93368" y="385039"/>
                </a:lnTo>
                <a:lnTo>
                  <a:pt x="93637" y="380165"/>
                </a:lnTo>
                <a:lnTo>
                  <a:pt x="93938" y="375291"/>
                </a:lnTo>
                <a:lnTo>
                  <a:pt x="94258" y="370417"/>
                </a:lnTo>
                <a:lnTo>
                  <a:pt x="94577" y="365543"/>
                </a:lnTo>
                <a:lnTo>
                  <a:pt x="94876" y="360669"/>
                </a:lnTo>
                <a:lnTo>
                  <a:pt x="95134" y="355795"/>
                </a:lnTo>
                <a:lnTo>
                  <a:pt x="95336" y="350921"/>
                </a:lnTo>
                <a:lnTo>
                  <a:pt x="95467" y="346048"/>
                </a:lnTo>
                <a:lnTo>
                  <a:pt x="95520" y="341174"/>
                </a:lnTo>
                <a:lnTo>
                  <a:pt x="95493" y="336300"/>
                </a:lnTo>
                <a:lnTo>
                  <a:pt x="95391" y="331426"/>
                </a:lnTo>
                <a:lnTo>
                  <a:pt x="95227" y="326552"/>
                </a:lnTo>
                <a:lnTo>
                  <a:pt x="95017" y="321678"/>
                </a:lnTo>
                <a:lnTo>
                  <a:pt x="94783" y="316804"/>
                </a:lnTo>
                <a:lnTo>
                  <a:pt x="94548" y="311930"/>
                </a:lnTo>
                <a:lnTo>
                  <a:pt x="94337" y="307056"/>
                </a:lnTo>
                <a:lnTo>
                  <a:pt x="94171" y="302182"/>
                </a:lnTo>
                <a:lnTo>
                  <a:pt x="94068" y="297308"/>
                </a:lnTo>
                <a:lnTo>
                  <a:pt x="94040" y="292435"/>
                </a:lnTo>
                <a:lnTo>
                  <a:pt x="94093" y="287561"/>
                </a:lnTo>
                <a:lnTo>
                  <a:pt x="94224" y="282687"/>
                </a:lnTo>
                <a:lnTo>
                  <a:pt x="94425" y="277813"/>
                </a:lnTo>
                <a:lnTo>
                  <a:pt x="94682" y="272939"/>
                </a:lnTo>
                <a:lnTo>
                  <a:pt x="94975" y="268065"/>
                </a:lnTo>
                <a:lnTo>
                  <a:pt x="95286" y="263191"/>
                </a:lnTo>
                <a:lnTo>
                  <a:pt x="95592" y="258317"/>
                </a:lnTo>
                <a:lnTo>
                  <a:pt x="95874" y="253443"/>
                </a:lnTo>
                <a:lnTo>
                  <a:pt x="96116" y="248569"/>
                </a:lnTo>
                <a:lnTo>
                  <a:pt x="96303" y="243695"/>
                </a:lnTo>
                <a:lnTo>
                  <a:pt x="96427" y="238822"/>
                </a:lnTo>
                <a:lnTo>
                  <a:pt x="96481" y="233948"/>
                </a:lnTo>
                <a:lnTo>
                  <a:pt x="96464" y="229074"/>
                </a:lnTo>
                <a:lnTo>
                  <a:pt x="96377" y="224200"/>
                </a:lnTo>
                <a:lnTo>
                  <a:pt x="96221" y="219326"/>
                </a:lnTo>
                <a:lnTo>
                  <a:pt x="96001" y="214452"/>
                </a:lnTo>
                <a:lnTo>
                  <a:pt x="95722" y="209578"/>
                </a:lnTo>
                <a:lnTo>
                  <a:pt x="95390" y="204704"/>
                </a:lnTo>
                <a:lnTo>
                  <a:pt x="95011" y="199830"/>
                </a:lnTo>
                <a:lnTo>
                  <a:pt x="94594" y="194956"/>
                </a:lnTo>
                <a:lnTo>
                  <a:pt x="94147" y="190082"/>
                </a:lnTo>
                <a:lnTo>
                  <a:pt x="93684" y="185209"/>
                </a:lnTo>
                <a:lnTo>
                  <a:pt x="93218" y="180335"/>
                </a:lnTo>
                <a:lnTo>
                  <a:pt x="92766" y="175461"/>
                </a:lnTo>
                <a:lnTo>
                  <a:pt x="92347" y="170587"/>
                </a:lnTo>
                <a:lnTo>
                  <a:pt x="91979" y="165713"/>
                </a:lnTo>
                <a:lnTo>
                  <a:pt x="91683" y="160839"/>
                </a:lnTo>
                <a:lnTo>
                  <a:pt x="91477" y="155965"/>
                </a:lnTo>
                <a:lnTo>
                  <a:pt x="91373" y="151091"/>
                </a:lnTo>
                <a:lnTo>
                  <a:pt x="91380" y="146217"/>
                </a:lnTo>
                <a:lnTo>
                  <a:pt x="91502" y="141343"/>
                </a:lnTo>
                <a:lnTo>
                  <a:pt x="91733" y="136469"/>
                </a:lnTo>
                <a:lnTo>
                  <a:pt x="92062" y="131596"/>
                </a:lnTo>
                <a:lnTo>
                  <a:pt x="92468" y="126722"/>
                </a:lnTo>
                <a:lnTo>
                  <a:pt x="92926" y="121848"/>
                </a:lnTo>
                <a:lnTo>
                  <a:pt x="93404" y="116974"/>
                </a:lnTo>
                <a:lnTo>
                  <a:pt x="93865" y="112100"/>
                </a:lnTo>
                <a:lnTo>
                  <a:pt x="94267" y="107226"/>
                </a:lnTo>
                <a:lnTo>
                  <a:pt x="94559" y="102352"/>
                </a:lnTo>
                <a:lnTo>
                  <a:pt x="94683" y="97478"/>
                </a:lnTo>
                <a:lnTo>
                  <a:pt x="94572" y="92604"/>
                </a:lnTo>
                <a:lnTo>
                  <a:pt x="94146" y="87730"/>
                </a:lnTo>
                <a:lnTo>
                  <a:pt x="93309" y="82856"/>
                </a:lnTo>
                <a:lnTo>
                  <a:pt x="91955" y="77983"/>
                </a:lnTo>
                <a:lnTo>
                  <a:pt x="89966" y="73109"/>
                </a:lnTo>
                <a:lnTo>
                  <a:pt x="87222" y="68235"/>
                </a:lnTo>
                <a:lnTo>
                  <a:pt x="83608" y="63361"/>
                </a:lnTo>
                <a:lnTo>
                  <a:pt x="79031" y="58487"/>
                </a:lnTo>
                <a:lnTo>
                  <a:pt x="73437" y="53613"/>
                </a:lnTo>
                <a:lnTo>
                  <a:pt x="66829" y="48739"/>
                </a:lnTo>
                <a:lnTo>
                  <a:pt x="59286" y="43865"/>
                </a:lnTo>
                <a:lnTo>
                  <a:pt x="50975" y="38991"/>
                </a:lnTo>
                <a:lnTo>
                  <a:pt x="42156" y="34117"/>
                </a:lnTo>
                <a:lnTo>
                  <a:pt x="33175" y="29243"/>
                </a:lnTo>
                <a:lnTo>
                  <a:pt x="24453" y="24370"/>
                </a:lnTo>
                <a:lnTo>
                  <a:pt x="16447" y="19496"/>
                </a:lnTo>
                <a:lnTo>
                  <a:pt x="9622" y="14622"/>
                </a:lnTo>
                <a:lnTo>
                  <a:pt x="4400" y="9748"/>
                </a:lnTo>
                <a:lnTo>
                  <a:pt x="1119" y="4874"/>
                </a:lnTo>
                <a:lnTo>
                  <a:pt x="0" y="0"/>
                </a:lnTo>
                <a:lnTo>
                  <a:pt x="196140" y="0"/>
                </a:lnTo>
                <a:lnTo>
                  <a:pt x="196140" y="0"/>
                </a:lnTo>
                <a:lnTo>
                  <a:pt x="195021" y="4874"/>
                </a:lnTo>
                <a:lnTo>
                  <a:pt x="191741" y="9748"/>
                </a:lnTo>
                <a:lnTo>
                  <a:pt x="186518" y="14622"/>
                </a:lnTo>
                <a:lnTo>
                  <a:pt x="179693" y="19496"/>
                </a:lnTo>
                <a:lnTo>
                  <a:pt x="171688" y="24370"/>
                </a:lnTo>
                <a:lnTo>
                  <a:pt x="162965" y="29243"/>
                </a:lnTo>
                <a:lnTo>
                  <a:pt x="153985" y="34117"/>
                </a:lnTo>
                <a:lnTo>
                  <a:pt x="145165" y="38991"/>
                </a:lnTo>
                <a:lnTo>
                  <a:pt x="136854" y="43865"/>
                </a:lnTo>
                <a:lnTo>
                  <a:pt x="129311" y="48739"/>
                </a:lnTo>
                <a:lnTo>
                  <a:pt x="122703" y="53613"/>
                </a:lnTo>
                <a:lnTo>
                  <a:pt x="117109" y="58487"/>
                </a:lnTo>
                <a:lnTo>
                  <a:pt x="112532" y="63361"/>
                </a:lnTo>
                <a:lnTo>
                  <a:pt x="108918" y="68235"/>
                </a:lnTo>
                <a:lnTo>
                  <a:pt x="106174" y="73109"/>
                </a:lnTo>
                <a:lnTo>
                  <a:pt x="104185" y="77983"/>
                </a:lnTo>
                <a:lnTo>
                  <a:pt x="102832" y="82856"/>
                </a:lnTo>
                <a:lnTo>
                  <a:pt x="101995" y="87730"/>
                </a:lnTo>
                <a:lnTo>
                  <a:pt x="101568" y="92604"/>
                </a:lnTo>
                <a:lnTo>
                  <a:pt x="101457" y="97478"/>
                </a:lnTo>
                <a:lnTo>
                  <a:pt x="101581" y="102352"/>
                </a:lnTo>
                <a:lnTo>
                  <a:pt x="101873" y="107226"/>
                </a:lnTo>
                <a:lnTo>
                  <a:pt x="102275" y="112100"/>
                </a:lnTo>
                <a:lnTo>
                  <a:pt x="102736" y="116974"/>
                </a:lnTo>
                <a:lnTo>
                  <a:pt x="103215" y="121848"/>
                </a:lnTo>
                <a:lnTo>
                  <a:pt x="103673" y="126722"/>
                </a:lnTo>
                <a:lnTo>
                  <a:pt x="104079" y="131596"/>
                </a:lnTo>
                <a:lnTo>
                  <a:pt x="104407" y="136469"/>
                </a:lnTo>
                <a:lnTo>
                  <a:pt x="104638" y="141343"/>
                </a:lnTo>
                <a:lnTo>
                  <a:pt x="104760" y="146217"/>
                </a:lnTo>
                <a:lnTo>
                  <a:pt x="104768" y="151091"/>
                </a:lnTo>
                <a:lnTo>
                  <a:pt x="104664" y="155965"/>
                </a:lnTo>
                <a:lnTo>
                  <a:pt x="104457" y="160839"/>
                </a:lnTo>
                <a:lnTo>
                  <a:pt x="104161" y="165713"/>
                </a:lnTo>
                <a:lnTo>
                  <a:pt x="103793" y="170587"/>
                </a:lnTo>
                <a:lnTo>
                  <a:pt x="103374" y="175461"/>
                </a:lnTo>
                <a:lnTo>
                  <a:pt x="102922" y="180335"/>
                </a:lnTo>
                <a:lnTo>
                  <a:pt x="102456" y="185209"/>
                </a:lnTo>
                <a:lnTo>
                  <a:pt x="101993" y="190082"/>
                </a:lnTo>
                <a:lnTo>
                  <a:pt x="101547" y="194956"/>
                </a:lnTo>
                <a:lnTo>
                  <a:pt x="101130" y="199830"/>
                </a:lnTo>
                <a:lnTo>
                  <a:pt x="100751" y="204704"/>
                </a:lnTo>
                <a:lnTo>
                  <a:pt x="100418" y="209578"/>
                </a:lnTo>
                <a:lnTo>
                  <a:pt x="100139" y="214452"/>
                </a:lnTo>
                <a:lnTo>
                  <a:pt x="99920" y="219326"/>
                </a:lnTo>
                <a:lnTo>
                  <a:pt x="99764" y="224200"/>
                </a:lnTo>
                <a:lnTo>
                  <a:pt x="99676" y="229074"/>
                </a:lnTo>
                <a:lnTo>
                  <a:pt x="99659" y="233948"/>
                </a:lnTo>
                <a:lnTo>
                  <a:pt x="99714" y="238822"/>
                </a:lnTo>
                <a:lnTo>
                  <a:pt x="99837" y="243695"/>
                </a:lnTo>
                <a:lnTo>
                  <a:pt x="100025" y="248569"/>
                </a:lnTo>
                <a:lnTo>
                  <a:pt x="100266" y="253443"/>
                </a:lnTo>
                <a:lnTo>
                  <a:pt x="100548" y="258317"/>
                </a:lnTo>
                <a:lnTo>
                  <a:pt x="100854" y="263191"/>
                </a:lnTo>
                <a:lnTo>
                  <a:pt x="101165" y="268065"/>
                </a:lnTo>
                <a:lnTo>
                  <a:pt x="101459" y="272939"/>
                </a:lnTo>
                <a:lnTo>
                  <a:pt x="101715" y="277813"/>
                </a:lnTo>
                <a:lnTo>
                  <a:pt x="101916" y="282687"/>
                </a:lnTo>
                <a:lnTo>
                  <a:pt x="102048" y="287561"/>
                </a:lnTo>
                <a:lnTo>
                  <a:pt x="102100" y="292435"/>
                </a:lnTo>
                <a:lnTo>
                  <a:pt x="102072" y="297308"/>
                </a:lnTo>
                <a:lnTo>
                  <a:pt x="101970" y="302182"/>
                </a:lnTo>
                <a:lnTo>
                  <a:pt x="101804" y="307056"/>
                </a:lnTo>
                <a:lnTo>
                  <a:pt x="101592" y="311930"/>
                </a:lnTo>
                <a:lnTo>
                  <a:pt x="101358" y="316804"/>
                </a:lnTo>
                <a:lnTo>
                  <a:pt x="101124" y="321678"/>
                </a:lnTo>
                <a:lnTo>
                  <a:pt x="100914" y="326552"/>
                </a:lnTo>
                <a:lnTo>
                  <a:pt x="100749" y="331426"/>
                </a:lnTo>
                <a:lnTo>
                  <a:pt x="100648" y="336300"/>
                </a:lnTo>
                <a:lnTo>
                  <a:pt x="100621" y="341174"/>
                </a:lnTo>
                <a:lnTo>
                  <a:pt x="100674" y="346048"/>
                </a:lnTo>
                <a:lnTo>
                  <a:pt x="100805" y="350921"/>
                </a:lnTo>
                <a:lnTo>
                  <a:pt x="101006" y="355795"/>
                </a:lnTo>
                <a:lnTo>
                  <a:pt x="101265" y="360669"/>
                </a:lnTo>
                <a:lnTo>
                  <a:pt x="101563" y="365543"/>
                </a:lnTo>
                <a:lnTo>
                  <a:pt x="101882" y="370417"/>
                </a:lnTo>
                <a:lnTo>
                  <a:pt x="102202" y="375291"/>
                </a:lnTo>
                <a:lnTo>
                  <a:pt x="102504" y="380165"/>
                </a:lnTo>
                <a:lnTo>
                  <a:pt x="102773" y="385039"/>
                </a:lnTo>
                <a:lnTo>
                  <a:pt x="102998" y="389913"/>
                </a:lnTo>
                <a:lnTo>
                  <a:pt x="103173" y="394787"/>
                </a:lnTo>
                <a:lnTo>
                  <a:pt x="103295" y="399661"/>
                </a:lnTo>
                <a:lnTo>
                  <a:pt x="103368" y="404534"/>
                </a:lnTo>
                <a:lnTo>
                  <a:pt x="103396" y="409408"/>
                </a:lnTo>
                <a:lnTo>
                  <a:pt x="103384" y="414282"/>
                </a:lnTo>
                <a:lnTo>
                  <a:pt x="103340" y="419156"/>
                </a:lnTo>
                <a:lnTo>
                  <a:pt x="103269" y="424030"/>
                </a:lnTo>
                <a:lnTo>
                  <a:pt x="103175" y="428904"/>
                </a:lnTo>
                <a:lnTo>
                  <a:pt x="103061" y="433778"/>
                </a:lnTo>
                <a:lnTo>
                  <a:pt x="102929" y="438652"/>
                </a:lnTo>
                <a:lnTo>
                  <a:pt x="102781" y="443526"/>
                </a:lnTo>
                <a:lnTo>
                  <a:pt x="102618" y="448400"/>
                </a:lnTo>
                <a:lnTo>
                  <a:pt x="102445" y="453274"/>
                </a:lnTo>
                <a:lnTo>
                  <a:pt x="102267" y="458147"/>
                </a:lnTo>
                <a:lnTo>
                  <a:pt x="102095" y="463021"/>
                </a:lnTo>
                <a:lnTo>
                  <a:pt x="101940" y="467895"/>
                </a:lnTo>
                <a:lnTo>
                  <a:pt x="101819" y="472769"/>
                </a:lnTo>
                <a:lnTo>
                  <a:pt x="101753" y="477643"/>
                </a:lnTo>
                <a:lnTo>
                  <a:pt x="101766" y="482517"/>
                </a:lnTo>
                <a:lnTo>
                  <a:pt x="101889" y="487391"/>
                </a:lnTo>
                <a:lnTo>
                  <a:pt x="102158" y="492265"/>
                </a:lnTo>
                <a:lnTo>
                  <a:pt x="102617" y="497139"/>
                </a:lnTo>
                <a:lnTo>
                  <a:pt x="103317" y="502013"/>
                </a:lnTo>
                <a:lnTo>
                  <a:pt x="104317" y="506887"/>
                </a:lnTo>
                <a:lnTo>
                  <a:pt x="105683" y="511760"/>
                </a:lnTo>
                <a:lnTo>
                  <a:pt x="107483" y="516634"/>
                </a:lnTo>
                <a:lnTo>
                  <a:pt x="109782" y="521508"/>
                </a:lnTo>
                <a:lnTo>
                  <a:pt x="112633" y="526382"/>
                </a:lnTo>
                <a:lnTo>
                  <a:pt x="116069" y="531256"/>
                </a:lnTo>
                <a:lnTo>
                  <a:pt x="120089" y="536130"/>
                </a:lnTo>
                <a:lnTo>
                  <a:pt x="124650" y="541004"/>
                </a:lnTo>
                <a:lnTo>
                  <a:pt x="129654" y="545878"/>
                </a:lnTo>
                <a:lnTo>
                  <a:pt x="134952" y="550752"/>
                </a:lnTo>
                <a:lnTo>
                  <a:pt x="140339" y="555626"/>
                </a:lnTo>
                <a:lnTo>
                  <a:pt x="145567" y="560500"/>
                </a:lnTo>
                <a:lnTo>
                  <a:pt x="150365" y="565373"/>
                </a:lnTo>
                <a:lnTo>
                  <a:pt x="154454" y="570247"/>
                </a:lnTo>
                <a:lnTo>
                  <a:pt x="157584" y="575121"/>
                </a:lnTo>
                <a:lnTo>
                  <a:pt x="159550" y="579995"/>
                </a:lnTo>
                <a:lnTo>
                  <a:pt x="160221" y="584869"/>
                </a:lnTo>
                <a:lnTo>
                  <a:pt x="160221" y="584869"/>
                </a:lnTo>
                <a:close/>
              </a:path>
            </a:pathLst>
          </a:custGeom>
          <a:solidFill>
            <a:srgbClr val="00878B">
              <a:alpha val="12000"/>
            </a:srgbClr>
          </a:solidFill>
          <a:ln w="6985">
            <a:solidFill>
              <a:srgbClr val="00878B">
                <a:alpha val="12000"/>
              </a:srgbClr>
            </a:solidFill>
            <a:prstDash val="solid"/>
          </a:ln>
        </p:spPr>
      </p:sp>
      <p:sp>
        <p:nvSpPr>
          <p:cNvPr id="2738" name="03_assume_matched_8035">
            <a:extLst>
              <a:ext uri="{FF2B5EF4-FFF2-40B4-BE49-F238E27FC236}">
                <a16:creationId xmlns:a16="http://schemas.microsoft.com/office/drawing/2014/main" id="{10791D43-4361-442A-91DF-6182E39A3901}"/>
              </a:ext>
            </a:extLst>
          </p:cNvPr>
          <p:cNvSpPr>
            <a:spLocks noGrp="1"/>
          </p:cNvSpPr>
          <p:nvPr/>
        </p:nvSpPr>
        <p:spPr>
          <a:xfrm>
            <a:off x="2900519" y="6024367"/>
            <a:ext cx="196140" cy="584869"/>
          </a:xfrm>
          <a:custGeom>
            <a:avLst/>
            <a:gdLst/>
            <a:ahLst/>
            <a:cxnLst/>
            <a:rect l="0" t="0" r="0" b="0"/>
            <a:pathLst>
              <a:path w="196140" h="584869">
                <a:moveTo>
                  <a:pt x="160221" y="584869"/>
                </a:moveTo>
                <a:lnTo>
                  <a:pt x="35919" y="584869"/>
                </a:lnTo>
                <a:lnTo>
                  <a:pt x="36590" y="579995"/>
                </a:lnTo>
                <a:lnTo>
                  <a:pt x="38556" y="575121"/>
                </a:lnTo>
                <a:lnTo>
                  <a:pt x="41686" y="570247"/>
                </a:lnTo>
                <a:lnTo>
                  <a:pt x="45776" y="565373"/>
                </a:lnTo>
                <a:lnTo>
                  <a:pt x="50573" y="560500"/>
                </a:lnTo>
                <a:lnTo>
                  <a:pt x="55801" y="555626"/>
                </a:lnTo>
                <a:lnTo>
                  <a:pt x="61188" y="550752"/>
                </a:lnTo>
                <a:lnTo>
                  <a:pt x="66486" y="545878"/>
                </a:lnTo>
                <a:lnTo>
                  <a:pt x="71491" y="541004"/>
                </a:lnTo>
                <a:lnTo>
                  <a:pt x="76051" y="536130"/>
                </a:lnTo>
                <a:lnTo>
                  <a:pt x="80072" y="531256"/>
                </a:lnTo>
                <a:lnTo>
                  <a:pt x="83508" y="526382"/>
                </a:lnTo>
                <a:lnTo>
                  <a:pt x="86359" y="521508"/>
                </a:lnTo>
                <a:lnTo>
                  <a:pt x="88657" y="516634"/>
                </a:lnTo>
                <a:lnTo>
                  <a:pt x="90457" y="511760"/>
                </a:lnTo>
                <a:lnTo>
                  <a:pt x="91823" y="506887"/>
                </a:lnTo>
                <a:lnTo>
                  <a:pt x="92824" y="502013"/>
                </a:lnTo>
                <a:lnTo>
                  <a:pt x="93524" y="497139"/>
                </a:lnTo>
                <a:lnTo>
                  <a:pt x="93983" y="492265"/>
                </a:lnTo>
                <a:lnTo>
                  <a:pt x="94252" y="487391"/>
                </a:lnTo>
                <a:lnTo>
                  <a:pt x="94374" y="482517"/>
                </a:lnTo>
                <a:lnTo>
                  <a:pt x="94387" y="477643"/>
                </a:lnTo>
                <a:lnTo>
                  <a:pt x="94321" y="472769"/>
                </a:lnTo>
                <a:lnTo>
                  <a:pt x="94200" y="467895"/>
                </a:lnTo>
                <a:lnTo>
                  <a:pt x="94046" y="463021"/>
                </a:lnTo>
                <a:lnTo>
                  <a:pt x="93873" y="458147"/>
                </a:lnTo>
                <a:lnTo>
                  <a:pt x="93696" y="453274"/>
                </a:lnTo>
                <a:lnTo>
                  <a:pt x="93522" y="448400"/>
                </a:lnTo>
                <a:lnTo>
                  <a:pt x="93360" y="443526"/>
                </a:lnTo>
                <a:lnTo>
                  <a:pt x="93211" y="438652"/>
                </a:lnTo>
                <a:lnTo>
                  <a:pt x="93079" y="433778"/>
                </a:lnTo>
                <a:lnTo>
                  <a:pt x="92965" y="428904"/>
                </a:lnTo>
                <a:lnTo>
                  <a:pt x="92872" y="424030"/>
                </a:lnTo>
                <a:lnTo>
                  <a:pt x="92800" y="419156"/>
                </a:lnTo>
                <a:lnTo>
                  <a:pt x="92756" y="414282"/>
                </a:lnTo>
                <a:lnTo>
                  <a:pt x="92745" y="409408"/>
                </a:lnTo>
                <a:lnTo>
                  <a:pt x="92772" y="404534"/>
                </a:lnTo>
                <a:lnTo>
                  <a:pt x="92845" y="399661"/>
                </a:lnTo>
                <a:lnTo>
                  <a:pt x="92968" y="394787"/>
                </a:lnTo>
                <a:lnTo>
                  <a:pt x="93142" y="389913"/>
                </a:lnTo>
                <a:lnTo>
                  <a:pt x="93368" y="385039"/>
                </a:lnTo>
                <a:lnTo>
                  <a:pt x="93637" y="380165"/>
                </a:lnTo>
                <a:lnTo>
                  <a:pt x="93938" y="375291"/>
                </a:lnTo>
                <a:lnTo>
                  <a:pt x="94258" y="370417"/>
                </a:lnTo>
                <a:lnTo>
                  <a:pt x="94577" y="365543"/>
                </a:lnTo>
                <a:lnTo>
                  <a:pt x="94876" y="360669"/>
                </a:lnTo>
                <a:lnTo>
                  <a:pt x="95134" y="355795"/>
                </a:lnTo>
                <a:lnTo>
                  <a:pt x="95336" y="350921"/>
                </a:lnTo>
                <a:lnTo>
                  <a:pt x="95467" y="346048"/>
                </a:lnTo>
                <a:lnTo>
                  <a:pt x="95520" y="341174"/>
                </a:lnTo>
                <a:lnTo>
                  <a:pt x="95493" y="336300"/>
                </a:lnTo>
                <a:lnTo>
                  <a:pt x="95391" y="331426"/>
                </a:lnTo>
                <a:lnTo>
                  <a:pt x="95227" y="326552"/>
                </a:lnTo>
                <a:lnTo>
                  <a:pt x="95017" y="321678"/>
                </a:lnTo>
                <a:lnTo>
                  <a:pt x="94783" y="316804"/>
                </a:lnTo>
                <a:lnTo>
                  <a:pt x="94548" y="311930"/>
                </a:lnTo>
                <a:lnTo>
                  <a:pt x="94337" y="307056"/>
                </a:lnTo>
                <a:lnTo>
                  <a:pt x="94171" y="302182"/>
                </a:lnTo>
                <a:lnTo>
                  <a:pt x="94068" y="297308"/>
                </a:lnTo>
                <a:lnTo>
                  <a:pt x="94040" y="292435"/>
                </a:lnTo>
                <a:lnTo>
                  <a:pt x="94093" y="287561"/>
                </a:lnTo>
                <a:lnTo>
                  <a:pt x="94224" y="282687"/>
                </a:lnTo>
                <a:lnTo>
                  <a:pt x="94425" y="277813"/>
                </a:lnTo>
                <a:lnTo>
                  <a:pt x="94682" y="272939"/>
                </a:lnTo>
                <a:lnTo>
                  <a:pt x="94975" y="268065"/>
                </a:lnTo>
                <a:lnTo>
                  <a:pt x="95286" y="263191"/>
                </a:lnTo>
                <a:lnTo>
                  <a:pt x="95592" y="258317"/>
                </a:lnTo>
                <a:lnTo>
                  <a:pt x="95874" y="253443"/>
                </a:lnTo>
                <a:lnTo>
                  <a:pt x="96116" y="248569"/>
                </a:lnTo>
                <a:lnTo>
                  <a:pt x="96303" y="243695"/>
                </a:lnTo>
                <a:lnTo>
                  <a:pt x="96427" y="238822"/>
                </a:lnTo>
                <a:lnTo>
                  <a:pt x="96481" y="233948"/>
                </a:lnTo>
                <a:lnTo>
                  <a:pt x="96464" y="229074"/>
                </a:lnTo>
                <a:lnTo>
                  <a:pt x="96377" y="224200"/>
                </a:lnTo>
                <a:lnTo>
                  <a:pt x="96221" y="219326"/>
                </a:lnTo>
                <a:lnTo>
                  <a:pt x="96001" y="214452"/>
                </a:lnTo>
                <a:lnTo>
                  <a:pt x="95722" y="209578"/>
                </a:lnTo>
                <a:lnTo>
                  <a:pt x="95390" y="204704"/>
                </a:lnTo>
                <a:lnTo>
                  <a:pt x="95011" y="199830"/>
                </a:lnTo>
                <a:lnTo>
                  <a:pt x="94594" y="194956"/>
                </a:lnTo>
                <a:lnTo>
                  <a:pt x="94147" y="190082"/>
                </a:lnTo>
                <a:lnTo>
                  <a:pt x="93684" y="185209"/>
                </a:lnTo>
                <a:lnTo>
                  <a:pt x="93218" y="180335"/>
                </a:lnTo>
                <a:lnTo>
                  <a:pt x="92766" y="175461"/>
                </a:lnTo>
                <a:lnTo>
                  <a:pt x="92347" y="170587"/>
                </a:lnTo>
                <a:lnTo>
                  <a:pt x="91979" y="165713"/>
                </a:lnTo>
                <a:lnTo>
                  <a:pt x="91683" y="160839"/>
                </a:lnTo>
                <a:lnTo>
                  <a:pt x="91477" y="155965"/>
                </a:lnTo>
                <a:lnTo>
                  <a:pt x="91373" y="151091"/>
                </a:lnTo>
                <a:lnTo>
                  <a:pt x="91380" y="146217"/>
                </a:lnTo>
                <a:lnTo>
                  <a:pt x="91502" y="141343"/>
                </a:lnTo>
                <a:lnTo>
                  <a:pt x="91733" y="136469"/>
                </a:lnTo>
                <a:lnTo>
                  <a:pt x="92062" y="131596"/>
                </a:lnTo>
                <a:lnTo>
                  <a:pt x="92468" y="126722"/>
                </a:lnTo>
                <a:lnTo>
                  <a:pt x="92926" y="121848"/>
                </a:lnTo>
                <a:lnTo>
                  <a:pt x="93404" y="116974"/>
                </a:lnTo>
                <a:lnTo>
                  <a:pt x="93865" y="112100"/>
                </a:lnTo>
                <a:lnTo>
                  <a:pt x="94267" y="107226"/>
                </a:lnTo>
                <a:lnTo>
                  <a:pt x="94559" y="102352"/>
                </a:lnTo>
                <a:lnTo>
                  <a:pt x="94683" y="97478"/>
                </a:lnTo>
                <a:lnTo>
                  <a:pt x="94572" y="92604"/>
                </a:lnTo>
                <a:lnTo>
                  <a:pt x="94146" y="87730"/>
                </a:lnTo>
                <a:lnTo>
                  <a:pt x="93309" y="82856"/>
                </a:lnTo>
                <a:lnTo>
                  <a:pt x="91955" y="77983"/>
                </a:lnTo>
                <a:lnTo>
                  <a:pt x="89966" y="73109"/>
                </a:lnTo>
                <a:lnTo>
                  <a:pt x="87222" y="68235"/>
                </a:lnTo>
                <a:lnTo>
                  <a:pt x="83608" y="63361"/>
                </a:lnTo>
                <a:lnTo>
                  <a:pt x="79031" y="58487"/>
                </a:lnTo>
                <a:lnTo>
                  <a:pt x="73437" y="53613"/>
                </a:lnTo>
                <a:lnTo>
                  <a:pt x="66829" y="48739"/>
                </a:lnTo>
                <a:lnTo>
                  <a:pt x="59286" y="43865"/>
                </a:lnTo>
                <a:lnTo>
                  <a:pt x="50975" y="38991"/>
                </a:lnTo>
                <a:lnTo>
                  <a:pt x="42156" y="34117"/>
                </a:lnTo>
                <a:lnTo>
                  <a:pt x="33175" y="29243"/>
                </a:lnTo>
                <a:lnTo>
                  <a:pt x="24453" y="24370"/>
                </a:lnTo>
                <a:lnTo>
                  <a:pt x="16447" y="19496"/>
                </a:lnTo>
                <a:lnTo>
                  <a:pt x="9622" y="14622"/>
                </a:lnTo>
                <a:lnTo>
                  <a:pt x="4400" y="9748"/>
                </a:lnTo>
                <a:lnTo>
                  <a:pt x="1119" y="4874"/>
                </a:lnTo>
                <a:lnTo>
                  <a:pt x="0" y="0"/>
                </a:lnTo>
                <a:lnTo>
                  <a:pt x="196140" y="0"/>
                </a:lnTo>
                <a:lnTo>
                  <a:pt x="196140" y="0"/>
                </a:lnTo>
                <a:lnTo>
                  <a:pt x="195021" y="4874"/>
                </a:lnTo>
                <a:lnTo>
                  <a:pt x="191741" y="9748"/>
                </a:lnTo>
                <a:lnTo>
                  <a:pt x="186518" y="14622"/>
                </a:lnTo>
                <a:lnTo>
                  <a:pt x="179693" y="19496"/>
                </a:lnTo>
                <a:lnTo>
                  <a:pt x="171688" y="24370"/>
                </a:lnTo>
                <a:lnTo>
                  <a:pt x="162965" y="29243"/>
                </a:lnTo>
                <a:lnTo>
                  <a:pt x="153985" y="34117"/>
                </a:lnTo>
                <a:lnTo>
                  <a:pt x="145165" y="38991"/>
                </a:lnTo>
                <a:lnTo>
                  <a:pt x="136854" y="43865"/>
                </a:lnTo>
                <a:lnTo>
                  <a:pt x="129311" y="48739"/>
                </a:lnTo>
                <a:lnTo>
                  <a:pt x="122703" y="53613"/>
                </a:lnTo>
                <a:lnTo>
                  <a:pt x="117109" y="58487"/>
                </a:lnTo>
                <a:lnTo>
                  <a:pt x="112532" y="63361"/>
                </a:lnTo>
                <a:lnTo>
                  <a:pt x="108918" y="68235"/>
                </a:lnTo>
                <a:lnTo>
                  <a:pt x="106174" y="73109"/>
                </a:lnTo>
                <a:lnTo>
                  <a:pt x="104185" y="77983"/>
                </a:lnTo>
                <a:lnTo>
                  <a:pt x="102832" y="82856"/>
                </a:lnTo>
                <a:lnTo>
                  <a:pt x="101995" y="87730"/>
                </a:lnTo>
                <a:lnTo>
                  <a:pt x="101568" y="92604"/>
                </a:lnTo>
                <a:lnTo>
                  <a:pt x="101457" y="97478"/>
                </a:lnTo>
                <a:lnTo>
                  <a:pt x="101582" y="102352"/>
                </a:lnTo>
                <a:lnTo>
                  <a:pt x="101873" y="107226"/>
                </a:lnTo>
                <a:lnTo>
                  <a:pt x="102275" y="112100"/>
                </a:lnTo>
                <a:lnTo>
                  <a:pt x="102736" y="116974"/>
                </a:lnTo>
                <a:lnTo>
                  <a:pt x="103215" y="121848"/>
                </a:lnTo>
                <a:lnTo>
                  <a:pt x="103673" y="126722"/>
                </a:lnTo>
                <a:lnTo>
                  <a:pt x="104079" y="131596"/>
                </a:lnTo>
                <a:lnTo>
                  <a:pt x="104407" y="136469"/>
                </a:lnTo>
                <a:lnTo>
                  <a:pt x="104638" y="141343"/>
                </a:lnTo>
                <a:lnTo>
                  <a:pt x="104760" y="146217"/>
                </a:lnTo>
                <a:lnTo>
                  <a:pt x="104768" y="151091"/>
                </a:lnTo>
                <a:lnTo>
                  <a:pt x="104664" y="155965"/>
                </a:lnTo>
                <a:lnTo>
                  <a:pt x="104457" y="160839"/>
                </a:lnTo>
                <a:lnTo>
                  <a:pt x="104161" y="165713"/>
                </a:lnTo>
                <a:lnTo>
                  <a:pt x="103793" y="170587"/>
                </a:lnTo>
                <a:lnTo>
                  <a:pt x="103374" y="175461"/>
                </a:lnTo>
                <a:lnTo>
                  <a:pt x="102922" y="180335"/>
                </a:lnTo>
                <a:lnTo>
                  <a:pt x="102456" y="185209"/>
                </a:lnTo>
                <a:lnTo>
                  <a:pt x="101993" y="190082"/>
                </a:lnTo>
                <a:lnTo>
                  <a:pt x="101547" y="194956"/>
                </a:lnTo>
                <a:lnTo>
                  <a:pt x="101130" y="199830"/>
                </a:lnTo>
                <a:lnTo>
                  <a:pt x="100751" y="204704"/>
                </a:lnTo>
                <a:lnTo>
                  <a:pt x="100419" y="209578"/>
                </a:lnTo>
                <a:lnTo>
                  <a:pt x="100139" y="214452"/>
                </a:lnTo>
                <a:lnTo>
                  <a:pt x="99920" y="219326"/>
                </a:lnTo>
                <a:lnTo>
                  <a:pt x="99764" y="224200"/>
                </a:lnTo>
                <a:lnTo>
                  <a:pt x="99676" y="229074"/>
                </a:lnTo>
                <a:lnTo>
                  <a:pt x="99659" y="233948"/>
                </a:lnTo>
                <a:lnTo>
                  <a:pt x="99714" y="238822"/>
                </a:lnTo>
                <a:lnTo>
                  <a:pt x="99837" y="243695"/>
                </a:lnTo>
                <a:lnTo>
                  <a:pt x="100025" y="248569"/>
                </a:lnTo>
                <a:lnTo>
                  <a:pt x="100266" y="253443"/>
                </a:lnTo>
                <a:lnTo>
                  <a:pt x="100548" y="258317"/>
                </a:lnTo>
                <a:lnTo>
                  <a:pt x="100854" y="263191"/>
                </a:lnTo>
                <a:lnTo>
                  <a:pt x="101165" y="268065"/>
                </a:lnTo>
                <a:lnTo>
                  <a:pt x="101459" y="272939"/>
                </a:lnTo>
                <a:lnTo>
                  <a:pt x="101715" y="277813"/>
                </a:lnTo>
                <a:lnTo>
                  <a:pt x="101916" y="282687"/>
                </a:lnTo>
                <a:lnTo>
                  <a:pt x="102048" y="287561"/>
                </a:lnTo>
                <a:lnTo>
                  <a:pt x="102100" y="292435"/>
                </a:lnTo>
                <a:lnTo>
                  <a:pt x="102072" y="297308"/>
                </a:lnTo>
                <a:lnTo>
                  <a:pt x="101970" y="302182"/>
                </a:lnTo>
                <a:lnTo>
                  <a:pt x="101804" y="307056"/>
                </a:lnTo>
                <a:lnTo>
                  <a:pt x="101592" y="311930"/>
                </a:lnTo>
                <a:lnTo>
                  <a:pt x="101358" y="316804"/>
                </a:lnTo>
                <a:lnTo>
                  <a:pt x="101124" y="321678"/>
                </a:lnTo>
                <a:lnTo>
                  <a:pt x="100914" y="326552"/>
                </a:lnTo>
                <a:lnTo>
                  <a:pt x="100749" y="331426"/>
                </a:lnTo>
                <a:lnTo>
                  <a:pt x="100648" y="336300"/>
                </a:lnTo>
                <a:lnTo>
                  <a:pt x="100621" y="341174"/>
                </a:lnTo>
                <a:lnTo>
                  <a:pt x="100674" y="346048"/>
                </a:lnTo>
                <a:lnTo>
                  <a:pt x="100805" y="350921"/>
                </a:lnTo>
                <a:lnTo>
                  <a:pt x="101006" y="355795"/>
                </a:lnTo>
                <a:lnTo>
                  <a:pt x="101265" y="360669"/>
                </a:lnTo>
                <a:lnTo>
                  <a:pt x="101563" y="365543"/>
                </a:lnTo>
                <a:lnTo>
                  <a:pt x="101882" y="370417"/>
                </a:lnTo>
                <a:lnTo>
                  <a:pt x="102202" y="375291"/>
                </a:lnTo>
                <a:lnTo>
                  <a:pt x="102504" y="380165"/>
                </a:lnTo>
                <a:lnTo>
                  <a:pt x="102773" y="385039"/>
                </a:lnTo>
                <a:lnTo>
                  <a:pt x="102998" y="389913"/>
                </a:lnTo>
                <a:lnTo>
                  <a:pt x="103173" y="394787"/>
                </a:lnTo>
                <a:lnTo>
                  <a:pt x="103295" y="399661"/>
                </a:lnTo>
                <a:lnTo>
                  <a:pt x="103368" y="404534"/>
                </a:lnTo>
                <a:lnTo>
                  <a:pt x="103396" y="409408"/>
                </a:lnTo>
                <a:lnTo>
                  <a:pt x="103384" y="414282"/>
                </a:lnTo>
                <a:lnTo>
                  <a:pt x="103340" y="419156"/>
                </a:lnTo>
                <a:lnTo>
                  <a:pt x="103269" y="424030"/>
                </a:lnTo>
                <a:lnTo>
                  <a:pt x="103175" y="428904"/>
                </a:lnTo>
                <a:lnTo>
                  <a:pt x="103061" y="433778"/>
                </a:lnTo>
                <a:lnTo>
                  <a:pt x="102929" y="438652"/>
                </a:lnTo>
                <a:lnTo>
                  <a:pt x="102781" y="443526"/>
                </a:lnTo>
                <a:lnTo>
                  <a:pt x="102618" y="448400"/>
                </a:lnTo>
                <a:lnTo>
                  <a:pt x="102445" y="453274"/>
                </a:lnTo>
                <a:lnTo>
                  <a:pt x="102267" y="458147"/>
                </a:lnTo>
                <a:lnTo>
                  <a:pt x="102095" y="463021"/>
                </a:lnTo>
                <a:lnTo>
                  <a:pt x="101940" y="467895"/>
                </a:lnTo>
                <a:lnTo>
                  <a:pt x="101819" y="472769"/>
                </a:lnTo>
                <a:lnTo>
                  <a:pt x="101753" y="477643"/>
                </a:lnTo>
                <a:lnTo>
                  <a:pt x="101766" y="482517"/>
                </a:lnTo>
                <a:lnTo>
                  <a:pt x="101889" y="487391"/>
                </a:lnTo>
                <a:lnTo>
                  <a:pt x="102158" y="492265"/>
                </a:lnTo>
                <a:lnTo>
                  <a:pt x="102617" y="497139"/>
                </a:lnTo>
                <a:lnTo>
                  <a:pt x="103317" y="502013"/>
                </a:lnTo>
                <a:lnTo>
                  <a:pt x="104317" y="506887"/>
                </a:lnTo>
                <a:lnTo>
                  <a:pt x="105683" y="511760"/>
                </a:lnTo>
                <a:lnTo>
                  <a:pt x="107483" y="516634"/>
                </a:lnTo>
                <a:lnTo>
                  <a:pt x="109782" y="521508"/>
                </a:lnTo>
                <a:lnTo>
                  <a:pt x="112633" y="526382"/>
                </a:lnTo>
                <a:lnTo>
                  <a:pt x="116069" y="531256"/>
                </a:lnTo>
                <a:lnTo>
                  <a:pt x="120089" y="536130"/>
                </a:lnTo>
                <a:lnTo>
                  <a:pt x="124650" y="541004"/>
                </a:lnTo>
                <a:lnTo>
                  <a:pt x="129654" y="545878"/>
                </a:lnTo>
                <a:lnTo>
                  <a:pt x="134952" y="550752"/>
                </a:lnTo>
                <a:lnTo>
                  <a:pt x="140339" y="555626"/>
                </a:lnTo>
                <a:lnTo>
                  <a:pt x="145567" y="560500"/>
                </a:lnTo>
                <a:lnTo>
                  <a:pt x="150365" y="565373"/>
                </a:lnTo>
                <a:lnTo>
                  <a:pt x="154454" y="570247"/>
                </a:lnTo>
                <a:lnTo>
                  <a:pt x="157584" y="575121"/>
                </a:lnTo>
                <a:lnTo>
                  <a:pt x="159550" y="579995"/>
                </a:lnTo>
                <a:lnTo>
                  <a:pt x="160221" y="584869"/>
                </a:lnTo>
                <a:lnTo>
                  <a:pt x="160221" y="584869"/>
                </a:lnTo>
                <a:close/>
              </a:path>
            </a:pathLst>
          </a:custGeom>
          <a:solidFill>
            <a:srgbClr val="00878B">
              <a:alpha val="12000"/>
            </a:srgbClr>
          </a:solidFill>
          <a:ln w="6985">
            <a:solidFill>
              <a:srgbClr val="00878B">
                <a:alpha val="12000"/>
              </a:srgbClr>
            </a:solidFill>
            <a:prstDash val="solid"/>
          </a:ln>
        </p:spPr>
      </p:sp>
      <p:sp>
        <p:nvSpPr>
          <p:cNvPr id="2739" name="03_assume_matched_8036">
            <a:extLst>
              <a:ext uri="{FF2B5EF4-FFF2-40B4-BE49-F238E27FC236}">
                <a16:creationId xmlns:a16="http://schemas.microsoft.com/office/drawing/2014/main" id="{8093C5E5-4A68-4336-AB5A-E202882A8F88}"/>
              </a:ext>
            </a:extLst>
          </p:cNvPr>
          <p:cNvSpPr>
            <a:spLocks noGrp="1"/>
          </p:cNvSpPr>
          <p:nvPr/>
        </p:nvSpPr>
        <p:spPr>
          <a:xfrm>
            <a:off x="735432"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740" name="03_assume_matched_8037">
            <a:extLst>
              <a:ext uri="{FF2B5EF4-FFF2-40B4-BE49-F238E27FC236}">
                <a16:creationId xmlns:a16="http://schemas.microsoft.com/office/drawing/2014/main" id="{09F76F0A-9FD7-4461-9D57-749A3828B3A1}"/>
              </a:ext>
            </a:extLst>
          </p:cNvPr>
          <p:cNvSpPr>
            <a:spLocks noGrp="1"/>
          </p:cNvSpPr>
          <p:nvPr/>
        </p:nvSpPr>
        <p:spPr>
          <a:xfrm>
            <a:off x="1112625"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741" name="03_assume_matched_8038">
            <a:extLst>
              <a:ext uri="{FF2B5EF4-FFF2-40B4-BE49-F238E27FC236}">
                <a16:creationId xmlns:a16="http://schemas.microsoft.com/office/drawing/2014/main" id="{25018E20-51A1-4545-8478-C40E1B608576}"/>
              </a:ext>
            </a:extLst>
          </p:cNvPr>
          <p:cNvSpPr>
            <a:spLocks noGrp="1"/>
          </p:cNvSpPr>
          <p:nvPr/>
        </p:nvSpPr>
        <p:spPr>
          <a:xfrm>
            <a:off x="1489818"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742" name="03_assume_matched_8039">
            <a:extLst>
              <a:ext uri="{FF2B5EF4-FFF2-40B4-BE49-F238E27FC236}">
                <a16:creationId xmlns:a16="http://schemas.microsoft.com/office/drawing/2014/main" id="{1833795D-250F-47DD-B41E-9BE883769FD2}"/>
              </a:ext>
            </a:extLst>
          </p:cNvPr>
          <p:cNvSpPr>
            <a:spLocks noGrp="1"/>
          </p:cNvSpPr>
          <p:nvPr/>
        </p:nvSpPr>
        <p:spPr>
          <a:xfrm>
            <a:off x="2244204"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743" name="03_assume_matched_8040">
            <a:extLst>
              <a:ext uri="{FF2B5EF4-FFF2-40B4-BE49-F238E27FC236}">
                <a16:creationId xmlns:a16="http://schemas.microsoft.com/office/drawing/2014/main" id="{2671735E-B210-41B0-9F68-EA423A8329EE}"/>
              </a:ext>
            </a:extLst>
          </p:cNvPr>
          <p:cNvSpPr>
            <a:spLocks noGrp="1"/>
          </p:cNvSpPr>
          <p:nvPr/>
        </p:nvSpPr>
        <p:spPr>
          <a:xfrm>
            <a:off x="2998589"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744" name="03_assume_matched_8041">
            <a:extLst>
              <a:ext uri="{FF2B5EF4-FFF2-40B4-BE49-F238E27FC236}">
                <a16:creationId xmlns:a16="http://schemas.microsoft.com/office/drawing/2014/main" id="{4E37E914-8C77-4E23-B6FE-AB07B6ED487F}"/>
              </a:ext>
            </a:extLst>
          </p:cNvPr>
          <p:cNvSpPr>
            <a:spLocks noGrp="1"/>
          </p:cNvSpPr>
          <p:nvPr/>
        </p:nvSpPr>
        <p:spPr>
          <a:xfrm>
            <a:off x="712800" y="6609236"/>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745" name="03_assume_matched_8042">
            <a:extLst>
              <a:ext uri="{FF2B5EF4-FFF2-40B4-BE49-F238E27FC236}">
                <a16:creationId xmlns:a16="http://schemas.microsoft.com/office/drawing/2014/main" id="{0E634FBA-7B27-4481-AB32-C264A91A3C62}"/>
              </a:ext>
            </a:extLst>
          </p:cNvPr>
          <p:cNvSpPr>
            <a:spLocks noGrp="1"/>
          </p:cNvSpPr>
          <p:nvPr/>
        </p:nvSpPr>
        <p:spPr>
          <a:xfrm>
            <a:off x="674700" y="6609236"/>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746" name="text_8043">
            <a:extLst>
              <a:ext uri="{FF2B5EF4-FFF2-40B4-BE49-F238E27FC236}">
                <a16:creationId xmlns:a16="http://schemas.microsoft.com/office/drawing/2014/main" id="{7C0D033D-75EA-48B4-9F41-1010967C6A11}"/>
              </a:ext>
            </a:extLst>
          </p:cNvPr>
          <p:cNvSpPr>
            <a:spLocks noGrp="1"/>
          </p:cNvSpPr>
          <p:nvPr/>
        </p:nvSpPr>
        <p:spPr>
          <a:xfrm>
            <a:off x="585053" y="6569175"/>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2747" name="03_assume_matched_8044">
            <a:extLst>
              <a:ext uri="{FF2B5EF4-FFF2-40B4-BE49-F238E27FC236}">
                <a16:creationId xmlns:a16="http://schemas.microsoft.com/office/drawing/2014/main" id="{19E8FC5D-BB63-4307-9E5B-EF8C40014980}"/>
              </a:ext>
            </a:extLst>
          </p:cNvPr>
          <p:cNvSpPr>
            <a:spLocks noGrp="1"/>
          </p:cNvSpPr>
          <p:nvPr/>
        </p:nvSpPr>
        <p:spPr>
          <a:xfrm>
            <a:off x="712800" y="6316801"/>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748" name="03_assume_matched_8045">
            <a:extLst>
              <a:ext uri="{FF2B5EF4-FFF2-40B4-BE49-F238E27FC236}">
                <a16:creationId xmlns:a16="http://schemas.microsoft.com/office/drawing/2014/main" id="{A91FED7A-DAE1-4C8C-8D18-A5B0A82CB0E7}"/>
              </a:ext>
            </a:extLst>
          </p:cNvPr>
          <p:cNvSpPr>
            <a:spLocks noGrp="1"/>
          </p:cNvSpPr>
          <p:nvPr/>
        </p:nvSpPr>
        <p:spPr>
          <a:xfrm>
            <a:off x="674700" y="6316801"/>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749" name="text_8046">
            <a:extLst>
              <a:ext uri="{FF2B5EF4-FFF2-40B4-BE49-F238E27FC236}">
                <a16:creationId xmlns:a16="http://schemas.microsoft.com/office/drawing/2014/main" id="{296550D4-22CF-498C-9299-D21AA62FD99A}"/>
              </a:ext>
            </a:extLst>
          </p:cNvPr>
          <p:cNvSpPr>
            <a:spLocks noGrp="1"/>
          </p:cNvSpPr>
          <p:nvPr/>
        </p:nvSpPr>
        <p:spPr>
          <a:xfrm>
            <a:off x="533506" y="627674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2750" name="03_assume_matched_8047">
            <a:extLst>
              <a:ext uri="{FF2B5EF4-FFF2-40B4-BE49-F238E27FC236}">
                <a16:creationId xmlns:a16="http://schemas.microsoft.com/office/drawing/2014/main" id="{84EDBE83-E2F9-40B5-9168-847539514D73}"/>
              </a:ext>
            </a:extLst>
          </p:cNvPr>
          <p:cNvSpPr>
            <a:spLocks noGrp="1"/>
          </p:cNvSpPr>
          <p:nvPr/>
        </p:nvSpPr>
        <p:spPr>
          <a:xfrm>
            <a:off x="712800" y="6024367"/>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751" name="03_assume_matched_8048">
            <a:extLst>
              <a:ext uri="{FF2B5EF4-FFF2-40B4-BE49-F238E27FC236}">
                <a16:creationId xmlns:a16="http://schemas.microsoft.com/office/drawing/2014/main" id="{99823BB6-3C7D-4573-A5BF-9906CF6F00C3}"/>
              </a:ext>
            </a:extLst>
          </p:cNvPr>
          <p:cNvSpPr>
            <a:spLocks noGrp="1"/>
          </p:cNvSpPr>
          <p:nvPr/>
        </p:nvSpPr>
        <p:spPr>
          <a:xfrm>
            <a:off x="674700" y="602436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752" name="text_8049">
            <a:extLst>
              <a:ext uri="{FF2B5EF4-FFF2-40B4-BE49-F238E27FC236}">
                <a16:creationId xmlns:a16="http://schemas.microsoft.com/office/drawing/2014/main" id="{0414912E-97B4-4564-A839-C40E43ECF47B}"/>
              </a:ext>
            </a:extLst>
          </p:cNvPr>
          <p:cNvSpPr>
            <a:spLocks noGrp="1"/>
          </p:cNvSpPr>
          <p:nvPr/>
        </p:nvSpPr>
        <p:spPr>
          <a:xfrm>
            <a:off x="481960" y="5984306"/>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2753" name="text_8050">
            <a:extLst>
              <a:ext uri="{FF2B5EF4-FFF2-40B4-BE49-F238E27FC236}">
                <a16:creationId xmlns:a16="http://schemas.microsoft.com/office/drawing/2014/main" id="{CC30AF04-EC5E-4F0C-A957-A91418496C18}"/>
              </a:ext>
            </a:extLst>
          </p:cNvPr>
          <p:cNvSpPr>
            <a:spLocks noGrp="1"/>
          </p:cNvSpPr>
          <p:nvPr/>
        </p:nvSpPr>
        <p:spPr>
          <a:xfrm rot="-5400000">
            <a:off x="67234" y="6257270"/>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b="0">
                <a:solidFill>
                  <a:srgbClr val="273744"/>
                </a:solidFill>
                <a:latin typeface="Arial"/>
                <a:ea typeface="Arial"/>
                <a:cs typeface="Arial"/>
              </a:rPr>
              <a:t>Completion (%)</a:t>
            </a:r>
          </a:p>
        </p:txBody>
      </p:sp>
      <p:sp>
        <p:nvSpPr>
          <p:cNvPr id="2754" name="03_assume_matched_8051">
            <a:extLst>
              <a:ext uri="{FF2B5EF4-FFF2-40B4-BE49-F238E27FC236}">
                <a16:creationId xmlns:a16="http://schemas.microsoft.com/office/drawing/2014/main" id="{83AF286C-EE03-4324-85CB-5693E413CFDC}"/>
              </a:ext>
            </a:extLst>
          </p:cNvPr>
          <p:cNvSpPr>
            <a:spLocks noGrp="1"/>
          </p:cNvSpPr>
          <p:nvPr/>
        </p:nvSpPr>
        <p:spPr>
          <a:xfrm>
            <a:off x="1150377" y="6302602"/>
            <a:ext cx="28398" cy="28398"/>
          </a:xfrm>
          <a:prstGeom prst="ellipse">
            <a:avLst/>
          </a:prstGeom>
          <a:solidFill>
            <a:srgbClr val="7F8C97">
              <a:alpha val="48000"/>
            </a:srgbClr>
          </a:solidFill>
          <a:ln w="0">
            <a:noFill/>
            <a:prstDash val="solid"/>
          </a:ln>
        </p:spPr>
      </p:sp>
      <p:sp>
        <p:nvSpPr>
          <p:cNvPr id="2755" name="03_assume_matched_8052">
            <a:extLst>
              <a:ext uri="{FF2B5EF4-FFF2-40B4-BE49-F238E27FC236}">
                <a16:creationId xmlns:a16="http://schemas.microsoft.com/office/drawing/2014/main" id="{01B2A925-088C-4B8C-9650-50588258021D}"/>
              </a:ext>
            </a:extLst>
          </p:cNvPr>
          <p:cNvSpPr>
            <a:spLocks noGrp="1"/>
          </p:cNvSpPr>
          <p:nvPr/>
        </p:nvSpPr>
        <p:spPr>
          <a:xfrm>
            <a:off x="1138864" y="6595037"/>
            <a:ext cx="28398" cy="28398"/>
          </a:xfrm>
          <a:prstGeom prst="ellipse">
            <a:avLst/>
          </a:prstGeom>
          <a:solidFill>
            <a:srgbClr val="7F8C97">
              <a:alpha val="48000"/>
            </a:srgbClr>
          </a:solidFill>
          <a:ln w="0">
            <a:noFill/>
            <a:prstDash val="solid"/>
          </a:ln>
        </p:spPr>
      </p:sp>
      <p:sp>
        <p:nvSpPr>
          <p:cNvPr id="2756" name="03_assume_matched_8053">
            <a:extLst>
              <a:ext uri="{FF2B5EF4-FFF2-40B4-BE49-F238E27FC236}">
                <a16:creationId xmlns:a16="http://schemas.microsoft.com/office/drawing/2014/main" id="{83E561EA-0565-4787-8A2B-B41F78748773}"/>
              </a:ext>
            </a:extLst>
          </p:cNvPr>
          <p:cNvSpPr>
            <a:spLocks noGrp="1"/>
          </p:cNvSpPr>
          <p:nvPr/>
        </p:nvSpPr>
        <p:spPr>
          <a:xfrm>
            <a:off x="1081732" y="6595037"/>
            <a:ext cx="28398" cy="28398"/>
          </a:xfrm>
          <a:prstGeom prst="ellipse">
            <a:avLst/>
          </a:prstGeom>
          <a:solidFill>
            <a:srgbClr val="7F8C97">
              <a:alpha val="48000"/>
            </a:srgbClr>
          </a:solidFill>
          <a:ln w="0">
            <a:noFill/>
            <a:prstDash val="solid"/>
          </a:ln>
        </p:spPr>
      </p:sp>
      <p:sp>
        <p:nvSpPr>
          <p:cNvPr id="2757" name="03_assume_matched_8054">
            <a:extLst>
              <a:ext uri="{FF2B5EF4-FFF2-40B4-BE49-F238E27FC236}">
                <a16:creationId xmlns:a16="http://schemas.microsoft.com/office/drawing/2014/main" id="{89D4D809-80A0-4419-A847-113B51DC3B6B}"/>
              </a:ext>
            </a:extLst>
          </p:cNvPr>
          <p:cNvSpPr>
            <a:spLocks noGrp="1"/>
          </p:cNvSpPr>
          <p:nvPr/>
        </p:nvSpPr>
        <p:spPr>
          <a:xfrm>
            <a:off x="1160594" y="6302602"/>
            <a:ext cx="28398" cy="28398"/>
          </a:xfrm>
          <a:prstGeom prst="ellipse">
            <a:avLst/>
          </a:prstGeom>
          <a:solidFill>
            <a:srgbClr val="7F8C97">
              <a:alpha val="48000"/>
            </a:srgbClr>
          </a:solidFill>
          <a:ln w="0">
            <a:noFill/>
            <a:prstDash val="solid"/>
          </a:ln>
        </p:spPr>
      </p:sp>
      <p:sp>
        <p:nvSpPr>
          <p:cNvPr id="2758" name="03_assume_matched_8055">
            <a:extLst>
              <a:ext uri="{FF2B5EF4-FFF2-40B4-BE49-F238E27FC236}">
                <a16:creationId xmlns:a16="http://schemas.microsoft.com/office/drawing/2014/main" id="{EB516530-3AA0-4A0F-84BF-AD7900B0505C}"/>
              </a:ext>
            </a:extLst>
          </p:cNvPr>
          <p:cNvSpPr>
            <a:spLocks noGrp="1"/>
          </p:cNvSpPr>
          <p:nvPr/>
        </p:nvSpPr>
        <p:spPr>
          <a:xfrm>
            <a:off x="1128359" y="6344379"/>
            <a:ext cx="28398" cy="28398"/>
          </a:xfrm>
          <a:prstGeom prst="ellipse">
            <a:avLst/>
          </a:prstGeom>
          <a:solidFill>
            <a:srgbClr val="7F8C97">
              <a:alpha val="48000"/>
            </a:srgbClr>
          </a:solidFill>
          <a:ln w="0">
            <a:noFill/>
            <a:prstDash val="solid"/>
          </a:ln>
        </p:spPr>
      </p:sp>
      <p:sp>
        <p:nvSpPr>
          <p:cNvPr id="2759" name="03_assume_matched_8056">
            <a:extLst>
              <a:ext uri="{FF2B5EF4-FFF2-40B4-BE49-F238E27FC236}">
                <a16:creationId xmlns:a16="http://schemas.microsoft.com/office/drawing/2014/main" id="{743547E9-1DC2-4FC8-9D13-9C8BFF74DFF6}"/>
              </a:ext>
            </a:extLst>
          </p:cNvPr>
          <p:cNvSpPr>
            <a:spLocks noGrp="1"/>
          </p:cNvSpPr>
          <p:nvPr/>
        </p:nvSpPr>
        <p:spPr>
          <a:xfrm>
            <a:off x="1033091" y="6329187"/>
            <a:ext cx="28398" cy="28398"/>
          </a:xfrm>
          <a:prstGeom prst="ellipse">
            <a:avLst/>
          </a:prstGeom>
          <a:solidFill>
            <a:srgbClr val="7F8C97">
              <a:alpha val="48000"/>
            </a:srgbClr>
          </a:solidFill>
          <a:ln w="0">
            <a:noFill/>
            <a:prstDash val="solid"/>
          </a:ln>
        </p:spPr>
      </p:sp>
      <p:sp>
        <p:nvSpPr>
          <p:cNvPr id="2760" name="03_assume_matched_8057">
            <a:extLst>
              <a:ext uri="{FF2B5EF4-FFF2-40B4-BE49-F238E27FC236}">
                <a16:creationId xmlns:a16="http://schemas.microsoft.com/office/drawing/2014/main" id="{3DDA0FEC-EFA4-462D-9347-1CB8472B9750}"/>
              </a:ext>
            </a:extLst>
          </p:cNvPr>
          <p:cNvSpPr>
            <a:spLocks noGrp="1"/>
          </p:cNvSpPr>
          <p:nvPr/>
        </p:nvSpPr>
        <p:spPr>
          <a:xfrm>
            <a:off x="1063743" y="6595037"/>
            <a:ext cx="28398" cy="28398"/>
          </a:xfrm>
          <a:prstGeom prst="ellipse">
            <a:avLst/>
          </a:prstGeom>
          <a:solidFill>
            <a:srgbClr val="7F8C97">
              <a:alpha val="48000"/>
            </a:srgbClr>
          </a:solidFill>
          <a:ln w="0">
            <a:noFill/>
            <a:prstDash val="solid"/>
          </a:ln>
        </p:spPr>
      </p:sp>
      <p:sp>
        <p:nvSpPr>
          <p:cNvPr id="2761" name="03_assume_matched_8058">
            <a:extLst>
              <a:ext uri="{FF2B5EF4-FFF2-40B4-BE49-F238E27FC236}">
                <a16:creationId xmlns:a16="http://schemas.microsoft.com/office/drawing/2014/main" id="{D7C6BFC5-AF28-46CF-AA7A-B915006E79DA}"/>
              </a:ext>
            </a:extLst>
          </p:cNvPr>
          <p:cNvSpPr>
            <a:spLocks noGrp="1"/>
          </p:cNvSpPr>
          <p:nvPr/>
        </p:nvSpPr>
        <p:spPr>
          <a:xfrm>
            <a:off x="1032803" y="6448819"/>
            <a:ext cx="28398" cy="28398"/>
          </a:xfrm>
          <a:prstGeom prst="ellipse">
            <a:avLst/>
          </a:prstGeom>
          <a:solidFill>
            <a:srgbClr val="7F8C97">
              <a:alpha val="48000"/>
            </a:srgbClr>
          </a:solidFill>
          <a:ln w="0">
            <a:noFill/>
            <a:prstDash val="solid"/>
          </a:ln>
        </p:spPr>
      </p:sp>
      <p:sp>
        <p:nvSpPr>
          <p:cNvPr id="2762" name="03_assume_matched_8059">
            <a:extLst>
              <a:ext uri="{FF2B5EF4-FFF2-40B4-BE49-F238E27FC236}">
                <a16:creationId xmlns:a16="http://schemas.microsoft.com/office/drawing/2014/main" id="{5458148C-A1F1-459A-9465-A56476DB4F5D}"/>
              </a:ext>
            </a:extLst>
          </p:cNvPr>
          <p:cNvSpPr>
            <a:spLocks noGrp="1"/>
          </p:cNvSpPr>
          <p:nvPr/>
        </p:nvSpPr>
        <p:spPr>
          <a:xfrm>
            <a:off x="1114112" y="6302602"/>
            <a:ext cx="28398" cy="28398"/>
          </a:xfrm>
          <a:prstGeom prst="ellipse">
            <a:avLst/>
          </a:prstGeom>
          <a:solidFill>
            <a:srgbClr val="7F8C97">
              <a:alpha val="48000"/>
            </a:srgbClr>
          </a:solidFill>
          <a:ln w="0">
            <a:noFill/>
            <a:prstDash val="solid"/>
          </a:ln>
        </p:spPr>
      </p:sp>
      <p:sp>
        <p:nvSpPr>
          <p:cNvPr id="2763" name="03_assume_matched_8060">
            <a:extLst>
              <a:ext uri="{FF2B5EF4-FFF2-40B4-BE49-F238E27FC236}">
                <a16:creationId xmlns:a16="http://schemas.microsoft.com/office/drawing/2014/main" id="{15A2B57F-C49D-45CA-8757-B1554EA73D0B}"/>
              </a:ext>
            </a:extLst>
          </p:cNvPr>
          <p:cNvSpPr>
            <a:spLocks noGrp="1"/>
          </p:cNvSpPr>
          <p:nvPr/>
        </p:nvSpPr>
        <p:spPr>
          <a:xfrm>
            <a:off x="1095403" y="6302602"/>
            <a:ext cx="28398" cy="28398"/>
          </a:xfrm>
          <a:prstGeom prst="ellipse">
            <a:avLst/>
          </a:prstGeom>
          <a:solidFill>
            <a:srgbClr val="7F8C97">
              <a:alpha val="48000"/>
            </a:srgbClr>
          </a:solidFill>
          <a:ln w="0">
            <a:noFill/>
            <a:prstDash val="solid"/>
          </a:ln>
        </p:spPr>
      </p:sp>
      <p:sp>
        <p:nvSpPr>
          <p:cNvPr id="2764" name="03_assume_matched_8061">
            <a:extLst>
              <a:ext uri="{FF2B5EF4-FFF2-40B4-BE49-F238E27FC236}">
                <a16:creationId xmlns:a16="http://schemas.microsoft.com/office/drawing/2014/main" id="{EAAC5E4E-B4B7-4677-885F-CDC9682E6649}"/>
              </a:ext>
            </a:extLst>
          </p:cNvPr>
          <p:cNvSpPr>
            <a:spLocks noGrp="1"/>
          </p:cNvSpPr>
          <p:nvPr/>
        </p:nvSpPr>
        <p:spPr>
          <a:xfrm>
            <a:off x="1080149" y="6595037"/>
            <a:ext cx="28398" cy="28398"/>
          </a:xfrm>
          <a:prstGeom prst="ellipse">
            <a:avLst/>
          </a:prstGeom>
          <a:solidFill>
            <a:srgbClr val="7F8C97">
              <a:alpha val="48000"/>
            </a:srgbClr>
          </a:solidFill>
          <a:ln w="0">
            <a:noFill/>
            <a:prstDash val="solid"/>
          </a:ln>
        </p:spPr>
      </p:sp>
      <p:sp>
        <p:nvSpPr>
          <p:cNvPr id="2765" name="03_assume_matched_8062">
            <a:extLst>
              <a:ext uri="{FF2B5EF4-FFF2-40B4-BE49-F238E27FC236}">
                <a16:creationId xmlns:a16="http://schemas.microsoft.com/office/drawing/2014/main" id="{6EF73913-44E9-448F-BB26-E11729EC8FA8}"/>
              </a:ext>
            </a:extLst>
          </p:cNvPr>
          <p:cNvSpPr>
            <a:spLocks noGrp="1"/>
          </p:cNvSpPr>
          <p:nvPr/>
        </p:nvSpPr>
        <p:spPr>
          <a:xfrm>
            <a:off x="1065902" y="6595037"/>
            <a:ext cx="28398" cy="28398"/>
          </a:xfrm>
          <a:prstGeom prst="ellipse">
            <a:avLst/>
          </a:prstGeom>
          <a:solidFill>
            <a:srgbClr val="7F8C97">
              <a:alpha val="48000"/>
            </a:srgbClr>
          </a:solidFill>
          <a:ln w="0">
            <a:noFill/>
            <a:prstDash val="solid"/>
          </a:ln>
        </p:spPr>
      </p:sp>
      <p:sp>
        <p:nvSpPr>
          <p:cNvPr id="2766" name="03_assume_matched_8063">
            <a:extLst>
              <a:ext uri="{FF2B5EF4-FFF2-40B4-BE49-F238E27FC236}">
                <a16:creationId xmlns:a16="http://schemas.microsoft.com/office/drawing/2014/main" id="{8BCC631C-1233-499A-95BA-9D41AA912CC6}"/>
              </a:ext>
            </a:extLst>
          </p:cNvPr>
          <p:cNvSpPr>
            <a:spLocks noGrp="1"/>
          </p:cNvSpPr>
          <p:nvPr/>
        </p:nvSpPr>
        <p:spPr>
          <a:xfrm>
            <a:off x="1082308" y="6595037"/>
            <a:ext cx="28398" cy="28398"/>
          </a:xfrm>
          <a:prstGeom prst="ellipse">
            <a:avLst/>
          </a:prstGeom>
          <a:solidFill>
            <a:srgbClr val="7F8C97">
              <a:alpha val="48000"/>
            </a:srgbClr>
          </a:solidFill>
          <a:ln w="0">
            <a:noFill/>
            <a:prstDash val="solid"/>
          </a:ln>
        </p:spPr>
      </p:sp>
      <p:sp>
        <p:nvSpPr>
          <p:cNvPr id="2767" name="03_assume_matched_8064">
            <a:extLst>
              <a:ext uri="{FF2B5EF4-FFF2-40B4-BE49-F238E27FC236}">
                <a16:creationId xmlns:a16="http://schemas.microsoft.com/office/drawing/2014/main" id="{150A9111-D957-4362-8B7E-238F383970F1}"/>
              </a:ext>
            </a:extLst>
          </p:cNvPr>
          <p:cNvSpPr>
            <a:spLocks noGrp="1"/>
          </p:cNvSpPr>
          <p:nvPr/>
        </p:nvSpPr>
        <p:spPr>
          <a:xfrm>
            <a:off x="1167502" y="6302602"/>
            <a:ext cx="28398" cy="28398"/>
          </a:xfrm>
          <a:prstGeom prst="ellipse">
            <a:avLst/>
          </a:prstGeom>
          <a:solidFill>
            <a:srgbClr val="7F8C97">
              <a:alpha val="48000"/>
            </a:srgbClr>
          </a:solidFill>
          <a:ln w="0">
            <a:noFill/>
            <a:prstDash val="solid"/>
          </a:ln>
        </p:spPr>
      </p:sp>
      <p:sp>
        <p:nvSpPr>
          <p:cNvPr id="2768" name="03_assume_matched_8065">
            <a:extLst>
              <a:ext uri="{FF2B5EF4-FFF2-40B4-BE49-F238E27FC236}">
                <a16:creationId xmlns:a16="http://schemas.microsoft.com/office/drawing/2014/main" id="{228C9BE7-5011-4422-8ADF-664DD102EC1F}"/>
              </a:ext>
            </a:extLst>
          </p:cNvPr>
          <p:cNvSpPr>
            <a:spLocks noGrp="1"/>
          </p:cNvSpPr>
          <p:nvPr/>
        </p:nvSpPr>
        <p:spPr>
          <a:xfrm>
            <a:off x="1122458" y="6400080"/>
            <a:ext cx="28398" cy="28398"/>
          </a:xfrm>
          <a:prstGeom prst="ellipse">
            <a:avLst/>
          </a:prstGeom>
          <a:solidFill>
            <a:srgbClr val="7F8C97">
              <a:alpha val="48000"/>
            </a:srgbClr>
          </a:solidFill>
          <a:ln w="0">
            <a:noFill/>
            <a:prstDash val="solid"/>
          </a:ln>
        </p:spPr>
      </p:sp>
      <p:sp>
        <p:nvSpPr>
          <p:cNvPr id="2769" name="03_assume_matched_8066">
            <a:extLst>
              <a:ext uri="{FF2B5EF4-FFF2-40B4-BE49-F238E27FC236}">
                <a16:creationId xmlns:a16="http://schemas.microsoft.com/office/drawing/2014/main" id="{DF7F67B4-494F-4776-873D-E7E0E7D70F05}"/>
              </a:ext>
            </a:extLst>
          </p:cNvPr>
          <p:cNvSpPr>
            <a:spLocks noGrp="1"/>
          </p:cNvSpPr>
          <p:nvPr/>
        </p:nvSpPr>
        <p:spPr>
          <a:xfrm>
            <a:off x="1132244" y="6595037"/>
            <a:ext cx="28398" cy="28398"/>
          </a:xfrm>
          <a:prstGeom prst="ellipse">
            <a:avLst/>
          </a:prstGeom>
          <a:solidFill>
            <a:srgbClr val="7F8C97">
              <a:alpha val="48000"/>
            </a:srgbClr>
          </a:solidFill>
          <a:ln w="0">
            <a:noFill/>
            <a:prstDash val="solid"/>
          </a:ln>
        </p:spPr>
      </p:sp>
      <p:sp>
        <p:nvSpPr>
          <p:cNvPr id="2770" name="03_assume_matched_8067">
            <a:extLst>
              <a:ext uri="{FF2B5EF4-FFF2-40B4-BE49-F238E27FC236}">
                <a16:creationId xmlns:a16="http://schemas.microsoft.com/office/drawing/2014/main" id="{7CCC5508-60C9-459B-AD5A-C130BA74636F}"/>
              </a:ext>
            </a:extLst>
          </p:cNvPr>
          <p:cNvSpPr>
            <a:spLocks noGrp="1"/>
          </p:cNvSpPr>
          <p:nvPr/>
        </p:nvSpPr>
        <p:spPr>
          <a:xfrm>
            <a:off x="1069068" y="6530051"/>
            <a:ext cx="28398" cy="28398"/>
          </a:xfrm>
          <a:prstGeom prst="ellipse">
            <a:avLst/>
          </a:prstGeom>
          <a:solidFill>
            <a:srgbClr val="7F8C97">
              <a:alpha val="48000"/>
            </a:srgbClr>
          </a:solidFill>
          <a:ln w="0">
            <a:noFill/>
            <a:prstDash val="solid"/>
          </a:ln>
        </p:spPr>
      </p:sp>
      <p:sp>
        <p:nvSpPr>
          <p:cNvPr id="2771" name="03_assume_matched_8068">
            <a:extLst>
              <a:ext uri="{FF2B5EF4-FFF2-40B4-BE49-F238E27FC236}">
                <a16:creationId xmlns:a16="http://schemas.microsoft.com/office/drawing/2014/main" id="{9C20F8B4-BB53-43BE-BD0B-F8321D8445C4}"/>
              </a:ext>
            </a:extLst>
          </p:cNvPr>
          <p:cNvSpPr>
            <a:spLocks noGrp="1"/>
          </p:cNvSpPr>
          <p:nvPr/>
        </p:nvSpPr>
        <p:spPr>
          <a:xfrm>
            <a:off x="1159443" y="6595037"/>
            <a:ext cx="28398" cy="28398"/>
          </a:xfrm>
          <a:prstGeom prst="ellipse">
            <a:avLst/>
          </a:prstGeom>
          <a:solidFill>
            <a:srgbClr val="7F8C97">
              <a:alpha val="48000"/>
            </a:srgbClr>
          </a:solidFill>
          <a:ln w="0">
            <a:noFill/>
            <a:prstDash val="solid"/>
          </a:ln>
        </p:spPr>
      </p:sp>
      <p:sp>
        <p:nvSpPr>
          <p:cNvPr id="2772" name="03_assume_matched_8069">
            <a:extLst>
              <a:ext uri="{FF2B5EF4-FFF2-40B4-BE49-F238E27FC236}">
                <a16:creationId xmlns:a16="http://schemas.microsoft.com/office/drawing/2014/main" id="{AD77454D-11DF-48E8-B0CB-CF325B3D1D0C}"/>
              </a:ext>
            </a:extLst>
          </p:cNvPr>
          <p:cNvSpPr>
            <a:spLocks noGrp="1"/>
          </p:cNvSpPr>
          <p:nvPr/>
        </p:nvSpPr>
        <p:spPr>
          <a:xfrm>
            <a:off x="1132532" y="6382357"/>
            <a:ext cx="28398" cy="28398"/>
          </a:xfrm>
          <a:prstGeom prst="ellipse">
            <a:avLst/>
          </a:prstGeom>
          <a:solidFill>
            <a:srgbClr val="7F8C97">
              <a:alpha val="48000"/>
            </a:srgbClr>
          </a:solidFill>
          <a:ln w="0">
            <a:noFill/>
            <a:prstDash val="solid"/>
          </a:ln>
        </p:spPr>
      </p:sp>
      <p:sp>
        <p:nvSpPr>
          <p:cNvPr id="2773" name="03_assume_matched_8070">
            <a:extLst>
              <a:ext uri="{FF2B5EF4-FFF2-40B4-BE49-F238E27FC236}">
                <a16:creationId xmlns:a16="http://schemas.microsoft.com/office/drawing/2014/main" id="{653597C6-292C-4E50-9009-0862175C3A1D}"/>
              </a:ext>
            </a:extLst>
          </p:cNvPr>
          <p:cNvSpPr>
            <a:spLocks noGrp="1"/>
          </p:cNvSpPr>
          <p:nvPr/>
        </p:nvSpPr>
        <p:spPr>
          <a:xfrm>
            <a:off x="1050360" y="6595037"/>
            <a:ext cx="28398" cy="28398"/>
          </a:xfrm>
          <a:prstGeom prst="ellipse">
            <a:avLst/>
          </a:prstGeom>
          <a:solidFill>
            <a:srgbClr val="7F8C97">
              <a:alpha val="48000"/>
            </a:srgbClr>
          </a:solidFill>
          <a:ln w="0">
            <a:noFill/>
            <a:prstDash val="solid"/>
          </a:ln>
        </p:spPr>
      </p:sp>
      <p:sp>
        <p:nvSpPr>
          <p:cNvPr id="2774" name="03_assume_matched_8071">
            <a:extLst>
              <a:ext uri="{FF2B5EF4-FFF2-40B4-BE49-F238E27FC236}">
                <a16:creationId xmlns:a16="http://schemas.microsoft.com/office/drawing/2014/main" id="{7310206B-2036-4F90-AC23-6AA1CA28EEBC}"/>
              </a:ext>
            </a:extLst>
          </p:cNvPr>
          <p:cNvSpPr>
            <a:spLocks noGrp="1"/>
          </p:cNvSpPr>
          <p:nvPr/>
        </p:nvSpPr>
        <p:spPr>
          <a:xfrm>
            <a:off x="1057699" y="6361089"/>
            <a:ext cx="28398" cy="28398"/>
          </a:xfrm>
          <a:prstGeom prst="ellipse">
            <a:avLst/>
          </a:prstGeom>
          <a:solidFill>
            <a:srgbClr val="7F8C97">
              <a:alpha val="48000"/>
            </a:srgbClr>
          </a:solidFill>
          <a:ln w="0">
            <a:noFill/>
            <a:prstDash val="solid"/>
          </a:ln>
        </p:spPr>
      </p:sp>
      <p:sp>
        <p:nvSpPr>
          <p:cNvPr id="2775" name="03_assume_matched_8072">
            <a:extLst>
              <a:ext uri="{FF2B5EF4-FFF2-40B4-BE49-F238E27FC236}">
                <a16:creationId xmlns:a16="http://schemas.microsoft.com/office/drawing/2014/main" id="{5BA51257-5960-43EA-AECA-701A27C7E4E1}"/>
              </a:ext>
            </a:extLst>
          </p:cNvPr>
          <p:cNvSpPr>
            <a:spLocks noGrp="1"/>
          </p:cNvSpPr>
          <p:nvPr/>
        </p:nvSpPr>
        <p:spPr>
          <a:xfrm>
            <a:off x="1068924" y="6497559"/>
            <a:ext cx="28398" cy="28398"/>
          </a:xfrm>
          <a:prstGeom prst="ellipse">
            <a:avLst/>
          </a:prstGeom>
          <a:solidFill>
            <a:srgbClr val="7F8C97">
              <a:alpha val="48000"/>
            </a:srgbClr>
          </a:solidFill>
          <a:ln w="0">
            <a:noFill/>
            <a:prstDash val="solid"/>
          </a:ln>
        </p:spPr>
      </p:sp>
      <p:sp>
        <p:nvSpPr>
          <p:cNvPr id="2776" name="03_assume_matched_8073">
            <a:extLst>
              <a:ext uri="{FF2B5EF4-FFF2-40B4-BE49-F238E27FC236}">
                <a16:creationId xmlns:a16="http://schemas.microsoft.com/office/drawing/2014/main" id="{303BA63F-7419-42F8-BCEB-EB8503BC50F4}"/>
              </a:ext>
            </a:extLst>
          </p:cNvPr>
          <p:cNvSpPr>
            <a:spLocks noGrp="1"/>
          </p:cNvSpPr>
          <p:nvPr/>
        </p:nvSpPr>
        <p:spPr>
          <a:xfrm>
            <a:off x="1158292" y="6302602"/>
            <a:ext cx="28398" cy="28398"/>
          </a:xfrm>
          <a:prstGeom prst="ellipse">
            <a:avLst/>
          </a:prstGeom>
          <a:solidFill>
            <a:srgbClr val="7F8C97">
              <a:alpha val="48000"/>
            </a:srgbClr>
          </a:solidFill>
          <a:ln w="0">
            <a:noFill/>
            <a:prstDash val="solid"/>
          </a:ln>
        </p:spPr>
      </p:sp>
      <p:sp>
        <p:nvSpPr>
          <p:cNvPr id="2777" name="03_assume_matched_8074">
            <a:extLst>
              <a:ext uri="{FF2B5EF4-FFF2-40B4-BE49-F238E27FC236}">
                <a16:creationId xmlns:a16="http://schemas.microsoft.com/office/drawing/2014/main" id="{A916447D-B494-4E8F-96DC-B327983F735C}"/>
              </a:ext>
            </a:extLst>
          </p:cNvPr>
          <p:cNvSpPr>
            <a:spLocks noGrp="1"/>
          </p:cNvSpPr>
          <p:nvPr/>
        </p:nvSpPr>
        <p:spPr>
          <a:xfrm>
            <a:off x="1071227" y="6302602"/>
            <a:ext cx="28398" cy="28398"/>
          </a:xfrm>
          <a:prstGeom prst="ellipse">
            <a:avLst/>
          </a:prstGeom>
          <a:solidFill>
            <a:srgbClr val="7F8C97">
              <a:alpha val="48000"/>
            </a:srgbClr>
          </a:solidFill>
          <a:ln w="0">
            <a:noFill/>
            <a:prstDash val="solid"/>
          </a:ln>
        </p:spPr>
      </p:sp>
      <p:sp>
        <p:nvSpPr>
          <p:cNvPr id="2778" name="03_assume_matched_8075">
            <a:extLst>
              <a:ext uri="{FF2B5EF4-FFF2-40B4-BE49-F238E27FC236}">
                <a16:creationId xmlns:a16="http://schemas.microsoft.com/office/drawing/2014/main" id="{6639EDC3-4BAF-4301-AFC2-B9660DE777BE}"/>
              </a:ext>
            </a:extLst>
          </p:cNvPr>
          <p:cNvSpPr>
            <a:spLocks noGrp="1"/>
          </p:cNvSpPr>
          <p:nvPr/>
        </p:nvSpPr>
        <p:spPr>
          <a:xfrm>
            <a:off x="1150233" y="6400080"/>
            <a:ext cx="28398" cy="28398"/>
          </a:xfrm>
          <a:prstGeom prst="ellipse">
            <a:avLst/>
          </a:prstGeom>
          <a:solidFill>
            <a:srgbClr val="7F8C97">
              <a:alpha val="48000"/>
            </a:srgbClr>
          </a:solidFill>
          <a:ln w="0">
            <a:noFill/>
            <a:prstDash val="solid"/>
          </a:ln>
        </p:spPr>
      </p:sp>
      <p:sp>
        <p:nvSpPr>
          <p:cNvPr id="2779" name="03_assume_matched_8076">
            <a:extLst>
              <a:ext uri="{FF2B5EF4-FFF2-40B4-BE49-F238E27FC236}">
                <a16:creationId xmlns:a16="http://schemas.microsoft.com/office/drawing/2014/main" id="{B74869F6-5713-43BF-8BDD-70BA8704E42B}"/>
              </a:ext>
            </a:extLst>
          </p:cNvPr>
          <p:cNvSpPr>
            <a:spLocks noGrp="1"/>
          </p:cNvSpPr>
          <p:nvPr/>
        </p:nvSpPr>
        <p:spPr>
          <a:xfrm>
            <a:off x="1151384" y="6302602"/>
            <a:ext cx="28398" cy="28398"/>
          </a:xfrm>
          <a:prstGeom prst="ellipse">
            <a:avLst/>
          </a:prstGeom>
          <a:solidFill>
            <a:srgbClr val="7F8C97">
              <a:alpha val="48000"/>
            </a:srgbClr>
          </a:solidFill>
          <a:ln w="0">
            <a:noFill/>
            <a:prstDash val="solid"/>
          </a:ln>
        </p:spPr>
      </p:sp>
      <p:sp>
        <p:nvSpPr>
          <p:cNvPr id="2780" name="03_assume_matched_8077">
            <a:extLst>
              <a:ext uri="{FF2B5EF4-FFF2-40B4-BE49-F238E27FC236}">
                <a16:creationId xmlns:a16="http://schemas.microsoft.com/office/drawing/2014/main" id="{A0F79212-178D-4F7E-91A6-D0C35F39CB83}"/>
              </a:ext>
            </a:extLst>
          </p:cNvPr>
          <p:cNvSpPr>
            <a:spLocks noGrp="1"/>
          </p:cNvSpPr>
          <p:nvPr/>
        </p:nvSpPr>
        <p:spPr>
          <a:xfrm>
            <a:off x="1155126" y="6595037"/>
            <a:ext cx="28398" cy="28398"/>
          </a:xfrm>
          <a:prstGeom prst="ellipse">
            <a:avLst/>
          </a:prstGeom>
          <a:solidFill>
            <a:srgbClr val="7F8C97">
              <a:alpha val="48000"/>
            </a:srgbClr>
          </a:solidFill>
          <a:ln w="0">
            <a:noFill/>
            <a:prstDash val="solid"/>
          </a:ln>
        </p:spPr>
      </p:sp>
      <p:sp>
        <p:nvSpPr>
          <p:cNvPr id="2781" name="03_assume_matched_8078">
            <a:extLst>
              <a:ext uri="{FF2B5EF4-FFF2-40B4-BE49-F238E27FC236}">
                <a16:creationId xmlns:a16="http://schemas.microsoft.com/office/drawing/2014/main" id="{AC8D6279-6C45-441E-8564-D3A6246EA93D}"/>
              </a:ext>
            </a:extLst>
          </p:cNvPr>
          <p:cNvSpPr>
            <a:spLocks noGrp="1"/>
          </p:cNvSpPr>
          <p:nvPr/>
        </p:nvSpPr>
        <p:spPr>
          <a:xfrm>
            <a:off x="1072378" y="6595037"/>
            <a:ext cx="28398" cy="28398"/>
          </a:xfrm>
          <a:prstGeom prst="ellipse">
            <a:avLst/>
          </a:prstGeom>
          <a:solidFill>
            <a:srgbClr val="7F8C97">
              <a:alpha val="48000"/>
            </a:srgbClr>
          </a:solidFill>
          <a:ln w="0">
            <a:noFill/>
            <a:prstDash val="solid"/>
          </a:ln>
        </p:spPr>
      </p:sp>
      <p:sp>
        <p:nvSpPr>
          <p:cNvPr id="2782" name="03_assume_matched_8079">
            <a:extLst>
              <a:ext uri="{FF2B5EF4-FFF2-40B4-BE49-F238E27FC236}">
                <a16:creationId xmlns:a16="http://schemas.microsoft.com/office/drawing/2014/main" id="{D3BBDE76-CE8E-448D-9943-7B650B1A6AA4}"/>
              </a:ext>
            </a:extLst>
          </p:cNvPr>
          <p:cNvSpPr>
            <a:spLocks noGrp="1"/>
          </p:cNvSpPr>
          <p:nvPr/>
        </p:nvSpPr>
        <p:spPr>
          <a:xfrm>
            <a:off x="1050648" y="6302602"/>
            <a:ext cx="28398" cy="28398"/>
          </a:xfrm>
          <a:prstGeom prst="ellipse">
            <a:avLst/>
          </a:prstGeom>
          <a:solidFill>
            <a:srgbClr val="7F8C97">
              <a:alpha val="48000"/>
            </a:srgbClr>
          </a:solidFill>
          <a:ln w="0">
            <a:noFill/>
            <a:prstDash val="solid"/>
          </a:ln>
        </p:spPr>
      </p:sp>
      <p:sp>
        <p:nvSpPr>
          <p:cNvPr id="2783" name="03_assume_matched_8080">
            <a:extLst>
              <a:ext uri="{FF2B5EF4-FFF2-40B4-BE49-F238E27FC236}">
                <a16:creationId xmlns:a16="http://schemas.microsoft.com/office/drawing/2014/main" id="{9C6D9B60-7ADF-4EE4-B07B-FBE931F1AF3D}"/>
              </a:ext>
            </a:extLst>
          </p:cNvPr>
          <p:cNvSpPr>
            <a:spLocks noGrp="1"/>
          </p:cNvSpPr>
          <p:nvPr/>
        </p:nvSpPr>
        <p:spPr>
          <a:xfrm>
            <a:off x="1134403" y="6595037"/>
            <a:ext cx="28398" cy="28398"/>
          </a:xfrm>
          <a:prstGeom prst="ellipse">
            <a:avLst/>
          </a:prstGeom>
          <a:solidFill>
            <a:srgbClr val="7F8C97">
              <a:alpha val="48000"/>
            </a:srgbClr>
          </a:solidFill>
          <a:ln w="0">
            <a:noFill/>
            <a:prstDash val="solid"/>
          </a:ln>
        </p:spPr>
      </p:sp>
      <p:sp>
        <p:nvSpPr>
          <p:cNvPr id="2784" name="03_assume_matched_8081">
            <a:extLst>
              <a:ext uri="{FF2B5EF4-FFF2-40B4-BE49-F238E27FC236}">
                <a16:creationId xmlns:a16="http://schemas.microsoft.com/office/drawing/2014/main" id="{D015DF0E-BEAB-4754-A96F-1351232EEA37}"/>
              </a:ext>
            </a:extLst>
          </p:cNvPr>
          <p:cNvSpPr>
            <a:spLocks noGrp="1"/>
          </p:cNvSpPr>
          <p:nvPr/>
        </p:nvSpPr>
        <p:spPr>
          <a:xfrm>
            <a:off x="1043884" y="6595037"/>
            <a:ext cx="28398" cy="28398"/>
          </a:xfrm>
          <a:prstGeom prst="ellipse">
            <a:avLst/>
          </a:prstGeom>
          <a:solidFill>
            <a:srgbClr val="7F8C97">
              <a:alpha val="48000"/>
            </a:srgbClr>
          </a:solidFill>
          <a:ln w="0">
            <a:noFill/>
            <a:prstDash val="solid"/>
          </a:ln>
        </p:spPr>
      </p:sp>
      <p:sp>
        <p:nvSpPr>
          <p:cNvPr id="2785" name="03_assume_matched_8082">
            <a:extLst>
              <a:ext uri="{FF2B5EF4-FFF2-40B4-BE49-F238E27FC236}">
                <a16:creationId xmlns:a16="http://schemas.microsoft.com/office/drawing/2014/main" id="{CA6EB04C-CEBC-4304-BD9B-D7AA38EABFF4}"/>
              </a:ext>
            </a:extLst>
          </p:cNvPr>
          <p:cNvSpPr>
            <a:spLocks noGrp="1"/>
          </p:cNvSpPr>
          <p:nvPr/>
        </p:nvSpPr>
        <p:spPr>
          <a:xfrm>
            <a:off x="1138000" y="6361089"/>
            <a:ext cx="28398" cy="28398"/>
          </a:xfrm>
          <a:prstGeom prst="ellipse">
            <a:avLst/>
          </a:prstGeom>
          <a:solidFill>
            <a:srgbClr val="7F8C97">
              <a:alpha val="48000"/>
            </a:srgbClr>
          </a:solidFill>
          <a:ln w="0">
            <a:noFill/>
            <a:prstDash val="solid"/>
          </a:ln>
        </p:spPr>
      </p:sp>
      <p:sp>
        <p:nvSpPr>
          <p:cNvPr id="2786" name="03_assume_matched_8083">
            <a:extLst>
              <a:ext uri="{FF2B5EF4-FFF2-40B4-BE49-F238E27FC236}">
                <a16:creationId xmlns:a16="http://schemas.microsoft.com/office/drawing/2014/main" id="{7BD463FF-0568-403B-A048-2EA542F5C32C}"/>
              </a:ext>
            </a:extLst>
          </p:cNvPr>
          <p:cNvSpPr>
            <a:spLocks noGrp="1"/>
          </p:cNvSpPr>
          <p:nvPr/>
        </p:nvSpPr>
        <p:spPr>
          <a:xfrm>
            <a:off x="1045179" y="6595037"/>
            <a:ext cx="28398" cy="28398"/>
          </a:xfrm>
          <a:prstGeom prst="ellipse">
            <a:avLst/>
          </a:prstGeom>
          <a:solidFill>
            <a:srgbClr val="7F8C97">
              <a:alpha val="48000"/>
            </a:srgbClr>
          </a:solidFill>
          <a:ln w="0">
            <a:noFill/>
            <a:prstDash val="solid"/>
          </a:ln>
        </p:spPr>
      </p:sp>
      <p:sp>
        <p:nvSpPr>
          <p:cNvPr id="2787" name="03_assume_matched_8084">
            <a:extLst>
              <a:ext uri="{FF2B5EF4-FFF2-40B4-BE49-F238E27FC236}">
                <a16:creationId xmlns:a16="http://schemas.microsoft.com/office/drawing/2014/main" id="{7DA476A0-C106-4045-A2FD-90D2B478A190}"/>
              </a:ext>
            </a:extLst>
          </p:cNvPr>
          <p:cNvSpPr>
            <a:spLocks noGrp="1"/>
          </p:cNvSpPr>
          <p:nvPr/>
        </p:nvSpPr>
        <p:spPr>
          <a:xfrm>
            <a:off x="1165631" y="6595037"/>
            <a:ext cx="28398" cy="28398"/>
          </a:xfrm>
          <a:prstGeom prst="ellipse">
            <a:avLst/>
          </a:prstGeom>
          <a:solidFill>
            <a:srgbClr val="7F8C97">
              <a:alpha val="48000"/>
            </a:srgbClr>
          </a:solidFill>
          <a:ln w="0">
            <a:noFill/>
            <a:prstDash val="solid"/>
          </a:ln>
        </p:spPr>
      </p:sp>
      <p:sp>
        <p:nvSpPr>
          <p:cNvPr id="2788" name="03_assume_matched_8085">
            <a:extLst>
              <a:ext uri="{FF2B5EF4-FFF2-40B4-BE49-F238E27FC236}">
                <a16:creationId xmlns:a16="http://schemas.microsoft.com/office/drawing/2014/main" id="{12A95C1E-38E5-412A-B6EB-C7C333FE34FA}"/>
              </a:ext>
            </a:extLst>
          </p:cNvPr>
          <p:cNvSpPr>
            <a:spLocks noGrp="1"/>
          </p:cNvSpPr>
          <p:nvPr/>
        </p:nvSpPr>
        <p:spPr>
          <a:xfrm>
            <a:off x="1143613" y="6595037"/>
            <a:ext cx="28398" cy="28398"/>
          </a:xfrm>
          <a:prstGeom prst="ellipse">
            <a:avLst/>
          </a:prstGeom>
          <a:solidFill>
            <a:srgbClr val="7F8C97">
              <a:alpha val="48000"/>
            </a:srgbClr>
          </a:solidFill>
          <a:ln w="0">
            <a:noFill/>
            <a:prstDash val="solid"/>
          </a:ln>
        </p:spPr>
      </p:sp>
      <p:sp>
        <p:nvSpPr>
          <p:cNvPr id="2789" name="03_assume_matched_8086">
            <a:extLst>
              <a:ext uri="{FF2B5EF4-FFF2-40B4-BE49-F238E27FC236}">
                <a16:creationId xmlns:a16="http://schemas.microsoft.com/office/drawing/2014/main" id="{715B0056-AD6F-46C9-93BF-2D9E6FDDF901}"/>
              </a:ext>
            </a:extLst>
          </p:cNvPr>
          <p:cNvSpPr>
            <a:spLocks noGrp="1"/>
          </p:cNvSpPr>
          <p:nvPr/>
        </p:nvSpPr>
        <p:spPr>
          <a:xfrm>
            <a:off x="1091518" y="6595037"/>
            <a:ext cx="28398" cy="28398"/>
          </a:xfrm>
          <a:prstGeom prst="ellipse">
            <a:avLst/>
          </a:prstGeom>
          <a:solidFill>
            <a:srgbClr val="7F8C97">
              <a:alpha val="48000"/>
            </a:srgbClr>
          </a:solidFill>
          <a:ln w="0">
            <a:noFill/>
            <a:prstDash val="solid"/>
          </a:ln>
        </p:spPr>
      </p:sp>
      <p:sp>
        <p:nvSpPr>
          <p:cNvPr id="2790" name="03_assume_matched_8087">
            <a:extLst>
              <a:ext uri="{FF2B5EF4-FFF2-40B4-BE49-F238E27FC236}">
                <a16:creationId xmlns:a16="http://schemas.microsoft.com/office/drawing/2014/main" id="{A5A935AF-9BFA-4818-96F7-A520620B337A}"/>
              </a:ext>
            </a:extLst>
          </p:cNvPr>
          <p:cNvSpPr>
            <a:spLocks noGrp="1"/>
          </p:cNvSpPr>
          <p:nvPr/>
        </p:nvSpPr>
        <p:spPr>
          <a:xfrm>
            <a:off x="1067197" y="6595037"/>
            <a:ext cx="28398" cy="28398"/>
          </a:xfrm>
          <a:prstGeom prst="ellipse">
            <a:avLst/>
          </a:prstGeom>
          <a:solidFill>
            <a:srgbClr val="7F8C97">
              <a:alpha val="48000"/>
            </a:srgbClr>
          </a:solidFill>
          <a:ln w="0">
            <a:noFill/>
            <a:prstDash val="solid"/>
          </a:ln>
        </p:spPr>
      </p:sp>
      <p:sp>
        <p:nvSpPr>
          <p:cNvPr id="2791" name="03_assume_matched_8088">
            <a:extLst>
              <a:ext uri="{FF2B5EF4-FFF2-40B4-BE49-F238E27FC236}">
                <a16:creationId xmlns:a16="http://schemas.microsoft.com/office/drawing/2014/main" id="{2D7C5DCA-2B1C-477C-B061-5AA567112DFE}"/>
              </a:ext>
            </a:extLst>
          </p:cNvPr>
          <p:cNvSpPr>
            <a:spLocks noGrp="1"/>
          </p:cNvSpPr>
          <p:nvPr/>
        </p:nvSpPr>
        <p:spPr>
          <a:xfrm>
            <a:off x="1169660" y="6595037"/>
            <a:ext cx="28398" cy="28398"/>
          </a:xfrm>
          <a:prstGeom prst="ellipse">
            <a:avLst/>
          </a:prstGeom>
          <a:solidFill>
            <a:srgbClr val="7F8C97">
              <a:alpha val="48000"/>
            </a:srgbClr>
          </a:solidFill>
          <a:ln w="0">
            <a:noFill/>
            <a:prstDash val="solid"/>
          </a:ln>
        </p:spPr>
      </p:sp>
      <p:sp>
        <p:nvSpPr>
          <p:cNvPr id="2792" name="03_assume_matched_8089">
            <a:extLst>
              <a:ext uri="{FF2B5EF4-FFF2-40B4-BE49-F238E27FC236}">
                <a16:creationId xmlns:a16="http://schemas.microsoft.com/office/drawing/2014/main" id="{1D639D0C-4829-4EFE-8A4F-0D43F3B667FB}"/>
              </a:ext>
            </a:extLst>
          </p:cNvPr>
          <p:cNvSpPr>
            <a:spLocks noGrp="1"/>
          </p:cNvSpPr>
          <p:nvPr/>
        </p:nvSpPr>
        <p:spPr>
          <a:xfrm>
            <a:off x="1117422" y="6595037"/>
            <a:ext cx="28398" cy="28398"/>
          </a:xfrm>
          <a:prstGeom prst="ellipse">
            <a:avLst/>
          </a:prstGeom>
          <a:solidFill>
            <a:srgbClr val="7F8C97">
              <a:alpha val="48000"/>
            </a:srgbClr>
          </a:solidFill>
          <a:ln w="0">
            <a:noFill/>
            <a:prstDash val="solid"/>
          </a:ln>
        </p:spPr>
      </p:sp>
      <p:sp>
        <p:nvSpPr>
          <p:cNvPr id="2793" name="03_assume_matched_8090">
            <a:extLst>
              <a:ext uri="{FF2B5EF4-FFF2-40B4-BE49-F238E27FC236}">
                <a16:creationId xmlns:a16="http://schemas.microsoft.com/office/drawing/2014/main" id="{C28F5282-EFAB-4267-9C15-F2B945465B65}"/>
              </a:ext>
            </a:extLst>
          </p:cNvPr>
          <p:cNvSpPr>
            <a:spLocks noGrp="1"/>
          </p:cNvSpPr>
          <p:nvPr/>
        </p:nvSpPr>
        <p:spPr>
          <a:xfrm>
            <a:off x="1150233" y="6595037"/>
            <a:ext cx="28398" cy="28398"/>
          </a:xfrm>
          <a:prstGeom prst="ellipse">
            <a:avLst/>
          </a:prstGeom>
          <a:solidFill>
            <a:srgbClr val="7F8C97">
              <a:alpha val="48000"/>
            </a:srgbClr>
          </a:solidFill>
          <a:ln w="0">
            <a:noFill/>
            <a:prstDash val="solid"/>
          </a:ln>
        </p:spPr>
      </p:sp>
      <p:sp>
        <p:nvSpPr>
          <p:cNvPr id="2794" name="03_assume_matched_8091">
            <a:extLst>
              <a:ext uri="{FF2B5EF4-FFF2-40B4-BE49-F238E27FC236}">
                <a16:creationId xmlns:a16="http://schemas.microsoft.com/office/drawing/2014/main" id="{2F17FA9F-71C9-4138-A382-88B7E86E6414}"/>
              </a:ext>
            </a:extLst>
          </p:cNvPr>
          <p:cNvSpPr>
            <a:spLocks noGrp="1"/>
          </p:cNvSpPr>
          <p:nvPr/>
        </p:nvSpPr>
        <p:spPr>
          <a:xfrm>
            <a:off x="1049353" y="6478063"/>
            <a:ext cx="28398" cy="28398"/>
          </a:xfrm>
          <a:prstGeom prst="ellipse">
            <a:avLst/>
          </a:prstGeom>
          <a:solidFill>
            <a:srgbClr val="7F8C97">
              <a:alpha val="48000"/>
            </a:srgbClr>
          </a:solidFill>
          <a:ln w="0">
            <a:noFill/>
            <a:prstDash val="solid"/>
          </a:ln>
        </p:spPr>
      </p:sp>
      <p:sp>
        <p:nvSpPr>
          <p:cNvPr id="2795" name="03_assume_matched_8092">
            <a:extLst>
              <a:ext uri="{FF2B5EF4-FFF2-40B4-BE49-F238E27FC236}">
                <a16:creationId xmlns:a16="http://schemas.microsoft.com/office/drawing/2014/main" id="{9B61AAE8-0121-4C12-A669-A8E8F18AB158}"/>
              </a:ext>
            </a:extLst>
          </p:cNvPr>
          <p:cNvSpPr>
            <a:spLocks noGrp="1"/>
          </p:cNvSpPr>
          <p:nvPr/>
        </p:nvSpPr>
        <p:spPr>
          <a:xfrm>
            <a:off x="1141310" y="6595037"/>
            <a:ext cx="28398" cy="28398"/>
          </a:xfrm>
          <a:prstGeom prst="ellipse">
            <a:avLst/>
          </a:prstGeom>
          <a:solidFill>
            <a:srgbClr val="7F8C97">
              <a:alpha val="48000"/>
            </a:srgbClr>
          </a:solidFill>
          <a:ln w="0">
            <a:noFill/>
            <a:prstDash val="solid"/>
          </a:ln>
        </p:spPr>
      </p:sp>
      <p:sp>
        <p:nvSpPr>
          <p:cNvPr id="2796" name="03_assume_matched_8093">
            <a:extLst>
              <a:ext uri="{FF2B5EF4-FFF2-40B4-BE49-F238E27FC236}">
                <a16:creationId xmlns:a16="http://schemas.microsoft.com/office/drawing/2014/main" id="{BA378B0F-21B3-43CF-8B60-AC7677A98548}"/>
              </a:ext>
            </a:extLst>
          </p:cNvPr>
          <p:cNvSpPr>
            <a:spLocks noGrp="1"/>
          </p:cNvSpPr>
          <p:nvPr/>
        </p:nvSpPr>
        <p:spPr>
          <a:xfrm>
            <a:off x="1120444" y="6497559"/>
            <a:ext cx="28398" cy="28398"/>
          </a:xfrm>
          <a:prstGeom prst="ellipse">
            <a:avLst/>
          </a:prstGeom>
          <a:solidFill>
            <a:srgbClr val="7F8C97">
              <a:alpha val="48000"/>
            </a:srgbClr>
          </a:solidFill>
          <a:ln w="0">
            <a:noFill/>
            <a:prstDash val="solid"/>
          </a:ln>
        </p:spPr>
      </p:sp>
      <p:sp>
        <p:nvSpPr>
          <p:cNvPr id="2797" name="03_assume_matched_8094">
            <a:extLst>
              <a:ext uri="{FF2B5EF4-FFF2-40B4-BE49-F238E27FC236}">
                <a16:creationId xmlns:a16="http://schemas.microsoft.com/office/drawing/2014/main" id="{1FCFED7D-3750-464C-9389-E87536675260}"/>
              </a:ext>
            </a:extLst>
          </p:cNvPr>
          <p:cNvSpPr>
            <a:spLocks noGrp="1"/>
          </p:cNvSpPr>
          <p:nvPr/>
        </p:nvSpPr>
        <p:spPr>
          <a:xfrm>
            <a:off x="1029061" y="6302602"/>
            <a:ext cx="28398" cy="28398"/>
          </a:xfrm>
          <a:prstGeom prst="ellipse">
            <a:avLst/>
          </a:prstGeom>
          <a:solidFill>
            <a:srgbClr val="7F8C97">
              <a:alpha val="48000"/>
            </a:srgbClr>
          </a:solidFill>
          <a:ln w="0">
            <a:noFill/>
            <a:prstDash val="solid"/>
          </a:ln>
        </p:spPr>
      </p:sp>
      <p:sp>
        <p:nvSpPr>
          <p:cNvPr id="2798" name="03_assume_matched_8095">
            <a:extLst>
              <a:ext uri="{FF2B5EF4-FFF2-40B4-BE49-F238E27FC236}">
                <a16:creationId xmlns:a16="http://schemas.microsoft.com/office/drawing/2014/main" id="{0BE52960-FF12-4E9D-B2FD-AC683406757C}"/>
              </a:ext>
            </a:extLst>
          </p:cNvPr>
          <p:cNvSpPr>
            <a:spLocks noGrp="1"/>
          </p:cNvSpPr>
          <p:nvPr/>
        </p:nvSpPr>
        <p:spPr>
          <a:xfrm>
            <a:off x="1088352" y="6595037"/>
            <a:ext cx="28398" cy="28398"/>
          </a:xfrm>
          <a:prstGeom prst="ellipse">
            <a:avLst/>
          </a:prstGeom>
          <a:solidFill>
            <a:srgbClr val="7F8C97">
              <a:alpha val="48000"/>
            </a:srgbClr>
          </a:solidFill>
          <a:ln w="0">
            <a:noFill/>
            <a:prstDash val="solid"/>
          </a:ln>
        </p:spPr>
      </p:sp>
      <p:sp>
        <p:nvSpPr>
          <p:cNvPr id="2799" name="03_assume_matched_8096">
            <a:extLst>
              <a:ext uri="{FF2B5EF4-FFF2-40B4-BE49-F238E27FC236}">
                <a16:creationId xmlns:a16="http://schemas.microsoft.com/office/drawing/2014/main" id="{0BE38490-C74C-4230-9F10-200170B9EAD7}"/>
              </a:ext>
            </a:extLst>
          </p:cNvPr>
          <p:cNvSpPr>
            <a:spLocks noGrp="1"/>
          </p:cNvSpPr>
          <p:nvPr/>
        </p:nvSpPr>
        <p:spPr>
          <a:xfrm>
            <a:off x="1070507" y="6595037"/>
            <a:ext cx="28398" cy="28398"/>
          </a:xfrm>
          <a:prstGeom prst="ellipse">
            <a:avLst/>
          </a:prstGeom>
          <a:solidFill>
            <a:srgbClr val="7F8C97">
              <a:alpha val="48000"/>
            </a:srgbClr>
          </a:solidFill>
          <a:ln w="0">
            <a:noFill/>
            <a:prstDash val="solid"/>
          </a:ln>
        </p:spPr>
      </p:sp>
      <p:sp>
        <p:nvSpPr>
          <p:cNvPr id="2800" name="03_assume_matched_8097">
            <a:extLst>
              <a:ext uri="{FF2B5EF4-FFF2-40B4-BE49-F238E27FC236}">
                <a16:creationId xmlns:a16="http://schemas.microsoft.com/office/drawing/2014/main" id="{1F612DD4-7941-428D-B464-059E0CAE2D57}"/>
              </a:ext>
            </a:extLst>
          </p:cNvPr>
          <p:cNvSpPr>
            <a:spLocks noGrp="1"/>
          </p:cNvSpPr>
          <p:nvPr/>
        </p:nvSpPr>
        <p:spPr>
          <a:xfrm>
            <a:off x="1102743" y="6302602"/>
            <a:ext cx="28398" cy="28398"/>
          </a:xfrm>
          <a:prstGeom prst="ellipse">
            <a:avLst/>
          </a:prstGeom>
          <a:solidFill>
            <a:srgbClr val="7F8C97">
              <a:alpha val="48000"/>
            </a:srgbClr>
          </a:solidFill>
          <a:ln w="0">
            <a:noFill/>
            <a:prstDash val="solid"/>
          </a:ln>
        </p:spPr>
      </p:sp>
      <p:sp>
        <p:nvSpPr>
          <p:cNvPr id="2801" name="03_assume_matched_8098">
            <a:extLst>
              <a:ext uri="{FF2B5EF4-FFF2-40B4-BE49-F238E27FC236}">
                <a16:creationId xmlns:a16="http://schemas.microsoft.com/office/drawing/2014/main" id="{552069F2-6D4F-4108-823C-0D1786F1B5AA}"/>
              </a:ext>
            </a:extLst>
          </p:cNvPr>
          <p:cNvSpPr>
            <a:spLocks noGrp="1"/>
          </p:cNvSpPr>
          <p:nvPr/>
        </p:nvSpPr>
        <p:spPr>
          <a:xfrm>
            <a:off x="1084610" y="6546298"/>
            <a:ext cx="28398" cy="28398"/>
          </a:xfrm>
          <a:prstGeom prst="ellipse">
            <a:avLst/>
          </a:prstGeom>
          <a:solidFill>
            <a:srgbClr val="7F8C97">
              <a:alpha val="48000"/>
            </a:srgbClr>
          </a:solidFill>
          <a:ln w="0">
            <a:noFill/>
            <a:prstDash val="solid"/>
          </a:ln>
        </p:spPr>
      </p:sp>
      <p:sp>
        <p:nvSpPr>
          <p:cNvPr id="2802" name="03_assume_matched_8099">
            <a:extLst>
              <a:ext uri="{FF2B5EF4-FFF2-40B4-BE49-F238E27FC236}">
                <a16:creationId xmlns:a16="http://schemas.microsoft.com/office/drawing/2014/main" id="{447A21F2-D4B5-4D73-BD6E-F0F7456A7A4F}"/>
              </a:ext>
            </a:extLst>
          </p:cNvPr>
          <p:cNvSpPr>
            <a:spLocks noGrp="1"/>
          </p:cNvSpPr>
          <p:nvPr/>
        </p:nvSpPr>
        <p:spPr>
          <a:xfrm>
            <a:off x="1146779" y="6448819"/>
            <a:ext cx="28398" cy="28398"/>
          </a:xfrm>
          <a:prstGeom prst="ellipse">
            <a:avLst/>
          </a:prstGeom>
          <a:solidFill>
            <a:srgbClr val="7F8C97">
              <a:alpha val="48000"/>
            </a:srgbClr>
          </a:solidFill>
          <a:ln w="0">
            <a:noFill/>
            <a:prstDash val="solid"/>
          </a:ln>
        </p:spPr>
      </p:sp>
      <p:sp>
        <p:nvSpPr>
          <p:cNvPr id="2803" name="03_assume_matched_8100">
            <a:extLst>
              <a:ext uri="{FF2B5EF4-FFF2-40B4-BE49-F238E27FC236}">
                <a16:creationId xmlns:a16="http://schemas.microsoft.com/office/drawing/2014/main" id="{4FC96114-1AA0-4329-8416-64A96FDC1F9A}"/>
              </a:ext>
            </a:extLst>
          </p:cNvPr>
          <p:cNvSpPr>
            <a:spLocks noGrp="1"/>
          </p:cNvSpPr>
          <p:nvPr/>
        </p:nvSpPr>
        <p:spPr>
          <a:xfrm>
            <a:off x="1044891" y="6302602"/>
            <a:ext cx="28398" cy="28398"/>
          </a:xfrm>
          <a:prstGeom prst="ellipse">
            <a:avLst/>
          </a:prstGeom>
          <a:solidFill>
            <a:srgbClr val="7F8C97">
              <a:alpha val="48000"/>
            </a:srgbClr>
          </a:solidFill>
          <a:ln w="0">
            <a:noFill/>
            <a:prstDash val="solid"/>
          </a:ln>
        </p:spPr>
      </p:sp>
      <p:sp>
        <p:nvSpPr>
          <p:cNvPr id="2804" name="03_assume_matched_8101">
            <a:extLst>
              <a:ext uri="{FF2B5EF4-FFF2-40B4-BE49-F238E27FC236}">
                <a16:creationId xmlns:a16="http://schemas.microsoft.com/office/drawing/2014/main" id="{C15222B6-68A8-4863-A540-98CEC2DB1D14}"/>
              </a:ext>
            </a:extLst>
          </p:cNvPr>
          <p:cNvSpPr>
            <a:spLocks noGrp="1"/>
          </p:cNvSpPr>
          <p:nvPr/>
        </p:nvSpPr>
        <p:spPr>
          <a:xfrm>
            <a:off x="1051511" y="6595037"/>
            <a:ext cx="28398" cy="28398"/>
          </a:xfrm>
          <a:prstGeom prst="ellipse">
            <a:avLst/>
          </a:prstGeom>
          <a:solidFill>
            <a:srgbClr val="7F8C97">
              <a:alpha val="48000"/>
            </a:srgbClr>
          </a:solidFill>
          <a:ln w="0">
            <a:noFill/>
            <a:prstDash val="solid"/>
          </a:ln>
        </p:spPr>
      </p:sp>
      <p:sp>
        <p:nvSpPr>
          <p:cNvPr id="2805" name="03_assume_matched_8102">
            <a:extLst>
              <a:ext uri="{FF2B5EF4-FFF2-40B4-BE49-F238E27FC236}">
                <a16:creationId xmlns:a16="http://schemas.microsoft.com/office/drawing/2014/main" id="{07AABA71-BC26-40D2-A212-200043739501}"/>
              </a:ext>
            </a:extLst>
          </p:cNvPr>
          <p:cNvSpPr>
            <a:spLocks noGrp="1"/>
          </p:cNvSpPr>
          <p:nvPr/>
        </p:nvSpPr>
        <p:spPr>
          <a:xfrm>
            <a:off x="1111377" y="6448819"/>
            <a:ext cx="28398" cy="28398"/>
          </a:xfrm>
          <a:prstGeom prst="ellipse">
            <a:avLst/>
          </a:prstGeom>
          <a:solidFill>
            <a:srgbClr val="7F8C97">
              <a:alpha val="48000"/>
            </a:srgbClr>
          </a:solidFill>
          <a:ln w="0">
            <a:noFill/>
            <a:prstDash val="solid"/>
          </a:ln>
        </p:spPr>
      </p:sp>
      <p:sp>
        <p:nvSpPr>
          <p:cNvPr id="2806" name="03_assume_matched_8103">
            <a:extLst>
              <a:ext uri="{FF2B5EF4-FFF2-40B4-BE49-F238E27FC236}">
                <a16:creationId xmlns:a16="http://schemas.microsoft.com/office/drawing/2014/main" id="{3D1DC70F-EA84-4884-96F0-98943AADDB56}"/>
              </a:ext>
            </a:extLst>
          </p:cNvPr>
          <p:cNvSpPr>
            <a:spLocks noGrp="1"/>
          </p:cNvSpPr>
          <p:nvPr/>
        </p:nvSpPr>
        <p:spPr>
          <a:xfrm>
            <a:off x="1110082" y="6302602"/>
            <a:ext cx="28398" cy="28398"/>
          </a:xfrm>
          <a:prstGeom prst="ellipse">
            <a:avLst/>
          </a:prstGeom>
          <a:solidFill>
            <a:srgbClr val="7F8C97">
              <a:alpha val="48000"/>
            </a:srgbClr>
          </a:solidFill>
          <a:ln w="0">
            <a:noFill/>
            <a:prstDash val="solid"/>
          </a:ln>
        </p:spPr>
      </p:sp>
      <p:sp>
        <p:nvSpPr>
          <p:cNvPr id="2807" name="03_assume_matched_8104">
            <a:extLst>
              <a:ext uri="{FF2B5EF4-FFF2-40B4-BE49-F238E27FC236}">
                <a16:creationId xmlns:a16="http://schemas.microsoft.com/office/drawing/2014/main" id="{34EC46A9-5650-4578-B0C3-F3208D4D4471}"/>
              </a:ext>
            </a:extLst>
          </p:cNvPr>
          <p:cNvSpPr>
            <a:spLocks noGrp="1"/>
          </p:cNvSpPr>
          <p:nvPr/>
        </p:nvSpPr>
        <p:spPr>
          <a:xfrm>
            <a:off x="1156853" y="6595037"/>
            <a:ext cx="28398" cy="28398"/>
          </a:xfrm>
          <a:prstGeom prst="ellipse">
            <a:avLst/>
          </a:prstGeom>
          <a:solidFill>
            <a:srgbClr val="7F8C97">
              <a:alpha val="48000"/>
            </a:srgbClr>
          </a:solidFill>
          <a:ln w="0">
            <a:noFill/>
            <a:prstDash val="solid"/>
          </a:ln>
        </p:spPr>
      </p:sp>
      <p:sp>
        <p:nvSpPr>
          <p:cNvPr id="2808" name="03_assume_matched_8105">
            <a:extLst>
              <a:ext uri="{FF2B5EF4-FFF2-40B4-BE49-F238E27FC236}">
                <a16:creationId xmlns:a16="http://schemas.microsoft.com/office/drawing/2014/main" id="{D0CAF87C-2FB5-4BA0-AE83-DCC7F7F50295}"/>
              </a:ext>
            </a:extLst>
          </p:cNvPr>
          <p:cNvSpPr>
            <a:spLocks noGrp="1"/>
          </p:cNvSpPr>
          <p:nvPr/>
        </p:nvSpPr>
        <p:spPr>
          <a:xfrm>
            <a:off x="1135122" y="6448819"/>
            <a:ext cx="28398" cy="28398"/>
          </a:xfrm>
          <a:prstGeom prst="ellipse">
            <a:avLst/>
          </a:prstGeom>
          <a:solidFill>
            <a:srgbClr val="7F8C97">
              <a:alpha val="48000"/>
            </a:srgbClr>
          </a:solidFill>
          <a:ln w="0">
            <a:noFill/>
            <a:prstDash val="solid"/>
          </a:ln>
        </p:spPr>
      </p:sp>
      <p:sp>
        <p:nvSpPr>
          <p:cNvPr id="2809" name="03_assume_matched_8106">
            <a:extLst>
              <a:ext uri="{FF2B5EF4-FFF2-40B4-BE49-F238E27FC236}">
                <a16:creationId xmlns:a16="http://schemas.microsoft.com/office/drawing/2014/main" id="{B9CC8381-75E5-4B66-A06E-04C259360CC0}"/>
              </a:ext>
            </a:extLst>
          </p:cNvPr>
          <p:cNvSpPr>
            <a:spLocks noGrp="1"/>
          </p:cNvSpPr>
          <p:nvPr/>
        </p:nvSpPr>
        <p:spPr>
          <a:xfrm>
            <a:off x="1067197" y="6595037"/>
            <a:ext cx="28398" cy="28398"/>
          </a:xfrm>
          <a:prstGeom prst="ellipse">
            <a:avLst/>
          </a:prstGeom>
          <a:solidFill>
            <a:srgbClr val="7F8C97">
              <a:alpha val="48000"/>
            </a:srgbClr>
          </a:solidFill>
          <a:ln w="0">
            <a:noFill/>
            <a:prstDash val="solid"/>
          </a:ln>
        </p:spPr>
      </p:sp>
      <p:sp>
        <p:nvSpPr>
          <p:cNvPr id="2810" name="03_assume_matched_8107">
            <a:extLst>
              <a:ext uri="{FF2B5EF4-FFF2-40B4-BE49-F238E27FC236}">
                <a16:creationId xmlns:a16="http://schemas.microsoft.com/office/drawing/2014/main" id="{08E3A064-BDBC-49E0-AA91-31278EE4C643}"/>
              </a:ext>
            </a:extLst>
          </p:cNvPr>
          <p:cNvSpPr>
            <a:spLocks noGrp="1"/>
          </p:cNvSpPr>
          <p:nvPr/>
        </p:nvSpPr>
        <p:spPr>
          <a:xfrm>
            <a:off x="1138000" y="6595037"/>
            <a:ext cx="28398" cy="28398"/>
          </a:xfrm>
          <a:prstGeom prst="ellipse">
            <a:avLst/>
          </a:prstGeom>
          <a:solidFill>
            <a:srgbClr val="7F8C97">
              <a:alpha val="48000"/>
            </a:srgbClr>
          </a:solidFill>
          <a:ln w="0">
            <a:noFill/>
            <a:prstDash val="solid"/>
          </a:ln>
        </p:spPr>
      </p:sp>
      <p:sp>
        <p:nvSpPr>
          <p:cNvPr id="2811" name="03_assume_matched_8108">
            <a:extLst>
              <a:ext uri="{FF2B5EF4-FFF2-40B4-BE49-F238E27FC236}">
                <a16:creationId xmlns:a16="http://schemas.microsoft.com/office/drawing/2014/main" id="{E8B83883-2FD6-4795-8168-14EF638E6796}"/>
              </a:ext>
            </a:extLst>
          </p:cNvPr>
          <p:cNvSpPr>
            <a:spLocks noGrp="1"/>
          </p:cNvSpPr>
          <p:nvPr/>
        </p:nvSpPr>
        <p:spPr>
          <a:xfrm>
            <a:off x="1126344" y="6595037"/>
            <a:ext cx="28398" cy="28398"/>
          </a:xfrm>
          <a:prstGeom prst="ellipse">
            <a:avLst/>
          </a:prstGeom>
          <a:solidFill>
            <a:srgbClr val="7F8C97">
              <a:alpha val="48000"/>
            </a:srgbClr>
          </a:solidFill>
          <a:ln w="0">
            <a:noFill/>
            <a:prstDash val="solid"/>
          </a:ln>
        </p:spPr>
      </p:sp>
      <p:sp>
        <p:nvSpPr>
          <p:cNvPr id="2812" name="03_assume_matched_8109">
            <a:extLst>
              <a:ext uri="{FF2B5EF4-FFF2-40B4-BE49-F238E27FC236}">
                <a16:creationId xmlns:a16="http://schemas.microsoft.com/office/drawing/2014/main" id="{FF578590-CE18-49FF-AB87-BCE87C03B556}"/>
              </a:ext>
            </a:extLst>
          </p:cNvPr>
          <p:cNvSpPr>
            <a:spLocks noGrp="1"/>
          </p:cNvSpPr>
          <p:nvPr/>
        </p:nvSpPr>
        <p:spPr>
          <a:xfrm>
            <a:off x="1132532" y="6595037"/>
            <a:ext cx="28398" cy="28398"/>
          </a:xfrm>
          <a:prstGeom prst="ellipse">
            <a:avLst/>
          </a:prstGeom>
          <a:solidFill>
            <a:srgbClr val="7F8C97">
              <a:alpha val="48000"/>
            </a:srgbClr>
          </a:solidFill>
          <a:ln w="0">
            <a:noFill/>
            <a:prstDash val="solid"/>
          </a:ln>
        </p:spPr>
      </p:sp>
      <p:sp>
        <p:nvSpPr>
          <p:cNvPr id="2813" name="03_assume_matched_8110">
            <a:extLst>
              <a:ext uri="{FF2B5EF4-FFF2-40B4-BE49-F238E27FC236}">
                <a16:creationId xmlns:a16="http://schemas.microsoft.com/office/drawing/2014/main" id="{BE0438E8-3AB8-42ED-9340-AEAAD2880B2F}"/>
              </a:ext>
            </a:extLst>
          </p:cNvPr>
          <p:cNvSpPr>
            <a:spLocks noGrp="1"/>
          </p:cNvSpPr>
          <p:nvPr/>
        </p:nvSpPr>
        <p:spPr>
          <a:xfrm>
            <a:off x="1145915" y="6595037"/>
            <a:ext cx="28398" cy="28398"/>
          </a:xfrm>
          <a:prstGeom prst="ellipse">
            <a:avLst/>
          </a:prstGeom>
          <a:solidFill>
            <a:srgbClr val="7F8C97">
              <a:alpha val="48000"/>
            </a:srgbClr>
          </a:solidFill>
          <a:ln w="0">
            <a:noFill/>
            <a:prstDash val="solid"/>
          </a:ln>
        </p:spPr>
      </p:sp>
      <p:sp>
        <p:nvSpPr>
          <p:cNvPr id="2814" name="03_assume_matched_8111">
            <a:extLst>
              <a:ext uri="{FF2B5EF4-FFF2-40B4-BE49-F238E27FC236}">
                <a16:creationId xmlns:a16="http://schemas.microsoft.com/office/drawing/2014/main" id="{FDE97060-DA2D-4698-9D4E-BF7D62E8B36D}"/>
              </a:ext>
            </a:extLst>
          </p:cNvPr>
          <p:cNvSpPr>
            <a:spLocks noGrp="1"/>
          </p:cNvSpPr>
          <p:nvPr/>
        </p:nvSpPr>
        <p:spPr>
          <a:xfrm>
            <a:off x="1054533" y="6302602"/>
            <a:ext cx="28398" cy="28398"/>
          </a:xfrm>
          <a:prstGeom prst="ellipse">
            <a:avLst/>
          </a:prstGeom>
          <a:solidFill>
            <a:srgbClr val="7F8C97">
              <a:alpha val="48000"/>
            </a:srgbClr>
          </a:solidFill>
          <a:ln w="0">
            <a:noFill/>
            <a:prstDash val="solid"/>
          </a:ln>
        </p:spPr>
      </p:sp>
      <p:sp>
        <p:nvSpPr>
          <p:cNvPr id="2815" name="03_assume_matched_8112">
            <a:extLst>
              <a:ext uri="{FF2B5EF4-FFF2-40B4-BE49-F238E27FC236}">
                <a16:creationId xmlns:a16="http://schemas.microsoft.com/office/drawing/2014/main" id="{1188655F-E89C-4BC1-A23A-AA07504ACB6C}"/>
              </a:ext>
            </a:extLst>
          </p:cNvPr>
          <p:cNvSpPr>
            <a:spLocks noGrp="1"/>
          </p:cNvSpPr>
          <p:nvPr/>
        </p:nvSpPr>
        <p:spPr>
          <a:xfrm>
            <a:off x="1043740" y="6302602"/>
            <a:ext cx="28398" cy="28398"/>
          </a:xfrm>
          <a:prstGeom prst="ellipse">
            <a:avLst/>
          </a:prstGeom>
          <a:solidFill>
            <a:srgbClr val="7F8C97">
              <a:alpha val="48000"/>
            </a:srgbClr>
          </a:solidFill>
          <a:ln w="0">
            <a:noFill/>
            <a:prstDash val="solid"/>
          </a:ln>
        </p:spPr>
      </p:sp>
      <p:sp>
        <p:nvSpPr>
          <p:cNvPr id="2816" name="03_assume_matched_8113">
            <a:extLst>
              <a:ext uri="{FF2B5EF4-FFF2-40B4-BE49-F238E27FC236}">
                <a16:creationId xmlns:a16="http://schemas.microsoft.com/office/drawing/2014/main" id="{4AE848CD-9E3D-46F8-85F7-253ED94D5273}"/>
              </a:ext>
            </a:extLst>
          </p:cNvPr>
          <p:cNvSpPr>
            <a:spLocks noGrp="1"/>
          </p:cNvSpPr>
          <p:nvPr/>
        </p:nvSpPr>
        <p:spPr>
          <a:xfrm>
            <a:off x="1126632" y="6302602"/>
            <a:ext cx="28398" cy="28398"/>
          </a:xfrm>
          <a:prstGeom prst="ellipse">
            <a:avLst/>
          </a:prstGeom>
          <a:solidFill>
            <a:srgbClr val="7F8C97">
              <a:alpha val="48000"/>
            </a:srgbClr>
          </a:solidFill>
          <a:ln w="0">
            <a:noFill/>
            <a:prstDash val="solid"/>
          </a:ln>
        </p:spPr>
      </p:sp>
      <p:sp>
        <p:nvSpPr>
          <p:cNvPr id="2817" name="03_assume_matched_8114">
            <a:extLst>
              <a:ext uri="{FF2B5EF4-FFF2-40B4-BE49-F238E27FC236}">
                <a16:creationId xmlns:a16="http://schemas.microsoft.com/office/drawing/2014/main" id="{E86F4C3C-9DE9-4338-92A1-92F09DEA2718}"/>
              </a:ext>
            </a:extLst>
          </p:cNvPr>
          <p:cNvSpPr>
            <a:spLocks noGrp="1"/>
          </p:cNvSpPr>
          <p:nvPr/>
        </p:nvSpPr>
        <p:spPr>
          <a:xfrm>
            <a:off x="1163760" y="6344379"/>
            <a:ext cx="28398" cy="28398"/>
          </a:xfrm>
          <a:prstGeom prst="ellipse">
            <a:avLst/>
          </a:prstGeom>
          <a:solidFill>
            <a:srgbClr val="7F8C97">
              <a:alpha val="48000"/>
            </a:srgbClr>
          </a:solidFill>
          <a:ln w="0">
            <a:noFill/>
            <a:prstDash val="solid"/>
          </a:ln>
        </p:spPr>
      </p:sp>
      <p:sp>
        <p:nvSpPr>
          <p:cNvPr id="2818" name="03_assume_matched_8115">
            <a:extLst>
              <a:ext uri="{FF2B5EF4-FFF2-40B4-BE49-F238E27FC236}">
                <a16:creationId xmlns:a16="http://schemas.microsoft.com/office/drawing/2014/main" id="{29293EF0-D27B-4DAE-B3A6-1DC236546803}"/>
              </a:ext>
            </a:extLst>
          </p:cNvPr>
          <p:cNvSpPr>
            <a:spLocks noGrp="1"/>
          </p:cNvSpPr>
          <p:nvPr/>
        </p:nvSpPr>
        <p:spPr>
          <a:xfrm>
            <a:off x="1169948" y="6302602"/>
            <a:ext cx="28398" cy="28398"/>
          </a:xfrm>
          <a:prstGeom prst="ellipse">
            <a:avLst/>
          </a:prstGeom>
          <a:solidFill>
            <a:srgbClr val="7F8C97">
              <a:alpha val="48000"/>
            </a:srgbClr>
          </a:solidFill>
          <a:ln w="0">
            <a:noFill/>
            <a:prstDash val="solid"/>
          </a:ln>
        </p:spPr>
      </p:sp>
      <p:sp>
        <p:nvSpPr>
          <p:cNvPr id="2819" name="03_assume_matched_8116">
            <a:extLst>
              <a:ext uri="{FF2B5EF4-FFF2-40B4-BE49-F238E27FC236}">
                <a16:creationId xmlns:a16="http://schemas.microsoft.com/office/drawing/2014/main" id="{009F1BB8-DBDE-4079-9B86-5623EE3406F7}"/>
              </a:ext>
            </a:extLst>
          </p:cNvPr>
          <p:cNvSpPr>
            <a:spLocks noGrp="1"/>
          </p:cNvSpPr>
          <p:nvPr/>
        </p:nvSpPr>
        <p:spPr>
          <a:xfrm>
            <a:off x="1081013" y="6595037"/>
            <a:ext cx="28398" cy="28398"/>
          </a:xfrm>
          <a:prstGeom prst="ellipse">
            <a:avLst/>
          </a:prstGeom>
          <a:solidFill>
            <a:srgbClr val="7F8C97">
              <a:alpha val="48000"/>
            </a:srgbClr>
          </a:solidFill>
          <a:ln w="0">
            <a:noFill/>
            <a:prstDash val="solid"/>
          </a:ln>
        </p:spPr>
      </p:sp>
      <p:sp>
        <p:nvSpPr>
          <p:cNvPr id="2820" name="03_assume_matched_8117">
            <a:extLst>
              <a:ext uri="{FF2B5EF4-FFF2-40B4-BE49-F238E27FC236}">
                <a16:creationId xmlns:a16="http://schemas.microsoft.com/office/drawing/2014/main" id="{C7A2AA11-5FC3-4E80-AC36-3EBA5DC08001}"/>
              </a:ext>
            </a:extLst>
          </p:cNvPr>
          <p:cNvSpPr>
            <a:spLocks noGrp="1"/>
          </p:cNvSpPr>
          <p:nvPr/>
        </p:nvSpPr>
        <p:spPr>
          <a:xfrm>
            <a:off x="1133827" y="6595037"/>
            <a:ext cx="28398" cy="28398"/>
          </a:xfrm>
          <a:prstGeom prst="ellipse">
            <a:avLst/>
          </a:prstGeom>
          <a:solidFill>
            <a:srgbClr val="7F8C97">
              <a:alpha val="48000"/>
            </a:srgbClr>
          </a:solidFill>
          <a:ln w="0">
            <a:noFill/>
            <a:prstDash val="solid"/>
          </a:ln>
        </p:spPr>
      </p:sp>
      <p:sp>
        <p:nvSpPr>
          <p:cNvPr id="2821" name="03_assume_matched_8118">
            <a:extLst>
              <a:ext uri="{FF2B5EF4-FFF2-40B4-BE49-F238E27FC236}">
                <a16:creationId xmlns:a16="http://schemas.microsoft.com/office/drawing/2014/main" id="{F28F9FE8-7708-4852-A6A3-BA8FDFEF9051}"/>
              </a:ext>
            </a:extLst>
          </p:cNvPr>
          <p:cNvSpPr>
            <a:spLocks noGrp="1"/>
          </p:cNvSpPr>
          <p:nvPr/>
        </p:nvSpPr>
        <p:spPr>
          <a:xfrm>
            <a:off x="1144764" y="6595037"/>
            <a:ext cx="28398" cy="28398"/>
          </a:xfrm>
          <a:prstGeom prst="ellipse">
            <a:avLst/>
          </a:prstGeom>
          <a:solidFill>
            <a:srgbClr val="7F8C97">
              <a:alpha val="48000"/>
            </a:srgbClr>
          </a:solidFill>
          <a:ln w="0">
            <a:noFill/>
            <a:prstDash val="solid"/>
          </a:ln>
        </p:spPr>
      </p:sp>
      <p:sp>
        <p:nvSpPr>
          <p:cNvPr id="2822" name="03_assume_matched_8119">
            <a:extLst>
              <a:ext uri="{FF2B5EF4-FFF2-40B4-BE49-F238E27FC236}">
                <a16:creationId xmlns:a16="http://schemas.microsoft.com/office/drawing/2014/main" id="{9897A07D-A265-4CCD-82FD-1A1DEDC8A3E2}"/>
              </a:ext>
            </a:extLst>
          </p:cNvPr>
          <p:cNvSpPr>
            <a:spLocks noGrp="1"/>
          </p:cNvSpPr>
          <p:nvPr/>
        </p:nvSpPr>
        <p:spPr>
          <a:xfrm>
            <a:off x="1162177" y="6595037"/>
            <a:ext cx="28398" cy="28398"/>
          </a:xfrm>
          <a:prstGeom prst="ellipse">
            <a:avLst/>
          </a:prstGeom>
          <a:solidFill>
            <a:srgbClr val="7F8C97">
              <a:alpha val="48000"/>
            </a:srgbClr>
          </a:solidFill>
          <a:ln w="0">
            <a:noFill/>
            <a:prstDash val="solid"/>
          </a:ln>
        </p:spPr>
      </p:sp>
      <p:sp>
        <p:nvSpPr>
          <p:cNvPr id="2823" name="03_assume_matched_8120">
            <a:extLst>
              <a:ext uri="{FF2B5EF4-FFF2-40B4-BE49-F238E27FC236}">
                <a16:creationId xmlns:a16="http://schemas.microsoft.com/office/drawing/2014/main" id="{9CE1AFF3-A0D4-45D0-B385-F8E22F50E394}"/>
              </a:ext>
            </a:extLst>
          </p:cNvPr>
          <p:cNvSpPr>
            <a:spLocks noGrp="1"/>
          </p:cNvSpPr>
          <p:nvPr/>
        </p:nvSpPr>
        <p:spPr>
          <a:xfrm>
            <a:off x="1146923" y="6595037"/>
            <a:ext cx="28398" cy="28398"/>
          </a:xfrm>
          <a:prstGeom prst="ellipse">
            <a:avLst/>
          </a:prstGeom>
          <a:solidFill>
            <a:srgbClr val="7F8C97">
              <a:alpha val="48000"/>
            </a:srgbClr>
          </a:solidFill>
          <a:ln w="0">
            <a:noFill/>
            <a:prstDash val="solid"/>
          </a:ln>
        </p:spPr>
      </p:sp>
      <p:sp>
        <p:nvSpPr>
          <p:cNvPr id="2824" name="03_assume_matched_8121">
            <a:extLst>
              <a:ext uri="{FF2B5EF4-FFF2-40B4-BE49-F238E27FC236}">
                <a16:creationId xmlns:a16="http://schemas.microsoft.com/office/drawing/2014/main" id="{611F1B56-3C17-47D1-BF56-3BD76D088B62}"/>
              </a:ext>
            </a:extLst>
          </p:cNvPr>
          <p:cNvSpPr>
            <a:spLocks noGrp="1"/>
          </p:cNvSpPr>
          <p:nvPr/>
        </p:nvSpPr>
        <p:spPr>
          <a:xfrm>
            <a:off x="1125193" y="6595037"/>
            <a:ext cx="28398" cy="28398"/>
          </a:xfrm>
          <a:prstGeom prst="ellipse">
            <a:avLst/>
          </a:prstGeom>
          <a:solidFill>
            <a:srgbClr val="7F8C97">
              <a:alpha val="48000"/>
            </a:srgbClr>
          </a:solidFill>
          <a:ln w="0">
            <a:noFill/>
            <a:prstDash val="solid"/>
          </a:ln>
        </p:spPr>
      </p:sp>
      <p:sp>
        <p:nvSpPr>
          <p:cNvPr id="2825" name="03_assume_matched_8122">
            <a:extLst>
              <a:ext uri="{FF2B5EF4-FFF2-40B4-BE49-F238E27FC236}">
                <a16:creationId xmlns:a16="http://schemas.microsoft.com/office/drawing/2014/main" id="{ECBDC4B2-E41C-4CBD-BDFB-16D9122002A1}"/>
              </a:ext>
            </a:extLst>
          </p:cNvPr>
          <p:cNvSpPr>
            <a:spLocks noGrp="1"/>
          </p:cNvSpPr>
          <p:nvPr/>
        </p:nvSpPr>
        <p:spPr>
          <a:xfrm>
            <a:off x="1036976" y="6302602"/>
            <a:ext cx="28398" cy="28398"/>
          </a:xfrm>
          <a:prstGeom prst="ellipse">
            <a:avLst/>
          </a:prstGeom>
          <a:solidFill>
            <a:srgbClr val="7F8C97">
              <a:alpha val="48000"/>
            </a:srgbClr>
          </a:solidFill>
          <a:ln w="0">
            <a:noFill/>
            <a:prstDash val="solid"/>
          </a:ln>
        </p:spPr>
      </p:sp>
      <p:sp>
        <p:nvSpPr>
          <p:cNvPr id="2826" name="03_assume_matched_8123">
            <a:extLst>
              <a:ext uri="{FF2B5EF4-FFF2-40B4-BE49-F238E27FC236}">
                <a16:creationId xmlns:a16="http://schemas.microsoft.com/office/drawing/2014/main" id="{00FF267A-4384-4689-A02E-43ED122306F4}"/>
              </a:ext>
            </a:extLst>
          </p:cNvPr>
          <p:cNvSpPr>
            <a:spLocks noGrp="1"/>
          </p:cNvSpPr>
          <p:nvPr/>
        </p:nvSpPr>
        <p:spPr>
          <a:xfrm>
            <a:off x="1050936" y="6595037"/>
            <a:ext cx="28398" cy="28398"/>
          </a:xfrm>
          <a:prstGeom prst="ellipse">
            <a:avLst/>
          </a:prstGeom>
          <a:solidFill>
            <a:srgbClr val="7F8C97">
              <a:alpha val="48000"/>
            </a:srgbClr>
          </a:solidFill>
          <a:ln w="0">
            <a:noFill/>
            <a:prstDash val="solid"/>
          </a:ln>
        </p:spPr>
      </p:sp>
      <p:sp>
        <p:nvSpPr>
          <p:cNvPr id="2827" name="03_assume_matched_8124">
            <a:extLst>
              <a:ext uri="{FF2B5EF4-FFF2-40B4-BE49-F238E27FC236}">
                <a16:creationId xmlns:a16="http://schemas.microsoft.com/office/drawing/2014/main" id="{BC3FB3E4-8FB0-44B1-BCBC-1C9EC2C94A24}"/>
              </a:ext>
            </a:extLst>
          </p:cNvPr>
          <p:cNvSpPr>
            <a:spLocks noGrp="1"/>
          </p:cNvSpPr>
          <p:nvPr/>
        </p:nvSpPr>
        <p:spPr>
          <a:xfrm>
            <a:off x="1112097" y="6302602"/>
            <a:ext cx="28398" cy="28398"/>
          </a:xfrm>
          <a:prstGeom prst="ellipse">
            <a:avLst/>
          </a:prstGeom>
          <a:solidFill>
            <a:srgbClr val="7F8C97">
              <a:alpha val="48000"/>
            </a:srgbClr>
          </a:solidFill>
          <a:ln w="0">
            <a:noFill/>
            <a:prstDash val="solid"/>
          </a:ln>
        </p:spPr>
      </p:sp>
      <p:sp>
        <p:nvSpPr>
          <p:cNvPr id="2828" name="03_assume_matched_8125">
            <a:extLst>
              <a:ext uri="{FF2B5EF4-FFF2-40B4-BE49-F238E27FC236}">
                <a16:creationId xmlns:a16="http://schemas.microsoft.com/office/drawing/2014/main" id="{237AFAB2-9C64-448C-AA4E-D5458462D829}"/>
              </a:ext>
            </a:extLst>
          </p:cNvPr>
          <p:cNvSpPr>
            <a:spLocks noGrp="1"/>
          </p:cNvSpPr>
          <p:nvPr/>
        </p:nvSpPr>
        <p:spPr>
          <a:xfrm>
            <a:off x="1056980" y="6595037"/>
            <a:ext cx="28398" cy="28398"/>
          </a:xfrm>
          <a:prstGeom prst="ellipse">
            <a:avLst/>
          </a:prstGeom>
          <a:solidFill>
            <a:srgbClr val="7F8C97">
              <a:alpha val="48000"/>
            </a:srgbClr>
          </a:solidFill>
          <a:ln w="0">
            <a:noFill/>
            <a:prstDash val="solid"/>
          </a:ln>
        </p:spPr>
      </p:sp>
      <p:sp>
        <p:nvSpPr>
          <p:cNvPr id="2829" name="03_assume_matched_8126">
            <a:extLst>
              <a:ext uri="{FF2B5EF4-FFF2-40B4-BE49-F238E27FC236}">
                <a16:creationId xmlns:a16="http://schemas.microsoft.com/office/drawing/2014/main" id="{79284550-FB36-4888-A6D5-6C5A524D38AE}"/>
              </a:ext>
            </a:extLst>
          </p:cNvPr>
          <p:cNvSpPr>
            <a:spLocks noGrp="1"/>
          </p:cNvSpPr>
          <p:nvPr/>
        </p:nvSpPr>
        <p:spPr>
          <a:xfrm>
            <a:off x="1083027" y="6595037"/>
            <a:ext cx="28398" cy="28398"/>
          </a:xfrm>
          <a:prstGeom prst="ellipse">
            <a:avLst/>
          </a:prstGeom>
          <a:solidFill>
            <a:srgbClr val="7F8C97">
              <a:alpha val="48000"/>
            </a:srgbClr>
          </a:solidFill>
          <a:ln w="0">
            <a:noFill/>
            <a:prstDash val="solid"/>
          </a:ln>
        </p:spPr>
      </p:sp>
      <p:sp>
        <p:nvSpPr>
          <p:cNvPr id="2830" name="03_assume_matched_8127">
            <a:extLst>
              <a:ext uri="{FF2B5EF4-FFF2-40B4-BE49-F238E27FC236}">
                <a16:creationId xmlns:a16="http://schemas.microsoft.com/office/drawing/2014/main" id="{CFDF1DE9-CE6F-46AD-8F7B-C8A2C81DE0D6}"/>
              </a:ext>
            </a:extLst>
          </p:cNvPr>
          <p:cNvSpPr>
            <a:spLocks noGrp="1"/>
          </p:cNvSpPr>
          <p:nvPr/>
        </p:nvSpPr>
        <p:spPr>
          <a:xfrm>
            <a:off x="1032083" y="6595037"/>
            <a:ext cx="28398" cy="28398"/>
          </a:xfrm>
          <a:prstGeom prst="ellipse">
            <a:avLst/>
          </a:prstGeom>
          <a:solidFill>
            <a:srgbClr val="7F8C97">
              <a:alpha val="48000"/>
            </a:srgbClr>
          </a:solidFill>
          <a:ln w="0">
            <a:noFill/>
            <a:prstDash val="solid"/>
          </a:ln>
        </p:spPr>
      </p:sp>
      <p:sp>
        <p:nvSpPr>
          <p:cNvPr id="2831" name="03_assume_matched_8128">
            <a:extLst>
              <a:ext uri="{FF2B5EF4-FFF2-40B4-BE49-F238E27FC236}">
                <a16:creationId xmlns:a16="http://schemas.microsoft.com/office/drawing/2014/main" id="{7D404E63-86A4-4D2F-B733-B8F3FE7796E5}"/>
              </a:ext>
            </a:extLst>
          </p:cNvPr>
          <p:cNvSpPr>
            <a:spLocks noGrp="1"/>
          </p:cNvSpPr>
          <p:nvPr/>
        </p:nvSpPr>
        <p:spPr>
          <a:xfrm>
            <a:off x="1527570" y="6010168"/>
            <a:ext cx="28398" cy="28398"/>
          </a:xfrm>
          <a:prstGeom prst="ellipse">
            <a:avLst/>
          </a:prstGeom>
          <a:solidFill>
            <a:srgbClr val="7F8C97">
              <a:alpha val="48000"/>
            </a:srgbClr>
          </a:solidFill>
          <a:ln w="0">
            <a:noFill/>
            <a:prstDash val="solid"/>
          </a:ln>
        </p:spPr>
      </p:sp>
      <p:sp>
        <p:nvSpPr>
          <p:cNvPr id="2832" name="03_assume_matched_8129">
            <a:extLst>
              <a:ext uri="{FF2B5EF4-FFF2-40B4-BE49-F238E27FC236}">
                <a16:creationId xmlns:a16="http://schemas.microsoft.com/office/drawing/2014/main" id="{5A254990-C958-4AB0-9D80-1CE5C2152711}"/>
              </a:ext>
            </a:extLst>
          </p:cNvPr>
          <p:cNvSpPr>
            <a:spLocks noGrp="1"/>
          </p:cNvSpPr>
          <p:nvPr/>
        </p:nvSpPr>
        <p:spPr>
          <a:xfrm>
            <a:off x="1516057" y="6010168"/>
            <a:ext cx="28398" cy="28398"/>
          </a:xfrm>
          <a:prstGeom prst="ellipse">
            <a:avLst/>
          </a:prstGeom>
          <a:solidFill>
            <a:srgbClr val="7F8C97">
              <a:alpha val="48000"/>
            </a:srgbClr>
          </a:solidFill>
          <a:ln w="0">
            <a:noFill/>
            <a:prstDash val="solid"/>
          </a:ln>
        </p:spPr>
      </p:sp>
      <p:sp>
        <p:nvSpPr>
          <p:cNvPr id="2833" name="03_assume_matched_8130">
            <a:extLst>
              <a:ext uri="{FF2B5EF4-FFF2-40B4-BE49-F238E27FC236}">
                <a16:creationId xmlns:a16="http://schemas.microsoft.com/office/drawing/2014/main" id="{CD8F9A7A-D3EF-4F20-AD49-1A78C473A703}"/>
              </a:ext>
            </a:extLst>
          </p:cNvPr>
          <p:cNvSpPr>
            <a:spLocks noGrp="1"/>
          </p:cNvSpPr>
          <p:nvPr/>
        </p:nvSpPr>
        <p:spPr>
          <a:xfrm>
            <a:off x="1458925" y="6010168"/>
            <a:ext cx="28398" cy="28398"/>
          </a:xfrm>
          <a:prstGeom prst="ellipse">
            <a:avLst/>
          </a:prstGeom>
          <a:solidFill>
            <a:srgbClr val="7F8C97">
              <a:alpha val="48000"/>
            </a:srgbClr>
          </a:solidFill>
          <a:ln w="0">
            <a:noFill/>
            <a:prstDash val="solid"/>
          </a:ln>
        </p:spPr>
      </p:sp>
      <p:sp>
        <p:nvSpPr>
          <p:cNvPr id="2834" name="03_assume_matched_8131">
            <a:extLst>
              <a:ext uri="{FF2B5EF4-FFF2-40B4-BE49-F238E27FC236}">
                <a16:creationId xmlns:a16="http://schemas.microsoft.com/office/drawing/2014/main" id="{F0AA69B5-5D73-4BBC-9324-594B6AEEC989}"/>
              </a:ext>
            </a:extLst>
          </p:cNvPr>
          <p:cNvSpPr>
            <a:spLocks noGrp="1"/>
          </p:cNvSpPr>
          <p:nvPr/>
        </p:nvSpPr>
        <p:spPr>
          <a:xfrm>
            <a:off x="1537787" y="6010168"/>
            <a:ext cx="28398" cy="28398"/>
          </a:xfrm>
          <a:prstGeom prst="ellipse">
            <a:avLst/>
          </a:prstGeom>
          <a:solidFill>
            <a:srgbClr val="7F8C97">
              <a:alpha val="48000"/>
            </a:srgbClr>
          </a:solidFill>
          <a:ln w="0">
            <a:noFill/>
            <a:prstDash val="solid"/>
          </a:ln>
        </p:spPr>
      </p:sp>
      <p:sp>
        <p:nvSpPr>
          <p:cNvPr id="2835" name="03_assume_matched_8132">
            <a:extLst>
              <a:ext uri="{FF2B5EF4-FFF2-40B4-BE49-F238E27FC236}">
                <a16:creationId xmlns:a16="http://schemas.microsoft.com/office/drawing/2014/main" id="{D0926C00-1844-4159-8001-7815209F56E1}"/>
              </a:ext>
            </a:extLst>
          </p:cNvPr>
          <p:cNvSpPr>
            <a:spLocks noGrp="1"/>
          </p:cNvSpPr>
          <p:nvPr/>
        </p:nvSpPr>
        <p:spPr>
          <a:xfrm>
            <a:off x="1505552" y="6010168"/>
            <a:ext cx="28398" cy="28398"/>
          </a:xfrm>
          <a:prstGeom prst="ellipse">
            <a:avLst/>
          </a:prstGeom>
          <a:solidFill>
            <a:srgbClr val="7F8C97">
              <a:alpha val="48000"/>
            </a:srgbClr>
          </a:solidFill>
          <a:ln w="0">
            <a:noFill/>
            <a:prstDash val="solid"/>
          </a:ln>
        </p:spPr>
      </p:sp>
      <p:sp>
        <p:nvSpPr>
          <p:cNvPr id="2836" name="03_assume_matched_8133">
            <a:extLst>
              <a:ext uri="{FF2B5EF4-FFF2-40B4-BE49-F238E27FC236}">
                <a16:creationId xmlns:a16="http://schemas.microsoft.com/office/drawing/2014/main" id="{67D36B2A-27EE-47CA-AE2C-507157B9BB37}"/>
              </a:ext>
            </a:extLst>
          </p:cNvPr>
          <p:cNvSpPr>
            <a:spLocks noGrp="1"/>
          </p:cNvSpPr>
          <p:nvPr/>
        </p:nvSpPr>
        <p:spPr>
          <a:xfrm>
            <a:off x="1410284" y="6010168"/>
            <a:ext cx="28398" cy="28398"/>
          </a:xfrm>
          <a:prstGeom prst="ellipse">
            <a:avLst/>
          </a:prstGeom>
          <a:solidFill>
            <a:srgbClr val="7F8C97">
              <a:alpha val="48000"/>
            </a:srgbClr>
          </a:solidFill>
          <a:ln w="0">
            <a:noFill/>
            <a:prstDash val="solid"/>
          </a:ln>
        </p:spPr>
      </p:sp>
      <p:sp>
        <p:nvSpPr>
          <p:cNvPr id="2837" name="03_assume_matched_8134">
            <a:extLst>
              <a:ext uri="{FF2B5EF4-FFF2-40B4-BE49-F238E27FC236}">
                <a16:creationId xmlns:a16="http://schemas.microsoft.com/office/drawing/2014/main" id="{F5DCB2FB-732C-4699-974B-5BEA4EBA9E7F}"/>
              </a:ext>
            </a:extLst>
          </p:cNvPr>
          <p:cNvSpPr>
            <a:spLocks noGrp="1"/>
          </p:cNvSpPr>
          <p:nvPr/>
        </p:nvSpPr>
        <p:spPr>
          <a:xfrm>
            <a:off x="1440936" y="6302602"/>
            <a:ext cx="28398" cy="28398"/>
          </a:xfrm>
          <a:prstGeom prst="ellipse">
            <a:avLst/>
          </a:prstGeom>
          <a:solidFill>
            <a:srgbClr val="7F8C97">
              <a:alpha val="48000"/>
            </a:srgbClr>
          </a:solidFill>
          <a:ln w="0">
            <a:noFill/>
            <a:prstDash val="solid"/>
          </a:ln>
        </p:spPr>
      </p:sp>
      <p:sp>
        <p:nvSpPr>
          <p:cNvPr id="2838" name="03_assume_matched_8135">
            <a:extLst>
              <a:ext uri="{FF2B5EF4-FFF2-40B4-BE49-F238E27FC236}">
                <a16:creationId xmlns:a16="http://schemas.microsoft.com/office/drawing/2014/main" id="{54D42192-7D18-48E5-8F09-09E5B35BD8CB}"/>
              </a:ext>
            </a:extLst>
          </p:cNvPr>
          <p:cNvSpPr>
            <a:spLocks noGrp="1"/>
          </p:cNvSpPr>
          <p:nvPr/>
        </p:nvSpPr>
        <p:spPr>
          <a:xfrm>
            <a:off x="1409996" y="6448819"/>
            <a:ext cx="28398" cy="28398"/>
          </a:xfrm>
          <a:prstGeom prst="ellipse">
            <a:avLst/>
          </a:prstGeom>
          <a:solidFill>
            <a:srgbClr val="7F8C97">
              <a:alpha val="48000"/>
            </a:srgbClr>
          </a:solidFill>
          <a:ln w="0">
            <a:noFill/>
            <a:prstDash val="solid"/>
          </a:ln>
        </p:spPr>
      </p:sp>
      <p:sp>
        <p:nvSpPr>
          <p:cNvPr id="2839" name="03_assume_matched_8136">
            <a:extLst>
              <a:ext uri="{FF2B5EF4-FFF2-40B4-BE49-F238E27FC236}">
                <a16:creationId xmlns:a16="http://schemas.microsoft.com/office/drawing/2014/main" id="{A7A228D6-58C2-4477-9CB2-50D3894911C6}"/>
              </a:ext>
            </a:extLst>
          </p:cNvPr>
          <p:cNvSpPr>
            <a:spLocks noGrp="1"/>
          </p:cNvSpPr>
          <p:nvPr/>
        </p:nvSpPr>
        <p:spPr>
          <a:xfrm>
            <a:off x="1491305" y="6010168"/>
            <a:ext cx="28398" cy="28398"/>
          </a:xfrm>
          <a:prstGeom prst="ellipse">
            <a:avLst/>
          </a:prstGeom>
          <a:solidFill>
            <a:srgbClr val="7F8C97">
              <a:alpha val="48000"/>
            </a:srgbClr>
          </a:solidFill>
          <a:ln w="0">
            <a:noFill/>
            <a:prstDash val="solid"/>
          </a:ln>
        </p:spPr>
      </p:sp>
      <p:sp>
        <p:nvSpPr>
          <p:cNvPr id="2840" name="03_assume_matched_8137">
            <a:extLst>
              <a:ext uri="{FF2B5EF4-FFF2-40B4-BE49-F238E27FC236}">
                <a16:creationId xmlns:a16="http://schemas.microsoft.com/office/drawing/2014/main" id="{727A87AE-F1D6-4D3B-9855-5B3D892C8A5B}"/>
              </a:ext>
            </a:extLst>
          </p:cNvPr>
          <p:cNvSpPr>
            <a:spLocks noGrp="1"/>
          </p:cNvSpPr>
          <p:nvPr/>
        </p:nvSpPr>
        <p:spPr>
          <a:xfrm>
            <a:off x="1472596" y="6010168"/>
            <a:ext cx="28398" cy="28398"/>
          </a:xfrm>
          <a:prstGeom prst="ellipse">
            <a:avLst/>
          </a:prstGeom>
          <a:solidFill>
            <a:srgbClr val="7F8C97">
              <a:alpha val="48000"/>
            </a:srgbClr>
          </a:solidFill>
          <a:ln w="0">
            <a:noFill/>
            <a:prstDash val="solid"/>
          </a:ln>
        </p:spPr>
      </p:sp>
      <p:sp>
        <p:nvSpPr>
          <p:cNvPr id="2841" name="03_assume_matched_8138">
            <a:extLst>
              <a:ext uri="{FF2B5EF4-FFF2-40B4-BE49-F238E27FC236}">
                <a16:creationId xmlns:a16="http://schemas.microsoft.com/office/drawing/2014/main" id="{EBFCE9D6-1D67-4736-A554-8D594026CD8A}"/>
              </a:ext>
            </a:extLst>
          </p:cNvPr>
          <p:cNvSpPr>
            <a:spLocks noGrp="1"/>
          </p:cNvSpPr>
          <p:nvPr/>
        </p:nvSpPr>
        <p:spPr>
          <a:xfrm>
            <a:off x="1457342" y="6010168"/>
            <a:ext cx="28398" cy="28398"/>
          </a:xfrm>
          <a:prstGeom prst="ellipse">
            <a:avLst/>
          </a:prstGeom>
          <a:solidFill>
            <a:srgbClr val="7F8C97">
              <a:alpha val="48000"/>
            </a:srgbClr>
          </a:solidFill>
          <a:ln w="0">
            <a:noFill/>
            <a:prstDash val="solid"/>
          </a:ln>
        </p:spPr>
      </p:sp>
      <p:sp>
        <p:nvSpPr>
          <p:cNvPr id="2842" name="03_assume_matched_8139">
            <a:extLst>
              <a:ext uri="{FF2B5EF4-FFF2-40B4-BE49-F238E27FC236}">
                <a16:creationId xmlns:a16="http://schemas.microsoft.com/office/drawing/2014/main" id="{C235F70F-9C06-4FA1-ABD4-E4318452FF48}"/>
              </a:ext>
            </a:extLst>
          </p:cNvPr>
          <p:cNvSpPr>
            <a:spLocks noGrp="1"/>
          </p:cNvSpPr>
          <p:nvPr/>
        </p:nvSpPr>
        <p:spPr>
          <a:xfrm>
            <a:off x="1443095" y="6595037"/>
            <a:ext cx="28398" cy="28398"/>
          </a:xfrm>
          <a:prstGeom prst="ellipse">
            <a:avLst/>
          </a:prstGeom>
          <a:solidFill>
            <a:srgbClr val="7F8C97">
              <a:alpha val="48000"/>
            </a:srgbClr>
          </a:solidFill>
          <a:ln w="0">
            <a:noFill/>
            <a:prstDash val="solid"/>
          </a:ln>
        </p:spPr>
      </p:sp>
      <p:sp>
        <p:nvSpPr>
          <p:cNvPr id="2843" name="03_assume_matched_8140">
            <a:extLst>
              <a:ext uri="{FF2B5EF4-FFF2-40B4-BE49-F238E27FC236}">
                <a16:creationId xmlns:a16="http://schemas.microsoft.com/office/drawing/2014/main" id="{783CB7B8-D126-4CAB-9453-A794F350FF0A}"/>
              </a:ext>
            </a:extLst>
          </p:cNvPr>
          <p:cNvSpPr>
            <a:spLocks noGrp="1"/>
          </p:cNvSpPr>
          <p:nvPr/>
        </p:nvSpPr>
        <p:spPr>
          <a:xfrm>
            <a:off x="1459501" y="6010168"/>
            <a:ext cx="28398" cy="28398"/>
          </a:xfrm>
          <a:prstGeom prst="ellipse">
            <a:avLst/>
          </a:prstGeom>
          <a:solidFill>
            <a:srgbClr val="7F8C97">
              <a:alpha val="48000"/>
            </a:srgbClr>
          </a:solidFill>
          <a:ln w="0">
            <a:noFill/>
            <a:prstDash val="solid"/>
          </a:ln>
        </p:spPr>
      </p:sp>
      <p:sp>
        <p:nvSpPr>
          <p:cNvPr id="2844" name="03_assume_matched_8141">
            <a:extLst>
              <a:ext uri="{FF2B5EF4-FFF2-40B4-BE49-F238E27FC236}">
                <a16:creationId xmlns:a16="http://schemas.microsoft.com/office/drawing/2014/main" id="{B308881F-70E1-4BED-B0C3-5ED5C49FCF11}"/>
              </a:ext>
            </a:extLst>
          </p:cNvPr>
          <p:cNvSpPr>
            <a:spLocks noGrp="1"/>
          </p:cNvSpPr>
          <p:nvPr/>
        </p:nvSpPr>
        <p:spPr>
          <a:xfrm>
            <a:off x="1544695" y="6302602"/>
            <a:ext cx="28398" cy="28398"/>
          </a:xfrm>
          <a:prstGeom prst="ellipse">
            <a:avLst/>
          </a:prstGeom>
          <a:solidFill>
            <a:srgbClr val="7F8C97">
              <a:alpha val="48000"/>
            </a:srgbClr>
          </a:solidFill>
          <a:ln w="0">
            <a:noFill/>
            <a:prstDash val="solid"/>
          </a:ln>
        </p:spPr>
      </p:sp>
      <p:sp>
        <p:nvSpPr>
          <p:cNvPr id="2845" name="03_assume_matched_8142">
            <a:extLst>
              <a:ext uri="{FF2B5EF4-FFF2-40B4-BE49-F238E27FC236}">
                <a16:creationId xmlns:a16="http://schemas.microsoft.com/office/drawing/2014/main" id="{76849C77-4AA3-45D7-8CA7-DE9FC7206B33}"/>
              </a:ext>
            </a:extLst>
          </p:cNvPr>
          <p:cNvSpPr>
            <a:spLocks noGrp="1"/>
          </p:cNvSpPr>
          <p:nvPr/>
        </p:nvSpPr>
        <p:spPr>
          <a:xfrm>
            <a:off x="1499651" y="6010168"/>
            <a:ext cx="28398" cy="28398"/>
          </a:xfrm>
          <a:prstGeom prst="ellipse">
            <a:avLst/>
          </a:prstGeom>
          <a:solidFill>
            <a:srgbClr val="7F8C97">
              <a:alpha val="48000"/>
            </a:srgbClr>
          </a:solidFill>
          <a:ln w="0">
            <a:noFill/>
            <a:prstDash val="solid"/>
          </a:ln>
        </p:spPr>
      </p:sp>
      <p:sp>
        <p:nvSpPr>
          <p:cNvPr id="2846" name="03_assume_matched_8143">
            <a:extLst>
              <a:ext uri="{FF2B5EF4-FFF2-40B4-BE49-F238E27FC236}">
                <a16:creationId xmlns:a16="http://schemas.microsoft.com/office/drawing/2014/main" id="{C9CCDEDD-876B-4911-98CD-CF0C7B89136D}"/>
              </a:ext>
            </a:extLst>
          </p:cNvPr>
          <p:cNvSpPr>
            <a:spLocks noGrp="1"/>
          </p:cNvSpPr>
          <p:nvPr/>
        </p:nvSpPr>
        <p:spPr>
          <a:xfrm>
            <a:off x="1509437" y="6595037"/>
            <a:ext cx="28398" cy="28398"/>
          </a:xfrm>
          <a:prstGeom prst="ellipse">
            <a:avLst/>
          </a:prstGeom>
          <a:solidFill>
            <a:srgbClr val="7F8C97">
              <a:alpha val="48000"/>
            </a:srgbClr>
          </a:solidFill>
          <a:ln w="0">
            <a:noFill/>
            <a:prstDash val="solid"/>
          </a:ln>
        </p:spPr>
      </p:sp>
      <p:sp>
        <p:nvSpPr>
          <p:cNvPr id="2847" name="03_assume_matched_8144">
            <a:extLst>
              <a:ext uri="{FF2B5EF4-FFF2-40B4-BE49-F238E27FC236}">
                <a16:creationId xmlns:a16="http://schemas.microsoft.com/office/drawing/2014/main" id="{A35A7483-8B3C-4CD6-9DA5-FB9218C6E51B}"/>
              </a:ext>
            </a:extLst>
          </p:cNvPr>
          <p:cNvSpPr>
            <a:spLocks noGrp="1"/>
          </p:cNvSpPr>
          <p:nvPr/>
        </p:nvSpPr>
        <p:spPr>
          <a:xfrm>
            <a:off x="1446261" y="6530051"/>
            <a:ext cx="28398" cy="28398"/>
          </a:xfrm>
          <a:prstGeom prst="ellipse">
            <a:avLst/>
          </a:prstGeom>
          <a:solidFill>
            <a:srgbClr val="7F8C97">
              <a:alpha val="48000"/>
            </a:srgbClr>
          </a:solidFill>
          <a:ln w="0">
            <a:noFill/>
            <a:prstDash val="solid"/>
          </a:ln>
        </p:spPr>
      </p:sp>
      <p:sp>
        <p:nvSpPr>
          <p:cNvPr id="2848" name="03_assume_matched_8145">
            <a:extLst>
              <a:ext uri="{FF2B5EF4-FFF2-40B4-BE49-F238E27FC236}">
                <a16:creationId xmlns:a16="http://schemas.microsoft.com/office/drawing/2014/main" id="{71112E26-2D72-4AC9-83EC-3A1B7C04B972}"/>
              </a:ext>
            </a:extLst>
          </p:cNvPr>
          <p:cNvSpPr>
            <a:spLocks noGrp="1"/>
          </p:cNvSpPr>
          <p:nvPr/>
        </p:nvSpPr>
        <p:spPr>
          <a:xfrm>
            <a:off x="1536636" y="6595037"/>
            <a:ext cx="28398" cy="28398"/>
          </a:xfrm>
          <a:prstGeom prst="ellipse">
            <a:avLst/>
          </a:prstGeom>
          <a:solidFill>
            <a:srgbClr val="7F8C97">
              <a:alpha val="48000"/>
            </a:srgbClr>
          </a:solidFill>
          <a:ln w="0">
            <a:noFill/>
            <a:prstDash val="solid"/>
          </a:ln>
        </p:spPr>
      </p:sp>
      <p:sp>
        <p:nvSpPr>
          <p:cNvPr id="2849" name="03_assume_matched_8146">
            <a:extLst>
              <a:ext uri="{FF2B5EF4-FFF2-40B4-BE49-F238E27FC236}">
                <a16:creationId xmlns:a16="http://schemas.microsoft.com/office/drawing/2014/main" id="{8B6B0040-049D-4D71-854F-ADC624AD4E2C}"/>
              </a:ext>
            </a:extLst>
          </p:cNvPr>
          <p:cNvSpPr>
            <a:spLocks noGrp="1"/>
          </p:cNvSpPr>
          <p:nvPr/>
        </p:nvSpPr>
        <p:spPr>
          <a:xfrm>
            <a:off x="1509725" y="6169677"/>
            <a:ext cx="28398" cy="28398"/>
          </a:xfrm>
          <a:prstGeom prst="ellipse">
            <a:avLst/>
          </a:prstGeom>
          <a:solidFill>
            <a:srgbClr val="7F8C97">
              <a:alpha val="48000"/>
            </a:srgbClr>
          </a:solidFill>
          <a:ln w="0">
            <a:noFill/>
            <a:prstDash val="solid"/>
          </a:ln>
        </p:spPr>
      </p:sp>
      <p:sp>
        <p:nvSpPr>
          <p:cNvPr id="2850" name="03_assume_matched_8147">
            <a:extLst>
              <a:ext uri="{FF2B5EF4-FFF2-40B4-BE49-F238E27FC236}">
                <a16:creationId xmlns:a16="http://schemas.microsoft.com/office/drawing/2014/main" id="{EEBCC991-A2D4-460C-8C20-14181355D5F1}"/>
              </a:ext>
            </a:extLst>
          </p:cNvPr>
          <p:cNvSpPr>
            <a:spLocks noGrp="1"/>
          </p:cNvSpPr>
          <p:nvPr/>
        </p:nvSpPr>
        <p:spPr>
          <a:xfrm>
            <a:off x="1427553" y="6595037"/>
            <a:ext cx="28398" cy="28398"/>
          </a:xfrm>
          <a:prstGeom prst="ellipse">
            <a:avLst/>
          </a:prstGeom>
          <a:solidFill>
            <a:srgbClr val="7F8C97">
              <a:alpha val="48000"/>
            </a:srgbClr>
          </a:solidFill>
          <a:ln w="0">
            <a:noFill/>
            <a:prstDash val="solid"/>
          </a:ln>
        </p:spPr>
      </p:sp>
      <p:sp>
        <p:nvSpPr>
          <p:cNvPr id="2851" name="03_assume_matched_8148">
            <a:extLst>
              <a:ext uri="{FF2B5EF4-FFF2-40B4-BE49-F238E27FC236}">
                <a16:creationId xmlns:a16="http://schemas.microsoft.com/office/drawing/2014/main" id="{CE64FB91-071A-4CD8-9E75-51A7131D53A4}"/>
              </a:ext>
            </a:extLst>
          </p:cNvPr>
          <p:cNvSpPr>
            <a:spLocks noGrp="1"/>
          </p:cNvSpPr>
          <p:nvPr/>
        </p:nvSpPr>
        <p:spPr>
          <a:xfrm>
            <a:off x="1434892" y="6010168"/>
            <a:ext cx="28398" cy="28398"/>
          </a:xfrm>
          <a:prstGeom prst="ellipse">
            <a:avLst/>
          </a:prstGeom>
          <a:solidFill>
            <a:srgbClr val="7F8C97">
              <a:alpha val="48000"/>
            </a:srgbClr>
          </a:solidFill>
          <a:ln w="0">
            <a:noFill/>
            <a:prstDash val="solid"/>
          </a:ln>
        </p:spPr>
      </p:sp>
      <p:sp>
        <p:nvSpPr>
          <p:cNvPr id="2852" name="03_assume_matched_8149">
            <a:extLst>
              <a:ext uri="{FF2B5EF4-FFF2-40B4-BE49-F238E27FC236}">
                <a16:creationId xmlns:a16="http://schemas.microsoft.com/office/drawing/2014/main" id="{B86C0E8C-AB23-4E89-A6DC-8AAEE780CC32}"/>
              </a:ext>
            </a:extLst>
          </p:cNvPr>
          <p:cNvSpPr>
            <a:spLocks noGrp="1"/>
          </p:cNvSpPr>
          <p:nvPr/>
        </p:nvSpPr>
        <p:spPr>
          <a:xfrm>
            <a:off x="1446117" y="6400080"/>
            <a:ext cx="28398" cy="28398"/>
          </a:xfrm>
          <a:prstGeom prst="ellipse">
            <a:avLst/>
          </a:prstGeom>
          <a:solidFill>
            <a:srgbClr val="7F8C97">
              <a:alpha val="48000"/>
            </a:srgbClr>
          </a:solidFill>
          <a:ln w="0">
            <a:noFill/>
            <a:prstDash val="solid"/>
          </a:ln>
        </p:spPr>
      </p:sp>
      <p:sp>
        <p:nvSpPr>
          <p:cNvPr id="2853" name="03_assume_matched_8150">
            <a:extLst>
              <a:ext uri="{FF2B5EF4-FFF2-40B4-BE49-F238E27FC236}">
                <a16:creationId xmlns:a16="http://schemas.microsoft.com/office/drawing/2014/main" id="{23F8D71C-9CF0-44C8-BEF7-16492EEBB3E4}"/>
              </a:ext>
            </a:extLst>
          </p:cNvPr>
          <p:cNvSpPr>
            <a:spLocks noGrp="1"/>
          </p:cNvSpPr>
          <p:nvPr/>
        </p:nvSpPr>
        <p:spPr>
          <a:xfrm>
            <a:off x="1535485" y="6010168"/>
            <a:ext cx="28398" cy="28398"/>
          </a:xfrm>
          <a:prstGeom prst="ellipse">
            <a:avLst/>
          </a:prstGeom>
          <a:solidFill>
            <a:srgbClr val="7F8C97">
              <a:alpha val="48000"/>
            </a:srgbClr>
          </a:solidFill>
          <a:ln w="0">
            <a:noFill/>
            <a:prstDash val="solid"/>
          </a:ln>
        </p:spPr>
      </p:sp>
      <p:sp>
        <p:nvSpPr>
          <p:cNvPr id="2854" name="03_assume_matched_8151">
            <a:extLst>
              <a:ext uri="{FF2B5EF4-FFF2-40B4-BE49-F238E27FC236}">
                <a16:creationId xmlns:a16="http://schemas.microsoft.com/office/drawing/2014/main" id="{A75008AC-B59A-437E-B4EF-62FF25CB0B26}"/>
              </a:ext>
            </a:extLst>
          </p:cNvPr>
          <p:cNvSpPr>
            <a:spLocks noGrp="1"/>
          </p:cNvSpPr>
          <p:nvPr/>
        </p:nvSpPr>
        <p:spPr>
          <a:xfrm>
            <a:off x="1448420" y="6010168"/>
            <a:ext cx="28398" cy="28398"/>
          </a:xfrm>
          <a:prstGeom prst="ellipse">
            <a:avLst/>
          </a:prstGeom>
          <a:solidFill>
            <a:srgbClr val="7F8C97">
              <a:alpha val="48000"/>
            </a:srgbClr>
          </a:solidFill>
          <a:ln w="0">
            <a:noFill/>
            <a:prstDash val="solid"/>
          </a:ln>
        </p:spPr>
      </p:sp>
      <p:sp>
        <p:nvSpPr>
          <p:cNvPr id="2855" name="03_assume_matched_8152">
            <a:extLst>
              <a:ext uri="{FF2B5EF4-FFF2-40B4-BE49-F238E27FC236}">
                <a16:creationId xmlns:a16="http://schemas.microsoft.com/office/drawing/2014/main" id="{5B680356-40BD-4467-AEEA-31D151C37850}"/>
              </a:ext>
            </a:extLst>
          </p:cNvPr>
          <p:cNvSpPr>
            <a:spLocks noGrp="1"/>
          </p:cNvSpPr>
          <p:nvPr/>
        </p:nvSpPr>
        <p:spPr>
          <a:xfrm>
            <a:off x="1527426" y="6400080"/>
            <a:ext cx="28398" cy="28398"/>
          </a:xfrm>
          <a:prstGeom prst="ellipse">
            <a:avLst/>
          </a:prstGeom>
          <a:solidFill>
            <a:srgbClr val="7F8C97">
              <a:alpha val="48000"/>
            </a:srgbClr>
          </a:solidFill>
          <a:ln w="0">
            <a:noFill/>
            <a:prstDash val="solid"/>
          </a:ln>
        </p:spPr>
      </p:sp>
      <p:sp>
        <p:nvSpPr>
          <p:cNvPr id="2856" name="03_assume_matched_8153">
            <a:extLst>
              <a:ext uri="{FF2B5EF4-FFF2-40B4-BE49-F238E27FC236}">
                <a16:creationId xmlns:a16="http://schemas.microsoft.com/office/drawing/2014/main" id="{24911290-690C-4338-97B5-ECDAE69D5F04}"/>
              </a:ext>
            </a:extLst>
          </p:cNvPr>
          <p:cNvSpPr>
            <a:spLocks noGrp="1"/>
          </p:cNvSpPr>
          <p:nvPr/>
        </p:nvSpPr>
        <p:spPr>
          <a:xfrm>
            <a:off x="1528577" y="6010168"/>
            <a:ext cx="28398" cy="28398"/>
          </a:xfrm>
          <a:prstGeom prst="ellipse">
            <a:avLst/>
          </a:prstGeom>
          <a:solidFill>
            <a:srgbClr val="7F8C97">
              <a:alpha val="48000"/>
            </a:srgbClr>
          </a:solidFill>
          <a:ln w="0">
            <a:noFill/>
            <a:prstDash val="solid"/>
          </a:ln>
        </p:spPr>
      </p:sp>
      <p:sp>
        <p:nvSpPr>
          <p:cNvPr id="2857" name="03_assume_matched_8154">
            <a:extLst>
              <a:ext uri="{FF2B5EF4-FFF2-40B4-BE49-F238E27FC236}">
                <a16:creationId xmlns:a16="http://schemas.microsoft.com/office/drawing/2014/main" id="{19FFA352-08AE-402A-B760-9A4A794EF7BA}"/>
              </a:ext>
            </a:extLst>
          </p:cNvPr>
          <p:cNvSpPr>
            <a:spLocks noGrp="1"/>
          </p:cNvSpPr>
          <p:nvPr/>
        </p:nvSpPr>
        <p:spPr>
          <a:xfrm>
            <a:off x="1532319" y="6595037"/>
            <a:ext cx="28398" cy="28398"/>
          </a:xfrm>
          <a:prstGeom prst="ellipse">
            <a:avLst/>
          </a:prstGeom>
          <a:solidFill>
            <a:srgbClr val="7F8C97">
              <a:alpha val="48000"/>
            </a:srgbClr>
          </a:solidFill>
          <a:ln w="0">
            <a:noFill/>
            <a:prstDash val="solid"/>
          </a:ln>
        </p:spPr>
      </p:sp>
      <p:sp>
        <p:nvSpPr>
          <p:cNvPr id="2858" name="03_assume_matched_8155">
            <a:extLst>
              <a:ext uri="{FF2B5EF4-FFF2-40B4-BE49-F238E27FC236}">
                <a16:creationId xmlns:a16="http://schemas.microsoft.com/office/drawing/2014/main" id="{5E31F133-8ADF-4B80-8144-BEC303E8122F}"/>
              </a:ext>
            </a:extLst>
          </p:cNvPr>
          <p:cNvSpPr>
            <a:spLocks noGrp="1"/>
          </p:cNvSpPr>
          <p:nvPr/>
        </p:nvSpPr>
        <p:spPr>
          <a:xfrm>
            <a:off x="1449571" y="6595037"/>
            <a:ext cx="28398" cy="28398"/>
          </a:xfrm>
          <a:prstGeom prst="ellipse">
            <a:avLst/>
          </a:prstGeom>
          <a:solidFill>
            <a:srgbClr val="7F8C97">
              <a:alpha val="48000"/>
            </a:srgbClr>
          </a:solidFill>
          <a:ln w="0">
            <a:noFill/>
            <a:prstDash val="solid"/>
          </a:ln>
        </p:spPr>
      </p:sp>
      <p:sp>
        <p:nvSpPr>
          <p:cNvPr id="2859" name="03_assume_matched_8156">
            <a:extLst>
              <a:ext uri="{FF2B5EF4-FFF2-40B4-BE49-F238E27FC236}">
                <a16:creationId xmlns:a16="http://schemas.microsoft.com/office/drawing/2014/main" id="{C2F1CED6-3239-46D4-B9B7-61B5ECD608C5}"/>
              </a:ext>
            </a:extLst>
          </p:cNvPr>
          <p:cNvSpPr>
            <a:spLocks noGrp="1"/>
          </p:cNvSpPr>
          <p:nvPr/>
        </p:nvSpPr>
        <p:spPr>
          <a:xfrm>
            <a:off x="1427841" y="6010168"/>
            <a:ext cx="28398" cy="28398"/>
          </a:xfrm>
          <a:prstGeom prst="ellipse">
            <a:avLst/>
          </a:prstGeom>
          <a:solidFill>
            <a:srgbClr val="7F8C97">
              <a:alpha val="48000"/>
            </a:srgbClr>
          </a:solidFill>
          <a:ln w="0">
            <a:noFill/>
            <a:prstDash val="solid"/>
          </a:ln>
        </p:spPr>
      </p:sp>
      <p:sp>
        <p:nvSpPr>
          <p:cNvPr id="2860" name="03_assume_matched_8157">
            <a:extLst>
              <a:ext uri="{FF2B5EF4-FFF2-40B4-BE49-F238E27FC236}">
                <a16:creationId xmlns:a16="http://schemas.microsoft.com/office/drawing/2014/main" id="{B06935D1-0FDD-45EE-96BD-F488B2B57F30}"/>
              </a:ext>
            </a:extLst>
          </p:cNvPr>
          <p:cNvSpPr>
            <a:spLocks noGrp="1"/>
          </p:cNvSpPr>
          <p:nvPr/>
        </p:nvSpPr>
        <p:spPr>
          <a:xfrm>
            <a:off x="1511596" y="6010168"/>
            <a:ext cx="28398" cy="28398"/>
          </a:xfrm>
          <a:prstGeom prst="ellipse">
            <a:avLst/>
          </a:prstGeom>
          <a:solidFill>
            <a:srgbClr val="7F8C97">
              <a:alpha val="48000"/>
            </a:srgbClr>
          </a:solidFill>
          <a:ln w="0">
            <a:noFill/>
            <a:prstDash val="solid"/>
          </a:ln>
        </p:spPr>
      </p:sp>
      <p:sp>
        <p:nvSpPr>
          <p:cNvPr id="2861" name="03_assume_matched_8158">
            <a:extLst>
              <a:ext uri="{FF2B5EF4-FFF2-40B4-BE49-F238E27FC236}">
                <a16:creationId xmlns:a16="http://schemas.microsoft.com/office/drawing/2014/main" id="{7ACB7429-3BFD-480B-8083-BCDB9F59B77F}"/>
              </a:ext>
            </a:extLst>
          </p:cNvPr>
          <p:cNvSpPr>
            <a:spLocks noGrp="1"/>
          </p:cNvSpPr>
          <p:nvPr/>
        </p:nvSpPr>
        <p:spPr>
          <a:xfrm>
            <a:off x="1421077" y="6010168"/>
            <a:ext cx="28398" cy="28398"/>
          </a:xfrm>
          <a:prstGeom prst="ellipse">
            <a:avLst/>
          </a:prstGeom>
          <a:solidFill>
            <a:srgbClr val="7F8C97">
              <a:alpha val="48000"/>
            </a:srgbClr>
          </a:solidFill>
          <a:ln w="0">
            <a:noFill/>
            <a:prstDash val="solid"/>
          </a:ln>
        </p:spPr>
      </p:sp>
      <p:sp>
        <p:nvSpPr>
          <p:cNvPr id="2862" name="03_assume_matched_8159">
            <a:extLst>
              <a:ext uri="{FF2B5EF4-FFF2-40B4-BE49-F238E27FC236}">
                <a16:creationId xmlns:a16="http://schemas.microsoft.com/office/drawing/2014/main" id="{137AE97E-5456-46A8-BA59-59955D4F071A}"/>
              </a:ext>
            </a:extLst>
          </p:cNvPr>
          <p:cNvSpPr>
            <a:spLocks noGrp="1"/>
          </p:cNvSpPr>
          <p:nvPr/>
        </p:nvSpPr>
        <p:spPr>
          <a:xfrm>
            <a:off x="1515193" y="6010168"/>
            <a:ext cx="28398" cy="28398"/>
          </a:xfrm>
          <a:prstGeom prst="ellipse">
            <a:avLst/>
          </a:prstGeom>
          <a:solidFill>
            <a:srgbClr val="7F8C97">
              <a:alpha val="48000"/>
            </a:srgbClr>
          </a:solidFill>
          <a:ln w="0">
            <a:noFill/>
            <a:prstDash val="solid"/>
          </a:ln>
        </p:spPr>
      </p:sp>
      <p:sp>
        <p:nvSpPr>
          <p:cNvPr id="2863" name="03_assume_matched_8160">
            <a:extLst>
              <a:ext uri="{FF2B5EF4-FFF2-40B4-BE49-F238E27FC236}">
                <a16:creationId xmlns:a16="http://schemas.microsoft.com/office/drawing/2014/main" id="{20446338-4DED-43DA-9BC6-97BC85DCE777}"/>
              </a:ext>
            </a:extLst>
          </p:cNvPr>
          <p:cNvSpPr>
            <a:spLocks noGrp="1"/>
          </p:cNvSpPr>
          <p:nvPr/>
        </p:nvSpPr>
        <p:spPr>
          <a:xfrm>
            <a:off x="1422372" y="6595037"/>
            <a:ext cx="28398" cy="28398"/>
          </a:xfrm>
          <a:prstGeom prst="ellipse">
            <a:avLst/>
          </a:prstGeom>
          <a:solidFill>
            <a:srgbClr val="7F8C97">
              <a:alpha val="48000"/>
            </a:srgbClr>
          </a:solidFill>
          <a:ln w="0">
            <a:noFill/>
            <a:prstDash val="solid"/>
          </a:ln>
        </p:spPr>
      </p:sp>
      <p:sp>
        <p:nvSpPr>
          <p:cNvPr id="2864" name="03_assume_matched_8161">
            <a:extLst>
              <a:ext uri="{FF2B5EF4-FFF2-40B4-BE49-F238E27FC236}">
                <a16:creationId xmlns:a16="http://schemas.microsoft.com/office/drawing/2014/main" id="{54B723A5-262F-4DCE-BA79-F02A0E3F9F7C}"/>
              </a:ext>
            </a:extLst>
          </p:cNvPr>
          <p:cNvSpPr>
            <a:spLocks noGrp="1"/>
          </p:cNvSpPr>
          <p:nvPr/>
        </p:nvSpPr>
        <p:spPr>
          <a:xfrm>
            <a:off x="1542824" y="6010168"/>
            <a:ext cx="28398" cy="28398"/>
          </a:xfrm>
          <a:prstGeom prst="ellipse">
            <a:avLst/>
          </a:prstGeom>
          <a:solidFill>
            <a:srgbClr val="7F8C97">
              <a:alpha val="48000"/>
            </a:srgbClr>
          </a:solidFill>
          <a:ln w="0">
            <a:noFill/>
            <a:prstDash val="solid"/>
          </a:ln>
        </p:spPr>
      </p:sp>
      <p:sp>
        <p:nvSpPr>
          <p:cNvPr id="2865" name="03_assume_matched_8162">
            <a:extLst>
              <a:ext uri="{FF2B5EF4-FFF2-40B4-BE49-F238E27FC236}">
                <a16:creationId xmlns:a16="http://schemas.microsoft.com/office/drawing/2014/main" id="{2E4F4E9C-06DE-47E7-ABC9-2AAF8809CE0A}"/>
              </a:ext>
            </a:extLst>
          </p:cNvPr>
          <p:cNvSpPr>
            <a:spLocks noGrp="1"/>
          </p:cNvSpPr>
          <p:nvPr/>
        </p:nvSpPr>
        <p:spPr>
          <a:xfrm>
            <a:off x="1520806" y="6010168"/>
            <a:ext cx="28398" cy="28398"/>
          </a:xfrm>
          <a:prstGeom prst="ellipse">
            <a:avLst/>
          </a:prstGeom>
          <a:solidFill>
            <a:srgbClr val="7F8C97">
              <a:alpha val="48000"/>
            </a:srgbClr>
          </a:solidFill>
          <a:ln w="0">
            <a:noFill/>
            <a:prstDash val="solid"/>
          </a:ln>
        </p:spPr>
      </p:sp>
      <p:sp>
        <p:nvSpPr>
          <p:cNvPr id="2866" name="03_assume_matched_8163">
            <a:extLst>
              <a:ext uri="{FF2B5EF4-FFF2-40B4-BE49-F238E27FC236}">
                <a16:creationId xmlns:a16="http://schemas.microsoft.com/office/drawing/2014/main" id="{46C7D2D8-B9EF-404D-A39F-E19907606431}"/>
              </a:ext>
            </a:extLst>
          </p:cNvPr>
          <p:cNvSpPr>
            <a:spLocks noGrp="1"/>
          </p:cNvSpPr>
          <p:nvPr/>
        </p:nvSpPr>
        <p:spPr>
          <a:xfrm>
            <a:off x="1468711" y="6010168"/>
            <a:ext cx="28398" cy="28398"/>
          </a:xfrm>
          <a:prstGeom prst="ellipse">
            <a:avLst/>
          </a:prstGeom>
          <a:solidFill>
            <a:srgbClr val="7F8C97">
              <a:alpha val="48000"/>
            </a:srgbClr>
          </a:solidFill>
          <a:ln w="0">
            <a:noFill/>
            <a:prstDash val="solid"/>
          </a:ln>
        </p:spPr>
      </p:sp>
      <p:sp>
        <p:nvSpPr>
          <p:cNvPr id="2867" name="03_assume_matched_8164">
            <a:extLst>
              <a:ext uri="{FF2B5EF4-FFF2-40B4-BE49-F238E27FC236}">
                <a16:creationId xmlns:a16="http://schemas.microsoft.com/office/drawing/2014/main" id="{CF49858C-D4A3-487B-8DC7-5300925EDF9A}"/>
              </a:ext>
            </a:extLst>
          </p:cNvPr>
          <p:cNvSpPr>
            <a:spLocks noGrp="1"/>
          </p:cNvSpPr>
          <p:nvPr/>
        </p:nvSpPr>
        <p:spPr>
          <a:xfrm>
            <a:off x="1444390" y="6595037"/>
            <a:ext cx="28398" cy="28398"/>
          </a:xfrm>
          <a:prstGeom prst="ellipse">
            <a:avLst/>
          </a:prstGeom>
          <a:solidFill>
            <a:srgbClr val="7F8C97">
              <a:alpha val="48000"/>
            </a:srgbClr>
          </a:solidFill>
          <a:ln w="0">
            <a:noFill/>
            <a:prstDash val="solid"/>
          </a:ln>
        </p:spPr>
      </p:sp>
      <p:sp>
        <p:nvSpPr>
          <p:cNvPr id="2868" name="03_assume_matched_8165">
            <a:extLst>
              <a:ext uri="{FF2B5EF4-FFF2-40B4-BE49-F238E27FC236}">
                <a16:creationId xmlns:a16="http://schemas.microsoft.com/office/drawing/2014/main" id="{3D6EFADA-A3A1-4669-8CE4-2AC64E3022F2}"/>
              </a:ext>
            </a:extLst>
          </p:cNvPr>
          <p:cNvSpPr>
            <a:spLocks noGrp="1"/>
          </p:cNvSpPr>
          <p:nvPr/>
        </p:nvSpPr>
        <p:spPr>
          <a:xfrm>
            <a:off x="1546853" y="6595037"/>
            <a:ext cx="28398" cy="28398"/>
          </a:xfrm>
          <a:prstGeom prst="ellipse">
            <a:avLst/>
          </a:prstGeom>
          <a:solidFill>
            <a:srgbClr val="7F8C97">
              <a:alpha val="48000"/>
            </a:srgbClr>
          </a:solidFill>
          <a:ln w="0">
            <a:noFill/>
            <a:prstDash val="solid"/>
          </a:ln>
        </p:spPr>
      </p:sp>
      <p:sp>
        <p:nvSpPr>
          <p:cNvPr id="2869" name="03_assume_matched_8166">
            <a:extLst>
              <a:ext uri="{FF2B5EF4-FFF2-40B4-BE49-F238E27FC236}">
                <a16:creationId xmlns:a16="http://schemas.microsoft.com/office/drawing/2014/main" id="{C1C5B6A3-4094-40BB-B19E-50F0D67387BB}"/>
              </a:ext>
            </a:extLst>
          </p:cNvPr>
          <p:cNvSpPr>
            <a:spLocks noGrp="1"/>
          </p:cNvSpPr>
          <p:nvPr/>
        </p:nvSpPr>
        <p:spPr>
          <a:xfrm>
            <a:off x="1494614" y="6595037"/>
            <a:ext cx="28398" cy="28398"/>
          </a:xfrm>
          <a:prstGeom prst="ellipse">
            <a:avLst/>
          </a:prstGeom>
          <a:solidFill>
            <a:srgbClr val="7F8C97">
              <a:alpha val="48000"/>
            </a:srgbClr>
          </a:solidFill>
          <a:ln w="0">
            <a:noFill/>
            <a:prstDash val="solid"/>
          </a:ln>
        </p:spPr>
      </p:sp>
      <p:sp>
        <p:nvSpPr>
          <p:cNvPr id="2870" name="03_assume_matched_8167">
            <a:extLst>
              <a:ext uri="{FF2B5EF4-FFF2-40B4-BE49-F238E27FC236}">
                <a16:creationId xmlns:a16="http://schemas.microsoft.com/office/drawing/2014/main" id="{D71B241A-76F8-4797-8F3E-55EE8ACB3D62}"/>
              </a:ext>
            </a:extLst>
          </p:cNvPr>
          <p:cNvSpPr>
            <a:spLocks noGrp="1"/>
          </p:cNvSpPr>
          <p:nvPr/>
        </p:nvSpPr>
        <p:spPr>
          <a:xfrm>
            <a:off x="1527426" y="6595037"/>
            <a:ext cx="28398" cy="28398"/>
          </a:xfrm>
          <a:prstGeom prst="ellipse">
            <a:avLst/>
          </a:prstGeom>
          <a:solidFill>
            <a:srgbClr val="7F8C97">
              <a:alpha val="48000"/>
            </a:srgbClr>
          </a:solidFill>
          <a:ln w="0">
            <a:noFill/>
            <a:prstDash val="solid"/>
          </a:ln>
        </p:spPr>
      </p:sp>
      <p:sp>
        <p:nvSpPr>
          <p:cNvPr id="2871" name="03_assume_matched_8168">
            <a:extLst>
              <a:ext uri="{FF2B5EF4-FFF2-40B4-BE49-F238E27FC236}">
                <a16:creationId xmlns:a16="http://schemas.microsoft.com/office/drawing/2014/main" id="{3309AC63-E3AB-4E2F-9571-C1D126D59D23}"/>
              </a:ext>
            </a:extLst>
          </p:cNvPr>
          <p:cNvSpPr>
            <a:spLocks noGrp="1"/>
          </p:cNvSpPr>
          <p:nvPr/>
        </p:nvSpPr>
        <p:spPr>
          <a:xfrm>
            <a:off x="1426546" y="6478063"/>
            <a:ext cx="28398" cy="28398"/>
          </a:xfrm>
          <a:prstGeom prst="ellipse">
            <a:avLst/>
          </a:prstGeom>
          <a:solidFill>
            <a:srgbClr val="7F8C97">
              <a:alpha val="48000"/>
            </a:srgbClr>
          </a:solidFill>
          <a:ln w="0">
            <a:noFill/>
            <a:prstDash val="solid"/>
          </a:ln>
        </p:spPr>
      </p:sp>
      <p:sp>
        <p:nvSpPr>
          <p:cNvPr id="2872" name="03_assume_matched_8169">
            <a:extLst>
              <a:ext uri="{FF2B5EF4-FFF2-40B4-BE49-F238E27FC236}">
                <a16:creationId xmlns:a16="http://schemas.microsoft.com/office/drawing/2014/main" id="{E52DAF99-9F00-4992-B8F3-1FD3583B75F4}"/>
              </a:ext>
            </a:extLst>
          </p:cNvPr>
          <p:cNvSpPr>
            <a:spLocks noGrp="1"/>
          </p:cNvSpPr>
          <p:nvPr/>
        </p:nvSpPr>
        <p:spPr>
          <a:xfrm>
            <a:off x="1518503" y="6595037"/>
            <a:ext cx="28398" cy="28398"/>
          </a:xfrm>
          <a:prstGeom prst="ellipse">
            <a:avLst/>
          </a:prstGeom>
          <a:solidFill>
            <a:srgbClr val="7F8C97">
              <a:alpha val="48000"/>
            </a:srgbClr>
          </a:solidFill>
          <a:ln w="0">
            <a:noFill/>
            <a:prstDash val="solid"/>
          </a:ln>
        </p:spPr>
      </p:sp>
      <p:sp>
        <p:nvSpPr>
          <p:cNvPr id="2873" name="03_assume_matched_8170">
            <a:extLst>
              <a:ext uri="{FF2B5EF4-FFF2-40B4-BE49-F238E27FC236}">
                <a16:creationId xmlns:a16="http://schemas.microsoft.com/office/drawing/2014/main" id="{432361A6-84A4-4DC3-9EB6-6B172B1C3ED0}"/>
              </a:ext>
            </a:extLst>
          </p:cNvPr>
          <p:cNvSpPr>
            <a:spLocks noGrp="1"/>
          </p:cNvSpPr>
          <p:nvPr/>
        </p:nvSpPr>
        <p:spPr>
          <a:xfrm>
            <a:off x="1497637" y="6205124"/>
            <a:ext cx="28398" cy="28398"/>
          </a:xfrm>
          <a:prstGeom prst="ellipse">
            <a:avLst/>
          </a:prstGeom>
          <a:solidFill>
            <a:srgbClr val="7F8C97">
              <a:alpha val="48000"/>
            </a:srgbClr>
          </a:solidFill>
          <a:ln w="0">
            <a:noFill/>
            <a:prstDash val="solid"/>
          </a:ln>
        </p:spPr>
      </p:sp>
      <p:sp>
        <p:nvSpPr>
          <p:cNvPr id="2874" name="03_assume_matched_8171">
            <a:extLst>
              <a:ext uri="{FF2B5EF4-FFF2-40B4-BE49-F238E27FC236}">
                <a16:creationId xmlns:a16="http://schemas.microsoft.com/office/drawing/2014/main" id="{D98DDCBB-5404-42B3-8292-C9C059DA1354}"/>
              </a:ext>
            </a:extLst>
          </p:cNvPr>
          <p:cNvSpPr>
            <a:spLocks noGrp="1"/>
          </p:cNvSpPr>
          <p:nvPr/>
        </p:nvSpPr>
        <p:spPr>
          <a:xfrm>
            <a:off x="1406254" y="6010168"/>
            <a:ext cx="28398" cy="28398"/>
          </a:xfrm>
          <a:prstGeom prst="ellipse">
            <a:avLst/>
          </a:prstGeom>
          <a:solidFill>
            <a:srgbClr val="7F8C97">
              <a:alpha val="48000"/>
            </a:srgbClr>
          </a:solidFill>
          <a:ln w="0">
            <a:noFill/>
            <a:prstDash val="solid"/>
          </a:ln>
        </p:spPr>
      </p:sp>
      <p:sp>
        <p:nvSpPr>
          <p:cNvPr id="2875" name="03_assume_matched_8172">
            <a:extLst>
              <a:ext uri="{FF2B5EF4-FFF2-40B4-BE49-F238E27FC236}">
                <a16:creationId xmlns:a16="http://schemas.microsoft.com/office/drawing/2014/main" id="{C7C66DEB-FD48-4017-AEE2-E37895C09953}"/>
              </a:ext>
            </a:extLst>
          </p:cNvPr>
          <p:cNvSpPr>
            <a:spLocks noGrp="1"/>
          </p:cNvSpPr>
          <p:nvPr/>
        </p:nvSpPr>
        <p:spPr>
          <a:xfrm>
            <a:off x="1465545" y="6595037"/>
            <a:ext cx="28398" cy="28398"/>
          </a:xfrm>
          <a:prstGeom prst="ellipse">
            <a:avLst/>
          </a:prstGeom>
          <a:solidFill>
            <a:srgbClr val="7F8C97">
              <a:alpha val="48000"/>
            </a:srgbClr>
          </a:solidFill>
          <a:ln w="0">
            <a:noFill/>
            <a:prstDash val="solid"/>
          </a:ln>
        </p:spPr>
      </p:sp>
      <p:sp>
        <p:nvSpPr>
          <p:cNvPr id="2876" name="03_assume_matched_8173">
            <a:extLst>
              <a:ext uri="{FF2B5EF4-FFF2-40B4-BE49-F238E27FC236}">
                <a16:creationId xmlns:a16="http://schemas.microsoft.com/office/drawing/2014/main" id="{83119B48-8FA8-42CF-B933-AB84B5878519}"/>
              </a:ext>
            </a:extLst>
          </p:cNvPr>
          <p:cNvSpPr>
            <a:spLocks noGrp="1"/>
          </p:cNvSpPr>
          <p:nvPr/>
        </p:nvSpPr>
        <p:spPr>
          <a:xfrm>
            <a:off x="1447700" y="6595037"/>
            <a:ext cx="28398" cy="28398"/>
          </a:xfrm>
          <a:prstGeom prst="ellipse">
            <a:avLst/>
          </a:prstGeom>
          <a:solidFill>
            <a:srgbClr val="7F8C97">
              <a:alpha val="48000"/>
            </a:srgbClr>
          </a:solidFill>
          <a:ln w="0">
            <a:noFill/>
            <a:prstDash val="solid"/>
          </a:ln>
        </p:spPr>
      </p:sp>
      <p:sp>
        <p:nvSpPr>
          <p:cNvPr id="2877" name="03_assume_matched_8174">
            <a:extLst>
              <a:ext uri="{FF2B5EF4-FFF2-40B4-BE49-F238E27FC236}">
                <a16:creationId xmlns:a16="http://schemas.microsoft.com/office/drawing/2014/main" id="{1E734FA8-5E94-414E-BE67-6C523BF18655}"/>
              </a:ext>
            </a:extLst>
          </p:cNvPr>
          <p:cNvSpPr>
            <a:spLocks noGrp="1"/>
          </p:cNvSpPr>
          <p:nvPr/>
        </p:nvSpPr>
        <p:spPr>
          <a:xfrm>
            <a:off x="1479936" y="6010168"/>
            <a:ext cx="28398" cy="28398"/>
          </a:xfrm>
          <a:prstGeom prst="ellipse">
            <a:avLst/>
          </a:prstGeom>
          <a:solidFill>
            <a:srgbClr val="7F8C97">
              <a:alpha val="48000"/>
            </a:srgbClr>
          </a:solidFill>
          <a:ln w="0">
            <a:noFill/>
            <a:prstDash val="solid"/>
          </a:ln>
        </p:spPr>
      </p:sp>
      <p:sp>
        <p:nvSpPr>
          <p:cNvPr id="2878" name="03_assume_matched_8175">
            <a:extLst>
              <a:ext uri="{FF2B5EF4-FFF2-40B4-BE49-F238E27FC236}">
                <a16:creationId xmlns:a16="http://schemas.microsoft.com/office/drawing/2014/main" id="{E3DCF382-92EA-4412-9D70-48CAA435935A}"/>
              </a:ext>
            </a:extLst>
          </p:cNvPr>
          <p:cNvSpPr>
            <a:spLocks noGrp="1"/>
          </p:cNvSpPr>
          <p:nvPr/>
        </p:nvSpPr>
        <p:spPr>
          <a:xfrm>
            <a:off x="1461803" y="6546298"/>
            <a:ext cx="28398" cy="28398"/>
          </a:xfrm>
          <a:prstGeom prst="ellipse">
            <a:avLst/>
          </a:prstGeom>
          <a:solidFill>
            <a:srgbClr val="7F8C97">
              <a:alpha val="48000"/>
            </a:srgbClr>
          </a:solidFill>
          <a:ln w="0">
            <a:noFill/>
            <a:prstDash val="solid"/>
          </a:ln>
        </p:spPr>
      </p:sp>
      <p:sp>
        <p:nvSpPr>
          <p:cNvPr id="2879" name="03_assume_matched_8176">
            <a:extLst>
              <a:ext uri="{FF2B5EF4-FFF2-40B4-BE49-F238E27FC236}">
                <a16:creationId xmlns:a16="http://schemas.microsoft.com/office/drawing/2014/main" id="{93F84EB2-9DBC-4C12-A5EA-7FD5636675B8}"/>
              </a:ext>
            </a:extLst>
          </p:cNvPr>
          <p:cNvSpPr>
            <a:spLocks noGrp="1"/>
          </p:cNvSpPr>
          <p:nvPr/>
        </p:nvSpPr>
        <p:spPr>
          <a:xfrm>
            <a:off x="1523972" y="6448819"/>
            <a:ext cx="28398" cy="28398"/>
          </a:xfrm>
          <a:prstGeom prst="ellipse">
            <a:avLst/>
          </a:prstGeom>
          <a:solidFill>
            <a:srgbClr val="7F8C97">
              <a:alpha val="48000"/>
            </a:srgbClr>
          </a:solidFill>
          <a:ln w="0">
            <a:noFill/>
            <a:prstDash val="solid"/>
          </a:ln>
        </p:spPr>
      </p:sp>
      <p:sp>
        <p:nvSpPr>
          <p:cNvPr id="2880" name="03_assume_matched_8177">
            <a:extLst>
              <a:ext uri="{FF2B5EF4-FFF2-40B4-BE49-F238E27FC236}">
                <a16:creationId xmlns:a16="http://schemas.microsoft.com/office/drawing/2014/main" id="{45825CCF-9B5B-4A97-9A67-D8764EA17CAE}"/>
              </a:ext>
            </a:extLst>
          </p:cNvPr>
          <p:cNvSpPr>
            <a:spLocks noGrp="1"/>
          </p:cNvSpPr>
          <p:nvPr/>
        </p:nvSpPr>
        <p:spPr>
          <a:xfrm>
            <a:off x="1422084" y="6010168"/>
            <a:ext cx="28398" cy="28398"/>
          </a:xfrm>
          <a:prstGeom prst="ellipse">
            <a:avLst/>
          </a:prstGeom>
          <a:solidFill>
            <a:srgbClr val="7F8C97">
              <a:alpha val="48000"/>
            </a:srgbClr>
          </a:solidFill>
          <a:ln w="0">
            <a:noFill/>
            <a:prstDash val="solid"/>
          </a:ln>
        </p:spPr>
      </p:sp>
      <p:sp>
        <p:nvSpPr>
          <p:cNvPr id="2881" name="03_assume_matched_8178">
            <a:extLst>
              <a:ext uri="{FF2B5EF4-FFF2-40B4-BE49-F238E27FC236}">
                <a16:creationId xmlns:a16="http://schemas.microsoft.com/office/drawing/2014/main" id="{ED697C04-75DE-42D1-A5A9-E029F1864ACE}"/>
              </a:ext>
            </a:extLst>
          </p:cNvPr>
          <p:cNvSpPr>
            <a:spLocks noGrp="1"/>
          </p:cNvSpPr>
          <p:nvPr/>
        </p:nvSpPr>
        <p:spPr>
          <a:xfrm>
            <a:off x="1428704" y="6595037"/>
            <a:ext cx="28398" cy="28398"/>
          </a:xfrm>
          <a:prstGeom prst="ellipse">
            <a:avLst/>
          </a:prstGeom>
          <a:solidFill>
            <a:srgbClr val="7F8C97">
              <a:alpha val="48000"/>
            </a:srgbClr>
          </a:solidFill>
          <a:ln w="0">
            <a:noFill/>
            <a:prstDash val="solid"/>
          </a:ln>
        </p:spPr>
      </p:sp>
      <p:sp>
        <p:nvSpPr>
          <p:cNvPr id="2882" name="03_assume_matched_8179">
            <a:extLst>
              <a:ext uri="{FF2B5EF4-FFF2-40B4-BE49-F238E27FC236}">
                <a16:creationId xmlns:a16="http://schemas.microsoft.com/office/drawing/2014/main" id="{7DF4DA52-F4E6-403A-A58F-19D850931473}"/>
              </a:ext>
            </a:extLst>
          </p:cNvPr>
          <p:cNvSpPr>
            <a:spLocks noGrp="1"/>
          </p:cNvSpPr>
          <p:nvPr/>
        </p:nvSpPr>
        <p:spPr>
          <a:xfrm>
            <a:off x="1488570" y="6156385"/>
            <a:ext cx="28398" cy="28398"/>
          </a:xfrm>
          <a:prstGeom prst="ellipse">
            <a:avLst/>
          </a:prstGeom>
          <a:solidFill>
            <a:srgbClr val="7F8C97">
              <a:alpha val="48000"/>
            </a:srgbClr>
          </a:solidFill>
          <a:ln w="0">
            <a:noFill/>
            <a:prstDash val="solid"/>
          </a:ln>
        </p:spPr>
      </p:sp>
      <p:sp>
        <p:nvSpPr>
          <p:cNvPr id="2883" name="03_assume_matched_8180">
            <a:extLst>
              <a:ext uri="{FF2B5EF4-FFF2-40B4-BE49-F238E27FC236}">
                <a16:creationId xmlns:a16="http://schemas.microsoft.com/office/drawing/2014/main" id="{1F7619F8-4D0A-45DB-9A51-2A37244395F9}"/>
              </a:ext>
            </a:extLst>
          </p:cNvPr>
          <p:cNvSpPr>
            <a:spLocks noGrp="1"/>
          </p:cNvSpPr>
          <p:nvPr/>
        </p:nvSpPr>
        <p:spPr>
          <a:xfrm>
            <a:off x="1487275" y="6010168"/>
            <a:ext cx="28398" cy="28398"/>
          </a:xfrm>
          <a:prstGeom prst="ellipse">
            <a:avLst/>
          </a:prstGeom>
          <a:solidFill>
            <a:srgbClr val="7F8C97">
              <a:alpha val="48000"/>
            </a:srgbClr>
          </a:solidFill>
          <a:ln w="0">
            <a:noFill/>
            <a:prstDash val="solid"/>
          </a:ln>
        </p:spPr>
      </p:sp>
      <p:sp>
        <p:nvSpPr>
          <p:cNvPr id="2884" name="03_assume_matched_8181">
            <a:extLst>
              <a:ext uri="{FF2B5EF4-FFF2-40B4-BE49-F238E27FC236}">
                <a16:creationId xmlns:a16="http://schemas.microsoft.com/office/drawing/2014/main" id="{66D7D7C8-8583-4CF9-A9D2-3A025FD702D9}"/>
              </a:ext>
            </a:extLst>
          </p:cNvPr>
          <p:cNvSpPr>
            <a:spLocks noGrp="1"/>
          </p:cNvSpPr>
          <p:nvPr/>
        </p:nvSpPr>
        <p:spPr>
          <a:xfrm>
            <a:off x="1534046" y="6010168"/>
            <a:ext cx="28398" cy="28398"/>
          </a:xfrm>
          <a:prstGeom prst="ellipse">
            <a:avLst/>
          </a:prstGeom>
          <a:solidFill>
            <a:srgbClr val="7F8C97">
              <a:alpha val="48000"/>
            </a:srgbClr>
          </a:solidFill>
          <a:ln w="0">
            <a:noFill/>
            <a:prstDash val="solid"/>
          </a:ln>
        </p:spPr>
      </p:sp>
      <p:sp>
        <p:nvSpPr>
          <p:cNvPr id="2885" name="03_assume_matched_8182">
            <a:extLst>
              <a:ext uri="{FF2B5EF4-FFF2-40B4-BE49-F238E27FC236}">
                <a16:creationId xmlns:a16="http://schemas.microsoft.com/office/drawing/2014/main" id="{B0914D61-BA88-4A65-A2D3-430B8594C3D0}"/>
              </a:ext>
            </a:extLst>
          </p:cNvPr>
          <p:cNvSpPr>
            <a:spLocks noGrp="1"/>
          </p:cNvSpPr>
          <p:nvPr/>
        </p:nvSpPr>
        <p:spPr>
          <a:xfrm>
            <a:off x="1512315" y="6156385"/>
            <a:ext cx="28398" cy="28398"/>
          </a:xfrm>
          <a:prstGeom prst="ellipse">
            <a:avLst/>
          </a:prstGeom>
          <a:solidFill>
            <a:srgbClr val="7F8C97">
              <a:alpha val="48000"/>
            </a:srgbClr>
          </a:solidFill>
          <a:ln w="0">
            <a:noFill/>
            <a:prstDash val="solid"/>
          </a:ln>
        </p:spPr>
      </p:sp>
      <p:sp>
        <p:nvSpPr>
          <p:cNvPr id="2886" name="03_assume_matched_8183">
            <a:extLst>
              <a:ext uri="{FF2B5EF4-FFF2-40B4-BE49-F238E27FC236}">
                <a16:creationId xmlns:a16="http://schemas.microsoft.com/office/drawing/2014/main" id="{405B61E1-297B-4780-A4FD-67AE47DCFC7F}"/>
              </a:ext>
            </a:extLst>
          </p:cNvPr>
          <p:cNvSpPr>
            <a:spLocks noGrp="1"/>
          </p:cNvSpPr>
          <p:nvPr/>
        </p:nvSpPr>
        <p:spPr>
          <a:xfrm>
            <a:off x="1444390" y="6595037"/>
            <a:ext cx="28398" cy="28398"/>
          </a:xfrm>
          <a:prstGeom prst="ellipse">
            <a:avLst/>
          </a:prstGeom>
          <a:solidFill>
            <a:srgbClr val="7F8C97">
              <a:alpha val="48000"/>
            </a:srgbClr>
          </a:solidFill>
          <a:ln w="0">
            <a:noFill/>
            <a:prstDash val="solid"/>
          </a:ln>
        </p:spPr>
      </p:sp>
      <p:sp>
        <p:nvSpPr>
          <p:cNvPr id="2887" name="03_assume_matched_8184">
            <a:extLst>
              <a:ext uri="{FF2B5EF4-FFF2-40B4-BE49-F238E27FC236}">
                <a16:creationId xmlns:a16="http://schemas.microsoft.com/office/drawing/2014/main" id="{777C6F66-30B4-49BE-B253-A9B8E0CA6235}"/>
              </a:ext>
            </a:extLst>
          </p:cNvPr>
          <p:cNvSpPr>
            <a:spLocks noGrp="1"/>
          </p:cNvSpPr>
          <p:nvPr/>
        </p:nvSpPr>
        <p:spPr>
          <a:xfrm>
            <a:off x="1515193" y="6595037"/>
            <a:ext cx="28398" cy="28398"/>
          </a:xfrm>
          <a:prstGeom prst="ellipse">
            <a:avLst/>
          </a:prstGeom>
          <a:solidFill>
            <a:srgbClr val="7F8C97">
              <a:alpha val="48000"/>
            </a:srgbClr>
          </a:solidFill>
          <a:ln w="0">
            <a:noFill/>
            <a:prstDash val="solid"/>
          </a:ln>
        </p:spPr>
      </p:sp>
      <p:sp>
        <p:nvSpPr>
          <p:cNvPr id="2888" name="03_assume_matched_8185">
            <a:extLst>
              <a:ext uri="{FF2B5EF4-FFF2-40B4-BE49-F238E27FC236}">
                <a16:creationId xmlns:a16="http://schemas.microsoft.com/office/drawing/2014/main" id="{22CD0115-5CAB-45B8-8E51-A9B13D027678}"/>
              </a:ext>
            </a:extLst>
          </p:cNvPr>
          <p:cNvSpPr>
            <a:spLocks noGrp="1"/>
          </p:cNvSpPr>
          <p:nvPr/>
        </p:nvSpPr>
        <p:spPr>
          <a:xfrm>
            <a:off x="1503537" y="6595037"/>
            <a:ext cx="28398" cy="28398"/>
          </a:xfrm>
          <a:prstGeom prst="ellipse">
            <a:avLst/>
          </a:prstGeom>
          <a:solidFill>
            <a:srgbClr val="7F8C97">
              <a:alpha val="48000"/>
            </a:srgbClr>
          </a:solidFill>
          <a:ln w="0">
            <a:noFill/>
            <a:prstDash val="solid"/>
          </a:ln>
        </p:spPr>
      </p:sp>
      <p:sp>
        <p:nvSpPr>
          <p:cNvPr id="2889" name="03_assume_matched_8186">
            <a:extLst>
              <a:ext uri="{FF2B5EF4-FFF2-40B4-BE49-F238E27FC236}">
                <a16:creationId xmlns:a16="http://schemas.microsoft.com/office/drawing/2014/main" id="{BDE3BF49-535E-4D70-94F7-38318D6B8DBE}"/>
              </a:ext>
            </a:extLst>
          </p:cNvPr>
          <p:cNvSpPr>
            <a:spLocks noGrp="1"/>
          </p:cNvSpPr>
          <p:nvPr/>
        </p:nvSpPr>
        <p:spPr>
          <a:xfrm>
            <a:off x="1509725" y="6595037"/>
            <a:ext cx="28398" cy="28398"/>
          </a:xfrm>
          <a:prstGeom prst="ellipse">
            <a:avLst/>
          </a:prstGeom>
          <a:solidFill>
            <a:srgbClr val="7F8C97">
              <a:alpha val="48000"/>
            </a:srgbClr>
          </a:solidFill>
          <a:ln w="0">
            <a:noFill/>
            <a:prstDash val="solid"/>
          </a:ln>
        </p:spPr>
      </p:sp>
      <p:sp>
        <p:nvSpPr>
          <p:cNvPr id="2890" name="03_assume_matched_8187">
            <a:extLst>
              <a:ext uri="{FF2B5EF4-FFF2-40B4-BE49-F238E27FC236}">
                <a16:creationId xmlns:a16="http://schemas.microsoft.com/office/drawing/2014/main" id="{95D11FA4-96EA-4B5E-935D-06CC4AC6EA0D}"/>
              </a:ext>
            </a:extLst>
          </p:cNvPr>
          <p:cNvSpPr>
            <a:spLocks noGrp="1"/>
          </p:cNvSpPr>
          <p:nvPr/>
        </p:nvSpPr>
        <p:spPr>
          <a:xfrm>
            <a:off x="1523108" y="6595037"/>
            <a:ext cx="28398" cy="28398"/>
          </a:xfrm>
          <a:prstGeom prst="ellipse">
            <a:avLst/>
          </a:prstGeom>
          <a:solidFill>
            <a:srgbClr val="7F8C97">
              <a:alpha val="48000"/>
            </a:srgbClr>
          </a:solidFill>
          <a:ln w="0">
            <a:noFill/>
            <a:prstDash val="solid"/>
          </a:ln>
        </p:spPr>
      </p:sp>
      <p:sp>
        <p:nvSpPr>
          <p:cNvPr id="2891" name="03_assume_matched_8188">
            <a:extLst>
              <a:ext uri="{FF2B5EF4-FFF2-40B4-BE49-F238E27FC236}">
                <a16:creationId xmlns:a16="http://schemas.microsoft.com/office/drawing/2014/main" id="{2A2AFD51-F605-4EAF-BC93-6846FF791A1F}"/>
              </a:ext>
            </a:extLst>
          </p:cNvPr>
          <p:cNvSpPr>
            <a:spLocks noGrp="1"/>
          </p:cNvSpPr>
          <p:nvPr/>
        </p:nvSpPr>
        <p:spPr>
          <a:xfrm>
            <a:off x="1431726" y="6010168"/>
            <a:ext cx="28398" cy="28398"/>
          </a:xfrm>
          <a:prstGeom prst="ellipse">
            <a:avLst/>
          </a:prstGeom>
          <a:solidFill>
            <a:srgbClr val="7F8C97">
              <a:alpha val="48000"/>
            </a:srgbClr>
          </a:solidFill>
          <a:ln w="0">
            <a:noFill/>
            <a:prstDash val="solid"/>
          </a:ln>
        </p:spPr>
      </p:sp>
      <p:sp>
        <p:nvSpPr>
          <p:cNvPr id="2892" name="03_assume_matched_8189">
            <a:extLst>
              <a:ext uri="{FF2B5EF4-FFF2-40B4-BE49-F238E27FC236}">
                <a16:creationId xmlns:a16="http://schemas.microsoft.com/office/drawing/2014/main" id="{62EC9854-1973-4ACF-9CE2-7811800C9F83}"/>
              </a:ext>
            </a:extLst>
          </p:cNvPr>
          <p:cNvSpPr>
            <a:spLocks noGrp="1"/>
          </p:cNvSpPr>
          <p:nvPr/>
        </p:nvSpPr>
        <p:spPr>
          <a:xfrm>
            <a:off x="1420933" y="6010168"/>
            <a:ext cx="28398" cy="28398"/>
          </a:xfrm>
          <a:prstGeom prst="ellipse">
            <a:avLst/>
          </a:prstGeom>
          <a:solidFill>
            <a:srgbClr val="7F8C97">
              <a:alpha val="48000"/>
            </a:srgbClr>
          </a:solidFill>
          <a:ln w="0">
            <a:noFill/>
            <a:prstDash val="solid"/>
          </a:ln>
        </p:spPr>
      </p:sp>
      <p:sp>
        <p:nvSpPr>
          <p:cNvPr id="2893" name="03_assume_matched_8190">
            <a:extLst>
              <a:ext uri="{FF2B5EF4-FFF2-40B4-BE49-F238E27FC236}">
                <a16:creationId xmlns:a16="http://schemas.microsoft.com/office/drawing/2014/main" id="{A01BC8E4-1224-45AA-8FD0-195A61349DBB}"/>
              </a:ext>
            </a:extLst>
          </p:cNvPr>
          <p:cNvSpPr>
            <a:spLocks noGrp="1"/>
          </p:cNvSpPr>
          <p:nvPr/>
        </p:nvSpPr>
        <p:spPr>
          <a:xfrm>
            <a:off x="1503825" y="6156385"/>
            <a:ext cx="28398" cy="28398"/>
          </a:xfrm>
          <a:prstGeom prst="ellipse">
            <a:avLst/>
          </a:prstGeom>
          <a:solidFill>
            <a:srgbClr val="7F8C97">
              <a:alpha val="48000"/>
            </a:srgbClr>
          </a:solidFill>
          <a:ln w="0">
            <a:noFill/>
            <a:prstDash val="solid"/>
          </a:ln>
        </p:spPr>
      </p:sp>
      <p:sp>
        <p:nvSpPr>
          <p:cNvPr id="2894" name="03_assume_matched_8191">
            <a:extLst>
              <a:ext uri="{FF2B5EF4-FFF2-40B4-BE49-F238E27FC236}">
                <a16:creationId xmlns:a16="http://schemas.microsoft.com/office/drawing/2014/main" id="{E8B5EEAA-0BD7-46AB-816E-2784E225E154}"/>
              </a:ext>
            </a:extLst>
          </p:cNvPr>
          <p:cNvSpPr>
            <a:spLocks noGrp="1"/>
          </p:cNvSpPr>
          <p:nvPr/>
        </p:nvSpPr>
        <p:spPr>
          <a:xfrm>
            <a:off x="1540953" y="6135497"/>
            <a:ext cx="28398" cy="28398"/>
          </a:xfrm>
          <a:prstGeom prst="ellipse">
            <a:avLst/>
          </a:prstGeom>
          <a:solidFill>
            <a:srgbClr val="7F8C97">
              <a:alpha val="48000"/>
            </a:srgbClr>
          </a:solidFill>
          <a:ln w="0">
            <a:noFill/>
            <a:prstDash val="solid"/>
          </a:ln>
        </p:spPr>
      </p:sp>
      <p:sp>
        <p:nvSpPr>
          <p:cNvPr id="2895" name="03_assume_matched_8192">
            <a:extLst>
              <a:ext uri="{FF2B5EF4-FFF2-40B4-BE49-F238E27FC236}">
                <a16:creationId xmlns:a16="http://schemas.microsoft.com/office/drawing/2014/main" id="{FF4401F9-1F4A-4912-AD45-E1D76F4BAA98}"/>
              </a:ext>
            </a:extLst>
          </p:cNvPr>
          <p:cNvSpPr>
            <a:spLocks noGrp="1"/>
          </p:cNvSpPr>
          <p:nvPr/>
        </p:nvSpPr>
        <p:spPr>
          <a:xfrm>
            <a:off x="1547141" y="6010168"/>
            <a:ext cx="28398" cy="28398"/>
          </a:xfrm>
          <a:prstGeom prst="ellipse">
            <a:avLst/>
          </a:prstGeom>
          <a:solidFill>
            <a:srgbClr val="7F8C97">
              <a:alpha val="48000"/>
            </a:srgbClr>
          </a:solidFill>
          <a:ln w="0">
            <a:noFill/>
            <a:prstDash val="solid"/>
          </a:ln>
        </p:spPr>
      </p:sp>
      <p:sp>
        <p:nvSpPr>
          <p:cNvPr id="2896" name="03_assume_matched_8193">
            <a:extLst>
              <a:ext uri="{FF2B5EF4-FFF2-40B4-BE49-F238E27FC236}">
                <a16:creationId xmlns:a16="http://schemas.microsoft.com/office/drawing/2014/main" id="{067B250F-7641-48C2-A760-51E004296E36}"/>
              </a:ext>
            </a:extLst>
          </p:cNvPr>
          <p:cNvSpPr>
            <a:spLocks noGrp="1"/>
          </p:cNvSpPr>
          <p:nvPr/>
        </p:nvSpPr>
        <p:spPr>
          <a:xfrm>
            <a:off x="1458206" y="6302602"/>
            <a:ext cx="28398" cy="28398"/>
          </a:xfrm>
          <a:prstGeom prst="ellipse">
            <a:avLst/>
          </a:prstGeom>
          <a:solidFill>
            <a:srgbClr val="7F8C97">
              <a:alpha val="48000"/>
            </a:srgbClr>
          </a:solidFill>
          <a:ln w="0">
            <a:noFill/>
            <a:prstDash val="solid"/>
          </a:ln>
        </p:spPr>
      </p:sp>
      <p:sp>
        <p:nvSpPr>
          <p:cNvPr id="2897" name="03_assume_matched_8194">
            <a:extLst>
              <a:ext uri="{FF2B5EF4-FFF2-40B4-BE49-F238E27FC236}">
                <a16:creationId xmlns:a16="http://schemas.microsoft.com/office/drawing/2014/main" id="{A233FB21-0672-45E9-B0F9-EB0052D627E8}"/>
              </a:ext>
            </a:extLst>
          </p:cNvPr>
          <p:cNvSpPr>
            <a:spLocks noGrp="1"/>
          </p:cNvSpPr>
          <p:nvPr/>
        </p:nvSpPr>
        <p:spPr>
          <a:xfrm>
            <a:off x="1511020" y="6400080"/>
            <a:ext cx="28398" cy="28398"/>
          </a:xfrm>
          <a:prstGeom prst="ellipse">
            <a:avLst/>
          </a:prstGeom>
          <a:solidFill>
            <a:srgbClr val="7F8C97">
              <a:alpha val="48000"/>
            </a:srgbClr>
          </a:solidFill>
          <a:ln w="0">
            <a:noFill/>
            <a:prstDash val="solid"/>
          </a:ln>
        </p:spPr>
      </p:sp>
      <p:sp>
        <p:nvSpPr>
          <p:cNvPr id="2898" name="03_assume_matched_8195">
            <a:extLst>
              <a:ext uri="{FF2B5EF4-FFF2-40B4-BE49-F238E27FC236}">
                <a16:creationId xmlns:a16="http://schemas.microsoft.com/office/drawing/2014/main" id="{72DC2A68-5E11-40ED-A33F-ECF51F73BFA1}"/>
              </a:ext>
            </a:extLst>
          </p:cNvPr>
          <p:cNvSpPr>
            <a:spLocks noGrp="1"/>
          </p:cNvSpPr>
          <p:nvPr/>
        </p:nvSpPr>
        <p:spPr>
          <a:xfrm>
            <a:off x="1521957" y="6010168"/>
            <a:ext cx="28398" cy="28398"/>
          </a:xfrm>
          <a:prstGeom prst="ellipse">
            <a:avLst/>
          </a:prstGeom>
          <a:solidFill>
            <a:srgbClr val="7F8C97">
              <a:alpha val="48000"/>
            </a:srgbClr>
          </a:solidFill>
          <a:ln w="0">
            <a:noFill/>
            <a:prstDash val="solid"/>
          </a:ln>
        </p:spPr>
      </p:sp>
      <p:sp>
        <p:nvSpPr>
          <p:cNvPr id="2899" name="03_assume_matched_8196">
            <a:extLst>
              <a:ext uri="{FF2B5EF4-FFF2-40B4-BE49-F238E27FC236}">
                <a16:creationId xmlns:a16="http://schemas.microsoft.com/office/drawing/2014/main" id="{F48B4A7E-51D7-4555-B3DF-864B9AD7BBCD}"/>
              </a:ext>
            </a:extLst>
          </p:cNvPr>
          <p:cNvSpPr>
            <a:spLocks noGrp="1"/>
          </p:cNvSpPr>
          <p:nvPr/>
        </p:nvSpPr>
        <p:spPr>
          <a:xfrm>
            <a:off x="1539370" y="6010168"/>
            <a:ext cx="28398" cy="28398"/>
          </a:xfrm>
          <a:prstGeom prst="ellipse">
            <a:avLst/>
          </a:prstGeom>
          <a:solidFill>
            <a:srgbClr val="7F8C97">
              <a:alpha val="48000"/>
            </a:srgbClr>
          </a:solidFill>
          <a:ln w="0">
            <a:noFill/>
            <a:prstDash val="solid"/>
          </a:ln>
        </p:spPr>
      </p:sp>
      <p:sp>
        <p:nvSpPr>
          <p:cNvPr id="2900" name="03_assume_matched_8197">
            <a:extLst>
              <a:ext uri="{FF2B5EF4-FFF2-40B4-BE49-F238E27FC236}">
                <a16:creationId xmlns:a16="http://schemas.microsoft.com/office/drawing/2014/main" id="{3B19792A-6DB0-49D2-8649-62B16A4EF0E7}"/>
              </a:ext>
            </a:extLst>
          </p:cNvPr>
          <p:cNvSpPr>
            <a:spLocks noGrp="1"/>
          </p:cNvSpPr>
          <p:nvPr/>
        </p:nvSpPr>
        <p:spPr>
          <a:xfrm>
            <a:off x="1524116" y="6010168"/>
            <a:ext cx="28398" cy="28398"/>
          </a:xfrm>
          <a:prstGeom prst="ellipse">
            <a:avLst/>
          </a:prstGeom>
          <a:solidFill>
            <a:srgbClr val="7F8C97">
              <a:alpha val="48000"/>
            </a:srgbClr>
          </a:solidFill>
          <a:ln w="0">
            <a:noFill/>
            <a:prstDash val="solid"/>
          </a:ln>
        </p:spPr>
      </p:sp>
      <p:sp>
        <p:nvSpPr>
          <p:cNvPr id="2901" name="03_assume_matched_8198">
            <a:extLst>
              <a:ext uri="{FF2B5EF4-FFF2-40B4-BE49-F238E27FC236}">
                <a16:creationId xmlns:a16="http://schemas.microsoft.com/office/drawing/2014/main" id="{6D92DB4D-44F2-4951-A9AE-1E237AF9B55C}"/>
              </a:ext>
            </a:extLst>
          </p:cNvPr>
          <p:cNvSpPr>
            <a:spLocks noGrp="1"/>
          </p:cNvSpPr>
          <p:nvPr/>
        </p:nvSpPr>
        <p:spPr>
          <a:xfrm>
            <a:off x="1502386" y="6010168"/>
            <a:ext cx="28398" cy="28398"/>
          </a:xfrm>
          <a:prstGeom prst="ellipse">
            <a:avLst/>
          </a:prstGeom>
          <a:solidFill>
            <a:srgbClr val="7F8C97">
              <a:alpha val="48000"/>
            </a:srgbClr>
          </a:solidFill>
          <a:ln w="0">
            <a:noFill/>
            <a:prstDash val="solid"/>
          </a:ln>
        </p:spPr>
      </p:sp>
      <p:sp>
        <p:nvSpPr>
          <p:cNvPr id="2902" name="03_assume_matched_8199">
            <a:extLst>
              <a:ext uri="{FF2B5EF4-FFF2-40B4-BE49-F238E27FC236}">
                <a16:creationId xmlns:a16="http://schemas.microsoft.com/office/drawing/2014/main" id="{50FF4E79-D82E-429D-9D98-A8A6B7B475D7}"/>
              </a:ext>
            </a:extLst>
          </p:cNvPr>
          <p:cNvSpPr>
            <a:spLocks noGrp="1"/>
          </p:cNvSpPr>
          <p:nvPr/>
        </p:nvSpPr>
        <p:spPr>
          <a:xfrm>
            <a:off x="1414169" y="6010168"/>
            <a:ext cx="28398" cy="28398"/>
          </a:xfrm>
          <a:prstGeom prst="ellipse">
            <a:avLst/>
          </a:prstGeom>
          <a:solidFill>
            <a:srgbClr val="7F8C97">
              <a:alpha val="48000"/>
            </a:srgbClr>
          </a:solidFill>
          <a:ln w="0">
            <a:noFill/>
            <a:prstDash val="solid"/>
          </a:ln>
        </p:spPr>
      </p:sp>
      <p:sp>
        <p:nvSpPr>
          <p:cNvPr id="2903" name="03_assume_matched_8200">
            <a:extLst>
              <a:ext uri="{FF2B5EF4-FFF2-40B4-BE49-F238E27FC236}">
                <a16:creationId xmlns:a16="http://schemas.microsoft.com/office/drawing/2014/main" id="{E55F1922-A5E2-43DD-96C0-0EDA216DB8BC}"/>
              </a:ext>
            </a:extLst>
          </p:cNvPr>
          <p:cNvSpPr>
            <a:spLocks noGrp="1"/>
          </p:cNvSpPr>
          <p:nvPr/>
        </p:nvSpPr>
        <p:spPr>
          <a:xfrm>
            <a:off x="1428129" y="6595037"/>
            <a:ext cx="28398" cy="28398"/>
          </a:xfrm>
          <a:prstGeom prst="ellipse">
            <a:avLst/>
          </a:prstGeom>
          <a:solidFill>
            <a:srgbClr val="7F8C97">
              <a:alpha val="48000"/>
            </a:srgbClr>
          </a:solidFill>
          <a:ln w="0">
            <a:noFill/>
            <a:prstDash val="solid"/>
          </a:ln>
        </p:spPr>
      </p:sp>
      <p:sp>
        <p:nvSpPr>
          <p:cNvPr id="2904" name="03_assume_matched_8201">
            <a:extLst>
              <a:ext uri="{FF2B5EF4-FFF2-40B4-BE49-F238E27FC236}">
                <a16:creationId xmlns:a16="http://schemas.microsoft.com/office/drawing/2014/main" id="{7619DF17-C5BE-4B9D-A8F6-4D6232100DEB}"/>
              </a:ext>
            </a:extLst>
          </p:cNvPr>
          <p:cNvSpPr>
            <a:spLocks noGrp="1"/>
          </p:cNvSpPr>
          <p:nvPr/>
        </p:nvSpPr>
        <p:spPr>
          <a:xfrm>
            <a:off x="1489290" y="6010168"/>
            <a:ext cx="28398" cy="28398"/>
          </a:xfrm>
          <a:prstGeom prst="ellipse">
            <a:avLst/>
          </a:prstGeom>
          <a:solidFill>
            <a:srgbClr val="7F8C97">
              <a:alpha val="48000"/>
            </a:srgbClr>
          </a:solidFill>
          <a:ln w="0">
            <a:noFill/>
            <a:prstDash val="solid"/>
          </a:ln>
        </p:spPr>
      </p:sp>
      <p:sp>
        <p:nvSpPr>
          <p:cNvPr id="2905" name="03_assume_matched_8202">
            <a:extLst>
              <a:ext uri="{FF2B5EF4-FFF2-40B4-BE49-F238E27FC236}">
                <a16:creationId xmlns:a16="http://schemas.microsoft.com/office/drawing/2014/main" id="{9D64D78E-AC65-4C62-A880-636417EA553B}"/>
              </a:ext>
            </a:extLst>
          </p:cNvPr>
          <p:cNvSpPr>
            <a:spLocks noGrp="1"/>
          </p:cNvSpPr>
          <p:nvPr/>
        </p:nvSpPr>
        <p:spPr>
          <a:xfrm>
            <a:off x="1434173" y="6595037"/>
            <a:ext cx="28398" cy="28398"/>
          </a:xfrm>
          <a:prstGeom prst="ellipse">
            <a:avLst/>
          </a:prstGeom>
          <a:solidFill>
            <a:srgbClr val="7F8C97">
              <a:alpha val="48000"/>
            </a:srgbClr>
          </a:solidFill>
          <a:ln w="0">
            <a:noFill/>
            <a:prstDash val="solid"/>
          </a:ln>
        </p:spPr>
      </p:sp>
      <p:sp>
        <p:nvSpPr>
          <p:cNvPr id="2906" name="03_assume_matched_8203">
            <a:extLst>
              <a:ext uri="{FF2B5EF4-FFF2-40B4-BE49-F238E27FC236}">
                <a16:creationId xmlns:a16="http://schemas.microsoft.com/office/drawing/2014/main" id="{F17EBC01-B8DB-481E-85D0-F95200634C0A}"/>
              </a:ext>
            </a:extLst>
          </p:cNvPr>
          <p:cNvSpPr>
            <a:spLocks noGrp="1"/>
          </p:cNvSpPr>
          <p:nvPr/>
        </p:nvSpPr>
        <p:spPr>
          <a:xfrm>
            <a:off x="1460220" y="6010168"/>
            <a:ext cx="28398" cy="28398"/>
          </a:xfrm>
          <a:prstGeom prst="ellipse">
            <a:avLst/>
          </a:prstGeom>
          <a:solidFill>
            <a:srgbClr val="7F8C97">
              <a:alpha val="48000"/>
            </a:srgbClr>
          </a:solidFill>
          <a:ln w="0">
            <a:noFill/>
            <a:prstDash val="solid"/>
          </a:ln>
        </p:spPr>
      </p:sp>
      <p:sp>
        <p:nvSpPr>
          <p:cNvPr id="2907" name="03_assume_matched_8204">
            <a:extLst>
              <a:ext uri="{FF2B5EF4-FFF2-40B4-BE49-F238E27FC236}">
                <a16:creationId xmlns:a16="http://schemas.microsoft.com/office/drawing/2014/main" id="{4B11481E-1E27-4A2C-906B-988629443190}"/>
              </a:ext>
            </a:extLst>
          </p:cNvPr>
          <p:cNvSpPr>
            <a:spLocks noGrp="1"/>
          </p:cNvSpPr>
          <p:nvPr/>
        </p:nvSpPr>
        <p:spPr>
          <a:xfrm>
            <a:off x="1409276" y="6595037"/>
            <a:ext cx="28398" cy="28398"/>
          </a:xfrm>
          <a:prstGeom prst="ellipse">
            <a:avLst/>
          </a:prstGeom>
          <a:solidFill>
            <a:srgbClr val="7F8C97">
              <a:alpha val="48000"/>
            </a:srgbClr>
          </a:solidFill>
          <a:ln w="0">
            <a:noFill/>
            <a:prstDash val="solid"/>
          </a:ln>
        </p:spPr>
      </p:sp>
      <p:sp>
        <p:nvSpPr>
          <p:cNvPr id="2908" name="03_assume_matched_8205">
            <a:extLst>
              <a:ext uri="{FF2B5EF4-FFF2-40B4-BE49-F238E27FC236}">
                <a16:creationId xmlns:a16="http://schemas.microsoft.com/office/drawing/2014/main" id="{6452A254-3958-45FF-A9E9-57448075882D}"/>
              </a:ext>
            </a:extLst>
          </p:cNvPr>
          <p:cNvSpPr>
            <a:spLocks noGrp="1"/>
          </p:cNvSpPr>
          <p:nvPr/>
        </p:nvSpPr>
        <p:spPr>
          <a:xfrm>
            <a:off x="2281956" y="6010168"/>
            <a:ext cx="28398" cy="28398"/>
          </a:xfrm>
          <a:prstGeom prst="ellipse">
            <a:avLst/>
          </a:prstGeom>
          <a:solidFill>
            <a:srgbClr val="7F8C97">
              <a:alpha val="48000"/>
            </a:srgbClr>
          </a:solidFill>
          <a:ln w="0">
            <a:noFill/>
            <a:prstDash val="solid"/>
          </a:ln>
        </p:spPr>
      </p:sp>
      <p:sp>
        <p:nvSpPr>
          <p:cNvPr id="2909" name="03_assume_matched_8206">
            <a:extLst>
              <a:ext uri="{FF2B5EF4-FFF2-40B4-BE49-F238E27FC236}">
                <a16:creationId xmlns:a16="http://schemas.microsoft.com/office/drawing/2014/main" id="{B398D03A-796B-42E6-A716-1B4FA15DD608}"/>
              </a:ext>
            </a:extLst>
          </p:cNvPr>
          <p:cNvSpPr>
            <a:spLocks noGrp="1"/>
          </p:cNvSpPr>
          <p:nvPr/>
        </p:nvSpPr>
        <p:spPr>
          <a:xfrm>
            <a:off x="2270443" y="6010168"/>
            <a:ext cx="28398" cy="28398"/>
          </a:xfrm>
          <a:prstGeom prst="ellipse">
            <a:avLst/>
          </a:prstGeom>
          <a:solidFill>
            <a:srgbClr val="7F8C97">
              <a:alpha val="48000"/>
            </a:srgbClr>
          </a:solidFill>
          <a:ln w="0">
            <a:noFill/>
            <a:prstDash val="solid"/>
          </a:ln>
        </p:spPr>
      </p:sp>
      <p:sp>
        <p:nvSpPr>
          <p:cNvPr id="2910" name="03_assume_matched_8207">
            <a:extLst>
              <a:ext uri="{FF2B5EF4-FFF2-40B4-BE49-F238E27FC236}">
                <a16:creationId xmlns:a16="http://schemas.microsoft.com/office/drawing/2014/main" id="{F1032B68-71A5-4D5F-B410-B977D23EA4D2}"/>
              </a:ext>
            </a:extLst>
          </p:cNvPr>
          <p:cNvSpPr>
            <a:spLocks noGrp="1"/>
          </p:cNvSpPr>
          <p:nvPr/>
        </p:nvSpPr>
        <p:spPr>
          <a:xfrm>
            <a:off x="2213311" y="6010168"/>
            <a:ext cx="28398" cy="28398"/>
          </a:xfrm>
          <a:prstGeom prst="ellipse">
            <a:avLst/>
          </a:prstGeom>
          <a:solidFill>
            <a:srgbClr val="7F8C97">
              <a:alpha val="48000"/>
            </a:srgbClr>
          </a:solidFill>
          <a:ln w="0">
            <a:noFill/>
            <a:prstDash val="solid"/>
          </a:ln>
        </p:spPr>
      </p:sp>
      <p:sp>
        <p:nvSpPr>
          <p:cNvPr id="2911" name="03_assume_matched_8208">
            <a:extLst>
              <a:ext uri="{FF2B5EF4-FFF2-40B4-BE49-F238E27FC236}">
                <a16:creationId xmlns:a16="http://schemas.microsoft.com/office/drawing/2014/main" id="{227B82A4-B6AC-47AD-AF6A-1D587B477619}"/>
              </a:ext>
            </a:extLst>
          </p:cNvPr>
          <p:cNvSpPr>
            <a:spLocks noGrp="1"/>
          </p:cNvSpPr>
          <p:nvPr/>
        </p:nvSpPr>
        <p:spPr>
          <a:xfrm>
            <a:off x="2292173" y="6010168"/>
            <a:ext cx="28398" cy="28398"/>
          </a:xfrm>
          <a:prstGeom prst="ellipse">
            <a:avLst/>
          </a:prstGeom>
          <a:solidFill>
            <a:srgbClr val="7F8C97">
              <a:alpha val="48000"/>
            </a:srgbClr>
          </a:solidFill>
          <a:ln w="0">
            <a:noFill/>
            <a:prstDash val="solid"/>
          </a:ln>
        </p:spPr>
      </p:sp>
      <p:sp>
        <p:nvSpPr>
          <p:cNvPr id="2912" name="03_assume_matched_8209">
            <a:extLst>
              <a:ext uri="{FF2B5EF4-FFF2-40B4-BE49-F238E27FC236}">
                <a16:creationId xmlns:a16="http://schemas.microsoft.com/office/drawing/2014/main" id="{4A4AEDE3-3197-484C-A3AE-D1388E9D916C}"/>
              </a:ext>
            </a:extLst>
          </p:cNvPr>
          <p:cNvSpPr>
            <a:spLocks noGrp="1"/>
          </p:cNvSpPr>
          <p:nvPr/>
        </p:nvSpPr>
        <p:spPr>
          <a:xfrm>
            <a:off x="2259938" y="6010168"/>
            <a:ext cx="28398" cy="28398"/>
          </a:xfrm>
          <a:prstGeom prst="ellipse">
            <a:avLst/>
          </a:prstGeom>
          <a:solidFill>
            <a:srgbClr val="7F8C97">
              <a:alpha val="48000"/>
            </a:srgbClr>
          </a:solidFill>
          <a:ln w="0">
            <a:noFill/>
            <a:prstDash val="solid"/>
          </a:ln>
        </p:spPr>
      </p:sp>
      <p:sp>
        <p:nvSpPr>
          <p:cNvPr id="2913" name="03_assume_matched_8210">
            <a:extLst>
              <a:ext uri="{FF2B5EF4-FFF2-40B4-BE49-F238E27FC236}">
                <a16:creationId xmlns:a16="http://schemas.microsoft.com/office/drawing/2014/main" id="{55628331-B3DA-48A3-B7BF-B474F177C8B9}"/>
              </a:ext>
            </a:extLst>
          </p:cNvPr>
          <p:cNvSpPr>
            <a:spLocks noGrp="1"/>
          </p:cNvSpPr>
          <p:nvPr/>
        </p:nvSpPr>
        <p:spPr>
          <a:xfrm>
            <a:off x="2164670" y="6010168"/>
            <a:ext cx="28398" cy="28398"/>
          </a:xfrm>
          <a:prstGeom prst="ellipse">
            <a:avLst/>
          </a:prstGeom>
          <a:solidFill>
            <a:srgbClr val="7F8C97">
              <a:alpha val="48000"/>
            </a:srgbClr>
          </a:solidFill>
          <a:ln w="0">
            <a:noFill/>
            <a:prstDash val="solid"/>
          </a:ln>
        </p:spPr>
      </p:sp>
      <p:sp>
        <p:nvSpPr>
          <p:cNvPr id="2914" name="03_assume_matched_8211">
            <a:extLst>
              <a:ext uri="{FF2B5EF4-FFF2-40B4-BE49-F238E27FC236}">
                <a16:creationId xmlns:a16="http://schemas.microsoft.com/office/drawing/2014/main" id="{18EF1764-D699-4C67-BEBF-3AAC550AD2A3}"/>
              </a:ext>
            </a:extLst>
          </p:cNvPr>
          <p:cNvSpPr>
            <a:spLocks noGrp="1"/>
          </p:cNvSpPr>
          <p:nvPr/>
        </p:nvSpPr>
        <p:spPr>
          <a:xfrm>
            <a:off x="2195322" y="6302602"/>
            <a:ext cx="28398" cy="28398"/>
          </a:xfrm>
          <a:prstGeom prst="ellipse">
            <a:avLst/>
          </a:prstGeom>
          <a:solidFill>
            <a:srgbClr val="7F8C97">
              <a:alpha val="48000"/>
            </a:srgbClr>
          </a:solidFill>
          <a:ln w="0">
            <a:noFill/>
            <a:prstDash val="solid"/>
          </a:ln>
        </p:spPr>
      </p:sp>
      <p:sp>
        <p:nvSpPr>
          <p:cNvPr id="2915" name="03_assume_matched_8212">
            <a:extLst>
              <a:ext uri="{FF2B5EF4-FFF2-40B4-BE49-F238E27FC236}">
                <a16:creationId xmlns:a16="http://schemas.microsoft.com/office/drawing/2014/main" id="{C98C6483-6391-4F89-885A-0638C0CAC24C}"/>
              </a:ext>
            </a:extLst>
          </p:cNvPr>
          <p:cNvSpPr>
            <a:spLocks noGrp="1"/>
          </p:cNvSpPr>
          <p:nvPr/>
        </p:nvSpPr>
        <p:spPr>
          <a:xfrm>
            <a:off x="2164382" y="6448819"/>
            <a:ext cx="28398" cy="28398"/>
          </a:xfrm>
          <a:prstGeom prst="ellipse">
            <a:avLst/>
          </a:prstGeom>
          <a:solidFill>
            <a:srgbClr val="7F8C97">
              <a:alpha val="48000"/>
            </a:srgbClr>
          </a:solidFill>
          <a:ln w="0">
            <a:noFill/>
            <a:prstDash val="solid"/>
          </a:ln>
        </p:spPr>
      </p:sp>
      <p:sp>
        <p:nvSpPr>
          <p:cNvPr id="2916" name="03_assume_matched_8213">
            <a:extLst>
              <a:ext uri="{FF2B5EF4-FFF2-40B4-BE49-F238E27FC236}">
                <a16:creationId xmlns:a16="http://schemas.microsoft.com/office/drawing/2014/main" id="{5C4DEA68-9BDE-41E9-9CE9-C055C7DAFE77}"/>
              </a:ext>
            </a:extLst>
          </p:cNvPr>
          <p:cNvSpPr>
            <a:spLocks noGrp="1"/>
          </p:cNvSpPr>
          <p:nvPr/>
        </p:nvSpPr>
        <p:spPr>
          <a:xfrm>
            <a:off x="2245691" y="6010168"/>
            <a:ext cx="28398" cy="28398"/>
          </a:xfrm>
          <a:prstGeom prst="ellipse">
            <a:avLst/>
          </a:prstGeom>
          <a:solidFill>
            <a:srgbClr val="7F8C97">
              <a:alpha val="48000"/>
            </a:srgbClr>
          </a:solidFill>
          <a:ln w="0">
            <a:noFill/>
            <a:prstDash val="solid"/>
          </a:ln>
        </p:spPr>
      </p:sp>
      <p:sp>
        <p:nvSpPr>
          <p:cNvPr id="2917" name="03_assume_matched_8214">
            <a:extLst>
              <a:ext uri="{FF2B5EF4-FFF2-40B4-BE49-F238E27FC236}">
                <a16:creationId xmlns:a16="http://schemas.microsoft.com/office/drawing/2014/main" id="{787C5863-BC76-413B-9C4F-86E0ACFC325C}"/>
              </a:ext>
            </a:extLst>
          </p:cNvPr>
          <p:cNvSpPr>
            <a:spLocks noGrp="1"/>
          </p:cNvSpPr>
          <p:nvPr/>
        </p:nvSpPr>
        <p:spPr>
          <a:xfrm>
            <a:off x="2226982" y="6010168"/>
            <a:ext cx="28398" cy="28398"/>
          </a:xfrm>
          <a:prstGeom prst="ellipse">
            <a:avLst/>
          </a:prstGeom>
          <a:solidFill>
            <a:srgbClr val="7F8C97">
              <a:alpha val="48000"/>
            </a:srgbClr>
          </a:solidFill>
          <a:ln w="0">
            <a:noFill/>
            <a:prstDash val="solid"/>
          </a:ln>
        </p:spPr>
      </p:sp>
      <p:sp>
        <p:nvSpPr>
          <p:cNvPr id="2918" name="03_assume_matched_8215">
            <a:extLst>
              <a:ext uri="{FF2B5EF4-FFF2-40B4-BE49-F238E27FC236}">
                <a16:creationId xmlns:a16="http://schemas.microsoft.com/office/drawing/2014/main" id="{BCEB3852-A9C2-4AEE-82E5-36E337141ADA}"/>
              </a:ext>
            </a:extLst>
          </p:cNvPr>
          <p:cNvSpPr>
            <a:spLocks noGrp="1"/>
          </p:cNvSpPr>
          <p:nvPr/>
        </p:nvSpPr>
        <p:spPr>
          <a:xfrm>
            <a:off x="2211728" y="6010168"/>
            <a:ext cx="28398" cy="28398"/>
          </a:xfrm>
          <a:prstGeom prst="ellipse">
            <a:avLst/>
          </a:prstGeom>
          <a:solidFill>
            <a:srgbClr val="7F8C97">
              <a:alpha val="48000"/>
            </a:srgbClr>
          </a:solidFill>
          <a:ln w="0">
            <a:noFill/>
            <a:prstDash val="solid"/>
          </a:ln>
        </p:spPr>
      </p:sp>
      <p:sp>
        <p:nvSpPr>
          <p:cNvPr id="2919" name="03_assume_matched_8216">
            <a:extLst>
              <a:ext uri="{FF2B5EF4-FFF2-40B4-BE49-F238E27FC236}">
                <a16:creationId xmlns:a16="http://schemas.microsoft.com/office/drawing/2014/main" id="{CD08BB96-CAD1-4A18-92E9-E8500653AD80}"/>
              </a:ext>
            </a:extLst>
          </p:cNvPr>
          <p:cNvSpPr>
            <a:spLocks noGrp="1"/>
          </p:cNvSpPr>
          <p:nvPr/>
        </p:nvSpPr>
        <p:spPr>
          <a:xfrm>
            <a:off x="2197481" y="6595037"/>
            <a:ext cx="28398" cy="28398"/>
          </a:xfrm>
          <a:prstGeom prst="ellipse">
            <a:avLst/>
          </a:prstGeom>
          <a:solidFill>
            <a:srgbClr val="7F8C97">
              <a:alpha val="48000"/>
            </a:srgbClr>
          </a:solidFill>
          <a:ln w="0">
            <a:noFill/>
            <a:prstDash val="solid"/>
          </a:ln>
        </p:spPr>
      </p:sp>
      <p:sp>
        <p:nvSpPr>
          <p:cNvPr id="2920" name="03_assume_matched_8217">
            <a:extLst>
              <a:ext uri="{FF2B5EF4-FFF2-40B4-BE49-F238E27FC236}">
                <a16:creationId xmlns:a16="http://schemas.microsoft.com/office/drawing/2014/main" id="{953092BB-83EE-40AF-80DE-3E79D0DDD234}"/>
              </a:ext>
            </a:extLst>
          </p:cNvPr>
          <p:cNvSpPr>
            <a:spLocks noGrp="1"/>
          </p:cNvSpPr>
          <p:nvPr/>
        </p:nvSpPr>
        <p:spPr>
          <a:xfrm>
            <a:off x="2213887" y="6010168"/>
            <a:ext cx="28398" cy="28398"/>
          </a:xfrm>
          <a:prstGeom prst="ellipse">
            <a:avLst/>
          </a:prstGeom>
          <a:solidFill>
            <a:srgbClr val="7F8C97">
              <a:alpha val="48000"/>
            </a:srgbClr>
          </a:solidFill>
          <a:ln w="0">
            <a:noFill/>
            <a:prstDash val="solid"/>
          </a:ln>
        </p:spPr>
      </p:sp>
      <p:sp>
        <p:nvSpPr>
          <p:cNvPr id="2921" name="03_assume_matched_8218">
            <a:extLst>
              <a:ext uri="{FF2B5EF4-FFF2-40B4-BE49-F238E27FC236}">
                <a16:creationId xmlns:a16="http://schemas.microsoft.com/office/drawing/2014/main" id="{9058B8A7-8B2A-401B-B658-E377DD81A0CD}"/>
              </a:ext>
            </a:extLst>
          </p:cNvPr>
          <p:cNvSpPr>
            <a:spLocks noGrp="1"/>
          </p:cNvSpPr>
          <p:nvPr/>
        </p:nvSpPr>
        <p:spPr>
          <a:xfrm>
            <a:off x="2299081" y="6302602"/>
            <a:ext cx="28398" cy="28398"/>
          </a:xfrm>
          <a:prstGeom prst="ellipse">
            <a:avLst/>
          </a:prstGeom>
          <a:solidFill>
            <a:srgbClr val="7F8C97">
              <a:alpha val="48000"/>
            </a:srgbClr>
          </a:solidFill>
          <a:ln w="0">
            <a:noFill/>
            <a:prstDash val="solid"/>
          </a:ln>
        </p:spPr>
      </p:sp>
      <p:sp>
        <p:nvSpPr>
          <p:cNvPr id="2922" name="03_assume_matched_8219">
            <a:extLst>
              <a:ext uri="{FF2B5EF4-FFF2-40B4-BE49-F238E27FC236}">
                <a16:creationId xmlns:a16="http://schemas.microsoft.com/office/drawing/2014/main" id="{A16C10BE-2AE1-4E0B-850C-C4E469A94A9D}"/>
              </a:ext>
            </a:extLst>
          </p:cNvPr>
          <p:cNvSpPr>
            <a:spLocks noGrp="1"/>
          </p:cNvSpPr>
          <p:nvPr/>
        </p:nvSpPr>
        <p:spPr>
          <a:xfrm>
            <a:off x="2254037" y="6010168"/>
            <a:ext cx="28398" cy="28398"/>
          </a:xfrm>
          <a:prstGeom prst="ellipse">
            <a:avLst/>
          </a:prstGeom>
          <a:solidFill>
            <a:srgbClr val="7F8C97">
              <a:alpha val="48000"/>
            </a:srgbClr>
          </a:solidFill>
          <a:ln w="0">
            <a:noFill/>
            <a:prstDash val="solid"/>
          </a:ln>
        </p:spPr>
      </p:sp>
      <p:sp>
        <p:nvSpPr>
          <p:cNvPr id="2923" name="03_assume_matched_8220">
            <a:extLst>
              <a:ext uri="{FF2B5EF4-FFF2-40B4-BE49-F238E27FC236}">
                <a16:creationId xmlns:a16="http://schemas.microsoft.com/office/drawing/2014/main" id="{DBCF0314-93CA-47C5-A978-7EA016EDCEF5}"/>
              </a:ext>
            </a:extLst>
          </p:cNvPr>
          <p:cNvSpPr>
            <a:spLocks noGrp="1"/>
          </p:cNvSpPr>
          <p:nvPr/>
        </p:nvSpPr>
        <p:spPr>
          <a:xfrm>
            <a:off x="2263823" y="6595037"/>
            <a:ext cx="28398" cy="28398"/>
          </a:xfrm>
          <a:prstGeom prst="ellipse">
            <a:avLst/>
          </a:prstGeom>
          <a:solidFill>
            <a:srgbClr val="7F8C97">
              <a:alpha val="48000"/>
            </a:srgbClr>
          </a:solidFill>
          <a:ln w="0">
            <a:noFill/>
            <a:prstDash val="solid"/>
          </a:ln>
        </p:spPr>
      </p:sp>
      <p:sp>
        <p:nvSpPr>
          <p:cNvPr id="2924" name="03_assume_matched_8221">
            <a:extLst>
              <a:ext uri="{FF2B5EF4-FFF2-40B4-BE49-F238E27FC236}">
                <a16:creationId xmlns:a16="http://schemas.microsoft.com/office/drawing/2014/main" id="{62294D48-B58C-4B60-8F7E-7BFC65722AB1}"/>
              </a:ext>
            </a:extLst>
          </p:cNvPr>
          <p:cNvSpPr>
            <a:spLocks noGrp="1"/>
          </p:cNvSpPr>
          <p:nvPr/>
        </p:nvSpPr>
        <p:spPr>
          <a:xfrm>
            <a:off x="2200647" y="6530051"/>
            <a:ext cx="28398" cy="28398"/>
          </a:xfrm>
          <a:prstGeom prst="ellipse">
            <a:avLst/>
          </a:prstGeom>
          <a:solidFill>
            <a:srgbClr val="7F8C97">
              <a:alpha val="48000"/>
            </a:srgbClr>
          </a:solidFill>
          <a:ln w="0">
            <a:noFill/>
            <a:prstDash val="solid"/>
          </a:ln>
        </p:spPr>
      </p:sp>
      <p:sp>
        <p:nvSpPr>
          <p:cNvPr id="2925" name="03_assume_matched_8222">
            <a:extLst>
              <a:ext uri="{FF2B5EF4-FFF2-40B4-BE49-F238E27FC236}">
                <a16:creationId xmlns:a16="http://schemas.microsoft.com/office/drawing/2014/main" id="{CE7F27F3-03DC-4FEB-B371-4AAD0323C4A4}"/>
              </a:ext>
            </a:extLst>
          </p:cNvPr>
          <p:cNvSpPr>
            <a:spLocks noGrp="1"/>
          </p:cNvSpPr>
          <p:nvPr/>
        </p:nvSpPr>
        <p:spPr>
          <a:xfrm>
            <a:off x="2291022" y="6595037"/>
            <a:ext cx="28398" cy="28398"/>
          </a:xfrm>
          <a:prstGeom prst="ellipse">
            <a:avLst/>
          </a:prstGeom>
          <a:solidFill>
            <a:srgbClr val="7F8C97">
              <a:alpha val="48000"/>
            </a:srgbClr>
          </a:solidFill>
          <a:ln w="0">
            <a:noFill/>
            <a:prstDash val="solid"/>
          </a:ln>
        </p:spPr>
      </p:sp>
      <p:sp>
        <p:nvSpPr>
          <p:cNvPr id="2926" name="03_assume_matched_8223">
            <a:extLst>
              <a:ext uri="{FF2B5EF4-FFF2-40B4-BE49-F238E27FC236}">
                <a16:creationId xmlns:a16="http://schemas.microsoft.com/office/drawing/2014/main" id="{D7886683-35A2-466F-BB4B-10F400104565}"/>
              </a:ext>
            </a:extLst>
          </p:cNvPr>
          <p:cNvSpPr>
            <a:spLocks noGrp="1"/>
          </p:cNvSpPr>
          <p:nvPr/>
        </p:nvSpPr>
        <p:spPr>
          <a:xfrm>
            <a:off x="2264111" y="6169677"/>
            <a:ext cx="28398" cy="28398"/>
          </a:xfrm>
          <a:prstGeom prst="ellipse">
            <a:avLst/>
          </a:prstGeom>
          <a:solidFill>
            <a:srgbClr val="7F8C97">
              <a:alpha val="48000"/>
            </a:srgbClr>
          </a:solidFill>
          <a:ln w="0">
            <a:noFill/>
            <a:prstDash val="solid"/>
          </a:ln>
        </p:spPr>
      </p:sp>
      <p:sp>
        <p:nvSpPr>
          <p:cNvPr id="2927" name="03_assume_matched_8224">
            <a:extLst>
              <a:ext uri="{FF2B5EF4-FFF2-40B4-BE49-F238E27FC236}">
                <a16:creationId xmlns:a16="http://schemas.microsoft.com/office/drawing/2014/main" id="{05E4B0EE-A3BE-4932-A9C9-74CC92852C81}"/>
              </a:ext>
            </a:extLst>
          </p:cNvPr>
          <p:cNvSpPr>
            <a:spLocks noGrp="1"/>
          </p:cNvSpPr>
          <p:nvPr/>
        </p:nvSpPr>
        <p:spPr>
          <a:xfrm>
            <a:off x="2181939" y="6595037"/>
            <a:ext cx="28398" cy="28398"/>
          </a:xfrm>
          <a:prstGeom prst="ellipse">
            <a:avLst/>
          </a:prstGeom>
          <a:solidFill>
            <a:srgbClr val="7F8C97">
              <a:alpha val="48000"/>
            </a:srgbClr>
          </a:solidFill>
          <a:ln w="0">
            <a:noFill/>
            <a:prstDash val="solid"/>
          </a:ln>
        </p:spPr>
      </p:sp>
      <p:sp>
        <p:nvSpPr>
          <p:cNvPr id="2928" name="03_assume_matched_8225">
            <a:extLst>
              <a:ext uri="{FF2B5EF4-FFF2-40B4-BE49-F238E27FC236}">
                <a16:creationId xmlns:a16="http://schemas.microsoft.com/office/drawing/2014/main" id="{1627C438-BFA5-46B6-A61B-660999ED4354}"/>
              </a:ext>
            </a:extLst>
          </p:cNvPr>
          <p:cNvSpPr>
            <a:spLocks noGrp="1"/>
          </p:cNvSpPr>
          <p:nvPr/>
        </p:nvSpPr>
        <p:spPr>
          <a:xfrm>
            <a:off x="2189278" y="6010168"/>
            <a:ext cx="28398" cy="28398"/>
          </a:xfrm>
          <a:prstGeom prst="ellipse">
            <a:avLst/>
          </a:prstGeom>
          <a:solidFill>
            <a:srgbClr val="7F8C97">
              <a:alpha val="48000"/>
            </a:srgbClr>
          </a:solidFill>
          <a:ln w="0">
            <a:noFill/>
            <a:prstDash val="solid"/>
          </a:ln>
        </p:spPr>
      </p:sp>
      <p:sp>
        <p:nvSpPr>
          <p:cNvPr id="2929" name="03_assume_matched_8226">
            <a:extLst>
              <a:ext uri="{FF2B5EF4-FFF2-40B4-BE49-F238E27FC236}">
                <a16:creationId xmlns:a16="http://schemas.microsoft.com/office/drawing/2014/main" id="{22A99C15-6BF6-45DF-A093-738797313D45}"/>
              </a:ext>
            </a:extLst>
          </p:cNvPr>
          <p:cNvSpPr>
            <a:spLocks noGrp="1"/>
          </p:cNvSpPr>
          <p:nvPr/>
        </p:nvSpPr>
        <p:spPr>
          <a:xfrm>
            <a:off x="2200503" y="6400080"/>
            <a:ext cx="28398" cy="28398"/>
          </a:xfrm>
          <a:prstGeom prst="ellipse">
            <a:avLst/>
          </a:prstGeom>
          <a:solidFill>
            <a:srgbClr val="7F8C97">
              <a:alpha val="48000"/>
            </a:srgbClr>
          </a:solidFill>
          <a:ln w="0">
            <a:noFill/>
            <a:prstDash val="solid"/>
          </a:ln>
        </p:spPr>
      </p:sp>
      <p:sp>
        <p:nvSpPr>
          <p:cNvPr id="2930" name="03_assume_matched_8227">
            <a:extLst>
              <a:ext uri="{FF2B5EF4-FFF2-40B4-BE49-F238E27FC236}">
                <a16:creationId xmlns:a16="http://schemas.microsoft.com/office/drawing/2014/main" id="{2E634E3B-A89A-4CD8-B048-3A8B331589C2}"/>
              </a:ext>
            </a:extLst>
          </p:cNvPr>
          <p:cNvSpPr>
            <a:spLocks noGrp="1"/>
          </p:cNvSpPr>
          <p:nvPr/>
        </p:nvSpPr>
        <p:spPr>
          <a:xfrm>
            <a:off x="2289871" y="6010168"/>
            <a:ext cx="28398" cy="28398"/>
          </a:xfrm>
          <a:prstGeom prst="ellipse">
            <a:avLst/>
          </a:prstGeom>
          <a:solidFill>
            <a:srgbClr val="7F8C97">
              <a:alpha val="48000"/>
            </a:srgbClr>
          </a:solidFill>
          <a:ln w="0">
            <a:noFill/>
            <a:prstDash val="solid"/>
          </a:ln>
        </p:spPr>
      </p:sp>
      <p:sp>
        <p:nvSpPr>
          <p:cNvPr id="2931" name="03_assume_matched_8228">
            <a:extLst>
              <a:ext uri="{FF2B5EF4-FFF2-40B4-BE49-F238E27FC236}">
                <a16:creationId xmlns:a16="http://schemas.microsoft.com/office/drawing/2014/main" id="{D926DBDE-D0EC-4CFC-AC35-AA63FF5C54BA}"/>
              </a:ext>
            </a:extLst>
          </p:cNvPr>
          <p:cNvSpPr>
            <a:spLocks noGrp="1"/>
          </p:cNvSpPr>
          <p:nvPr/>
        </p:nvSpPr>
        <p:spPr>
          <a:xfrm>
            <a:off x="2202806" y="6010168"/>
            <a:ext cx="28398" cy="28398"/>
          </a:xfrm>
          <a:prstGeom prst="ellipse">
            <a:avLst/>
          </a:prstGeom>
          <a:solidFill>
            <a:srgbClr val="7F8C97">
              <a:alpha val="48000"/>
            </a:srgbClr>
          </a:solidFill>
          <a:ln w="0">
            <a:noFill/>
            <a:prstDash val="solid"/>
          </a:ln>
        </p:spPr>
      </p:sp>
      <p:sp>
        <p:nvSpPr>
          <p:cNvPr id="2932" name="03_assume_matched_8229">
            <a:extLst>
              <a:ext uri="{FF2B5EF4-FFF2-40B4-BE49-F238E27FC236}">
                <a16:creationId xmlns:a16="http://schemas.microsoft.com/office/drawing/2014/main" id="{CDC72A5D-57AA-44AA-9245-BE92DF64F971}"/>
              </a:ext>
            </a:extLst>
          </p:cNvPr>
          <p:cNvSpPr>
            <a:spLocks noGrp="1"/>
          </p:cNvSpPr>
          <p:nvPr/>
        </p:nvSpPr>
        <p:spPr>
          <a:xfrm>
            <a:off x="2281812" y="6400080"/>
            <a:ext cx="28398" cy="28398"/>
          </a:xfrm>
          <a:prstGeom prst="ellipse">
            <a:avLst/>
          </a:prstGeom>
          <a:solidFill>
            <a:srgbClr val="7F8C97">
              <a:alpha val="48000"/>
            </a:srgbClr>
          </a:solidFill>
          <a:ln w="0">
            <a:noFill/>
            <a:prstDash val="solid"/>
          </a:ln>
        </p:spPr>
      </p:sp>
      <p:sp>
        <p:nvSpPr>
          <p:cNvPr id="2933" name="03_assume_matched_8230">
            <a:extLst>
              <a:ext uri="{FF2B5EF4-FFF2-40B4-BE49-F238E27FC236}">
                <a16:creationId xmlns:a16="http://schemas.microsoft.com/office/drawing/2014/main" id="{A8DB5EE5-11F3-4F24-A4DC-AD38CA86B3B3}"/>
              </a:ext>
            </a:extLst>
          </p:cNvPr>
          <p:cNvSpPr>
            <a:spLocks noGrp="1"/>
          </p:cNvSpPr>
          <p:nvPr/>
        </p:nvSpPr>
        <p:spPr>
          <a:xfrm>
            <a:off x="2282963" y="6010168"/>
            <a:ext cx="28398" cy="28398"/>
          </a:xfrm>
          <a:prstGeom prst="ellipse">
            <a:avLst/>
          </a:prstGeom>
          <a:solidFill>
            <a:srgbClr val="7F8C97">
              <a:alpha val="48000"/>
            </a:srgbClr>
          </a:solidFill>
          <a:ln w="0">
            <a:noFill/>
            <a:prstDash val="solid"/>
          </a:ln>
        </p:spPr>
      </p:sp>
      <p:sp>
        <p:nvSpPr>
          <p:cNvPr id="2934" name="03_assume_matched_8231">
            <a:extLst>
              <a:ext uri="{FF2B5EF4-FFF2-40B4-BE49-F238E27FC236}">
                <a16:creationId xmlns:a16="http://schemas.microsoft.com/office/drawing/2014/main" id="{C5CB0EA4-9755-4A90-88DB-7318DBBBE758}"/>
              </a:ext>
            </a:extLst>
          </p:cNvPr>
          <p:cNvSpPr>
            <a:spLocks noGrp="1"/>
          </p:cNvSpPr>
          <p:nvPr/>
        </p:nvSpPr>
        <p:spPr>
          <a:xfrm>
            <a:off x="2286705" y="6595037"/>
            <a:ext cx="28398" cy="28398"/>
          </a:xfrm>
          <a:prstGeom prst="ellipse">
            <a:avLst/>
          </a:prstGeom>
          <a:solidFill>
            <a:srgbClr val="7F8C97">
              <a:alpha val="48000"/>
            </a:srgbClr>
          </a:solidFill>
          <a:ln w="0">
            <a:noFill/>
            <a:prstDash val="solid"/>
          </a:ln>
        </p:spPr>
      </p:sp>
      <p:sp>
        <p:nvSpPr>
          <p:cNvPr id="2935" name="03_assume_matched_8232">
            <a:extLst>
              <a:ext uri="{FF2B5EF4-FFF2-40B4-BE49-F238E27FC236}">
                <a16:creationId xmlns:a16="http://schemas.microsoft.com/office/drawing/2014/main" id="{7730AA36-B10D-477D-93D2-4C9D233BE503}"/>
              </a:ext>
            </a:extLst>
          </p:cNvPr>
          <p:cNvSpPr>
            <a:spLocks noGrp="1"/>
          </p:cNvSpPr>
          <p:nvPr/>
        </p:nvSpPr>
        <p:spPr>
          <a:xfrm>
            <a:off x="2203957" y="6595037"/>
            <a:ext cx="28398" cy="28398"/>
          </a:xfrm>
          <a:prstGeom prst="ellipse">
            <a:avLst/>
          </a:prstGeom>
          <a:solidFill>
            <a:srgbClr val="7F8C97">
              <a:alpha val="48000"/>
            </a:srgbClr>
          </a:solidFill>
          <a:ln w="0">
            <a:noFill/>
            <a:prstDash val="solid"/>
          </a:ln>
        </p:spPr>
      </p:sp>
      <p:sp>
        <p:nvSpPr>
          <p:cNvPr id="2936" name="03_assume_matched_8233">
            <a:extLst>
              <a:ext uri="{FF2B5EF4-FFF2-40B4-BE49-F238E27FC236}">
                <a16:creationId xmlns:a16="http://schemas.microsoft.com/office/drawing/2014/main" id="{51F94AE2-5822-48DF-B9A6-5FC5E338136A}"/>
              </a:ext>
            </a:extLst>
          </p:cNvPr>
          <p:cNvSpPr>
            <a:spLocks noGrp="1"/>
          </p:cNvSpPr>
          <p:nvPr/>
        </p:nvSpPr>
        <p:spPr>
          <a:xfrm>
            <a:off x="2182227" y="6010168"/>
            <a:ext cx="28398" cy="28398"/>
          </a:xfrm>
          <a:prstGeom prst="ellipse">
            <a:avLst/>
          </a:prstGeom>
          <a:solidFill>
            <a:srgbClr val="7F8C97">
              <a:alpha val="48000"/>
            </a:srgbClr>
          </a:solidFill>
          <a:ln w="0">
            <a:noFill/>
            <a:prstDash val="solid"/>
          </a:ln>
        </p:spPr>
      </p:sp>
      <p:sp>
        <p:nvSpPr>
          <p:cNvPr id="2937" name="03_assume_matched_8234">
            <a:extLst>
              <a:ext uri="{FF2B5EF4-FFF2-40B4-BE49-F238E27FC236}">
                <a16:creationId xmlns:a16="http://schemas.microsoft.com/office/drawing/2014/main" id="{382F3F3A-AE04-4202-ADB5-6E371CED98BA}"/>
              </a:ext>
            </a:extLst>
          </p:cNvPr>
          <p:cNvSpPr>
            <a:spLocks noGrp="1"/>
          </p:cNvSpPr>
          <p:nvPr/>
        </p:nvSpPr>
        <p:spPr>
          <a:xfrm>
            <a:off x="2265982" y="6010168"/>
            <a:ext cx="28398" cy="28398"/>
          </a:xfrm>
          <a:prstGeom prst="ellipse">
            <a:avLst/>
          </a:prstGeom>
          <a:solidFill>
            <a:srgbClr val="7F8C97">
              <a:alpha val="48000"/>
            </a:srgbClr>
          </a:solidFill>
          <a:ln w="0">
            <a:noFill/>
            <a:prstDash val="solid"/>
          </a:ln>
        </p:spPr>
      </p:sp>
      <p:sp>
        <p:nvSpPr>
          <p:cNvPr id="2938" name="03_assume_matched_8235">
            <a:extLst>
              <a:ext uri="{FF2B5EF4-FFF2-40B4-BE49-F238E27FC236}">
                <a16:creationId xmlns:a16="http://schemas.microsoft.com/office/drawing/2014/main" id="{4733A363-6AFD-4B41-8CF4-D1C4126B0CD5}"/>
              </a:ext>
            </a:extLst>
          </p:cNvPr>
          <p:cNvSpPr>
            <a:spLocks noGrp="1"/>
          </p:cNvSpPr>
          <p:nvPr/>
        </p:nvSpPr>
        <p:spPr>
          <a:xfrm>
            <a:off x="2175463" y="6010168"/>
            <a:ext cx="28398" cy="28398"/>
          </a:xfrm>
          <a:prstGeom prst="ellipse">
            <a:avLst/>
          </a:prstGeom>
          <a:solidFill>
            <a:srgbClr val="7F8C97">
              <a:alpha val="48000"/>
            </a:srgbClr>
          </a:solidFill>
          <a:ln w="0">
            <a:noFill/>
            <a:prstDash val="solid"/>
          </a:ln>
        </p:spPr>
      </p:sp>
      <p:sp>
        <p:nvSpPr>
          <p:cNvPr id="2939" name="03_assume_matched_8236">
            <a:extLst>
              <a:ext uri="{FF2B5EF4-FFF2-40B4-BE49-F238E27FC236}">
                <a16:creationId xmlns:a16="http://schemas.microsoft.com/office/drawing/2014/main" id="{49441F67-778B-4A2A-BC93-8966518C65CC}"/>
              </a:ext>
            </a:extLst>
          </p:cNvPr>
          <p:cNvSpPr>
            <a:spLocks noGrp="1"/>
          </p:cNvSpPr>
          <p:nvPr/>
        </p:nvSpPr>
        <p:spPr>
          <a:xfrm>
            <a:off x="2269579" y="6010168"/>
            <a:ext cx="28398" cy="28398"/>
          </a:xfrm>
          <a:prstGeom prst="ellipse">
            <a:avLst/>
          </a:prstGeom>
          <a:solidFill>
            <a:srgbClr val="7F8C97">
              <a:alpha val="48000"/>
            </a:srgbClr>
          </a:solidFill>
          <a:ln w="0">
            <a:noFill/>
            <a:prstDash val="solid"/>
          </a:ln>
        </p:spPr>
      </p:sp>
      <p:sp>
        <p:nvSpPr>
          <p:cNvPr id="2940" name="03_assume_matched_8237">
            <a:extLst>
              <a:ext uri="{FF2B5EF4-FFF2-40B4-BE49-F238E27FC236}">
                <a16:creationId xmlns:a16="http://schemas.microsoft.com/office/drawing/2014/main" id="{862D04C9-9395-49AA-95A5-AB11A9DEF2FA}"/>
              </a:ext>
            </a:extLst>
          </p:cNvPr>
          <p:cNvSpPr>
            <a:spLocks noGrp="1"/>
          </p:cNvSpPr>
          <p:nvPr/>
        </p:nvSpPr>
        <p:spPr>
          <a:xfrm>
            <a:off x="2176758" y="6595037"/>
            <a:ext cx="28398" cy="28398"/>
          </a:xfrm>
          <a:prstGeom prst="ellipse">
            <a:avLst/>
          </a:prstGeom>
          <a:solidFill>
            <a:srgbClr val="7F8C97">
              <a:alpha val="48000"/>
            </a:srgbClr>
          </a:solidFill>
          <a:ln w="0">
            <a:noFill/>
            <a:prstDash val="solid"/>
          </a:ln>
        </p:spPr>
      </p:sp>
      <p:sp>
        <p:nvSpPr>
          <p:cNvPr id="2941" name="03_assume_matched_8238">
            <a:extLst>
              <a:ext uri="{FF2B5EF4-FFF2-40B4-BE49-F238E27FC236}">
                <a16:creationId xmlns:a16="http://schemas.microsoft.com/office/drawing/2014/main" id="{CEBFD9B3-FDD8-4899-BD36-D665B3506B3E}"/>
              </a:ext>
            </a:extLst>
          </p:cNvPr>
          <p:cNvSpPr>
            <a:spLocks noGrp="1"/>
          </p:cNvSpPr>
          <p:nvPr/>
        </p:nvSpPr>
        <p:spPr>
          <a:xfrm>
            <a:off x="2297210" y="6010168"/>
            <a:ext cx="28398" cy="28398"/>
          </a:xfrm>
          <a:prstGeom prst="ellipse">
            <a:avLst/>
          </a:prstGeom>
          <a:solidFill>
            <a:srgbClr val="7F8C97">
              <a:alpha val="48000"/>
            </a:srgbClr>
          </a:solidFill>
          <a:ln w="0">
            <a:noFill/>
            <a:prstDash val="solid"/>
          </a:ln>
        </p:spPr>
      </p:sp>
      <p:sp>
        <p:nvSpPr>
          <p:cNvPr id="2942" name="03_assume_matched_8239">
            <a:extLst>
              <a:ext uri="{FF2B5EF4-FFF2-40B4-BE49-F238E27FC236}">
                <a16:creationId xmlns:a16="http://schemas.microsoft.com/office/drawing/2014/main" id="{A7EC5BFE-B795-48DD-88DE-59A0FC35E472}"/>
              </a:ext>
            </a:extLst>
          </p:cNvPr>
          <p:cNvSpPr>
            <a:spLocks noGrp="1"/>
          </p:cNvSpPr>
          <p:nvPr/>
        </p:nvSpPr>
        <p:spPr>
          <a:xfrm>
            <a:off x="2275192" y="6010168"/>
            <a:ext cx="28398" cy="28398"/>
          </a:xfrm>
          <a:prstGeom prst="ellipse">
            <a:avLst/>
          </a:prstGeom>
          <a:solidFill>
            <a:srgbClr val="7F8C97">
              <a:alpha val="48000"/>
            </a:srgbClr>
          </a:solidFill>
          <a:ln w="0">
            <a:noFill/>
            <a:prstDash val="solid"/>
          </a:ln>
        </p:spPr>
      </p:sp>
      <p:sp>
        <p:nvSpPr>
          <p:cNvPr id="2943" name="03_assume_matched_8240">
            <a:extLst>
              <a:ext uri="{FF2B5EF4-FFF2-40B4-BE49-F238E27FC236}">
                <a16:creationId xmlns:a16="http://schemas.microsoft.com/office/drawing/2014/main" id="{DCB58EEE-0D30-4955-8489-615B7F620A89}"/>
              </a:ext>
            </a:extLst>
          </p:cNvPr>
          <p:cNvSpPr>
            <a:spLocks noGrp="1"/>
          </p:cNvSpPr>
          <p:nvPr/>
        </p:nvSpPr>
        <p:spPr>
          <a:xfrm>
            <a:off x="2223097" y="6010168"/>
            <a:ext cx="28398" cy="28398"/>
          </a:xfrm>
          <a:prstGeom prst="ellipse">
            <a:avLst/>
          </a:prstGeom>
          <a:solidFill>
            <a:srgbClr val="7F8C97">
              <a:alpha val="48000"/>
            </a:srgbClr>
          </a:solidFill>
          <a:ln w="0">
            <a:noFill/>
            <a:prstDash val="solid"/>
          </a:ln>
        </p:spPr>
      </p:sp>
      <p:sp>
        <p:nvSpPr>
          <p:cNvPr id="2944" name="03_assume_matched_8241">
            <a:extLst>
              <a:ext uri="{FF2B5EF4-FFF2-40B4-BE49-F238E27FC236}">
                <a16:creationId xmlns:a16="http://schemas.microsoft.com/office/drawing/2014/main" id="{3E28BC89-854F-432A-83AD-F1EAF14DB7B2}"/>
              </a:ext>
            </a:extLst>
          </p:cNvPr>
          <p:cNvSpPr>
            <a:spLocks noGrp="1"/>
          </p:cNvSpPr>
          <p:nvPr/>
        </p:nvSpPr>
        <p:spPr>
          <a:xfrm>
            <a:off x="2198776" y="6595037"/>
            <a:ext cx="28398" cy="28398"/>
          </a:xfrm>
          <a:prstGeom prst="ellipse">
            <a:avLst/>
          </a:prstGeom>
          <a:solidFill>
            <a:srgbClr val="7F8C97">
              <a:alpha val="48000"/>
            </a:srgbClr>
          </a:solidFill>
          <a:ln w="0">
            <a:noFill/>
            <a:prstDash val="solid"/>
          </a:ln>
        </p:spPr>
      </p:sp>
      <p:sp>
        <p:nvSpPr>
          <p:cNvPr id="2945" name="03_assume_matched_8242">
            <a:extLst>
              <a:ext uri="{FF2B5EF4-FFF2-40B4-BE49-F238E27FC236}">
                <a16:creationId xmlns:a16="http://schemas.microsoft.com/office/drawing/2014/main" id="{9D3A3265-E863-4625-9F12-CFEB87DF4BED}"/>
              </a:ext>
            </a:extLst>
          </p:cNvPr>
          <p:cNvSpPr>
            <a:spLocks noGrp="1"/>
          </p:cNvSpPr>
          <p:nvPr/>
        </p:nvSpPr>
        <p:spPr>
          <a:xfrm>
            <a:off x="2301239" y="6595037"/>
            <a:ext cx="28398" cy="28398"/>
          </a:xfrm>
          <a:prstGeom prst="ellipse">
            <a:avLst/>
          </a:prstGeom>
          <a:solidFill>
            <a:srgbClr val="7F8C97">
              <a:alpha val="48000"/>
            </a:srgbClr>
          </a:solidFill>
          <a:ln w="0">
            <a:noFill/>
            <a:prstDash val="solid"/>
          </a:ln>
        </p:spPr>
      </p:sp>
      <p:sp>
        <p:nvSpPr>
          <p:cNvPr id="2946" name="03_assume_matched_8243">
            <a:extLst>
              <a:ext uri="{FF2B5EF4-FFF2-40B4-BE49-F238E27FC236}">
                <a16:creationId xmlns:a16="http://schemas.microsoft.com/office/drawing/2014/main" id="{D702F784-8202-4385-9618-C7E7C2B6FF26}"/>
              </a:ext>
            </a:extLst>
          </p:cNvPr>
          <p:cNvSpPr>
            <a:spLocks noGrp="1"/>
          </p:cNvSpPr>
          <p:nvPr/>
        </p:nvSpPr>
        <p:spPr>
          <a:xfrm>
            <a:off x="2249000" y="6595037"/>
            <a:ext cx="28398" cy="28398"/>
          </a:xfrm>
          <a:prstGeom prst="ellipse">
            <a:avLst/>
          </a:prstGeom>
          <a:solidFill>
            <a:srgbClr val="7F8C97">
              <a:alpha val="48000"/>
            </a:srgbClr>
          </a:solidFill>
          <a:ln w="0">
            <a:noFill/>
            <a:prstDash val="solid"/>
          </a:ln>
        </p:spPr>
      </p:sp>
      <p:sp>
        <p:nvSpPr>
          <p:cNvPr id="2947" name="03_assume_matched_8244">
            <a:extLst>
              <a:ext uri="{FF2B5EF4-FFF2-40B4-BE49-F238E27FC236}">
                <a16:creationId xmlns:a16="http://schemas.microsoft.com/office/drawing/2014/main" id="{E65636BE-35DA-48F2-B765-1D1C98AB937B}"/>
              </a:ext>
            </a:extLst>
          </p:cNvPr>
          <p:cNvSpPr>
            <a:spLocks noGrp="1"/>
          </p:cNvSpPr>
          <p:nvPr/>
        </p:nvSpPr>
        <p:spPr>
          <a:xfrm>
            <a:off x="2281812" y="6595037"/>
            <a:ext cx="28398" cy="28398"/>
          </a:xfrm>
          <a:prstGeom prst="ellipse">
            <a:avLst/>
          </a:prstGeom>
          <a:solidFill>
            <a:srgbClr val="7F8C97">
              <a:alpha val="48000"/>
            </a:srgbClr>
          </a:solidFill>
          <a:ln w="0">
            <a:noFill/>
            <a:prstDash val="solid"/>
          </a:ln>
        </p:spPr>
      </p:sp>
      <p:sp>
        <p:nvSpPr>
          <p:cNvPr id="2948" name="03_assume_matched_8245">
            <a:extLst>
              <a:ext uri="{FF2B5EF4-FFF2-40B4-BE49-F238E27FC236}">
                <a16:creationId xmlns:a16="http://schemas.microsoft.com/office/drawing/2014/main" id="{CF77BDDF-B699-4A44-A727-9AFAF2E445F0}"/>
              </a:ext>
            </a:extLst>
          </p:cNvPr>
          <p:cNvSpPr>
            <a:spLocks noGrp="1"/>
          </p:cNvSpPr>
          <p:nvPr/>
        </p:nvSpPr>
        <p:spPr>
          <a:xfrm>
            <a:off x="2180932" y="6478063"/>
            <a:ext cx="28398" cy="28398"/>
          </a:xfrm>
          <a:prstGeom prst="ellipse">
            <a:avLst/>
          </a:prstGeom>
          <a:solidFill>
            <a:srgbClr val="7F8C97">
              <a:alpha val="48000"/>
            </a:srgbClr>
          </a:solidFill>
          <a:ln w="0">
            <a:noFill/>
            <a:prstDash val="solid"/>
          </a:ln>
        </p:spPr>
      </p:sp>
      <p:sp>
        <p:nvSpPr>
          <p:cNvPr id="2949" name="03_assume_matched_8246">
            <a:extLst>
              <a:ext uri="{FF2B5EF4-FFF2-40B4-BE49-F238E27FC236}">
                <a16:creationId xmlns:a16="http://schemas.microsoft.com/office/drawing/2014/main" id="{FA7FF9B6-C295-431C-BD70-45D313284A22}"/>
              </a:ext>
            </a:extLst>
          </p:cNvPr>
          <p:cNvSpPr>
            <a:spLocks noGrp="1"/>
          </p:cNvSpPr>
          <p:nvPr/>
        </p:nvSpPr>
        <p:spPr>
          <a:xfrm>
            <a:off x="2272889" y="6595037"/>
            <a:ext cx="28398" cy="28398"/>
          </a:xfrm>
          <a:prstGeom prst="ellipse">
            <a:avLst/>
          </a:prstGeom>
          <a:solidFill>
            <a:srgbClr val="7F8C97">
              <a:alpha val="48000"/>
            </a:srgbClr>
          </a:solidFill>
          <a:ln w="0">
            <a:noFill/>
            <a:prstDash val="solid"/>
          </a:ln>
        </p:spPr>
      </p:sp>
      <p:sp>
        <p:nvSpPr>
          <p:cNvPr id="2950" name="03_assume_matched_8247">
            <a:extLst>
              <a:ext uri="{FF2B5EF4-FFF2-40B4-BE49-F238E27FC236}">
                <a16:creationId xmlns:a16="http://schemas.microsoft.com/office/drawing/2014/main" id="{F42B6B1A-2B09-4C9A-8A0B-1D8A90EDF5D3}"/>
              </a:ext>
            </a:extLst>
          </p:cNvPr>
          <p:cNvSpPr>
            <a:spLocks noGrp="1"/>
          </p:cNvSpPr>
          <p:nvPr/>
        </p:nvSpPr>
        <p:spPr>
          <a:xfrm>
            <a:off x="2252023" y="6205124"/>
            <a:ext cx="28398" cy="28398"/>
          </a:xfrm>
          <a:prstGeom prst="ellipse">
            <a:avLst/>
          </a:prstGeom>
          <a:solidFill>
            <a:srgbClr val="7F8C97">
              <a:alpha val="48000"/>
            </a:srgbClr>
          </a:solidFill>
          <a:ln w="0">
            <a:noFill/>
            <a:prstDash val="solid"/>
          </a:ln>
        </p:spPr>
      </p:sp>
      <p:sp>
        <p:nvSpPr>
          <p:cNvPr id="2951" name="03_assume_matched_8248">
            <a:extLst>
              <a:ext uri="{FF2B5EF4-FFF2-40B4-BE49-F238E27FC236}">
                <a16:creationId xmlns:a16="http://schemas.microsoft.com/office/drawing/2014/main" id="{ED21FCBB-9F61-4469-AFD6-D4C4C69C8E23}"/>
              </a:ext>
            </a:extLst>
          </p:cNvPr>
          <p:cNvSpPr>
            <a:spLocks noGrp="1"/>
          </p:cNvSpPr>
          <p:nvPr/>
        </p:nvSpPr>
        <p:spPr>
          <a:xfrm>
            <a:off x="2160640" y="6010168"/>
            <a:ext cx="28398" cy="28398"/>
          </a:xfrm>
          <a:prstGeom prst="ellipse">
            <a:avLst/>
          </a:prstGeom>
          <a:solidFill>
            <a:srgbClr val="7F8C97">
              <a:alpha val="48000"/>
            </a:srgbClr>
          </a:solidFill>
          <a:ln w="0">
            <a:noFill/>
            <a:prstDash val="solid"/>
          </a:ln>
        </p:spPr>
      </p:sp>
      <p:sp>
        <p:nvSpPr>
          <p:cNvPr id="2952" name="03_assume_matched_8249">
            <a:extLst>
              <a:ext uri="{FF2B5EF4-FFF2-40B4-BE49-F238E27FC236}">
                <a16:creationId xmlns:a16="http://schemas.microsoft.com/office/drawing/2014/main" id="{1F23F313-8215-403C-B517-308B9CCF71E8}"/>
              </a:ext>
            </a:extLst>
          </p:cNvPr>
          <p:cNvSpPr>
            <a:spLocks noGrp="1"/>
          </p:cNvSpPr>
          <p:nvPr/>
        </p:nvSpPr>
        <p:spPr>
          <a:xfrm>
            <a:off x="2219931" y="6595037"/>
            <a:ext cx="28398" cy="28398"/>
          </a:xfrm>
          <a:prstGeom prst="ellipse">
            <a:avLst/>
          </a:prstGeom>
          <a:solidFill>
            <a:srgbClr val="7F8C97">
              <a:alpha val="48000"/>
            </a:srgbClr>
          </a:solidFill>
          <a:ln w="0">
            <a:noFill/>
            <a:prstDash val="solid"/>
          </a:ln>
        </p:spPr>
      </p:sp>
      <p:sp>
        <p:nvSpPr>
          <p:cNvPr id="2953" name="03_assume_matched_8250">
            <a:extLst>
              <a:ext uri="{FF2B5EF4-FFF2-40B4-BE49-F238E27FC236}">
                <a16:creationId xmlns:a16="http://schemas.microsoft.com/office/drawing/2014/main" id="{157B1FA8-0805-43FB-8018-32B3CDF58847}"/>
              </a:ext>
            </a:extLst>
          </p:cNvPr>
          <p:cNvSpPr>
            <a:spLocks noGrp="1"/>
          </p:cNvSpPr>
          <p:nvPr/>
        </p:nvSpPr>
        <p:spPr>
          <a:xfrm>
            <a:off x="2202086" y="6595037"/>
            <a:ext cx="28398" cy="28398"/>
          </a:xfrm>
          <a:prstGeom prst="ellipse">
            <a:avLst/>
          </a:prstGeom>
          <a:solidFill>
            <a:srgbClr val="7F8C97">
              <a:alpha val="48000"/>
            </a:srgbClr>
          </a:solidFill>
          <a:ln w="0">
            <a:noFill/>
            <a:prstDash val="solid"/>
          </a:ln>
        </p:spPr>
      </p:sp>
      <p:sp>
        <p:nvSpPr>
          <p:cNvPr id="2954" name="03_assume_matched_8251">
            <a:extLst>
              <a:ext uri="{FF2B5EF4-FFF2-40B4-BE49-F238E27FC236}">
                <a16:creationId xmlns:a16="http://schemas.microsoft.com/office/drawing/2014/main" id="{5515DCF5-0B0C-4940-AD15-287886F99273}"/>
              </a:ext>
            </a:extLst>
          </p:cNvPr>
          <p:cNvSpPr>
            <a:spLocks noGrp="1"/>
          </p:cNvSpPr>
          <p:nvPr/>
        </p:nvSpPr>
        <p:spPr>
          <a:xfrm>
            <a:off x="2234322" y="6010168"/>
            <a:ext cx="28398" cy="28398"/>
          </a:xfrm>
          <a:prstGeom prst="ellipse">
            <a:avLst/>
          </a:prstGeom>
          <a:solidFill>
            <a:srgbClr val="7F8C97">
              <a:alpha val="48000"/>
            </a:srgbClr>
          </a:solidFill>
          <a:ln w="0">
            <a:noFill/>
            <a:prstDash val="solid"/>
          </a:ln>
        </p:spPr>
      </p:sp>
      <p:sp>
        <p:nvSpPr>
          <p:cNvPr id="2955" name="03_assume_matched_8252">
            <a:extLst>
              <a:ext uri="{FF2B5EF4-FFF2-40B4-BE49-F238E27FC236}">
                <a16:creationId xmlns:a16="http://schemas.microsoft.com/office/drawing/2014/main" id="{1FB23953-8409-4D25-BA0C-4574992190E3}"/>
              </a:ext>
            </a:extLst>
          </p:cNvPr>
          <p:cNvSpPr>
            <a:spLocks noGrp="1"/>
          </p:cNvSpPr>
          <p:nvPr/>
        </p:nvSpPr>
        <p:spPr>
          <a:xfrm>
            <a:off x="2216189" y="6546298"/>
            <a:ext cx="28398" cy="28398"/>
          </a:xfrm>
          <a:prstGeom prst="ellipse">
            <a:avLst/>
          </a:prstGeom>
          <a:solidFill>
            <a:srgbClr val="7F8C97">
              <a:alpha val="48000"/>
            </a:srgbClr>
          </a:solidFill>
          <a:ln w="0">
            <a:noFill/>
            <a:prstDash val="solid"/>
          </a:ln>
        </p:spPr>
      </p:sp>
      <p:sp>
        <p:nvSpPr>
          <p:cNvPr id="2956" name="03_assume_matched_8253">
            <a:extLst>
              <a:ext uri="{FF2B5EF4-FFF2-40B4-BE49-F238E27FC236}">
                <a16:creationId xmlns:a16="http://schemas.microsoft.com/office/drawing/2014/main" id="{B8EE51EC-B5AC-4962-8B67-E3A6E9FA6DDE}"/>
              </a:ext>
            </a:extLst>
          </p:cNvPr>
          <p:cNvSpPr>
            <a:spLocks noGrp="1"/>
          </p:cNvSpPr>
          <p:nvPr/>
        </p:nvSpPr>
        <p:spPr>
          <a:xfrm>
            <a:off x="2278358" y="6448819"/>
            <a:ext cx="28398" cy="28398"/>
          </a:xfrm>
          <a:prstGeom prst="ellipse">
            <a:avLst/>
          </a:prstGeom>
          <a:solidFill>
            <a:srgbClr val="7F8C97">
              <a:alpha val="48000"/>
            </a:srgbClr>
          </a:solidFill>
          <a:ln w="0">
            <a:noFill/>
            <a:prstDash val="solid"/>
          </a:ln>
        </p:spPr>
      </p:sp>
      <p:sp>
        <p:nvSpPr>
          <p:cNvPr id="2957" name="03_assume_matched_8254">
            <a:extLst>
              <a:ext uri="{FF2B5EF4-FFF2-40B4-BE49-F238E27FC236}">
                <a16:creationId xmlns:a16="http://schemas.microsoft.com/office/drawing/2014/main" id="{687AC2EA-53A6-439A-A46E-5C7C105DA2B2}"/>
              </a:ext>
            </a:extLst>
          </p:cNvPr>
          <p:cNvSpPr>
            <a:spLocks noGrp="1"/>
          </p:cNvSpPr>
          <p:nvPr/>
        </p:nvSpPr>
        <p:spPr>
          <a:xfrm>
            <a:off x="2176470" y="6010168"/>
            <a:ext cx="28398" cy="28398"/>
          </a:xfrm>
          <a:prstGeom prst="ellipse">
            <a:avLst/>
          </a:prstGeom>
          <a:solidFill>
            <a:srgbClr val="7F8C97">
              <a:alpha val="48000"/>
            </a:srgbClr>
          </a:solidFill>
          <a:ln w="0">
            <a:noFill/>
            <a:prstDash val="solid"/>
          </a:ln>
        </p:spPr>
      </p:sp>
      <p:sp>
        <p:nvSpPr>
          <p:cNvPr id="2958" name="03_assume_matched_8255">
            <a:extLst>
              <a:ext uri="{FF2B5EF4-FFF2-40B4-BE49-F238E27FC236}">
                <a16:creationId xmlns:a16="http://schemas.microsoft.com/office/drawing/2014/main" id="{FD2A8AF3-8FA1-43E8-BC57-69E99B209F28}"/>
              </a:ext>
            </a:extLst>
          </p:cNvPr>
          <p:cNvSpPr>
            <a:spLocks noGrp="1"/>
          </p:cNvSpPr>
          <p:nvPr/>
        </p:nvSpPr>
        <p:spPr>
          <a:xfrm>
            <a:off x="2183090" y="6595037"/>
            <a:ext cx="28398" cy="28398"/>
          </a:xfrm>
          <a:prstGeom prst="ellipse">
            <a:avLst/>
          </a:prstGeom>
          <a:solidFill>
            <a:srgbClr val="7F8C97">
              <a:alpha val="48000"/>
            </a:srgbClr>
          </a:solidFill>
          <a:ln w="0">
            <a:noFill/>
            <a:prstDash val="solid"/>
          </a:ln>
        </p:spPr>
      </p:sp>
      <p:sp>
        <p:nvSpPr>
          <p:cNvPr id="2959" name="03_assume_matched_8256">
            <a:extLst>
              <a:ext uri="{FF2B5EF4-FFF2-40B4-BE49-F238E27FC236}">
                <a16:creationId xmlns:a16="http://schemas.microsoft.com/office/drawing/2014/main" id="{33A76571-3670-40E1-A426-2E0D89FF3B28}"/>
              </a:ext>
            </a:extLst>
          </p:cNvPr>
          <p:cNvSpPr>
            <a:spLocks noGrp="1"/>
          </p:cNvSpPr>
          <p:nvPr/>
        </p:nvSpPr>
        <p:spPr>
          <a:xfrm>
            <a:off x="2242956" y="6156385"/>
            <a:ext cx="28398" cy="28398"/>
          </a:xfrm>
          <a:prstGeom prst="ellipse">
            <a:avLst/>
          </a:prstGeom>
          <a:solidFill>
            <a:srgbClr val="7F8C97">
              <a:alpha val="48000"/>
            </a:srgbClr>
          </a:solidFill>
          <a:ln w="0">
            <a:noFill/>
            <a:prstDash val="solid"/>
          </a:ln>
        </p:spPr>
      </p:sp>
      <p:sp>
        <p:nvSpPr>
          <p:cNvPr id="2960" name="03_assume_matched_8257">
            <a:extLst>
              <a:ext uri="{FF2B5EF4-FFF2-40B4-BE49-F238E27FC236}">
                <a16:creationId xmlns:a16="http://schemas.microsoft.com/office/drawing/2014/main" id="{A5C2380E-B6DB-4921-B18F-431A67953FF7}"/>
              </a:ext>
            </a:extLst>
          </p:cNvPr>
          <p:cNvSpPr>
            <a:spLocks noGrp="1"/>
          </p:cNvSpPr>
          <p:nvPr/>
        </p:nvSpPr>
        <p:spPr>
          <a:xfrm>
            <a:off x="2241661" y="6010168"/>
            <a:ext cx="28398" cy="28398"/>
          </a:xfrm>
          <a:prstGeom prst="ellipse">
            <a:avLst/>
          </a:prstGeom>
          <a:solidFill>
            <a:srgbClr val="7F8C97">
              <a:alpha val="48000"/>
            </a:srgbClr>
          </a:solidFill>
          <a:ln w="0">
            <a:noFill/>
            <a:prstDash val="solid"/>
          </a:ln>
        </p:spPr>
      </p:sp>
      <p:sp>
        <p:nvSpPr>
          <p:cNvPr id="2961" name="03_assume_matched_8258">
            <a:extLst>
              <a:ext uri="{FF2B5EF4-FFF2-40B4-BE49-F238E27FC236}">
                <a16:creationId xmlns:a16="http://schemas.microsoft.com/office/drawing/2014/main" id="{C37C30A1-9157-4773-B85B-30692812DC11}"/>
              </a:ext>
            </a:extLst>
          </p:cNvPr>
          <p:cNvSpPr>
            <a:spLocks noGrp="1"/>
          </p:cNvSpPr>
          <p:nvPr/>
        </p:nvSpPr>
        <p:spPr>
          <a:xfrm>
            <a:off x="2288432" y="6010168"/>
            <a:ext cx="28398" cy="28398"/>
          </a:xfrm>
          <a:prstGeom prst="ellipse">
            <a:avLst/>
          </a:prstGeom>
          <a:solidFill>
            <a:srgbClr val="7F8C97">
              <a:alpha val="48000"/>
            </a:srgbClr>
          </a:solidFill>
          <a:ln w="0">
            <a:noFill/>
            <a:prstDash val="solid"/>
          </a:ln>
        </p:spPr>
      </p:sp>
      <p:sp>
        <p:nvSpPr>
          <p:cNvPr id="2962" name="03_assume_matched_8259">
            <a:extLst>
              <a:ext uri="{FF2B5EF4-FFF2-40B4-BE49-F238E27FC236}">
                <a16:creationId xmlns:a16="http://schemas.microsoft.com/office/drawing/2014/main" id="{07F7D13E-32BA-411C-8FB4-E6665262523E}"/>
              </a:ext>
            </a:extLst>
          </p:cNvPr>
          <p:cNvSpPr>
            <a:spLocks noGrp="1"/>
          </p:cNvSpPr>
          <p:nvPr/>
        </p:nvSpPr>
        <p:spPr>
          <a:xfrm>
            <a:off x="2266701" y="6156385"/>
            <a:ext cx="28398" cy="28398"/>
          </a:xfrm>
          <a:prstGeom prst="ellipse">
            <a:avLst/>
          </a:prstGeom>
          <a:solidFill>
            <a:srgbClr val="7F8C97">
              <a:alpha val="48000"/>
            </a:srgbClr>
          </a:solidFill>
          <a:ln w="0">
            <a:noFill/>
            <a:prstDash val="solid"/>
          </a:ln>
        </p:spPr>
      </p:sp>
      <p:sp>
        <p:nvSpPr>
          <p:cNvPr id="2963" name="03_assume_matched_8260">
            <a:extLst>
              <a:ext uri="{FF2B5EF4-FFF2-40B4-BE49-F238E27FC236}">
                <a16:creationId xmlns:a16="http://schemas.microsoft.com/office/drawing/2014/main" id="{0EB9F7FD-3494-41E2-967A-BC2D7C8133F1}"/>
              </a:ext>
            </a:extLst>
          </p:cNvPr>
          <p:cNvSpPr>
            <a:spLocks noGrp="1"/>
          </p:cNvSpPr>
          <p:nvPr/>
        </p:nvSpPr>
        <p:spPr>
          <a:xfrm>
            <a:off x="2198776" y="6595037"/>
            <a:ext cx="28398" cy="28398"/>
          </a:xfrm>
          <a:prstGeom prst="ellipse">
            <a:avLst/>
          </a:prstGeom>
          <a:solidFill>
            <a:srgbClr val="7F8C97">
              <a:alpha val="48000"/>
            </a:srgbClr>
          </a:solidFill>
          <a:ln w="0">
            <a:noFill/>
            <a:prstDash val="solid"/>
          </a:ln>
        </p:spPr>
      </p:sp>
      <p:sp>
        <p:nvSpPr>
          <p:cNvPr id="2964" name="03_assume_matched_8261">
            <a:extLst>
              <a:ext uri="{FF2B5EF4-FFF2-40B4-BE49-F238E27FC236}">
                <a16:creationId xmlns:a16="http://schemas.microsoft.com/office/drawing/2014/main" id="{63BF2124-3A01-4DFA-AC58-30F0DADD7222}"/>
              </a:ext>
            </a:extLst>
          </p:cNvPr>
          <p:cNvSpPr>
            <a:spLocks noGrp="1"/>
          </p:cNvSpPr>
          <p:nvPr/>
        </p:nvSpPr>
        <p:spPr>
          <a:xfrm>
            <a:off x="2269579" y="6595037"/>
            <a:ext cx="28398" cy="28398"/>
          </a:xfrm>
          <a:prstGeom prst="ellipse">
            <a:avLst/>
          </a:prstGeom>
          <a:solidFill>
            <a:srgbClr val="7F8C97">
              <a:alpha val="48000"/>
            </a:srgbClr>
          </a:solidFill>
          <a:ln w="0">
            <a:noFill/>
            <a:prstDash val="solid"/>
          </a:ln>
        </p:spPr>
      </p:sp>
      <p:sp>
        <p:nvSpPr>
          <p:cNvPr id="2965" name="03_assume_matched_8262">
            <a:extLst>
              <a:ext uri="{FF2B5EF4-FFF2-40B4-BE49-F238E27FC236}">
                <a16:creationId xmlns:a16="http://schemas.microsoft.com/office/drawing/2014/main" id="{84D899A4-63BF-402C-8BAB-E6789656F1C0}"/>
              </a:ext>
            </a:extLst>
          </p:cNvPr>
          <p:cNvSpPr>
            <a:spLocks noGrp="1"/>
          </p:cNvSpPr>
          <p:nvPr/>
        </p:nvSpPr>
        <p:spPr>
          <a:xfrm>
            <a:off x="2257923" y="6595037"/>
            <a:ext cx="28398" cy="28398"/>
          </a:xfrm>
          <a:prstGeom prst="ellipse">
            <a:avLst/>
          </a:prstGeom>
          <a:solidFill>
            <a:srgbClr val="7F8C97">
              <a:alpha val="48000"/>
            </a:srgbClr>
          </a:solidFill>
          <a:ln w="0">
            <a:noFill/>
            <a:prstDash val="solid"/>
          </a:ln>
        </p:spPr>
      </p:sp>
      <p:sp>
        <p:nvSpPr>
          <p:cNvPr id="2966" name="03_assume_matched_8263">
            <a:extLst>
              <a:ext uri="{FF2B5EF4-FFF2-40B4-BE49-F238E27FC236}">
                <a16:creationId xmlns:a16="http://schemas.microsoft.com/office/drawing/2014/main" id="{CD4CF963-7ECD-4080-B4D6-A0A811F54640}"/>
              </a:ext>
            </a:extLst>
          </p:cNvPr>
          <p:cNvSpPr>
            <a:spLocks noGrp="1"/>
          </p:cNvSpPr>
          <p:nvPr/>
        </p:nvSpPr>
        <p:spPr>
          <a:xfrm>
            <a:off x="2264111" y="6595037"/>
            <a:ext cx="28398" cy="28398"/>
          </a:xfrm>
          <a:prstGeom prst="ellipse">
            <a:avLst/>
          </a:prstGeom>
          <a:solidFill>
            <a:srgbClr val="7F8C97">
              <a:alpha val="48000"/>
            </a:srgbClr>
          </a:solidFill>
          <a:ln w="0">
            <a:noFill/>
            <a:prstDash val="solid"/>
          </a:ln>
        </p:spPr>
      </p:sp>
      <p:sp>
        <p:nvSpPr>
          <p:cNvPr id="2967" name="03_assume_matched_8264">
            <a:extLst>
              <a:ext uri="{FF2B5EF4-FFF2-40B4-BE49-F238E27FC236}">
                <a16:creationId xmlns:a16="http://schemas.microsoft.com/office/drawing/2014/main" id="{FFEADC76-928F-447B-A2BE-23F34AA78481}"/>
              </a:ext>
            </a:extLst>
          </p:cNvPr>
          <p:cNvSpPr>
            <a:spLocks noGrp="1"/>
          </p:cNvSpPr>
          <p:nvPr/>
        </p:nvSpPr>
        <p:spPr>
          <a:xfrm>
            <a:off x="2277494" y="6595037"/>
            <a:ext cx="28398" cy="28398"/>
          </a:xfrm>
          <a:prstGeom prst="ellipse">
            <a:avLst/>
          </a:prstGeom>
          <a:solidFill>
            <a:srgbClr val="7F8C97">
              <a:alpha val="48000"/>
            </a:srgbClr>
          </a:solidFill>
          <a:ln w="0">
            <a:noFill/>
            <a:prstDash val="solid"/>
          </a:ln>
        </p:spPr>
      </p:sp>
      <p:sp>
        <p:nvSpPr>
          <p:cNvPr id="2968" name="03_assume_matched_8265">
            <a:extLst>
              <a:ext uri="{FF2B5EF4-FFF2-40B4-BE49-F238E27FC236}">
                <a16:creationId xmlns:a16="http://schemas.microsoft.com/office/drawing/2014/main" id="{F58B9461-4E78-403D-88AB-76029E77FA49}"/>
              </a:ext>
            </a:extLst>
          </p:cNvPr>
          <p:cNvSpPr>
            <a:spLocks noGrp="1"/>
          </p:cNvSpPr>
          <p:nvPr/>
        </p:nvSpPr>
        <p:spPr>
          <a:xfrm>
            <a:off x="2186112" y="6010168"/>
            <a:ext cx="28398" cy="28398"/>
          </a:xfrm>
          <a:prstGeom prst="ellipse">
            <a:avLst/>
          </a:prstGeom>
          <a:solidFill>
            <a:srgbClr val="7F8C97">
              <a:alpha val="48000"/>
            </a:srgbClr>
          </a:solidFill>
          <a:ln w="0">
            <a:noFill/>
            <a:prstDash val="solid"/>
          </a:ln>
        </p:spPr>
      </p:sp>
      <p:sp>
        <p:nvSpPr>
          <p:cNvPr id="2969" name="03_assume_matched_8266">
            <a:extLst>
              <a:ext uri="{FF2B5EF4-FFF2-40B4-BE49-F238E27FC236}">
                <a16:creationId xmlns:a16="http://schemas.microsoft.com/office/drawing/2014/main" id="{8D27823A-58BB-4B2D-B91C-8FD26A078F7E}"/>
              </a:ext>
            </a:extLst>
          </p:cNvPr>
          <p:cNvSpPr>
            <a:spLocks noGrp="1"/>
          </p:cNvSpPr>
          <p:nvPr/>
        </p:nvSpPr>
        <p:spPr>
          <a:xfrm>
            <a:off x="2175319" y="6010168"/>
            <a:ext cx="28398" cy="28398"/>
          </a:xfrm>
          <a:prstGeom prst="ellipse">
            <a:avLst/>
          </a:prstGeom>
          <a:solidFill>
            <a:srgbClr val="7F8C97">
              <a:alpha val="48000"/>
            </a:srgbClr>
          </a:solidFill>
          <a:ln w="0">
            <a:noFill/>
            <a:prstDash val="solid"/>
          </a:ln>
        </p:spPr>
      </p:sp>
      <p:sp>
        <p:nvSpPr>
          <p:cNvPr id="2970" name="03_assume_matched_8267">
            <a:extLst>
              <a:ext uri="{FF2B5EF4-FFF2-40B4-BE49-F238E27FC236}">
                <a16:creationId xmlns:a16="http://schemas.microsoft.com/office/drawing/2014/main" id="{9D817EBA-EDE8-4795-A6A2-D49F920A7F95}"/>
              </a:ext>
            </a:extLst>
          </p:cNvPr>
          <p:cNvSpPr>
            <a:spLocks noGrp="1"/>
          </p:cNvSpPr>
          <p:nvPr/>
        </p:nvSpPr>
        <p:spPr>
          <a:xfrm>
            <a:off x="2258211" y="6156385"/>
            <a:ext cx="28398" cy="28398"/>
          </a:xfrm>
          <a:prstGeom prst="ellipse">
            <a:avLst/>
          </a:prstGeom>
          <a:solidFill>
            <a:srgbClr val="7F8C97">
              <a:alpha val="48000"/>
            </a:srgbClr>
          </a:solidFill>
          <a:ln w="0">
            <a:noFill/>
            <a:prstDash val="solid"/>
          </a:ln>
        </p:spPr>
      </p:sp>
      <p:sp>
        <p:nvSpPr>
          <p:cNvPr id="2971" name="03_assume_matched_8268">
            <a:extLst>
              <a:ext uri="{FF2B5EF4-FFF2-40B4-BE49-F238E27FC236}">
                <a16:creationId xmlns:a16="http://schemas.microsoft.com/office/drawing/2014/main" id="{5A24A419-84F2-4510-AFDC-EFFC39C5F38D}"/>
              </a:ext>
            </a:extLst>
          </p:cNvPr>
          <p:cNvSpPr>
            <a:spLocks noGrp="1"/>
          </p:cNvSpPr>
          <p:nvPr/>
        </p:nvSpPr>
        <p:spPr>
          <a:xfrm>
            <a:off x="2295339" y="6135497"/>
            <a:ext cx="28398" cy="28398"/>
          </a:xfrm>
          <a:prstGeom prst="ellipse">
            <a:avLst/>
          </a:prstGeom>
          <a:solidFill>
            <a:srgbClr val="7F8C97">
              <a:alpha val="48000"/>
            </a:srgbClr>
          </a:solidFill>
          <a:ln w="0">
            <a:noFill/>
            <a:prstDash val="solid"/>
          </a:ln>
        </p:spPr>
      </p:sp>
      <p:sp>
        <p:nvSpPr>
          <p:cNvPr id="2972" name="03_assume_matched_8269">
            <a:extLst>
              <a:ext uri="{FF2B5EF4-FFF2-40B4-BE49-F238E27FC236}">
                <a16:creationId xmlns:a16="http://schemas.microsoft.com/office/drawing/2014/main" id="{43919428-D40C-4C86-BBD7-D57289483FC0}"/>
              </a:ext>
            </a:extLst>
          </p:cNvPr>
          <p:cNvSpPr>
            <a:spLocks noGrp="1"/>
          </p:cNvSpPr>
          <p:nvPr/>
        </p:nvSpPr>
        <p:spPr>
          <a:xfrm>
            <a:off x="2301527" y="6010168"/>
            <a:ext cx="28398" cy="28398"/>
          </a:xfrm>
          <a:prstGeom prst="ellipse">
            <a:avLst/>
          </a:prstGeom>
          <a:solidFill>
            <a:srgbClr val="7F8C97">
              <a:alpha val="48000"/>
            </a:srgbClr>
          </a:solidFill>
          <a:ln w="0">
            <a:noFill/>
            <a:prstDash val="solid"/>
          </a:ln>
        </p:spPr>
      </p:sp>
      <p:sp>
        <p:nvSpPr>
          <p:cNvPr id="2973" name="03_assume_matched_8270">
            <a:extLst>
              <a:ext uri="{FF2B5EF4-FFF2-40B4-BE49-F238E27FC236}">
                <a16:creationId xmlns:a16="http://schemas.microsoft.com/office/drawing/2014/main" id="{C6BC9FE3-B922-4D24-9578-E584B7B72804}"/>
              </a:ext>
            </a:extLst>
          </p:cNvPr>
          <p:cNvSpPr>
            <a:spLocks noGrp="1"/>
          </p:cNvSpPr>
          <p:nvPr/>
        </p:nvSpPr>
        <p:spPr>
          <a:xfrm>
            <a:off x="2212591" y="6302602"/>
            <a:ext cx="28398" cy="28398"/>
          </a:xfrm>
          <a:prstGeom prst="ellipse">
            <a:avLst/>
          </a:prstGeom>
          <a:solidFill>
            <a:srgbClr val="7F8C97">
              <a:alpha val="48000"/>
            </a:srgbClr>
          </a:solidFill>
          <a:ln w="0">
            <a:noFill/>
            <a:prstDash val="solid"/>
          </a:ln>
        </p:spPr>
      </p:sp>
      <p:sp>
        <p:nvSpPr>
          <p:cNvPr id="2974" name="03_assume_matched_8271">
            <a:extLst>
              <a:ext uri="{FF2B5EF4-FFF2-40B4-BE49-F238E27FC236}">
                <a16:creationId xmlns:a16="http://schemas.microsoft.com/office/drawing/2014/main" id="{392E5438-44C8-422C-A3FA-277708B226C8}"/>
              </a:ext>
            </a:extLst>
          </p:cNvPr>
          <p:cNvSpPr>
            <a:spLocks noGrp="1"/>
          </p:cNvSpPr>
          <p:nvPr/>
        </p:nvSpPr>
        <p:spPr>
          <a:xfrm>
            <a:off x="2265406" y="6400080"/>
            <a:ext cx="28398" cy="28398"/>
          </a:xfrm>
          <a:prstGeom prst="ellipse">
            <a:avLst/>
          </a:prstGeom>
          <a:solidFill>
            <a:srgbClr val="7F8C97">
              <a:alpha val="48000"/>
            </a:srgbClr>
          </a:solidFill>
          <a:ln w="0">
            <a:noFill/>
            <a:prstDash val="solid"/>
          </a:ln>
        </p:spPr>
      </p:sp>
      <p:sp>
        <p:nvSpPr>
          <p:cNvPr id="2975" name="03_assume_matched_8272">
            <a:extLst>
              <a:ext uri="{FF2B5EF4-FFF2-40B4-BE49-F238E27FC236}">
                <a16:creationId xmlns:a16="http://schemas.microsoft.com/office/drawing/2014/main" id="{0E420AA5-ADC8-49C9-8C16-616D56092561}"/>
              </a:ext>
            </a:extLst>
          </p:cNvPr>
          <p:cNvSpPr>
            <a:spLocks noGrp="1"/>
          </p:cNvSpPr>
          <p:nvPr/>
        </p:nvSpPr>
        <p:spPr>
          <a:xfrm>
            <a:off x="2276343" y="6010168"/>
            <a:ext cx="28398" cy="28398"/>
          </a:xfrm>
          <a:prstGeom prst="ellipse">
            <a:avLst/>
          </a:prstGeom>
          <a:solidFill>
            <a:srgbClr val="7F8C97">
              <a:alpha val="48000"/>
            </a:srgbClr>
          </a:solidFill>
          <a:ln w="0">
            <a:noFill/>
            <a:prstDash val="solid"/>
          </a:ln>
        </p:spPr>
      </p:sp>
      <p:sp>
        <p:nvSpPr>
          <p:cNvPr id="2976" name="03_assume_matched_8273">
            <a:extLst>
              <a:ext uri="{FF2B5EF4-FFF2-40B4-BE49-F238E27FC236}">
                <a16:creationId xmlns:a16="http://schemas.microsoft.com/office/drawing/2014/main" id="{3F850EEF-F018-4BAB-8174-02C2141F6090}"/>
              </a:ext>
            </a:extLst>
          </p:cNvPr>
          <p:cNvSpPr>
            <a:spLocks noGrp="1"/>
          </p:cNvSpPr>
          <p:nvPr/>
        </p:nvSpPr>
        <p:spPr>
          <a:xfrm>
            <a:off x="2293756" y="6010168"/>
            <a:ext cx="28398" cy="28398"/>
          </a:xfrm>
          <a:prstGeom prst="ellipse">
            <a:avLst/>
          </a:prstGeom>
          <a:solidFill>
            <a:srgbClr val="7F8C97">
              <a:alpha val="48000"/>
            </a:srgbClr>
          </a:solidFill>
          <a:ln w="0">
            <a:noFill/>
            <a:prstDash val="solid"/>
          </a:ln>
        </p:spPr>
      </p:sp>
      <p:sp>
        <p:nvSpPr>
          <p:cNvPr id="2977" name="03_assume_matched_8274">
            <a:extLst>
              <a:ext uri="{FF2B5EF4-FFF2-40B4-BE49-F238E27FC236}">
                <a16:creationId xmlns:a16="http://schemas.microsoft.com/office/drawing/2014/main" id="{60551803-7019-4035-A079-05FD842C58A1}"/>
              </a:ext>
            </a:extLst>
          </p:cNvPr>
          <p:cNvSpPr>
            <a:spLocks noGrp="1"/>
          </p:cNvSpPr>
          <p:nvPr/>
        </p:nvSpPr>
        <p:spPr>
          <a:xfrm>
            <a:off x="2278502" y="6010168"/>
            <a:ext cx="28398" cy="28398"/>
          </a:xfrm>
          <a:prstGeom prst="ellipse">
            <a:avLst/>
          </a:prstGeom>
          <a:solidFill>
            <a:srgbClr val="7F8C97">
              <a:alpha val="48000"/>
            </a:srgbClr>
          </a:solidFill>
          <a:ln w="0">
            <a:noFill/>
            <a:prstDash val="solid"/>
          </a:ln>
        </p:spPr>
      </p:sp>
      <p:sp>
        <p:nvSpPr>
          <p:cNvPr id="2978" name="03_assume_matched_8275">
            <a:extLst>
              <a:ext uri="{FF2B5EF4-FFF2-40B4-BE49-F238E27FC236}">
                <a16:creationId xmlns:a16="http://schemas.microsoft.com/office/drawing/2014/main" id="{0FE099CB-85D8-4972-AEAB-4EA58828C2D5}"/>
              </a:ext>
            </a:extLst>
          </p:cNvPr>
          <p:cNvSpPr>
            <a:spLocks noGrp="1"/>
          </p:cNvSpPr>
          <p:nvPr/>
        </p:nvSpPr>
        <p:spPr>
          <a:xfrm>
            <a:off x="2256772" y="6010168"/>
            <a:ext cx="28398" cy="28398"/>
          </a:xfrm>
          <a:prstGeom prst="ellipse">
            <a:avLst/>
          </a:prstGeom>
          <a:solidFill>
            <a:srgbClr val="7F8C97">
              <a:alpha val="48000"/>
            </a:srgbClr>
          </a:solidFill>
          <a:ln w="0">
            <a:noFill/>
            <a:prstDash val="solid"/>
          </a:ln>
        </p:spPr>
      </p:sp>
      <p:sp>
        <p:nvSpPr>
          <p:cNvPr id="2979" name="03_assume_matched_8276">
            <a:extLst>
              <a:ext uri="{FF2B5EF4-FFF2-40B4-BE49-F238E27FC236}">
                <a16:creationId xmlns:a16="http://schemas.microsoft.com/office/drawing/2014/main" id="{9DABDF0C-BA14-4D01-A0C5-66A8751A4F69}"/>
              </a:ext>
            </a:extLst>
          </p:cNvPr>
          <p:cNvSpPr>
            <a:spLocks noGrp="1"/>
          </p:cNvSpPr>
          <p:nvPr/>
        </p:nvSpPr>
        <p:spPr>
          <a:xfrm>
            <a:off x="2168555" y="6010168"/>
            <a:ext cx="28398" cy="28398"/>
          </a:xfrm>
          <a:prstGeom prst="ellipse">
            <a:avLst/>
          </a:prstGeom>
          <a:solidFill>
            <a:srgbClr val="7F8C97">
              <a:alpha val="48000"/>
            </a:srgbClr>
          </a:solidFill>
          <a:ln w="0">
            <a:noFill/>
            <a:prstDash val="solid"/>
          </a:ln>
        </p:spPr>
      </p:sp>
      <p:sp>
        <p:nvSpPr>
          <p:cNvPr id="2980" name="03_assume_matched_8277">
            <a:extLst>
              <a:ext uri="{FF2B5EF4-FFF2-40B4-BE49-F238E27FC236}">
                <a16:creationId xmlns:a16="http://schemas.microsoft.com/office/drawing/2014/main" id="{06A95531-798F-48F4-9148-1E8C0A49622C}"/>
              </a:ext>
            </a:extLst>
          </p:cNvPr>
          <p:cNvSpPr>
            <a:spLocks noGrp="1"/>
          </p:cNvSpPr>
          <p:nvPr/>
        </p:nvSpPr>
        <p:spPr>
          <a:xfrm>
            <a:off x="2182515" y="6595037"/>
            <a:ext cx="28398" cy="28398"/>
          </a:xfrm>
          <a:prstGeom prst="ellipse">
            <a:avLst/>
          </a:prstGeom>
          <a:solidFill>
            <a:srgbClr val="7F8C97">
              <a:alpha val="48000"/>
            </a:srgbClr>
          </a:solidFill>
          <a:ln w="0">
            <a:noFill/>
            <a:prstDash val="solid"/>
          </a:ln>
        </p:spPr>
      </p:sp>
      <p:sp>
        <p:nvSpPr>
          <p:cNvPr id="2981" name="03_assume_matched_8278">
            <a:extLst>
              <a:ext uri="{FF2B5EF4-FFF2-40B4-BE49-F238E27FC236}">
                <a16:creationId xmlns:a16="http://schemas.microsoft.com/office/drawing/2014/main" id="{35AD6AF3-130D-4E4A-A89D-985FA27DD4DE}"/>
              </a:ext>
            </a:extLst>
          </p:cNvPr>
          <p:cNvSpPr>
            <a:spLocks noGrp="1"/>
          </p:cNvSpPr>
          <p:nvPr/>
        </p:nvSpPr>
        <p:spPr>
          <a:xfrm>
            <a:off x="2243676" y="6010168"/>
            <a:ext cx="28398" cy="28398"/>
          </a:xfrm>
          <a:prstGeom prst="ellipse">
            <a:avLst/>
          </a:prstGeom>
          <a:solidFill>
            <a:srgbClr val="7F8C97">
              <a:alpha val="48000"/>
            </a:srgbClr>
          </a:solidFill>
          <a:ln w="0">
            <a:noFill/>
            <a:prstDash val="solid"/>
          </a:ln>
        </p:spPr>
      </p:sp>
      <p:sp>
        <p:nvSpPr>
          <p:cNvPr id="2982" name="03_assume_matched_8279">
            <a:extLst>
              <a:ext uri="{FF2B5EF4-FFF2-40B4-BE49-F238E27FC236}">
                <a16:creationId xmlns:a16="http://schemas.microsoft.com/office/drawing/2014/main" id="{FC645F27-A4AB-4E8B-8E04-FC66FC77F722}"/>
              </a:ext>
            </a:extLst>
          </p:cNvPr>
          <p:cNvSpPr>
            <a:spLocks noGrp="1"/>
          </p:cNvSpPr>
          <p:nvPr/>
        </p:nvSpPr>
        <p:spPr>
          <a:xfrm>
            <a:off x="2188559" y="6595037"/>
            <a:ext cx="28398" cy="28398"/>
          </a:xfrm>
          <a:prstGeom prst="ellipse">
            <a:avLst/>
          </a:prstGeom>
          <a:solidFill>
            <a:srgbClr val="7F8C97">
              <a:alpha val="48000"/>
            </a:srgbClr>
          </a:solidFill>
          <a:ln w="0">
            <a:noFill/>
            <a:prstDash val="solid"/>
          </a:ln>
        </p:spPr>
      </p:sp>
      <p:sp>
        <p:nvSpPr>
          <p:cNvPr id="2983" name="03_assume_matched_8280">
            <a:extLst>
              <a:ext uri="{FF2B5EF4-FFF2-40B4-BE49-F238E27FC236}">
                <a16:creationId xmlns:a16="http://schemas.microsoft.com/office/drawing/2014/main" id="{51DDB543-5E2B-44AF-85CC-73588A616B31}"/>
              </a:ext>
            </a:extLst>
          </p:cNvPr>
          <p:cNvSpPr>
            <a:spLocks noGrp="1"/>
          </p:cNvSpPr>
          <p:nvPr/>
        </p:nvSpPr>
        <p:spPr>
          <a:xfrm>
            <a:off x="2214606" y="6010168"/>
            <a:ext cx="28398" cy="28398"/>
          </a:xfrm>
          <a:prstGeom prst="ellipse">
            <a:avLst/>
          </a:prstGeom>
          <a:solidFill>
            <a:srgbClr val="7F8C97">
              <a:alpha val="48000"/>
            </a:srgbClr>
          </a:solidFill>
          <a:ln w="0">
            <a:noFill/>
            <a:prstDash val="solid"/>
          </a:ln>
        </p:spPr>
      </p:sp>
      <p:sp>
        <p:nvSpPr>
          <p:cNvPr id="2984" name="03_assume_matched_8281">
            <a:extLst>
              <a:ext uri="{FF2B5EF4-FFF2-40B4-BE49-F238E27FC236}">
                <a16:creationId xmlns:a16="http://schemas.microsoft.com/office/drawing/2014/main" id="{5DB7A9F4-F5A8-41A1-8BCA-DB117D0CEA00}"/>
              </a:ext>
            </a:extLst>
          </p:cNvPr>
          <p:cNvSpPr>
            <a:spLocks noGrp="1"/>
          </p:cNvSpPr>
          <p:nvPr/>
        </p:nvSpPr>
        <p:spPr>
          <a:xfrm>
            <a:off x="2163662" y="6595037"/>
            <a:ext cx="28398" cy="28398"/>
          </a:xfrm>
          <a:prstGeom prst="ellipse">
            <a:avLst/>
          </a:prstGeom>
          <a:solidFill>
            <a:srgbClr val="7F8C97">
              <a:alpha val="48000"/>
            </a:srgbClr>
          </a:solidFill>
          <a:ln w="0">
            <a:noFill/>
            <a:prstDash val="solid"/>
          </a:ln>
        </p:spPr>
      </p:sp>
      <p:sp>
        <p:nvSpPr>
          <p:cNvPr id="2985" name="03_assume_matched_8282">
            <a:extLst>
              <a:ext uri="{FF2B5EF4-FFF2-40B4-BE49-F238E27FC236}">
                <a16:creationId xmlns:a16="http://schemas.microsoft.com/office/drawing/2014/main" id="{7AD3FEBC-1441-4D42-AE58-81AC5A5A5212}"/>
              </a:ext>
            </a:extLst>
          </p:cNvPr>
          <p:cNvSpPr>
            <a:spLocks noGrp="1"/>
          </p:cNvSpPr>
          <p:nvPr/>
        </p:nvSpPr>
        <p:spPr>
          <a:xfrm>
            <a:off x="3036342" y="6010168"/>
            <a:ext cx="28398" cy="28398"/>
          </a:xfrm>
          <a:prstGeom prst="ellipse">
            <a:avLst/>
          </a:prstGeom>
          <a:solidFill>
            <a:srgbClr val="7F8C97">
              <a:alpha val="48000"/>
            </a:srgbClr>
          </a:solidFill>
          <a:ln w="0">
            <a:noFill/>
            <a:prstDash val="solid"/>
          </a:ln>
        </p:spPr>
      </p:sp>
      <p:sp>
        <p:nvSpPr>
          <p:cNvPr id="2986" name="03_assume_matched_8283">
            <a:extLst>
              <a:ext uri="{FF2B5EF4-FFF2-40B4-BE49-F238E27FC236}">
                <a16:creationId xmlns:a16="http://schemas.microsoft.com/office/drawing/2014/main" id="{F7737290-1E50-4A89-8537-54C19AF674FD}"/>
              </a:ext>
            </a:extLst>
          </p:cNvPr>
          <p:cNvSpPr>
            <a:spLocks noGrp="1"/>
          </p:cNvSpPr>
          <p:nvPr/>
        </p:nvSpPr>
        <p:spPr>
          <a:xfrm>
            <a:off x="3024829" y="6010168"/>
            <a:ext cx="28398" cy="28398"/>
          </a:xfrm>
          <a:prstGeom prst="ellipse">
            <a:avLst/>
          </a:prstGeom>
          <a:solidFill>
            <a:srgbClr val="7F8C97">
              <a:alpha val="48000"/>
            </a:srgbClr>
          </a:solidFill>
          <a:ln w="0">
            <a:noFill/>
            <a:prstDash val="solid"/>
          </a:ln>
        </p:spPr>
      </p:sp>
      <p:sp>
        <p:nvSpPr>
          <p:cNvPr id="2987" name="03_assume_matched_8284">
            <a:extLst>
              <a:ext uri="{FF2B5EF4-FFF2-40B4-BE49-F238E27FC236}">
                <a16:creationId xmlns:a16="http://schemas.microsoft.com/office/drawing/2014/main" id="{C7B8FD52-2EBA-49A7-B9EA-489828766A32}"/>
              </a:ext>
            </a:extLst>
          </p:cNvPr>
          <p:cNvSpPr>
            <a:spLocks noGrp="1"/>
          </p:cNvSpPr>
          <p:nvPr/>
        </p:nvSpPr>
        <p:spPr>
          <a:xfrm>
            <a:off x="2967697" y="6010168"/>
            <a:ext cx="28398" cy="28398"/>
          </a:xfrm>
          <a:prstGeom prst="ellipse">
            <a:avLst/>
          </a:prstGeom>
          <a:solidFill>
            <a:srgbClr val="7F8C97">
              <a:alpha val="48000"/>
            </a:srgbClr>
          </a:solidFill>
          <a:ln w="0">
            <a:noFill/>
            <a:prstDash val="solid"/>
          </a:ln>
        </p:spPr>
      </p:sp>
      <p:sp>
        <p:nvSpPr>
          <p:cNvPr id="2988" name="03_assume_matched_8285">
            <a:extLst>
              <a:ext uri="{FF2B5EF4-FFF2-40B4-BE49-F238E27FC236}">
                <a16:creationId xmlns:a16="http://schemas.microsoft.com/office/drawing/2014/main" id="{4986BC6A-0A2E-4241-9657-98FDC09AC661}"/>
              </a:ext>
            </a:extLst>
          </p:cNvPr>
          <p:cNvSpPr>
            <a:spLocks noGrp="1"/>
          </p:cNvSpPr>
          <p:nvPr/>
        </p:nvSpPr>
        <p:spPr>
          <a:xfrm>
            <a:off x="3046559" y="6010168"/>
            <a:ext cx="28398" cy="28398"/>
          </a:xfrm>
          <a:prstGeom prst="ellipse">
            <a:avLst/>
          </a:prstGeom>
          <a:solidFill>
            <a:srgbClr val="7F8C97">
              <a:alpha val="48000"/>
            </a:srgbClr>
          </a:solidFill>
          <a:ln w="0">
            <a:noFill/>
            <a:prstDash val="solid"/>
          </a:ln>
        </p:spPr>
      </p:sp>
      <p:sp>
        <p:nvSpPr>
          <p:cNvPr id="2989" name="03_assume_matched_8286">
            <a:extLst>
              <a:ext uri="{FF2B5EF4-FFF2-40B4-BE49-F238E27FC236}">
                <a16:creationId xmlns:a16="http://schemas.microsoft.com/office/drawing/2014/main" id="{0818D87C-B6F9-4C8E-A2D1-AEE494519924}"/>
              </a:ext>
            </a:extLst>
          </p:cNvPr>
          <p:cNvSpPr>
            <a:spLocks noGrp="1"/>
          </p:cNvSpPr>
          <p:nvPr/>
        </p:nvSpPr>
        <p:spPr>
          <a:xfrm>
            <a:off x="3014324" y="6010168"/>
            <a:ext cx="28398" cy="28398"/>
          </a:xfrm>
          <a:prstGeom prst="ellipse">
            <a:avLst/>
          </a:prstGeom>
          <a:solidFill>
            <a:srgbClr val="7F8C97">
              <a:alpha val="48000"/>
            </a:srgbClr>
          </a:solidFill>
          <a:ln w="0">
            <a:noFill/>
            <a:prstDash val="solid"/>
          </a:ln>
        </p:spPr>
      </p:sp>
      <p:sp>
        <p:nvSpPr>
          <p:cNvPr id="2990" name="03_assume_matched_8287">
            <a:extLst>
              <a:ext uri="{FF2B5EF4-FFF2-40B4-BE49-F238E27FC236}">
                <a16:creationId xmlns:a16="http://schemas.microsoft.com/office/drawing/2014/main" id="{9DB51CCA-AC63-4258-92FC-555E6CE7E957}"/>
              </a:ext>
            </a:extLst>
          </p:cNvPr>
          <p:cNvSpPr>
            <a:spLocks noGrp="1"/>
          </p:cNvSpPr>
          <p:nvPr/>
        </p:nvSpPr>
        <p:spPr>
          <a:xfrm>
            <a:off x="2919056" y="6010168"/>
            <a:ext cx="28398" cy="28398"/>
          </a:xfrm>
          <a:prstGeom prst="ellipse">
            <a:avLst/>
          </a:prstGeom>
          <a:solidFill>
            <a:srgbClr val="7F8C97">
              <a:alpha val="48000"/>
            </a:srgbClr>
          </a:solidFill>
          <a:ln w="0">
            <a:noFill/>
            <a:prstDash val="solid"/>
          </a:ln>
        </p:spPr>
      </p:sp>
      <p:sp>
        <p:nvSpPr>
          <p:cNvPr id="2991" name="03_assume_matched_8288">
            <a:extLst>
              <a:ext uri="{FF2B5EF4-FFF2-40B4-BE49-F238E27FC236}">
                <a16:creationId xmlns:a16="http://schemas.microsoft.com/office/drawing/2014/main" id="{5806EA2B-AB44-485E-A67D-9EDB50DCC8AB}"/>
              </a:ext>
            </a:extLst>
          </p:cNvPr>
          <p:cNvSpPr>
            <a:spLocks noGrp="1"/>
          </p:cNvSpPr>
          <p:nvPr/>
        </p:nvSpPr>
        <p:spPr>
          <a:xfrm>
            <a:off x="2949708" y="6302602"/>
            <a:ext cx="28398" cy="28398"/>
          </a:xfrm>
          <a:prstGeom prst="ellipse">
            <a:avLst/>
          </a:prstGeom>
          <a:solidFill>
            <a:srgbClr val="7F8C97">
              <a:alpha val="48000"/>
            </a:srgbClr>
          </a:solidFill>
          <a:ln w="0">
            <a:noFill/>
            <a:prstDash val="solid"/>
          </a:ln>
        </p:spPr>
      </p:sp>
      <p:sp>
        <p:nvSpPr>
          <p:cNvPr id="2992" name="03_assume_matched_8289">
            <a:extLst>
              <a:ext uri="{FF2B5EF4-FFF2-40B4-BE49-F238E27FC236}">
                <a16:creationId xmlns:a16="http://schemas.microsoft.com/office/drawing/2014/main" id="{37696200-56DF-47D3-97FE-A1EA72D20068}"/>
              </a:ext>
            </a:extLst>
          </p:cNvPr>
          <p:cNvSpPr>
            <a:spLocks noGrp="1"/>
          </p:cNvSpPr>
          <p:nvPr/>
        </p:nvSpPr>
        <p:spPr>
          <a:xfrm>
            <a:off x="2918768" y="6448819"/>
            <a:ext cx="28398" cy="28398"/>
          </a:xfrm>
          <a:prstGeom prst="ellipse">
            <a:avLst/>
          </a:prstGeom>
          <a:solidFill>
            <a:srgbClr val="7F8C97">
              <a:alpha val="48000"/>
            </a:srgbClr>
          </a:solidFill>
          <a:ln w="0">
            <a:noFill/>
            <a:prstDash val="solid"/>
          </a:ln>
        </p:spPr>
      </p:sp>
      <p:sp>
        <p:nvSpPr>
          <p:cNvPr id="2993" name="03_assume_matched_8290">
            <a:extLst>
              <a:ext uri="{FF2B5EF4-FFF2-40B4-BE49-F238E27FC236}">
                <a16:creationId xmlns:a16="http://schemas.microsoft.com/office/drawing/2014/main" id="{F4CA5481-4AFD-49A8-BA59-68E360FF72E2}"/>
              </a:ext>
            </a:extLst>
          </p:cNvPr>
          <p:cNvSpPr>
            <a:spLocks noGrp="1"/>
          </p:cNvSpPr>
          <p:nvPr/>
        </p:nvSpPr>
        <p:spPr>
          <a:xfrm>
            <a:off x="3000077" y="6010168"/>
            <a:ext cx="28398" cy="28398"/>
          </a:xfrm>
          <a:prstGeom prst="ellipse">
            <a:avLst/>
          </a:prstGeom>
          <a:solidFill>
            <a:srgbClr val="7F8C97">
              <a:alpha val="48000"/>
            </a:srgbClr>
          </a:solidFill>
          <a:ln w="0">
            <a:noFill/>
            <a:prstDash val="solid"/>
          </a:ln>
        </p:spPr>
      </p:sp>
      <p:sp>
        <p:nvSpPr>
          <p:cNvPr id="2994" name="03_assume_matched_8291">
            <a:extLst>
              <a:ext uri="{FF2B5EF4-FFF2-40B4-BE49-F238E27FC236}">
                <a16:creationId xmlns:a16="http://schemas.microsoft.com/office/drawing/2014/main" id="{6EC130BE-DCBD-46DC-8274-56C465A8229E}"/>
              </a:ext>
            </a:extLst>
          </p:cNvPr>
          <p:cNvSpPr>
            <a:spLocks noGrp="1"/>
          </p:cNvSpPr>
          <p:nvPr/>
        </p:nvSpPr>
        <p:spPr>
          <a:xfrm>
            <a:off x="2981368" y="6010168"/>
            <a:ext cx="28398" cy="28398"/>
          </a:xfrm>
          <a:prstGeom prst="ellipse">
            <a:avLst/>
          </a:prstGeom>
          <a:solidFill>
            <a:srgbClr val="7F8C97">
              <a:alpha val="48000"/>
            </a:srgbClr>
          </a:solidFill>
          <a:ln w="0">
            <a:noFill/>
            <a:prstDash val="solid"/>
          </a:ln>
        </p:spPr>
      </p:sp>
      <p:sp>
        <p:nvSpPr>
          <p:cNvPr id="2995" name="03_assume_matched_8292">
            <a:extLst>
              <a:ext uri="{FF2B5EF4-FFF2-40B4-BE49-F238E27FC236}">
                <a16:creationId xmlns:a16="http://schemas.microsoft.com/office/drawing/2014/main" id="{05A65149-635D-4C0E-A65D-6254CC433505}"/>
              </a:ext>
            </a:extLst>
          </p:cNvPr>
          <p:cNvSpPr>
            <a:spLocks noGrp="1"/>
          </p:cNvSpPr>
          <p:nvPr/>
        </p:nvSpPr>
        <p:spPr>
          <a:xfrm>
            <a:off x="2966114" y="6010168"/>
            <a:ext cx="28398" cy="28398"/>
          </a:xfrm>
          <a:prstGeom prst="ellipse">
            <a:avLst/>
          </a:prstGeom>
          <a:solidFill>
            <a:srgbClr val="7F8C97">
              <a:alpha val="48000"/>
            </a:srgbClr>
          </a:solidFill>
          <a:ln w="0">
            <a:noFill/>
            <a:prstDash val="solid"/>
          </a:ln>
        </p:spPr>
      </p:sp>
      <p:sp>
        <p:nvSpPr>
          <p:cNvPr id="2996" name="03_assume_matched_8293">
            <a:extLst>
              <a:ext uri="{FF2B5EF4-FFF2-40B4-BE49-F238E27FC236}">
                <a16:creationId xmlns:a16="http://schemas.microsoft.com/office/drawing/2014/main" id="{1083370E-315E-4650-8D1E-4CFFB21DF79F}"/>
              </a:ext>
            </a:extLst>
          </p:cNvPr>
          <p:cNvSpPr>
            <a:spLocks noGrp="1"/>
          </p:cNvSpPr>
          <p:nvPr/>
        </p:nvSpPr>
        <p:spPr>
          <a:xfrm>
            <a:off x="2951867" y="6595037"/>
            <a:ext cx="28398" cy="28398"/>
          </a:xfrm>
          <a:prstGeom prst="ellipse">
            <a:avLst/>
          </a:prstGeom>
          <a:solidFill>
            <a:srgbClr val="7F8C97">
              <a:alpha val="48000"/>
            </a:srgbClr>
          </a:solidFill>
          <a:ln w="0">
            <a:noFill/>
            <a:prstDash val="solid"/>
          </a:ln>
        </p:spPr>
      </p:sp>
      <p:sp>
        <p:nvSpPr>
          <p:cNvPr id="2997" name="03_assume_matched_8294">
            <a:extLst>
              <a:ext uri="{FF2B5EF4-FFF2-40B4-BE49-F238E27FC236}">
                <a16:creationId xmlns:a16="http://schemas.microsoft.com/office/drawing/2014/main" id="{6222FE73-0BA8-45B9-B2EC-CA82FA79AA0B}"/>
              </a:ext>
            </a:extLst>
          </p:cNvPr>
          <p:cNvSpPr>
            <a:spLocks noGrp="1"/>
          </p:cNvSpPr>
          <p:nvPr/>
        </p:nvSpPr>
        <p:spPr>
          <a:xfrm>
            <a:off x="2968273" y="6010168"/>
            <a:ext cx="28398" cy="28398"/>
          </a:xfrm>
          <a:prstGeom prst="ellipse">
            <a:avLst/>
          </a:prstGeom>
          <a:solidFill>
            <a:srgbClr val="7F8C97">
              <a:alpha val="48000"/>
            </a:srgbClr>
          </a:solidFill>
          <a:ln w="0">
            <a:noFill/>
            <a:prstDash val="solid"/>
          </a:ln>
        </p:spPr>
      </p:sp>
      <p:sp>
        <p:nvSpPr>
          <p:cNvPr id="2998" name="03_assume_matched_8295">
            <a:extLst>
              <a:ext uri="{FF2B5EF4-FFF2-40B4-BE49-F238E27FC236}">
                <a16:creationId xmlns:a16="http://schemas.microsoft.com/office/drawing/2014/main" id="{7E15A7DD-78C0-4854-B296-880A8BF366BC}"/>
              </a:ext>
            </a:extLst>
          </p:cNvPr>
          <p:cNvSpPr>
            <a:spLocks noGrp="1"/>
          </p:cNvSpPr>
          <p:nvPr/>
        </p:nvSpPr>
        <p:spPr>
          <a:xfrm>
            <a:off x="3053467" y="6302602"/>
            <a:ext cx="28398" cy="28398"/>
          </a:xfrm>
          <a:prstGeom prst="ellipse">
            <a:avLst/>
          </a:prstGeom>
          <a:solidFill>
            <a:srgbClr val="7F8C97">
              <a:alpha val="48000"/>
            </a:srgbClr>
          </a:solidFill>
          <a:ln w="0">
            <a:noFill/>
            <a:prstDash val="solid"/>
          </a:ln>
        </p:spPr>
      </p:sp>
      <p:sp>
        <p:nvSpPr>
          <p:cNvPr id="2999" name="03_assume_matched_8296">
            <a:extLst>
              <a:ext uri="{FF2B5EF4-FFF2-40B4-BE49-F238E27FC236}">
                <a16:creationId xmlns:a16="http://schemas.microsoft.com/office/drawing/2014/main" id="{22FA2C53-F675-4DC7-B74E-515DAC253034}"/>
              </a:ext>
            </a:extLst>
          </p:cNvPr>
          <p:cNvSpPr>
            <a:spLocks noGrp="1"/>
          </p:cNvSpPr>
          <p:nvPr/>
        </p:nvSpPr>
        <p:spPr>
          <a:xfrm>
            <a:off x="3008423" y="6010168"/>
            <a:ext cx="28398" cy="28398"/>
          </a:xfrm>
          <a:prstGeom prst="ellipse">
            <a:avLst/>
          </a:prstGeom>
          <a:solidFill>
            <a:srgbClr val="7F8C97">
              <a:alpha val="48000"/>
            </a:srgbClr>
          </a:solidFill>
          <a:ln w="0">
            <a:noFill/>
            <a:prstDash val="solid"/>
          </a:ln>
        </p:spPr>
      </p:sp>
      <p:sp>
        <p:nvSpPr>
          <p:cNvPr id="3000" name="03_assume_matched_8297">
            <a:extLst>
              <a:ext uri="{FF2B5EF4-FFF2-40B4-BE49-F238E27FC236}">
                <a16:creationId xmlns:a16="http://schemas.microsoft.com/office/drawing/2014/main" id="{6598E33B-A32D-4EF4-9569-07EE126316F9}"/>
              </a:ext>
            </a:extLst>
          </p:cNvPr>
          <p:cNvSpPr>
            <a:spLocks noGrp="1"/>
          </p:cNvSpPr>
          <p:nvPr/>
        </p:nvSpPr>
        <p:spPr>
          <a:xfrm>
            <a:off x="3018209" y="6595037"/>
            <a:ext cx="28398" cy="28398"/>
          </a:xfrm>
          <a:prstGeom prst="ellipse">
            <a:avLst/>
          </a:prstGeom>
          <a:solidFill>
            <a:srgbClr val="7F8C97">
              <a:alpha val="48000"/>
            </a:srgbClr>
          </a:solidFill>
          <a:ln w="0">
            <a:noFill/>
            <a:prstDash val="solid"/>
          </a:ln>
        </p:spPr>
      </p:sp>
      <p:sp>
        <p:nvSpPr>
          <p:cNvPr id="3001" name="03_assume_matched_8298">
            <a:extLst>
              <a:ext uri="{FF2B5EF4-FFF2-40B4-BE49-F238E27FC236}">
                <a16:creationId xmlns:a16="http://schemas.microsoft.com/office/drawing/2014/main" id="{DE54AA22-59D4-49A3-81D0-233E4700210F}"/>
              </a:ext>
            </a:extLst>
          </p:cNvPr>
          <p:cNvSpPr>
            <a:spLocks noGrp="1"/>
          </p:cNvSpPr>
          <p:nvPr/>
        </p:nvSpPr>
        <p:spPr>
          <a:xfrm>
            <a:off x="2955033" y="6530051"/>
            <a:ext cx="28398" cy="28398"/>
          </a:xfrm>
          <a:prstGeom prst="ellipse">
            <a:avLst/>
          </a:prstGeom>
          <a:solidFill>
            <a:srgbClr val="7F8C97">
              <a:alpha val="48000"/>
            </a:srgbClr>
          </a:solidFill>
          <a:ln w="0">
            <a:noFill/>
            <a:prstDash val="solid"/>
          </a:ln>
        </p:spPr>
      </p:sp>
      <p:sp>
        <p:nvSpPr>
          <p:cNvPr id="3002" name="03_assume_matched_8299">
            <a:extLst>
              <a:ext uri="{FF2B5EF4-FFF2-40B4-BE49-F238E27FC236}">
                <a16:creationId xmlns:a16="http://schemas.microsoft.com/office/drawing/2014/main" id="{2C2C7B98-B652-4530-BD3F-022AE6149720}"/>
              </a:ext>
            </a:extLst>
          </p:cNvPr>
          <p:cNvSpPr>
            <a:spLocks noGrp="1"/>
          </p:cNvSpPr>
          <p:nvPr/>
        </p:nvSpPr>
        <p:spPr>
          <a:xfrm>
            <a:off x="3045408" y="6595037"/>
            <a:ext cx="28398" cy="28398"/>
          </a:xfrm>
          <a:prstGeom prst="ellipse">
            <a:avLst/>
          </a:prstGeom>
          <a:solidFill>
            <a:srgbClr val="7F8C97">
              <a:alpha val="48000"/>
            </a:srgbClr>
          </a:solidFill>
          <a:ln w="0">
            <a:noFill/>
            <a:prstDash val="solid"/>
          </a:ln>
        </p:spPr>
      </p:sp>
      <p:sp>
        <p:nvSpPr>
          <p:cNvPr id="3003" name="03_assume_matched_8300">
            <a:extLst>
              <a:ext uri="{FF2B5EF4-FFF2-40B4-BE49-F238E27FC236}">
                <a16:creationId xmlns:a16="http://schemas.microsoft.com/office/drawing/2014/main" id="{554C3283-E001-4B7C-B5FD-9C4AB4C44838}"/>
              </a:ext>
            </a:extLst>
          </p:cNvPr>
          <p:cNvSpPr>
            <a:spLocks noGrp="1"/>
          </p:cNvSpPr>
          <p:nvPr/>
        </p:nvSpPr>
        <p:spPr>
          <a:xfrm>
            <a:off x="3018497" y="6169677"/>
            <a:ext cx="28398" cy="28398"/>
          </a:xfrm>
          <a:prstGeom prst="ellipse">
            <a:avLst/>
          </a:prstGeom>
          <a:solidFill>
            <a:srgbClr val="7F8C97">
              <a:alpha val="48000"/>
            </a:srgbClr>
          </a:solidFill>
          <a:ln w="0">
            <a:noFill/>
            <a:prstDash val="solid"/>
          </a:ln>
        </p:spPr>
      </p:sp>
      <p:sp>
        <p:nvSpPr>
          <p:cNvPr id="3004" name="03_assume_matched_8301">
            <a:extLst>
              <a:ext uri="{FF2B5EF4-FFF2-40B4-BE49-F238E27FC236}">
                <a16:creationId xmlns:a16="http://schemas.microsoft.com/office/drawing/2014/main" id="{72270D89-DD4E-4FB5-B51E-27E3C782DC36}"/>
              </a:ext>
            </a:extLst>
          </p:cNvPr>
          <p:cNvSpPr>
            <a:spLocks noGrp="1"/>
          </p:cNvSpPr>
          <p:nvPr/>
        </p:nvSpPr>
        <p:spPr>
          <a:xfrm>
            <a:off x="2936325" y="6595037"/>
            <a:ext cx="28398" cy="28398"/>
          </a:xfrm>
          <a:prstGeom prst="ellipse">
            <a:avLst/>
          </a:prstGeom>
          <a:solidFill>
            <a:srgbClr val="7F8C97">
              <a:alpha val="48000"/>
            </a:srgbClr>
          </a:solidFill>
          <a:ln w="0">
            <a:noFill/>
            <a:prstDash val="solid"/>
          </a:ln>
        </p:spPr>
      </p:sp>
      <p:sp>
        <p:nvSpPr>
          <p:cNvPr id="3005" name="03_assume_matched_8302">
            <a:extLst>
              <a:ext uri="{FF2B5EF4-FFF2-40B4-BE49-F238E27FC236}">
                <a16:creationId xmlns:a16="http://schemas.microsoft.com/office/drawing/2014/main" id="{D680E4A6-9C42-4B7E-8059-140D62A8D349}"/>
              </a:ext>
            </a:extLst>
          </p:cNvPr>
          <p:cNvSpPr>
            <a:spLocks noGrp="1"/>
          </p:cNvSpPr>
          <p:nvPr/>
        </p:nvSpPr>
        <p:spPr>
          <a:xfrm>
            <a:off x="2943664" y="6010168"/>
            <a:ext cx="28398" cy="28398"/>
          </a:xfrm>
          <a:prstGeom prst="ellipse">
            <a:avLst/>
          </a:prstGeom>
          <a:solidFill>
            <a:srgbClr val="7F8C97">
              <a:alpha val="48000"/>
            </a:srgbClr>
          </a:solidFill>
          <a:ln w="0">
            <a:noFill/>
            <a:prstDash val="solid"/>
          </a:ln>
        </p:spPr>
      </p:sp>
      <p:sp>
        <p:nvSpPr>
          <p:cNvPr id="3006" name="03_assume_matched_8303">
            <a:extLst>
              <a:ext uri="{FF2B5EF4-FFF2-40B4-BE49-F238E27FC236}">
                <a16:creationId xmlns:a16="http://schemas.microsoft.com/office/drawing/2014/main" id="{21DCBA80-89BD-4365-89CD-A4AFD32A2A9E}"/>
              </a:ext>
            </a:extLst>
          </p:cNvPr>
          <p:cNvSpPr>
            <a:spLocks noGrp="1"/>
          </p:cNvSpPr>
          <p:nvPr/>
        </p:nvSpPr>
        <p:spPr>
          <a:xfrm>
            <a:off x="2954889" y="6400080"/>
            <a:ext cx="28398" cy="28398"/>
          </a:xfrm>
          <a:prstGeom prst="ellipse">
            <a:avLst/>
          </a:prstGeom>
          <a:solidFill>
            <a:srgbClr val="7F8C97">
              <a:alpha val="48000"/>
            </a:srgbClr>
          </a:solidFill>
          <a:ln w="0">
            <a:noFill/>
            <a:prstDash val="solid"/>
          </a:ln>
        </p:spPr>
      </p:sp>
      <p:sp>
        <p:nvSpPr>
          <p:cNvPr id="3007" name="03_assume_matched_8304">
            <a:extLst>
              <a:ext uri="{FF2B5EF4-FFF2-40B4-BE49-F238E27FC236}">
                <a16:creationId xmlns:a16="http://schemas.microsoft.com/office/drawing/2014/main" id="{58C6C15A-C15B-499F-AC30-DA4366A4D9AB}"/>
              </a:ext>
            </a:extLst>
          </p:cNvPr>
          <p:cNvSpPr>
            <a:spLocks noGrp="1"/>
          </p:cNvSpPr>
          <p:nvPr/>
        </p:nvSpPr>
        <p:spPr>
          <a:xfrm>
            <a:off x="3044257" y="6010168"/>
            <a:ext cx="28398" cy="28398"/>
          </a:xfrm>
          <a:prstGeom prst="ellipse">
            <a:avLst/>
          </a:prstGeom>
          <a:solidFill>
            <a:srgbClr val="7F8C97">
              <a:alpha val="48000"/>
            </a:srgbClr>
          </a:solidFill>
          <a:ln w="0">
            <a:noFill/>
            <a:prstDash val="solid"/>
          </a:ln>
        </p:spPr>
      </p:sp>
      <p:sp>
        <p:nvSpPr>
          <p:cNvPr id="3008" name="03_assume_matched_8305">
            <a:extLst>
              <a:ext uri="{FF2B5EF4-FFF2-40B4-BE49-F238E27FC236}">
                <a16:creationId xmlns:a16="http://schemas.microsoft.com/office/drawing/2014/main" id="{27A9CD96-59EE-4720-A236-C81034CE1BE2}"/>
              </a:ext>
            </a:extLst>
          </p:cNvPr>
          <p:cNvSpPr>
            <a:spLocks noGrp="1"/>
          </p:cNvSpPr>
          <p:nvPr/>
        </p:nvSpPr>
        <p:spPr>
          <a:xfrm>
            <a:off x="2957192" y="6010168"/>
            <a:ext cx="28398" cy="28398"/>
          </a:xfrm>
          <a:prstGeom prst="ellipse">
            <a:avLst/>
          </a:prstGeom>
          <a:solidFill>
            <a:srgbClr val="7F8C97">
              <a:alpha val="48000"/>
            </a:srgbClr>
          </a:solidFill>
          <a:ln w="0">
            <a:noFill/>
            <a:prstDash val="solid"/>
          </a:ln>
        </p:spPr>
      </p:sp>
      <p:sp>
        <p:nvSpPr>
          <p:cNvPr id="3009" name="03_assume_matched_8306">
            <a:extLst>
              <a:ext uri="{FF2B5EF4-FFF2-40B4-BE49-F238E27FC236}">
                <a16:creationId xmlns:a16="http://schemas.microsoft.com/office/drawing/2014/main" id="{4526CABE-9681-4CA8-8DEE-195417F6F753}"/>
              </a:ext>
            </a:extLst>
          </p:cNvPr>
          <p:cNvSpPr>
            <a:spLocks noGrp="1"/>
          </p:cNvSpPr>
          <p:nvPr/>
        </p:nvSpPr>
        <p:spPr>
          <a:xfrm>
            <a:off x="3036198" y="6400080"/>
            <a:ext cx="28398" cy="28398"/>
          </a:xfrm>
          <a:prstGeom prst="ellipse">
            <a:avLst/>
          </a:prstGeom>
          <a:solidFill>
            <a:srgbClr val="7F8C97">
              <a:alpha val="48000"/>
            </a:srgbClr>
          </a:solidFill>
          <a:ln w="0">
            <a:noFill/>
            <a:prstDash val="solid"/>
          </a:ln>
        </p:spPr>
      </p:sp>
      <p:sp>
        <p:nvSpPr>
          <p:cNvPr id="3010" name="03_assume_matched_8307">
            <a:extLst>
              <a:ext uri="{FF2B5EF4-FFF2-40B4-BE49-F238E27FC236}">
                <a16:creationId xmlns:a16="http://schemas.microsoft.com/office/drawing/2014/main" id="{C6DEAC08-B62E-4066-8F6B-E5B45F72BF39}"/>
              </a:ext>
            </a:extLst>
          </p:cNvPr>
          <p:cNvSpPr>
            <a:spLocks noGrp="1"/>
          </p:cNvSpPr>
          <p:nvPr/>
        </p:nvSpPr>
        <p:spPr>
          <a:xfrm>
            <a:off x="3037349" y="6010168"/>
            <a:ext cx="28398" cy="28398"/>
          </a:xfrm>
          <a:prstGeom prst="ellipse">
            <a:avLst/>
          </a:prstGeom>
          <a:solidFill>
            <a:srgbClr val="7F8C97">
              <a:alpha val="48000"/>
            </a:srgbClr>
          </a:solidFill>
          <a:ln w="0">
            <a:noFill/>
            <a:prstDash val="solid"/>
          </a:ln>
        </p:spPr>
      </p:sp>
      <p:sp>
        <p:nvSpPr>
          <p:cNvPr id="3011" name="03_assume_matched_8308">
            <a:extLst>
              <a:ext uri="{FF2B5EF4-FFF2-40B4-BE49-F238E27FC236}">
                <a16:creationId xmlns:a16="http://schemas.microsoft.com/office/drawing/2014/main" id="{155D01C0-0160-4405-9997-393F212B1A26}"/>
              </a:ext>
            </a:extLst>
          </p:cNvPr>
          <p:cNvSpPr>
            <a:spLocks noGrp="1"/>
          </p:cNvSpPr>
          <p:nvPr/>
        </p:nvSpPr>
        <p:spPr>
          <a:xfrm>
            <a:off x="3041091" y="6595037"/>
            <a:ext cx="28398" cy="28398"/>
          </a:xfrm>
          <a:prstGeom prst="ellipse">
            <a:avLst/>
          </a:prstGeom>
          <a:solidFill>
            <a:srgbClr val="7F8C97">
              <a:alpha val="48000"/>
            </a:srgbClr>
          </a:solidFill>
          <a:ln w="0">
            <a:noFill/>
            <a:prstDash val="solid"/>
          </a:ln>
        </p:spPr>
      </p:sp>
      <p:sp>
        <p:nvSpPr>
          <p:cNvPr id="3012" name="03_assume_matched_8309">
            <a:extLst>
              <a:ext uri="{FF2B5EF4-FFF2-40B4-BE49-F238E27FC236}">
                <a16:creationId xmlns:a16="http://schemas.microsoft.com/office/drawing/2014/main" id="{A7950888-A007-428D-AC0A-F7BC14C2DA58}"/>
              </a:ext>
            </a:extLst>
          </p:cNvPr>
          <p:cNvSpPr>
            <a:spLocks noGrp="1"/>
          </p:cNvSpPr>
          <p:nvPr/>
        </p:nvSpPr>
        <p:spPr>
          <a:xfrm>
            <a:off x="2958343" y="6595037"/>
            <a:ext cx="28398" cy="28398"/>
          </a:xfrm>
          <a:prstGeom prst="ellipse">
            <a:avLst/>
          </a:prstGeom>
          <a:solidFill>
            <a:srgbClr val="7F8C97">
              <a:alpha val="48000"/>
            </a:srgbClr>
          </a:solidFill>
          <a:ln w="0">
            <a:noFill/>
            <a:prstDash val="solid"/>
          </a:ln>
        </p:spPr>
      </p:sp>
      <p:sp>
        <p:nvSpPr>
          <p:cNvPr id="3013" name="03_assume_matched_8310">
            <a:extLst>
              <a:ext uri="{FF2B5EF4-FFF2-40B4-BE49-F238E27FC236}">
                <a16:creationId xmlns:a16="http://schemas.microsoft.com/office/drawing/2014/main" id="{27101CE5-BEC7-4BB6-A99E-2BA353AA66AE}"/>
              </a:ext>
            </a:extLst>
          </p:cNvPr>
          <p:cNvSpPr>
            <a:spLocks noGrp="1"/>
          </p:cNvSpPr>
          <p:nvPr/>
        </p:nvSpPr>
        <p:spPr>
          <a:xfrm>
            <a:off x="2936613" y="6010168"/>
            <a:ext cx="28398" cy="28398"/>
          </a:xfrm>
          <a:prstGeom prst="ellipse">
            <a:avLst/>
          </a:prstGeom>
          <a:solidFill>
            <a:srgbClr val="7F8C97">
              <a:alpha val="48000"/>
            </a:srgbClr>
          </a:solidFill>
          <a:ln w="0">
            <a:noFill/>
            <a:prstDash val="solid"/>
          </a:ln>
        </p:spPr>
      </p:sp>
      <p:sp>
        <p:nvSpPr>
          <p:cNvPr id="3014" name="03_assume_matched_8311">
            <a:extLst>
              <a:ext uri="{FF2B5EF4-FFF2-40B4-BE49-F238E27FC236}">
                <a16:creationId xmlns:a16="http://schemas.microsoft.com/office/drawing/2014/main" id="{AE621957-C0F6-4012-A01D-0C74F5A9282C}"/>
              </a:ext>
            </a:extLst>
          </p:cNvPr>
          <p:cNvSpPr>
            <a:spLocks noGrp="1"/>
          </p:cNvSpPr>
          <p:nvPr/>
        </p:nvSpPr>
        <p:spPr>
          <a:xfrm>
            <a:off x="3020368" y="6010168"/>
            <a:ext cx="28398" cy="28398"/>
          </a:xfrm>
          <a:prstGeom prst="ellipse">
            <a:avLst/>
          </a:prstGeom>
          <a:solidFill>
            <a:srgbClr val="7F8C97">
              <a:alpha val="48000"/>
            </a:srgbClr>
          </a:solidFill>
          <a:ln w="0">
            <a:noFill/>
            <a:prstDash val="solid"/>
          </a:ln>
        </p:spPr>
      </p:sp>
      <p:sp>
        <p:nvSpPr>
          <p:cNvPr id="3015" name="03_assume_matched_8312">
            <a:extLst>
              <a:ext uri="{FF2B5EF4-FFF2-40B4-BE49-F238E27FC236}">
                <a16:creationId xmlns:a16="http://schemas.microsoft.com/office/drawing/2014/main" id="{3C665866-95B9-4C52-BA44-18DEF0D323CB}"/>
              </a:ext>
            </a:extLst>
          </p:cNvPr>
          <p:cNvSpPr>
            <a:spLocks noGrp="1"/>
          </p:cNvSpPr>
          <p:nvPr/>
        </p:nvSpPr>
        <p:spPr>
          <a:xfrm>
            <a:off x="2929849" y="6010168"/>
            <a:ext cx="28398" cy="28398"/>
          </a:xfrm>
          <a:prstGeom prst="ellipse">
            <a:avLst/>
          </a:prstGeom>
          <a:solidFill>
            <a:srgbClr val="7F8C97">
              <a:alpha val="48000"/>
            </a:srgbClr>
          </a:solidFill>
          <a:ln w="0">
            <a:noFill/>
            <a:prstDash val="solid"/>
          </a:ln>
        </p:spPr>
      </p:sp>
      <p:sp>
        <p:nvSpPr>
          <p:cNvPr id="3016" name="03_assume_matched_8313">
            <a:extLst>
              <a:ext uri="{FF2B5EF4-FFF2-40B4-BE49-F238E27FC236}">
                <a16:creationId xmlns:a16="http://schemas.microsoft.com/office/drawing/2014/main" id="{F2DFDB3C-18A6-4448-8585-05E7740422F8}"/>
              </a:ext>
            </a:extLst>
          </p:cNvPr>
          <p:cNvSpPr>
            <a:spLocks noGrp="1"/>
          </p:cNvSpPr>
          <p:nvPr/>
        </p:nvSpPr>
        <p:spPr>
          <a:xfrm>
            <a:off x="3023965" y="6010168"/>
            <a:ext cx="28398" cy="28398"/>
          </a:xfrm>
          <a:prstGeom prst="ellipse">
            <a:avLst/>
          </a:prstGeom>
          <a:solidFill>
            <a:srgbClr val="7F8C97">
              <a:alpha val="48000"/>
            </a:srgbClr>
          </a:solidFill>
          <a:ln w="0">
            <a:noFill/>
            <a:prstDash val="solid"/>
          </a:ln>
        </p:spPr>
      </p:sp>
      <p:sp>
        <p:nvSpPr>
          <p:cNvPr id="3017" name="03_assume_matched_8314">
            <a:extLst>
              <a:ext uri="{FF2B5EF4-FFF2-40B4-BE49-F238E27FC236}">
                <a16:creationId xmlns:a16="http://schemas.microsoft.com/office/drawing/2014/main" id="{9ED4B6A5-B123-47B4-AC7C-344FC2DFE2B1}"/>
              </a:ext>
            </a:extLst>
          </p:cNvPr>
          <p:cNvSpPr>
            <a:spLocks noGrp="1"/>
          </p:cNvSpPr>
          <p:nvPr/>
        </p:nvSpPr>
        <p:spPr>
          <a:xfrm>
            <a:off x="2931144" y="6595037"/>
            <a:ext cx="28398" cy="28398"/>
          </a:xfrm>
          <a:prstGeom prst="ellipse">
            <a:avLst/>
          </a:prstGeom>
          <a:solidFill>
            <a:srgbClr val="7F8C97">
              <a:alpha val="48000"/>
            </a:srgbClr>
          </a:solidFill>
          <a:ln w="0">
            <a:noFill/>
            <a:prstDash val="solid"/>
          </a:ln>
        </p:spPr>
      </p:sp>
      <p:sp>
        <p:nvSpPr>
          <p:cNvPr id="3018" name="03_assume_matched_8315">
            <a:extLst>
              <a:ext uri="{FF2B5EF4-FFF2-40B4-BE49-F238E27FC236}">
                <a16:creationId xmlns:a16="http://schemas.microsoft.com/office/drawing/2014/main" id="{F0397CE9-AB7A-45FF-A5A0-58D90F3EF5CB}"/>
              </a:ext>
            </a:extLst>
          </p:cNvPr>
          <p:cNvSpPr>
            <a:spLocks noGrp="1"/>
          </p:cNvSpPr>
          <p:nvPr/>
        </p:nvSpPr>
        <p:spPr>
          <a:xfrm>
            <a:off x="3051596" y="6010168"/>
            <a:ext cx="28398" cy="28398"/>
          </a:xfrm>
          <a:prstGeom prst="ellipse">
            <a:avLst/>
          </a:prstGeom>
          <a:solidFill>
            <a:srgbClr val="7F8C97">
              <a:alpha val="48000"/>
            </a:srgbClr>
          </a:solidFill>
          <a:ln w="0">
            <a:noFill/>
            <a:prstDash val="solid"/>
          </a:ln>
        </p:spPr>
      </p:sp>
      <p:sp>
        <p:nvSpPr>
          <p:cNvPr id="3019" name="03_assume_matched_8316">
            <a:extLst>
              <a:ext uri="{FF2B5EF4-FFF2-40B4-BE49-F238E27FC236}">
                <a16:creationId xmlns:a16="http://schemas.microsoft.com/office/drawing/2014/main" id="{BA824D2D-8388-4409-B954-204EA6A5E82C}"/>
              </a:ext>
            </a:extLst>
          </p:cNvPr>
          <p:cNvSpPr>
            <a:spLocks noGrp="1"/>
          </p:cNvSpPr>
          <p:nvPr/>
        </p:nvSpPr>
        <p:spPr>
          <a:xfrm>
            <a:off x="3029578" y="6010168"/>
            <a:ext cx="28398" cy="28398"/>
          </a:xfrm>
          <a:prstGeom prst="ellipse">
            <a:avLst/>
          </a:prstGeom>
          <a:solidFill>
            <a:srgbClr val="7F8C97">
              <a:alpha val="48000"/>
            </a:srgbClr>
          </a:solidFill>
          <a:ln w="0">
            <a:noFill/>
            <a:prstDash val="solid"/>
          </a:ln>
        </p:spPr>
      </p:sp>
      <p:sp>
        <p:nvSpPr>
          <p:cNvPr id="3020" name="03_assume_matched_8317">
            <a:extLst>
              <a:ext uri="{FF2B5EF4-FFF2-40B4-BE49-F238E27FC236}">
                <a16:creationId xmlns:a16="http://schemas.microsoft.com/office/drawing/2014/main" id="{0A441F1E-02D4-47EC-A3D7-0FE260682947}"/>
              </a:ext>
            </a:extLst>
          </p:cNvPr>
          <p:cNvSpPr>
            <a:spLocks noGrp="1"/>
          </p:cNvSpPr>
          <p:nvPr/>
        </p:nvSpPr>
        <p:spPr>
          <a:xfrm>
            <a:off x="2977483" y="6010168"/>
            <a:ext cx="28398" cy="28398"/>
          </a:xfrm>
          <a:prstGeom prst="ellipse">
            <a:avLst/>
          </a:prstGeom>
          <a:solidFill>
            <a:srgbClr val="7F8C97">
              <a:alpha val="48000"/>
            </a:srgbClr>
          </a:solidFill>
          <a:ln w="0">
            <a:noFill/>
            <a:prstDash val="solid"/>
          </a:ln>
        </p:spPr>
      </p:sp>
      <p:sp>
        <p:nvSpPr>
          <p:cNvPr id="3021" name="03_assume_matched_8318">
            <a:extLst>
              <a:ext uri="{FF2B5EF4-FFF2-40B4-BE49-F238E27FC236}">
                <a16:creationId xmlns:a16="http://schemas.microsoft.com/office/drawing/2014/main" id="{778518C0-12E8-45EF-9A58-2519D73F674D}"/>
              </a:ext>
            </a:extLst>
          </p:cNvPr>
          <p:cNvSpPr>
            <a:spLocks noGrp="1"/>
          </p:cNvSpPr>
          <p:nvPr/>
        </p:nvSpPr>
        <p:spPr>
          <a:xfrm>
            <a:off x="2953162" y="6595037"/>
            <a:ext cx="28398" cy="28398"/>
          </a:xfrm>
          <a:prstGeom prst="ellipse">
            <a:avLst/>
          </a:prstGeom>
          <a:solidFill>
            <a:srgbClr val="7F8C97">
              <a:alpha val="48000"/>
            </a:srgbClr>
          </a:solidFill>
          <a:ln w="0">
            <a:noFill/>
            <a:prstDash val="solid"/>
          </a:ln>
        </p:spPr>
      </p:sp>
      <p:sp>
        <p:nvSpPr>
          <p:cNvPr id="3022" name="03_assume_matched_8319">
            <a:extLst>
              <a:ext uri="{FF2B5EF4-FFF2-40B4-BE49-F238E27FC236}">
                <a16:creationId xmlns:a16="http://schemas.microsoft.com/office/drawing/2014/main" id="{15CAA832-1509-4F4A-9A3C-A60AD46101D9}"/>
              </a:ext>
            </a:extLst>
          </p:cNvPr>
          <p:cNvSpPr>
            <a:spLocks noGrp="1"/>
          </p:cNvSpPr>
          <p:nvPr/>
        </p:nvSpPr>
        <p:spPr>
          <a:xfrm>
            <a:off x="3055625" y="6595037"/>
            <a:ext cx="28398" cy="28398"/>
          </a:xfrm>
          <a:prstGeom prst="ellipse">
            <a:avLst/>
          </a:prstGeom>
          <a:solidFill>
            <a:srgbClr val="7F8C97">
              <a:alpha val="48000"/>
            </a:srgbClr>
          </a:solidFill>
          <a:ln w="0">
            <a:noFill/>
            <a:prstDash val="solid"/>
          </a:ln>
        </p:spPr>
      </p:sp>
      <p:sp>
        <p:nvSpPr>
          <p:cNvPr id="3023" name="03_assume_matched_8320">
            <a:extLst>
              <a:ext uri="{FF2B5EF4-FFF2-40B4-BE49-F238E27FC236}">
                <a16:creationId xmlns:a16="http://schemas.microsoft.com/office/drawing/2014/main" id="{0CBDD04E-70ED-4DA1-A1E4-4C0DFB33E090}"/>
              </a:ext>
            </a:extLst>
          </p:cNvPr>
          <p:cNvSpPr>
            <a:spLocks noGrp="1"/>
          </p:cNvSpPr>
          <p:nvPr/>
        </p:nvSpPr>
        <p:spPr>
          <a:xfrm>
            <a:off x="3003386" y="6595037"/>
            <a:ext cx="28398" cy="28398"/>
          </a:xfrm>
          <a:prstGeom prst="ellipse">
            <a:avLst/>
          </a:prstGeom>
          <a:solidFill>
            <a:srgbClr val="7F8C97">
              <a:alpha val="48000"/>
            </a:srgbClr>
          </a:solidFill>
          <a:ln w="0">
            <a:noFill/>
            <a:prstDash val="solid"/>
          </a:ln>
        </p:spPr>
      </p:sp>
      <p:sp>
        <p:nvSpPr>
          <p:cNvPr id="3024" name="03_assume_matched_8321">
            <a:extLst>
              <a:ext uri="{FF2B5EF4-FFF2-40B4-BE49-F238E27FC236}">
                <a16:creationId xmlns:a16="http://schemas.microsoft.com/office/drawing/2014/main" id="{6FDF4BF4-6726-485F-9760-3886AFB5A5C6}"/>
              </a:ext>
            </a:extLst>
          </p:cNvPr>
          <p:cNvSpPr>
            <a:spLocks noGrp="1"/>
          </p:cNvSpPr>
          <p:nvPr/>
        </p:nvSpPr>
        <p:spPr>
          <a:xfrm>
            <a:off x="3036198" y="6595037"/>
            <a:ext cx="28398" cy="28398"/>
          </a:xfrm>
          <a:prstGeom prst="ellipse">
            <a:avLst/>
          </a:prstGeom>
          <a:solidFill>
            <a:srgbClr val="7F8C97">
              <a:alpha val="48000"/>
            </a:srgbClr>
          </a:solidFill>
          <a:ln w="0">
            <a:noFill/>
            <a:prstDash val="solid"/>
          </a:ln>
        </p:spPr>
      </p:sp>
      <p:sp>
        <p:nvSpPr>
          <p:cNvPr id="3025" name="03_assume_matched_8322">
            <a:extLst>
              <a:ext uri="{FF2B5EF4-FFF2-40B4-BE49-F238E27FC236}">
                <a16:creationId xmlns:a16="http://schemas.microsoft.com/office/drawing/2014/main" id="{929FF066-9AEC-4905-BF13-C11C2FCB02DA}"/>
              </a:ext>
            </a:extLst>
          </p:cNvPr>
          <p:cNvSpPr>
            <a:spLocks noGrp="1"/>
          </p:cNvSpPr>
          <p:nvPr/>
        </p:nvSpPr>
        <p:spPr>
          <a:xfrm>
            <a:off x="2935317" y="6478063"/>
            <a:ext cx="28398" cy="28398"/>
          </a:xfrm>
          <a:prstGeom prst="ellipse">
            <a:avLst/>
          </a:prstGeom>
          <a:solidFill>
            <a:srgbClr val="7F8C97">
              <a:alpha val="48000"/>
            </a:srgbClr>
          </a:solidFill>
          <a:ln w="0">
            <a:noFill/>
            <a:prstDash val="solid"/>
          </a:ln>
        </p:spPr>
      </p:sp>
      <p:sp>
        <p:nvSpPr>
          <p:cNvPr id="3026" name="03_assume_matched_8323">
            <a:extLst>
              <a:ext uri="{FF2B5EF4-FFF2-40B4-BE49-F238E27FC236}">
                <a16:creationId xmlns:a16="http://schemas.microsoft.com/office/drawing/2014/main" id="{AE7886B5-D755-42AF-9338-72822C660D4C}"/>
              </a:ext>
            </a:extLst>
          </p:cNvPr>
          <p:cNvSpPr>
            <a:spLocks noGrp="1"/>
          </p:cNvSpPr>
          <p:nvPr/>
        </p:nvSpPr>
        <p:spPr>
          <a:xfrm>
            <a:off x="3027275" y="6595037"/>
            <a:ext cx="28398" cy="28398"/>
          </a:xfrm>
          <a:prstGeom prst="ellipse">
            <a:avLst/>
          </a:prstGeom>
          <a:solidFill>
            <a:srgbClr val="7F8C97">
              <a:alpha val="48000"/>
            </a:srgbClr>
          </a:solidFill>
          <a:ln w="0">
            <a:noFill/>
            <a:prstDash val="solid"/>
          </a:ln>
        </p:spPr>
      </p:sp>
      <p:sp>
        <p:nvSpPr>
          <p:cNvPr id="3027" name="03_assume_matched_8324">
            <a:extLst>
              <a:ext uri="{FF2B5EF4-FFF2-40B4-BE49-F238E27FC236}">
                <a16:creationId xmlns:a16="http://schemas.microsoft.com/office/drawing/2014/main" id="{46C63F7D-A1E8-4DD3-B8DC-0269614E5A0B}"/>
              </a:ext>
            </a:extLst>
          </p:cNvPr>
          <p:cNvSpPr>
            <a:spLocks noGrp="1"/>
          </p:cNvSpPr>
          <p:nvPr/>
        </p:nvSpPr>
        <p:spPr>
          <a:xfrm>
            <a:off x="3006409" y="6205124"/>
            <a:ext cx="28398" cy="28398"/>
          </a:xfrm>
          <a:prstGeom prst="ellipse">
            <a:avLst/>
          </a:prstGeom>
          <a:solidFill>
            <a:srgbClr val="7F8C97">
              <a:alpha val="48000"/>
            </a:srgbClr>
          </a:solidFill>
          <a:ln w="0">
            <a:noFill/>
            <a:prstDash val="solid"/>
          </a:ln>
        </p:spPr>
      </p:sp>
      <p:sp>
        <p:nvSpPr>
          <p:cNvPr id="3028" name="03_assume_matched_8325">
            <a:extLst>
              <a:ext uri="{FF2B5EF4-FFF2-40B4-BE49-F238E27FC236}">
                <a16:creationId xmlns:a16="http://schemas.microsoft.com/office/drawing/2014/main" id="{DC08D125-498E-45F9-8C5E-612DCA54CCAD}"/>
              </a:ext>
            </a:extLst>
          </p:cNvPr>
          <p:cNvSpPr>
            <a:spLocks noGrp="1"/>
          </p:cNvSpPr>
          <p:nvPr/>
        </p:nvSpPr>
        <p:spPr>
          <a:xfrm>
            <a:off x="2915026" y="6010168"/>
            <a:ext cx="28398" cy="28398"/>
          </a:xfrm>
          <a:prstGeom prst="ellipse">
            <a:avLst/>
          </a:prstGeom>
          <a:solidFill>
            <a:srgbClr val="7F8C97">
              <a:alpha val="48000"/>
            </a:srgbClr>
          </a:solidFill>
          <a:ln w="0">
            <a:noFill/>
            <a:prstDash val="solid"/>
          </a:ln>
        </p:spPr>
      </p:sp>
      <p:sp>
        <p:nvSpPr>
          <p:cNvPr id="3029" name="03_assume_matched_8326">
            <a:extLst>
              <a:ext uri="{FF2B5EF4-FFF2-40B4-BE49-F238E27FC236}">
                <a16:creationId xmlns:a16="http://schemas.microsoft.com/office/drawing/2014/main" id="{A7765069-4581-40CB-83FB-7EFF5B2A10D2}"/>
              </a:ext>
            </a:extLst>
          </p:cNvPr>
          <p:cNvSpPr>
            <a:spLocks noGrp="1"/>
          </p:cNvSpPr>
          <p:nvPr/>
        </p:nvSpPr>
        <p:spPr>
          <a:xfrm>
            <a:off x="2974317" y="6595037"/>
            <a:ext cx="28398" cy="28398"/>
          </a:xfrm>
          <a:prstGeom prst="ellipse">
            <a:avLst/>
          </a:prstGeom>
          <a:solidFill>
            <a:srgbClr val="7F8C97">
              <a:alpha val="48000"/>
            </a:srgbClr>
          </a:solidFill>
          <a:ln w="0">
            <a:noFill/>
            <a:prstDash val="solid"/>
          </a:ln>
        </p:spPr>
      </p:sp>
      <p:sp>
        <p:nvSpPr>
          <p:cNvPr id="3030" name="03_assume_matched_8327">
            <a:extLst>
              <a:ext uri="{FF2B5EF4-FFF2-40B4-BE49-F238E27FC236}">
                <a16:creationId xmlns:a16="http://schemas.microsoft.com/office/drawing/2014/main" id="{B7B5FF62-52EC-425D-8A20-9BF97F4A78D5}"/>
              </a:ext>
            </a:extLst>
          </p:cNvPr>
          <p:cNvSpPr>
            <a:spLocks noGrp="1"/>
          </p:cNvSpPr>
          <p:nvPr/>
        </p:nvSpPr>
        <p:spPr>
          <a:xfrm>
            <a:off x="2956472" y="6595037"/>
            <a:ext cx="28398" cy="28398"/>
          </a:xfrm>
          <a:prstGeom prst="ellipse">
            <a:avLst/>
          </a:prstGeom>
          <a:solidFill>
            <a:srgbClr val="7F8C97">
              <a:alpha val="48000"/>
            </a:srgbClr>
          </a:solidFill>
          <a:ln w="0">
            <a:noFill/>
            <a:prstDash val="solid"/>
          </a:ln>
        </p:spPr>
      </p:sp>
      <p:sp>
        <p:nvSpPr>
          <p:cNvPr id="3031" name="03_assume_matched_8328">
            <a:extLst>
              <a:ext uri="{FF2B5EF4-FFF2-40B4-BE49-F238E27FC236}">
                <a16:creationId xmlns:a16="http://schemas.microsoft.com/office/drawing/2014/main" id="{A841E43D-CB9C-4AC8-A280-A2A362FEBF88}"/>
              </a:ext>
            </a:extLst>
          </p:cNvPr>
          <p:cNvSpPr>
            <a:spLocks noGrp="1"/>
          </p:cNvSpPr>
          <p:nvPr/>
        </p:nvSpPr>
        <p:spPr>
          <a:xfrm>
            <a:off x="2988708" y="6010168"/>
            <a:ext cx="28398" cy="28398"/>
          </a:xfrm>
          <a:prstGeom prst="ellipse">
            <a:avLst/>
          </a:prstGeom>
          <a:solidFill>
            <a:srgbClr val="7F8C97">
              <a:alpha val="48000"/>
            </a:srgbClr>
          </a:solidFill>
          <a:ln w="0">
            <a:noFill/>
            <a:prstDash val="solid"/>
          </a:ln>
        </p:spPr>
      </p:sp>
      <p:sp>
        <p:nvSpPr>
          <p:cNvPr id="3032" name="03_assume_matched_8329">
            <a:extLst>
              <a:ext uri="{FF2B5EF4-FFF2-40B4-BE49-F238E27FC236}">
                <a16:creationId xmlns:a16="http://schemas.microsoft.com/office/drawing/2014/main" id="{6FE3DF18-56BA-4DBE-8A71-A3A3E18D4FFD}"/>
              </a:ext>
            </a:extLst>
          </p:cNvPr>
          <p:cNvSpPr>
            <a:spLocks noGrp="1"/>
          </p:cNvSpPr>
          <p:nvPr/>
        </p:nvSpPr>
        <p:spPr>
          <a:xfrm>
            <a:off x="2970575" y="6546298"/>
            <a:ext cx="28398" cy="28398"/>
          </a:xfrm>
          <a:prstGeom prst="ellipse">
            <a:avLst/>
          </a:prstGeom>
          <a:solidFill>
            <a:srgbClr val="7F8C97">
              <a:alpha val="48000"/>
            </a:srgbClr>
          </a:solidFill>
          <a:ln w="0">
            <a:noFill/>
            <a:prstDash val="solid"/>
          </a:ln>
        </p:spPr>
      </p:sp>
      <p:sp>
        <p:nvSpPr>
          <p:cNvPr id="3033" name="03_assume_matched_8330">
            <a:extLst>
              <a:ext uri="{FF2B5EF4-FFF2-40B4-BE49-F238E27FC236}">
                <a16:creationId xmlns:a16="http://schemas.microsoft.com/office/drawing/2014/main" id="{48F17E33-39D8-4F64-AAEF-E06A72A6332D}"/>
              </a:ext>
            </a:extLst>
          </p:cNvPr>
          <p:cNvSpPr>
            <a:spLocks noGrp="1"/>
          </p:cNvSpPr>
          <p:nvPr/>
        </p:nvSpPr>
        <p:spPr>
          <a:xfrm>
            <a:off x="3032744" y="6448819"/>
            <a:ext cx="28398" cy="28398"/>
          </a:xfrm>
          <a:prstGeom prst="ellipse">
            <a:avLst/>
          </a:prstGeom>
          <a:solidFill>
            <a:srgbClr val="7F8C97">
              <a:alpha val="48000"/>
            </a:srgbClr>
          </a:solidFill>
          <a:ln w="0">
            <a:noFill/>
            <a:prstDash val="solid"/>
          </a:ln>
        </p:spPr>
      </p:sp>
      <p:sp>
        <p:nvSpPr>
          <p:cNvPr id="3034" name="03_assume_matched_8331">
            <a:extLst>
              <a:ext uri="{FF2B5EF4-FFF2-40B4-BE49-F238E27FC236}">
                <a16:creationId xmlns:a16="http://schemas.microsoft.com/office/drawing/2014/main" id="{A6EB36BC-0FA1-4A2A-8010-EC3598B62590}"/>
              </a:ext>
            </a:extLst>
          </p:cNvPr>
          <p:cNvSpPr>
            <a:spLocks noGrp="1"/>
          </p:cNvSpPr>
          <p:nvPr/>
        </p:nvSpPr>
        <p:spPr>
          <a:xfrm>
            <a:off x="2930856" y="6010168"/>
            <a:ext cx="28398" cy="28398"/>
          </a:xfrm>
          <a:prstGeom prst="ellipse">
            <a:avLst/>
          </a:prstGeom>
          <a:solidFill>
            <a:srgbClr val="7F8C97">
              <a:alpha val="48000"/>
            </a:srgbClr>
          </a:solidFill>
          <a:ln w="0">
            <a:noFill/>
            <a:prstDash val="solid"/>
          </a:ln>
        </p:spPr>
      </p:sp>
      <p:sp>
        <p:nvSpPr>
          <p:cNvPr id="3035" name="03_assume_matched_8332">
            <a:extLst>
              <a:ext uri="{FF2B5EF4-FFF2-40B4-BE49-F238E27FC236}">
                <a16:creationId xmlns:a16="http://schemas.microsoft.com/office/drawing/2014/main" id="{2BAF2DEF-5A9C-45DB-9970-D63E5DCE4F04}"/>
              </a:ext>
            </a:extLst>
          </p:cNvPr>
          <p:cNvSpPr>
            <a:spLocks noGrp="1"/>
          </p:cNvSpPr>
          <p:nvPr/>
        </p:nvSpPr>
        <p:spPr>
          <a:xfrm>
            <a:off x="2937476" y="6595037"/>
            <a:ext cx="28398" cy="28398"/>
          </a:xfrm>
          <a:prstGeom prst="ellipse">
            <a:avLst/>
          </a:prstGeom>
          <a:solidFill>
            <a:srgbClr val="7F8C97">
              <a:alpha val="48000"/>
            </a:srgbClr>
          </a:solidFill>
          <a:ln w="0">
            <a:noFill/>
            <a:prstDash val="solid"/>
          </a:ln>
        </p:spPr>
      </p:sp>
      <p:sp>
        <p:nvSpPr>
          <p:cNvPr id="3036" name="03_assume_matched_8333">
            <a:extLst>
              <a:ext uri="{FF2B5EF4-FFF2-40B4-BE49-F238E27FC236}">
                <a16:creationId xmlns:a16="http://schemas.microsoft.com/office/drawing/2014/main" id="{2B928A86-C60F-4EC8-8324-E4365844EA73}"/>
              </a:ext>
            </a:extLst>
          </p:cNvPr>
          <p:cNvSpPr>
            <a:spLocks noGrp="1"/>
          </p:cNvSpPr>
          <p:nvPr/>
        </p:nvSpPr>
        <p:spPr>
          <a:xfrm>
            <a:off x="2997342" y="6156385"/>
            <a:ext cx="28398" cy="28398"/>
          </a:xfrm>
          <a:prstGeom prst="ellipse">
            <a:avLst/>
          </a:prstGeom>
          <a:solidFill>
            <a:srgbClr val="7F8C97">
              <a:alpha val="48000"/>
            </a:srgbClr>
          </a:solidFill>
          <a:ln w="0">
            <a:noFill/>
            <a:prstDash val="solid"/>
          </a:ln>
        </p:spPr>
      </p:sp>
      <p:sp>
        <p:nvSpPr>
          <p:cNvPr id="3037" name="03_assume_matched_8334">
            <a:extLst>
              <a:ext uri="{FF2B5EF4-FFF2-40B4-BE49-F238E27FC236}">
                <a16:creationId xmlns:a16="http://schemas.microsoft.com/office/drawing/2014/main" id="{538D0B13-2123-4D86-A302-AB869494937A}"/>
              </a:ext>
            </a:extLst>
          </p:cNvPr>
          <p:cNvSpPr>
            <a:spLocks noGrp="1"/>
          </p:cNvSpPr>
          <p:nvPr/>
        </p:nvSpPr>
        <p:spPr>
          <a:xfrm>
            <a:off x="2996047" y="6010168"/>
            <a:ext cx="28398" cy="28398"/>
          </a:xfrm>
          <a:prstGeom prst="ellipse">
            <a:avLst/>
          </a:prstGeom>
          <a:solidFill>
            <a:srgbClr val="7F8C97">
              <a:alpha val="48000"/>
            </a:srgbClr>
          </a:solidFill>
          <a:ln w="0">
            <a:noFill/>
            <a:prstDash val="solid"/>
          </a:ln>
        </p:spPr>
      </p:sp>
      <p:sp>
        <p:nvSpPr>
          <p:cNvPr id="3038" name="03_assume_matched_8335">
            <a:extLst>
              <a:ext uri="{FF2B5EF4-FFF2-40B4-BE49-F238E27FC236}">
                <a16:creationId xmlns:a16="http://schemas.microsoft.com/office/drawing/2014/main" id="{3BBF2558-7450-4D96-9EA5-E3B4DC2B79B2}"/>
              </a:ext>
            </a:extLst>
          </p:cNvPr>
          <p:cNvSpPr>
            <a:spLocks noGrp="1"/>
          </p:cNvSpPr>
          <p:nvPr/>
        </p:nvSpPr>
        <p:spPr>
          <a:xfrm>
            <a:off x="3042817" y="6010168"/>
            <a:ext cx="28398" cy="28398"/>
          </a:xfrm>
          <a:prstGeom prst="ellipse">
            <a:avLst/>
          </a:prstGeom>
          <a:solidFill>
            <a:srgbClr val="7F8C97">
              <a:alpha val="48000"/>
            </a:srgbClr>
          </a:solidFill>
          <a:ln w="0">
            <a:noFill/>
            <a:prstDash val="solid"/>
          </a:ln>
        </p:spPr>
      </p:sp>
      <p:sp>
        <p:nvSpPr>
          <p:cNvPr id="3039" name="03_assume_matched_8336">
            <a:extLst>
              <a:ext uri="{FF2B5EF4-FFF2-40B4-BE49-F238E27FC236}">
                <a16:creationId xmlns:a16="http://schemas.microsoft.com/office/drawing/2014/main" id="{7629AA64-D8FC-4556-8B95-D2D05E8BEE5C}"/>
              </a:ext>
            </a:extLst>
          </p:cNvPr>
          <p:cNvSpPr>
            <a:spLocks noGrp="1"/>
          </p:cNvSpPr>
          <p:nvPr/>
        </p:nvSpPr>
        <p:spPr>
          <a:xfrm>
            <a:off x="3021087" y="6156385"/>
            <a:ext cx="28398" cy="28398"/>
          </a:xfrm>
          <a:prstGeom prst="ellipse">
            <a:avLst/>
          </a:prstGeom>
          <a:solidFill>
            <a:srgbClr val="7F8C97">
              <a:alpha val="48000"/>
            </a:srgbClr>
          </a:solidFill>
          <a:ln w="0">
            <a:noFill/>
            <a:prstDash val="solid"/>
          </a:ln>
        </p:spPr>
      </p:sp>
      <p:sp>
        <p:nvSpPr>
          <p:cNvPr id="3040" name="03_assume_matched_8337">
            <a:extLst>
              <a:ext uri="{FF2B5EF4-FFF2-40B4-BE49-F238E27FC236}">
                <a16:creationId xmlns:a16="http://schemas.microsoft.com/office/drawing/2014/main" id="{C532D01A-34D6-455F-910D-A6AA53466E59}"/>
              </a:ext>
            </a:extLst>
          </p:cNvPr>
          <p:cNvSpPr>
            <a:spLocks noGrp="1"/>
          </p:cNvSpPr>
          <p:nvPr/>
        </p:nvSpPr>
        <p:spPr>
          <a:xfrm>
            <a:off x="2953162" y="6595037"/>
            <a:ext cx="28398" cy="28398"/>
          </a:xfrm>
          <a:prstGeom prst="ellipse">
            <a:avLst/>
          </a:prstGeom>
          <a:solidFill>
            <a:srgbClr val="7F8C97">
              <a:alpha val="48000"/>
            </a:srgbClr>
          </a:solidFill>
          <a:ln w="0">
            <a:noFill/>
            <a:prstDash val="solid"/>
          </a:ln>
        </p:spPr>
      </p:sp>
      <p:sp>
        <p:nvSpPr>
          <p:cNvPr id="3041" name="03_assume_matched_8338">
            <a:extLst>
              <a:ext uri="{FF2B5EF4-FFF2-40B4-BE49-F238E27FC236}">
                <a16:creationId xmlns:a16="http://schemas.microsoft.com/office/drawing/2014/main" id="{EC8A9AD6-FC07-427C-99A2-6C8196E1FAAC}"/>
              </a:ext>
            </a:extLst>
          </p:cNvPr>
          <p:cNvSpPr>
            <a:spLocks noGrp="1"/>
          </p:cNvSpPr>
          <p:nvPr/>
        </p:nvSpPr>
        <p:spPr>
          <a:xfrm>
            <a:off x="3023965" y="6595037"/>
            <a:ext cx="28398" cy="28398"/>
          </a:xfrm>
          <a:prstGeom prst="ellipse">
            <a:avLst/>
          </a:prstGeom>
          <a:solidFill>
            <a:srgbClr val="7F8C97">
              <a:alpha val="48000"/>
            </a:srgbClr>
          </a:solidFill>
          <a:ln w="0">
            <a:noFill/>
            <a:prstDash val="solid"/>
          </a:ln>
        </p:spPr>
      </p:sp>
      <p:sp>
        <p:nvSpPr>
          <p:cNvPr id="3042" name="03_assume_matched_8339">
            <a:extLst>
              <a:ext uri="{FF2B5EF4-FFF2-40B4-BE49-F238E27FC236}">
                <a16:creationId xmlns:a16="http://schemas.microsoft.com/office/drawing/2014/main" id="{94CB7E0B-6107-429B-A463-1D0EB609FDDA}"/>
              </a:ext>
            </a:extLst>
          </p:cNvPr>
          <p:cNvSpPr>
            <a:spLocks noGrp="1"/>
          </p:cNvSpPr>
          <p:nvPr/>
        </p:nvSpPr>
        <p:spPr>
          <a:xfrm>
            <a:off x="3012309" y="6595037"/>
            <a:ext cx="28398" cy="28398"/>
          </a:xfrm>
          <a:prstGeom prst="ellipse">
            <a:avLst/>
          </a:prstGeom>
          <a:solidFill>
            <a:srgbClr val="7F8C97">
              <a:alpha val="48000"/>
            </a:srgbClr>
          </a:solidFill>
          <a:ln w="0">
            <a:noFill/>
            <a:prstDash val="solid"/>
          </a:ln>
        </p:spPr>
      </p:sp>
      <p:sp>
        <p:nvSpPr>
          <p:cNvPr id="3043" name="03_assume_matched_8340">
            <a:extLst>
              <a:ext uri="{FF2B5EF4-FFF2-40B4-BE49-F238E27FC236}">
                <a16:creationId xmlns:a16="http://schemas.microsoft.com/office/drawing/2014/main" id="{0DD3142C-D512-4B6B-8EC7-DFB798223BBB}"/>
              </a:ext>
            </a:extLst>
          </p:cNvPr>
          <p:cNvSpPr>
            <a:spLocks noGrp="1"/>
          </p:cNvSpPr>
          <p:nvPr/>
        </p:nvSpPr>
        <p:spPr>
          <a:xfrm>
            <a:off x="3018497" y="6595037"/>
            <a:ext cx="28398" cy="28398"/>
          </a:xfrm>
          <a:prstGeom prst="ellipse">
            <a:avLst/>
          </a:prstGeom>
          <a:solidFill>
            <a:srgbClr val="7F8C97">
              <a:alpha val="48000"/>
            </a:srgbClr>
          </a:solidFill>
          <a:ln w="0">
            <a:noFill/>
            <a:prstDash val="solid"/>
          </a:ln>
        </p:spPr>
      </p:sp>
      <p:sp>
        <p:nvSpPr>
          <p:cNvPr id="3044" name="03_assume_matched_8341">
            <a:extLst>
              <a:ext uri="{FF2B5EF4-FFF2-40B4-BE49-F238E27FC236}">
                <a16:creationId xmlns:a16="http://schemas.microsoft.com/office/drawing/2014/main" id="{E2B65FB1-FC53-43D9-9A72-027DA43696F6}"/>
              </a:ext>
            </a:extLst>
          </p:cNvPr>
          <p:cNvSpPr>
            <a:spLocks noGrp="1"/>
          </p:cNvSpPr>
          <p:nvPr/>
        </p:nvSpPr>
        <p:spPr>
          <a:xfrm>
            <a:off x="3031880" y="6595037"/>
            <a:ext cx="28398" cy="28398"/>
          </a:xfrm>
          <a:prstGeom prst="ellipse">
            <a:avLst/>
          </a:prstGeom>
          <a:solidFill>
            <a:srgbClr val="7F8C97">
              <a:alpha val="48000"/>
            </a:srgbClr>
          </a:solidFill>
          <a:ln w="0">
            <a:noFill/>
            <a:prstDash val="solid"/>
          </a:ln>
        </p:spPr>
      </p:sp>
      <p:sp>
        <p:nvSpPr>
          <p:cNvPr id="3045" name="03_assume_matched_8342">
            <a:extLst>
              <a:ext uri="{FF2B5EF4-FFF2-40B4-BE49-F238E27FC236}">
                <a16:creationId xmlns:a16="http://schemas.microsoft.com/office/drawing/2014/main" id="{054FB01A-C9BF-40A3-8500-1C00AF4C1B97}"/>
              </a:ext>
            </a:extLst>
          </p:cNvPr>
          <p:cNvSpPr>
            <a:spLocks noGrp="1"/>
          </p:cNvSpPr>
          <p:nvPr/>
        </p:nvSpPr>
        <p:spPr>
          <a:xfrm>
            <a:off x="2940498" y="6010168"/>
            <a:ext cx="28398" cy="28398"/>
          </a:xfrm>
          <a:prstGeom prst="ellipse">
            <a:avLst/>
          </a:prstGeom>
          <a:solidFill>
            <a:srgbClr val="7F8C97">
              <a:alpha val="48000"/>
            </a:srgbClr>
          </a:solidFill>
          <a:ln w="0">
            <a:noFill/>
            <a:prstDash val="solid"/>
          </a:ln>
        </p:spPr>
      </p:sp>
      <p:sp>
        <p:nvSpPr>
          <p:cNvPr id="3046" name="03_assume_matched_8343">
            <a:extLst>
              <a:ext uri="{FF2B5EF4-FFF2-40B4-BE49-F238E27FC236}">
                <a16:creationId xmlns:a16="http://schemas.microsoft.com/office/drawing/2014/main" id="{7273862D-BE9F-491E-A1B9-0FC7B44FAFC9}"/>
              </a:ext>
            </a:extLst>
          </p:cNvPr>
          <p:cNvSpPr>
            <a:spLocks noGrp="1"/>
          </p:cNvSpPr>
          <p:nvPr/>
        </p:nvSpPr>
        <p:spPr>
          <a:xfrm>
            <a:off x="2929705" y="6010168"/>
            <a:ext cx="28398" cy="28398"/>
          </a:xfrm>
          <a:prstGeom prst="ellipse">
            <a:avLst/>
          </a:prstGeom>
          <a:solidFill>
            <a:srgbClr val="7F8C97">
              <a:alpha val="48000"/>
            </a:srgbClr>
          </a:solidFill>
          <a:ln w="0">
            <a:noFill/>
            <a:prstDash val="solid"/>
          </a:ln>
        </p:spPr>
      </p:sp>
      <p:sp>
        <p:nvSpPr>
          <p:cNvPr id="3047" name="03_assume_matched_8344">
            <a:extLst>
              <a:ext uri="{FF2B5EF4-FFF2-40B4-BE49-F238E27FC236}">
                <a16:creationId xmlns:a16="http://schemas.microsoft.com/office/drawing/2014/main" id="{EFEC2414-A7B4-4293-B1A4-119C15463B92}"/>
              </a:ext>
            </a:extLst>
          </p:cNvPr>
          <p:cNvSpPr>
            <a:spLocks noGrp="1"/>
          </p:cNvSpPr>
          <p:nvPr/>
        </p:nvSpPr>
        <p:spPr>
          <a:xfrm>
            <a:off x="3012597" y="6156385"/>
            <a:ext cx="28398" cy="28398"/>
          </a:xfrm>
          <a:prstGeom prst="ellipse">
            <a:avLst/>
          </a:prstGeom>
          <a:solidFill>
            <a:srgbClr val="7F8C97">
              <a:alpha val="48000"/>
            </a:srgbClr>
          </a:solidFill>
          <a:ln w="0">
            <a:noFill/>
            <a:prstDash val="solid"/>
          </a:ln>
        </p:spPr>
      </p:sp>
      <p:sp>
        <p:nvSpPr>
          <p:cNvPr id="3048" name="03_assume_matched_8345">
            <a:extLst>
              <a:ext uri="{FF2B5EF4-FFF2-40B4-BE49-F238E27FC236}">
                <a16:creationId xmlns:a16="http://schemas.microsoft.com/office/drawing/2014/main" id="{0284AF1F-455B-4391-A301-ADCCE15ACF0A}"/>
              </a:ext>
            </a:extLst>
          </p:cNvPr>
          <p:cNvSpPr>
            <a:spLocks noGrp="1"/>
          </p:cNvSpPr>
          <p:nvPr/>
        </p:nvSpPr>
        <p:spPr>
          <a:xfrm>
            <a:off x="3049725" y="6135497"/>
            <a:ext cx="28398" cy="28398"/>
          </a:xfrm>
          <a:prstGeom prst="ellipse">
            <a:avLst/>
          </a:prstGeom>
          <a:solidFill>
            <a:srgbClr val="7F8C97">
              <a:alpha val="48000"/>
            </a:srgbClr>
          </a:solidFill>
          <a:ln w="0">
            <a:noFill/>
            <a:prstDash val="solid"/>
          </a:ln>
        </p:spPr>
      </p:sp>
      <p:sp>
        <p:nvSpPr>
          <p:cNvPr id="3049" name="03_assume_matched_8346">
            <a:extLst>
              <a:ext uri="{FF2B5EF4-FFF2-40B4-BE49-F238E27FC236}">
                <a16:creationId xmlns:a16="http://schemas.microsoft.com/office/drawing/2014/main" id="{E017C0A3-E4CF-4F00-B2F5-0E3A1CBCA610}"/>
              </a:ext>
            </a:extLst>
          </p:cNvPr>
          <p:cNvSpPr>
            <a:spLocks noGrp="1"/>
          </p:cNvSpPr>
          <p:nvPr/>
        </p:nvSpPr>
        <p:spPr>
          <a:xfrm>
            <a:off x="3055913" y="6010168"/>
            <a:ext cx="28398" cy="28398"/>
          </a:xfrm>
          <a:prstGeom prst="ellipse">
            <a:avLst/>
          </a:prstGeom>
          <a:solidFill>
            <a:srgbClr val="7F8C97">
              <a:alpha val="48000"/>
            </a:srgbClr>
          </a:solidFill>
          <a:ln w="0">
            <a:noFill/>
            <a:prstDash val="solid"/>
          </a:ln>
        </p:spPr>
      </p:sp>
      <p:sp>
        <p:nvSpPr>
          <p:cNvPr id="3050" name="03_assume_matched_8347">
            <a:extLst>
              <a:ext uri="{FF2B5EF4-FFF2-40B4-BE49-F238E27FC236}">
                <a16:creationId xmlns:a16="http://schemas.microsoft.com/office/drawing/2014/main" id="{31BC2A23-9456-48B2-B232-E56AAD4AD7F1}"/>
              </a:ext>
            </a:extLst>
          </p:cNvPr>
          <p:cNvSpPr>
            <a:spLocks noGrp="1"/>
          </p:cNvSpPr>
          <p:nvPr/>
        </p:nvSpPr>
        <p:spPr>
          <a:xfrm>
            <a:off x="2966977" y="6302602"/>
            <a:ext cx="28398" cy="28398"/>
          </a:xfrm>
          <a:prstGeom prst="ellipse">
            <a:avLst/>
          </a:prstGeom>
          <a:solidFill>
            <a:srgbClr val="7F8C97">
              <a:alpha val="48000"/>
            </a:srgbClr>
          </a:solidFill>
          <a:ln w="0">
            <a:noFill/>
            <a:prstDash val="solid"/>
          </a:ln>
        </p:spPr>
      </p:sp>
      <p:sp>
        <p:nvSpPr>
          <p:cNvPr id="3051" name="03_assume_matched_8348">
            <a:extLst>
              <a:ext uri="{FF2B5EF4-FFF2-40B4-BE49-F238E27FC236}">
                <a16:creationId xmlns:a16="http://schemas.microsoft.com/office/drawing/2014/main" id="{CC11B077-0AD0-4510-82B0-3293C8559DC6}"/>
              </a:ext>
            </a:extLst>
          </p:cNvPr>
          <p:cNvSpPr>
            <a:spLocks noGrp="1"/>
          </p:cNvSpPr>
          <p:nvPr/>
        </p:nvSpPr>
        <p:spPr>
          <a:xfrm>
            <a:off x="3019792" y="6400080"/>
            <a:ext cx="28398" cy="28398"/>
          </a:xfrm>
          <a:prstGeom prst="ellipse">
            <a:avLst/>
          </a:prstGeom>
          <a:solidFill>
            <a:srgbClr val="7F8C97">
              <a:alpha val="48000"/>
            </a:srgbClr>
          </a:solidFill>
          <a:ln w="0">
            <a:noFill/>
            <a:prstDash val="solid"/>
          </a:ln>
        </p:spPr>
      </p:sp>
      <p:sp>
        <p:nvSpPr>
          <p:cNvPr id="3052" name="03_assume_matched_8349">
            <a:extLst>
              <a:ext uri="{FF2B5EF4-FFF2-40B4-BE49-F238E27FC236}">
                <a16:creationId xmlns:a16="http://schemas.microsoft.com/office/drawing/2014/main" id="{5D6A19C7-095F-403E-8328-C2BE06A96F7D}"/>
              </a:ext>
            </a:extLst>
          </p:cNvPr>
          <p:cNvSpPr>
            <a:spLocks noGrp="1"/>
          </p:cNvSpPr>
          <p:nvPr/>
        </p:nvSpPr>
        <p:spPr>
          <a:xfrm>
            <a:off x="3030729" y="6010168"/>
            <a:ext cx="28398" cy="28398"/>
          </a:xfrm>
          <a:prstGeom prst="ellipse">
            <a:avLst/>
          </a:prstGeom>
          <a:solidFill>
            <a:srgbClr val="7F8C97">
              <a:alpha val="48000"/>
            </a:srgbClr>
          </a:solidFill>
          <a:ln w="0">
            <a:noFill/>
            <a:prstDash val="solid"/>
          </a:ln>
        </p:spPr>
      </p:sp>
      <p:sp>
        <p:nvSpPr>
          <p:cNvPr id="3053" name="03_assume_matched_8350">
            <a:extLst>
              <a:ext uri="{FF2B5EF4-FFF2-40B4-BE49-F238E27FC236}">
                <a16:creationId xmlns:a16="http://schemas.microsoft.com/office/drawing/2014/main" id="{806844B4-0990-478A-A9A3-7E684F7FDB79}"/>
              </a:ext>
            </a:extLst>
          </p:cNvPr>
          <p:cNvSpPr>
            <a:spLocks noGrp="1"/>
          </p:cNvSpPr>
          <p:nvPr/>
        </p:nvSpPr>
        <p:spPr>
          <a:xfrm>
            <a:off x="3048142" y="6010168"/>
            <a:ext cx="28398" cy="28398"/>
          </a:xfrm>
          <a:prstGeom prst="ellipse">
            <a:avLst/>
          </a:prstGeom>
          <a:solidFill>
            <a:srgbClr val="7F8C97">
              <a:alpha val="48000"/>
            </a:srgbClr>
          </a:solidFill>
          <a:ln w="0">
            <a:noFill/>
            <a:prstDash val="solid"/>
          </a:ln>
        </p:spPr>
      </p:sp>
      <p:sp>
        <p:nvSpPr>
          <p:cNvPr id="3054" name="03_assume_matched_8351">
            <a:extLst>
              <a:ext uri="{FF2B5EF4-FFF2-40B4-BE49-F238E27FC236}">
                <a16:creationId xmlns:a16="http://schemas.microsoft.com/office/drawing/2014/main" id="{6A8E30A8-4A45-47C0-8DD6-CC623BC1547C}"/>
              </a:ext>
            </a:extLst>
          </p:cNvPr>
          <p:cNvSpPr>
            <a:spLocks noGrp="1"/>
          </p:cNvSpPr>
          <p:nvPr/>
        </p:nvSpPr>
        <p:spPr>
          <a:xfrm>
            <a:off x="3032888" y="6010168"/>
            <a:ext cx="28398" cy="28398"/>
          </a:xfrm>
          <a:prstGeom prst="ellipse">
            <a:avLst/>
          </a:prstGeom>
          <a:solidFill>
            <a:srgbClr val="7F8C97">
              <a:alpha val="48000"/>
            </a:srgbClr>
          </a:solidFill>
          <a:ln w="0">
            <a:noFill/>
            <a:prstDash val="solid"/>
          </a:ln>
        </p:spPr>
      </p:sp>
      <p:sp>
        <p:nvSpPr>
          <p:cNvPr id="3055" name="03_assume_matched_8352">
            <a:extLst>
              <a:ext uri="{FF2B5EF4-FFF2-40B4-BE49-F238E27FC236}">
                <a16:creationId xmlns:a16="http://schemas.microsoft.com/office/drawing/2014/main" id="{7D421041-191A-4F05-9847-7C2F690DB922}"/>
              </a:ext>
            </a:extLst>
          </p:cNvPr>
          <p:cNvSpPr>
            <a:spLocks noGrp="1"/>
          </p:cNvSpPr>
          <p:nvPr/>
        </p:nvSpPr>
        <p:spPr>
          <a:xfrm>
            <a:off x="3011158" y="6010168"/>
            <a:ext cx="28398" cy="28398"/>
          </a:xfrm>
          <a:prstGeom prst="ellipse">
            <a:avLst/>
          </a:prstGeom>
          <a:solidFill>
            <a:srgbClr val="7F8C97">
              <a:alpha val="48000"/>
            </a:srgbClr>
          </a:solidFill>
          <a:ln w="0">
            <a:noFill/>
            <a:prstDash val="solid"/>
          </a:ln>
        </p:spPr>
      </p:sp>
      <p:sp>
        <p:nvSpPr>
          <p:cNvPr id="3056" name="03_assume_matched_8353">
            <a:extLst>
              <a:ext uri="{FF2B5EF4-FFF2-40B4-BE49-F238E27FC236}">
                <a16:creationId xmlns:a16="http://schemas.microsoft.com/office/drawing/2014/main" id="{9EB05195-9A01-4A9C-95EC-69C53A563C92}"/>
              </a:ext>
            </a:extLst>
          </p:cNvPr>
          <p:cNvSpPr>
            <a:spLocks noGrp="1"/>
          </p:cNvSpPr>
          <p:nvPr/>
        </p:nvSpPr>
        <p:spPr>
          <a:xfrm>
            <a:off x="2922941" y="6010168"/>
            <a:ext cx="28398" cy="28398"/>
          </a:xfrm>
          <a:prstGeom prst="ellipse">
            <a:avLst/>
          </a:prstGeom>
          <a:solidFill>
            <a:srgbClr val="7F8C97">
              <a:alpha val="48000"/>
            </a:srgbClr>
          </a:solidFill>
          <a:ln w="0">
            <a:noFill/>
            <a:prstDash val="solid"/>
          </a:ln>
        </p:spPr>
      </p:sp>
      <p:sp>
        <p:nvSpPr>
          <p:cNvPr id="3057" name="03_assume_matched_8354">
            <a:extLst>
              <a:ext uri="{FF2B5EF4-FFF2-40B4-BE49-F238E27FC236}">
                <a16:creationId xmlns:a16="http://schemas.microsoft.com/office/drawing/2014/main" id="{E25A4333-7200-4187-AF16-4EE7EEFE63F8}"/>
              </a:ext>
            </a:extLst>
          </p:cNvPr>
          <p:cNvSpPr>
            <a:spLocks noGrp="1"/>
          </p:cNvSpPr>
          <p:nvPr/>
        </p:nvSpPr>
        <p:spPr>
          <a:xfrm>
            <a:off x="2936900" y="6595037"/>
            <a:ext cx="28398" cy="28398"/>
          </a:xfrm>
          <a:prstGeom prst="ellipse">
            <a:avLst/>
          </a:prstGeom>
          <a:solidFill>
            <a:srgbClr val="7F8C97">
              <a:alpha val="48000"/>
            </a:srgbClr>
          </a:solidFill>
          <a:ln w="0">
            <a:noFill/>
            <a:prstDash val="solid"/>
          </a:ln>
        </p:spPr>
      </p:sp>
      <p:sp>
        <p:nvSpPr>
          <p:cNvPr id="3058" name="03_assume_matched_8355">
            <a:extLst>
              <a:ext uri="{FF2B5EF4-FFF2-40B4-BE49-F238E27FC236}">
                <a16:creationId xmlns:a16="http://schemas.microsoft.com/office/drawing/2014/main" id="{6044D7EF-FD57-4082-B5BA-B90BF83B8EF3}"/>
              </a:ext>
            </a:extLst>
          </p:cNvPr>
          <p:cNvSpPr>
            <a:spLocks noGrp="1"/>
          </p:cNvSpPr>
          <p:nvPr/>
        </p:nvSpPr>
        <p:spPr>
          <a:xfrm>
            <a:off x="2998062" y="6010168"/>
            <a:ext cx="28398" cy="28398"/>
          </a:xfrm>
          <a:prstGeom prst="ellipse">
            <a:avLst/>
          </a:prstGeom>
          <a:solidFill>
            <a:srgbClr val="7F8C97">
              <a:alpha val="48000"/>
            </a:srgbClr>
          </a:solidFill>
          <a:ln w="0">
            <a:noFill/>
            <a:prstDash val="solid"/>
          </a:ln>
        </p:spPr>
      </p:sp>
      <p:sp>
        <p:nvSpPr>
          <p:cNvPr id="3059" name="03_assume_matched_8356">
            <a:extLst>
              <a:ext uri="{FF2B5EF4-FFF2-40B4-BE49-F238E27FC236}">
                <a16:creationId xmlns:a16="http://schemas.microsoft.com/office/drawing/2014/main" id="{947C203F-BB29-438F-9F2F-37B93A851351}"/>
              </a:ext>
            </a:extLst>
          </p:cNvPr>
          <p:cNvSpPr>
            <a:spLocks noGrp="1"/>
          </p:cNvSpPr>
          <p:nvPr/>
        </p:nvSpPr>
        <p:spPr>
          <a:xfrm>
            <a:off x="2942945" y="6595037"/>
            <a:ext cx="28398" cy="28398"/>
          </a:xfrm>
          <a:prstGeom prst="ellipse">
            <a:avLst/>
          </a:prstGeom>
          <a:solidFill>
            <a:srgbClr val="7F8C97">
              <a:alpha val="48000"/>
            </a:srgbClr>
          </a:solidFill>
          <a:ln w="0">
            <a:noFill/>
            <a:prstDash val="solid"/>
          </a:ln>
        </p:spPr>
      </p:sp>
      <p:sp>
        <p:nvSpPr>
          <p:cNvPr id="3060" name="03_assume_matched_8357">
            <a:extLst>
              <a:ext uri="{FF2B5EF4-FFF2-40B4-BE49-F238E27FC236}">
                <a16:creationId xmlns:a16="http://schemas.microsoft.com/office/drawing/2014/main" id="{A12095DA-DB59-472D-9D86-07C6D05732F3}"/>
              </a:ext>
            </a:extLst>
          </p:cNvPr>
          <p:cNvSpPr>
            <a:spLocks noGrp="1"/>
          </p:cNvSpPr>
          <p:nvPr/>
        </p:nvSpPr>
        <p:spPr>
          <a:xfrm>
            <a:off x="2968992" y="6010168"/>
            <a:ext cx="28398" cy="28398"/>
          </a:xfrm>
          <a:prstGeom prst="ellipse">
            <a:avLst/>
          </a:prstGeom>
          <a:solidFill>
            <a:srgbClr val="7F8C97">
              <a:alpha val="48000"/>
            </a:srgbClr>
          </a:solidFill>
          <a:ln w="0">
            <a:noFill/>
            <a:prstDash val="solid"/>
          </a:ln>
        </p:spPr>
      </p:sp>
      <p:sp>
        <p:nvSpPr>
          <p:cNvPr id="3061" name="03_assume_matched_8358">
            <a:extLst>
              <a:ext uri="{FF2B5EF4-FFF2-40B4-BE49-F238E27FC236}">
                <a16:creationId xmlns:a16="http://schemas.microsoft.com/office/drawing/2014/main" id="{42ACD246-00FD-47D5-9B05-1ECEE3A2D6E7}"/>
              </a:ext>
            </a:extLst>
          </p:cNvPr>
          <p:cNvSpPr>
            <a:spLocks noGrp="1"/>
          </p:cNvSpPr>
          <p:nvPr/>
        </p:nvSpPr>
        <p:spPr>
          <a:xfrm>
            <a:off x="2918048" y="6595037"/>
            <a:ext cx="28398" cy="28398"/>
          </a:xfrm>
          <a:prstGeom prst="ellipse">
            <a:avLst/>
          </a:prstGeom>
          <a:solidFill>
            <a:srgbClr val="7F8C97">
              <a:alpha val="48000"/>
            </a:srgbClr>
          </a:solidFill>
          <a:ln w="0">
            <a:noFill/>
            <a:prstDash val="solid"/>
          </a:ln>
        </p:spPr>
      </p:sp>
      <p:sp>
        <p:nvSpPr>
          <p:cNvPr id="3062" name="03_assume_matched_8359">
            <a:extLst>
              <a:ext uri="{FF2B5EF4-FFF2-40B4-BE49-F238E27FC236}">
                <a16:creationId xmlns:a16="http://schemas.microsoft.com/office/drawing/2014/main" id="{54062A4B-1D52-48EB-9FB3-0FA96B7EE16F}"/>
              </a:ext>
            </a:extLst>
          </p:cNvPr>
          <p:cNvSpPr>
            <a:spLocks noGrp="1"/>
          </p:cNvSpPr>
          <p:nvPr/>
        </p:nvSpPr>
        <p:spPr>
          <a:xfrm>
            <a:off x="712800" y="5995123"/>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3063" name="03_assume_matched_8360">
            <a:extLst>
              <a:ext uri="{FF2B5EF4-FFF2-40B4-BE49-F238E27FC236}">
                <a16:creationId xmlns:a16="http://schemas.microsoft.com/office/drawing/2014/main" id="{26D9F5B2-15BC-489F-8E9D-CC1319199F94}"/>
              </a:ext>
            </a:extLst>
          </p:cNvPr>
          <p:cNvSpPr>
            <a:spLocks noGrp="1"/>
          </p:cNvSpPr>
          <p:nvPr/>
        </p:nvSpPr>
        <p:spPr>
          <a:xfrm>
            <a:off x="712800" y="6638479"/>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3064" name="text_8361">
            <a:extLst>
              <a:ext uri="{FF2B5EF4-FFF2-40B4-BE49-F238E27FC236}">
                <a16:creationId xmlns:a16="http://schemas.microsoft.com/office/drawing/2014/main" id="{B97B7C48-C00B-4DAF-AF8C-5404B9104E9B}"/>
              </a:ext>
            </a:extLst>
          </p:cNvPr>
          <p:cNvSpPr>
            <a:spLocks noGrp="1"/>
          </p:cNvSpPr>
          <p:nvPr/>
        </p:nvSpPr>
        <p:spPr>
          <a:xfrm>
            <a:off x="370611" y="5696187"/>
            <a:ext cx="48006"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i</a:t>
            </a:r>
          </a:p>
        </p:txBody>
      </p:sp>
      <p:sp>
        <p:nvSpPr>
          <p:cNvPr id="3065" name="text_8362">
            <a:extLst>
              <a:ext uri="{FF2B5EF4-FFF2-40B4-BE49-F238E27FC236}">
                <a16:creationId xmlns:a16="http://schemas.microsoft.com/office/drawing/2014/main" id="{B8F3F4B4-E876-4E54-A091-3F032E0E2001}"/>
              </a:ext>
            </a:extLst>
          </p:cNvPr>
          <p:cNvSpPr>
            <a:spLocks noGrp="1"/>
          </p:cNvSpPr>
          <p:nvPr/>
        </p:nvSpPr>
        <p:spPr>
          <a:xfrm>
            <a:off x="712800" y="5795543"/>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b="0">
                <a:solidFill>
                  <a:srgbClr val="273744"/>
                </a:solidFill>
                <a:latin typeface="Arial"/>
                <a:ea typeface="Arial"/>
                <a:cs typeface="Arial"/>
              </a:rPr>
              <a:t>Top-1, RMSD &lt;2 Å</a:t>
            </a:r>
          </a:p>
        </p:txBody>
      </p:sp>
      <p:sp>
        <p:nvSpPr>
          <p:cNvPr id="3066" name="03_assume_matched_8363">
            <a:extLst>
              <a:ext uri="{FF2B5EF4-FFF2-40B4-BE49-F238E27FC236}">
                <a16:creationId xmlns:a16="http://schemas.microsoft.com/office/drawing/2014/main" id="{BC542668-2420-42D5-876C-A658F7989764}"/>
              </a:ext>
            </a:extLst>
          </p:cNvPr>
          <p:cNvSpPr>
            <a:spLocks noGrp="1"/>
          </p:cNvSpPr>
          <p:nvPr/>
        </p:nvSpPr>
        <p:spPr>
          <a:xfrm>
            <a:off x="735432" y="6268765"/>
            <a:ext cx="2263158" cy="340471"/>
          </a:xfrm>
          <a:custGeom>
            <a:avLst/>
            <a:gdLst/>
            <a:ahLst/>
            <a:cxnLst/>
            <a:rect l="0" t="0" r="0" b="0"/>
            <a:pathLst>
              <a:path w="2263158" h="340471">
                <a:moveTo>
                  <a:pt x="0" y="340471"/>
                </a:moveTo>
                <a:lnTo>
                  <a:pt x="53885" y="339245"/>
                </a:lnTo>
                <a:lnTo>
                  <a:pt x="53885" y="338703"/>
                </a:lnTo>
                <a:lnTo>
                  <a:pt x="68581" y="337558"/>
                </a:lnTo>
                <a:lnTo>
                  <a:pt x="68581" y="336868"/>
                </a:lnTo>
                <a:lnTo>
                  <a:pt x="83821" y="336011"/>
                </a:lnTo>
                <a:lnTo>
                  <a:pt x="83821" y="334745"/>
                </a:lnTo>
                <a:lnTo>
                  <a:pt x="107769" y="334136"/>
                </a:lnTo>
                <a:lnTo>
                  <a:pt x="107769" y="332509"/>
                </a:lnTo>
                <a:lnTo>
                  <a:pt x="125731" y="332411"/>
                </a:lnTo>
                <a:lnTo>
                  <a:pt x="125731" y="326301"/>
                </a:lnTo>
                <a:lnTo>
                  <a:pt x="137161" y="326203"/>
                </a:lnTo>
                <a:lnTo>
                  <a:pt x="137161" y="324822"/>
                </a:lnTo>
                <a:lnTo>
                  <a:pt x="150877" y="324725"/>
                </a:lnTo>
                <a:lnTo>
                  <a:pt x="150877" y="320927"/>
                </a:lnTo>
                <a:lnTo>
                  <a:pt x="167641" y="319873"/>
                </a:lnTo>
                <a:lnTo>
                  <a:pt x="167641" y="319029"/>
                </a:lnTo>
                <a:lnTo>
                  <a:pt x="188596" y="318834"/>
                </a:lnTo>
                <a:lnTo>
                  <a:pt x="188596" y="305225"/>
                </a:lnTo>
                <a:lnTo>
                  <a:pt x="205742" y="305031"/>
                </a:lnTo>
                <a:lnTo>
                  <a:pt x="205742" y="303650"/>
                </a:lnTo>
                <a:lnTo>
                  <a:pt x="215539" y="303552"/>
                </a:lnTo>
                <a:lnTo>
                  <a:pt x="215539" y="301925"/>
                </a:lnTo>
                <a:lnTo>
                  <a:pt x="251462" y="300873"/>
                </a:lnTo>
                <a:lnTo>
                  <a:pt x="251462" y="291914"/>
                </a:lnTo>
                <a:lnTo>
                  <a:pt x="274322" y="291177"/>
                </a:lnTo>
                <a:lnTo>
                  <a:pt x="274322" y="289796"/>
                </a:lnTo>
                <a:lnTo>
                  <a:pt x="301754" y="289503"/>
                </a:lnTo>
                <a:lnTo>
                  <a:pt x="301754" y="284186"/>
                </a:lnTo>
                <a:lnTo>
                  <a:pt x="323308" y="283359"/>
                </a:lnTo>
                <a:lnTo>
                  <a:pt x="323308" y="282274"/>
                </a:lnTo>
                <a:lnTo>
                  <a:pt x="342903" y="281235"/>
                </a:lnTo>
                <a:lnTo>
                  <a:pt x="342903" y="279854"/>
                </a:lnTo>
                <a:lnTo>
                  <a:pt x="377193" y="279562"/>
                </a:lnTo>
                <a:lnTo>
                  <a:pt x="377193" y="231322"/>
                </a:lnTo>
                <a:lnTo>
                  <a:pt x="411483" y="231030"/>
                </a:lnTo>
                <a:lnTo>
                  <a:pt x="411483" y="229649"/>
                </a:lnTo>
                <a:lnTo>
                  <a:pt x="431078" y="229454"/>
                </a:lnTo>
                <a:lnTo>
                  <a:pt x="431078" y="227826"/>
                </a:lnTo>
                <a:lnTo>
                  <a:pt x="452632" y="226999"/>
                </a:lnTo>
                <a:lnTo>
                  <a:pt x="452632" y="223201"/>
                </a:lnTo>
                <a:lnTo>
                  <a:pt x="502924" y="222023"/>
                </a:lnTo>
                <a:lnTo>
                  <a:pt x="502924" y="212431"/>
                </a:lnTo>
                <a:lnTo>
                  <a:pt x="538847" y="211380"/>
                </a:lnTo>
                <a:lnTo>
                  <a:pt x="538847" y="209752"/>
                </a:lnTo>
                <a:lnTo>
                  <a:pt x="548644" y="209655"/>
                </a:lnTo>
                <a:lnTo>
                  <a:pt x="548644" y="208274"/>
                </a:lnTo>
                <a:lnTo>
                  <a:pt x="565789" y="208079"/>
                </a:lnTo>
                <a:lnTo>
                  <a:pt x="565789" y="196685"/>
                </a:lnTo>
                <a:lnTo>
                  <a:pt x="603509" y="195753"/>
                </a:lnTo>
                <a:lnTo>
                  <a:pt x="603509" y="191955"/>
                </a:lnTo>
                <a:lnTo>
                  <a:pt x="617225" y="191858"/>
                </a:lnTo>
                <a:lnTo>
                  <a:pt x="617225" y="190477"/>
                </a:lnTo>
                <a:lnTo>
                  <a:pt x="628655" y="190380"/>
                </a:lnTo>
                <a:lnTo>
                  <a:pt x="628655" y="183952"/>
                </a:lnTo>
                <a:lnTo>
                  <a:pt x="646617" y="183855"/>
                </a:lnTo>
                <a:lnTo>
                  <a:pt x="647998" y="182130"/>
                </a:lnTo>
                <a:lnTo>
                  <a:pt x="685805" y="181078"/>
                </a:lnTo>
                <a:lnTo>
                  <a:pt x="686685" y="180290"/>
                </a:lnTo>
                <a:lnTo>
                  <a:pt x="754386" y="179706"/>
                </a:lnTo>
                <a:lnTo>
                  <a:pt x="754386" y="0"/>
                </a:lnTo>
                <a:lnTo>
                  <a:pt x="2263158" y="0"/>
                </a:lnTo>
                <a:lnTo>
                  <a:pt x="2263158" y="0"/>
                </a:lnTo>
              </a:path>
            </a:pathLst>
          </a:custGeom>
          <a:noFill/>
          <a:ln w="22860">
            <a:solidFill>
              <a:srgbClr val="00878B"/>
            </a:solidFill>
            <a:prstDash val="solid"/>
          </a:ln>
        </p:spPr>
      </p:sp>
      <p:sp>
        <p:nvSpPr>
          <p:cNvPr id="3067" name="03_assume_matched_8364">
            <a:extLst>
              <a:ext uri="{FF2B5EF4-FFF2-40B4-BE49-F238E27FC236}">
                <a16:creationId xmlns:a16="http://schemas.microsoft.com/office/drawing/2014/main" id="{F030576F-0D13-4ADA-B1CE-F117E27214B5}"/>
              </a:ext>
            </a:extLst>
          </p:cNvPr>
          <p:cNvSpPr>
            <a:spLocks noGrp="1"/>
          </p:cNvSpPr>
          <p:nvPr/>
        </p:nvSpPr>
        <p:spPr>
          <a:xfrm>
            <a:off x="735432" y="6170584"/>
            <a:ext cx="2263158" cy="438652"/>
          </a:xfrm>
          <a:custGeom>
            <a:avLst/>
            <a:gdLst/>
            <a:ahLst/>
            <a:cxnLst/>
            <a:rect l="0" t="0" r="0" b="0"/>
            <a:pathLst>
              <a:path w="2263158" h="438652">
                <a:moveTo>
                  <a:pt x="0" y="438652"/>
                </a:moveTo>
                <a:lnTo>
                  <a:pt x="754386" y="438652"/>
                </a:lnTo>
                <a:lnTo>
                  <a:pt x="754386" y="0"/>
                </a:lnTo>
                <a:lnTo>
                  <a:pt x="2263158" y="0"/>
                </a:lnTo>
                <a:lnTo>
                  <a:pt x="2263158" y="0"/>
                </a:lnTo>
              </a:path>
            </a:pathLst>
          </a:custGeom>
          <a:noFill/>
          <a:ln w="13335">
            <a:solidFill>
              <a:srgbClr val="3A64C8"/>
            </a:solidFill>
            <a:prstDash val="solid"/>
          </a:ln>
        </p:spPr>
      </p:sp>
      <p:sp>
        <p:nvSpPr>
          <p:cNvPr id="3068" name="03_assume_matched_8365">
            <a:extLst>
              <a:ext uri="{FF2B5EF4-FFF2-40B4-BE49-F238E27FC236}">
                <a16:creationId xmlns:a16="http://schemas.microsoft.com/office/drawing/2014/main" id="{972CE5B0-640F-4F9D-96BD-65B6B5D0424E}"/>
              </a:ext>
            </a:extLst>
          </p:cNvPr>
          <p:cNvSpPr>
            <a:spLocks noGrp="1"/>
          </p:cNvSpPr>
          <p:nvPr/>
        </p:nvSpPr>
        <p:spPr>
          <a:xfrm>
            <a:off x="1091035" y="6478497"/>
            <a:ext cx="43180" cy="43180"/>
          </a:xfrm>
          <a:prstGeom prst="ellipse">
            <a:avLst/>
          </a:prstGeom>
          <a:solidFill>
            <a:srgbClr val="00878B"/>
          </a:solidFill>
          <a:ln w="4445">
            <a:solidFill>
              <a:srgbClr val="FFFFFF"/>
            </a:solidFill>
            <a:prstDash val="solid"/>
          </a:ln>
        </p:spPr>
      </p:sp>
      <p:sp>
        <p:nvSpPr>
          <p:cNvPr id="3069" name="03_assume_matched_8366">
            <a:extLst>
              <a:ext uri="{FF2B5EF4-FFF2-40B4-BE49-F238E27FC236}">
                <a16:creationId xmlns:a16="http://schemas.microsoft.com/office/drawing/2014/main" id="{593E9F19-5095-4F09-BD89-525100784974}"/>
              </a:ext>
            </a:extLst>
          </p:cNvPr>
          <p:cNvSpPr>
            <a:spLocks noGrp="1"/>
          </p:cNvSpPr>
          <p:nvPr/>
        </p:nvSpPr>
        <p:spPr>
          <a:xfrm>
            <a:off x="1468228" y="6247175"/>
            <a:ext cx="43180" cy="43180"/>
          </a:xfrm>
          <a:prstGeom prst="ellipse">
            <a:avLst/>
          </a:prstGeom>
          <a:solidFill>
            <a:srgbClr val="00878B"/>
          </a:solidFill>
          <a:ln w="4445">
            <a:solidFill>
              <a:srgbClr val="FFFFFF"/>
            </a:solidFill>
            <a:prstDash val="solid"/>
          </a:ln>
        </p:spPr>
      </p:sp>
      <p:sp>
        <p:nvSpPr>
          <p:cNvPr id="3070" name="03_assume_matched_8367">
            <a:extLst>
              <a:ext uri="{FF2B5EF4-FFF2-40B4-BE49-F238E27FC236}">
                <a16:creationId xmlns:a16="http://schemas.microsoft.com/office/drawing/2014/main" id="{50FED0BB-2B3C-4793-9FC7-C01E459A3DDF}"/>
              </a:ext>
            </a:extLst>
          </p:cNvPr>
          <p:cNvSpPr>
            <a:spLocks noGrp="1"/>
          </p:cNvSpPr>
          <p:nvPr/>
        </p:nvSpPr>
        <p:spPr>
          <a:xfrm>
            <a:off x="2222614" y="6247175"/>
            <a:ext cx="43180" cy="43180"/>
          </a:xfrm>
          <a:prstGeom prst="ellipse">
            <a:avLst/>
          </a:prstGeom>
          <a:solidFill>
            <a:srgbClr val="00878B"/>
          </a:solidFill>
          <a:ln w="4445">
            <a:solidFill>
              <a:srgbClr val="FFFFFF"/>
            </a:solidFill>
            <a:prstDash val="solid"/>
          </a:ln>
        </p:spPr>
      </p:sp>
      <p:sp>
        <p:nvSpPr>
          <p:cNvPr id="3071" name="03_assume_matched_8368">
            <a:extLst>
              <a:ext uri="{FF2B5EF4-FFF2-40B4-BE49-F238E27FC236}">
                <a16:creationId xmlns:a16="http://schemas.microsoft.com/office/drawing/2014/main" id="{A3B20405-E63D-4195-AF09-B95DA2A48749}"/>
              </a:ext>
            </a:extLst>
          </p:cNvPr>
          <p:cNvSpPr>
            <a:spLocks noGrp="1"/>
          </p:cNvSpPr>
          <p:nvPr/>
        </p:nvSpPr>
        <p:spPr>
          <a:xfrm>
            <a:off x="2976999" y="6247175"/>
            <a:ext cx="43180" cy="43180"/>
          </a:xfrm>
          <a:prstGeom prst="ellipse">
            <a:avLst/>
          </a:prstGeom>
          <a:solidFill>
            <a:srgbClr val="00878B"/>
          </a:solidFill>
          <a:ln w="4445">
            <a:solidFill>
              <a:srgbClr val="FFFFFF"/>
            </a:solidFill>
            <a:prstDash val="solid"/>
          </a:ln>
        </p:spPr>
      </p:sp>
      <p:sp>
        <p:nvSpPr>
          <p:cNvPr id="3072" name="03_assume_matched_8369">
            <a:extLst>
              <a:ext uri="{FF2B5EF4-FFF2-40B4-BE49-F238E27FC236}">
                <a16:creationId xmlns:a16="http://schemas.microsoft.com/office/drawing/2014/main" id="{E2C34DDC-9D08-419A-AC3D-DE2597380197}"/>
              </a:ext>
            </a:extLst>
          </p:cNvPr>
          <p:cNvSpPr>
            <a:spLocks noGrp="1"/>
          </p:cNvSpPr>
          <p:nvPr/>
        </p:nvSpPr>
        <p:spPr>
          <a:xfrm>
            <a:off x="1076704" y="657331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073" name="03_assume_matched_8370">
            <a:extLst>
              <a:ext uri="{FF2B5EF4-FFF2-40B4-BE49-F238E27FC236}">
                <a16:creationId xmlns:a16="http://schemas.microsoft.com/office/drawing/2014/main" id="{31A72F51-87BE-4CFC-98EB-BD0D10D118A2}"/>
              </a:ext>
            </a:extLst>
          </p:cNvPr>
          <p:cNvSpPr>
            <a:spLocks noGrp="1"/>
          </p:cNvSpPr>
          <p:nvPr/>
        </p:nvSpPr>
        <p:spPr>
          <a:xfrm>
            <a:off x="1453897" y="613466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074" name="03_assume_matched_8371">
            <a:extLst>
              <a:ext uri="{FF2B5EF4-FFF2-40B4-BE49-F238E27FC236}">
                <a16:creationId xmlns:a16="http://schemas.microsoft.com/office/drawing/2014/main" id="{8E752605-96B5-43C5-97C5-01CB99D4BF5B}"/>
              </a:ext>
            </a:extLst>
          </p:cNvPr>
          <p:cNvSpPr>
            <a:spLocks noGrp="1"/>
          </p:cNvSpPr>
          <p:nvPr/>
        </p:nvSpPr>
        <p:spPr>
          <a:xfrm>
            <a:off x="2208282" y="613466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075" name="03_assume_matched_8372">
            <a:extLst>
              <a:ext uri="{FF2B5EF4-FFF2-40B4-BE49-F238E27FC236}">
                <a16:creationId xmlns:a16="http://schemas.microsoft.com/office/drawing/2014/main" id="{E1833712-CC22-4160-A08A-C25B8E889B23}"/>
              </a:ext>
            </a:extLst>
          </p:cNvPr>
          <p:cNvSpPr>
            <a:spLocks noGrp="1"/>
          </p:cNvSpPr>
          <p:nvPr/>
        </p:nvSpPr>
        <p:spPr>
          <a:xfrm>
            <a:off x="2962668" y="613466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076" name="03_assume_matched_8373">
            <a:extLst>
              <a:ext uri="{FF2B5EF4-FFF2-40B4-BE49-F238E27FC236}">
                <a16:creationId xmlns:a16="http://schemas.microsoft.com/office/drawing/2014/main" id="{06E57403-044A-4E7B-8EDE-929AD65E5724}"/>
              </a:ext>
            </a:extLst>
          </p:cNvPr>
          <p:cNvSpPr>
            <a:spLocks noGrp="1"/>
          </p:cNvSpPr>
          <p:nvPr/>
        </p:nvSpPr>
        <p:spPr>
          <a:xfrm>
            <a:off x="3841389" y="5995123"/>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3077" name="03_assume_matched_8374">
            <a:extLst>
              <a:ext uri="{FF2B5EF4-FFF2-40B4-BE49-F238E27FC236}">
                <a16:creationId xmlns:a16="http://schemas.microsoft.com/office/drawing/2014/main" id="{74D7FCCA-3326-44D5-8559-27DE145C58C7}"/>
              </a:ext>
            </a:extLst>
          </p:cNvPr>
          <p:cNvSpPr>
            <a:spLocks noGrp="1"/>
          </p:cNvSpPr>
          <p:nvPr/>
        </p:nvSpPr>
        <p:spPr>
          <a:xfrm>
            <a:off x="4143144" y="6024367"/>
            <a:ext cx="196140" cy="584869"/>
          </a:xfrm>
          <a:custGeom>
            <a:avLst/>
            <a:gdLst/>
            <a:ahLst/>
            <a:cxnLst/>
            <a:rect l="0" t="0" r="0" b="0"/>
            <a:pathLst>
              <a:path w="196140" h="584869">
                <a:moveTo>
                  <a:pt x="196140" y="584869"/>
                </a:moveTo>
                <a:lnTo>
                  <a:pt x="0" y="584869"/>
                </a:lnTo>
                <a:lnTo>
                  <a:pt x="1081" y="579995"/>
                </a:lnTo>
                <a:lnTo>
                  <a:pt x="4251" y="575121"/>
                </a:lnTo>
                <a:lnTo>
                  <a:pt x="9296" y="570247"/>
                </a:lnTo>
                <a:lnTo>
                  <a:pt x="15886" y="565373"/>
                </a:lnTo>
                <a:lnTo>
                  <a:pt x="23612" y="560500"/>
                </a:lnTo>
                <a:lnTo>
                  <a:pt x="32025" y="555626"/>
                </a:lnTo>
                <a:lnTo>
                  <a:pt x="40683" y="550752"/>
                </a:lnTo>
                <a:lnTo>
                  <a:pt x="49182" y="545878"/>
                </a:lnTo>
                <a:lnTo>
                  <a:pt x="57190" y="541004"/>
                </a:lnTo>
                <a:lnTo>
                  <a:pt x="64461" y="536130"/>
                </a:lnTo>
                <a:lnTo>
                  <a:pt x="70837" y="531256"/>
                </a:lnTo>
                <a:lnTo>
                  <a:pt x="76251" y="526382"/>
                </a:lnTo>
                <a:lnTo>
                  <a:pt x="80703" y="521508"/>
                </a:lnTo>
                <a:lnTo>
                  <a:pt x="84252" y="516634"/>
                </a:lnTo>
                <a:lnTo>
                  <a:pt x="86993" y="511760"/>
                </a:lnTo>
                <a:lnTo>
                  <a:pt x="89039" y="506887"/>
                </a:lnTo>
                <a:lnTo>
                  <a:pt x="90511" y="502013"/>
                </a:lnTo>
                <a:lnTo>
                  <a:pt x="91523" y="497139"/>
                </a:lnTo>
                <a:lnTo>
                  <a:pt x="92178" y="492265"/>
                </a:lnTo>
                <a:lnTo>
                  <a:pt x="92563" y="487391"/>
                </a:lnTo>
                <a:lnTo>
                  <a:pt x="92752" y="482517"/>
                </a:lnTo>
                <a:lnTo>
                  <a:pt x="92803" y="477643"/>
                </a:lnTo>
                <a:lnTo>
                  <a:pt x="92761" y="472769"/>
                </a:lnTo>
                <a:lnTo>
                  <a:pt x="92662" y="467895"/>
                </a:lnTo>
                <a:lnTo>
                  <a:pt x="92532" y="463021"/>
                </a:lnTo>
                <a:lnTo>
                  <a:pt x="92393" y="458147"/>
                </a:lnTo>
                <a:lnTo>
                  <a:pt x="92258" y="453274"/>
                </a:lnTo>
                <a:lnTo>
                  <a:pt x="92137" y="448400"/>
                </a:lnTo>
                <a:lnTo>
                  <a:pt x="92036" y="443526"/>
                </a:lnTo>
                <a:lnTo>
                  <a:pt x="91954" y="438652"/>
                </a:lnTo>
                <a:lnTo>
                  <a:pt x="91891" y="433778"/>
                </a:lnTo>
                <a:lnTo>
                  <a:pt x="91842" y="428904"/>
                </a:lnTo>
                <a:lnTo>
                  <a:pt x="91799" y="424030"/>
                </a:lnTo>
                <a:lnTo>
                  <a:pt x="91756" y="419156"/>
                </a:lnTo>
                <a:lnTo>
                  <a:pt x="91705" y="414282"/>
                </a:lnTo>
                <a:lnTo>
                  <a:pt x="91636" y="409408"/>
                </a:lnTo>
                <a:lnTo>
                  <a:pt x="91543" y="404534"/>
                </a:lnTo>
                <a:lnTo>
                  <a:pt x="91417" y="399661"/>
                </a:lnTo>
                <a:lnTo>
                  <a:pt x="91249" y="394787"/>
                </a:lnTo>
                <a:lnTo>
                  <a:pt x="91028" y="389913"/>
                </a:lnTo>
                <a:lnTo>
                  <a:pt x="90742" y="385039"/>
                </a:lnTo>
                <a:lnTo>
                  <a:pt x="90374" y="380165"/>
                </a:lnTo>
                <a:lnTo>
                  <a:pt x="89907" y="375291"/>
                </a:lnTo>
                <a:lnTo>
                  <a:pt x="89319" y="370417"/>
                </a:lnTo>
                <a:lnTo>
                  <a:pt x="88588" y="365543"/>
                </a:lnTo>
                <a:lnTo>
                  <a:pt x="87692" y="360669"/>
                </a:lnTo>
                <a:lnTo>
                  <a:pt x="86613" y="355795"/>
                </a:lnTo>
                <a:lnTo>
                  <a:pt x="85338" y="350921"/>
                </a:lnTo>
                <a:lnTo>
                  <a:pt x="83866" y="346048"/>
                </a:lnTo>
                <a:lnTo>
                  <a:pt x="82208" y="341174"/>
                </a:lnTo>
                <a:lnTo>
                  <a:pt x="80393" y="336300"/>
                </a:lnTo>
                <a:lnTo>
                  <a:pt x="78469" y="331426"/>
                </a:lnTo>
                <a:lnTo>
                  <a:pt x="76503" y="326552"/>
                </a:lnTo>
                <a:lnTo>
                  <a:pt x="74579" y="321678"/>
                </a:lnTo>
                <a:lnTo>
                  <a:pt x="72797" y="316804"/>
                </a:lnTo>
                <a:lnTo>
                  <a:pt x="71259" y="311930"/>
                </a:lnTo>
                <a:lnTo>
                  <a:pt x="70068" y="307056"/>
                </a:lnTo>
                <a:lnTo>
                  <a:pt x="69313" y="302182"/>
                </a:lnTo>
                <a:lnTo>
                  <a:pt x="69061" y="297308"/>
                </a:lnTo>
                <a:lnTo>
                  <a:pt x="69352" y="292435"/>
                </a:lnTo>
                <a:lnTo>
                  <a:pt x="70188" y="287561"/>
                </a:lnTo>
                <a:lnTo>
                  <a:pt x="71538" y="282687"/>
                </a:lnTo>
                <a:lnTo>
                  <a:pt x="73337" y="277813"/>
                </a:lnTo>
                <a:lnTo>
                  <a:pt x="75492" y="272939"/>
                </a:lnTo>
                <a:lnTo>
                  <a:pt x="77893" y="268065"/>
                </a:lnTo>
                <a:lnTo>
                  <a:pt x="80424" y="263191"/>
                </a:lnTo>
                <a:lnTo>
                  <a:pt x="82970" y="258317"/>
                </a:lnTo>
                <a:lnTo>
                  <a:pt x="85429" y="253443"/>
                </a:lnTo>
                <a:lnTo>
                  <a:pt x="87720" y="248569"/>
                </a:lnTo>
                <a:lnTo>
                  <a:pt x="89782" y="243695"/>
                </a:lnTo>
                <a:lnTo>
                  <a:pt x="91580" y="238822"/>
                </a:lnTo>
                <a:lnTo>
                  <a:pt x="93101" y="233948"/>
                </a:lnTo>
                <a:lnTo>
                  <a:pt x="94350" y="229074"/>
                </a:lnTo>
                <a:lnTo>
                  <a:pt x="95347" y="224200"/>
                </a:lnTo>
                <a:lnTo>
                  <a:pt x="96122" y="219326"/>
                </a:lnTo>
                <a:lnTo>
                  <a:pt x="96708" y="214452"/>
                </a:lnTo>
                <a:lnTo>
                  <a:pt x="97139" y="209578"/>
                </a:lnTo>
                <a:lnTo>
                  <a:pt x="97448" y="204704"/>
                </a:lnTo>
                <a:lnTo>
                  <a:pt x="97663" y="199830"/>
                </a:lnTo>
                <a:lnTo>
                  <a:pt x="97810" y="194956"/>
                </a:lnTo>
                <a:lnTo>
                  <a:pt x="97908" y="190082"/>
                </a:lnTo>
                <a:lnTo>
                  <a:pt x="97971" y="185209"/>
                </a:lnTo>
                <a:lnTo>
                  <a:pt x="98011" y="180335"/>
                </a:lnTo>
                <a:lnTo>
                  <a:pt x="98036" y="175461"/>
                </a:lnTo>
                <a:lnTo>
                  <a:pt x="98051" y="170587"/>
                </a:lnTo>
                <a:lnTo>
                  <a:pt x="98059" y="165713"/>
                </a:lnTo>
                <a:lnTo>
                  <a:pt x="98064" y="160839"/>
                </a:lnTo>
                <a:lnTo>
                  <a:pt x="98067" y="155965"/>
                </a:lnTo>
                <a:lnTo>
                  <a:pt x="98069"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3" y="155965"/>
                </a:lnTo>
                <a:lnTo>
                  <a:pt x="98076" y="160839"/>
                </a:lnTo>
                <a:lnTo>
                  <a:pt x="98081" y="165713"/>
                </a:lnTo>
                <a:lnTo>
                  <a:pt x="98090" y="170587"/>
                </a:lnTo>
                <a:lnTo>
                  <a:pt x="98105" y="175461"/>
                </a:lnTo>
                <a:lnTo>
                  <a:pt x="98129" y="180335"/>
                </a:lnTo>
                <a:lnTo>
                  <a:pt x="98169" y="185209"/>
                </a:lnTo>
                <a:lnTo>
                  <a:pt x="98232" y="190082"/>
                </a:lnTo>
                <a:lnTo>
                  <a:pt x="98330" y="194956"/>
                </a:lnTo>
                <a:lnTo>
                  <a:pt x="98477" y="199830"/>
                </a:lnTo>
                <a:lnTo>
                  <a:pt x="98693" y="204704"/>
                </a:lnTo>
                <a:lnTo>
                  <a:pt x="99002" y="209578"/>
                </a:lnTo>
                <a:lnTo>
                  <a:pt x="99433" y="214452"/>
                </a:lnTo>
                <a:lnTo>
                  <a:pt x="100018" y="219326"/>
                </a:lnTo>
                <a:lnTo>
                  <a:pt x="100793" y="224200"/>
                </a:lnTo>
                <a:lnTo>
                  <a:pt x="101790" y="229074"/>
                </a:lnTo>
                <a:lnTo>
                  <a:pt x="103040" y="233948"/>
                </a:lnTo>
                <a:lnTo>
                  <a:pt x="104560" y="238822"/>
                </a:lnTo>
                <a:lnTo>
                  <a:pt x="106358" y="243695"/>
                </a:lnTo>
                <a:lnTo>
                  <a:pt x="108421" y="248569"/>
                </a:lnTo>
                <a:lnTo>
                  <a:pt x="110711" y="253443"/>
                </a:lnTo>
                <a:lnTo>
                  <a:pt x="113171" y="258317"/>
                </a:lnTo>
                <a:lnTo>
                  <a:pt x="115717" y="263191"/>
                </a:lnTo>
                <a:lnTo>
                  <a:pt x="118247" y="268065"/>
                </a:lnTo>
                <a:lnTo>
                  <a:pt x="120649" y="272939"/>
                </a:lnTo>
                <a:lnTo>
                  <a:pt x="122804" y="277813"/>
                </a:lnTo>
                <a:lnTo>
                  <a:pt x="124602" y="282687"/>
                </a:lnTo>
                <a:lnTo>
                  <a:pt x="125952" y="287561"/>
                </a:lnTo>
                <a:lnTo>
                  <a:pt x="126788" y="292435"/>
                </a:lnTo>
                <a:lnTo>
                  <a:pt x="127079" y="297308"/>
                </a:lnTo>
                <a:lnTo>
                  <a:pt x="126828" y="302182"/>
                </a:lnTo>
                <a:lnTo>
                  <a:pt x="126072" y="307056"/>
                </a:lnTo>
                <a:lnTo>
                  <a:pt x="124881" y="311930"/>
                </a:lnTo>
                <a:lnTo>
                  <a:pt x="123343" y="316804"/>
                </a:lnTo>
                <a:lnTo>
                  <a:pt x="121561" y="321678"/>
                </a:lnTo>
                <a:lnTo>
                  <a:pt x="119638" y="326552"/>
                </a:lnTo>
                <a:lnTo>
                  <a:pt x="117672" y="331426"/>
                </a:lnTo>
                <a:lnTo>
                  <a:pt x="115748" y="336300"/>
                </a:lnTo>
                <a:lnTo>
                  <a:pt x="113933" y="341174"/>
                </a:lnTo>
                <a:lnTo>
                  <a:pt x="112275" y="346048"/>
                </a:lnTo>
                <a:lnTo>
                  <a:pt x="110802" y="350921"/>
                </a:lnTo>
                <a:lnTo>
                  <a:pt x="109527" y="355795"/>
                </a:lnTo>
                <a:lnTo>
                  <a:pt x="108448" y="360669"/>
                </a:lnTo>
                <a:lnTo>
                  <a:pt x="107552" y="365543"/>
                </a:lnTo>
                <a:lnTo>
                  <a:pt x="106821" y="370417"/>
                </a:lnTo>
                <a:lnTo>
                  <a:pt x="106233" y="375291"/>
                </a:lnTo>
                <a:lnTo>
                  <a:pt x="105766" y="380165"/>
                </a:lnTo>
                <a:lnTo>
                  <a:pt x="105399" y="385039"/>
                </a:lnTo>
                <a:lnTo>
                  <a:pt x="105112" y="389913"/>
                </a:lnTo>
                <a:lnTo>
                  <a:pt x="104892" y="394787"/>
                </a:lnTo>
                <a:lnTo>
                  <a:pt x="104724" y="399661"/>
                </a:lnTo>
                <a:lnTo>
                  <a:pt x="104598" y="404534"/>
                </a:lnTo>
                <a:lnTo>
                  <a:pt x="104504" y="409408"/>
                </a:lnTo>
                <a:lnTo>
                  <a:pt x="104436" y="414282"/>
                </a:lnTo>
                <a:lnTo>
                  <a:pt x="104384" y="419156"/>
                </a:lnTo>
                <a:lnTo>
                  <a:pt x="104341" y="424030"/>
                </a:lnTo>
                <a:lnTo>
                  <a:pt x="104299" y="428904"/>
                </a:lnTo>
                <a:lnTo>
                  <a:pt x="104249" y="433778"/>
                </a:lnTo>
                <a:lnTo>
                  <a:pt x="104186" y="438652"/>
                </a:lnTo>
                <a:lnTo>
                  <a:pt x="104105" y="443526"/>
                </a:lnTo>
                <a:lnTo>
                  <a:pt x="104003" y="448400"/>
                </a:lnTo>
                <a:lnTo>
                  <a:pt x="103882" y="453274"/>
                </a:lnTo>
                <a:lnTo>
                  <a:pt x="103747" y="458147"/>
                </a:lnTo>
                <a:lnTo>
                  <a:pt x="103608" y="463021"/>
                </a:lnTo>
                <a:lnTo>
                  <a:pt x="103479" y="467895"/>
                </a:lnTo>
                <a:lnTo>
                  <a:pt x="103380" y="472769"/>
                </a:lnTo>
                <a:lnTo>
                  <a:pt x="103338" y="477643"/>
                </a:lnTo>
                <a:lnTo>
                  <a:pt x="103388" y="482517"/>
                </a:lnTo>
                <a:lnTo>
                  <a:pt x="103577" y="487391"/>
                </a:lnTo>
                <a:lnTo>
                  <a:pt x="103963" y="492265"/>
                </a:lnTo>
                <a:lnTo>
                  <a:pt x="104617" y="497139"/>
                </a:lnTo>
                <a:lnTo>
                  <a:pt x="105629" y="502013"/>
                </a:lnTo>
                <a:lnTo>
                  <a:pt x="107101" y="506887"/>
                </a:lnTo>
                <a:lnTo>
                  <a:pt x="109148" y="511760"/>
                </a:lnTo>
                <a:lnTo>
                  <a:pt x="111888" y="516634"/>
                </a:lnTo>
                <a:lnTo>
                  <a:pt x="115438" y="521508"/>
                </a:lnTo>
                <a:lnTo>
                  <a:pt x="119890" y="526382"/>
                </a:lnTo>
                <a:lnTo>
                  <a:pt x="125303" y="531256"/>
                </a:lnTo>
                <a:lnTo>
                  <a:pt x="131680" y="536130"/>
                </a:lnTo>
                <a:lnTo>
                  <a:pt x="138950" y="541004"/>
                </a:lnTo>
                <a:lnTo>
                  <a:pt x="146958" y="545878"/>
                </a:lnTo>
                <a:lnTo>
                  <a:pt x="155457" y="550752"/>
                </a:lnTo>
                <a:lnTo>
                  <a:pt x="164115" y="555626"/>
                </a:lnTo>
                <a:lnTo>
                  <a:pt x="172529" y="560500"/>
                </a:lnTo>
                <a:lnTo>
                  <a:pt x="180255" y="565373"/>
                </a:lnTo>
                <a:lnTo>
                  <a:pt x="186845" y="570247"/>
                </a:lnTo>
                <a:lnTo>
                  <a:pt x="191889" y="575121"/>
                </a:lnTo>
                <a:lnTo>
                  <a:pt x="195059" y="579995"/>
                </a:lnTo>
                <a:lnTo>
                  <a:pt x="196140" y="584869"/>
                </a:lnTo>
                <a:lnTo>
                  <a:pt x="196140" y="584869"/>
                </a:lnTo>
                <a:close/>
              </a:path>
            </a:pathLst>
          </a:custGeom>
          <a:solidFill>
            <a:srgbClr val="00878B">
              <a:alpha val="12000"/>
            </a:srgbClr>
          </a:solidFill>
          <a:ln w="6985">
            <a:solidFill>
              <a:srgbClr val="00878B">
                <a:alpha val="12000"/>
              </a:srgbClr>
            </a:solidFill>
            <a:prstDash val="solid"/>
          </a:ln>
        </p:spPr>
      </p:sp>
      <p:sp>
        <p:nvSpPr>
          <p:cNvPr id="3078" name="03_assume_matched_8375">
            <a:extLst>
              <a:ext uri="{FF2B5EF4-FFF2-40B4-BE49-F238E27FC236}">
                <a16:creationId xmlns:a16="http://schemas.microsoft.com/office/drawing/2014/main" id="{54731CCB-69CE-49F2-BB53-25FC3F125A61}"/>
              </a:ext>
            </a:extLst>
          </p:cNvPr>
          <p:cNvSpPr>
            <a:spLocks noGrp="1"/>
          </p:cNvSpPr>
          <p:nvPr/>
        </p:nvSpPr>
        <p:spPr>
          <a:xfrm>
            <a:off x="4520337" y="6024367"/>
            <a:ext cx="196140" cy="584869"/>
          </a:xfrm>
          <a:custGeom>
            <a:avLst/>
            <a:gdLst/>
            <a:ahLst/>
            <a:cxnLst/>
            <a:rect l="0" t="0" r="0" b="0"/>
            <a:pathLst>
              <a:path w="196140" h="584869">
                <a:moveTo>
                  <a:pt x="143482" y="584869"/>
                </a:moveTo>
                <a:lnTo>
                  <a:pt x="52658" y="584869"/>
                </a:lnTo>
                <a:lnTo>
                  <a:pt x="53142" y="579995"/>
                </a:lnTo>
                <a:lnTo>
                  <a:pt x="54562" y="575121"/>
                </a:lnTo>
                <a:lnTo>
                  <a:pt x="56821" y="570247"/>
                </a:lnTo>
                <a:lnTo>
                  <a:pt x="59774" y="565373"/>
                </a:lnTo>
                <a:lnTo>
                  <a:pt x="63237" y="560500"/>
                </a:lnTo>
                <a:lnTo>
                  <a:pt x="67012" y="555626"/>
                </a:lnTo>
                <a:lnTo>
                  <a:pt x="70901" y="550752"/>
                </a:lnTo>
                <a:lnTo>
                  <a:pt x="74726" y="545878"/>
                </a:lnTo>
                <a:lnTo>
                  <a:pt x="78341" y="541004"/>
                </a:lnTo>
                <a:lnTo>
                  <a:pt x="81636" y="536130"/>
                </a:lnTo>
                <a:lnTo>
                  <a:pt x="84543" y="531256"/>
                </a:lnTo>
                <a:lnTo>
                  <a:pt x="87030" y="526382"/>
                </a:lnTo>
                <a:lnTo>
                  <a:pt x="89095" y="521508"/>
                </a:lnTo>
                <a:lnTo>
                  <a:pt x="90762" y="516634"/>
                </a:lnTo>
                <a:lnTo>
                  <a:pt x="92068" y="511760"/>
                </a:lnTo>
                <a:lnTo>
                  <a:pt x="93060" y="506887"/>
                </a:lnTo>
                <a:lnTo>
                  <a:pt x="93784" y="502013"/>
                </a:lnTo>
                <a:lnTo>
                  <a:pt x="94287" y="497139"/>
                </a:lnTo>
                <a:lnTo>
                  <a:pt x="94610" y="492265"/>
                </a:lnTo>
                <a:lnTo>
                  <a:pt x="94789" y="487391"/>
                </a:lnTo>
                <a:lnTo>
                  <a:pt x="94855" y="482517"/>
                </a:lnTo>
                <a:lnTo>
                  <a:pt x="94834" y="477643"/>
                </a:lnTo>
                <a:lnTo>
                  <a:pt x="94747" y="472769"/>
                </a:lnTo>
                <a:lnTo>
                  <a:pt x="94612" y="467895"/>
                </a:lnTo>
                <a:lnTo>
                  <a:pt x="94444" y="463021"/>
                </a:lnTo>
                <a:lnTo>
                  <a:pt x="94254" y="458147"/>
                </a:lnTo>
                <a:lnTo>
                  <a:pt x="94051" y="453274"/>
                </a:lnTo>
                <a:lnTo>
                  <a:pt x="93841" y="448400"/>
                </a:lnTo>
                <a:lnTo>
                  <a:pt x="93630" y="443526"/>
                </a:lnTo>
                <a:lnTo>
                  <a:pt x="93419" y="438652"/>
                </a:lnTo>
                <a:lnTo>
                  <a:pt x="93213" y="433778"/>
                </a:lnTo>
                <a:lnTo>
                  <a:pt x="93013" y="428904"/>
                </a:lnTo>
                <a:lnTo>
                  <a:pt x="92825" y="424030"/>
                </a:lnTo>
                <a:lnTo>
                  <a:pt x="92655" y="419156"/>
                </a:lnTo>
                <a:lnTo>
                  <a:pt x="92513" y="414282"/>
                </a:lnTo>
                <a:lnTo>
                  <a:pt x="92407" y="409408"/>
                </a:lnTo>
                <a:lnTo>
                  <a:pt x="92350" y="404534"/>
                </a:lnTo>
                <a:lnTo>
                  <a:pt x="92352" y="399661"/>
                </a:lnTo>
                <a:lnTo>
                  <a:pt x="92421" y="394787"/>
                </a:lnTo>
                <a:lnTo>
                  <a:pt x="92562" y="389913"/>
                </a:lnTo>
                <a:lnTo>
                  <a:pt x="92773" y="385039"/>
                </a:lnTo>
                <a:lnTo>
                  <a:pt x="93049" y="380165"/>
                </a:lnTo>
                <a:lnTo>
                  <a:pt x="93377" y="375291"/>
                </a:lnTo>
                <a:lnTo>
                  <a:pt x="93740" y="370417"/>
                </a:lnTo>
                <a:lnTo>
                  <a:pt x="94117" y="365543"/>
                </a:lnTo>
                <a:lnTo>
                  <a:pt x="94484" y="360669"/>
                </a:lnTo>
                <a:lnTo>
                  <a:pt x="94818" y="355795"/>
                </a:lnTo>
                <a:lnTo>
                  <a:pt x="95101" y="350921"/>
                </a:lnTo>
                <a:lnTo>
                  <a:pt x="95316" y="346048"/>
                </a:lnTo>
                <a:lnTo>
                  <a:pt x="95453" y="341174"/>
                </a:lnTo>
                <a:lnTo>
                  <a:pt x="95508" y="336300"/>
                </a:lnTo>
                <a:lnTo>
                  <a:pt x="95486" y="331426"/>
                </a:lnTo>
                <a:lnTo>
                  <a:pt x="95397" y="326552"/>
                </a:lnTo>
                <a:lnTo>
                  <a:pt x="95257" y="321678"/>
                </a:lnTo>
                <a:lnTo>
                  <a:pt x="95086" y="316804"/>
                </a:lnTo>
                <a:lnTo>
                  <a:pt x="94906" y="311930"/>
                </a:lnTo>
                <a:lnTo>
                  <a:pt x="94739" y="307056"/>
                </a:lnTo>
                <a:lnTo>
                  <a:pt x="94607" y="302182"/>
                </a:lnTo>
                <a:lnTo>
                  <a:pt x="94526" y="297308"/>
                </a:lnTo>
                <a:lnTo>
                  <a:pt x="94508" y="292435"/>
                </a:lnTo>
                <a:lnTo>
                  <a:pt x="94559" y="287561"/>
                </a:lnTo>
                <a:lnTo>
                  <a:pt x="94678" y="282687"/>
                </a:lnTo>
                <a:lnTo>
                  <a:pt x="94858" y="277813"/>
                </a:lnTo>
                <a:lnTo>
                  <a:pt x="95086" y="272939"/>
                </a:lnTo>
                <a:lnTo>
                  <a:pt x="95348" y="268065"/>
                </a:lnTo>
                <a:lnTo>
                  <a:pt x="95625" y="263191"/>
                </a:lnTo>
                <a:lnTo>
                  <a:pt x="95900" y="258317"/>
                </a:lnTo>
                <a:lnTo>
                  <a:pt x="96156" y="253443"/>
                </a:lnTo>
                <a:lnTo>
                  <a:pt x="96381" y="248569"/>
                </a:lnTo>
                <a:lnTo>
                  <a:pt x="96563" y="243695"/>
                </a:lnTo>
                <a:lnTo>
                  <a:pt x="96697" y="238822"/>
                </a:lnTo>
                <a:lnTo>
                  <a:pt x="96779" y="233948"/>
                </a:lnTo>
                <a:lnTo>
                  <a:pt x="96810" y="229074"/>
                </a:lnTo>
                <a:lnTo>
                  <a:pt x="96795" y="224200"/>
                </a:lnTo>
                <a:lnTo>
                  <a:pt x="96736" y="219326"/>
                </a:lnTo>
                <a:lnTo>
                  <a:pt x="96642" y="214452"/>
                </a:lnTo>
                <a:lnTo>
                  <a:pt x="96517" y="209578"/>
                </a:lnTo>
                <a:lnTo>
                  <a:pt x="96367" y="204704"/>
                </a:lnTo>
                <a:lnTo>
                  <a:pt x="96198" y="199830"/>
                </a:lnTo>
                <a:lnTo>
                  <a:pt x="96014" y="194956"/>
                </a:lnTo>
                <a:lnTo>
                  <a:pt x="95818" y="190082"/>
                </a:lnTo>
                <a:lnTo>
                  <a:pt x="95615" y="185209"/>
                </a:lnTo>
                <a:lnTo>
                  <a:pt x="95408" y="180335"/>
                </a:lnTo>
                <a:lnTo>
                  <a:pt x="95203" y="175461"/>
                </a:lnTo>
                <a:lnTo>
                  <a:pt x="95005" y="170587"/>
                </a:lnTo>
                <a:lnTo>
                  <a:pt x="94822" y="165713"/>
                </a:lnTo>
                <a:lnTo>
                  <a:pt x="94663" y="160839"/>
                </a:lnTo>
                <a:lnTo>
                  <a:pt x="94537" y="155965"/>
                </a:lnTo>
                <a:lnTo>
                  <a:pt x="94452" y="151091"/>
                </a:lnTo>
                <a:lnTo>
                  <a:pt x="94416" y="146217"/>
                </a:lnTo>
                <a:lnTo>
                  <a:pt x="94433" y="141343"/>
                </a:lnTo>
                <a:lnTo>
                  <a:pt x="94505" y="136469"/>
                </a:lnTo>
                <a:lnTo>
                  <a:pt x="94628" y="131596"/>
                </a:lnTo>
                <a:lnTo>
                  <a:pt x="94796" y="126722"/>
                </a:lnTo>
                <a:lnTo>
                  <a:pt x="94994" y="121848"/>
                </a:lnTo>
                <a:lnTo>
                  <a:pt x="95203" y="116974"/>
                </a:lnTo>
                <a:lnTo>
                  <a:pt x="95398" y="112100"/>
                </a:lnTo>
                <a:lnTo>
                  <a:pt x="95546" y="107226"/>
                </a:lnTo>
                <a:lnTo>
                  <a:pt x="95604" y="102352"/>
                </a:lnTo>
                <a:lnTo>
                  <a:pt x="95521" y="97478"/>
                </a:lnTo>
                <a:lnTo>
                  <a:pt x="95229" y="92604"/>
                </a:lnTo>
                <a:lnTo>
                  <a:pt x="94650" y="87730"/>
                </a:lnTo>
                <a:lnTo>
                  <a:pt x="93688" y="82856"/>
                </a:lnTo>
                <a:lnTo>
                  <a:pt x="92235" y="77983"/>
                </a:lnTo>
                <a:lnTo>
                  <a:pt x="90169" y="73109"/>
                </a:lnTo>
                <a:lnTo>
                  <a:pt x="87366" y="68235"/>
                </a:lnTo>
                <a:lnTo>
                  <a:pt x="83708" y="63361"/>
                </a:lnTo>
                <a:lnTo>
                  <a:pt x="79099" y="58487"/>
                </a:lnTo>
                <a:lnTo>
                  <a:pt x="73482" y="53613"/>
                </a:lnTo>
                <a:lnTo>
                  <a:pt x="66859" y="48739"/>
                </a:lnTo>
                <a:lnTo>
                  <a:pt x="59305" y="43865"/>
                </a:lnTo>
                <a:lnTo>
                  <a:pt x="50987" y="38991"/>
                </a:lnTo>
                <a:lnTo>
                  <a:pt x="42163" y="34117"/>
                </a:lnTo>
                <a:lnTo>
                  <a:pt x="33180" y="29243"/>
                </a:lnTo>
                <a:lnTo>
                  <a:pt x="24455" y="24370"/>
                </a:lnTo>
                <a:lnTo>
                  <a:pt x="16449" y="19496"/>
                </a:lnTo>
                <a:lnTo>
                  <a:pt x="9623" y="14622"/>
                </a:lnTo>
                <a:lnTo>
                  <a:pt x="4400" y="9748"/>
                </a:lnTo>
                <a:lnTo>
                  <a:pt x="1119" y="4874"/>
                </a:lnTo>
                <a:lnTo>
                  <a:pt x="0" y="0"/>
                </a:lnTo>
                <a:lnTo>
                  <a:pt x="196140" y="0"/>
                </a:lnTo>
                <a:lnTo>
                  <a:pt x="196140" y="0"/>
                </a:lnTo>
                <a:lnTo>
                  <a:pt x="195021" y="4874"/>
                </a:lnTo>
                <a:lnTo>
                  <a:pt x="191740" y="9748"/>
                </a:lnTo>
                <a:lnTo>
                  <a:pt x="186517" y="14622"/>
                </a:lnTo>
                <a:lnTo>
                  <a:pt x="179692" y="19496"/>
                </a:lnTo>
                <a:lnTo>
                  <a:pt x="171685" y="24370"/>
                </a:lnTo>
                <a:lnTo>
                  <a:pt x="162961" y="29243"/>
                </a:lnTo>
                <a:lnTo>
                  <a:pt x="153978" y="34117"/>
                </a:lnTo>
                <a:lnTo>
                  <a:pt x="145154" y="38991"/>
                </a:lnTo>
                <a:lnTo>
                  <a:pt x="136835" y="43865"/>
                </a:lnTo>
                <a:lnTo>
                  <a:pt x="129282" y="48739"/>
                </a:lnTo>
                <a:lnTo>
                  <a:pt x="122658" y="53613"/>
                </a:lnTo>
                <a:lnTo>
                  <a:pt x="117041" y="58487"/>
                </a:lnTo>
                <a:lnTo>
                  <a:pt x="112433" y="63361"/>
                </a:lnTo>
                <a:lnTo>
                  <a:pt x="108775" y="68235"/>
                </a:lnTo>
                <a:lnTo>
                  <a:pt x="105972" y="73109"/>
                </a:lnTo>
                <a:lnTo>
                  <a:pt x="103906" y="77983"/>
                </a:lnTo>
                <a:lnTo>
                  <a:pt x="102452" y="82856"/>
                </a:lnTo>
                <a:lnTo>
                  <a:pt x="101490" y="87730"/>
                </a:lnTo>
                <a:lnTo>
                  <a:pt x="100911" y="92604"/>
                </a:lnTo>
                <a:lnTo>
                  <a:pt x="100620" y="97478"/>
                </a:lnTo>
                <a:lnTo>
                  <a:pt x="100536" y="102352"/>
                </a:lnTo>
                <a:lnTo>
                  <a:pt x="100594" y="107226"/>
                </a:lnTo>
                <a:lnTo>
                  <a:pt x="100742" y="112100"/>
                </a:lnTo>
                <a:lnTo>
                  <a:pt x="100937" y="116974"/>
                </a:lnTo>
                <a:lnTo>
                  <a:pt x="101147" y="121848"/>
                </a:lnTo>
                <a:lnTo>
                  <a:pt x="101345" y="126722"/>
                </a:lnTo>
                <a:lnTo>
                  <a:pt x="101512" y="131596"/>
                </a:lnTo>
                <a:lnTo>
                  <a:pt x="101636" y="136469"/>
                </a:lnTo>
                <a:lnTo>
                  <a:pt x="101707" y="141343"/>
                </a:lnTo>
                <a:lnTo>
                  <a:pt x="101724" y="146217"/>
                </a:lnTo>
                <a:lnTo>
                  <a:pt x="101688" y="151091"/>
                </a:lnTo>
                <a:lnTo>
                  <a:pt x="101603" y="155965"/>
                </a:lnTo>
                <a:lnTo>
                  <a:pt x="101477" y="160839"/>
                </a:lnTo>
                <a:lnTo>
                  <a:pt x="101318" y="165713"/>
                </a:lnTo>
                <a:lnTo>
                  <a:pt x="101136" y="170587"/>
                </a:lnTo>
                <a:lnTo>
                  <a:pt x="100938" y="175461"/>
                </a:lnTo>
                <a:lnTo>
                  <a:pt x="100732" y="180335"/>
                </a:lnTo>
                <a:lnTo>
                  <a:pt x="100525" y="185209"/>
                </a:lnTo>
                <a:lnTo>
                  <a:pt x="100322" y="190082"/>
                </a:lnTo>
                <a:lnTo>
                  <a:pt x="100126" y="194956"/>
                </a:lnTo>
                <a:lnTo>
                  <a:pt x="99942" y="199830"/>
                </a:lnTo>
                <a:lnTo>
                  <a:pt x="99773" y="204704"/>
                </a:lnTo>
                <a:lnTo>
                  <a:pt x="99623" y="209578"/>
                </a:lnTo>
                <a:lnTo>
                  <a:pt x="99499" y="214452"/>
                </a:lnTo>
                <a:lnTo>
                  <a:pt x="99404" y="219326"/>
                </a:lnTo>
                <a:lnTo>
                  <a:pt x="99346" y="224200"/>
                </a:lnTo>
                <a:lnTo>
                  <a:pt x="99330" y="229074"/>
                </a:lnTo>
                <a:lnTo>
                  <a:pt x="99361" y="233948"/>
                </a:lnTo>
                <a:lnTo>
                  <a:pt x="99444" y="238822"/>
                </a:lnTo>
                <a:lnTo>
                  <a:pt x="99577" y="243695"/>
                </a:lnTo>
                <a:lnTo>
                  <a:pt x="99759" y="248569"/>
                </a:lnTo>
                <a:lnTo>
                  <a:pt x="99984" y="253443"/>
                </a:lnTo>
                <a:lnTo>
                  <a:pt x="100240" y="258317"/>
                </a:lnTo>
                <a:lnTo>
                  <a:pt x="100515" y="263191"/>
                </a:lnTo>
                <a:lnTo>
                  <a:pt x="100793" y="268065"/>
                </a:lnTo>
                <a:lnTo>
                  <a:pt x="101054" y="272939"/>
                </a:lnTo>
                <a:lnTo>
                  <a:pt x="101283" y="277813"/>
                </a:lnTo>
                <a:lnTo>
                  <a:pt x="101462" y="282687"/>
                </a:lnTo>
                <a:lnTo>
                  <a:pt x="101581" y="287561"/>
                </a:lnTo>
                <a:lnTo>
                  <a:pt x="101632" y="292435"/>
                </a:lnTo>
                <a:lnTo>
                  <a:pt x="101614" y="297308"/>
                </a:lnTo>
                <a:lnTo>
                  <a:pt x="101534" y="302182"/>
                </a:lnTo>
                <a:lnTo>
                  <a:pt x="101401" y="307056"/>
                </a:lnTo>
                <a:lnTo>
                  <a:pt x="101235" y="311930"/>
                </a:lnTo>
                <a:lnTo>
                  <a:pt x="101055" y="316804"/>
                </a:lnTo>
                <a:lnTo>
                  <a:pt x="100883" y="321678"/>
                </a:lnTo>
                <a:lnTo>
                  <a:pt x="100743" y="326552"/>
                </a:lnTo>
                <a:lnTo>
                  <a:pt x="100654" y="331426"/>
                </a:lnTo>
                <a:lnTo>
                  <a:pt x="100632" y="336300"/>
                </a:lnTo>
                <a:lnTo>
                  <a:pt x="100688" y="341174"/>
                </a:lnTo>
                <a:lnTo>
                  <a:pt x="100824" y="346048"/>
                </a:lnTo>
                <a:lnTo>
                  <a:pt x="101039" y="350921"/>
                </a:lnTo>
                <a:lnTo>
                  <a:pt x="101322" y="355795"/>
                </a:lnTo>
                <a:lnTo>
                  <a:pt x="101657" y="360669"/>
                </a:lnTo>
                <a:lnTo>
                  <a:pt x="102024" y="365543"/>
                </a:lnTo>
                <a:lnTo>
                  <a:pt x="102400" y="370417"/>
                </a:lnTo>
                <a:lnTo>
                  <a:pt x="102763" y="375291"/>
                </a:lnTo>
                <a:lnTo>
                  <a:pt x="103091" y="380165"/>
                </a:lnTo>
                <a:lnTo>
                  <a:pt x="103367" y="385039"/>
                </a:lnTo>
                <a:lnTo>
                  <a:pt x="103579" y="389913"/>
                </a:lnTo>
                <a:lnTo>
                  <a:pt x="103719" y="394787"/>
                </a:lnTo>
                <a:lnTo>
                  <a:pt x="103788" y="399661"/>
                </a:lnTo>
                <a:lnTo>
                  <a:pt x="103790" y="404534"/>
                </a:lnTo>
                <a:lnTo>
                  <a:pt x="103733" y="409408"/>
                </a:lnTo>
                <a:lnTo>
                  <a:pt x="103628" y="414282"/>
                </a:lnTo>
                <a:lnTo>
                  <a:pt x="103485" y="419156"/>
                </a:lnTo>
                <a:lnTo>
                  <a:pt x="103315" y="424030"/>
                </a:lnTo>
                <a:lnTo>
                  <a:pt x="103127" y="428904"/>
                </a:lnTo>
                <a:lnTo>
                  <a:pt x="102928" y="433778"/>
                </a:lnTo>
                <a:lnTo>
                  <a:pt x="102721" y="438652"/>
                </a:lnTo>
                <a:lnTo>
                  <a:pt x="102510" y="443526"/>
                </a:lnTo>
                <a:lnTo>
                  <a:pt x="102299" y="448400"/>
                </a:lnTo>
                <a:lnTo>
                  <a:pt x="102090" y="453274"/>
                </a:lnTo>
                <a:lnTo>
                  <a:pt x="101887" y="458147"/>
                </a:lnTo>
                <a:lnTo>
                  <a:pt x="101697" y="463021"/>
                </a:lnTo>
                <a:lnTo>
                  <a:pt x="101529" y="467895"/>
                </a:lnTo>
                <a:lnTo>
                  <a:pt x="101394" y="472769"/>
                </a:lnTo>
                <a:lnTo>
                  <a:pt x="101307" y="477643"/>
                </a:lnTo>
                <a:lnTo>
                  <a:pt x="101285" y="482517"/>
                </a:lnTo>
                <a:lnTo>
                  <a:pt x="101351" y="487391"/>
                </a:lnTo>
                <a:lnTo>
                  <a:pt x="101530" y="492265"/>
                </a:lnTo>
                <a:lnTo>
                  <a:pt x="101853" y="497139"/>
                </a:lnTo>
                <a:lnTo>
                  <a:pt x="102356" y="502013"/>
                </a:lnTo>
                <a:lnTo>
                  <a:pt x="103080" y="506887"/>
                </a:lnTo>
                <a:lnTo>
                  <a:pt x="104072" y="511760"/>
                </a:lnTo>
                <a:lnTo>
                  <a:pt x="105378" y="516634"/>
                </a:lnTo>
                <a:lnTo>
                  <a:pt x="107045" y="521508"/>
                </a:lnTo>
                <a:lnTo>
                  <a:pt x="109111" y="526382"/>
                </a:lnTo>
                <a:lnTo>
                  <a:pt x="111597" y="531256"/>
                </a:lnTo>
                <a:lnTo>
                  <a:pt x="114504" y="536130"/>
                </a:lnTo>
                <a:lnTo>
                  <a:pt x="117799" y="541004"/>
                </a:lnTo>
                <a:lnTo>
                  <a:pt x="121414" y="545878"/>
                </a:lnTo>
                <a:lnTo>
                  <a:pt x="125240" y="550752"/>
                </a:lnTo>
                <a:lnTo>
                  <a:pt x="129129" y="555626"/>
                </a:lnTo>
                <a:lnTo>
                  <a:pt x="132903" y="560500"/>
                </a:lnTo>
                <a:lnTo>
                  <a:pt x="136366" y="565373"/>
                </a:lnTo>
                <a:lnTo>
                  <a:pt x="139319" y="570247"/>
                </a:lnTo>
                <a:lnTo>
                  <a:pt x="141579" y="575121"/>
                </a:lnTo>
                <a:lnTo>
                  <a:pt x="142998" y="579995"/>
                </a:lnTo>
                <a:lnTo>
                  <a:pt x="143482" y="584869"/>
                </a:lnTo>
                <a:lnTo>
                  <a:pt x="143482" y="584869"/>
                </a:lnTo>
                <a:close/>
              </a:path>
            </a:pathLst>
          </a:custGeom>
          <a:solidFill>
            <a:srgbClr val="00878B">
              <a:alpha val="12000"/>
            </a:srgbClr>
          </a:solidFill>
          <a:ln w="6985">
            <a:solidFill>
              <a:srgbClr val="00878B">
                <a:alpha val="12000"/>
              </a:srgbClr>
            </a:solidFill>
            <a:prstDash val="solid"/>
          </a:ln>
        </p:spPr>
      </p:sp>
      <p:sp>
        <p:nvSpPr>
          <p:cNvPr id="3079" name="03_assume_matched_8376">
            <a:extLst>
              <a:ext uri="{FF2B5EF4-FFF2-40B4-BE49-F238E27FC236}">
                <a16:creationId xmlns:a16="http://schemas.microsoft.com/office/drawing/2014/main" id="{DA70706E-BF13-442B-B715-5D1401838247}"/>
              </a:ext>
            </a:extLst>
          </p:cNvPr>
          <p:cNvSpPr>
            <a:spLocks noGrp="1"/>
          </p:cNvSpPr>
          <p:nvPr/>
        </p:nvSpPr>
        <p:spPr>
          <a:xfrm>
            <a:off x="5274723" y="6024367"/>
            <a:ext cx="196140" cy="584869"/>
          </a:xfrm>
          <a:custGeom>
            <a:avLst/>
            <a:gdLst/>
            <a:ahLst/>
            <a:cxnLst/>
            <a:rect l="0" t="0" r="0" b="0"/>
            <a:pathLst>
              <a:path w="196140" h="584869">
                <a:moveTo>
                  <a:pt x="141418" y="584869"/>
                </a:moveTo>
                <a:lnTo>
                  <a:pt x="54722" y="584869"/>
                </a:lnTo>
                <a:lnTo>
                  <a:pt x="55184" y="579995"/>
                </a:lnTo>
                <a:lnTo>
                  <a:pt x="56539" y="575121"/>
                </a:lnTo>
                <a:lnTo>
                  <a:pt x="58696" y="570247"/>
                </a:lnTo>
                <a:lnTo>
                  <a:pt x="61515" y="565373"/>
                </a:lnTo>
                <a:lnTo>
                  <a:pt x="64820" y="560500"/>
                </a:lnTo>
                <a:lnTo>
                  <a:pt x="68423" y="555626"/>
                </a:lnTo>
                <a:lnTo>
                  <a:pt x="72136" y="550752"/>
                </a:lnTo>
                <a:lnTo>
                  <a:pt x="75787" y="545878"/>
                </a:lnTo>
                <a:lnTo>
                  <a:pt x="79238" y="541004"/>
                </a:lnTo>
                <a:lnTo>
                  <a:pt x="82383" y="536130"/>
                </a:lnTo>
                <a:lnTo>
                  <a:pt x="85158" y="531256"/>
                </a:lnTo>
                <a:lnTo>
                  <a:pt x="87531" y="526382"/>
                </a:lnTo>
                <a:lnTo>
                  <a:pt x="89503" y="521508"/>
                </a:lnTo>
                <a:lnTo>
                  <a:pt x="91094" y="516634"/>
                </a:lnTo>
                <a:lnTo>
                  <a:pt x="92341" y="511760"/>
                </a:lnTo>
                <a:lnTo>
                  <a:pt x="93288" y="506887"/>
                </a:lnTo>
                <a:lnTo>
                  <a:pt x="93979" y="502013"/>
                </a:lnTo>
                <a:lnTo>
                  <a:pt x="94459" y="497139"/>
                </a:lnTo>
                <a:lnTo>
                  <a:pt x="94767" y="492265"/>
                </a:lnTo>
                <a:lnTo>
                  <a:pt x="94938" y="487391"/>
                </a:lnTo>
                <a:lnTo>
                  <a:pt x="95001" y="482517"/>
                </a:lnTo>
                <a:lnTo>
                  <a:pt x="94981" y="477643"/>
                </a:lnTo>
                <a:lnTo>
                  <a:pt x="94898" y="472769"/>
                </a:lnTo>
                <a:lnTo>
                  <a:pt x="94769" y="467895"/>
                </a:lnTo>
                <a:lnTo>
                  <a:pt x="94608" y="463021"/>
                </a:lnTo>
                <a:lnTo>
                  <a:pt x="94427" y="458147"/>
                </a:lnTo>
                <a:lnTo>
                  <a:pt x="94234" y="453274"/>
                </a:lnTo>
                <a:lnTo>
                  <a:pt x="94034" y="448400"/>
                </a:lnTo>
                <a:lnTo>
                  <a:pt x="93832" y="443526"/>
                </a:lnTo>
                <a:lnTo>
                  <a:pt x="93631" y="438652"/>
                </a:lnTo>
                <a:lnTo>
                  <a:pt x="93434" y="433778"/>
                </a:lnTo>
                <a:lnTo>
                  <a:pt x="93243" y="428904"/>
                </a:lnTo>
                <a:lnTo>
                  <a:pt x="93064" y="424030"/>
                </a:lnTo>
                <a:lnTo>
                  <a:pt x="92902" y="419156"/>
                </a:lnTo>
                <a:lnTo>
                  <a:pt x="92766" y="414282"/>
                </a:lnTo>
                <a:lnTo>
                  <a:pt x="92666" y="409408"/>
                </a:lnTo>
                <a:lnTo>
                  <a:pt x="92613" y="404534"/>
                </a:lnTo>
                <a:lnTo>
                  <a:pt x="92616" y="399661"/>
                </a:lnTo>
                <a:lnTo>
                  <a:pt x="92685" y="394787"/>
                </a:lnTo>
                <a:lnTo>
                  <a:pt x="92823" y="389913"/>
                </a:lnTo>
                <a:lnTo>
                  <a:pt x="93032" y="385039"/>
                </a:lnTo>
                <a:lnTo>
                  <a:pt x="93305" y="380165"/>
                </a:lnTo>
                <a:lnTo>
                  <a:pt x="93631" y="375291"/>
                </a:lnTo>
                <a:lnTo>
                  <a:pt x="93996" y="370417"/>
                </a:lnTo>
                <a:lnTo>
                  <a:pt x="94381" y="365543"/>
                </a:lnTo>
                <a:lnTo>
                  <a:pt x="94764" y="360669"/>
                </a:lnTo>
                <a:lnTo>
                  <a:pt x="95126" y="355795"/>
                </a:lnTo>
                <a:lnTo>
                  <a:pt x="95449" y="350921"/>
                </a:lnTo>
                <a:lnTo>
                  <a:pt x="95719" y="346048"/>
                </a:lnTo>
                <a:lnTo>
                  <a:pt x="95925" y="341174"/>
                </a:lnTo>
                <a:lnTo>
                  <a:pt x="96065" y="336300"/>
                </a:lnTo>
                <a:lnTo>
                  <a:pt x="96139" y="331426"/>
                </a:lnTo>
                <a:lnTo>
                  <a:pt x="96154" y="326552"/>
                </a:lnTo>
                <a:lnTo>
                  <a:pt x="96122" y="321678"/>
                </a:lnTo>
                <a:lnTo>
                  <a:pt x="96058" y="316804"/>
                </a:lnTo>
                <a:lnTo>
                  <a:pt x="95977" y="311930"/>
                </a:lnTo>
                <a:lnTo>
                  <a:pt x="95895" y="307056"/>
                </a:lnTo>
                <a:lnTo>
                  <a:pt x="95829" y="302182"/>
                </a:lnTo>
                <a:lnTo>
                  <a:pt x="95789" y="297308"/>
                </a:lnTo>
                <a:lnTo>
                  <a:pt x="95785" y="292435"/>
                </a:lnTo>
                <a:lnTo>
                  <a:pt x="95821" y="287561"/>
                </a:lnTo>
                <a:lnTo>
                  <a:pt x="95897" y="282687"/>
                </a:lnTo>
                <a:lnTo>
                  <a:pt x="96009" y="277813"/>
                </a:lnTo>
                <a:lnTo>
                  <a:pt x="96150" y="272939"/>
                </a:lnTo>
                <a:lnTo>
                  <a:pt x="96309" y="268065"/>
                </a:lnTo>
                <a:lnTo>
                  <a:pt x="96475" y="263191"/>
                </a:lnTo>
                <a:lnTo>
                  <a:pt x="96636" y="258317"/>
                </a:lnTo>
                <a:lnTo>
                  <a:pt x="96782" y="253443"/>
                </a:lnTo>
                <a:lnTo>
                  <a:pt x="96905" y="248569"/>
                </a:lnTo>
                <a:lnTo>
                  <a:pt x="96997" y="243695"/>
                </a:lnTo>
                <a:lnTo>
                  <a:pt x="97055" y="238822"/>
                </a:lnTo>
                <a:lnTo>
                  <a:pt x="97078" y="233948"/>
                </a:lnTo>
                <a:lnTo>
                  <a:pt x="97068" y="229074"/>
                </a:lnTo>
                <a:lnTo>
                  <a:pt x="97029" y="224200"/>
                </a:lnTo>
                <a:lnTo>
                  <a:pt x="96966" y="219326"/>
                </a:lnTo>
                <a:lnTo>
                  <a:pt x="96883" y="214452"/>
                </a:lnTo>
                <a:lnTo>
                  <a:pt x="96788" y="209578"/>
                </a:lnTo>
                <a:lnTo>
                  <a:pt x="96685" y="204704"/>
                </a:lnTo>
                <a:lnTo>
                  <a:pt x="96579" y="199830"/>
                </a:lnTo>
                <a:lnTo>
                  <a:pt x="96472" y="194956"/>
                </a:lnTo>
                <a:lnTo>
                  <a:pt x="96368" y="190082"/>
                </a:lnTo>
                <a:lnTo>
                  <a:pt x="96266" y="185209"/>
                </a:lnTo>
                <a:lnTo>
                  <a:pt x="96167" y="180335"/>
                </a:lnTo>
                <a:lnTo>
                  <a:pt x="96072" y="175461"/>
                </a:lnTo>
                <a:lnTo>
                  <a:pt x="95981" y="170587"/>
                </a:lnTo>
                <a:lnTo>
                  <a:pt x="95898" y="165713"/>
                </a:lnTo>
                <a:lnTo>
                  <a:pt x="95823" y="160839"/>
                </a:lnTo>
                <a:lnTo>
                  <a:pt x="95762" y="155965"/>
                </a:lnTo>
                <a:lnTo>
                  <a:pt x="95718" y="151091"/>
                </a:lnTo>
                <a:lnTo>
                  <a:pt x="95696" y="146217"/>
                </a:lnTo>
                <a:lnTo>
                  <a:pt x="95700" y="141343"/>
                </a:lnTo>
                <a:lnTo>
                  <a:pt x="95731" y="136469"/>
                </a:lnTo>
                <a:lnTo>
                  <a:pt x="95789" y="131596"/>
                </a:lnTo>
                <a:lnTo>
                  <a:pt x="95870" y="126722"/>
                </a:lnTo>
                <a:lnTo>
                  <a:pt x="95966" y="121848"/>
                </a:lnTo>
                <a:lnTo>
                  <a:pt x="96065" y="116974"/>
                </a:lnTo>
                <a:lnTo>
                  <a:pt x="96145" y="112100"/>
                </a:lnTo>
                <a:lnTo>
                  <a:pt x="96178" y="107226"/>
                </a:lnTo>
                <a:lnTo>
                  <a:pt x="96128" y="102352"/>
                </a:lnTo>
                <a:lnTo>
                  <a:pt x="95945" y="97478"/>
                </a:lnTo>
                <a:lnTo>
                  <a:pt x="95565" y="92604"/>
                </a:lnTo>
                <a:lnTo>
                  <a:pt x="94911" y="87730"/>
                </a:lnTo>
                <a:lnTo>
                  <a:pt x="93886" y="82856"/>
                </a:lnTo>
                <a:lnTo>
                  <a:pt x="92382" y="77983"/>
                </a:lnTo>
                <a:lnTo>
                  <a:pt x="90275" y="73109"/>
                </a:lnTo>
                <a:lnTo>
                  <a:pt x="87441" y="68235"/>
                </a:lnTo>
                <a:lnTo>
                  <a:pt x="83760" y="63361"/>
                </a:lnTo>
                <a:lnTo>
                  <a:pt x="79135" y="58487"/>
                </a:lnTo>
                <a:lnTo>
                  <a:pt x="73506" y="53613"/>
                </a:lnTo>
                <a:lnTo>
                  <a:pt x="66874" y="48739"/>
                </a:lnTo>
                <a:lnTo>
                  <a:pt x="59315" y="43865"/>
                </a:lnTo>
                <a:lnTo>
                  <a:pt x="50993" y="38991"/>
                </a:lnTo>
                <a:lnTo>
                  <a:pt x="42166" y="34117"/>
                </a:lnTo>
                <a:lnTo>
                  <a:pt x="33182" y="29243"/>
                </a:lnTo>
                <a:lnTo>
                  <a:pt x="24456" y="24370"/>
                </a:lnTo>
                <a:lnTo>
                  <a:pt x="16449" y="19496"/>
                </a:lnTo>
                <a:lnTo>
                  <a:pt x="9623" y="14622"/>
                </a:lnTo>
                <a:lnTo>
                  <a:pt x="4400" y="9748"/>
                </a:lnTo>
                <a:lnTo>
                  <a:pt x="1119" y="4874"/>
                </a:lnTo>
                <a:lnTo>
                  <a:pt x="0" y="0"/>
                </a:lnTo>
                <a:lnTo>
                  <a:pt x="196140" y="0"/>
                </a:lnTo>
                <a:lnTo>
                  <a:pt x="196140" y="0"/>
                </a:lnTo>
                <a:lnTo>
                  <a:pt x="195021" y="4874"/>
                </a:lnTo>
                <a:lnTo>
                  <a:pt x="191740" y="9748"/>
                </a:lnTo>
                <a:lnTo>
                  <a:pt x="186517" y="14622"/>
                </a:lnTo>
                <a:lnTo>
                  <a:pt x="179691" y="19496"/>
                </a:lnTo>
                <a:lnTo>
                  <a:pt x="171684" y="24370"/>
                </a:lnTo>
                <a:lnTo>
                  <a:pt x="162959" y="29243"/>
                </a:lnTo>
                <a:lnTo>
                  <a:pt x="153974" y="34117"/>
                </a:lnTo>
                <a:lnTo>
                  <a:pt x="145147" y="38991"/>
                </a:lnTo>
                <a:lnTo>
                  <a:pt x="136825" y="43865"/>
                </a:lnTo>
                <a:lnTo>
                  <a:pt x="129266" y="48739"/>
                </a:lnTo>
                <a:lnTo>
                  <a:pt x="122634" y="53613"/>
                </a:lnTo>
                <a:lnTo>
                  <a:pt x="117006" y="58487"/>
                </a:lnTo>
                <a:lnTo>
                  <a:pt x="112380" y="63361"/>
                </a:lnTo>
                <a:lnTo>
                  <a:pt x="108699" y="68235"/>
                </a:lnTo>
                <a:lnTo>
                  <a:pt x="105865" y="73109"/>
                </a:lnTo>
                <a:lnTo>
                  <a:pt x="103759" y="77983"/>
                </a:lnTo>
                <a:lnTo>
                  <a:pt x="102254" y="82856"/>
                </a:lnTo>
                <a:lnTo>
                  <a:pt x="101230" y="87730"/>
                </a:lnTo>
                <a:lnTo>
                  <a:pt x="100575" y="92604"/>
                </a:lnTo>
                <a:lnTo>
                  <a:pt x="100196" y="97478"/>
                </a:lnTo>
                <a:lnTo>
                  <a:pt x="100012" y="102352"/>
                </a:lnTo>
                <a:lnTo>
                  <a:pt x="99962" y="107226"/>
                </a:lnTo>
                <a:lnTo>
                  <a:pt x="99996" y="112100"/>
                </a:lnTo>
                <a:lnTo>
                  <a:pt x="100076" y="116974"/>
                </a:lnTo>
                <a:lnTo>
                  <a:pt x="100174" y="121848"/>
                </a:lnTo>
                <a:lnTo>
                  <a:pt x="100270" y="126722"/>
                </a:lnTo>
                <a:lnTo>
                  <a:pt x="100352" y="131596"/>
                </a:lnTo>
                <a:lnTo>
                  <a:pt x="100410" y="136469"/>
                </a:lnTo>
                <a:lnTo>
                  <a:pt x="100441" y="141343"/>
                </a:lnTo>
                <a:lnTo>
                  <a:pt x="100444" y="146217"/>
                </a:lnTo>
                <a:lnTo>
                  <a:pt x="100422" y="151091"/>
                </a:lnTo>
                <a:lnTo>
                  <a:pt x="100378" y="155965"/>
                </a:lnTo>
                <a:lnTo>
                  <a:pt x="100317" y="160839"/>
                </a:lnTo>
                <a:lnTo>
                  <a:pt x="100243" y="165713"/>
                </a:lnTo>
                <a:lnTo>
                  <a:pt x="100159" y="170587"/>
                </a:lnTo>
                <a:lnTo>
                  <a:pt x="100069" y="175461"/>
                </a:lnTo>
                <a:lnTo>
                  <a:pt x="99974" y="180335"/>
                </a:lnTo>
                <a:lnTo>
                  <a:pt x="99875" y="185209"/>
                </a:lnTo>
                <a:lnTo>
                  <a:pt x="99773" y="190082"/>
                </a:lnTo>
                <a:lnTo>
                  <a:pt x="99668" y="194956"/>
                </a:lnTo>
                <a:lnTo>
                  <a:pt x="99561" y="199830"/>
                </a:lnTo>
                <a:lnTo>
                  <a:pt x="99455" y="204704"/>
                </a:lnTo>
                <a:lnTo>
                  <a:pt x="99352" y="209578"/>
                </a:lnTo>
                <a:lnTo>
                  <a:pt x="99257" y="214452"/>
                </a:lnTo>
                <a:lnTo>
                  <a:pt x="99175" y="219326"/>
                </a:lnTo>
                <a:lnTo>
                  <a:pt x="99111" y="224200"/>
                </a:lnTo>
                <a:lnTo>
                  <a:pt x="99072" y="229074"/>
                </a:lnTo>
                <a:lnTo>
                  <a:pt x="99062" y="233948"/>
                </a:lnTo>
                <a:lnTo>
                  <a:pt x="99086" y="238822"/>
                </a:lnTo>
                <a:lnTo>
                  <a:pt x="99144" y="243695"/>
                </a:lnTo>
                <a:lnTo>
                  <a:pt x="99236" y="248569"/>
                </a:lnTo>
                <a:lnTo>
                  <a:pt x="99358" y="253443"/>
                </a:lnTo>
                <a:lnTo>
                  <a:pt x="99504" y="258317"/>
                </a:lnTo>
                <a:lnTo>
                  <a:pt x="99666" y="263191"/>
                </a:lnTo>
                <a:lnTo>
                  <a:pt x="99832" y="268065"/>
                </a:lnTo>
                <a:lnTo>
                  <a:pt x="99991" y="272939"/>
                </a:lnTo>
                <a:lnTo>
                  <a:pt x="100131" y="277813"/>
                </a:lnTo>
                <a:lnTo>
                  <a:pt x="100243" y="282687"/>
                </a:lnTo>
                <a:lnTo>
                  <a:pt x="100320" y="287561"/>
                </a:lnTo>
                <a:lnTo>
                  <a:pt x="100356" y="292435"/>
                </a:lnTo>
                <a:lnTo>
                  <a:pt x="100352" y="297308"/>
                </a:lnTo>
                <a:lnTo>
                  <a:pt x="100312" y="302182"/>
                </a:lnTo>
                <a:lnTo>
                  <a:pt x="100245" y="307056"/>
                </a:lnTo>
                <a:lnTo>
                  <a:pt x="100164" y="311930"/>
                </a:lnTo>
                <a:lnTo>
                  <a:pt x="100082" y="316804"/>
                </a:lnTo>
                <a:lnTo>
                  <a:pt x="100018" y="321678"/>
                </a:lnTo>
                <a:lnTo>
                  <a:pt x="99986" y="326552"/>
                </a:lnTo>
                <a:lnTo>
                  <a:pt x="100002" y="331426"/>
                </a:lnTo>
                <a:lnTo>
                  <a:pt x="100076" y="336300"/>
                </a:lnTo>
                <a:lnTo>
                  <a:pt x="100215" y="341174"/>
                </a:lnTo>
                <a:lnTo>
                  <a:pt x="100421" y="346048"/>
                </a:lnTo>
                <a:lnTo>
                  <a:pt x="100691" y="350921"/>
                </a:lnTo>
                <a:lnTo>
                  <a:pt x="101014" y="355795"/>
                </a:lnTo>
                <a:lnTo>
                  <a:pt x="101376" y="360669"/>
                </a:lnTo>
                <a:lnTo>
                  <a:pt x="101760" y="365543"/>
                </a:lnTo>
                <a:lnTo>
                  <a:pt x="102144" y="370417"/>
                </a:lnTo>
                <a:lnTo>
                  <a:pt x="102509" y="375291"/>
                </a:lnTo>
                <a:lnTo>
                  <a:pt x="102836" y="380165"/>
                </a:lnTo>
                <a:lnTo>
                  <a:pt x="103109" y="385039"/>
                </a:lnTo>
                <a:lnTo>
                  <a:pt x="103317" y="389913"/>
                </a:lnTo>
                <a:lnTo>
                  <a:pt x="103456" y="394787"/>
                </a:lnTo>
                <a:lnTo>
                  <a:pt x="103524" y="399661"/>
                </a:lnTo>
                <a:lnTo>
                  <a:pt x="103528" y="404534"/>
                </a:lnTo>
                <a:lnTo>
                  <a:pt x="103474" y="409408"/>
                </a:lnTo>
                <a:lnTo>
                  <a:pt x="103374" y="414282"/>
                </a:lnTo>
                <a:lnTo>
                  <a:pt x="103238" y="419156"/>
                </a:lnTo>
                <a:lnTo>
                  <a:pt x="103077" y="424030"/>
                </a:lnTo>
                <a:lnTo>
                  <a:pt x="102897" y="428904"/>
                </a:lnTo>
                <a:lnTo>
                  <a:pt x="102707" y="433778"/>
                </a:lnTo>
                <a:lnTo>
                  <a:pt x="102509" y="438652"/>
                </a:lnTo>
                <a:lnTo>
                  <a:pt x="102309" y="443526"/>
                </a:lnTo>
                <a:lnTo>
                  <a:pt x="102107" y="448400"/>
                </a:lnTo>
                <a:lnTo>
                  <a:pt x="101907" y="453274"/>
                </a:lnTo>
                <a:lnTo>
                  <a:pt x="101713" y="458147"/>
                </a:lnTo>
                <a:lnTo>
                  <a:pt x="101532" y="463021"/>
                </a:lnTo>
                <a:lnTo>
                  <a:pt x="101371" y="467895"/>
                </a:lnTo>
                <a:lnTo>
                  <a:pt x="101243" y="472769"/>
                </a:lnTo>
                <a:lnTo>
                  <a:pt x="101160" y="477643"/>
                </a:lnTo>
                <a:lnTo>
                  <a:pt x="101139" y="482517"/>
                </a:lnTo>
                <a:lnTo>
                  <a:pt x="101202" y="487391"/>
                </a:lnTo>
                <a:lnTo>
                  <a:pt x="101373" y="492265"/>
                </a:lnTo>
                <a:lnTo>
                  <a:pt x="101681" y="497139"/>
                </a:lnTo>
                <a:lnTo>
                  <a:pt x="102161" y="502013"/>
                </a:lnTo>
                <a:lnTo>
                  <a:pt x="102853" y="506887"/>
                </a:lnTo>
                <a:lnTo>
                  <a:pt x="103799" y="511760"/>
                </a:lnTo>
                <a:lnTo>
                  <a:pt x="105046" y="516634"/>
                </a:lnTo>
                <a:lnTo>
                  <a:pt x="106637" y="521508"/>
                </a:lnTo>
                <a:lnTo>
                  <a:pt x="108609" y="526382"/>
                </a:lnTo>
                <a:lnTo>
                  <a:pt x="110982" y="531256"/>
                </a:lnTo>
                <a:lnTo>
                  <a:pt x="113757" y="536130"/>
                </a:lnTo>
                <a:lnTo>
                  <a:pt x="116903" y="541004"/>
                </a:lnTo>
                <a:lnTo>
                  <a:pt x="120353" y="545878"/>
                </a:lnTo>
                <a:lnTo>
                  <a:pt x="124005" y="550752"/>
                </a:lnTo>
                <a:lnTo>
                  <a:pt x="127717" y="555626"/>
                </a:lnTo>
                <a:lnTo>
                  <a:pt x="131320" y="560500"/>
                </a:lnTo>
                <a:lnTo>
                  <a:pt x="134626" y="565373"/>
                </a:lnTo>
                <a:lnTo>
                  <a:pt x="137444" y="570247"/>
                </a:lnTo>
                <a:lnTo>
                  <a:pt x="139601" y="575121"/>
                </a:lnTo>
                <a:lnTo>
                  <a:pt x="140956" y="579995"/>
                </a:lnTo>
                <a:lnTo>
                  <a:pt x="141418" y="584869"/>
                </a:lnTo>
                <a:lnTo>
                  <a:pt x="141418" y="584869"/>
                </a:lnTo>
                <a:close/>
              </a:path>
            </a:pathLst>
          </a:custGeom>
          <a:solidFill>
            <a:srgbClr val="00878B">
              <a:alpha val="12000"/>
            </a:srgbClr>
          </a:solidFill>
          <a:ln w="6985">
            <a:solidFill>
              <a:srgbClr val="00878B">
                <a:alpha val="12000"/>
              </a:srgbClr>
            </a:solidFill>
            <a:prstDash val="solid"/>
          </a:ln>
        </p:spPr>
      </p:sp>
      <p:sp>
        <p:nvSpPr>
          <p:cNvPr id="3080" name="03_assume_matched_8377">
            <a:extLst>
              <a:ext uri="{FF2B5EF4-FFF2-40B4-BE49-F238E27FC236}">
                <a16:creationId xmlns:a16="http://schemas.microsoft.com/office/drawing/2014/main" id="{94488BF4-A8C7-4C0B-ADDC-09DAAEFE4874}"/>
              </a:ext>
            </a:extLst>
          </p:cNvPr>
          <p:cNvSpPr>
            <a:spLocks noGrp="1"/>
          </p:cNvSpPr>
          <p:nvPr/>
        </p:nvSpPr>
        <p:spPr>
          <a:xfrm>
            <a:off x="6029109" y="6024367"/>
            <a:ext cx="196140" cy="584869"/>
          </a:xfrm>
          <a:custGeom>
            <a:avLst/>
            <a:gdLst/>
            <a:ahLst/>
            <a:cxnLst/>
            <a:rect l="0" t="0" r="0" b="0"/>
            <a:pathLst>
              <a:path w="196140" h="584869">
                <a:moveTo>
                  <a:pt x="141418" y="584869"/>
                </a:moveTo>
                <a:lnTo>
                  <a:pt x="54722" y="584869"/>
                </a:lnTo>
                <a:lnTo>
                  <a:pt x="55184" y="579995"/>
                </a:lnTo>
                <a:lnTo>
                  <a:pt x="56539" y="575121"/>
                </a:lnTo>
                <a:lnTo>
                  <a:pt x="58696" y="570247"/>
                </a:lnTo>
                <a:lnTo>
                  <a:pt x="61515" y="565373"/>
                </a:lnTo>
                <a:lnTo>
                  <a:pt x="64820" y="560500"/>
                </a:lnTo>
                <a:lnTo>
                  <a:pt x="68423" y="555626"/>
                </a:lnTo>
                <a:lnTo>
                  <a:pt x="72136" y="550752"/>
                </a:lnTo>
                <a:lnTo>
                  <a:pt x="75787" y="545878"/>
                </a:lnTo>
                <a:lnTo>
                  <a:pt x="79238" y="541004"/>
                </a:lnTo>
                <a:lnTo>
                  <a:pt x="82383" y="536130"/>
                </a:lnTo>
                <a:lnTo>
                  <a:pt x="85158" y="531256"/>
                </a:lnTo>
                <a:lnTo>
                  <a:pt x="87531" y="526382"/>
                </a:lnTo>
                <a:lnTo>
                  <a:pt x="89503" y="521508"/>
                </a:lnTo>
                <a:lnTo>
                  <a:pt x="91094" y="516634"/>
                </a:lnTo>
                <a:lnTo>
                  <a:pt x="92341" y="511760"/>
                </a:lnTo>
                <a:lnTo>
                  <a:pt x="93288" y="506887"/>
                </a:lnTo>
                <a:lnTo>
                  <a:pt x="93979" y="502013"/>
                </a:lnTo>
                <a:lnTo>
                  <a:pt x="94459" y="497139"/>
                </a:lnTo>
                <a:lnTo>
                  <a:pt x="94767" y="492265"/>
                </a:lnTo>
                <a:lnTo>
                  <a:pt x="94938" y="487391"/>
                </a:lnTo>
                <a:lnTo>
                  <a:pt x="95001" y="482517"/>
                </a:lnTo>
                <a:lnTo>
                  <a:pt x="94981" y="477643"/>
                </a:lnTo>
                <a:lnTo>
                  <a:pt x="94898" y="472769"/>
                </a:lnTo>
                <a:lnTo>
                  <a:pt x="94769" y="467895"/>
                </a:lnTo>
                <a:lnTo>
                  <a:pt x="94608" y="463021"/>
                </a:lnTo>
                <a:lnTo>
                  <a:pt x="94427" y="458147"/>
                </a:lnTo>
                <a:lnTo>
                  <a:pt x="94234" y="453274"/>
                </a:lnTo>
                <a:lnTo>
                  <a:pt x="94034" y="448400"/>
                </a:lnTo>
                <a:lnTo>
                  <a:pt x="93832" y="443526"/>
                </a:lnTo>
                <a:lnTo>
                  <a:pt x="93631" y="438652"/>
                </a:lnTo>
                <a:lnTo>
                  <a:pt x="93434" y="433778"/>
                </a:lnTo>
                <a:lnTo>
                  <a:pt x="93243" y="428904"/>
                </a:lnTo>
                <a:lnTo>
                  <a:pt x="93064" y="424030"/>
                </a:lnTo>
                <a:lnTo>
                  <a:pt x="92902" y="419156"/>
                </a:lnTo>
                <a:lnTo>
                  <a:pt x="92766" y="414282"/>
                </a:lnTo>
                <a:lnTo>
                  <a:pt x="92666" y="409408"/>
                </a:lnTo>
                <a:lnTo>
                  <a:pt x="92613" y="404534"/>
                </a:lnTo>
                <a:lnTo>
                  <a:pt x="92616" y="399661"/>
                </a:lnTo>
                <a:lnTo>
                  <a:pt x="92685" y="394787"/>
                </a:lnTo>
                <a:lnTo>
                  <a:pt x="92823" y="389913"/>
                </a:lnTo>
                <a:lnTo>
                  <a:pt x="93032" y="385039"/>
                </a:lnTo>
                <a:lnTo>
                  <a:pt x="93305" y="380165"/>
                </a:lnTo>
                <a:lnTo>
                  <a:pt x="93631" y="375291"/>
                </a:lnTo>
                <a:lnTo>
                  <a:pt x="93996" y="370417"/>
                </a:lnTo>
                <a:lnTo>
                  <a:pt x="94381" y="365543"/>
                </a:lnTo>
                <a:lnTo>
                  <a:pt x="94764" y="360669"/>
                </a:lnTo>
                <a:lnTo>
                  <a:pt x="95126" y="355795"/>
                </a:lnTo>
                <a:lnTo>
                  <a:pt x="95449" y="350921"/>
                </a:lnTo>
                <a:lnTo>
                  <a:pt x="95719" y="346048"/>
                </a:lnTo>
                <a:lnTo>
                  <a:pt x="95925" y="341174"/>
                </a:lnTo>
                <a:lnTo>
                  <a:pt x="96065" y="336300"/>
                </a:lnTo>
                <a:lnTo>
                  <a:pt x="96139" y="331426"/>
                </a:lnTo>
                <a:lnTo>
                  <a:pt x="96154" y="326552"/>
                </a:lnTo>
                <a:lnTo>
                  <a:pt x="96122" y="321678"/>
                </a:lnTo>
                <a:lnTo>
                  <a:pt x="96058" y="316804"/>
                </a:lnTo>
                <a:lnTo>
                  <a:pt x="95977" y="311930"/>
                </a:lnTo>
                <a:lnTo>
                  <a:pt x="95895" y="307056"/>
                </a:lnTo>
                <a:lnTo>
                  <a:pt x="95829" y="302182"/>
                </a:lnTo>
                <a:lnTo>
                  <a:pt x="95789" y="297308"/>
                </a:lnTo>
                <a:lnTo>
                  <a:pt x="95785" y="292435"/>
                </a:lnTo>
                <a:lnTo>
                  <a:pt x="95821" y="287561"/>
                </a:lnTo>
                <a:lnTo>
                  <a:pt x="95897" y="282687"/>
                </a:lnTo>
                <a:lnTo>
                  <a:pt x="96009" y="277813"/>
                </a:lnTo>
                <a:lnTo>
                  <a:pt x="96150" y="272939"/>
                </a:lnTo>
                <a:lnTo>
                  <a:pt x="96309" y="268065"/>
                </a:lnTo>
                <a:lnTo>
                  <a:pt x="96475" y="263191"/>
                </a:lnTo>
                <a:lnTo>
                  <a:pt x="96636" y="258317"/>
                </a:lnTo>
                <a:lnTo>
                  <a:pt x="96782" y="253443"/>
                </a:lnTo>
                <a:lnTo>
                  <a:pt x="96905" y="248569"/>
                </a:lnTo>
                <a:lnTo>
                  <a:pt x="96997" y="243695"/>
                </a:lnTo>
                <a:lnTo>
                  <a:pt x="97055" y="238822"/>
                </a:lnTo>
                <a:lnTo>
                  <a:pt x="97078" y="233948"/>
                </a:lnTo>
                <a:lnTo>
                  <a:pt x="97068" y="229074"/>
                </a:lnTo>
                <a:lnTo>
                  <a:pt x="97029" y="224200"/>
                </a:lnTo>
                <a:lnTo>
                  <a:pt x="96966" y="219326"/>
                </a:lnTo>
                <a:lnTo>
                  <a:pt x="96883" y="214452"/>
                </a:lnTo>
                <a:lnTo>
                  <a:pt x="96788" y="209578"/>
                </a:lnTo>
                <a:lnTo>
                  <a:pt x="96685" y="204704"/>
                </a:lnTo>
                <a:lnTo>
                  <a:pt x="96579" y="199830"/>
                </a:lnTo>
                <a:lnTo>
                  <a:pt x="96472" y="194956"/>
                </a:lnTo>
                <a:lnTo>
                  <a:pt x="96368" y="190082"/>
                </a:lnTo>
                <a:lnTo>
                  <a:pt x="96266" y="185209"/>
                </a:lnTo>
                <a:lnTo>
                  <a:pt x="96167" y="180335"/>
                </a:lnTo>
                <a:lnTo>
                  <a:pt x="96072" y="175461"/>
                </a:lnTo>
                <a:lnTo>
                  <a:pt x="95981" y="170587"/>
                </a:lnTo>
                <a:lnTo>
                  <a:pt x="95898" y="165713"/>
                </a:lnTo>
                <a:lnTo>
                  <a:pt x="95823" y="160839"/>
                </a:lnTo>
                <a:lnTo>
                  <a:pt x="95762" y="155965"/>
                </a:lnTo>
                <a:lnTo>
                  <a:pt x="95718" y="151091"/>
                </a:lnTo>
                <a:lnTo>
                  <a:pt x="95696" y="146217"/>
                </a:lnTo>
                <a:lnTo>
                  <a:pt x="95700" y="141343"/>
                </a:lnTo>
                <a:lnTo>
                  <a:pt x="95731" y="136469"/>
                </a:lnTo>
                <a:lnTo>
                  <a:pt x="95789" y="131596"/>
                </a:lnTo>
                <a:lnTo>
                  <a:pt x="95870" y="126722"/>
                </a:lnTo>
                <a:lnTo>
                  <a:pt x="95966" y="121848"/>
                </a:lnTo>
                <a:lnTo>
                  <a:pt x="96065" y="116974"/>
                </a:lnTo>
                <a:lnTo>
                  <a:pt x="96145" y="112100"/>
                </a:lnTo>
                <a:lnTo>
                  <a:pt x="96178" y="107226"/>
                </a:lnTo>
                <a:lnTo>
                  <a:pt x="96128" y="102352"/>
                </a:lnTo>
                <a:lnTo>
                  <a:pt x="95945" y="97478"/>
                </a:lnTo>
                <a:lnTo>
                  <a:pt x="95565" y="92604"/>
                </a:lnTo>
                <a:lnTo>
                  <a:pt x="94911" y="87730"/>
                </a:lnTo>
                <a:lnTo>
                  <a:pt x="93886" y="82856"/>
                </a:lnTo>
                <a:lnTo>
                  <a:pt x="92382" y="77983"/>
                </a:lnTo>
                <a:lnTo>
                  <a:pt x="90275" y="73109"/>
                </a:lnTo>
                <a:lnTo>
                  <a:pt x="87441" y="68235"/>
                </a:lnTo>
                <a:lnTo>
                  <a:pt x="83760" y="63361"/>
                </a:lnTo>
                <a:lnTo>
                  <a:pt x="79135" y="58487"/>
                </a:lnTo>
                <a:lnTo>
                  <a:pt x="73506" y="53613"/>
                </a:lnTo>
                <a:lnTo>
                  <a:pt x="66874" y="48739"/>
                </a:lnTo>
                <a:lnTo>
                  <a:pt x="59315" y="43865"/>
                </a:lnTo>
                <a:lnTo>
                  <a:pt x="50993" y="38991"/>
                </a:lnTo>
                <a:lnTo>
                  <a:pt x="42166" y="34117"/>
                </a:lnTo>
                <a:lnTo>
                  <a:pt x="33182" y="29243"/>
                </a:lnTo>
                <a:lnTo>
                  <a:pt x="24456" y="24370"/>
                </a:lnTo>
                <a:lnTo>
                  <a:pt x="16449" y="19496"/>
                </a:lnTo>
                <a:lnTo>
                  <a:pt x="9623" y="14622"/>
                </a:lnTo>
                <a:lnTo>
                  <a:pt x="4400" y="9748"/>
                </a:lnTo>
                <a:lnTo>
                  <a:pt x="1119" y="4874"/>
                </a:lnTo>
                <a:lnTo>
                  <a:pt x="0" y="0"/>
                </a:lnTo>
                <a:lnTo>
                  <a:pt x="196140" y="0"/>
                </a:lnTo>
                <a:lnTo>
                  <a:pt x="196140" y="0"/>
                </a:lnTo>
                <a:lnTo>
                  <a:pt x="195021" y="4874"/>
                </a:lnTo>
                <a:lnTo>
                  <a:pt x="191740" y="9748"/>
                </a:lnTo>
                <a:lnTo>
                  <a:pt x="186517" y="14622"/>
                </a:lnTo>
                <a:lnTo>
                  <a:pt x="179691" y="19496"/>
                </a:lnTo>
                <a:lnTo>
                  <a:pt x="171684" y="24370"/>
                </a:lnTo>
                <a:lnTo>
                  <a:pt x="162959" y="29243"/>
                </a:lnTo>
                <a:lnTo>
                  <a:pt x="153974" y="34117"/>
                </a:lnTo>
                <a:lnTo>
                  <a:pt x="145147" y="38991"/>
                </a:lnTo>
                <a:lnTo>
                  <a:pt x="136825" y="43865"/>
                </a:lnTo>
                <a:lnTo>
                  <a:pt x="129266" y="48739"/>
                </a:lnTo>
                <a:lnTo>
                  <a:pt x="122634" y="53613"/>
                </a:lnTo>
                <a:lnTo>
                  <a:pt x="117006" y="58487"/>
                </a:lnTo>
                <a:lnTo>
                  <a:pt x="112380" y="63361"/>
                </a:lnTo>
                <a:lnTo>
                  <a:pt x="108699" y="68235"/>
                </a:lnTo>
                <a:lnTo>
                  <a:pt x="105865" y="73109"/>
                </a:lnTo>
                <a:lnTo>
                  <a:pt x="103759" y="77983"/>
                </a:lnTo>
                <a:lnTo>
                  <a:pt x="102254" y="82856"/>
                </a:lnTo>
                <a:lnTo>
                  <a:pt x="101230" y="87730"/>
                </a:lnTo>
                <a:lnTo>
                  <a:pt x="100575" y="92604"/>
                </a:lnTo>
                <a:lnTo>
                  <a:pt x="100196" y="97478"/>
                </a:lnTo>
                <a:lnTo>
                  <a:pt x="100012" y="102352"/>
                </a:lnTo>
                <a:lnTo>
                  <a:pt x="99962" y="107226"/>
                </a:lnTo>
                <a:lnTo>
                  <a:pt x="99996" y="112100"/>
                </a:lnTo>
                <a:lnTo>
                  <a:pt x="100076" y="116974"/>
                </a:lnTo>
                <a:lnTo>
                  <a:pt x="100174" y="121848"/>
                </a:lnTo>
                <a:lnTo>
                  <a:pt x="100270" y="126722"/>
                </a:lnTo>
                <a:lnTo>
                  <a:pt x="100352" y="131596"/>
                </a:lnTo>
                <a:lnTo>
                  <a:pt x="100410" y="136469"/>
                </a:lnTo>
                <a:lnTo>
                  <a:pt x="100441" y="141343"/>
                </a:lnTo>
                <a:lnTo>
                  <a:pt x="100444" y="146217"/>
                </a:lnTo>
                <a:lnTo>
                  <a:pt x="100422" y="151091"/>
                </a:lnTo>
                <a:lnTo>
                  <a:pt x="100378" y="155965"/>
                </a:lnTo>
                <a:lnTo>
                  <a:pt x="100317" y="160839"/>
                </a:lnTo>
                <a:lnTo>
                  <a:pt x="100243" y="165713"/>
                </a:lnTo>
                <a:lnTo>
                  <a:pt x="100159" y="170587"/>
                </a:lnTo>
                <a:lnTo>
                  <a:pt x="100069" y="175461"/>
                </a:lnTo>
                <a:lnTo>
                  <a:pt x="99974" y="180335"/>
                </a:lnTo>
                <a:lnTo>
                  <a:pt x="99875" y="185209"/>
                </a:lnTo>
                <a:lnTo>
                  <a:pt x="99773" y="190082"/>
                </a:lnTo>
                <a:lnTo>
                  <a:pt x="99668" y="194956"/>
                </a:lnTo>
                <a:lnTo>
                  <a:pt x="99561" y="199830"/>
                </a:lnTo>
                <a:lnTo>
                  <a:pt x="99455" y="204704"/>
                </a:lnTo>
                <a:lnTo>
                  <a:pt x="99352" y="209578"/>
                </a:lnTo>
                <a:lnTo>
                  <a:pt x="99257" y="214452"/>
                </a:lnTo>
                <a:lnTo>
                  <a:pt x="99175" y="219326"/>
                </a:lnTo>
                <a:lnTo>
                  <a:pt x="99111" y="224200"/>
                </a:lnTo>
                <a:lnTo>
                  <a:pt x="99072" y="229074"/>
                </a:lnTo>
                <a:lnTo>
                  <a:pt x="99062" y="233948"/>
                </a:lnTo>
                <a:lnTo>
                  <a:pt x="99086" y="238822"/>
                </a:lnTo>
                <a:lnTo>
                  <a:pt x="99144" y="243695"/>
                </a:lnTo>
                <a:lnTo>
                  <a:pt x="99236" y="248569"/>
                </a:lnTo>
                <a:lnTo>
                  <a:pt x="99358" y="253443"/>
                </a:lnTo>
                <a:lnTo>
                  <a:pt x="99504" y="258317"/>
                </a:lnTo>
                <a:lnTo>
                  <a:pt x="99666" y="263191"/>
                </a:lnTo>
                <a:lnTo>
                  <a:pt x="99832" y="268065"/>
                </a:lnTo>
                <a:lnTo>
                  <a:pt x="99991" y="272939"/>
                </a:lnTo>
                <a:lnTo>
                  <a:pt x="100131" y="277813"/>
                </a:lnTo>
                <a:lnTo>
                  <a:pt x="100243" y="282687"/>
                </a:lnTo>
                <a:lnTo>
                  <a:pt x="100320" y="287561"/>
                </a:lnTo>
                <a:lnTo>
                  <a:pt x="100356" y="292435"/>
                </a:lnTo>
                <a:lnTo>
                  <a:pt x="100352" y="297308"/>
                </a:lnTo>
                <a:lnTo>
                  <a:pt x="100312" y="302182"/>
                </a:lnTo>
                <a:lnTo>
                  <a:pt x="100245" y="307056"/>
                </a:lnTo>
                <a:lnTo>
                  <a:pt x="100164" y="311930"/>
                </a:lnTo>
                <a:lnTo>
                  <a:pt x="100082" y="316804"/>
                </a:lnTo>
                <a:lnTo>
                  <a:pt x="100018" y="321678"/>
                </a:lnTo>
                <a:lnTo>
                  <a:pt x="99986" y="326552"/>
                </a:lnTo>
                <a:lnTo>
                  <a:pt x="100002" y="331426"/>
                </a:lnTo>
                <a:lnTo>
                  <a:pt x="100076" y="336300"/>
                </a:lnTo>
                <a:lnTo>
                  <a:pt x="100215" y="341174"/>
                </a:lnTo>
                <a:lnTo>
                  <a:pt x="100421" y="346048"/>
                </a:lnTo>
                <a:lnTo>
                  <a:pt x="100691" y="350921"/>
                </a:lnTo>
                <a:lnTo>
                  <a:pt x="101014" y="355795"/>
                </a:lnTo>
                <a:lnTo>
                  <a:pt x="101376" y="360669"/>
                </a:lnTo>
                <a:lnTo>
                  <a:pt x="101760" y="365543"/>
                </a:lnTo>
                <a:lnTo>
                  <a:pt x="102144" y="370417"/>
                </a:lnTo>
                <a:lnTo>
                  <a:pt x="102509" y="375291"/>
                </a:lnTo>
                <a:lnTo>
                  <a:pt x="102836" y="380165"/>
                </a:lnTo>
                <a:lnTo>
                  <a:pt x="103109" y="385039"/>
                </a:lnTo>
                <a:lnTo>
                  <a:pt x="103317" y="389913"/>
                </a:lnTo>
                <a:lnTo>
                  <a:pt x="103456" y="394787"/>
                </a:lnTo>
                <a:lnTo>
                  <a:pt x="103524" y="399661"/>
                </a:lnTo>
                <a:lnTo>
                  <a:pt x="103528" y="404534"/>
                </a:lnTo>
                <a:lnTo>
                  <a:pt x="103474" y="409408"/>
                </a:lnTo>
                <a:lnTo>
                  <a:pt x="103374" y="414282"/>
                </a:lnTo>
                <a:lnTo>
                  <a:pt x="103238" y="419156"/>
                </a:lnTo>
                <a:lnTo>
                  <a:pt x="103077" y="424030"/>
                </a:lnTo>
                <a:lnTo>
                  <a:pt x="102897" y="428904"/>
                </a:lnTo>
                <a:lnTo>
                  <a:pt x="102707" y="433778"/>
                </a:lnTo>
                <a:lnTo>
                  <a:pt x="102509" y="438652"/>
                </a:lnTo>
                <a:lnTo>
                  <a:pt x="102309" y="443526"/>
                </a:lnTo>
                <a:lnTo>
                  <a:pt x="102107" y="448400"/>
                </a:lnTo>
                <a:lnTo>
                  <a:pt x="101907" y="453274"/>
                </a:lnTo>
                <a:lnTo>
                  <a:pt x="101713" y="458147"/>
                </a:lnTo>
                <a:lnTo>
                  <a:pt x="101532" y="463021"/>
                </a:lnTo>
                <a:lnTo>
                  <a:pt x="101371" y="467895"/>
                </a:lnTo>
                <a:lnTo>
                  <a:pt x="101243" y="472769"/>
                </a:lnTo>
                <a:lnTo>
                  <a:pt x="101160" y="477643"/>
                </a:lnTo>
                <a:lnTo>
                  <a:pt x="101139" y="482517"/>
                </a:lnTo>
                <a:lnTo>
                  <a:pt x="101202" y="487391"/>
                </a:lnTo>
                <a:lnTo>
                  <a:pt x="101373" y="492265"/>
                </a:lnTo>
                <a:lnTo>
                  <a:pt x="101681" y="497139"/>
                </a:lnTo>
                <a:lnTo>
                  <a:pt x="102161" y="502013"/>
                </a:lnTo>
                <a:lnTo>
                  <a:pt x="102853" y="506887"/>
                </a:lnTo>
                <a:lnTo>
                  <a:pt x="103799" y="511760"/>
                </a:lnTo>
                <a:lnTo>
                  <a:pt x="105046" y="516634"/>
                </a:lnTo>
                <a:lnTo>
                  <a:pt x="106637" y="521508"/>
                </a:lnTo>
                <a:lnTo>
                  <a:pt x="108609" y="526382"/>
                </a:lnTo>
                <a:lnTo>
                  <a:pt x="110982" y="531256"/>
                </a:lnTo>
                <a:lnTo>
                  <a:pt x="113757" y="536130"/>
                </a:lnTo>
                <a:lnTo>
                  <a:pt x="116903" y="541004"/>
                </a:lnTo>
                <a:lnTo>
                  <a:pt x="120353" y="545878"/>
                </a:lnTo>
                <a:lnTo>
                  <a:pt x="124005" y="550752"/>
                </a:lnTo>
                <a:lnTo>
                  <a:pt x="127717" y="555626"/>
                </a:lnTo>
                <a:lnTo>
                  <a:pt x="131320" y="560500"/>
                </a:lnTo>
                <a:lnTo>
                  <a:pt x="134626" y="565373"/>
                </a:lnTo>
                <a:lnTo>
                  <a:pt x="137444" y="570247"/>
                </a:lnTo>
                <a:lnTo>
                  <a:pt x="139601" y="575121"/>
                </a:lnTo>
                <a:lnTo>
                  <a:pt x="140956" y="579995"/>
                </a:lnTo>
                <a:lnTo>
                  <a:pt x="141418" y="584869"/>
                </a:lnTo>
                <a:lnTo>
                  <a:pt x="141418" y="584869"/>
                </a:lnTo>
                <a:close/>
              </a:path>
            </a:pathLst>
          </a:custGeom>
          <a:solidFill>
            <a:srgbClr val="00878B">
              <a:alpha val="12000"/>
            </a:srgbClr>
          </a:solidFill>
          <a:ln w="6985">
            <a:solidFill>
              <a:srgbClr val="00878B">
                <a:alpha val="12000"/>
              </a:srgbClr>
            </a:solidFill>
            <a:prstDash val="solid"/>
          </a:ln>
        </p:spPr>
      </p:sp>
      <p:sp>
        <p:nvSpPr>
          <p:cNvPr id="3081" name="03_assume_matched_8378">
            <a:extLst>
              <a:ext uri="{FF2B5EF4-FFF2-40B4-BE49-F238E27FC236}">
                <a16:creationId xmlns:a16="http://schemas.microsoft.com/office/drawing/2014/main" id="{5325F4F8-02AD-472B-944D-EC6229AE5C48}"/>
              </a:ext>
            </a:extLst>
          </p:cNvPr>
          <p:cNvSpPr>
            <a:spLocks noGrp="1"/>
          </p:cNvSpPr>
          <p:nvPr/>
        </p:nvSpPr>
        <p:spPr>
          <a:xfrm>
            <a:off x="3864021"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2" name="03_assume_matched_8379">
            <a:extLst>
              <a:ext uri="{FF2B5EF4-FFF2-40B4-BE49-F238E27FC236}">
                <a16:creationId xmlns:a16="http://schemas.microsoft.com/office/drawing/2014/main" id="{8C339A7A-856E-47A4-8CC7-608ACED27EF7}"/>
              </a:ext>
            </a:extLst>
          </p:cNvPr>
          <p:cNvSpPr>
            <a:spLocks noGrp="1"/>
          </p:cNvSpPr>
          <p:nvPr/>
        </p:nvSpPr>
        <p:spPr>
          <a:xfrm>
            <a:off x="4241214"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3" name="03_assume_matched_8380">
            <a:extLst>
              <a:ext uri="{FF2B5EF4-FFF2-40B4-BE49-F238E27FC236}">
                <a16:creationId xmlns:a16="http://schemas.microsoft.com/office/drawing/2014/main" id="{6ADE3C7C-0929-4AA0-92D8-0F3FFA1782E0}"/>
              </a:ext>
            </a:extLst>
          </p:cNvPr>
          <p:cNvSpPr>
            <a:spLocks noGrp="1"/>
          </p:cNvSpPr>
          <p:nvPr/>
        </p:nvSpPr>
        <p:spPr>
          <a:xfrm>
            <a:off x="4618407"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4" name="03_assume_matched_8381">
            <a:extLst>
              <a:ext uri="{FF2B5EF4-FFF2-40B4-BE49-F238E27FC236}">
                <a16:creationId xmlns:a16="http://schemas.microsoft.com/office/drawing/2014/main" id="{030393E3-C4AB-4EFA-8975-990C11438E0E}"/>
              </a:ext>
            </a:extLst>
          </p:cNvPr>
          <p:cNvSpPr>
            <a:spLocks noGrp="1"/>
          </p:cNvSpPr>
          <p:nvPr/>
        </p:nvSpPr>
        <p:spPr>
          <a:xfrm>
            <a:off x="5372793"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5" name="03_assume_matched_8382">
            <a:extLst>
              <a:ext uri="{FF2B5EF4-FFF2-40B4-BE49-F238E27FC236}">
                <a16:creationId xmlns:a16="http://schemas.microsoft.com/office/drawing/2014/main" id="{18565C39-2EDE-4556-8470-B53160295EE5}"/>
              </a:ext>
            </a:extLst>
          </p:cNvPr>
          <p:cNvSpPr>
            <a:spLocks noGrp="1"/>
          </p:cNvSpPr>
          <p:nvPr/>
        </p:nvSpPr>
        <p:spPr>
          <a:xfrm>
            <a:off x="6127179"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6" name="03_assume_matched_8383">
            <a:extLst>
              <a:ext uri="{FF2B5EF4-FFF2-40B4-BE49-F238E27FC236}">
                <a16:creationId xmlns:a16="http://schemas.microsoft.com/office/drawing/2014/main" id="{237CD035-B3E5-4D61-A1DE-A8E609454D6B}"/>
              </a:ext>
            </a:extLst>
          </p:cNvPr>
          <p:cNvSpPr>
            <a:spLocks noGrp="1"/>
          </p:cNvSpPr>
          <p:nvPr/>
        </p:nvSpPr>
        <p:spPr>
          <a:xfrm>
            <a:off x="3841389" y="6609236"/>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087" name="03_assume_matched_8384">
            <a:extLst>
              <a:ext uri="{FF2B5EF4-FFF2-40B4-BE49-F238E27FC236}">
                <a16:creationId xmlns:a16="http://schemas.microsoft.com/office/drawing/2014/main" id="{E5601BDB-15F3-47D5-A80C-E6DEAF9A55E4}"/>
              </a:ext>
            </a:extLst>
          </p:cNvPr>
          <p:cNvSpPr>
            <a:spLocks noGrp="1"/>
          </p:cNvSpPr>
          <p:nvPr/>
        </p:nvSpPr>
        <p:spPr>
          <a:xfrm>
            <a:off x="3803289" y="6609236"/>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088" name="text_8385">
            <a:extLst>
              <a:ext uri="{FF2B5EF4-FFF2-40B4-BE49-F238E27FC236}">
                <a16:creationId xmlns:a16="http://schemas.microsoft.com/office/drawing/2014/main" id="{57D28433-A1E8-4D8C-9B6D-06AAECA667B8}"/>
              </a:ext>
            </a:extLst>
          </p:cNvPr>
          <p:cNvSpPr>
            <a:spLocks noGrp="1"/>
          </p:cNvSpPr>
          <p:nvPr/>
        </p:nvSpPr>
        <p:spPr>
          <a:xfrm>
            <a:off x="3713643" y="6569175"/>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3089" name="03_assume_matched_8386">
            <a:extLst>
              <a:ext uri="{FF2B5EF4-FFF2-40B4-BE49-F238E27FC236}">
                <a16:creationId xmlns:a16="http://schemas.microsoft.com/office/drawing/2014/main" id="{2386F974-2BB3-4F0F-BA67-8EE3F86AC230}"/>
              </a:ext>
            </a:extLst>
          </p:cNvPr>
          <p:cNvSpPr>
            <a:spLocks noGrp="1"/>
          </p:cNvSpPr>
          <p:nvPr/>
        </p:nvSpPr>
        <p:spPr>
          <a:xfrm>
            <a:off x="3841389" y="6316801"/>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090" name="03_assume_matched_8387">
            <a:extLst>
              <a:ext uri="{FF2B5EF4-FFF2-40B4-BE49-F238E27FC236}">
                <a16:creationId xmlns:a16="http://schemas.microsoft.com/office/drawing/2014/main" id="{5B59963A-8EEF-4FF4-B712-344FFA115997}"/>
              </a:ext>
            </a:extLst>
          </p:cNvPr>
          <p:cNvSpPr>
            <a:spLocks noGrp="1"/>
          </p:cNvSpPr>
          <p:nvPr/>
        </p:nvSpPr>
        <p:spPr>
          <a:xfrm>
            <a:off x="3803289" y="6316801"/>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091" name="text_8388">
            <a:extLst>
              <a:ext uri="{FF2B5EF4-FFF2-40B4-BE49-F238E27FC236}">
                <a16:creationId xmlns:a16="http://schemas.microsoft.com/office/drawing/2014/main" id="{2EC17EE3-A7C6-49B9-95CA-1240783D94F8}"/>
              </a:ext>
            </a:extLst>
          </p:cNvPr>
          <p:cNvSpPr>
            <a:spLocks noGrp="1"/>
          </p:cNvSpPr>
          <p:nvPr/>
        </p:nvSpPr>
        <p:spPr>
          <a:xfrm>
            <a:off x="3662096" y="627674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3092" name="03_assume_matched_8389">
            <a:extLst>
              <a:ext uri="{FF2B5EF4-FFF2-40B4-BE49-F238E27FC236}">
                <a16:creationId xmlns:a16="http://schemas.microsoft.com/office/drawing/2014/main" id="{41A91483-C00F-47AD-A94E-FA1C0EEF71F2}"/>
              </a:ext>
            </a:extLst>
          </p:cNvPr>
          <p:cNvSpPr>
            <a:spLocks noGrp="1"/>
          </p:cNvSpPr>
          <p:nvPr/>
        </p:nvSpPr>
        <p:spPr>
          <a:xfrm>
            <a:off x="3841389" y="6024367"/>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093" name="03_assume_matched_8390">
            <a:extLst>
              <a:ext uri="{FF2B5EF4-FFF2-40B4-BE49-F238E27FC236}">
                <a16:creationId xmlns:a16="http://schemas.microsoft.com/office/drawing/2014/main" id="{DF0BFE93-EEF4-4B94-BB5D-490A7E42407F}"/>
              </a:ext>
            </a:extLst>
          </p:cNvPr>
          <p:cNvSpPr>
            <a:spLocks noGrp="1"/>
          </p:cNvSpPr>
          <p:nvPr/>
        </p:nvSpPr>
        <p:spPr>
          <a:xfrm>
            <a:off x="3803289" y="602436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094" name="text_8391">
            <a:extLst>
              <a:ext uri="{FF2B5EF4-FFF2-40B4-BE49-F238E27FC236}">
                <a16:creationId xmlns:a16="http://schemas.microsoft.com/office/drawing/2014/main" id="{380BC1F3-58B9-4B56-8A0D-A2C8FD44599F}"/>
              </a:ext>
            </a:extLst>
          </p:cNvPr>
          <p:cNvSpPr>
            <a:spLocks noGrp="1"/>
          </p:cNvSpPr>
          <p:nvPr/>
        </p:nvSpPr>
        <p:spPr>
          <a:xfrm>
            <a:off x="3610549" y="5984306"/>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3095" name="03_assume_matched_8392">
            <a:extLst>
              <a:ext uri="{FF2B5EF4-FFF2-40B4-BE49-F238E27FC236}">
                <a16:creationId xmlns:a16="http://schemas.microsoft.com/office/drawing/2014/main" id="{A713EC2E-0F33-40DF-BD4E-68B8ECC14162}"/>
              </a:ext>
            </a:extLst>
          </p:cNvPr>
          <p:cNvSpPr>
            <a:spLocks noGrp="1"/>
          </p:cNvSpPr>
          <p:nvPr/>
        </p:nvSpPr>
        <p:spPr>
          <a:xfrm>
            <a:off x="4278966" y="6302602"/>
            <a:ext cx="28398" cy="28398"/>
          </a:xfrm>
          <a:prstGeom prst="ellipse">
            <a:avLst/>
          </a:prstGeom>
          <a:solidFill>
            <a:srgbClr val="7F8C97">
              <a:alpha val="48000"/>
            </a:srgbClr>
          </a:solidFill>
          <a:ln w="0">
            <a:noFill/>
            <a:prstDash val="solid"/>
          </a:ln>
        </p:spPr>
      </p:sp>
      <p:sp>
        <p:nvSpPr>
          <p:cNvPr id="3096" name="03_assume_matched_8393">
            <a:extLst>
              <a:ext uri="{FF2B5EF4-FFF2-40B4-BE49-F238E27FC236}">
                <a16:creationId xmlns:a16="http://schemas.microsoft.com/office/drawing/2014/main" id="{324A768D-95C1-4F80-88E2-29A165F13057}"/>
              </a:ext>
            </a:extLst>
          </p:cNvPr>
          <p:cNvSpPr>
            <a:spLocks noGrp="1"/>
          </p:cNvSpPr>
          <p:nvPr/>
        </p:nvSpPr>
        <p:spPr>
          <a:xfrm>
            <a:off x="4267453" y="6595037"/>
            <a:ext cx="28398" cy="28398"/>
          </a:xfrm>
          <a:prstGeom prst="ellipse">
            <a:avLst/>
          </a:prstGeom>
          <a:solidFill>
            <a:srgbClr val="7F8C97">
              <a:alpha val="48000"/>
            </a:srgbClr>
          </a:solidFill>
          <a:ln w="0">
            <a:noFill/>
            <a:prstDash val="solid"/>
          </a:ln>
        </p:spPr>
      </p:sp>
      <p:sp>
        <p:nvSpPr>
          <p:cNvPr id="3097" name="03_assume_matched_8394">
            <a:extLst>
              <a:ext uri="{FF2B5EF4-FFF2-40B4-BE49-F238E27FC236}">
                <a16:creationId xmlns:a16="http://schemas.microsoft.com/office/drawing/2014/main" id="{5AB9AC25-10E8-4936-B3C8-25954FE00CE9}"/>
              </a:ext>
            </a:extLst>
          </p:cNvPr>
          <p:cNvSpPr>
            <a:spLocks noGrp="1"/>
          </p:cNvSpPr>
          <p:nvPr/>
        </p:nvSpPr>
        <p:spPr>
          <a:xfrm>
            <a:off x="4210322" y="6595037"/>
            <a:ext cx="28398" cy="28398"/>
          </a:xfrm>
          <a:prstGeom prst="ellipse">
            <a:avLst/>
          </a:prstGeom>
          <a:solidFill>
            <a:srgbClr val="7F8C97">
              <a:alpha val="48000"/>
            </a:srgbClr>
          </a:solidFill>
          <a:ln w="0">
            <a:noFill/>
            <a:prstDash val="solid"/>
          </a:ln>
        </p:spPr>
      </p:sp>
      <p:sp>
        <p:nvSpPr>
          <p:cNvPr id="3098" name="03_assume_matched_8395">
            <a:extLst>
              <a:ext uri="{FF2B5EF4-FFF2-40B4-BE49-F238E27FC236}">
                <a16:creationId xmlns:a16="http://schemas.microsoft.com/office/drawing/2014/main" id="{EC4D175E-A525-4DBC-BC73-CA635B9199D7}"/>
              </a:ext>
            </a:extLst>
          </p:cNvPr>
          <p:cNvSpPr>
            <a:spLocks noGrp="1"/>
          </p:cNvSpPr>
          <p:nvPr/>
        </p:nvSpPr>
        <p:spPr>
          <a:xfrm>
            <a:off x="4289184" y="6302602"/>
            <a:ext cx="28398" cy="28398"/>
          </a:xfrm>
          <a:prstGeom prst="ellipse">
            <a:avLst/>
          </a:prstGeom>
          <a:solidFill>
            <a:srgbClr val="7F8C97">
              <a:alpha val="48000"/>
            </a:srgbClr>
          </a:solidFill>
          <a:ln w="0">
            <a:noFill/>
            <a:prstDash val="solid"/>
          </a:ln>
        </p:spPr>
      </p:sp>
      <p:sp>
        <p:nvSpPr>
          <p:cNvPr id="3099" name="03_assume_matched_8396">
            <a:extLst>
              <a:ext uri="{FF2B5EF4-FFF2-40B4-BE49-F238E27FC236}">
                <a16:creationId xmlns:a16="http://schemas.microsoft.com/office/drawing/2014/main" id="{976D3055-BC43-4FCA-9B0B-B7694E394427}"/>
              </a:ext>
            </a:extLst>
          </p:cNvPr>
          <p:cNvSpPr>
            <a:spLocks noGrp="1"/>
          </p:cNvSpPr>
          <p:nvPr/>
        </p:nvSpPr>
        <p:spPr>
          <a:xfrm>
            <a:off x="4256948" y="6344379"/>
            <a:ext cx="28398" cy="28398"/>
          </a:xfrm>
          <a:prstGeom prst="ellipse">
            <a:avLst/>
          </a:prstGeom>
          <a:solidFill>
            <a:srgbClr val="7F8C97">
              <a:alpha val="48000"/>
            </a:srgbClr>
          </a:solidFill>
          <a:ln w="0">
            <a:noFill/>
            <a:prstDash val="solid"/>
          </a:ln>
        </p:spPr>
      </p:sp>
      <p:sp>
        <p:nvSpPr>
          <p:cNvPr id="3100" name="03_assume_matched_8397">
            <a:extLst>
              <a:ext uri="{FF2B5EF4-FFF2-40B4-BE49-F238E27FC236}">
                <a16:creationId xmlns:a16="http://schemas.microsoft.com/office/drawing/2014/main" id="{BA9D8FA2-8C76-415C-B18F-C81853B5DE99}"/>
              </a:ext>
            </a:extLst>
          </p:cNvPr>
          <p:cNvSpPr>
            <a:spLocks noGrp="1"/>
          </p:cNvSpPr>
          <p:nvPr/>
        </p:nvSpPr>
        <p:spPr>
          <a:xfrm>
            <a:off x="4161680" y="6329187"/>
            <a:ext cx="28398" cy="28398"/>
          </a:xfrm>
          <a:prstGeom prst="ellipse">
            <a:avLst/>
          </a:prstGeom>
          <a:solidFill>
            <a:srgbClr val="7F8C97">
              <a:alpha val="48000"/>
            </a:srgbClr>
          </a:solidFill>
          <a:ln w="0">
            <a:noFill/>
            <a:prstDash val="solid"/>
          </a:ln>
        </p:spPr>
      </p:sp>
      <p:sp>
        <p:nvSpPr>
          <p:cNvPr id="3101" name="03_assume_matched_8398">
            <a:extLst>
              <a:ext uri="{FF2B5EF4-FFF2-40B4-BE49-F238E27FC236}">
                <a16:creationId xmlns:a16="http://schemas.microsoft.com/office/drawing/2014/main" id="{0E2BC883-1AAB-4DE2-BCB5-908E2BECAEAC}"/>
              </a:ext>
            </a:extLst>
          </p:cNvPr>
          <p:cNvSpPr>
            <a:spLocks noGrp="1"/>
          </p:cNvSpPr>
          <p:nvPr/>
        </p:nvSpPr>
        <p:spPr>
          <a:xfrm>
            <a:off x="4192333" y="6595037"/>
            <a:ext cx="28398" cy="28398"/>
          </a:xfrm>
          <a:prstGeom prst="ellipse">
            <a:avLst/>
          </a:prstGeom>
          <a:solidFill>
            <a:srgbClr val="7F8C97">
              <a:alpha val="48000"/>
            </a:srgbClr>
          </a:solidFill>
          <a:ln w="0">
            <a:noFill/>
            <a:prstDash val="solid"/>
          </a:ln>
        </p:spPr>
      </p:sp>
      <p:sp>
        <p:nvSpPr>
          <p:cNvPr id="3102" name="03_assume_matched_8399">
            <a:extLst>
              <a:ext uri="{FF2B5EF4-FFF2-40B4-BE49-F238E27FC236}">
                <a16:creationId xmlns:a16="http://schemas.microsoft.com/office/drawing/2014/main" id="{D3587D6B-DB2B-46EB-ACBF-1D3827E81CFD}"/>
              </a:ext>
            </a:extLst>
          </p:cNvPr>
          <p:cNvSpPr>
            <a:spLocks noGrp="1"/>
          </p:cNvSpPr>
          <p:nvPr/>
        </p:nvSpPr>
        <p:spPr>
          <a:xfrm>
            <a:off x="4161393" y="6448819"/>
            <a:ext cx="28398" cy="28398"/>
          </a:xfrm>
          <a:prstGeom prst="ellipse">
            <a:avLst/>
          </a:prstGeom>
          <a:solidFill>
            <a:srgbClr val="7F8C97">
              <a:alpha val="48000"/>
            </a:srgbClr>
          </a:solidFill>
          <a:ln w="0">
            <a:noFill/>
            <a:prstDash val="solid"/>
          </a:ln>
        </p:spPr>
      </p:sp>
      <p:sp>
        <p:nvSpPr>
          <p:cNvPr id="3103" name="03_assume_matched_8400">
            <a:extLst>
              <a:ext uri="{FF2B5EF4-FFF2-40B4-BE49-F238E27FC236}">
                <a16:creationId xmlns:a16="http://schemas.microsoft.com/office/drawing/2014/main" id="{84F88429-E805-496D-80A1-69C374047F9E}"/>
              </a:ext>
            </a:extLst>
          </p:cNvPr>
          <p:cNvSpPr>
            <a:spLocks noGrp="1"/>
          </p:cNvSpPr>
          <p:nvPr/>
        </p:nvSpPr>
        <p:spPr>
          <a:xfrm>
            <a:off x="4242701" y="6302602"/>
            <a:ext cx="28398" cy="28398"/>
          </a:xfrm>
          <a:prstGeom prst="ellipse">
            <a:avLst/>
          </a:prstGeom>
          <a:solidFill>
            <a:srgbClr val="7F8C97">
              <a:alpha val="48000"/>
            </a:srgbClr>
          </a:solidFill>
          <a:ln w="0">
            <a:noFill/>
            <a:prstDash val="solid"/>
          </a:ln>
        </p:spPr>
      </p:sp>
      <p:sp>
        <p:nvSpPr>
          <p:cNvPr id="3104" name="03_assume_matched_8401">
            <a:extLst>
              <a:ext uri="{FF2B5EF4-FFF2-40B4-BE49-F238E27FC236}">
                <a16:creationId xmlns:a16="http://schemas.microsoft.com/office/drawing/2014/main" id="{5F41941A-D46C-4001-A1D2-C097FF568A1D}"/>
              </a:ext>
            </a:extLst>
          </p:cNvPr>
          <p:cNvSpPr>
            <a:spLocks noGrp="1"/>
          </p:cNvSpPr>
          <p:nvPr/>
        </p:nvSpPr>
        <p:spPr>
          <a:xfrm>
            <a:off x="4223993" y="6302602"/>
            <a:ext cx="28398" cy="28398"/>
          </a:xfrm>
          <a:prstGeom prst="ellipse">
            <a:avLst/>
          </a:prstGeom>
          <a:solidFill>
            <a:srgbClr val="7F8C97">
              <a:alpha val="48000"/>
            </a:srgbClr>
          </a:solidFill>
          <a:ln w="0">
            <a:noFill/>
            <a:prstDash val="solid"/>
          </a:ln>
        </p:spPr>
      </p:sp>
      <p:sp>
        <p:nvSpPr>
          <p:cNvPr id="3105" name="03_assume_matched_8402">
            <a:extLst>
              <a:ext uri="{FF2B5EF4-FFF2-40B4-BE49-F238E27FC236}">
                <a16:creationId xmlns:a16="http://schemas.microsoft.com/office/drawing/2014/main" id="{BCF631BA-19AB-40AA-A913-AFFF662921D3}"/>
              </a:ext>
            </a:extLst>
          </p:cNvPr>
          <p:cNvSpPr>
            <a:spLocks noGrp="1"/>
          </p:cNvSpPr>
          <p:nvPr/>
        </p:nvSpPr>
        <p:spPr>
          <a:xfrm>
            <a:off x="4208739" y="6595037"/>
            <a:ext cx="28398" cy="28398"/>
          </a:xfrm>
          <a:prstGeom prst="ellipse">
            <a:avLst/>
          </a:prstGeom>
          <a:solidFill>
            <a:srgbClr val="7F8C97">
              <a:alpha val="48000"/>
            </a:srgbClr>
          </a:solidFill>
          <a:ln w="0">
            <a:noFill/>
            <a:prstDash val="solid"/>
          </a:ln>
        </p:spPr>
      </p:sp>
      <p:sp>
        <p:nvSpPr>
          <p:cNvPr id="3106" name="03_assume_matched_8403">
            <a:extLst>
              <a:ext uri="{FF2B5EF4-FFF2-40B4-BE49-F238E27FC236}">
                <a16:creationId xmlns:a16="http://schemas.microsoft.com/office/drawing/2014/main" id="{07E9ACEE-B1B7-493A-B199-0992F5228797}"/>
              </a:ext>
            </a:extLst>
          </p:cNvPr>
          <p:cNvSpPr>
            <a:spLocks noGrp="1"/>
          </p:cNvSpPr>
          <p:nvPr/>
        </p:nvSpPr>
        <p:spPr>
          <a:xfrm>
            <a:off x="4194492" y="6595037"/>
            <a:ext cx="28398" cy="28398"/>
          </a:xfrm>
          <a:prstGeom prst="ellipse">
            <a:avLst/>
          </a:prstGeom>
          <a:solidFill>
            <a:srgbClr val="7F8C97">
              <a:alpha val="48000"/>
            </a:srgbClr>
          </a:solidFill>
          <a:ln w="0">
            <a:noFill/>
            <a:prstDash val="solid"/>
          </a:ln>
        </p:spPr>
      </p:sp>
      <p:sp>
        <p:nvSpPr>
          <p:cNvPr id="3107" name="03_assume_matched_8404">
            <a:extLst>
              <a:ext uri="{FF2B5EF4-FFF2-40B4-BE49-F238E27FC236}">
                <a16:creationId xmlns:a16="http://schemas.microsoft.com/office/drawing/2014/main" id="{0DF2E88C-C3B6-4997-BD13-ACBDE488E2B7}"/>
              </a:ext>
            </a:extLst>
          </p:cNvPr>
          <p:cNvSpPr>
            <a:spLocks noGrp="1"/>
          </p:cNvSpPr>
          <p:nvPr/>
        </p:nvSpPr>
        <p:spPr>
          <a:xfrm>
            <a:off x="4210897" y="6595037"/>
            <a:ext cx="28398" cy="28398"/>
          </a:xfrm>
          <a:prstGeom prst="ellipse">
            <a:avLst/>
          </a:prstGeom>
          <a:solidFill>
            <a:srgbClr val="7F8C97">
              <a:alpha val="48000"/>
            </a:srgbClr>
          </a:solidFill>
          <a:ln w="0">
            <a:noFill/>
            <a:prstDash val="solid"/>
          </a:ln>
        </p:spPr>
      </p:sp>
      <p:sp>
        <p:nvSpPr>
          <p:cNvPr id="3108" name="03_assume_matched_8405">
            <a:extLst>
              <a:ext uri="{FF2B5EF4-FFF2-40B4-BE49-F238E27FC236}">
                <a16:creationId xmlns:a16="http://schemas.microsoft.com/office/drawing/2014/main" id="{226CC9AD-8BB5-4EC4-9ECD-3DEEA20B49CC}"/>
              </a:ext>
            </a:extLst>
          </p:cNvPr>
          <p:cNvSpPr>
            <a:spLocks noGrp="1"/>
          </p:cNvSpPr>
          <p:nvPr/>
        </p:nvSpPr>
        <p:spPr>
          <a:xfrm>
            <a:off x="4296091" y="6302602"/>
            <a:ext cx="28398" cy="28398"/>
          </a:xfrm>
          <a:prstGeom prst="ellipse">
            <a:avLst/>
          </a:prstGeom>
          <a:solidFill>
            <a:srgbClr val="7F8C97">
              <a:alpha val="48000"/>
            </a:srgbClr>
          </a:solidFill>
          <a:ln w="0">
            <a:noFill/>
            <a:prstDash val="solid"/>
          </a:ln>
        </p:spPr>
      </p:sp>
      <p:sp>
        <p:nvSpPr>
          <p:cNvPr id="3109" name="03_assume_matched_8406">
            <a:extLst>
              <a:ext uri="{FF2B5EF4-FFF2-40B4-BE49-F238E27FC236}">
                <a16:creationId xmlns:a16="http://schemas.microsoft.com/office/drawing/2014/main" id="{124E7671-0512-4192-8418-BD58EDCAEF05}"/>
              </a:ext>
            </a:extLst>
          </p:cNvPr>
          <p:cNvSpPr>
            <a:spLocks noGrp="1"/>
          </p:cNvSpPr>
          <p:nvPr/>
        </p:nvSpPr>
        <p:spPr>
          <a:xfrm>
            <a:off x="4251048" y="6400080"/>
            <a:ext cx="28398" cy="28398"/>
          </a:xfrm>
          <a:prstGeom prst="ellipse">
            <a:avLst/>
          </a:prstGeom>
          <a:solidFill>
            <a:srgbClr val="7F8C97">
              <a:alpha val="48000"/>
            </a:srgbClr>
          </a:solidFill>
          <a:ln w="0">
            <a:noFill/>
            <a:prstDash val="solid"/>
          </a:ln>
        </p:spPr>
      </p:sp>
      <p:sp>
        <p:nvSpPr>
          <p:cNvPr id="3110" name="03_assume_matched_8407">
            <a:extLst>
              <a:ext uri="{FF2B5EF4-FFF2-40B4-BE49-F238E27FC236}">
                <a16:creationId xmlns:a16="http://schemas.microsoft.com/office/drawing/2014/main" id="{6516AC57-D908-4F18-A3CE-73E3E053E6CF}"/>
              </a:ext>
            </a:extLst>
          </p:cNvPr>
          <p:cNvSpPr>
            <a:spLocks noGrp="1"/>
          </p:cNvSpPr>
          <p:nvPr/>
        </p:nvSpPr>
        <p:spPr>
          <a:xfrm>
            <a:off x="4260834" y="6595037"/>
            <a:ext cx="28398" cy="28398"/>
          </a:xfrm>
          <a:prstGeom prst="ellipse">
            <a:avLst/>
          </a:prstGeom>
          <a:solidFill>
            <a:srgbClr val="7F8C97">
              <a:alpha val="48000"/>
            </a:srgbClr>
          </a:solidFill>
          <a:ln w="0">
            <a:noFill/>
            <a:prstDash val="solid"/>
          </a:ln>
        </p:spPr>
      </p:sp>
      <p:sp>
        <p:nvSpPr>
          <p:cNvPr id="3111" name="03_assume_matched_8408">
            <a:extLst>
              <a:ext uri="{FF2B5EF4-FFF2-40B4-BE49-F238E27FC236}">
                <a16:creationId xmlns:a16="http://schemas.microsoft.com/office/drawing/2014/main" id="{70B5693C-4BEC-4052-8968-E8B0CBA2FA34}"/>
              </a:ext>
            </a:extLst>
          </p:cNvPr>
          <p:cNvSpPr>
            <a:spLocks noGrp="1"/>
          </p:cNvSpPr>
          <p:nvPr/>
        </p:nvSpPr>
        <p:spPr>
          <a:xfrm>
            <a:off x="4197658" y="6530051"/>
            <a:ext cx="28398" cy="28398"/>
          </a:xfrm>
          <a:prstGeom prst="ellipse">
            <a:avLst/>
          </a:prstGeom>
          <a:solidFill>
            <a:srgbClr val="7F8C97">
              <a:alpha val="48000"/>
            </a:srgbClr>
          </a:solidFill>
          <a:ln w="0">
            <a:noFill/>
            <a:prstDash val="solid"/>
          </a:ln>
        </p:spPr>
      </p:sp>
      <p:sp>
        <p:nvSpPr>
          <p:cNvPr id="3112" name="03_assume_matched_8409">
            <a:extLst>
              <a:ext uri="{FF2B5EF4-FFF2-40B4-BE49-F238E27FC236}">
                <a16:creationId xmlns:a16="http://schemas.microsoft.com/office/drawing/2014/main" id="{1136A758-5611-4345-8FF4-E4BB56DB1D88}"/>
              </a:ext>
            </a:extLst>
          </p:cNvPr>
          <p:cNvSpPr>
            <a:spLocks noGrp="1"/>
          </p:cNvSpPr>
          <p:nvPr/>
        </p:nvSpPr>
        <p:spPr>
          <a:xfrm>
            <a:off x="4288032" y="6400080"/>
            <a:ext cx="28398" cy="28398"/>
          </a:xfrm>
          <a:prstGeom prst="ellipse">
            <a:avLst/>
          </a:prstGeom>
          <a:solidFill>
            <a:srgbClr val="7F8C97">
              <a:alpha val="48000"/>
            </a:srgbClr>
          </a:solidFill>
          <a:ln w="0">
            <a:noFill/>
            <a:prstDash val="solid"/>
          </a:ln>
        </p:spPr>
      </p:sp>
      <p:sp>
        <p:nvSpPr>
          <p:cNvPr id="3113" name="03_assume_matched_8410">
            <a:extLst>
              <a:ext uri="{FF2B5EF4-FFF2-40B4-BE49-F238E27FC236}">
                <a16:creationId xmlns:a16="http://schemas.microsoft.com/office/drawing/2014/main" id="{DA0466B9-D334-4799-A923-15C721DD7AB7}"/>
              </a:ext>
            </a:extLst>
          </p:cNvPr>
          <p:cNvSpPr>
            <a:spLocks noGrp="1"/>
          </p:cNvSpPr>
          <p:nvPr/>
        </p:nvSpPr>
        <p:spPr>
          <a:xfrm>
            <a:off x="4261121" y="6329187"/>
            <a:ext cx="28398" cy="28398"/>
          </a:xfrm>
          <a:prstGeom prst="ellipse">
            <a:avLst/>
          </a:prstGeom>
          <a:solidFill>
            <a:srgbClr val="7F8C97">
              <a:alpha val="48000"/>
            </a:srgbClr>
          </a:solidFill>
          <a:ln w="0">
            <a:noFill/>
            <a:prstDash val="solid"/>
          </a:ln>
        </p:spPr>
      </p:sp>
      <p:sp>
        <p:nvSpPr>
          <p:cNvPr id="3114" name="03_assume_matched_8411">
            <a:extLst>
              <a:ext uri="{FF2B5EF4-FFF2-40B4-BE49-F238E27FC236}">
                <a16:creationId xmlns:a16="http://schemas.microsoft.com/office/drawing/2014/main" id="{AEB8790D-B9E3-4F39-8E93-65D4367E37DA}"/>
              </a:ext>
            </a:extLst>
          </p:cNvPr>
          <p:cNvSpPr>
            <a:spLocks noGrp="1"/>
          </p:cNvSpPr>
          <p:nvPr/>
        </p:nvSpPr>
        <p:spPr>
          <a:xfrm>
            <a:off x="4178949" y="6595037"/>
            <a:ext cx="28398" cy="28398"/>
          </a:xfrm>
          <a:prstGeom prst="ellipse">
            <a:avLst/>
          </a:prstGeom>
          <a:solidFill>
            <a:srgbClr val="7F8C97">
              <a:alpha val="48000"/>
            </a:srgbClr>
          </a:solidFill>
          <a:ln w="0">
            <a:noFill/>
            <a:prstDash val="solid"/>
          </a:ln>
        </p:spPr>
      </p:sp>
      <p:sp>
        <p:nvSpPr>
          <p:cNvPr id="3115" name="03_assume_matched_8412">
            <a:extLst>
              <a:ext uri="{FF2B5EF4-FFF2-40B4-BE49-F238E27FC236}">
                <a16:creationId xmlns:a16="http://schemas.microsoft.com/office/drawing/2014/main" id="{3F661AB7-56A9-4213-ACCF-A5FD516F39BA}"/>
              </a:ext>
            </a:extLst>
          </p:cNvPr>
          <p:cNvSpPr>
            <a:spLocks noGrp="1"/>
          </p:cNvSpPr>
          <p:nvPr/>
        </p:nvSpPr>
        <p:spPr>
          <a:xfrm>
            <a:off x="4186289" y="6361089"/>
            <a:ext cx="28398" cy="28398"/>
          </a:xfrm>
          <a:prstGeom prst="ellipse">
            <a:avLst/>
          </a:prstGeom>
          <a:solidFill>
            <a:srgbClr val="7F8C97">
              <a:alpha val="48000"/>
            </a:srgbClr>
          </a:solidFill>
          <a:ln w="0">
            <a:noFill/>
            <a:prstDash val="solid"/>
          </a:ln>
        </p:spPr>
      </p:sp>
      <p:sp>
        <p:nvSpPr>
          <p:cNvPr id="3116" name="03_assume_matched_8413">
            <a:extLst>
              <a:ext uri="{FF2B5EF4-FFF2-40B4-BE49-F238E27FC236}">
                <a16:creationId xmlns:a16="http://schemas.microsoft.com/office/drawing/2014/main" id="{EF82B2BF-AACF-454A-933B-6369632DC675}"/>
              </a:ext>
            </a:extLst>
          </p:cNvPr>
          <p:cNvSpPr>
            <a:spLocks noGrp="1"/>
          </p:cNvSpPr>
          <p:nvPr/>
        </p:nvSpPr>
        <p:spPr>
          <a:xfrm>
            <a:off x="4197514" y="6497559"/>
            <a:ext cx="28398" cy="28398"/>
          </a:xfrm>
          <a:prstGeom prst="ellipse">
            <a:avLst/>
          </a:prstGeom>
          <a:solidFill>
            <a:srgbClr val="7F8C97">
              <a:alpha val="48000"/>
            </a:srgbClr>
          </a:solidFill>
          <a:ln w="0">
            <a:noFill/>
            <a:prstDash val="solid"/>
          </a:ln>
        </p:spPr>
      </p:sp>
      <p:sp>
        <p:nvSpPr>
          <p:cNvPr id="3117" name="03_assume_matched_8414">
            <a:extLst>
              <a:ext uri="{FF2B5EF4-FFF2-40B4-BE49-F238E27FC236}">
                <a16:creationId xmlns:a16="http://schemas.microsoft.com/office/drawing/2014/main" id="{DC52F66C-06D0-4B1A-87E6-F7ABA79E4EED}"/>
              </a:ext>
            </a:extLst>
          </p:cNvPr>
          <p:cNvSpPr>
            <a:spLocks noGrp="1"/>
          </p:cNvSpPr>
          <p:nvPr/>
        </p:nvSpPr>
        <p:spPr>
          <a:xfrm>
            <a:off x="4286881" y="6302602"/>
            <a:ext cx="28398" cy="28398"/>
          </a:xfrm>
          <a:prstGeom prst="ellipse">
            <a:avLst/>
          </a:prstGeom>
          <a:solidFill>
            <a:srgbClr val="7F8C97">
              <a:alpha val="48000"/>
            </a:srgbClr>
          </a:solidFill>
          <a:ln w="0">
            <a:noFill/>
            <a:prstDash val="solid"/>
          </a:ln>
        </p:spPr>
      </p:sp>
      <p:sp>
        <p:nvSpPr>
          <p:cNvPr id="3118" name="03_assume_matched_8415">
            <a:extLst>
              <a:ext uri="{FF2B5EF4-FFF2-40B4-BE49-F238E27FC236}">
                <a16:creationId xmlns:a16="http://schemas.microsoft.com/office/drawing/2014/main" id="{C892A4EE-DF3E-4409-8209-56722FC49974}"/>
              </a:ext>
            </a:extLst>
          </p:cNvPr>
          <p:cNvSpPr>
            <a:spLocks noGrp="1"/>
          </p:cNvSpPr>
          <p:nvPr/>
        </p:nvSpPr>
        <p:spPr>
          <a:xfrm>
            <a:off x="4199816" y="6302602"/>
            <a:ext cx="28398" cy="28398"/>
          </a:xfrm>
          <a:prstGeom prst="ellipse">
            <a:avLst/>
          </a:prstGeom>
          <a:solidFill>
            <a:srgbClr val="7F8C97">
              <a:alpha val="48000"/>
            </a:srgbClr>
          </a:solidFill>
          <a:ln w="0">
            <a:noFill/>
            <a:prstDash val="solid"/>
          </a:ln>
        </p:spPr>
      </p:sp>
      <p:sp>
        <p:nvSpPr>
          <p:cNvPr id="3119" name="03_assume_matched_8416">
            <a:extLst>
              <a:ext uri="{FF2B5EF4-FFF2-40B4-BE49-F238E27FC236}">
                <a16:creationId xmlns:a16="http://schemas.microsoft.com/office/drawing/2014/main" id="{8B1E3971-4110-4BEC-B56C-6F844667D3DA}"/>
              </a:ext>
            </a:extLst>
          </p:cNvPr>
          <p:cNvSpPr>
            <a:spLocks noGrp="1"/>
          </p:cNvSpPr>
          <p:nvPr/>
        </p:nvSpPr>
        <p:spPr>
          <a:xfrm>
            <a:off x="4278822" y="6400080"/>
            <a:ext cx="28398" cy="28398"/>
          </a:xfrm>
          <a:prstGeom prst="ellipse">
            <a:avLst/>
          </a:prstGeom>
          <a:solidFill>
            <a:srgbClr val="7F8C97">
              <a:alpha val="48000"/>
            </a:srgbClr>
          </a:solidFill>
          <a:ln w="0">
            <a:noFill/>
            <a:prstDash val="solid"/>
          </a:ln>
        </p:spPr>
      </p:sp>
      <p:sp>
        <p:nvSpPr>
          <p:cNvPr id="3120" name="03_assume_matched_8417">
            <a:extLst>
              <a:ext uri="{FF2B5EF4-FFF2-40B4-BE49-F238E27FC236}">
                <a16:creationId xmlns:a16="http://schemas.microsoft.com/office/drawing/2014/main" id="{1084C781-B9CB-4EEE-91C8-BADDFC5ED0A1}"/>
              </a:ext>
            </a:extLst>
          </p:cNvPr>
          <p:cNvSpPr>
            <a:spLocks noGrp="1"/>
          </p:cNvSpPr>
          <p:nvPr/>
        </p:nvSpPr>
        <p:spPr>
          <a:xfrm>
            <a:off x="4279974" y="6302602"/>
            <a:ext cx="28398" cy="28398"/>
          </a:xfrm>
          <a:prstGeom prst="ellipse">
            <a:avLst/>
          </a:prstGeom>
          <a:solidFill>
            <a:srgbClr val="7F8C97">
              <a:alpha val="48000"/>
            </a:srgbClr>
          </a:solidFill>
          <a:ln w="0">
            <a:noFill/>
            <a:prstDash val="solid"/>
          </a:ln>
        </p:spPr>
      </p:sp>
      <p:sp>
        <p:nvSpPr>
          <p:cNvPr id="3121" name="03_assume_matched_8418">
            <a:extLst>
              <a:ext uri="{FF2B5EF4-FFF2-40B4-BE49-F238E27FC236}">
                <a16:creationId xmlns:a16="http://schemas.microsoft.com/office/drawing/2014/main" id="{899E7D83-82CE-4DB2-A785-6269721FEBA6}"/>
              </a:ext>
            </a:extLst>
          </p:cNvPr>
          <p:cNvSpPr>
            <a:spLocks noGrp="1"/>
          </p:cNvSpPr>
          <p:nvPr/>
        </p:nvSpPr>
        <p:spPr>
          <a:xfrm>
            <a:off x="4283715" y="6595037"/>
            <a:ext cx="28398" cy="28398"/>
          </a:xfrm>
          <a:prstGeom prst="ellipse">
            <a:avLst/>
          </a:prstGeom>
          <a:solidFill>
            <a:srgbClr val="7F8C97">
              <a:alpha val="48000"/>
            </a:srgbClr>
          </a:solidFill>
          <a:ln w="0">
            <a:noFill/>
            <a:prstDash val="solid"/>
          </a:ln>
        </p:spPr>
      </p:sp>
      <p:sp>
        <p:nvSpPr>
          <p:cNvPr id="3122" name="03_assume_matched_8419">
            <a:extLst>
              <a:ext uri="{FF2B5EF4-FFF2-40B4-BE49-F238E27FC236}">
                <a16:creationId xmlns:a16="http://schemas.microsoft.com/office/drawing/2014/main" id="{196A8679-7DA8-40D9-A076-18D995ABBCED}"/>
              </a:ext>
            </a:extLst>
          </p:cNvPr>
          <p:cNvSpPr>
            <a:spLocks noGrp="1"/>
          </p:cNvSpPr>
          <p:nvPr/>
        </p:nvSpPr>
        <p:spPr>
          <a:xfrm>
            <a:off x="4200967" y="6595037"/>
            <a:ext cx="28398" cy="28398"/>
          </a:xfrm>
          <a:prstGeom prst="ellipse">
            <a:avLst/>
          </a:prstGeom>
          <a:solidFill>
            <a:srgbClr val="7F8C97">
              <a:alpha val="48000"/>
            </a:srgbClr>
          </a:solidFill>
          <a:ln w="0">
            <a:noFill/>
            <a:prstDash val="solid"/>
          </a:ln>
        </p:spPr>
      </p:sp>
      <p:sp>
        <p:nvSpPr>
          <p:cNvPr id="3123" name="03_assume_matched_8420">
            <a:extLst>
              <a:ext uri="{FF2B5EF4-FFF2-40B4-BE49-F238E27FC236}">
                <a16:creationId xmlns:a16="http://schemas.microsoft.com/office/drawing/2014/main" id="{0969D6A3-52E0-4D90-A581-26F288A5FBA5}"/>
              </a:ext>
            </a:extLst>
          </p:cNvPr>
          <p:cNvSpPr>
            <a:spLocks noGrp="1"/>
          </p:cNvSpPr>
          <p:nvPr/>
        </p:nvSpPr>
        <p:spPr>
          <a:xfrm>
            <a:off x="4179237" y="6302602"/>
            <a:ext cx="28398" cy="28398"/>
          </a:xfrm>
          <a:prstGeom prst="ellipse">
            <a:avLst/>
          </a:prstGeom>
          <a:solidFill>
            <a:srgbClr val="7F8C97">
              <a:alpha val="48000"/>
            </a:srgbClr>
          </a:solidFill>
          <a:ln w="0">
            <a:noFill/>
            <a:prstDash val="solid"/>
          </a:ln>
        </p:spPr>
      </p:sp>
      <p:sp>
        <p:nvSpPr>
          <p:cNvPr id="3124" name="03_assume_matched_8421">
            <a:extLst>
              <a:ext uri="{FF2B5EF4-FFF2-40B4-BE49-F238E27FC236}">
                <a16:creationId xmlns:a16="http://schemas.microsoft.com/office/drawing/2014/main" id="{27B697DA-5449-4B4A-B4D9-7E90D02E163B}"/>
              </a:ext>
            </a:extLst>
          </p:cNvPr>
          <p:cNvSpPr>
            <a:spLocks noGrp="1"/>
          </p:cNvSpPr>
          <p:nvPr/>
        </p:nvSpPr>
        <p:spPr>
          <a:xfrm>
            <a:off x="4262992" y="6595037"/>
            <a:ext cx="28398" cy="28398"/>
          </a:xfrm>
          <a:prstGeom prst="ellipse">
            <a:avLst/>
          </a:prstGeom>
          <a:solidFill>
            <a:srgbClr val="7F8C97">
              <a:alpha val="48000"/>
            </a:srgbClr>
          </a:solidFill>
          <a:ln w="0">
            <a:noFill/>
            <a:prstDash val="solid"/>
          </a:ln>
        </p:spPr>
      </p:sp>
      <p:sp>
        <p:nvSpPr>
          <p:cNvPr id="3125" name="03_assume_matched_8422">
            <a:extLst>
              <a:ext uri="{FF2B5EF4-FFF2-40B4-BE49-F238E27FC236}">
                <a16:creationId xmlns:a16="http://schemas.microsoft.com/office/drawing/2014/main" id="{E3B1FE95-747A-42DD-9641-5574BC0D4E62}"/>
              </a:ext>
            </a:extLst>
          </p:cNvPr>
          <p:cNvSpPr>
            <a:spLocks noGrp="1"/>
          </p:cNvSpPr>
          <p:nvPr/>
        </p:nvSpPr>
        <p:spPr>
          <a:xfrm>
            <a:off x="4172474" y="6595037"/>
            <a:ext cx="28398" cy="28398"/>
          </a:xfrm>
          <a:prstGeom prst="ellipse">
            <a:avLst/>
          </a:prstGeom>
          <a:solidFill>
            <a:srgbClr val="7F8C97">
              <a:alpha val="48000"/>
            </a:srgbClr>
          </a:solidFill>
          <a:ln w="0">
            <a:noFill/>
            <a:prstDash val="solid"/>
          </a:ln>
        </p:spPr>
      </p:sp>
      <p:sp>
        <p:nvSpPr>
          <p:cNvPr id="3126" name="03_assume_matched_8423">
            <a:extLst>
              <a:ext uri="{FF2B5EF4-FFF2-40B4-BE49-F238E27FC236}">
                <a16:creationId xmlns:a16="http://schemas.microsoft.com/office/drawing/2014/main" id="{F633112D-D3E0-45C6-9DA8-E4E1C821116F}"/>
              </a:ext>
            </a:extLst>
          </p:cNvPr>
          <p:cNvSpPr>
            <a:spLocks noGrp="1"/>
          </p:cNvSpPr>
          <p:nvPr/>
        </p:nvSpPr>
        <p:spPr>
          <a:xfrm>
            <a:off x="4266590" y="6361089"/>
            <a:ext cx="28398" cy="28398"/>
          </a:xfrm>
          <a:prstGeom prst="ellipse">
            <a:avLst/>
          </a:prstGeom>
          <a:solidFill>
            <a:srgbClr val="7F8C97">
              <a:alpha val="48000"/>
            </a:srgbClr>
          </a:solidFill>
          <a:ln w="0">
            <a:noFill/>
            <a:prstDash val="solid"/>
          </a:ln>
        </p:spPr>
      </p:sp>
      <p:sp>
        <p:nvSpPr>
          <p:cNvPr id="3127" name="03_assume_matched_8424">
            <a:extLst>
              <a:ext uri="{FF2B5EF4-FFF2-40B4-BE49-F238E27FC236}">
                <a16:creationId xmlns:a16="http://schemas.microsoft.com/office/drawing/2014/main" id="{4611CF5C-419B-4F43-B315-DCC61CD3BA94}"/>
              </a:ext>
            </a:extLst>
          </p:cNvPr>
          <p:cNvSpPr>
            <a:spLocks noGrp="1"/>
          </p:cNvSpPr>
          <p:nvPr/>
        </p:nvSpPr>
        <p:spPr>
          <a:xfrm>
            <a:off x="4173769" y="6595037"/>
            <a:ext cx="28398" cy="28398"/>
          </a:xfrm>
          <a:prstGeom prst="ellipse">
            <a:avLst/>
          </a:prstGeom>
          <a:solidFill>
            <a:srgbClr val="7F8C97">
              <a:alpha val="48000"/>
            </a:srgbClr>
          </a:solidFill>
          <a:ln w="0">
            <a:noFill/>
            <a:prstDash val="solid"/>
          </a:ln>
        </p:spPr>
      </p:sp>
      <p:sp>
        <p:nvSpPr>
          <p:cNvPr id="3128" name="03_assume_matched_8425">
            <a:extLst>
              <a:ext uri="{FF2B5EF4-FFF2-40B4-BE49-F238E27FC236}">
                <a16:creationId xmlns:a16="http://schemas.microsoft.com/office/drawing/2014/main" id="{AE05464D-56AA-4E16-AA2F-38A9C22DCA68}"/>
              </a:ext>
            </a:extLst>
          </p:cNvPr>
          <p:cNvSpPr>
            <a:spLocks noGrp="1"/>
          </p:cNvSpPr>
          <p:nvPr/>
        </p:nvSpPr>
        <p:spPr>
          <a:xfrm>
            <a:off x="4294220" y="6595037"/>
            <a:ext cx="28398" cy="28398"/>
          </a:xfrm>
          <a:prstGeom prst="ellipse">
            <a:avLst/>
          </a:prstGeom>
          <a:solidFill>
            <a:srgbClr val="7F8C97">
              <a:alpha val="48000"/>
            </a:srgbClr>
          </a:solidFill>
          <a:ln w="0">
            <a:noFill/>
            <a:prstDash val="solid"/>
          </a:ln>
        </p:spPr>
      </p:sp>
      <p:sp>
        <p:nvSpPr>
          <p:cNvPr id="3129" name="03_assume_matched_8426">
            <a:extLst>
              <a:ext uri="{FF2B5EF4-FFF2-40B4-BE49-F238E27FC236}">
                <a16:creationId xmlns:a16="http://schemas.microsoft.com/office/drawing/2014/main" id="{A83CFAA4-3E5D-4B52-A2B7-67050D174C11}"/>
              </a:ext>
            </a:extLst>
          </p:cNvPr>
          <p:cNvSpPr>
            <a:spLocks noGrp="1"/>
          </p:cNvSpPr>
          <p:nvPr/>
        </p:nvSpPr>
        <p:spPr>
          <a:xfrm>
            <a:off x="4272202" y="6595037"/>
            <a:ext cx="28398" cy="28398"/>
          </a:xfrm>
          <a:prstGeom prst="ellipse">
            <a:avLst/>
          </a:prstGeom>
          <a:solidFill>
            <a:srgbClr val="7F8C97">
              <a:alpha val="48000"/>
            </a:srgbClr>
          </a:solidFill>
          <a:ln w="0">
            <a:noFill/>
            <a:prstDash val="solid"/>
          </a:ln>
        </p:spPr>
      </p:sp>
      <p:sp>
        <p:nvSpPr>
          <p:cNvPr id="3130" name="03_assume_matched_8427">
            <a:extLst>
              <a:ext uri="{FF2B5EF4-FFF2-40B4-BE49-F238E27FC236}">
                <a16:creationId xmlns:a16="http://schemas.microsoft.com/office/drawing/2014/main" id="{658C12D2-A3EB-42BB-9C14-00392FE3497C}"/>
              </a:ext>
            </a:extLst>
          </p:cNvPr>
          <p:cNvSpPr>
            <a:spLocks noGrp="1"/>
          </p:cNvSpPr>
          <p:nvPr/>
        </p:nvSpPr>
        <p:spPr>
          <a:xfrm>
            <a:off x="4220107" y="6595037"/>
            <a:ext cx="28398" cy="28398"/>
          </a:xfrm>
          <a:prstGeom prst="ellipse">
            <a:avLst/>
          </a:prstGeom>
          <a:solidFill>
            <a:srgbClr val="7F8C97">
              <a:alpha val="48000"/>
            </a:srgbClr>
          </a:solidFill>
          <a:ln w="0">
            <a:noFill/>
            <a:prstDash val="solid"/>
          </a:ln>
        </p:spPr>
      </p:sp>
      <p:sp>
        <p:nvSpPr>
          <p:cNvPr id="3131" name="03_assume_matched_8428">
            <a:extLst>
              <a:ext uri="{FF2B5EF4-FFF2-40B4-BE49-F238E27FC236}">
                <a16:creationId xmlns:a16="http://schemas.microsoft.com/office/drawing/2014/main" id="{2F5CFC0B-89F3-41C0-A5F9-AAFC3401DF55}"/>
              </a:ext>
            </a:extLst>
          </p:cNvPr>
          <p:cNvSpPr>
            <a:spLocks noGrp="1"/>
          </p:cNvSpPr>
          <p:nvPr/>
        </p:nvSpPr>
        <p:spPr>
          <a:xfrm>
            <a:off x="4195787" y="6595037"/>
            <a:ext cx="28398" cy="28398"/>
          </a:xfrm>
          <a:prstGeom prst="ellipse">
            <a:avLst/>
          </a:prstGeom>
          <a:solidFill>
            <a:srgbClr val="7F8C97">
              <a:alpha val="48000"/>
            </a:srgbClr>
          </a:solidFill>
          <a:ln w="0">
            <a:noFill/>
            <a:prstDash val="solid"/>
          </a:ln>
        </p:spPr>
      </p:sp>
      <p:sp>
        <p:nvSpPr>
          <p:cNvPr id="3132" name="03_assume_matched_8429">
            <a:extLst>
              <a:ext uri="{FF2B5EF4-FFF2-40B4-BE49-F238E27FC236}">
                <a16:creationId xmlns:a16="http://schemas.microsoft.com/office/drawing/2014/main" id="{A1F3BEBD-3711-4F23-9700-1C2F2DCC2E7E}"/>
              </a:ext>
            </a:extLst>
          </p:cNvPr>
          <p:cNvSpPr>
            <a:spLocks noGrp="1"/>
          </p:cNvSpPr>
          <p:nvPr/>
        </p:nvSpPr>
        <p:spPr>
          <a:xfrm>
            <a:off x="4298250" y="6595037"/>
            <a:ext cx="28398" cy="28398"/>
          </a:xfrm>
          <a:prstGeom prst="ellipse">
            <a:avLst/>
          </a:prstGeom>
          <a:solidFill>
            <a:srgbClr val="7F8C97">
              <a:alpha val="48000"/>
            </a:srgbClr>
          </a:solidFill>
          <a:ln w="0">
            <a:noFill/>
            <a:prstDash val="solid"/>
          </a:ln>
        </p:spPr>
      </p:sp>
      <p:sp>
        <p:nvSpPr>
          <p:cNvPr id="3133" name="03_assume_matched_8430">
            <a:extLst>
              <a:ext uri="{FF2B5EF4-FFF2-40B4-BE49-F238E27FC236}">
                <a16:creationId xmlns:a16="http://schemas.microsoft.com/office/drawing/2014/main" id="{F4B3E4A9-FC7A-4884-9E8F-F7FA10A6FDAB}"/>
              </a:ext>
            </a:extLst>
          </p:cNvPr>
          <p:cNvSpPr>
            <a:spLocks noGrp="1"/>
          </p:cNvSpPr>
          <p:nvPr/>
        </p:nvSpPr>
        <p:spPr>
          <a:xfrm>
            <a:off x="4246011" y="6595037"/>
            <a:ext cx="28398" cy="28398"/>
          </a:xfrm>
          <a:prstGeom prst="ellipse">
            <a:avLst/>
          </a:prstGeom>
          <a:solidFill>
            <a:srgbClr val="7F8C97">
              <a:alpha val="48000"/>
            </a:srgbClr>
          </a:solidFill>
          <a:ln w="0">
            <a:noFill/>
            <a:prstDash val="solid"/>
          </a:ln>
        </p:spPr>
      </p:sp>
      <p:sp>
        <p:nvSpPr>
          <p:cNvPr id="3134" name="03_assume_matched_8431">
            <a:extLst>
              <a:ext uri="{FF2B5EF4-FFF2-40B4-BE49-F238E27FC236}">
                <a16:creationId xmlns:a16="http://schemas.microsoft.com/office/drawing/2014/main" id="{A44F4BA7-F6A6-4E70-B0BE-8BBCD3A2A015}"/>
              </a:ext>
            </a:extLst>
          </p:cNvPr>
          <p:cNvSpPr>
            <a:spLocks noGrp="1"/>
          </p:cNvSpPr>
          <p:nvPr/>
        </p:nvSpPr>
        <p:spPr>
          <a:xfrm>
            <a:off x="4278822" y="6595037"/>
            <a:ext cx="28398" cy="28398"/>
          </a:xfrm>
          <a:prstGeom prst="ellipse">
            <a:avLst/>
          </a:prstGeom>
          <a:solidFill>
            <a:srgbClr val="7F8C97">
              <a:alpha val="48000"/>
            </a:srgbClr>
          </a:solidFill>
          <a:ln w="0">
            <a:noFill/>
            <a:prstDash val="solid"/>
          </a:ln>
        </p:spPr>
      </p:sp>
      <p:sp>
        <p:nvSpPr>
          <p:cNvPr id="3135" name="03_assume_matched_8432">
            <a:extLst>
              <a:ext uri="{FF2B5EF4-FFF2-40B4-BE49-F238E27FC236}">
                <a16:creationId xmlns:a16="http://schemas.microsoft.com/office/drawing/2014/main" id="{89036B11-B296-4E6D-9B2F-1D4D1E17F0BD}"/>
              </a:ext>
            </a:extLst>
          </p:cNvPr>
          <p:cNvSpPr>
            <a:spLocks noGrp="1"/>
          </p:cNvSpPr>
          <p:nvPr/>
        </p:nvSpPr>
        <p:spPr>
          <a:xfrm>
            <a:off x="4177942" y="6478063"/>
            <a:ext cx="28398" cy="28398"/>
          </a:xfrm>
          <a:prstGeom prst="ellipse">
            <a:avLst/>
          </a:prstGeom>
          <a:solidFill>
            <a:srgbClr val="7F8C97">
              <a:alpha val="48000"/>
            </a:srgbClr>
          </a:solidFill>
          <a:ln w="0">
            <a:noFill/>
            <a:prstDash val="solid"/>
          </a:ln>
        </p:spPr>
      </p:sp>
      <p:sp>
        <p:nvSpPr>
          <p:cNvPr id="3136" name="03_assume_matched_8433">
            <a:extLst>
              <a:ext uri="{FF2B5EF4-FFF2-40B4-BE49-F238E27FC236}">
                <a16:creationId xmlns:a16="http://schemas.microsoft.com/office/drawing/2014/main" id="{D03CF539-BFA3-4DA0-82E7-29ADE6663093}"/>
              </a:ext>
            </a:extLst>
          </p:cNvPr>
          <p:cNvSpPr>
            <a:spLocks noGrp="1"/>
          </p:cNvSpPr>
          <p:nvPr/>
        </p:nvSpPr>
        <p:spPr>
          <a:xfrm>
            <a:off x="4269900" y="6595037"/>
            <a:ext cx="28398" cy="28398"/>
          </a:xfrm>
          <a:prstGeom prst="ellipse">
            <a:avLst/>
          </a:prstGeom>
          <a:solidFill>
            <a:srgbClr val="7F8C97">
              <a:alpha val="48000"/>
            </a:srgbClr>
          </a:solidFill>
          <a:ln w="0">
            <a:noFill/>
            <a:prstDash val="solid"/>
          </a:ln>
        </p:spPr>
      </p:sp>
      <p:sp>
        <p:nvSpPr>
          <p:cNvPr id="3137" name="03_assume_matched_8434">
            <a:extLst>
              <a:ext uri="{FF2B5EF4-FFF2-40B4-BE49-F238E27FC236}">
                <a16:creationId xmlns:a16="http://schemas.microsoft.com/office/drawing/2014/main" id="{C79AA060-9B29-4704-B163-B79640CCDE2F}"/>
              </a:ext>
            </a:extLst>
          </p:cNvPr>
          <p:cNvSpPr>
            <a:spLocks noGrp="1"/>
          </p:cNvSpPr>
          <p:nvPr/>
        </p:nvSpPr>
        <p:spPr>
          <a:xfrm>
            <a:off x="4249033" y="6302602"/>
            <a:ext cx="28398" cy="28398"/>
          </a:xfrm>
          <a:prstGeom prst="ellipse">
            <a:avLst/>
          </a:prstGeom>
          <a:solidFill>
            <a:srgbClr val="7F8C97">
              <a:alpha val="48000"/>
            </a:srgbClr>
          </a:solidFill>
          <a:ln w="0">
            <a:noFill/>
            <a:prstDash val="solid"/>
          </a:ln>
        </p:spPr>
      </p:sp>
      <p:sp>
        <p:nvSpPr>
          <p:cNvPr id="3138" name="03_assume_matched_8435">
            <a:extLst>
              <a:ext uri="{FF2B5EF4-FFF2-40B4-BE49-F238E27FC236}">
                <a16:creationId xmlns:a16="http://schemas.microsoft.com/office/drawing/2014/main" id="{2899CAAE-98C8-4871-A830-7F486B755B79}"/>
              </a:ext>
            </a:extLst>
          </p:cNvPr>
          <p:cNvSpPr>
            <a:spLocks noGrp="1"/>
          </p:cNvSpPr>
          <p:nvPr/>
        </p:nvSpPr>
        <p:spPr>
          <a:xfrm>
            <a:off x="4157651" y="6302602"/>
            <a:ext cx="28398" cy="28398"/>
          </a:xfrm>
          <a:prstGeom prst="ellipse">
            <a:avLst/>
          </a:prstGeom>
          <a:solidFill>
            <a:srgbClr val="7F8C97">
              <a:alpha val="48000"/>
            </a:srgbClr>
          </a:solidFill>
          <a:ln w="0">
            <a:noFill/>
            <a:prstDash val="solid"/>
          </a:ln>
        </p:spPr>
      </p:sp>
      <p:sp>
        <p:nvSpPr>
          <p:cNvPr id="3139" name="03_assume_matched_8436">
            <a:extLst>
              <a:ext uri="{FF2B5EF4-FFF2-40B4-BE49-F238E27FC236}">
                <a16:creationId xmlns:a16="http://schemas.microsoft.com/office/drawing/2014/main" id="{DAF6A4B9-7968-4FFC-A204-49585B04B5E5}"/>
              </a:ext>
            </a:extLst>
          </p:cNvPr>
          <p:cNvSpPr>
            <a:spLocks noGrp="1"/>
          </p:cNvSpPr>
          <p:nvPr/>
        </p:nvSpPr>
        <p:spPr>
          <a:xfrm>
            <a:off x="4216941" y="6595037"/>
            <a:ext cx="28398" cy="28398"/>
          </a:xfrm>
          <a:prstGeom prst="ellipse">
            <a:avLst/>
          </a:prstGeom>
          <a:solidFill>
            <a:srgbClr val="7F8C97">
              <a:alpha val="48000"/>
            </a:srgbClr>
          </a:solidFill>
          <a:ln w="0">
            <a:noFill/>
            <a:prstDash val="solid"/>
          </a:ln>
        </p:spPr>
      </p:sp>
      <p:sp>
        <p:nvSpPr>
          <p:cNvPr id="3140" name="03_assume_matched_8437">
            <a:extLst>
              <a:ext uri="{FF2B5EF4-FFF2-40B4-BE49-F238E27FC236}">
                <a16:creationId xmlns:a16="http://schemas.microsoft.com/office/drawing/2014/main" id="{8CCC6EF7-3A58-41C9-9100-17F30169C535}"/>
              </a:ext>
            </a:extLst>
          </p:cNvPr>
          <p:cNvSpPr>
            <a:spLocks noGrp="1"/>
          </p:cNvSpPr>
          <p:nvPr/>
        </p:nvSpPr>
        <p:spPr>
          <a:xfrm>
            <a:off x="4199097" y="6595037"/>
            <a:ext cx="28398" cy="28398"/>
          </a:xfrm>
          <a:prstGeom prst="ellipse">
            <a:avLst/>
          </a:prstGeom>
          <a:solidFill>
            <a:srgbClr val="7F8C97">
              <a:alpha val="48000"/>
            </a:srgbClr>
          </a:solidFill>
          <a:ln w="0">
            <a:noFill/>
            <a:prstDash val="solid"/>
          </a:ln>
        </p:spPr>
      </p:sp>
      <p:sp>
        <p:nvSpPr>
          <p:cNvPr id="3141" name="03_assume_matched_8438">
            <a:extLst>
              <a:ext uri="{FF2B5EF4-FFF2-40B4-BE49-F238E27FC236}">
                <a16:creationId xmlns:a16="http://schemas.microsoft.com/office/drawing/2014/main" id="{E7EC83F5-ACF4-4E86-963D-599F16E8A1D7}"/>
              </a:ext>
            </a:extLst>
          </p:cNvPr>
          <p:cNvSpPr>
            <a:spLocks noGrp="1"/>
          </p:cNvSpPr>
          <p:nvPr/>
        </p:nvSpPr>
        <p:spPr>
          <a:xfrm>
            <a:off x="4231332" y="6302602"/>
            <a:ext cx="28398" cy="28398"/>
          </a:xfrm>
          <a:prstGeom prst="ellipse">
            <a:avLst/>
          </a:prstGeom>
          <a:solidFill>
            <a:srgbClr val="7F8C97">
              <a:alpha val="48000"/>
            </a:srgbClr>
          </a:solidFill>
          <a:ln w="0">
            <a:noFill/>
            <a:prstDash val="solid"/>
          </a:ln>
        </p:spPr>
      </p:sp>
      <p:sp>
        <p:nvSpPr>
          <p:cNvPr id="3142" name="03_assume_matched_8439">
            <a:extLst>
              <a:ext uri="{FF2B5EF4-FFF2-40B4-BE49-F238E27FC236}">
                <a16:creationId xmlns:a16="http://schemas.microsoft.com/office/drawing/2014/main" id="{2DE4A68D-B642-4740-AB8C-55DF2B18678E}"/>
              </a:ext>
            </a:extLst>
          </p:cNvPr>
          <p:cNvSpPr>
            <a:spLocks noGrp="1"/>
          </p:cNvSpPr>
          <p:nvPr/>
        </p:nvSpPr>
        <p:spPr>
          <a:xfrm>
            <a:off x="4213200" y="6546298"/>
            <a:ext cx="28398" cy="28398"/>
          </a:xfrm>
          <a:prstGeom prst="ellipse">
            <a:avLst/>
          </a:prstGeom>
          <a:solidFill>
            <a:srgbClr val="7F8C97">
              <a:alpha val="48000"/>
            </a:srgbClr>
          </a:solidFill>
          <a:ln w="0">
            <a:noFill/>
            <a:prstDash val="solid"/>
          </a:ln>
        </p:spPr>
      </p:sp>
      <p:sp>
        <p:nvSpPr>
          <p:cNvPr id="3143" name="03_assume_matched_8440">
            <a:extLst>
              <a:ext uri="{FF2B5EF4-FFF2-40B4-BE49-F238E27FC236}">
                <a16:creationId xmlns:a16="http://schemas.microsoft.com/office/drawing/2014/main" id="{839F082F-22B9-4369-91C8-FD5FF2F886A2}"/>
              </a:ext>
            </a:extLst>
          </p:cNvPr>
          <p:cNvSpPr>
            <a:spLocks noGrp="1"/>
          </p:cNvSpPr>
          <p:nvPr/>
        </p:nvSpPr>
        <p:spPr>
          <a:xfrm>
            <a:off x="4275368" y="6448819"/>
            <a:ext cx="28398" cy="28398"/>
          </a:xfrm>
          <a:prstGeom prst="ellipse">
            <a:avLst/>
          </a:prstGeom>
          <a:solidFill>
            <a:srgbClr val="7F8C97">
              <a:alpha val="48000"/>
            </a:srgbClr>
          </a:solidFill>
          <a:ln w="0">
            <a:noFill/>
            <a:prstDash val="solid"/>
          </a:ln>
        </p:spPr>
      </p:sp>
      <p:sp>
        <p:nvSpPr>
          <p:cNvPr id="3144" name="03_assume_matched_8441">
            <a:extLst>
              <a:ext uri="{FF2B5EF4-FFF2-40B4-BE49-F238E27FC236}">
                <a16:creationId xmlns:a16="http://schemas.microsoft.com/office/drawing/2014/main" id="{FC3E67A1-4F90-456F-950E-1B3A25BD2647}"/>
              </a:ext>
            </a:extLst>
          </p:cNvPr>
          <p:cNvSpPr>
            <a:spLocks noGrp="1"/>
          </p:cNvSpPr>
          <p:nvPr/>
        </p:nvSpPr>
        <p:spPr>
          <a:xfrm>
            <a:off x="4173481" y="6302602"/>
            <a:ext cx="28398" cy="28398"/>
          </a:xfrm>
          <a:prstGeom prst="ellipse">
            <a:avLst/>
          </a:prstGeom>
          <a:solidFill>
            <a:srgbClr val="7F8C97">
              <a:alpha val="48000"/>
            </a:srgbClr>
          </a:solidFill>
          <a:ln w="0">
            <a:noFill/>
            <a:prstDash val="solid"/>
          </a:ln>
        </p:spPr>
      </p:sp>
      <p:sp>
        <p:nvSpPr>
          <p:cNvPr id="3145" name="03_assume_matched_8442">
            <a:extLst>
              <a:ext uri="{FF2B5EF4-FFF2-40B4-BE49-F238E27FC236}">
                <a16:creationId xmlns:a16="http://schemas.microsoft.com/office/drawing/2014/main" id="{859B5CE2-AF55-4C24-80F6-5996504DA174}"/>
              </a:ext>
            </a:extLst>
          </p:cNvPr>
          <p:cNvSpPr>
            <a:spLocks noGrp="1"/>
          </p:cNvSpPr>
          <p:nvPr/>
        </p:nvSpPr>
        <p:spPr>
          <a:xfrm>
            <a:off x="4180101" y="6595037"/>
            <a:ext cx="28398" cy="28398"/>
          </a:xfrm>
          <a:prstGeom prst="ellipse">
            <a:avLst/>
          </a:prstGeom>
          <a:solidFill>
            <a:srgbClr val="7F8C97">
              <a:alpha val="48000"/>
            </a:srgbClr>
          </a:solidFill>
          <a:ln w="0">
            <a:noFill/>
            <a:prstDash val="solid"/>
          </a:ln>
        </p:spPr>
      </p:sp>
      <p:sp>
        <p:nvSpPr>
          <p:cNvPr id="3146" name="03_assume_matched_8443">
            <a:extLst>
              <a:ext uri="{FF2B5EF4-FFF2-40B4-BE49-F238E27FC236}">
                <a16:creationId xmlns:a16="http://schemas.microsoft.com/office/drawing/2014/main" id="{35DC947B-9608-4D5A-966B-91D1D6D80AE9}"/>
              </a:ext>
            </a:extLst>
          </p:cNvPr>
          <p:cNvSpPr>
            <a:spLocks noGrp="1"/>
          </p:cNvSpPr>
          <p:nvPr/>
        </p:nvSpPr>
        <p:spPr>
          <a:xfrm>
            <a:off x="4239967" y="6302602"/>
            <a:ext cx="28398" cy="28398"/>
          </a:xfrm>
          <a:prstGeom prst="ellipse">
            <a:avLst/>
          </a:prstGeom>
          <a:solidFill>
            <a:srgbClr val="7F8C97">
              <a:alpha val="48000"/>
            </a:srgbClr>
          </a:solidFill>
          <a:ln w="0">
            <a:noFill/>
            <a:prstDash val="solid"/>
          </a:ln>
        </p:spPr>
      </p:sp>
      <p:sp>
        <p:nvSpPr>
          <p:cNvPr id="3147" name="03_assume_matched_8444">
            <a:extLst>
              <a:ext uri="{FF2B5EF4-FFF2-40B4-BE49-F238E27FC236}">
                <a16:creationId xmlns:a16="http://schemas.microsoft.com/office/drawing/2014/main" id="{A7C91D57-E190-45C8-888C-12B540D5EC79}"/>
              </a:ext>
            </a:extLst>
          </p:cNvPr>
          <p:cNvSpPr>
            <a:spLocks noGrp="1"/>
          </p:cNvSpPr>
          <p:nvPr/>
        </p:nvSpPr>
        <p:spPr>
          <a:xfrm>
            <a:off x="4238672" y="6302602"/>
            <a:ext cx="28398" cy="28398"/>
          </a:xfrm>
          <a:prstGeom prst="ellipse">
            <a:avLst/>
          </a:prstGeom>
          <a:solidFill>
            <a:srgbClr val="7F8C97">
              <a:alpha val="48000"/>
            </a:srgbClr>
          </a:solidFill>
          <a:ln w="0">
            <a:noFill/>
            <a:prstDash val="solid"/>
          </a:ln>
        </p:spPr>
      </p:sp>
      <p:sp>
        <p:nvSpPr>
          <p:cNvPr id="3148" name="03_assume_matched_8445">
            <a:extLst>
              <a:ext uri="{FF2B5EF4-FFF2-40B4-BE49-F238E27FC236}">
                <a16:creationId xmlns:a16="http://schemas.microsoft.com/office/drawing/2014/main" id="{042C58CE-C99B-4B93-8DD8-5880F56E5962}"/>
              </a:ext>
            </a:extLst>
          </p:cNvPr>
          <p:cNvSpPr>
            <a:spLocks noGrp="1"/>
          </p:cNvSpPr>
          <p:nvPr/>
        </p:nvSpPr>
        <p:spPr>
          <a:xfrm>
            <a:off x="4285442" y="6595037"/>
            <a:ext cx="28398" cy="28398"/>
          </a:xfrm>
          <a:prstGeom prst="ellipse">
            <a:avLst/>
          </a:prstGeom>
          <a:solidFill>
            <a:srgbClr val="7F8C97">
              <a:alpha val="48000"/>
            </a:srgbClr>
          </a:solidFill>
          <a:ln w="0">
            <a:noFill/>
            <a:prstDash val="solid"/>
          </a:ln>
        </p:spPr>
      </p:sp>
      <p:sp>
        <p:nvSpPr>
          <p:cNvPr id="3149" name="03_assume_matched_8446">
            <a:extLst>
              <a:ext uri="{FF2B5EF4-FFF2-40B4-BE49-F238E27FC236}">
                <a16:creationId xmlns:a16="http://schemas.microsoft.com/office/drawing/2014/main" id="{C0AE45CD-1472-488E-BA5C-20F5CBD2FA7D}"/>
              </a:ext>
            </a:extLst>
          </p:cNvPr>
          <p:cNvSpPr>
            <a:spLocks noGrp="1"/>
          </p:cNvSpPr>
          <p:nvPr/>
        </p:nvSpPr>
        <p:spPr>
          <a:xfrm>
            <a:off x="4263712" y="6448819"/>
            <a:ext cx="28398" cy="28398"/>
          </a:xfrm>
          <a:prstGeom prst="ellipse">
            <a:avLst/>
          </a:prstGeom>
          <a:solidFill>
            <a:srgbClr val="7F8C97">
              <a:alpha val="48000"/>
            </a:srgbClr>
          </a:solidFill>
          <a:ln w="0">
            <a:noFill/>
            <a:prstDash val="solid"/>
          </a:ln>
        </p:spPr>
      </p:sp>
      <p:sp>
        <p:nvSpPr>
          <p:cNvPr id="3150" name="03_assume_matched_8447">
            <a:extLst>
              <a:ext uri="{FF2B5EF4-FFF2-40B4-BE49-F238E27FC236}">
                <a16:creationId xmlns:a16="http://schemas.microsoft.com/office/drawing/2014/main" id="{7B5750CD-F5D4-4D00-A39E-DEFEDA6ACED8}"/>
              </a:ext>
            </a:extLst>
          </p:cNvPr>
          <p:cNvSpPr>
            <a:spLocks noGrp="1"/>
          </p:cNvSpPr>
          <p:nvPr/>
        </p:nvSpPr>
        <p:spPr>
          <a:xfrm>
            <a:off x="4195787" y="6595037"/>
            <a:ext cx="28398" cy="28398"/>
          </a:xfrm>
          <a:prstGeom prst="ellipse">
            <a:avLst/>
          </a:prstGeom>
          <a:solidFill>
            <a:srgbClr val="7F8C97">
              <a:alpha val="48000"/>
            </a:srgbClr>
          </a:solidFill>
          <a:ln w="0">
            <a:noFill/>
            <a:prstDash val="solid"/>
          </a:ln>
        </p:spPr>
      </p:sp>
      <p:sp>
        <p:nvSpPr>
          <p:cNvPr id="3151" name="03_assume_matched_8448">
            <a:extLst>
              <a:ext uri="{FF2B5EF4-FFF2-40B4-BE49-F238E27FC236}">
                <a16:creationId xmlns:a16="http://schemas.microsoft.com/office/drawing/2014/main" id="{1C1C57B1-9017-4C2B-8273-101F6947203E}"/>
              </a:ext>
            </a:extLst>
          </p:cNvPr>
          <p:cNvSpPr>
            <a:spLocks noGrp="1"/>
          </p:cNvSpPr>
          <p:nvPr/>
        </p:nvSpPr>
        <p:spPr>
          <a:xfrm>
            <a:off x="4266590" y="6595037"/>
            <a:ext cx="28398" cy="28398"/>
          </a:xfrm>
          <a:prstGeom prst="ellipse">
            <a:avLst/>
          </a:prstGeom>
          <a:solidFill>
            <a:srgbClr val="7F8C97">
              <a:alpha val="48000"/>
            </a:srgbClr>
          </a:solidFill>
          <a:ln w="0">
            <a:noFill/>
            <a:prstDash val="solid"/>
          </a:ln>
        </p:spPr>
      </p:sp>
      <p:sp>
        <p:nvSpPr>
          <p:cNvPr id="3152" name="03_assume_matched_8449">
            <a:extLst>
              <a:ext uri="{FF2B5EF4-FFF2-40B4-BE49-F238E27FC236}">
                <a16:creationId xmlns:a16="http://schemas.microsoft.com/office/drawing/2014/main" id="{9F3B28C8-A1B5-48A1-921B-839756298950}"/>
              </a:ext>
            </a:extLst>
          </p:cNvPr>
          <p:cNvSpPr>
            <a:spLocks noGrp="1"/>
          </p:cNvSpPr>
          <p:nvPr/>
        </p:nvSpPr>
        <p:spPr>
          <a:xfrm>
            <a:off x="4254933" y="6595037"/>
            <a:ext cx="28398" cy="28398"/>
          </a:xfrm>
          <a:prstGeom prst="ellipse">
            <a:avLst/>
          </a:prstGeom>
          <a:solidFill>
            <a:srgbClr val="7F8C97">
              <a:alpha val="48000"/>
            </a:srgbClr>
          </a:solidFill>
          <a:ln w="0">
            <a:noFill/>
            <a:prstDash val="solid"/>
          </a:ln>
        </p:spPr>
      </p:sp>
      <p:sp>
        <p:nvSpPr>
          <p:cNvPr id="3153" name="03_assume_matched_8450">
            <a:extLst>
              <a:ext uri="{FF2B5EF4-FFF2-40B4-BE49-F238E27FC236}">
                <a16:creationId xmlns:a16="http://schemas.microsoft.com/office/drawing/2014/main" id="{FA03345D-1928-45F0-A34F-F31715EBCA81}"/>
              </a:ext>
            </a:extLst>
          </p:cNvPr>
          <p:cNvSpPr>
            <a:spLocks noGrp="1"/>
          </p:cNvSpPr>
          <p:nvPr/>
        </p:nvSpPr>
        <p:spPr>
          <a:xfrm>
            <a:off x="4261121" y="6595037"/>
            <a:ext cx="28398" cy="28398"/>
          </a:xfrm>
          <a:prstGeom prst="ellipse">
            <a:avLst/>
          </a:prstGeom>
          <a:solidFill>
            <a:srgbClr val="7F8C97">
              <a:alpha val="48000"/>
            </a:srgbClr>
          </a:solidFill>
          <a:ln w="0">
            <a:noFill/>
            <a:prstDash val="solid"/>
          </a:ln>
        </p:spPr>
      </p:sp>
      <p:sp>
        <p:nvSpPr>
          <p:cNvPr id="3154" name="03_assume_matched_8451">
            <a:extLst>
              <a:ext uri="{FF2B5EF4-FFF2-40B4-BE49-F238E27FC236}">
                <a16:creationId xmlns:a16="http://schemas.microsoft.com/office/drawing/2014/main" id="{AB960795-00F4-4305-9B4B-2771429D1E9C}"/>
              </a:ext>
            </a:extLst>
          </p:cNvPr>
          <p:cNvSpPr>
            <a:spLocks noGrp="1"/>
          </p:cNvSpPr>
          <p:nvPr/>
        </p:nvSpPr>
        <p:spPr>
          <a:xfrm>
            <a:off x="4274505" y="6595037"/>
            <a:ext cx="28398" cy="28398"/>
          </a:xfrm>
          <a:prstGeom prst="ellipse">
            <a:avLst/>
          </a:prstGeom>
          <a:solidFill>
            <a:srgbClr val="7F8C97">
              <a:alpha val="48000"/>
            </a:srgbClr>
          </a:solidFill>
          <a:ln w="0">
            <a:noFill/>
            <a:prstDash val="solid"/>
          </a:ln>
        </p:spPr>
      </p:sp>
      <p:sp>
        <p:nvSpPr>
          <p:cNvPr id="3155" name="03_assume_matched_8452">
            <a:extLst>
              <a:ext uri="{FF2B5EF4-FFF2-40B4-BE49-F238E27FC236}">
                <a16:creationId xmlns:a16="http://schemas.microsoft.com/office/drawing/2014/main" id="{B4A40761-CB3E-492C-9D13-6E22EDFCCAA7}"/>
              </a:ext>
            </a:extLst>
          </p:cNvPr>
          <p:cNvSpPr>
            <a:spLocks noGrp="1"/>
          </p:cNvSpPr>
          <p:nvPr/>
        </p:nvSpPr>
        <p:spPr>
          <a:xfrm>
            <a:off x="4183123" y="6302602"/>
            <a:ext cx="28398" cy="28398"/>
          </a:xfrm>
          <a:prstGeom prst="ellipse">
            <a:avLst/>
          </a:prstGeom>
          <a:solidFill>
            <a:srgbClr val="7F8C97">
              <a:alpha val="48000"/>
            </a:srgbClr>
          </a:solidFill>
          <a:ln w="0">
            <a:noFill/>
            <a:prstDash val="solid"/>
          </a:ln>
        </p:spPr>
      </p:sp>
      <p:sp>
        <p:nvSpPr>
          <p:cNvPr id="3156" name="03_assume_matched_8453">
            <a:extLst>
              <a:ext uri="{FF2B5EF4-FFF2-40B4-BE49-F238E27FC236}">
                <a16:creationId xmlns:a16="http://schemas.microsoft.com/office/drawing/2014/main" id="{B0509DD5-5F17-45CF-967A-6695B181B1F7}"/>
              </a:ext>
            </a:extLst>
          </p:cNvPr>
          <p:cNvSpPr>
            <a:spLocks noGrp="1"/>
          </p:cNvSpPr>
          <p:nvPr/>
        </p:nvSpPr>
        <p:spPr>
          <a:xfrm>
            <a:off x="4172330" y="6302602"/>
            <a:ext cx="28398" cy="28398"/>
          </a:xfrm>
          <a:prstGeom prst="ellipse">
            <a:avLst/>
          </a:prstGeom>
          <a:solidFill>
            <a:srgbClr val="7F8C97">
              <a:alpha val="48000"/>
            </a:srgbClr>
          </a:solidFill>
          <a:ln w="0">
            <a:noFill/>
            <a:prstDash val="solid"/>
          </a:ln>
        </p:spPr>
      </p:sp>
      <p:sp>
        <p:nvSpPr>
          <p:cNvPr id="3157" name="03_assume_matched_8454">
            <a:extLst>
              <a:ext uri="{FF2B5EF4-FFF2-40B4-BE49-F238E27FC236}">
                <a16:creationId xmlns:a16="http://schemas.microsoft.com/office/drawing/2014/main" id="{3EF824C3-2ED0-4A02-8001-CC6E34F24415}"/>
              </a:ext>
            </a:extLst>
          </p:cNvPr>
          <p:cNvSpPr>
            <a:spLocks noGrp="1"/>
          </p:cNvSpPr>
          <p:nvPr/>
        </p:nvSpPr>
        <p:spPr>
          <a:xfrm>
            <a:off x="4255221" y="6302602"/>
            <a:ext cx="28398" cy="28398"/>
          </a:xfrm>
          <a:prstGeom prst="ellipse">
            <a:avLst/>
          </a:prstGeom>
          <a:solidFill>
            <a:srgbClr val="7F8C97">
              <a:alpha val="48000"/>
            </a:srgbClr>
          </a:solidFill>
          <a:ln w="0">
            <a:noFill/>
            <a:prstDash val="solid"/>
          </a:ln>
        </p:spPr>
      </p:sp>
      <p:sp>
        <p:nvSpPr>
          <p:cNvPr id="3158" name="03_assume_matched_8455">
            <a:extLst>
              <a:ext uri="{FF2B5EF4-FFF2-40B4-BE49-F238E27FC236}">
                <a16:creationId xmlns:a16="http://schemas.microsoft.com/office/drawing/2014/main" id="{82662500-93FA-4CE9-BA0D-73F1CBBE0420}"/>
              </a:ext>
            </a:extLst>
          </p:cNvPr>
          <p:cNvSpPr>
            <a:spLocks noGrp="1"/>
          </p:cNvSpPr>
          <p:nvPr/>
        </p:nvSpPr>
        <p:spPr>
          <a:xfrm>
            <a:off x="4292350" y="6344379"/>
            <a:ext cx="28398" cy="28398"/>
          </a:xfrm>
          <a:prstGeom prst="ellipse">
            <a:avLst/>
          </a:prstGeom>
          <a:solidFill>
            <a:srgbClr val="7F8C97">
              <a:alpha val="48000"/>
            </a:srgbClr>
          </a:solidFill>
          <a:ln w="0">
            <a:noFill/>
            <a:prstDash val="solid"/>
          </a:ln>
        </p:spPr>
      </p:sp>
      <p:sp>
        <p:nvSpPr>
          <p:cNvPr id="3159" name="03_assume_matched_8456">
            <a:extLst>
              <a:ext uri="{FF2B5EF4-FFF2-40B4-BE49-F238E27FC236}">
                <a16:creationId xmlns:a16="http://schemas.microsoft.com/office/drawing/2014/main" id="{170B73F2-A403-4D4A-8090-158D8B4A2901}"/>
              </a:ext>
            </a:extLst>
          </p:cNvPr>
          <p:cNvSpPr>
            <a:spLocks noGrp="1"/>
          </p:cNvSpPr>
          <p:nvPr/>
        </p:nvSpPr>
        <p:spPr>
          <a:xfrm>
            <a:off x="4298538" y="6302602"/>
            <a:ext cx="28398" cy="28398"/>
          </a:xfrm>
          <a:prstGeom prst="ellipse">
            <a:avLst/>
          </a:prstGeom>
          <a:solidFill>
            <a:srgbClr val="7F8C97">
              <a:alpha val="48000"/>
            </a:srgbClr>
          </a:solidFill>
          <a:ln w="0">
            <a:noFill/>
            <a:prstDash val="solid"/>
          </a:ln>
        </p:spPr>
      </p:sp>
      <p:sp>
        <p:nvSpPr>
          <p:cNvPr id="3160" name="03_assume_matched_8457">
            <a:extLst>
              <a:ext uri="{FF2B5EF4-FFF2-40B4-BE49-F238E27FC236}">
                <a16:creationId xmlns:a16="http://schemas.microsoft.com/office/drawing/2014/main" id="{3006C095-795A-40C9-BCE4-38F76FFE91FB}"/>
              </a:ext>
            </a:extLst>
          </p:cNvPr>
          <p:cNvSpPr>
            <a:spLocks noGrp="1"/>
          </p:cNvSpPr>
          <p:nvPr/>
        </p:nvSpPr>
        <p:spPr>
          <a:xfrm>
            <a:off x="4209602" y="6595037"/>
            <a:ext cx="28398" cy="28398"/>
          </a:xfrm>
          <a:prstGeom prst="ellipse">
            <a:avLst/>
          </a:prstGeom>
          <a:solidFill>
            <a:srgbClr val="7F8C97">
              <a:alpha val="48000"/>
            </a:srgbClr>
          </a:solidFill>
          <a:ln w="0">
            <a:noFill/>
            <a:prstDash val="solid"/>
          </a:ln>
        </p:spPr>
      </p:sp>
      <p:sp>
        <p:nvSpPr>
          <p:cNvPr id="3161" name="03_assume_matched_8458">
            <a:extLst>
              <a:ext uri="{FF2B5EF4-FFF2-40B4-BE49-F238E27FC236}">
                <a16:creationId xmlns:a16="http://schemas.microsoft.com/office/drawing/2014/main" id="{75C30FCA-9937-4FB4-859C-4C21368176FF}"/>
              </a:ext>
            </a:extLst>
          </p:cNvPr>
          <p:cNvSpPr>
            <a:spLocks noGrp="1"/>
          </p:cNvSpPr>
          <p:nvPr/>
        </p:nvSpPr>
        <p:spPr>
          <a:xfrm>
            <a:off x="4262417" y="6595037"/>
            <a:ext cx="28398" cy="28398"/>
          </a:xfrm>
          <a:prstGeom prst="ellipse">
            <a:avLst/>
          </a:prstGeom>
          <a:solidFill>
            <a:srgbClr val="7F8C97">
              <a:alpha val="48000"/>
            </a:srgbClr>
          </a:solidFill>
          <a:ln w="0">
            <a:noFill/>
            <a:prstDash val="solid"/>
          </a:ln>
        </p:spPr>
      </p:sp>
      <p:sp>
        <p:nvSpPr>
          <p:cNvPr id="3162" name="03_assume_matched_8459">
            <a:extLst>
              <a:ext uri="{FF2B5EF4-FFF2-40B4-BE49-F238E27FC236}">
                <a16:creationId xmlns:a16="http://schemas.microsoft.com/office/drawing/2014/main" id="{79D872E7-1889-4475-AC20-445C3AA62483}"/>
              </a:ext>
            </a:extLst>
          </p:cNvPr>
          <p:cNvSpPr>
            <a:spLocks noGrp="1"/>
          </p:cNvSpPr>
          <p:nvPr/>
        </p:nvSpPr>
        <p:spPr>
          <a:xfrm>
            <a:off x="4273354" y="6595037"/>
            <a:ext cx="28398" cy="28398"/>
          </a:xfrm>
          <a:prstGeom prst="ellipse">
            <a:avLst/>
          </a:prstGeom>
          <a:solidFill>
            <a:srgbClr val="7F8C97">
              <a:alpha val="48000"/>
            </a:srgbClr>
          </a:solidFill>
          <a:ln w="0">
            <a:noFill/>
            <a:prstDash val="solid"/>
          </a:ln>
        </p:spPr>
      </p:sp>
      <p:sp>
        <p:nvSpPr>
          <p:cNvPr id="3163" name="03_assume_matched_8460">
            <a:extLst>
              <a:ext uri="{FF2B5EF4-FFF2-40B4-BE49-F238E27FC236}">
                <a16:creationId xmlns:a16="http://schemas.microsoft.com/office/drawing/2014/main" id="{884EE934-49D1-4DD9-8FF4-9E1151A901D4}"/>
              </a:ext>
            </a:extLst>
          </p:cNvPr>
          <p:cNvSpPr>
            <a:spLocks noGrp="1"/>
          </p:cNvSpPr>
          <p:nvPr/>
        </p:nvSpPr>
        <p:spPr>
          <a:xfrm>
            <a:off x="4290767" y="6595037"/>
            <a:ext cx="28398" cy="28398"/>
          </a:xfrm>
          <a:prstGeom prst="ellipse">
            <a:avLst/>
          </a:prstGeom>
          <a:solidFill>
            <a:srgbClr val="7F8C97">
              <a:alpha val="48000"/>
            </a:srgbClr>
          </a:solidFill>
          <a:ln w="0">
            <a:noFill/>
            <a:prstDash val="solid"/>
          </a:ln>
        </p:spPr>
      </p:sp>
      <p:sp>
        <p:nvSpPr>
          <p:cNvPr id="3164" name="03_assume_matched_8461">
            <a:extLst>
              <a:ext uri="{FF2B5EF4-FFF2-40B4-BE49-F238E27FC236}">
                <a16:creationId xmlns:a16="http://schemas.microsoft.com/office/drawing/2014/main" id="{EBA99035-82FF-4DD4-9A5D-E430A5E7350B}"/>
              </a:ext>
            </a:extLst>
          </p:cNvPr>
          <p:cNvSpPr>
            <a:spLocks noGrp="1"/>
          </p:cNvSpPr>
          <p:nvPr/>
        </p:nvSpPr>
        <p:spPr>
          <a:xfrm>
            <a:off x="4275512" y="6595037"/>
            <a:ext cx="28398" cy="28398"/>
          </a:xfrm>
          <a:prstGeom prst="ellipse">
            <a:avLst/>
          </a:prstGeom>
          <a:solidFill>
            <a:srgbClr val="7F8C97">
              <a:alpha val="48000"/>
            </a:srgbClr>
          </a:solidFill>
          <a:ln w="0">
            <a:noFill/>
            <a:prstDash val="solid"/>
          </a:ln>
        </p:spPr>
      </p:sp>
      <p:sp>
        <p:nvSpPr>
          <p:cNvPr id="3165" name="03_assume_matched_8462">
            <a:extLst>
              <a:ext uri="{FF2B5EF4-FFF2-40B4-BE49-F238E27FC236}">
                <a16:creationId xmlns:a16="http://schemas.microsoft.com/office/drawing/2014/main" id="{A28D2195-A80F-4892-9BF9-84D8527F2266}"/>
              </a:ext>
            </a:extLst>
          </p:cNvPr>
          <p:cNvSpPr>
            <a:spLocks noGrp="1"/>
          </p:cNvSpPr>
          <p:nvPr/>
        </p:nvSpPr>
        <p:spPr>
          <a:xfrm>
            <a:off x="4253782" y="6595037"/>
            <a:ext cx="28398" cy="28398"/>
          </a:xfrm>
          <a:prstGeom prst="ellipse">
            <a:avLst/>
          </a:prstGeom>
          <a:solidFill>
            <a:srgbClr val="7F8C97">
              <a:alpha val="48000"/>
            </a:srgbClr>
          </a:solidFill>
          <a:ln w="0">
            <a:noFill/>
            <a:prstDash val="solid"/>
          </a:ln>
        </p:spPr>
      </p:sp>
      <p:sp>
        <p:nvSpPr>
          <p:cNvPr id="3166" name="03_assume_matched_8463">
            <a:extLst>
              <a:ext uri="{FF2B5EF4-FFF2-40B4-BE49-F238E27FC236}">
                <a16:creationId xmlns:a16="http://schemas.microsoft.com/office/drawing/2014/main" id="{9EC0FECD-365A-4D3A-80E4-6F9D8642C8A5}"/>
              </a:ext>
            </a:extLst>
          </p:cNvPr>
          <p:cNvSpPr>
            <a:spLocks noGrp="1"/>
          </p:cNvSpPr>
          <p:nvPr/>
        </p:nvSpPr>
        <p:spPr>
          <a:xfrm>
            <a:off x="4165566" y="6302602"/>
            <a:ext cx="28398" cy="28398"/>
          </a:xfrm>
          <a:prstGeom prst="ellipse">
            <a:avLst/>
          </a:prstGeom>
          <a:solidFill>
            <a:srgbClr val="7F8C97">
              <a:alpha val="48000"/>
            </a:srgbClr>
          </a:solidFill>
          <a:ln w="0">
            <a:noFill/>
            <a:prstDash val="solid"/>
          </a:ln>
        </p:spPr>
      </p:sp>
      <p:sp>
        <p:nvSpPr>
          <p:cNvPr id="3167" name="03_assume_matched_8464">
            <a:extLst>
              <a:ext uri="{FF2B5EF4-FFF2-40B4-BE49-F238E27FC236}">
                <a16:creationId xmlns:a16="http://schemas.microsoft.com/office/drawing/2014/main" id="{6BDC1C07-C742-4A66-B856-4A63F974FBC4}"/>
              </a:ext>
            </a:extLst>
          </p:cNvPr>
          <p:cNvSpPr>
            <a:spLocks noGrp="1"/>
          </p:cNvSpPr>
          <p:nvPr/>
        </p:nvSpPr>
        <p:spPr>
          <a:xfrm>
            <a:off x="4179525" y="6595037"/>
            <a:ext cx="28398" cy="28398"/>
          </a:xfrm>
          <a:prstGeom prst="ellipse">
            <a:avLst/>
          </a:prstGeom>
          <a:solidFill>
            <a:srgbClr val="7F8C97">
              <a:alpha val="48000"/>
            </a:srgbClr>
          </a:solidFill>
          <a:ln w="0">
            <a:noFill/>
            <a:prstDash val="solid"/>
          </a:ln>
        </p:spPr>
      </p:sp>
      <p:sp>
        <p:nvSpPr>
          <p:cNvPr id="3168" name="03_assume_matched_8465">
            <a:extLst>
              <a:ext uri="{FF2B5EF4-FFF2-40B4-BE49-F238E27FC236}">
                <a16:creationId xmlns:a16="http://schemas.microsoft.com/office/drawing/2014/main" id="{9B67BCAA-6B08-4289-B672-010D979C6503}"/>
              </a:ext>
            </a:extLst>
          </p:cNvPr>
          <p:cNvSpPr>
            <a:spLocks noGrp="1"/>
          </p:cNvSpPr>
          <p:nvPr/>
        </p:nvSpPr>
        <p:spPr>
          <a:xfrm>
            <a:off x="4240686" y="6302602"/>
            <a:ext cx="28398" cy="28398"/>
          </a:xfrm>
          <a:prstGeom prst="ellipse">
            <a:avLst/>
          </a:prstGeom>
          <a:solidFill>
            <a:srgbClr val="7F8C97">
              <a:alpha val="48000"/>
            </a:srgbClr>
          </a:solidFill>
          <a:ln w="0">
            <a:noFill/>
            <a:prstDash val="solid"/>
          </a:ln>
        </p:spPr>
      </p:sp>
      <p:sp>
        <p:nvSpPr>
          <p:cNvPr id="3169" name="03_assume_matched_8466">
            <a:extLst>
              <a:ext uri="{FF2B5EF4-FFF2-40B4-BE49-F238E27FC236}">
                <a16:creationId xmlns:a16="http://schemas.microsoft.com/office/drawing/2014/main" id="{363B0236-2155-441E-86CD-67913FE6969C}"/>
              </a:ext>
            </a:extLst>
          </p:cNvPr>
          <p:cNvSpPr>
            <a:spLocks noGrp="1"/>
          </p:cNvSpPr>
          <p:nvPr/>
        </p:nvSpPr>
        <p:spPr>
          <a:xfrm>
            <a:off x="4185569" y="6595037"/>
            <a:ext cx="28398" cy="28398"/>
          </a:xfrm>
          <a:prstGeom prst="ellipse">
            <a:avLst/>
          </a:prstGeom>
          <a:solidFill>
            <a:srgbClr val="7F8C97">
              <a:alpha val="48000"/>
            </a:srgbClr>
          </a:solidFill>
          <a:ln w="0">
            <a:noFill/>
            <a:prstDash val="solid"/>
          </a:ln>
        </p:spPr>
      </p:sp>
      <p:sp>
        <p:nvSpPr>
          <p:cNvPr id="3170" name="03_assume_matched_8467">
            <a:extLst>
              <a:ext uri="{FF2B5EF4-FFF2-40B4-BE49-F238E27FC236}">
                <a16:creationId xmlns:a16="http://schemas.microsoft.com/office/drawing/2014/main" id="{4916855A-798D-4EAD-A464-E2C79F4E51FA}"/>
              </a:ext>
            </a:extLst>
          </p:cNvPr>
          <p:cNvSpPr>
            <a:spLocks noGrp="1"/>
          </p:cNvSpPr>
          <p:nvPr/>
        </p:nvSpPr>
        <p:spPr>
          <a:xfrm>
            <a:off x="4211617" y="6595037"/>
            <a:ext cx="28398" cy="28398"/>
          </a:xfrm>
          <a:prstGeom prst="ellipse">
            <a:avLst/>
          </a:prstGeom>
          <a:solidFill>
            <a:srgbClr val="7F8C97">
              <a:alpha val="48000"/>
            </a:srgbClr>
          </a:solidFill>
          <a:ln w="0">
            <a:noFill/>
            <a:prstDash val="solid"/>
          </a:ln>
        </p:spPr>
      </p:sp>
      <p:sp>
        <p:nvSpPr>
          <p:cNvPr id="3171" name="03_assume_matched_8468">
            <a:extLst>
              <a:ext uri="{FF2B5EF4-FFF2-40B4-BE49-F238E27FC236}">
                <a16:creationId xmlns:a16="http://schemas.microsoft.com/office/drawing/2014/main" id="{9B4AB1BA-CD74-42B2-9AAF-AF7BEA2FD083}"/>
              </a:ext>
            </a:extLst>
          </p:cNvPr>
          <p:cNvSpPr>
            <a:spLocks noGrp="1"/>
          </p:cNvSpPr>
          <p:nvPr/>
        </p:nvSpPr>
        <p:spPr>
          <a:xfrm>
            <a:off x="4160673" y="6595037"/>
            <a:ext cx="28398" cy="28398"/>
          </a:xfrm>
          <a:prstGeom prst="ellipse">
            <a:avLst/>
          </a:prstGeom>
          <a:solidFill>
            <a:srgbClr val="7F8C97">
              <a:alpha val="48000"/>
            </a:srgbClr>
          </a:solidFill>
          <a:ln w="0">
            <a:noFill/>
            <a:prstDash val="solid"/>
          </a:ln>
        </p:spPr>
      </p:sp>
      <p:sp>
        <p:nvSpPr>
          <p:cNvPr id="3172" name="03_assume_matched_8469">
            <a:extLst>
              <a:ext uri="{FF2B5EF4-FFF2-40B4-BE49-F238E27FC236}">
                <a16:creationId xmlns:a16="http://schemas.microsoft.com/office/drawing/2014/main" id="{462029B7-D39E-44CF-B8E3-8EF7D130D312}"/>
              </a:ext>
            </a:extLst>
          </p:cNvPr>
          <p:cNvSpPr>
            <a:spLocks noGrp="1"/>
          </p:cNvSpPr>
          <p:nvPr/>
        </p:nvSpPr>
        <p:spPr>
          <a:xfrm>
            <a:off x="4656159" y="6010168"/>
            <a:ext cx="28398" cy="28398"/>
          </a:xfrm>
          <a:prstGeom prst="ellipse">
            <a:avLst/>
          </a:prstGeom>
          <a:solidFill>
            <a:srgbClr val="7F8C97">
              <a:alpha val="48000"/>
            </a:srgbClr>
          </a:solidFill>
          <a:ln w="0">
            <a:noFill/>
            <a:prstDash val="solid"/>
          </a:ln>
        </p:spPr>
      </p:sp>
      <p:sp>
        <p:nvSpPr>
          <p:cNvPr id="3173" name="03_assume_matched_8470">
            <a:extLst>
              <a:ext uri="{FF2B5EF4-FFF2-40B4-BE49-F238E27FC236}">
                <a16:creationId xmlns:a16="http://schemas.microsoft.com/office/drawing/2014/main" id="{9332EA3F-021C-43C5-A2C9-73216FE81BEB}"/>
              </a:ext>
            </a:extLst>
          </p:cNvPr>
          <p:cNvSpPr>
            <a:spLocks noGrp="1"/>
          </p:cNvSpPr>
          <p:nvPr/>
        </p:nvSpPr>
        <p:spPr>
          <a:xfrm>
            <a:off x="4644646" y="6010168"/>
            <a:ext cx="28398" cy="28398"/>
          </a:xfrm>
          <a:prstGeom prst="ellipse">
            <a:avLst/>
          </a:prstGeom>
          <a:solidFill>
            <a:srgbClr val="7F8C97">
              <a:alpha val="48000"/>
            </a:srgbClr>
          </a:solidFill>
          <a:ln w="0">
            <a:noFill/>
            <a:prstDash val="solid"/>
          </a:ln>
        </p:spPr>
      </p:sp>
      <p:sp>
        <p:nvSpPr>
          <p:cNvPr id="3174" name="03_assume_matched_8471">
            <a:extLst>
              <a:ext uri="{FF2B5EF4-FFF2-40B4-BE49-F238E27FC236}">
                <a16:creationId xmlns:a16="http://schemas.microsoft.com/office/drawing/2014/main" id="{D5A162FE-1727-46D8-A6DC-CCB842E3B242}"/>
              </a:ext>
            </a:extLst>
          </p:cNvPr>
          <p:cNvSpPr>
            <a:spLocks noGrp="1"/>
          </p:cNvSpPr>
          <p:nvPr/>
        </p:nvSpPr>
        <p:spPr>
          <a:xfrm>
            <a:off x="4587515" y="6010168"/>
            <a:ext cx="28398" cy="28398"/>
          </a:xfrm>
          <a:prstGeom prst="ellipse">
            <a:avLst/>
          </a:prstGeom>
          <a:solidFill>
            <a:srgbClr val="7F8C97">
              <a:alpha val="48000"/>
            </a:srgbClr>
          </a:solidFill>
          <a:ln w="0">
            <a:noFill/>
            <a:prstDash val="solid"/>
          </a:ln>
        </p:spPr>
      </p:sp>
      <p:sp>
        <p:nvSpPr>
          <p:cNvPr id="3175" name="03_assume_matched_8472">
            <a:extLst>
              <a:ext uri="{FF2B5EF4-FFF2-40B4-BE49-F238E27FC236}">
                <a16:creationId xmlns:a16="http://schemas.microsoft.com/office/drawing/2014/main" id="{E153E892-777B-4C92-B975-A4808B8B6132}"/>
              </a:ext>
            </a:extLst>
          </p:cNvPr>
          <p:cNvSpPr>
            <a:spLocks noGrp="1"/>
          </p:cNvSpPr>
          <p:nvPr/>
        </p:nvSpPr>
        <p:spPr>
          <a:xfrm>
            <a:off x="4666377" y="6010168"/>
            <a:ext cx="28398" cy="28398"/>
          </a:xfrm>
          <a:prstGeom prst="ellipse">
            <a:avLst/>
          </a:prstGeom>
          <a:solidFill>
            <a:srgbClr val="7F8C97">
              <a:alpha val="48000"/>
            </a:srgbClr>
          </a:solidFill>
          <a:ln w="0">
            <a:noFill/>
            <a:prstDash val="solid"/>
          </a:ln>
        </p:spPr>
      </p:sp>
      <p:sp>
        <p:nvSpPr>
          <p:cNvPr id="3176" name="03_assume_matched_8473">
            <a:extLst>
              <a:ext uri="{FF2B5EF4-FFF2-40B4-BE49-F238E27FC236}">
                <a16:creationId xmlns:a16="http://schemas.microsoft.com/office/drawing/2014/main" id="{49419C02-0395-40BA-B894-35A2E0C62303}"/>
              </a:ext>
            </a:extLst>
          </p:cNvPr>
          <p:cNvSpPr>
            <a:spLocks noGrp="1"/>
          </p:cNvSpPr>
          <p:nvPr/>
        </p:nvSpPr>
        <p:spPr>
          <a:xfrm>
            <a:off x="4634141" y="6010168"/>
            <a:ext cx="28398" cy="28398"/>
          </a:xfrm>
          <a:prstGeom prst="ellipse">
            <a:avLst/>
          </a:prstGeom>
          <a:solidFill>
            <a:srgbClr val="7F8C97">
              <a:alpha val="48000"/>
            </a:srgbClr>
          </a:solidFill>
          <a:ln w="0">
            <a:noFill/>
            <a:prstDash val="solid"/>
          </a:ln>
        </p:spPr>
      </p:sp>
      <p:sp>
        <p:nvSpPr>
          <p:cNvPr id="3177" name="03_assume_matched_8474">
            <a:extLst>
              <a:ext uri="{FF2B5EF4-FFF2-40B4-BE49-F238E27FC236}">
                <a16:creationId xmlns:a16="http://schemas.microsoft.com/office/drawing/2014/main" id="{F8B0E09F-3BE6-4D35-91DE-0DA7E420215C}"/>
              </a:ext>
            </a:extLst>
          </p:cNvPr>
          <p:cNvSpPr>
            <a:spLocks noGrp="1"/>
          </p:cNvSpPr>
          <p:nvPr/>
        </p:nvSpPr>
        <p:spPr>
          <a:xfrm>
            <a:off x="4538873" y="6010168"/>
            <a:ext cx="28398" cy="28398"/>
          </a:xfrm>
          <a:prstGeom prst="ellipse">
            <a:avLst/>
          </a:prstGeom>
          <a:solidFill>
            <a:srgbClr val="7F8C97">
              <a:alpha val="48000"/>
            </a:srgbClr>
          </a:solidFill>
          <a:ln w="0">
            <a:noFill/>
            <a:prstDash val="solid"/>
          </a:ln>
        </p:spPr>
      </p:sp>
      <p:sp>
        <p:nvSpPr>
          <p:cNvPr id="3178" name="03_assume_matched_8475">
            <a:extLst>
              <a:ext uri="{FF2B5EF4-FFF2-40B4-BE49-F238E27FC236}">
                <a16:creationId xmlns:a16="http://schemas.microsoft.com/office/drawing/2014/main" id="{721F387E-9F88-4901-9C97-CF3A3B7F8FB0}"/>
              </a:ext>
            </a:extLst>
          </p:cNvPr>
          <p:cNvSpPr>
            <a:spLocks noGrp="1"/>
          </p:cNvSpPr>
          <p:nvPr/>
        </p:nvSpPr>
        <p:spPr>
          <a:xfrm>
            <a:off x="4569526" y="6302602"/>
            <a:ext cx="28398" cy="28398"/>
          </a:xfrm>
          <a:prstGeom prst="ellipse">
            <a:avLst/>
          </a:prstGeom>
          <a:solidFill>
            <a:srgbClr val="7F8C97">
              <a:alpha val="48000"/>
            </a:srgbClr>
          </a:solidFill>
          <a:ln w="0">
            <a:noFill/>
            <a:prstDash val="solid"/>
          </a:ln>
        </p:spPr>
      </p:sp>
      <p:sp>
        <p:nvSpPr>
          <p:cNvPr id="3179" name="03_assume_matched_8476">
            <a:extLst>
              <a:ext uri="{FF2B5EF4-FFF2-40B4-BE49-F238E27FC236}">
                <a16:creationId xmlns:a16="http://schemas.microsoft.com/office/drawing/2014/main" id="{797033DD-8473-4EAF-98B9-A3EA2BDD98C7}"/>
              </a:ext>
            </a:extLst>
          </p:cNvPr>
          <p:cNvSpPr>
            <a:spLocks noGrp="1"/>
          </p:cNvSpPr>
          <p:nvPr/>
        </p:nvSpPr>
        <p:spPr>
          <a:xfrm>
            <a:off x="4538585" y="6448819"/>
            <a:ext cx="28398" cy="28398"/>
          </a:xfrm>
          <a:prstGeom prst="ellipse">
            <a:avLst/>
          </a:prstGeom>
          <a:solidFill>
            <a:srgbClr val="7F8C97">
              <a:alpha val="48000"/>
            </a:srgbClr>
          </a:solidFill>
          <a:ln w="0">
            <a:noFill/>
            <a:prstDash val="solid"/>
          </a:ln>
        </p:spPr>
      </p:sp>
      <p:sp>
        <p:nvSpPr>
          <p:cNvPr id="3180" name="03_assume_matched_8477">
            <a:extLst>
              <a:ext uri="{FF2B5EF4-FFF2-40B4-BE49-F238E27FC236}">
                <a16:creationId xmlns:a16="http://schemas.microsoft.com/office/drawing/2014/main" id="{10674EF1-6FB7-4C2E-AE97-A5ABE3C61446}"/>
              </a:ext>
            </a:extLst>
          </p:cNvPr>
          <p:cNvSpPr>
            <a:spLocks noGrp="1"/>
          </p:cNvSpPr>
          <p:nvPr/>
        </p:nvSpPr>
        <p:spPr>
          <a:xfrm>
            <a:off x="4619894" y="6010168"/>
            <a:ext cx="28398" cy="28398"/>
          </a:xfrm>
          <a:prstGeom prst="ellipse">
            <a:avLst/>
          </a:prstGeom>
          <a:solidFill>
            <a:srgbClr val="7F8C97">
              <a:alpha val="48000"/>
            </a:srgbClr>
          </a:solidFill>
          <a:ln w="0">
            <a:noFill/>
            <a:prstDash val="solid"/>
          </a:ln>
        </p:spPr>
      </p:sp>
      <p:sp>
        <p:nvSpPr>
          <p:cNvPr id="3181" name="03_assume_matched_8478">
            <a:extLst>
              <a:ext uri="{FF2B5EF4-FFF2-40B4-BE49-F238E27FC236}">
                <a16:creationId xmlns:a16="http://schemas.microsoft.com/office/drawing/2014/main" id="{EA6A48C2-E169-47AF-9F5E-D0FE7DFFEB11}"/>
              </a:ext>
            </a:extLst>
          </p:cNvPr>
          <p:cNvSpPr>
            <a:spLocks noGrp="1"/>
          </p:cNvSpPr>
          <p:nvPr/>
        </p:nvSpPr>
        <p:spPr>
          <a:xfrm>
            <a:off x="4601186" y="6010168"/>
            <a:ext cx="28398" cy="28398"/>
          </a:xfrm>
          <a:prstGeom prst="ellipse">
            <a:avLst/>
          </a:prstGeom>
          <a:solidFill>
            <a:srgbClr val="7F8C97">
              <a:alpha val="48000"/>
            </a:srgbClr>
          </a:solidFill>
          <a:ln w="0">
            <a:noFill/>
            <a:prstDash val="solid"/>
          </a:ln>
        </p:spPr>
      </p:sp>
      <p:sp>
        <p:nvSpPr>
          <p:cNvPr id="3182" name="03_assume_matched_8479">
            <a:extLst>
              <a:ext uri="{FF2B5EF4-FFF2-40B4-BE49-F238E27FC236}">
                <a16:creationId xmlns:a16="http://schemas.microsoft.com/office/drawing/2014/main" id="{0F51DB5E-E3E9-41C6-B49B-17BF36919DCB}"/>
              </a:ext>
            </a:extLst>
          </p:cNvPr>
          <p:cNvSpPr>
            <a:spLocks noGrp="1"/>
          </p:cNvSpPr>
          <p:nvPr/>
        </p:nvSpPr>
        <p:spPr>
          <a:xfrm>
            <a:off x="4585932" y="6010168"/>
            <a:ext cx="28398" cy="28398"/>
          </a:xfrm>
          <a:prstGeom prst="ellipse">
            <a:avLst/>
          </a:prstGeom>
          <a:solidFill>
            <a:srgbClr val="7F8C97">
              <a:alpha val="48000"/>
            </a:srgbClr>
          </a:solidFill>
          <a:ln w="0">
            <a:noFill/>
            <a:prstDash val="solid"/>
          </a:ln>
        </p:spPr>
      </p:sp>
      <p:sp>
        <p:nvSpPr>
          <p:cNvPr id="3183" name="03_assume_matched_8480">
            <a:extLst>
              <a:ext uri="{FF2B5EF4-FFF2-40B4-BE49-F238E27FC236}">
                <a16:creationId xmlns:a16="http://schemas.microsoft.com/office/drawing/2014/main" id="{91C51960-2220-4D99-8DFF-4BF2DEA52613}"/>
              </a:ext>
            </a:extLst>
          </p:cNvPr>
          <p:cNvSpPr>
            <a:spLocks noGrp="1"/>
          </p:cNvSpPr>
          <p:nvPr/>
        </p:nvSpPr>
        <p:spPr>
          <a:xfrm>
            <a:off x="4571685" y="6595037"/>
            <a:ext cx="28398" cy="28398"/>
          </a:xfrm>
          <a:prstGeom prst="ellipse">
            <a:avLst/>
          </a:prstGeom>
          <a:solidFill>
            <a:srgbClr val="7F8C97">
              <a:alpha val="48000"/>
            </a:srgbClr>
          </a:solidFill>
          <a:ln w="0">
            <a:noFill/>
            <a:prstDash val="solid"/>
          </a:ln>
        </p:spPr>
      </p:sp>
      <p:sp>
        <p:nvSpPr>
          <p:cNvPr id="3184" name="03_assume_matched_8481">
            <a:extLst>
              <a:ext uri="{FF2B5EF4-FFF2-40B4-BE49-F238E27FC236}">
                <a16:creationId xmlns:a16="http://schemas.microsoft.com/office/drawing/2014/main" id="{605CD5BA-C40E-4E33-BD22-163F2F0E64F0}"/>
              </a:ext>
            </a:extLst>
          </p:cNvPr>
          <p:cNvSpPr>
            <a:spLocks noGrp="1"/>
          </p:cNvSpPr>
          <p:nvPr/>
        </p:nvSpPr>
        <p:spPr>
          <a:xfrm>
            <a:off x="4588090" y="6010168"/>
            <a:ext cx="28398" cy="28398"/>
          </a:xfrm>
          <a:prstGeom prst="ellipse">
            <a:avLst/>
          </a:prstGeom>
          <a:solidFill>
            <a:srgbClr val="7F8C97">
              <a:alpha val="48000"/>
            </a:srgbClr>
          </a:solidFill>
          <a:ln w="0">
            <a:noFill/>
            <a:prstDash val="solid"/>
          </a:ln>
        </p:spPr>
      </p:sp>
      <p:sp>
        <p:nvSpPr>
          <p:cNvPr id="3185" name="03_assume_matched_8482">
            <a:extLst>
              <a:ext uri="{FF2B5EF4-FFF2-40B4-BE49-F238E27FC236}">
                <a16:creationId xmlns:a16="http://schemas.microsoft.com/office/drawing/2014/main" id="{7F6DAB59-9B2F-4F10-A158-ED14E2E28DD4}"/>
              </a:ext>
            </a:extLst>
          </p:cNvPr>
          <p:cNvSpPr>
            <a:spLocks noGrp="1"/>
          </p:cNvSpPr>
          <p:nvPr/>
        </p:nvSpPr>
        <p:spPr>
          <a:xfrm>
            <a:off x="4673284" y="6302602"/>
            <a:ext cx="28398" cy="28398"/>
          </a:xfrm>
          <a:prstGeom prst="ellipse">
            <a:avLst/>
          </a:prstGeom>
          <a:solidFill>
            <a:srgbClr val="7F8C97">
              <a:alpha val="48000"/>
            </a:srgbClr>
          </a:solidFill>
          <a:ln w="0">
            <a:noFill/>
            <a:prstDash val="solid"/>
          </a:ln>
        </p:spPr>
      </p:sp>
      <p:sp>
        <p:nvSpPr>
          <p:cNvPr id="3186" name="03_assume_matched_8483">
            <a:extLst>
              <a:ext uri="{FF2B5EF4-FFF2-40B4-BE49-F238E27FC236}">
                <a16:creationId xmlns:a16="http://schemas.microsoft.com/office/drawing/2014/main" id="{54B6D36A-6624-4110-A752-41354640BC80}"/>
              </a:ext>
            </a:extLst>
          </p:cNvPr>
          <p:cNvSpPr>
            <a:spLocks noGrp="1"/>
          </p:cNvSpPr>
          <p:nvPr/>
        </p:nvSpPr>
        <p:spPr>
          <a:xfrm>
            <a:off x="4628241" y="6010168"/>
            <a:ext cx="28398" cy="28398"/>
          </a:xfrm>
          <a:prstGeom prst="ellipse">
            <a:avLst/>
          </a:prstGeom>
          <a:solidFill>
            <a:srgbClr val="7F8C97">
              <a:alpha val="48000"/>
            </a:srgbClr>
          </a:solidFill>
          <a:ln w="0">
            <a:noFill/>
            <a:prstDash val="solid"/>
          </a:ln>
        </p:spPr>
      </p:sp>
      <p:sp>
        <p:nvSpPr>
          <p:cNvPr id="3187" name="03_assume_matched_8484">
            <a:extLst>
              <a:ext uri="{FF2B5EF4-FFF2-40B4-BE49-F238E27FC236}">
                <a16:creationId xmlns:a16="http://schemas.microsoft.com/office/drawing/2014/main" id="{AB08491C-54E8-4D5C-A15D-24F9F723F95A}"/>
              </a:ext>
            </a:extLst>
          </p:cNvPr>
          <p:cNvSpPr>
            <a:spLocks noGrp="1"/>
          </p:cNvSpPr>
          <p:nvPr/>
        </p:nvSpPr>
        <p:spPr>
          <a:xfrm>
            <a:off x="4638027" y="6595037"/>
            <a:ext cx="28398" cy="28398"/>
          </a:xfrm>
          <a:prstGeom prst="ellipse">
            <a:avLst/>
          </a:prstGeom>
          <a:solidFill>
            <a:srgbClr val="7F8C97">
              <a:alpha val="48000"/>
            </a:srgbClr>
          </a:solidFill>
          <a:ln w="0">
            <a:noFill/>
            <a:prstDash val="solid"/>
          </a:ln>
        </p:spPr>
      </p:sp>
      <p:sp>
        <p:nvSpPr>
          <p:cNvPr id="3188" name="03_assume_matched_8485">
            <a:extLst>
              <a:ext uri="{FF2B5EF4-FFF2-40B4-BE49-F238E27FC236}">
                <a16:creationId xmlns:a16="http://schemas.microsoft.com/office/drawing/2014/main" id="{F5F5922E-0CDF-41C2-B166-E81D69A534A9}"/>
              </a:ext>
            </a:extLst>
          </p:cNvPr>
          <p:cNvSpPr>
            <a:spLocks noGrp="1"/>
          </p:cNvSpPr>
          <p:nvPr/>
        </p:nvSpPr>
        <p:spPr>
          <a:xfrm>
            <a:off x="4574851" y="6530051"/>
            <a:ext cx="28398" cy="28398"/>
          </a:xfrm>
          <a:prstGeom prst="ellipse">
            <a:avLst/>
          </a:prstGeom>
          <a:solidFill>
            <a:srgbClr val="7F8C97">
              <a:alpha val="48000"/>
            </a:srgbClr>
          </a:solidFill>
          <a:ln w="0">
            <a:noFill/>
            <a:prstDash val="solid"/>
          </a:ln>
        </p:spPr>
      </p:sp>
      <p:sp>
        <p:nvSpPr>
          <p:cNvPr id="3189" name="03_assume_matched_8486">
            <a:extLst>
              <a:ext uri="{FF2B5EF4-FFF2-40B4-BE49-F238E27FC236}">
                <a16:creationId xmlns:a16="http://schemas.microsoft.com/office/drawing/2014/main" id="{4DAEBA93-283B-4275-93C8-99EA2B3E7769}"/>
              </a:ext>
            </a:extLst>
          </p:cNvPr>
          <p:cNvSpPr>
            <a:spLocks noGrp="1"/>
          </p:cNvSpPr>
          <p:nvPr/>
        </p:nvSpPr>
        <p:spPr>
          <a:xfrm>
            <a:off x="4665225" y="6400080"/>
            <a:ext cx="28398" cy="28398"/>
          </a:xfrm>
          <a:prstGeom prst="ellipse">
            <a:avLst/>
          </a:prstGeom>
          <a:solidFill>
            <a:srgbClr val="7F8C97">
              <a:alpha val="48000"/>
            </a:srgbClr>
          </a:solidFill>
          <a:ln w="0">
            <a:noFill/>
            <a:prstDash val="solid"/>
          </a:ln>
        </p:spPr>
      </p:sp>
      <p:sp>
        <p:nvSpPr>
          <p:cNvPr id="3190" name="03_assume_matched_8487">
            <a:extLst>
              <a:ext uri="{FF2B5EF4-FFF2-40B4-BE49-F238E27FC236}">
                <a16:creationId xmlns:a16="http://schemas.microsoft.com/office/drawing/2014/main" id="{3F252806-5BA5-47F9-963B-B74C2A881329}"/>
              </a:ext>
            </a:extLst>
          </p:cNvPr>
          <p:cNvSpPr>
            <a:spLocks noGrp="1"/>
          </p:cNvSpPr>
          <p:nvPr/>
        </p:nvSpPr>
        <p:spPr>
          <a:xfrm>
            <a:off x="4638314" y="6010168"/>
            <a:ext cx="28398" cy="28398"/>
          </a:xfrm>
          <a:prstGeom prst="ellipse">
            <a:avLst/>
          </a:prstGeom>
          <a:solidFill>
            <a:srgbClr val="7F8C97">
              <a:alpha val="48000"/>
            </a:srgbClr>
          </a:solidFill>
          <a:ln w="0">
            <a:noFill/>
            <a:prstDash val="solid"/>
          </a:ln>
        </p:spPr>
      </p:sp>
      <p:sp>
        <p:nvSpPr>
          <p:cNvPr id="3191" name="03_assume_matched_8488">
            <a:extLst>
              <a:ext uri="{FF2B5EF4-FFF2-40B4-BE49-F238E27FC236}">
                <a16:creationId xmlns:a16="http://schemas.microsoft.com/office/drawing/2014/main" id="{8511D12E-1692-4D2F-89E8-982FD19306FE}"/>
              </a:ext>
            </a:extLst>
          </p:cNvPr>
          <p:cNvSpPr>
            <a:spLocks noGrp="1"/>
          </p:cNvSpPr>
          <p:nvPr/>
        </p:nvSpPr>
        <p:spPr>
          <a:xfrm>
            <a:off x="4556142" y="6595037"/>
            <a:ext cx="28398" cy="28398"/>
          </a:xfrm>
          <a:prstGeom prst="ellipse">
            <a:avLst/>
          </a:prstGeom>
          <a:solidFill>
            <a:srgbClr val="7F8C97">
              <a:alpha val="48000"/>
            </a:srgbClr>
          </a:solidFill>
          <a:ln w="0">
            <a:noFill/>
            <a:prstDash val="solid"/>
          </a:ln>
        </p:spPr>
      </p:sp>
      <p:sp>
        <p:nvSpPr>
          <p:cNvPr id="3192" name="03_assume_matched_8489">
            <a:extLst>
              <a:ext uri="{FF2B5EF4-FFF2-40B4-BE49-F238E27FC236}">
                <a16:creationId xmlns:a16="http://schemas.microsoft.com/office/drawing/2014/main" id="{6345DAB9-786B-4101-8A80-DD5F895B8F75}"/>
              </a:ext>
            </a:extLst>
          </p:cNvPr>
          <p:cNvSpPr>
            <a:spLocks noGrp="1"/>
          </p:cNvSpPr>
          <p:nvPr/>
        </p:nvSpPr>
        <p:spPr>
          <a:xfrm>
            <a:off x="4563482" y="6010168"/>
            <a:ext cx="28398" cy="28398"/>
          </a:xfrm>
          <a:prstGeom prst="ellipse">
            <a:avLst/>
          </a:prstGeom>
          <a:solidFill>
            <a:srgbClr val="7F8C97">
              <a:alpha val="48000"/>
            </a:srgbClr>
          </a:solidFill>
          <a:ln w="0">
            <a:noFill/>
            <a:prstDash val="solid"/>
          </a:ln>
        </p:spPr>
      </p:sp>
      <p:sp>
        <p:nvSpPr>
          <p:cNvPr id="3193" name="03_assume_matched_8490">
            <a:extLst>
              <a:ext uri="{FF2B5EF4-FFF2-40B4-BE49-F238E27FC236}">
                <a16:creationId xmlns:a16="http://schemas.microsoft.com/office/drawing/2014/main" id="{FE832C67-79AB-46DA-9D68-980F0408147A}"/>
              </a:ext>
            </a:extLst>
          </p:cNvPr>
          <p:cNvSpPr>
            <a:spLocks noGrp="1"/>
          </p:cNvSpPr>
          <p:nvPr/>
        </p:nvSpPr>
        <p:spPr>
          <a:xfrm>
            <a:off x="4574707" y="6400080"/>
            <a:ext cx="28398" cy="28398"/>
          </a:xfrm>
          <a:prstGeom prst="ellipse">
            <a:avLst/>
          </a:prstGeom>
          <a:solidFill>
            <a:srgbClr val="7F8C97">
              <a:alpha val="48000"/>
            </a:srgbClr>
          </a:solidFill>
          <a:ln w="0">
            <a:noFill/>
            <a:prstDash val="solid"/>
          </a:ln>
        </p:spPr>
      </p:sp>
      <p:sp>
        <p:nvSpPr>
          <p:cNvPr id="3194" name="03_assume_matched_8491">
            <a:extLst>
              <a:ext uri="{FF2B5EF4-FFF2-40B4-BE49-F238E27FC236}">
                <a16:creationId xmlns:a16="http://schemas.microsoft.com/office/drawing/2014/main" id="{9B32F875-7719-447C-8CEA-0C49CB0214FA}"/>
              </a:ext>
            </a:extLst>
          </p:cNvPr>
          <p:cNvSpPr>
            <a:spLocks noGrp="1"/>
          </p:cNvSpPr>
          <p:nvPr/>
        </p:nvSpPr>
        <p:spPr>
          <a:xfrm>
            <a:off x="4664074" y="6010168"/>
            <a:ext cx="28398" cy="28398"/>
          </a:xfrm>
          <a:prstGeom prst="ellipse">
            <a:avLst/>
          </a:prstGeom>
          <a:solidFill>
            <a:srgbClr val="7F8C97">
              <a:alpha val="48000"/>
            </a:srgbClr>
          </a:solidFill>
          <a:ln w="0">
            <a:noFill/>
            <a:prstDash val="solid"/>
          </a:ln>
        </p:spPr>
      </p:sp>
      <p:sp>
        <p:nvSpPr>
          <p:cNvPr id="3195" name="03_assume_matched_8492">
            <a:extLst>
              <a:ext uri="{FF2B5EF4-FFF2-40B4-BE49-F238E27FC236}">
                <a16:creationId xmlns:a16="http://schemas.microsoft.com/office/drawing/2014/main" id="{05A8E2E7-7B6A-4284-864D-D4BD6AC272C7}"/>
              </a:ext>
            </a:extLst>
          </p:cNvPr>
          <p:cNvSpPr>
            <a:spLocks noGrp="1"/>
          </p:cNvSpPr>
          <p:nvPr/>
        </p:nvSpPr>
        <p:spPr>
          <a:xfrm>
            <a:off x="4577009" y="6010168"/>
            <a:ext cx="28398" cy="28398"/>
          </a:xfrm>
          <a:prstGeom prst="ellipse">
            <a:avLst/>
          </a:prstGeom>
          <a:solidFill>
            <a:srgbClr val="7F8C97">
              <a:alpha val="48000"/>
            </a:srgbClr>
          </a:solidFill>
          <a:ln w="0">
            <a:noFill/>
            <a:prstDash val="solid"/>
          </a:ln>
        </p:spPr>
      </p:sp>
      <p:sp>
        <p:nvSpPr>
          <p:cNvPr id="3196" name="03_assume_matched_8493">
            <a:extLst>
              <a:ext uri="{FF2B5EF4-FFF2-40B4-BE49-F238E27FC236}">
                <a16:creationId xmlns:a16="http://schemas.microsoft.com/office/drawing/2014/main" id="{8C7D1761-5DA4-491D-AB78-084D47DA982A}"/>
              </a:ext>
            </a:extLst>
          </p:cNvPr>
          <p:cNvSpPr>
            <a:spLocks noGrp="1"/>
          </p:cNvSpPr>
          <p:nvPr/>
        </p:nvSpPr>
        <p:spPr>
          <a:xfrm>
            <a:off x="4656015" y="6400080"/>
            <a:ext cx="28398" cy="28398"/>
          </a:xfrm>
          <a:prstGeom prst="ellipse">
            <a:avLst/>
          </a:prstGeom>
          <a:solidFill>
            <a:srgbClr val="7F8C97">
              <a:alpha val="48000"/>
            </a:srgbClr>
          </a:solidFill>
          <a:ln w="0">
            <a:noFill/>
            <a:prstDash val="solid"/>
          </a:ln>
        </p:spPr>
      </p:sp>
      <p:sp>
        <p:nvSpPr>
          <p:cNvPr id="3197" name="03_assume_matched_8494">
            <a:extLst>
              <a:ext uri="{FF2B5EF4-FFF2-40B4-BE49-F238E27FC236}">
                <a16:creationId xmlns:a16="http://schemas.microsoft.com/office/drawing/2014/main" id="{DEF98E10-A4C0-4561-99CA-296CF72D2582}"/>
              </a:ext>
            </a:extLst>
          </p:cNvPr>
          <p:cNvSpPr>
            <a:spLocks noGrp="1"/>
          </p:cNvSpPr>
          <p:nvPr/>
        </p:nvSpPr>
        <p:spPr>
          <a:xfrm>
            <a:off x="4657166" y="6010168"/>
            <a:ext cx="28398" cy="28398"/>
          </a:xfrm>
          <a:prstGeom prst="ellipse">
            <a:avLst/>
          </a:prstGeom>
          <a:solidFill>
            <a:srgbClr val="7F8C97">
              <a:alpha val="48000"/>
            </a:srgbClr>
          </a:solidFill>
          <a:ln w="0">
            <a:noFill/>
            <a:prstDash val="solid"/>
          </a:ln>
        </p:spPr>
      </p:sp>
      <p:sp>
        <p:nvSpPr>
          <p:cNvPr id="3198" name="03_assume_matched_8495">
            <a:extLst>
              <a:ext uri="{FF2B5EF4-FFF2-40B4-BE49-F238E27FC236}">
                <a16:creationId xmlns:a16="http://schemas.microsoft.com/office/drawing/2014/main" id="{BD87536B-B51D-47D4-93DF-FB8EBB84E6AF}"/>
              </a:ext>
            </a:extLst>
          </p:cNvPr>
          <p:cNvSpPr>
            <a:spLocks noGrp="1"/>
          </p:cNvSpPr>
          <p:nvPr/>
        </p:nvSpPr>
        <p:spPr>
          <a:xfrm>
            <a:off x="4660908" y="6595037"/>
            <a:ext cx="28398" cy="28398"/>
          </a:xfrm>
          <a:prstGeom prst="ellipse">
            <a:avLst/>
          </a:prstGeom>
          <a:solidFill>
            <a:srgbClr val="7F8C97">
              <a:alpha val="48000"/>
            </a:srgbClr>
          </a:solidFill>
          <a:ln w="0">
            <a:noFill/>
            <a:prstDash val="solid"/>
          </a:ln>
        </p:spPr>
      </p:sp>
      <p:sp>
        <p:nvSpPr>
          <p:cNvPr id="3199" name="03_assume_matched_8496">
            <a:extLst>
              <a:ext uri="{FF2B5EF4-FFF2-40B4-BE49-F238E27FC236}">
                <a16:creationId xmlns:a16="http://schemas.microsoft.com/office/drawing/2014/main" id="{7A6BE2D8-9066-42A8-AB99-B61227410B70}"/>
              </a:ext>
            </a:extLst>
          </p:cNvPr>
          <p:cNvSpPr>
            <a:spLocks noGrp="1"/>
          </p:cNvSpPr>
          <p:nvPr/>
        </p:nvSpPr>
        <p:spPr>
          <a:xfrm>
            <a:off x="4578160" y="6595037"/>
            <a:ext cx="28398" cy="28398"/>
          </a:xfrm>
          <a:prstGeom prst="ellipse">
            <a:avLst/>
          </a:prstGeom>
          <a:solidFill>
            <a:srgbClr val="7F8C97">
              <a:alpha val="48000"/>
            </a:srgbClr>
          </a:solidFill>
          <a:ln w="0">
            <a:noFill/>
            <a:prstDash val="solid"/>
          </a:ln>
        </p:spPr>
      </p:sp>
      <p:sp>
        <p:nvSpPr>
          <p:cNvPr id="3200" name="03_assume_matched_8497">
            <a:extLst>
              <a:ext uri="{FF2B5EF4-FFF2-40B4-BE49-F238E27FC236}">
                <a16:creationId xmlns:a16="http://schemas.microsoft.com/office/drawing/2014/main" id="{64C8F845-CF35-4297-A208-A1A644121F37}"/>
              </a:ext>
            </a:extLst>
          </p:cNvPr>
          <p:cNvSpPr>
            <a:spLocks noGrp="1"/>
          </p:cNvSpPr>
          <p:nvPr/>
        </p:nvSpPr>
        <p:spPr>
          <a:xfrm>
            <a:off x="4556430" y="6010168"/>
            <a:ext cx="28398" cy="28398"/>
          </a:xfrm>
          <a:prstGeom prst="ellipse">
            <a:avLst/>
          </a:prstGeom>
          <a:solidFill>
            <a:srgbClr val="7F8C97">
              <a:alpha val="48000"/>
            </a:srgbClr>
          </a:solidFill>
          <a:ln w="0">
            <a:noFill/>
            <a:prstDash val="solid"/>
          </a:ln>
        </p:spPr>
      </p:sp>
      <p:sp>
        <p:nvSpPr>
          <p:cNvPr id="3201" name="03_assume_matched_8498">
            <a:extLst>
              <a:ext uri="{FF2B5EF4-FFF2-40B4-BE49-F238E27FC236}">
                <a16:creationId xmlns:a16="http://schemas.microsoft.com/office/drawing/2014/main" id="{396DA1EF-EA50-461F-8541-9BEF7EDDC88B}"/>
              </a:ext>
            </a:extLst>
          </p:cNvPr>
          <p:cNvSpPr>
            <a:spLocks noGrp="1"/>
          </p:cNvSpPr>
          <p:nvPr/>
        </p:nvSpPr>
        <p:spPr>
          <a:xfrm>
            <a:off x="4640185" y="6010168"/>
            <a:ext cx="28398" cy="28398"/>
          </a:xfrm>
          <a:prstGeom prst="ellipse">
            <a:avLst/>
          </a:prstGeom>
          <a:solidFill>
            <a:srgbClr val="7F8C97">
              <a:alpha val="48000"/>
            </a:srgbClr>
          </a:solidFill>
          <a:ln w="0">
            <a:noFill/>
            <a:prstDash val="solid"/>
          </a:ln>
        </p:spPr>
      </p:sp>
      <p:sp>
        <p:nvSpPr>
          <p:cNvPr id="3202" name="03_assume_matched_8499">
            <a:extLst>
              <a:ext uri="{FF2B5EF4-FFF2-40B4-BE49-F238E27FC236}">
                <a16:creationId xmlns:a16="http://schemas.microsoft.com/office/drawing/2014/main" id="{DAA5C26C-7976-4781-915C-BB6269FC5F1B}"/>
              </a:ext>
            </a:extLst>
          </p:cNvPr>
          <p:cNvSpPr>
            <a:spLocks noGrp="1"/>
          </p:cNvSpPr>
          <p:nvPr/>
        </p:nvSpPr>
        <p:spPr>
          <a:xfrm>
            <a:off x="4549666" y="6010168"/>
            <a:ext cx="28398" cy="28398"/>
          </a:xfrm>
          <a:prstGeom prst="ellipse">
            <a:avLst/>
          </a:prstGeom>
          <a:solidFill>
            <a:srgbClr val="7F8C97">
              <a:alpha val="48000"/>
            </a:srgbClr>
          </a:solidFill>
          <a:ln w="0">
            <a:noFill/>
            <a:prstDash val="solid"/>
          </a:ln>
        </p:spPr>
      </p:sp>
      <p:sp>
        <p:nvSpPr>
          <p:cNvPr id="3203" name="03_assume_matched_8500">
            <a:extLst>
              <a:ext uri="{FF2B5EF4-FFF2-40B4-BE49-F238E27FC236}">
                <a16:creationId xmlns:a16="http://schemas.microsoft.com/office/drawing/2014/main" id="{70F3EC02-4194-43C5-90CB-70F49B5EAA5C}"/>
              </a:ext>
            </a:extLst>
          </p:cNvPr>
          <p:cNvSpPr>
            <a:spLocks noGrp="1"/>
          </p:cNvSpPr>
          <p:nvPr/>
        </p:nvSpPr>
        <p:spPr>
          <a:xfrm>
            <a:off x="4643783" y="6010168"/>
            <a:ext cx="28398" cy="28398"/>
          </a:xfrm>
          <a:prstGeom prst="ellipse">
            <a:avLst/>
          </a:prstGeom>
          <a:solidFill>
            <a:srgbClr val="7F8C97">
              <a:alpha val="48000"/>
            </a:srgbClr>
          </a:solidFill>
          <a:ln w="0">
            <a:noFill/>
            <a:prstDash val="solid"/>
          </a:ln>
        </p:spPr>
      </p:sp>
      <p:sp>
        <p:nvSpPr>
          <p:cNvPr id="3204" name="03_assume_matched_8501">
            <a:extLst>
              <a:ext uri="{FF2B5EF4-FFF2-40B4-BE49-F238E27FC236}">
                <a16:creationId xmlns:a16="http://schemas.microsoft.com/office/drawing/2014/main" id="{2933E4F3-2991-440E-866D-E8F2FFBB65B7}"/>
              </a:ext>
            </a:extLst>
          </p:cNvPr>
          <p:cNvSpPr>
            <a:spLocks noGrp="1"/>
          </p:cNvSpPr>
          <p:nvPr/>
        </p:nvSpPr>
        <p:spPr>
          <a:xfrm>
            <a:off x="4550962" y="6595037"/>
            <a:ext cx="28398" cy="28398"/>
          </a:xfrm>
          <a:prstGeom prst="ellipse">
            <a:avLst/>
          </a:prstGeom>
          <a:solidFill>
            <a:srgbClr val="7F8C97">
              <a:alpha val="48000"/>
            </a:srgbClr>
          </a:solidFill>
          <a:ln w="0">
            <a:noFill/>
            <a:prstDash val="solid"/>
          </a:ln>
        </p:spPr>
      </p:sp>
      <p:sp>
        <p:nvSpPr>
          <p:cNvPr id="3205" name="03_assume_matched_8502">
            <a:extLst>
              <a:ext uri="{FF2B5EF4-FFF2-40B4-BE49-F238E27FC236}">
                <a16:creationId xmlns:a16="http://schemas.microsoft.com/office/drawing/2014/main" id="{2AF79103-F631-4164-B97C-A43C5144E5DF}"/>
              </a:ext>
            </a:extLst>
          </p:cNvPr>
          <p:cNvSpPr>
            <a:spLocks noGrp="1"/>
          </p:cNvSpPr>
          <p:nvPr/>
        </p:nvSpPr>
        <p:spPr>
          <a:xfrm>
            <a:off x="4671413" y="6010168"/>
            <a:ext cx="28398" cy="28398"/>
          </a:xfrm>
          <a:prstGeom prst="ellipse">
            <a:avLst/>
          </a:prstGeom>
          <a:solidFill>
            <a:srgbClr val="7F8C97">
              <a:alpha val="48000"/>
            </a:srgbClr>
          </a:solidFill>
          <a:ln w="0">
            <a:noFill/>
            <a:prstDash val="solid"/>
          </a:ln>
        </p:spPr>
      </p:sp>
      <p:sp>
        <p:nvSpPr>
          <p:cNvPr id="3206" name="03_assume_matched_8503">
            <a:extLst>
              <a:ext uri="{FF2B5EF4-FFF2-40B4-BE49-F238E27FC236}">
                <a16:creationId xmlns:a16="http://schemas.microsoft.com/office/drawing/2014/main" id="{85331C55-A653-49DA-BD2E-3AD5A7B1DCED}"/>
              </a:ext>
            </a:extLst>
          </p:cNvPr>
          <p:cNvSpPr>
            <a:spLocks noGrp="1"/>
          </p:cNvSpPr>
          <p:nvPr/>
        </p:nvSpPr>
        <p:spPr>
          <a:xfrm>
            <a:off x="4649395" y="6010168"/>
            <a:ext cx="28398" cy="28398"/>
          </a:xfrm>
          <a:prstGeom prst="ellipse">
            <a:avLst/>
          </a:prstGeom>
          <a:solidFill>
            <a:srgbClr val="7F8C97">
              <a:alpha val="48000"/>
            </a:srgbClr>
          </a:solidFill>
          <a:ln w="0">
            <a:noFill/>
            <a:prstDash val="solid"/>
          </a:ln>
        </p:spPr>
      </p:sp>
      <p:sp>
        <p:nvSpPr>
          <p:cNvPr id="3207" name="03_assume_matched_8504">
            <a:extLst>
              <a:ext uri="{FF2B5EF4-FFF2-40B4-BE49-F238E27FC236}">
                <a16:creationId xmlns:a16="http://schemas.microsoft.com/office/drawing/2014/main" id="{884DBDF6-E1E8-4F78-B2E5-D4342FC4D537}"/>
              </a:ext>
            </a:extLst>
          </p:cNvPr>
          <p:cNvSpPr>
            <a:spLocks noGrp="1"/>
          </p:cNvSpPr>
          <p:nvPr/>
        </p:nvSpPr>
        <p:spPr>
          <a:xfrm>
            <a:off x="4597300" y="6010168"/>
            <a:ext cx="28398" cy="28398"/>
          </a:xfrm>
          <a:prstGeom prst="ellipse">
            <a:avLst/>
          </a:prstGeom>
          <a:solidFill>
            <a:srgbClr val="7F8C97">
              <a:alpha val="48000"/>
            </a:srgbClr>
          </a:solidFill>
          <a:ln w="0">
            <a:noFill/>
            <a:prstDash val="solid"/>
          </a:ln>
        </p:spPr>
      </p:sp>
      <p:sp>
        <p:nvSpPr>
          <p:cNvPr id="3208" name="03_assume_matched_8505">
            <a:extLst>
              <a:ext uri="{FF2B5EF4-FFF2-40B4-BE49-F238E27FC236}">
                <a16:creationId xmlns:a16="http://schemas.microsoft.com/office/drawing/2014/main" id="{DFD8DBB8-1AFB-4C13-A620-C9ED99942F7D}"/>
              </a:ext>
            </a:extLst>
          </p:cNvPr>
          <p:cNvSpPr>
            <a:spLocks noGrp="1"/>
          </p:cNvSpPr>
          <p:nvPr/>
        </p:nvSpPr>
        <p:spPr>
          <a:xfrm>
            <a:off x="4572980" y="6595037"/>
            <a:ext cx="28398" cy="28398"/>
          </a:xfrm>
          <a:prstGeom prst="ellipse">
            <a:avLst/>
          </a:prstGeom>
          <a:solidFill>
            <a:srgbClr val="7F8C97">
              <a:alpha val="48000"/>
            </a:srgbClr>
          </a:solidFill>
          <a:ln w="0">
            <a:noFill/>
            <a:prstDash val="solid"/>
          </a:ln>
        </p:spPr>
      </p:sp>
      <p:sp>
        <p:nvSpPr>
          <p:cNvPr id="3209" name="03_assume_matched_8506">
            <a:extLst>
              <a:ext uri="{FF2B5EF4-FFF2-40B4-BE49-F238E27FC236}">
                <a16:creationId xmlns:a16="http://schemas.microsoft.com/office/drawing/2014/main" id="{B622FF18-B535-4AB3-A4DA-6103D68DA4F4}"/>
              </a:ext>
            </a:extLst>
          </p:cNvPr>
          <p:cNvSpPr>
            <a:spLocks noGrp="1"/>
          </p:cNvSpPr>
          <p:nvPr/>
        </p:nvSpPr>
        <p:spPr>
          <a:xfrm>
            <a:off x="4675443" y="6595037"/>
            <a:ext cx="28398" cy="28398"/>
          </a:xfrm>
          <a:prstGeom prst="ellipse">
            <a:avLst/>
          </a:prstGeom>
          <a:solidFill>
            <a:srgbClr val="7F8C97">
              <a:alpha val="48000"/>
            </a:srgbClr>
          </a:solidFill>
          <a:ln w="0">
            <a:noFill/>
            <a:prstDash val="solid"/>
          </a:ln>
        </p:spPr>
      </p:sp>
      <p:sp>
        <p:nvSpPr>
          <p:cNvPr id="3210" name="03_assume_matched_8507">
            <a:extLst>
              <a:ext uri="{FF2B5EF4-FFF2-40B4-BE49-F238E27FC236}">
                <a16:creationId xmlns:a16="http://schemas.microsoft.com/office/drawing/2014/main" id="{0888CE55-69A4-44CA-B11D-37A5D9F30DA0}"/>
              </a:ext>
            </a:extLst>
          </p:cNvPr>
          <p:cNvSpPr>
            <a:spLocks noGrp="1"/>
          </p:cNvSpPr>
          <p:nvPr/>
        </p:nvSpPr>
        <p:spPr>
          <a:xfrm>
            <a:off x="4623204" y="6595037"/>
            <a:ext cx="28398" cy="28398"/>
          </a:xfrm>
          <a:prstGeom prst="ellipse">
            <a:avLst/>
          </a:prstGeom>
          <a:solidFill>
            <a:srgbClr val="7F8C97">
              <a:alpha val="48000"/>
            </a:srgbClr>
          </a:solidFill>
          <a:ln w="0">
            <a:noFill/>
            <a:prstDash val="solid"/>
          </a:ln>
        </p:spPr>
      </p:sp>
      <p:sp>
        <p:nvSpPr>
          <p:cNvPr id="3211" name="03_assume_matched_8508">
            <a:extLst>
              <a:ext uri="{FF2B5EF4-FFF2-40B4-BE49-F238E27FC236}">
                <a16:creationId xmlns:a16="http://schemas.microsoft.com/office/drawing/2014/main" id="{D6BCF2C5-D296-4CA0-872B-AA59D6BF97EC}"/>
              </a:ext>
            </a:extLst>
          </p:cNvPr>
          <p:cNvSpPr>
            <a:spLocks noGrp="1"/>
          </p:cNvSpPr>
          <p:nvPr/>
        </p:nvSpPr>
        <p:spPr>
          <a:xfrm>
            <a:off x="4656015" y="6595037"/>
            <a:ext cx="28398" cy="28398"/>
          </a:xfrm>
          <a:prstGeom prst="ellipse">
            <a:avLst/>
          </a:prstGeom>
          <a:solidFill>
            <a:srgbClr val="7F8C97">
              <a:alpha val="48000"/>
            </a:srgbClr>
          </a:solidFill>
          <a:ln w="0">
            <a:noFill/>
            <a:prstDash val="solid"/>
          </a:ln>
        </p:spPr>
      </p:sp>
      <p:sp>
        <p:nvSpPr>
          <p:cNvPr id="3212" name="03_assume_matched_8509">
            <a:extLst>
              <a:ext uri="{FF2B5EF4-FFF2-40B4-BE49-F238E27FC236}">
                <a16:creationId xmlns:a16="http://schemas.microsoft.com/office/drawing/2014/main" id="{53C1C856-9BC7-447D-8AF5-4846609B930B}"/>
              </a:ext>
            </a:extLst>
          </p:cNvPr>
          <p:cNvSpPr>
            <a:spLocks noGrp="1"/>
          </p:cNvSpPr>
          <p:nvPr/>
        </p:nvSpPr>
        <p:spPr>
          <a:xfrm>
            <a:off x="4555135" y="6478063"/>
            <a:ext cx="28398" cy="28398"/>
          </a:xfrm>
          <a:prstGeom prst="ellipse">
            <a:avLst/>
          </a:prstGeom>
          <a:solidFill>
            <a:srgbClr val="7F8C97">
              <a:alpha val="48000"/>
            </a:srgbClr>
          </a:solidFill>
          <a:ln w="0">
            <a:noFill/>
            <a:prstDash val="solid"/>
          </a:ln>
        </p:spPr>
      </p:sp>
      <p:sp>
        <p:nvSpPr>
          <p:cNvPr id="3213" name="03_assume_matched_8510">
            <a:extLst>
              <a:ext uri="{FF2B5EF4-FFF2-40B4-BE49-F238E27FC236}">
                <a16:creationId xmlns:a16="http://schemas.microsoft.com/office/drawing/2014/main" id="{1A9265D9-6881-4D9D-A0DD-5A2B6477722E}"/>
              </a:ext>
            </a:extLst>
          </p:cNvPr>
          <p:cNvSpPr>
            <a:spLocks noGrp="1"/>
          </p:cNvSpPr>
          <p:nvPr/>
        </p:nvSpPr>
        <p:spPr>
          <a:xfrm>
            <a:off x="4647093" y="6595037"/>
            <a:ext cx="28398" cy="28398"/>
          </a:xfrm>
          <a:prstGeom prst="ellipse">
            <a:avLst/>
          </a:prstGeom>
          <a:solidFill>
            <a:srgbClr val="7F8C97">
              <a:alpha val="48000"/>
            </a:srgbClr>
          </a:solidFill>
          <a:ln w="0">
            <a:noFill/>
            <a:prstDash val="solid"/>
          </a:ln>
        </p:spPr>
      </p:sp>
      <p:sp>
        <p:nvSpPr>
          <p:cNvPr id="3214" name="03_assume_matched_8511">
            <a:extLst>
              <a:ext uri="{FF2B5EF4-FFF2-40B4-BE49-F238E27FC236}">
                <a16:creationId xmlns:a16="http://schemas.microsoft.com/office/drawing/2014/main" id="{181BFCE1-AA74-4375-939F-E10B923E5E6D}"/>
              </a:ext>
            </a:extLst>
          </p:cNvPr>
          <p:cNvSpPr>
            <a:spLocks noGrp="1"/>
          </p:cNvSpPr>
          <p:nvPr/>
        </p:nvSpPr>
        <p:spPr>
          <a:xfrm>
            <a:off x="4626226" y="6010168"/>
            <a:ext cx="28398" cy="28398"/>
          </a:xfrm>
          <a:prstGeom prst="ellipse">
            <a:avLst/>
          </a:prstGeom>
          <a:solidFill>
            <a:srgbClr val="7F8C97">
              <a:alpha val="48000"/>
            </a:srgbClr>
          </a:solidFill>
          <a:ln w="0">
            <a:noFill/>
            <a:prstDash val="solid"/>
          </a:ln>
        </p:spPr>
      </p:sp>
      <p:sp>
        <p:nvSpPr>
          <p:cNvPr id="3215" name="03_assume_matched_8512">
            <a:extLst>
              <a:ext uri="{FF2B5EF4-FFF2-40B4-BE49-F238E27FC236}">
                <a16:creationId xmlns:a16="http://schemas.microsoft.com/office/drawing/2014/main" id="{9CFB3DA8-3AE7-47DA-946E-0C87268C502B}"/>
              </a:ext>
            </a:extLst>
          </p:cNvPr>
          <p:cNvSpPr>
            <a:spLocks noGrp="1"/>
          </p:cNvSpPr>
          <p:nvPr/>
        </p:nvSpPr>
        <p:spPr>
          <a:xfrm>
            <a:off x="4534844" y="6010168"/>
            <a:ext cx="28398" cy="28398"/>
          </a:xfrm>
          <a:prstGeom prst="ellipse">
            <a:avLst/>
          </a:prstGeom>
          <a:solidFill>
            <a:srgbClr val="7F8C97">
              <a:alpha val="48000"/>
            </a:srgbClr>
          </a:solidFill>
          <a:ln w="0">
            <a:noFill/>
            <a:prstDash val="solid"/>
          </a:ln>
        </p:spPr>
      </p:sp>
      <p:sp>
        <p:nvSpPr>
          <p:cNvPr id="3216" name="03_assume_matched_8513">
            <a:extLst>
              <a:ext uri="{FF2B5EF4-FFF2-40B4-BE49-F238E27FC236}">
                <a16:creationId xmlns:a16="http://schemas.microsoft.com/office/drawing/2014/main" id="{9B94B39F-EA28-42A9-9DFC-84B3EB13137E}"/>
              </a:ext>
            </a:extLst>
          </p:cNvPr>
          <p:cNvSpPr>
            <a:spLocks noGrp="1"/>
          </p:cNvSpPr>
          <p:nvPr/>
        </p:nvSpPr>
        <p:spPr>
          <a:xfrm>
            <a:off x="4594134" y="6595037"/>
            <a:ext cx="28398" cy="28398"/>
          </a:xfrm>
          <a:prstGeom prst="ellipse">
            <a:avLst/>
          </a:prstGeom>
          <a:solidFill>
            <a:srgbClr val="7F8C97">
              <a:alpha val="48000"/>
            </a:srgbClr>
          </a:solidFill>
          <a:ln w="0">
            <a:noFill/>
            <a:prstDash val="solid"/>
          </a:ln>
        </p:spPr>
      </p:sp>
      <p:sp>
        <p:nvSpPr>
          <p:cNvPr id="3217" name="03_assume_matched_8514">
            <a:extLst>
              <a:ext uri="{FF2B5EF4-FFF2-40B4-BE49-F238E27FC236}">
                <a16:creationId xmlns:a16="http://schemas.microsoft.com/office/drawing/2014/main" id="{37BEBC78-B3EF-4EF4-86DB-0368ED24B4A2}"/>
              </a:ext>
            </a:extLst>
          </p:cNvPr>
          <p:cNvSpPr>
            <a:spLocks noGrp="1"/>
          </p:cNvSpPr>
          <p:nvPr/>
        </p:nvSpPr>
        <p:spPr>
          <a:xfrm>
            <a:off x="4576290" y="6595037"/>
            <a:ext cx="28398" cy="28398"/>
          </a:xfrm>
          <a:prstGeom prst="ellipse">
            <a:avLst/>
          </a:prstGeom>
          <a:solidFill>
            <a:srgbClr val="7F8C97">
              <a:alpha val="48000"/>
            </a:srgbClr>
          </a:solidFill>
          <a:ln w="0">
            <a:noFill/>
            <a:prstDash val="solid"/>
          </a:ln>
        </p:spPr>
      </p:sp>
      <p:sp>
        <p:nvSpPr>
          <p:cNvPr id="3218" name="03_assume_matched_8515">
            <a:extLst>
              <a:ext uri="{FF2B5EF4-FFF2-40B4-BE49-F238E27FC236}">
                <a16:creationId xmlns:a16="http://schemas.microsoft.com/office/drawing/2014/main" id="{B1D3086D-A8D5-4EAF-A8A3-C7FEB47E90AD}"/>
              </a:ext>
            </a:extLst>
          </p:cNvPr>
          <p:cNvSpPr>
            <a:spLocks noGrp="1"/>
          </p:cNvSpPr>
          <p:nvPr/>
        </p:nvSpPr>
        <p:spPr>
          <a:xfrm>
            <a:off x="4608525" y="6010168"/>
            <a:ext cx="28398" cy="28398"/>
          </a:xfrm>
          <a:prstGeom prst="ellipse">
            <a:avLst/>
          </a:prstGeom>
          <a:solidFill>
            <a:srgbClr val="7F8C97">
              <a:alpha val="48000"/>
            </a:srgbClr>
          </a:solidFill>
          <a:ln w="0">
            <a:noFill/>
            <a:prstDash val="solid"/>
          </a:ln>
        </p:spPr>
      </p:sp>
      <p:sp>
        <p:nvSpPr>
          <p:cNvPr id="3219" name="03_assume_matched_8516">
            <a:extLst>
              <a:ext uri="{FF2B5EF4-FFF2-40B4-BE49-F238E27FC236}">
                <a16:creationId xmlns:a16="http://schemas.microsoft.com/office/drawing/2014/main" id="{4EE56134-DEA6-472A-91DE-D09BA8613537}"/>
              </a:ext>
            </a:extLst>
          </p:cNvPr>
          <p:cNvSpPr>
            <a:spLocks noGrp="1"/>
          </p:cNvSpPr>
          <p:nvPr/>
        </p:nvSpPr>
        <p:spPr>
          <a:xfrm>
            <a:off x="4590393" y="6546298"/>
            <a:ext cx="28398" cy="28398"/>
          </a:xfrm>
          <a:prstGeom prst="ellipse">
            <a:avLst/>
          </a:prstGeom>
          <a:solidFill>
            <a:srgbClr val="7F8C97">
              <a:alpha val="48000"/>
            </a:srgbClr>
          </a:solidFill>
          <a:ln w="0">
            <a:noFill/>
            <a:prstDash val="solid"/>
          </a:ln>
        </p:spPr>
      </p:sp>
      <p:sp>
        <p:nvSpPr>
          <p:cNvPr id="3220" name="03_assume_matched_8517">
            <a:extLst>
              <a:ext uri="{FF2B5EF4-FFF2-40B4-BE49-F238E27FC236}">
                <a16:creationId xmlns:a16="http://schemas.microsoft.com/office/drawing/2014/main" id="{DB5F1574-25E5-4C2F-AF17-100A4EDC6C14}"/>
              </a:ext>
            </a:extLst>
          </p:cNvPr>
          <p:cNvSpPr>
            <a:spLocks noGrp="1"/>
          </p:cNvSpPr>
          <p:nvPr/>
        </p:nvSpPr>
        <p:spPr>
          <a:xfrm>
            <a:off x="4652561" y="6448819"/>
            <a:ext cx="28398" cy="28398"/>
          </a:xfrm>
          <a:prstGeom prst="ellipse">
            <a:avLst/>
          </a:prstGeom>
          <a:solidFill>
            <a:srgbClr val="7F8C97">
              <a:alpha val="48000"/>
            </a:srgbClr>
          </a:solidFill>
          <a:ln w="0">
            <a:noFill/>
            <a:prstDash val="solid"/>
          </a:ln>
        </p:spPr>
      </p:sp>
      <p:sp>
        <p:nvSpPr>
          <p:cNvPr id="3221" name="03_assume_matched_8518">
            <a:extLst>
              <a:ext uri="{FF2B5EF4-FFF2-40B4-BE49-F238E27FC236}">
                <a16:creationId xmlns:a16="http://schemas.microsoft.com/office/drawing/2014/main" id="{86A1FD61-6476-4D12-9EA5-2DF4017BD0A2}"/>
              </a:ext>
            </a:extLst>
          </p:cNvPr>
          <p:cNvSpPr>
            <a:spLocks noGrp="1"/>
          </p:cNvSpPr>
          <p:nvPr/>
        </p:nvSpPr>
        <p:spPr>
          <a:xfrm>
            <a:off x="4550674" y="6010168"/>
            <a:ext cx="28398" cy="28398"/>
          </a:xfrm>
          <a:prstGeom prst="ellipse">
            <a:avLst/>
          </a:prstGeom>
          <a:solidFill>
            <a:srgbClr val="7F8C97">
              <a:alpha val="48000"/>
            </a:srgbClr>
          </a:solidFill>
          <a:ln w="0">
            <a:noFill/>
            <a:prstDash val="solid"/>
          </a:ln>
        </p:spPr>
      </p:sp>
      <p:sp>
        <p:nvSpPr>
          <p:cNvPr id="3222" name="03_assume_matched_8519">
            <a:extLst>
              <a:ext uri="{FF2B5EF4-FFF2-40B4-BE49-F238E27FC236}">
                <a16:creationId xmlns:a16="http://schemas.microsoft.com/office/drawing/2014/main" id="{58BC6A7E-5D91-4C05-951F-00FEB9B22286}"/>
              </a:ext>
            </a:extLst>
          </p:cNvPr>
          <p:cNvSpPr>
            <a:spLocks noGrp="1"/>
          </p:cNvSpPr>
          <p:nvPr/>
        </p:nvSpPr>
        <p:spPr>
          <a:xfrm>
            <a:off x="4557294" y="6010168"/>
            <a:ext cx="28398" cy="28398"/>
          </a:xfrm>
          <a:prstGeom prst="ellipse">
            <a:avLst/>
          </a:prstGeom>
          <a:solidFill>
            <a:srgbClr val="7F8C97">
              <a:alpha val="48000"/>
            </a:srgbClr>
          </a:solidFill>
          <a:ln w="0">
            <a:noFill/>
            <a:prstDash val="solid"/>
          </a:ln>
        </p:spPr>
      </p:sp>
      <p:sp>
        <p:nvSpPr>
          <p:cNvPr id="3223" name="03_assume_matched_8520">
            <a:extLst>
              <a:ext uri="{FF2B5EF4-FFF2-40B4-BE49-F238E27FC236}">
                <a16:creationId xmlns:a16="http://schemas.microsoft.com/office/drawing/2014/main" id="{503D5898-32F7-4559-BA1C-75949B85FDDD}"/>
              </a:ext>
            </a:extLst>
          </p:cNvPr>
          <p:cNvSpPr>
            <a:spLocks noGrp="1"/>
          </p:cNvSpPr>
          <p:nvPr/>
        </p:nvSpPr>
        <p:spPr>
          <a:xfrm>
            <a:off x="4617160" y="6010168"/>
            <a:ext cx="28398" cy="28398"/>
          </a:xfrm>
          <a:prstGeom prst="ellipse">
            <a:avLst/>
          </a:prstGeom>
          <a:solidFill>
            <a:srgbClr val="7F8C97">
              <a:alpha val="48000"/>
            </a:srgbClr>
          </a:solidFill>
          <a:ln w="0">
            <a:noFill/>
            <a:prstDash val="solid"/>
          </a:ln>
        </p:spPr>
      </p:sp>
      <p:sp>
        <p:nvSpPr>
          <p:cNvPr id="3224" name="03_assume_matched_8521">
            <a:extLst>
              <a:ext uri="{FF2B5EF4-FFF2-40B4-BE49-F238E27FC236}">
                <a16:creationId xmlns:a16="http://schemas.microsoft.com/office/drawing/2014/main" id="{D6B6BF18-C0AA-4A19-9426-BFBE971DAB6D}"/>
              </a:ext>
            </a:extLst>
          </p:cNvPr>
          <p:cNvSpPr>
            <a:spLocks noGrp="1"/>
          </p:cNvSpPr>
          <p:nvPr/>
        </p:nvSpPr>
        <p:spPr>
          <a:xfrm>
            <a:off x="4615865" y="6010168"/>
            <a:ext cx="28398" cy="28398"/>
          </a:xfrm>
          <a:prstGeom prst="ellipse">
            <a:avLst/>
          </a:prstGeom>
          <a:solidFill>
            <a:srgbClr val="7F8C97">
              <a:alpha val="48000"/>
            </a:srgbClr>
          </a:solidFill>
          <a:ln w="0">
            <a:noFill/>
            <a:prstDash val="solid"/>
          </a:ln>
        </p:spPr>
      </p:sp>
      <p:sp>
        <p:nvSpPr>
          <p:cNvPr id="3225" name="03_assume_matched_8522">
            <a:extLst>
              <a:ext uri="{FF2B5EF4-FFF2-40B4-BE49-F238E27FC236}">
                <a16:creationId xmlns:a16="http://schemas.microsoft.com/office/drawing/2014/main" id="{81E671CF-AEBC-469D-A7A0-E44C94E0344C}"/>
              </a:ext>
            </a:extLst>
          </p:cNvPr>
          <p:cNvSpPr>
            <a:spLocks noGrp="1"/>
          </p:cNvSpPr>
          <p:nvPr/>
        </p:nvSpPr>
        <p:spPr>
          <a:xfrm>
            <a:off x="4662635" y="6010168"/>
            <a:ext cx="28398" cy="28398"/>
          </a:xfrm>
          <a:prstGeom prst="ellipse">
            <a:avLst/>
          </a:prstGeom>
          <a:solidFill>
            <a:srgbClr val="7F8C97">
              <a:alpha val="48000"/>
            </a:srgbClr>
          </a:solidFill>
          <a:ln w="0">
            <a:noFill/>
            <a:prstDash val="solid"/>
          </a:ln>
        </p:spPr>
      </p:sp>
      <p:sp>
        <p:nvSpPr>
          <p:cNvPr id="3226" name="03_assume_matched_8523">
            <a:extLst>
              <a:ext uri="{FF2B5EF4-FFF2-40B4-BE49-F238E27FC236}">
                <a16:creationId xmlns:a16="http://schemas.microsoft.com/office/drawing/2014/main" id="{45C96664-F031-4F19-8674-062B514A0995}"/>
              </a:ext>
            </a:extLst>
          </p:cNvPr>
          <p:cNvSpPr>
            <a:spLocks noGrp="1"/>
          </p:cNvSpPr>
          <p:nvPr/>
        </p:nvSpPr>
        <p:spPr>
          <a:xfrm>
            <a:off x="4640905" y="6156385"/>
            <a:ext cx="28398" cy="28398"/>
          </a:xfrm>
          <a:prstGeom prst="ellipse">
            <a:avLst/>
          </a:prstGeom>
          <a:solidFill>
            <a:srgbClr val="7F8C97">
              <a:alpha val="48000"/>
            </a:srgbClr>
          </a:solidFill>
          <a:ln w="0">
            <a:noFill/>
            <a:prstDash val="solid"/>
          </a:ln>
        </p:spPr>
      </p:sp>
      <p:sp>
        <p:nvSpPr>
          <p:cNvPr id="3227" name="03_assume_matched_8524">
            <a:extLst>
              <a:ext uri="{FF2B5EF4-FFF2-40B4-BE49-F238E27FC236}">
                <a16:creationId xmlns:a16="http://schemas.microsoft.com/office/drawing/2014/main" id="{5AEA742A-FB15-4C68-8E06-7A277EA16DC4}"/>
              </a:ext>
            </a:extLst>
          </p:cNvPr>
          <p:cNvSpPr>
            <a:spLocks noGrp="1"/>
          </p:cNvSpPr>
          <p:nvPr/>
        </p:nvSpPr>
        <p:spPr>
          <a:xfrm>
            <a:off x="4572980" y="6595037"/>
            <a:ext cx="28398" cy="28398"/>
          </a:xfrm>
          <a:prstGeom prst="ellipse">
            <a:avLst/>
          </a:prstGeom>
          <a:solidFill>
            <a:srgbClr val="7F8C97">
              <a:alpha val="48000"/>
            </a:srgbClr>
          </a:solidFill>
          <a:ln w="0">
            <a:noFill/>
            <a:prstDash val="solid"/>
          </a:ln>
        </p:spPr>
      </p:sp>
      <p:sp>
        <p:nvSpPr>
          <p:cNvPr id="3228" name="03_assume_matched_8525">
            <a:extLst>
              <a:ext uri="{FF2B5EF4-FFF2-40B4-BE49-F238E27FC236}">
                <a16:creationId xmlns:a16="http://schemas.microsoft.com/office/drawing/2014/main" id="{61D0AE85-F115-46D5-A87D-4706C63D8C67}"/>
              </a:ext>
            </a:extLst>
          </p:cNvPr>
          <p:cNvSpPr>
            <a:spLocks noGrp="1"/>
          </p:cNvSpPr>
          <p:nvPr/>
        </p:nvSpPr>
        <p:spPr>
          <a:xfrm>
            <a:off x="4643783" y="6595037"/>
            <a:ext cx="28398" cy="28398"/>
          </a:xfrm>
          <a:prstGeom prst="ellipse">
            <a:avLst/>
          </a:prstGeom>
          <a:solidFill>
            <a:srgbClr val="7F8C97">
              <a:alpha val="48000"/>
            </a:srgbClr>
          </a:solidFill>
          <a:ln w="0">
            <a:noFill/>
            <a:prstDash val="solid"/>
          </a:ln>
        </p:spPr>
      </p:sp>
      <p:sp>
        <p:nvSpPr>
          <p:cNvPr id="3229" name="03_assume_matched_8526">
            <a:extLst>
              <a:ext uri="{FF2B5EF4-FFF2-40B4-BE49-F238E27FC236}">
                <a16:creationId xmlns:a16="http://schemas.microsoft.com/office/drawing/2014/main" id="{F1A4FC16-4706-4C68-AEFF-DEEDE6F698BB}"/>
              </a:ext>
            </a:extLst>
          </p:cNvPr>
          <p:cNvSpPr>
            <a:spLocks noGrp="1"/>
          </p:cNvSpPr>
          <p:nvPr/>
        </p:nvSpPr>
        <p:spPr>
          <a:xfrm>
            <a:off x="4632126" y="6205124"/>
            <a:ext cx="28398" cy="28398"/>
          </a:xfrm>
          <a:prstGeom prst="ellipse">
            <a:avLst/>
          </a:prstGeom>
          <a:solidFill>
            <a:srgbClr val="7F8C97">
              <a:alpha val="48000"/>
            </a:srgbClr>
          </a:solidFill>
          <a:ln w="0">
            <a:noFill/>
            <a:prstDash val="solid"/>
          </a:ln>
        </p:spPr>
      </p:sp>
      <p:sp>
        <p:nvSpPr>
          <p:cNvPr id="3230" name="03_assume_matched_8527">
            <a:extLst>
              <a:ext uri="{FF2B5EF4-FFF2-40B4-BE49-F238E27FC236}">
                <a16:creationId xmlns:a16="http://schemas.microsoft.com/office/drawing/2014/main" id="{B01ACAA9-FFE3-4DFD-8665-DCA1D6D39299}"/>
              </a:ext>
            </a:extLst>
          </p:cNvPr>
          <p:cNvSpPr>
            <a:spLocks noGrp="1"/>
          </p:cNvSpPr>
          <p:nvPr/>
        </p:nvSpPr>
        <p:spPr>
          <a:xfrm>
            <a:off x="4638314" y="6010168"/>
            <a:ext cx="28398" cy="28398"/>
          </a:xfrm>
          <a:prstGeom prst="ellipse">
            <a:avLst/>
          </a:prstGeom>
          <a:solidFill>
            <a:srgbClr val="7F8C97">
              <a:alpha val="48000"/>
            </a:srgbClr>
          </a:solidFill>
          <a:ln w="0">
            <a:noFill/>
            <a:prstDash val="solid"/>
          </a:ln>
        </p:spPr>
      </p:sp>
      <p:sp>
        <p:nvSpPr>
          <p:cNvPr id="3231" name="03_assume_matched_8528">
            <a:extLst>
              <a:ext uri="{FF2B5EF4-FFF2-40B4-BE49-F238E27FC236}">
                <a16:creationId xmlns:a16="http://schemas.microsoft.com/office/drawing/2014/main" id="{65EA3BB3-BF2D-4D82-8E04-FEF39950749E}"/>
              </a:ext>
            </a:extLst>
          </p:cNvPr>
          <p:cNvSpPr>
            <a:spLocks noGrp="1"/>
          </p:cNvSpPr>
          <p:nvPr/>
        </p:nvSpPr>
        <p:spPr>
          <a:xfrm>
            <a:off x="4651698" y="6595037"/>
            <a:ext cx="28398" cy="28398"/>
          </a:xfrm>
          <a:prstGeom prst="ellipse">
            <a:avLst/>
          </a:prstGeom>
          <a:solidFill>
            <a:srgbClr val="7F8C97">
              <a:alpha val="48000"/>
            </a:srgbClr>
          </a:solidFill>
          <a:ln w="0">
            <a:noFill/>
            <a:prstDash val="solid"/>
          </a:ln>
        </p:spPr>
      </p:sp>
      <p:sp>
        <p:nvSpPr>
          <p:cNvPr id="3232" name="03_assume_matched_8529">
            <a:extLst>
              <a:ext uri="{FF2B5EF4-FFF2-40B4-BE49-F238E27FC236}">
                <a16:creationId xmlns:a16="http://schemas.microsoft.com/office/drawing/2014/main" id="{6DB5F85E-ED29-4BD1-A2DB-DC9C71503E45}"/>
              </a:ext>
            </a:extLst>
          </p:cNvPr>
          <p:cNvSpPr>
            <a:spLocks noGrp="1"/>
          </p:cNvSpPr>
          <p:nvPr/>
        </p:nvSpPr>
        <p:spPr>
          <a:xfrm>
            <a:off x="4560316" y="6010168"/>
            <a:ext cx="28398" cy="28398"/>
          </a:xfrm>
          <a:prstGeom prst="ellipse">
            <a:avLst/>
          </a:prstGeom>
          <a:solidFill>
            <a:srgbClr val="7F8C97">
              <a:alpha val="48000"/>
            </a:srgbClr>
          </a:solidFill>
          <a:ln w="0">
            <a:noFill/>
            <a:prstDash val="solid"/>
          </a:ln>
        </p:spPr>
      </p:sp>
      <p:sp>
        <p:nvSpPr>
          <p:cNvPr id="3233" name="03_assume_matched_8530">
            <a:extLst>
              <a:ext uri="{FF2B5EF4-FFF2-40B4-BE49-F238E27FC236}">
                <a16:creationId xmlns:a16="http://schemas.microsoft.com/office/drawing/2014/main" id="{7A26926B-008C-4AC3-B889-AB6F5F4B065B}"/>
              </a:ext>
            </a:extLst>
          </p:cNvPr>
          <p:cNvSpPr>
            <a:spLocks noGrp="1"/>
          </p:cNvSpPr>
          <p:nvPr/>
        </p:nvSpPr>
        <p:spPr>
          <a:xfrm>
            <a:off x="4549523" y="6010168"/>
            <a:ext cx="28398" cy="28398"/>
          </a:xfrm>
          <a:prstGeom prst="ellipse">
            <a:avLst/>
          </a:prstGeom>
          <a:solidFill>
            <a:srgbClr val="7F8C97">
              <a:alpha val="48000"/>
            </a:srgbClr>
          </a:solidFill>
          <a:ln w="0">
            <a:noFill/>
            <a:prstDash val="solid"/>
          </a:ln>
        </p:spPr>
      </p:sp>
      <p:sp>
        <p:nvSpPr>
          <p:cNvPr id="3234" name="03_assume_matched_8531">
            <a:extLst>
              <a:ext uri="{FF2B5EF4-FFF2-40B4-BE49-F238E27FC236}">
                <a16:creationId xmlns:a16="http://schemas.microsoft.com/office/drawing/2014/main" id="{C086E06D-96CD-4DEB-8670-F6EEA76F5FF3}"/>
              </a:ext>
            </a:extLst>
          </p:cNvPr>
          <p:cNvSpPr>
            <a:spLocks noGrp="1"/>
          </p:cNvSpPr>
          <p:nvPr/>
        </p:nvSpPr>
        <p:spPr>
          <a:xfrm>
            <a:off x="4632414" y="6156385"/>
            <a:ext cx="28398" cy="28398"/>
          </a:xfrm>
          <a:prstGeom prst="ellipse">
            <a:avLst/>
          </a:prstGeom>
          <a:solidFill>
            <a:srgbClr val="7F8C97">
              <a:alpha val="48000"/>
            </a:srgbClr>
          </a:solidFill>
          <a:ln w="0">
            <a:noFill/>
            <a:prstDash val="solid"/>
          </a:ln>
        </p:spPr>
      </p:sp>
      <p:sp>
        <p:nvSpPr>
          <p:cNvPr id="3235" name="03_assume_matched_8532">
            <a:extLst>
              <a:ext uri="{FF2B5EF4-FFF2-40B4-BE49-F238E27FC236}">
                <a16:creationId xmlns:a16="http://schemas.microsoft.com/office/drawing/2014/main" id="{118A78B4-C0C7-469B-B826-757E10F81873}"/>
              </a:ext>
            </a:extLst>
          </p:cNvPr>
          <p:cNvSpPr>
            <a:spLocks noGrp="1"/>
          </p:cNvSpPr>
          <p:nvPr/>
        </p:nvSpPr>
        <p:spPr>
          <a:xfrm>
            <a:off x="4669543" y="6135497"/>
            <a:ext cx="28398" cy="28398"/>
          </a:xfrm>
          <a:prstGeom prst="ellipse">
            <a:avLst/>
          </a:prstGeom>
          <a:solidFill>
            <a:srgbClr val="7F8C97">
              <a:alpha val="48000"/>
            </a:srgbClr>
          </a:solidFill>
          <a:ln w="0">
            <a:noFill/>
            <a:prstDash val="solid"/>
          </a:ln>
        </p:spPr>
      </p:sp>
      <p:sp>
        <p:nvSpPr>
          <p:cNvPr id="3236" name="03_assume_matched_8533">
            <a:extLst>
              <a:ext uri="{FF2B5EF4-FFF2-40B4-BE49-F238E27FC236}">
                <a16:creationId xmlns:a16="http://schemas.microsoft.com/office/drawing/2014/main" id="{B40F1AFD-2EDE-4C3F-B1D4-3BA08FB724D1}"/>
              </a:ext>
            </a:extLst>
          </p:cNvPr>
          <p:cNvSpPr>
            <a:spLocks noGrp="1"/>
          </p:cNvSpPr>
          <p:nvPr/>
        </p:nvSpPr>
        <p:spPr>
          <a:xfrm>
            <a:off x="4675731" y="6010168"/>
            <a:ext cx="28398" cy="28398"/>
          </a:xfrm>
          <a:prstGeom prst="ellipse">
            <a:avLst/>
          </a:prstGeom>
          <a:solidFill>
            <a:srgbClr val="7F8C97">
              <a:alpha val="48000"/>
            </a:srgbClr>
          </a:solidFill>
          <a:ln w="0">
            <a:noFill/>
            <a:prstDash val="solid"/>
          </a:ln>
        </p:spPr>
      </p:sp>
      <p:sp>
        <p:nvSpPr>
          <p:cNvPr id="3237" name="03_assume_matched_8534">
            <a:extLst>
              <a:ext uri="{FF2B5EF4-FFF2-40B4-BE49-F238E27FC236}">
                <a16:creationId xmlns:a16="http://schemas.microsoft.com/office/drawing/2014/main" id="{F95EB376-7700-49C5-8C2A-FF9159AF3417}"/>
              </a:ext>
            </a:extLst>
          </p:cNvPr>
          <p:cNvSpPr>
            <a:spLocks noGrp="1"/>
          </p:cNvSpPr>
          <p:nvPr/>
        </p:nvSpPr>
        <p:spPr>
          <a:xfrm>
            <a:off x="4586795" y="6302602"/>
            <a:ext cx="28398" cy="28398"/>
          </a:xfrm>
          <a:prstGeom prst="ellipse">
            <a:avLst/>
          </a:prstGeom>
          <a:solidFill>
            <a:srgbClr val="7F8C97">
              <a:alpha val="48000"/>
            </a:srgbClr>
          </a:solidFill>
          <a:ln w="0">
            <a:noFill/>
            <a:prstDash val="solid"/>
          </a:ln>
        </p:spPr>
      </p:sp>
      <p:sp>
        <p:nvSpPr>
          <p:cNvPr id="3238" name="03_assume_matched_8535">
            <a:extLst>
              <a:ext uri="{FF2B5EF4-FFF2-40B4-BE49-F238E27FC236}">
                <a16:creationId xmlns:a16="http://schemas.microsoft.com/office/drawing/2014/main" id="{4B894D75-71FB-4460-8027-83E005E6AA50}"/>
              </a:ext>
            </a:extLst>
          </p:cNvPr>
          <p:cNvSpPr>
            <a:spLocks noGrp="1"/>
          </p:cNvSpPr>
          <p:nvPr/>
        </p:nvSpPr>
        <p:spPr>
          <a:xfrm>
            <a:off x="4639610" y="6400080"/>
            <a:ext cx="28398" cy="28398"/>
          </a:xfrm>
          <a:prstGeom prst="ellipse">
            <a:avLst/>
          </a:prstGeom>
          <a:solidFill>
            <a:srgbClr val="7F8C97">
              <a:alpha val="48000"/>
            </a:srgbClr>
          </a:solidFill>
          <a:ln w="0">
            <a:noFill/>
            <a:prstDash val="solid"/>
          </a:ln>
        </p:spPr>
      </p:sp>
      <p:sp>
        <p:nvSpPr>
          <p:cNvPr id="3239" name="03_assume_matched_8536">
            <a:extLst>
              <a:ext uri="{FF2B5EF4-FFF2-40B4-BE49-F238E27FC236}">
                <a16:creationId xmlns:a16="http://schemas.microsoft.com/office/drawing/2014/main" id="{41577D20-D9DD-4E4E-AF3B-9FF83690EFCF}"/>
              </a:ext>
            </a:extLst>
          </p:cNvPr>
          <p:cNvSpPr>
            <a:spLocks noGrp="1"/>
          </p:cNvSpPr>
          <p:nvPr/>
        </p:nvSpPr>
        <p:spPr>
          <a:xfrm>
            <a:off x="4650547" y="6010168"/>
            <a:ext cx="28398" cy="28398"/>
          </a:xfrm>
          <a:prstGeom prst="ellipse">
            <a:avLst/>
          </a:prstGeom>
          <a:solidFill>
            <a:srgbClr val="7F8C97">
              <a:alpha val="48000"/>
            </a:srgbClr>
          </a:solidFill>
          <a:ln w="0">
            <a:noFill/>
            <a:prstDash val="solid"/>
          </a:ln>
        </p:spPr>
      </p:sp>
      <p:sp>
        <p:nvSpPr>
          <p:cNvPr id="3240" name="03_assume_matched_8537">
            <a:extLst>
              <a:ext uri="{FF2B5EF4-FFF2-40B4-BE49-F238E27FC236}">
                <a16:creationId xmlns:a16="http://schemas.microsoft.com/office/drawing/2014/main" id="{B4701470-B743-491E-9C8B-ED66A2840924}"/>
              </a:ext>
            </a:extLst>
          </p:cNvPr>
          <p:cNvSpPr>
            <a:spLocks noGrp="1"/>
          </p:cNvSpPr>
          <p:nvPr/>
        </p:nvSpPr>
        <p:spPr>
          <a:xfrm>
            <a:off x="4667960" y="6010168"/>
            <a:ext cx="28398" cy="28398"/>
          </a:xfrm>
          <a:prstGeom prst="ellipse">
            <a:avLst/>
          </a:prstGeom>
          <a:solidFill>
            <a:srgbClr val="7F8C97">
              <a:alpha val="48000"/>
            </a:srgbClr>
          </a:solidFill>
          <a:ln w="0">
            <a:noFill/>
            <a:prstDash val="solid"/>
          </a:ln>
        </p:spPr>
      </p:sp>
      <p:sp>
        <p:nvSpPr>
          <p:cNvPr id="3241" name="03_assume_matched_8538">
            <a:extLst>
              <a:ext uri="{FF2B5EF4-FFF2-40B4-BE49-F238E27FC236}">
                <a16:creationId xmlns:a16="http://schemas.microsoft.com/office/drawing/2014/main" id="{98D1F3AF-863F-4780-A6C4-BBDB614FCD2F}"/>
              </a:ext>
            </a:extLst>
          </p:cNvPr>
          <p:cNvSpPr>
            <a:spLocks noGrp="1"/>
          </p:cNvSpPr>
          <p:nvPr/>
        </p:nvSpPr>
        <p:spPr>
          <a:xfrm>
            <a:off x="4652705" y="6010168"/>
            <a:ext cx="28398" cy="28398"/>
          </a:xfrm>
          <a:prstGeom prst="ellipse">
            <a:avLst/>
          </a:prstGeom>
          <a:solidFill>
            <a:srgbClr val="7F8C97">
              <a:alpha val="48000"/>
            </a:srgbClr>
          </a:solidFill>
          <a:ln w="0">
            <a:noFill/>
            <a:prstDash val="solid"/>
          </a:ln>
        </p:spPr>
      </p:sp>
      <p:sp>
        <p:nvSpPr>
          <p:cNvPr id="3242" name="03_assume_matched_8539">
            <a:extLst>
              <a:ext uri="{FF2B5EF4-FFF2-40B4-BE49-F238E27FC236}">
                <a16:creationId xmlns:a16="http://schemas.microsoft.com/office/drawing/2014/main" id="{5F70EC80-6A0B-4FE1-AD31-2577B78DE91A}"/>
              </a:ext>
            </a:extLst>
          </p:cNvPr>
          <p:cNvSpPr>
            <a:spLocks noGrp="1"/>
          </p:cNvSpPr>
          <p:nvPr/>
        </p:nvSpPr>
        <p:spPr>
          <a:xfrm>
            <a:off x="4630975" y="6010168"/>
            <a:ext cx="28398" cy="28398"/>
          </a:xfrm>
          <a:prstGeom prst="ellipse">
            <a:avLst/>
          </a:prstGeom>
          <a:solidFill>
            <a:srgbClr val="7F8C97">
              <a:alpha val="48000"/>
            </a:srgbClr>
          </a:solidFill>
          <a:ln w="0">
            <a:noFill/>
            <a:prstDash val="solid"/>
          </a:ln>
        </p:spPr>
      </p:sp>
      <p:sp>
        <p:nvSpPr>
          <p:cNvPr id="3243" name="03_assume_matched_8540">
            <a:extLst>
              <a:ext uri="{FF2B5EF4-FFF2-40B4-BE49-F238E27FC236}">
                <a16:creationId xmlns:a16="http://schemas.microsoft.com/office/drawing/2014/main" id="{4EE46D4E-4395-41A3-AEEE-24EFE269646B}"/>
              </a:ext>
            </a:extLst>
          </p:cNvPr>
          <p:cNvSpPr>
            <a:spLocks noGrp="1"/>
          </p:cNvSpPr>
          <p:nvPr/>
        </p:nvSpPr>
        <p:spPr>
          <a:xfrm>
            <a:off x="4542759" y="6010168"/>
            <a:ext cx="28398" cy="28398"/>
          </a:xfrm>
          <a:prstGeom prst="ellipse">
            <a:avLst/>
          </a:prstGeom>
          <a:solidFill>
            <a:srgbClr val="7F8C97">
              <a:alpha val="48000"/>
            </a:srgbClr>
          </a:solidFill>
          <a:ln w="0">
            <a:noFill/>
            <a:prstDash val="solid"/>
          </a:ln>
        </p:spPr>
      </p:sp>
      <p:sp>
        <p:nvSpPr>
          <p:cNvPr id="3244" name="03_assume_matched_8541">
            <a:extLst>
              <a:ext uri="{FF2B5EF4-FFF2-40B4-BE49-F238E27FC236}">
                <a16:creationId xmlns:a16="http://schemas.microsoft.com/office/drawing/2014/main" id="{036437E0-2C59-4C04-9ABA-9A1D618A80D0}"/>
              </a:ext>
            </a:extLst>
          </p:cNvPr>
          <p:cNvSpPr>
            <a:spLocks noGrp="1"/>
          </p:cNvSpPr>
          <p:nvPr/>
        </p:nvSpPr>
        <p:spPr>
          <a:xfrm>
            <a:off x="4556718" y="6595037"/>
            <a:ext cx="28398" cy="28398"/>
          </a:xfrm>
          <a:prstGeom prst="ellipse">
            <a:avLst/>
          </a:prstGeom>
          <a:solidFill>
            <a:srgbClr val="7F8C97">
              <a:alpha val="48000"/>
            </a:srgbClr>
          </a:solidFill>
          <a:ln w="0">
            <a:noFill/>
            <a:prstDash val="solid"/>
          </a:ln>
        </p:spPr>
      </p:sp>
      <p:sp>
        <p:nvSpPr>
          <p:cNvPr id="3245" name="03_assume_matched_8542">
            <a:extLst>
              <a:ext uri="{FF2B5EF4-FFF2-40B4-BE49-F238E27FC236}">
                <a16:creationId xmlns:a16="http://schemas.microsoft.com/office/drawing/2014/main" id="{E0A520C0-8720-4614-885B-22CF1103E56F}"/>
              </a:ext>
            </a:extLst>
          </p:cNvPr>
          <p:cNvSpPr>
            <a:spLocks noGrp="1"/>
          </p:cNvSpPr>
          <p:nvPr/>
        </p:nvSpPr>
        <p:spPr>
          <a:xfrm>
            <a:off x="4617879" y="6010168"/>
            <a:ext cx="28398" cy="28398"/>
          </a:xfrm>
          <a:prstGeom prst="ellipse">
            <a:avLst/>
          </a:prstGeom>
          <a:solidFill>
            <a:srgbClr val="7F8C97">
              <a:alpha val="48000"/>
            </a:srgbClr>
          </a:solidFill>
          <a:ln w="0">
            <a:noFill/>
            <a:prstDash val="solid"/>
          </a:ln>
        </p:spPr>
      </p:sp>
      <p:sp>
        <p:nvSpPr>
          <p:cNvPr id="3246" name="03_assume_matched_8543">
            <a:extLst>
              <a:ext uri="{FF2B5EF4-FFF2-40B4-BE49-F238E27FC236}">
                <a16:creationId xmlns:a16="http://schemas.microsoft.com/office/drawing/2014/main" id="{41A19244-7073-4EC8-A967-6D1EEB9B0619}"/>
              </a:ext>
            </a:extLst>
          </p:cNvPr>
          <p:cNvSpPr>
            <a:spLocks noGrp="1"/>
          </p:cNvSpPr>
          <p:nvPr/>
        </p:nvSpPr>
        <p:spPr>
          <a:xfrm>
            <a:off x="4562762" y="6595037"/>
            <a:ext cx="28398" cy="28398"/>
          </a:xfrm>
          <a:prstGeom prst="ellipse">
            <a:avLst/>
          </a:prstGeom>
          <a:solidFill>
            <a:srgbClr val="7F8C97">
              <a:alpha val="48000"/>
            </a:srgbClr>
          </a:solidFill>
          <a:ln w="0">
            <a:noFill/>
            <a:prstDash val="solid"/>
          </a:ln>
        </p:spPr>
      </p:sp>
      <p:sp>
        <p:nvSpPr>
          <p:cNvPr id="3247" name="03_assume_matched_8544">
            <a:extLst>
              <a:ext uri="{FF2B5EF4-FFF2-40B4-BE49-F238E27FC236}">
                <a16:creationId xmlns:a16="http://schemas.microsoft.com/office/drawing/2014/main" id="{FA2702E0-5DA9-4FFA-94C1-67302CF98C65}"/>
              </a:ext>
            </a:extLst>
          </p:cNvPr>
          <p:cNvSpPr>
            <a:spLocks noGrp="1"/>
          </p:cNvSpPr>
          <p:nvPr/>
        </p:nvSpPr>
        <p:spPr>
          <a:xfrm>
            <a:off x="4588810" y="6010168"/>
            <a:ext cx="28398" cy="28398"/>
          </a:xfrm>
          <a:prstGeom prst="ellipse">
            <a:avLst/>
          </a:prstGeom>
          <a:solidFill>
            <a:srgbClr val="7F8C97">
              <a:alpha val="48000"/>
            </a:srgbClr>
          </a:solidFill>
          <a:ln w="0">
            <a:noFill/>
            <a:prstDash val="solid"/>
          </a:ln>
        </p:spPr>
      </p:sp>
      <p:sp>
        <p:nvSpPr>
          <p:cNvPr id="3248" name="03_assume_matched_8545">
            <a:extLst>
              <a:ext uri="{FF2B5EF4-FFF2-40B4-BE49-F238E27FC236}">
                <a16:creationId xmlns:a16="http://schemas.microsoft.com/office/drawing/2014/main" id="{0B920D63-835C-4AB7-A3B6-433E9BD38880}"/>
              </a:ext>
            </a:extLst>
          </p:cNvPr>
          <p:cNvSpPr>
            <a:spLocks noGrp="1"/>
          </p:cNvSpPr>
          <p:nvPr/>
        </p:nvSpPr>
        <p:spPr>
          <a:xfrm>
            <a:off x="4537866" y="6595037"/>
            <a:ext cx="28398" cy="28398"/>
          </a:xfrm>
          <a:prstGeom prst="ellipse">
            <a:avLst/>
          </a:prstGeom>
          <a:solidFill>
            <a:srgbClr val="7F8C97">
              <a:alpha val="48000"/>
            </a:srgbClr>
          </a:solidFill>
          <a:ln w="0">
            <a:noFill/>
            <a:prstDash val="solid"/>
          </a:ln>
        </p:spPr>
      </p:sp>
      <p:sp>
        <p:nvSpPr>
          <p:cNvPr id="3249" name="03_assume_matched_8546">
            <a:extLst>
              <a:ext uri="{FF2B5EF4-FFF2-40B4-BE49-F238E27FC236}">
                <a16:creationId xmlns:a16="http://schemas.microsoft.com/office/drawing/2014/main" id="{1D71B7DD-AA26-438E-8AF6-B63A80D3B230}"/>
              </a:ext>
            </a:extLst>
          </p:cNvPr>
          <p:cNvSpPr>
            <a:spLocks noGrp="1"/>
          </p:cNvSpPr>
          <p:nvPr/>
        </p:nvSpPr>
        <p:spPr>
          <a:xfrm>
            <a:off x="5410545" y="6010168"/>
            <a:ext cx="28398" cy="28398"/>
          </a:xfrm>
          <a:prstGeom prst="ellipse">
            <a:avLst/>
          </a:prstGeom>
          <a:solidFill>
            <a:srgbClr val="7F8C97">
              <a:alpha val="48000"/>
            </a:srgbClr>
          </a:solidFill>
          <a:ln w="0">
            <a:noFill/>
            <a:prstDash val="solid"/>
          </a:ln>
        </p:spPr>
      </p:sp>
      <p:sp>
        <p:nvSpPr>
          <p:cNvPr id="3250" name="03_assume_matched_8547">
            <a:extLst>
              <a:ext uri="{FF2B5EF4-FFF2-40B4-BE49-F238E27FC236}">
                <a16:creationId xmlns:a16="http://schemas.microsoft.com/office/drawing/2014/main" id="{9FCFC9F3-0369-41CC-B79C-87D71B2F33A8}"/>
              </a:ext>
            </a:extLst>
          </p:cNvPr>
          <p:cNvSpPr>
            <a:spLocks noGrp="1"/>
          </p:cNvSpPr>
          <p:nvPr/>
        </p:nvSpPr>
        <p:spPr>
          <a:xfrm>
            <a:off x="5399032" y="6010168"/>
            <a:ext cx="28398" cy="28398"/>
          </a:xfrm>
          <a:prstGeom prst="ellipse">
            <a:avLst/>
          </a:prstGeom>
          <a:solidFill>
            <a:srgbClr val="7F8C97">
              <a:alpha val="48000"/>
            </a:srgbClr>
          </a:solidFill>
          <a:ln w="0">
            <a:noFill/>
            <a:prstDash val="solid"/>
          </a:ln>
        </p:spPr>
      </p:sp>
      <p:sp>
        <p:nvSpPr>
          <p:cNvPr id="3251" name="03_assume_matched_8548">
            <a:extLst>
              <a:ext uri="{FF2B5EF4-FFF2-40B4-BE49-F238E27FC236}">
                <a16:creationId xmlns:a16="http://schemas.microsoft.com/office/drawing/2014/main" id="{B89B7350-B9A7-4AB2-906D-09E99A7A580C}"/>
              </a:ext>
            </a:extLst>
          </p:cNvPr>
          <p:cNvSpPr>
            <a:spLocks noGrp="1"/>
          </p:cNvSpPr>
          <p:nvPr/>
        </p:nvSpPr>
        <p:spPr>
          <a:xfrm>
            <a:off x="5341901" y="6010168"/>
            <a:ext cx="28398" cy="28398"/>
          </a:xfrm>
          <a:prstGeom prst="ellipse">
            <a:avLst/>
          </a:prstGeom>
          <a:solidFill>
            <a:srgbClr val="7F8C97">
              <a:alpha val="48000"/>
            </a:srgbClr>
          </a:solidFill>
          <a:ln w="0">
            <a:noFill/>
            <a:prstDash val="solid"/>
          </a:ln>
        </p:spPr>
      </p:sp>
      <p:sp>
        <p:nvSpPr>
          <p:cNvPr id="3252" name="03_assume_matched_8549">
            <a:extLst>
              <a:ext uri="{FF2B5EF4-FFF2-40B4-BE49-F238E27FC236}">
                <a16:creationId xmlns:a16="http://schemas.microsoft.com/office/drawing/2014/main" id="{3F3F7788-BFA8-4D2D-BE59-08243CDD26A5}"/>
              </a:ext>
            </a:extLst>
          </p:cNvPr>
          <p:cNvSpPr>
            <a:spLocks noGrp="1"/>
          </p:cNvSpPr>
          <p:nvPr/>
        </p:nvSpPr>
        <p:spPr>
          <a:xfrm>
            <a:off x="5420763" y="6010168"/>
            <a:ext cx="28398" cy="28398"/>
          </a:xfrm>
          <a:prstGeom prst="ellipse">
            <a:avLst/>
          </a:prstGeom>
          <a:solidFill>
            <a:srgbClr val="7F8C97">
              <a:alpha val="48000"/>
            </a:srgbClr>
          </a:solidFill>
          <a:ln w="0">
            <a:noFill/>
            <a:prstDash val="solid"/>
          </a:ln>
        </p:spPr>
      </p:sp>
      <p:sp>
        <p:nvSpPr>
          <p:cNvPr id="3253" name="03_assume_matched_8550">
            <a:extLst>
              <a:ext uri="{FF2B5EF4-FFF2-40B4-BE49-F238E27FC236}">
                <a16:creationId xmlns:a16="http://schemas.microsoft.com/office/drawing/2014/main" id="{0C4CF390-7440-4BA4-8A2B-49BACEF6E380}"/>
              </a:ext>
            </a:extLst>
          </p:cNvPr>
          <p:cNvSpPr>
            <a:spLocks noGrp="1"/>
          </p:cNvSpPr>
          <p:nvPr/>
        </p:nvSpPr>
        <p:spPr>
          <a:xfrm>
            <a:off x="5388527" y="6010168"/>
            <a:ext cx="28398" cy="28398"/>
          </a:xfrm>
          <a:prstGeom prst="ellipse">
            <a:avLst/>
          </a:prstGeom>
          <a:solidFill>
            <a:srgbClr val="7F8C97">
              <a:alpha val="48000"/>
            </a:srgbClr>
          </a:solidFill>
          <a:ln w="0">
            <a:noFill/>
            <a:prstDash val="solid"/>
          </a:ln>
        </p:spPr>
      </p:sp>
      <p:sp>
        <p:nvSpPr>
          <p:cNvPr id="3254" name="03_assume_matched_8551">
            <a:extLst>
              <a:ext uri="{FF2B5EF4-FFF2-40B4-BE49-F238E27FC236}">
                <a16:creationId xmlns:a16="http://schemas.microsoft.com/office/drawing/2014/main" id="{CAE82425-2ADA-44EC-B86F-040077796107}"/>
              </a:ext>
            </a:extLst>
          </p:cNvPr>
          <p:cNvSpPr>
            <a:spLocks noGrp="1"/>
          </p:cNvSpPr>
          <p:nvPr/>
        </p:nvSpPr>
        <p:spPr>
          <a:xfrm>
            <a:off x="5293259" y="6010168"/>
            <a:ext cx="28398" cy="28398"/>
          </a:xfrm>
          <a:prstGeom prst="ellipse">
            <a:avLst/>
          </a:prstGeom>
          <a:solidFill>
            <a:srgbClr val="7F8C97">
              <a:alpha val="48000"/>
            </a:srgbClr>
          </a:solidFill>
          <a:ln w="0">
            <a:noFill/>
            <a:prstDash val="solid"/>
          </a:ln>
        </p:spPr>
      </p:sp>
      <p:sp>
        <p:nvSpPr>
          <p:cNvPr id="3255" name="03_assume_matched_8552">
            <a:extLst>
              <a:ext uri="{FF2B5EF4-FFF2-40B4-BE49-F238E27FC236}">
                <a16:creationId xmlns:a16="http://schemas.microsoft.com/office/drawing/2014/main" id="{EFB5684D-64FA-48D1-BACD-E865BD1CDFF1}"/>
              </a:ext>
            </a:extLst>
          </p:cNvPr>
          <p:cNvSpPr>
            <a:spLocks noGrp="1"/>
          </p:cNvSpPr>
          <p:nvPr/>
        </p:nvSpPr>
        <p:spPr>
          <a:xfrm>
            <a:off x="5323912" y="6010168"/>
            <a:ext cx="28398" cy="28398"/>
          </a:xfrm>
          <a:prstGeom prst="ellipse">
            <a:avLst/>
          </a:prstGeom>
          <a:solidFill>
            <a:srgbClr val="7F8C97">
              <a:alpha val="48000"/>
            </a:srgbClr>
          </a:solidFill>
          <a:ln w="0">
            <a:noFill/>
            <a:prstDash val="solid"/>
          </a:ln>
        </p:spPr>
      </p:sp>
      <p:sp>
        <p:nvSpPr>
          <p:cNvPr id="3256" name="03_assume_matched_8553">
            <a:extLst>
              <a:ext uri="{FF2B5EF4-FFF2-40B4-BE49-F238E27FC236}">
                <a16:creationId xmlns:a16="http://schemas.microsoft.com/office/drawing/2014/main" id="{66820309-05E1-467B-B0EC-FAF63B02B607}"/>
              </a:ext>
            </a:extLst>
          </p:cNvPr>
          <p:cNvSpPr>
            <a:spLocks noGrp="1"/>
          </p:cNvSpPr>
          <p:nvPr/>
        </p:nvSpPr>
        <p:spPr>
          <a:xfrm>
            <a:off x="5292971" y="6448819"/>
            <a:ext cx="28398" cy="28398"/>
          </a:xfrm>
          <a:prstGeom prst="ellipse">
            <a:avLst/>
          </a:prstGeom>
          <a:solidFill>
            <a:srgbClr val="7F8C97">
              <a:alpha val="48000"/>
            </a:srgbClr>
          </a:solidFill>
          <a:ln w="0">
            <a:noFill/>
            <a:prstDash val="solid"/>
          </a:ln>
        </p:spPr>
      </p:sp>
      <p:sp>
        <p:nvSpPr>
          <p:cNvPr id="3257" name="03_assume_matched_8554">
            <a:extLst>
              <a:ext uri="{FF2B5EF4-FFF2-40B4-BE49-F238E27FC236}">
                <a16:creationId xmlns:a16="http://schemas.microsoft.com/office/drawing/2014/main" id="{F64D30EE-BFB2-45A3-8E5D-633F367F1376}"/>
              </a:ext>
            </a:extLst>
          </p:cNvPr>
          <p:cNvSpPr>
            <a:spLocks noGrp="1"/>
          </p:cNvSpPr>
          <p:nvPr/>
        </p:nvSpPr>
        <p:spPr>
          <a:xfrm>
            <a:off x="5374280" y="6010168"/>
            <a:ext cx="28398" cy="28398"/>
          </a:xfrm>
          <a:prstGeom prst="ellipse">
            <a:avLst/>
          </a:prstGeom>
          <a:solidFill>
            <a:srgbClr val="7F8C97">
              <a:alpha val="48000"/>
            </a:srgbClr>
          </a:solidFill>
          <a:ln w="0">
            <a:noFill/>
            <a:prstDash val="solid"/>
          </a:ln>
        </p:spPr>
      </p:sp>
      <p:sp>
        <p:nvSpPr>
          <p:cNvPr id="3258" name="03_assume_matched_8555">
            <a:extLst>
              <a:ext uri="{FF2B5EF4-FFF2-40B4-BE49-F238E27FC236}">
                <a16:creationId xmlns:a16="http://schemas.microsoft.com/office/drawing/2014/main" id="{907F6941-0DFD-47FD-BDD3-54DBA23F1519}"/>
              </a:ext>
            </a:extLst>
          </p:cNvPr>
          <p:cNvSpPr>
            <a:spLocks noGrp="1"/>
          </p:cNvSpPr>
          <p:nvPr/>
        </p:nvSpPr>
        <p:spPr>
          <a:xfrm>
            <a:off x="5355572" y="6010168"/>
            <a:ext cx="28398" cy="28398"/>
          </a:xfrm>
          <a:prstGeom prst="ellipse">
            <a:avLst/>
          </a:prstGeom>
          <a:solidFill>
            <a:srgbClr val="7F8C97">
              <a:alpha val="48000"/>
            </a:srgbClr>
          </a:solidFill>
          <a:ln w="0">
            <a:noFill/>
            <a:prstDash val="solid"/>
          </a:ln>
        </p:spPr>
      </p:sp>
      <p:sp>
        <p:nvSpPr>
          <p:cNvPr id="3259" name="03_assume_matched_8556">
            <a:extLst>
              <a:ext uri="{FF2B5EF4-FFF2-40B4-BE49-F238E27FC236}">
                <a16:creationId xmlns:a16="http://schemas.microsoft.com/office/drawing/2014/main" id="{CFBA47A3-F34B-4964-A0DA-0B97A22B3B50}"/>
              </a:ext>
            </a:extLst>
          </p:cNvPr>
          <p:cNvSpPr>
            <a:spLocks noGrp="1"/>
          </p:cNvSpPr>
          <p:nvPr/>
        </p:nvSpPr>
        <p:spPr>
          <a:xfrm>
            <a:off x="5340318" y="6010168"/>
            <a:ext cx="28398" cy="28398"/>
          </a:xfrm>
          <a:prstGeom prst="ellipse">
            <a:avLst/>
          </a:prstGeom>
          <a:solidFill>
            <a:srgbClr val="7F8C97">
              <a:alpha val="48000"/>
            </a:srgbClr>
          </a:solidFill>
          <a:ln w="0">
            <a:noFill/>
            <a:prstDash val="solid"/>
          </a:ln>
        </p:spPr>
      </p:sp>
      <p:sp>
        <p:nvSpPr>
          <p:cNvPr id="3260" name="03_assume_matched_8557">
            <a:extLst>
              <a:ext uri="{FF2B5EF4-FFF2-40B4-BE49-F238E27FC236}">
                <a16:creationId xmlns:a16="http://schemas.microsoft.com/office/drawing/2014/main" id="{DC7567E7-CF71-4487-87C5-50BB62C8DA07}"/>
              </a:ext>
            </a:extLst>
          </p:cNvPr>
          <p:cNvSpPr>
            <a:spLocks noGrp="1"/>
          </p:cNvSpPr>
          <p:nvPr/>
        </p:nvSpPr>
        <p:spPr>
          <a:xfrm>
            <a:off x="5326071" y="6595037"/>
            <a:ext cx="28398" cy="28398"/>
          </a:xfrm>
          <a:prstGeom prst="ellipse">
            <a:avLst/>
          </a:prstGeom>
          <a:solidFill>
            <a:srgbClr val="7F8C97">
              <a:alpha val="48000"/>
            </a:srgbClr>
          </a:solidFill>
          <a:ln w="0">
            <a:noFill/>
            <a:prstDash val="solid"/>
          </a:ln>
        </p:spPr>
      </p:sp>
      <p:sp>
        <p:nvSpPr>
          <p:cNvPr id="3261" name="03_assume_matched_8558">
            <a:extLst>
              <a:ext uri="{FF2B5EF4-FFF2-40B4-BE49-F238E27FC236}">
                <a16:creationId xmlns:a16="http://schemas.microsoft.com/office/drawing/2014/main" id="{D2FD5B6C-5BD4-476F-AAF6-ADDFB6A63BFF}"/>
              </a:ext>
            </a:extLst>
          </p:cNvPr>
          <p:cNvSpPr>
            <a:spLocks noGrp="1"/>
          </p:cNvSpPr>
          <p:nvPr/>
        </p:nvSpPr>
        <p:spPr>
          <a:xfrm>
            <a:off x="5342476" y="6010168"/>
            <a:ext cx="28398" cy="28398"/>
          </a:xfrm>
          <a:prstGeom prst="ellipse">
            <a:avLst/>
          </a:prstGeom>
          <a:solidFill>
            <a:srgbClr val="7F8C97">
              <a:alpha val="48000"/>
            </a:srgbClr>
          </a:solidFill>
          <a:ln w="0">
            <a:noFill/>
            <a:prstDash val="solid"/>
          </a:ln>
        </p:spPr>
      </p:sp>
      <p:sp>
        <p:nvSpPr>
          <p:cNvPr id="3262" name="03_assume_matched_8559">
            <a:extLst>
              <a:ext uri="{FF2B5EF4-FFF2-40B4-BE49-F238E27FC236}">
                <a16:creationId xmlns:a16="http://schemas.microsoft.com/office/drawing/2014/main" id="{079AB579-F420-43D2-A2DE-E53812224E3C}"/>
              </a:ext>
            </a:extLst>
          </p:cNvPr>
          <p:cNvSpPr>
            <a:spLocks noGrp="1"/>
          </p:cNvSpPr>
          <p:nvPr/>
        </p:nvSpPr>
        <p:spPr>
          <a:xfrm>
            <a:off x="5427670" y="6302602"/>
            <a:ext cx="28398" cy="28398"/>
          </a:xfrm>
          <a:prstGeom prst="ellipse">
            <a:avLst/>
          </a:prstGeom>
          <a:solidFill>
            <a:srgbClr val="7F8C97">
              <a:alpha val="48000"/>
            </a:srgbClr>
          </a:solidFill>
          <a:ln w="0">
            <a:noFill/>
            <a:prstDash val="solid"/>
          </a:ln>
        </p:spPr>
      </p:sp>
      <p:sp>
        <p:nvSpPr>
          <p:cNvPr id="3263" name="03_assume_matched_8560">
            <a:extLst>
              <a:ext uri="{FF2B5EF4-FFF2-40B4-BE49-F238E27FC236}">
                <a16:creationId xmlns:a16="http://schemas.microsoft.com/office/drawing/2014/main" id="{AE492E58-3044-4210-897F-5B4B388D0270}"/>
              </a:ext>
            </a:extLst>
          </p:cNvPr>
          <p:cNvSpPr>
            <a:spLocks noGrp="1"/>
          </p:cNvSpPr>
          <p:nvPr/>
        </p:nvSpPr>
        <p:spPr>
          <a:xfrm>
            <a:off x="5382627" y="6010168"/>
            <a:ext cx="28398" cy="28398"/>
          </a:xfrm>
          <a:prstGeom prst="ellipse">
            <a:avLst/>
          </a:prstGeom>
          <a:solidFill>
            <a:srgbClr val="7F8C97">
              <a:alpha val="48000"/>
            </a:srgbClr>
          </a:solidFill>
          <a:ln w="0">
            <a:noFill/>
            <a:prstDash val="solid"/>
          </a:ln>
        </p:spPr>
      </p:sp>
      <p:sp>
        <p:nvSpPr>
          <p:cNvPr id="3264" name="03_assume_matched_8561">
            <a:extLst>
              <a:ext uri="{FF2B5EF4-FFF2-40B4-BE49-F238E27FC236}">
                <a16:creationId xmlns:a16="http://schemas.microsoft.com/office/drawing/2014/main" id="{AEA52434-5727-4080-B046-548B08719AC8}"/>
              </a:ext>
            </a:extLst>
          </p:cNvPr>
          <p:cNvSpPr>
            <a:spLocks noGrp="1"/>
          </p:cNvSpPr>
          <p:nvPr/>
        </p:nvSpPr>
        <p:spPr>
          <a:xfrm>
            <a:off x="5392413" y="6595037"/>
            <a:ext cx="28398" cy="28398"/>
          </a:xfrm>
          <a:prstGeom prst="ellipse">
            <a:avLst/>
          </a:prstGeom>
          <a:solidFill>
            <a:srgbClr val="7F8C97">
              <a:alpha val="48000"/>
            </a:srgbClr>
          </a:solidFill>
          <a:ln w="0">
            <a:noFill/>
            <a:prstDash val="solid"/>
          </a:ln>
        </p:spPr>
      </p:sp>
      <p:sp>
        <p:nvSpPr>
          <p:cNvPr id="3265" name="03_assume_matched_8562">
            <a:extLst>
              <a:ext uri="{FF2B5EF4-FFF2-40B4-BE49-F238E27FC236}">
                <a16:creationId xmlns:a16="http://schemas.microsoft.com/office/drawing/2014/main" id="{8F36D5EE-0B4D-43B0-9C4E-2F8AD8374BFD}"/>
              </a:ext>
            </a:extLst>
          </p:cNvPr>
          <p:cNvSpPr>
            <a:spLocks noGrp="1"/>
          </p:cNvSpPr>
          <p:nvPr/>
        </p:nvSpPr>
        <p:spPr>
          <a:xfrm>
            <a:off x="5329237" y="6530051"/>
            <a:ext cx="28398" cy="28398"/>
          </a:xfrm>
          <a:prstGeom prst="ellipse">
            <a:avLst/>
          </a:prstGeom>
          <a:solidFill>
            <a:srgbClr val="7F8C97">
              <a:alpha val="48000"/>
            </a:srgbClr>
          </a:solidFill>
          <a:ln w="0">
            <a:noFill/>
            <a:prstDash val="solid"/>
          </a:ln>
        </p:spPr>
      </p:sp>
      <p:sp>
        <p:nvSpPr>
          <p:cNvPr id="3266" name="03_assume_matched_8563">
            <a:extLst>
              <a:ext uri="{FF2B5EF4-FFF2-40B4-BE49-F238E27FC236}">
                <a16:creationId xmlns:a16="http://schemas.microsoft.com/office/drawing/2014/main" id="{00DDFD96-67FD-461F-906B-3255E53AEB98}"/>
              </a:ext>
            </a:extLst>
          </p:cNvPr>
          <p:cNvSpPr>
            <a:spLocks noGrp="1"/>
          </p:cNvSpPr>
          <p:nvPr/>
        </p:nvSpPr>
        <p:spPr>
          <a:xfrm>
            <a:off x="5419611" y="6400080"/>
            <a:ext cx="28398" cy="28398"/>
          </a:xfrm>
          <a:prstGeom prst="ellipse">
            <a:avLst/>
          </a:prstGeom>
          <a:solidFill>
            <a:srgbClr val="7F8C97">
              <a:alpha val="48000"/>
            </a:srgbClr>
          </a:solidFill>
          <a:ln w="0">
            <a:noFill/>
            <a:prstDash val="solid"/>
          </a:ln>
        </p:spPr>
      </p:sp>
      <p:sp>
        <p:nvSpPr>
          <p:cNvPr id="3267" name="03_assume_matched_8564">
            <a:extLst>
              <a:ext uri="{FF2B5EF4-FFF2-40B4-BE49-F238E27FC236}">
                <a16:creationId xmlns:a16="http://schemas.microsoft.com/office/drawing/2014/main" id="{85ED3B87-6750-4202-AD9B-7AB2F65B53C6}"/>
              </a:ext>
            </a:extLst>
          </p:cNvPr>
          <p:cNvSpPr>
            <a:spLocks noGrp="1"/>
          </p:cNvSpPr>
          <p:nvPr/>
        </p:nvSpPr>
        <p:spPr>
          <a:xfrm>
            <a:off x="5392700" y="6010168"/>
            <a:ext cx="28398" cy="28398"/>
          </a:xfrm>
          <a:prstGeom prst="ellipse">
            <a:avLst/>
          </a:prstGeom>
          <a:solidFill>
            <a:srgbClr val="7F8C97">
              <a:alpha val="48000"/>
            </a:srgbClr>
          </a:solidFill>
          <a:ln w="0">
            <a:noFill/>
            <a:prstDash val="solid"/>
          </a:ln>
        </p:spPr>
      </p:sp>
      <p:sp>
        <p:nvSpPr>
          <p:cNvPr id="3268" name="03_assume_matched_8565">
            <a:extLst>
              <a:ext uri="{FF2B5EF4-FFF2-40B4-BE49-F238E27FC236}">
                <a16:creationId xmlns:a16="http://schemas.microsoft.com/office/drawing/2014/main" id="{F6F275DA-879A-4E82-B9DB-6B4703A405CD}"/>
              </a:ext>
            </a:extLst>
          </p:cNvPr>
          <p:cNvSpPr>
            <a:spLocks noGrp="1"/>
          </p:cNvSpPr>
          <p:nvPr/>
        </p:nvSpPr>
        <p:spPr>
          <a:xfrm>
            <a:off x="5310528" y="6595037"/>
            <a:ext cx="28398" cy="28398"/>
          </a:xfrm>
          <a:prstGeom prst="ellipse">
            <a:avLst/>
          </a:prstGeom>
          <a:solidFill>
            <a:srgbClr val="7F8C97">
              <a:alpha val="48000"/>
            </a:srgbClr>
          </a:solidFill>
          <a:ln w="0">
            <a:noFill/>
            <a:prstDash val="solid"/>
          </a:ln>
        </p:spPr>
      </p:sp>
      <p:sp>
        <p:nvSpPr>
          <p:cNvPr id="3269" name="03_assume_matched_8566">
            <a:extLst>
              <a:ext uri="{FF2B5EF4-FFF2-40B4-BE49-F238E27FC236}">
                <a16:creationId xmlns:a16="http://schemas.microsoft.com/office/drawing/2014/main" id="{F6AE3324-42CA-4150-B9DC-185497AEFBA2}"/>
              </a:ext>
            </a:extLst>
          </p:cNvPr>
          <p:cNvSpPr>
            <a:spLocks noGrp="1"/>
          </p:cNvSpPr>
          <p:nvPr/>
        </p:nvSpPr>
        <p:spPr>
          <a:xfrm>
            <a:off x="5317868" y="6010168"/>
            <a:ext cx="28398" cy="28398"/>
          </a:xfrm>
          <a:prstGeom prst="ellipse">
            <a:avLst/>
          </a:prstGeom>
          <a:solidFill>
            <a:srgbClr val="7F8C97">
              <a:alpha val="48000"/>
            </a:srgbClr>
          </a:solidFill>
          <a:ln w="0">
            <a:noFill/>
            <a:prstDash val="solid"/>
          </a:ln>
        </p:spPr>
      </p:sp>
      <p:sp>
        <p:nvSpPr>
          <p:cNvPr id="3270" name="03_assume_matched_8567">
            <a:extLst>
              <a:ext uri="{FF2B5EF4-FFF2-40B4-BE49-F238E27FC236}">
                <a16:creationId xmlns:a16="http://schemas.microsoft.com/office/drawing/2014/main" id="{8118DE15-CD19-4B04-B5A6-A4EA8E012F0A}"/>
              </a:ext>
            </a:extLst>
          </p:cNvPr>
          <p:cNvSpPr>
            <a:spLocks noGrp="1"/>
          </p:cNvSpPr>
          <p:nvPr/>
        </p:nvSpPr>
        <p:spPr>
          <a:xfrm>
            <a:off x="5329093" y="6400080"/>
            <a:ext cx="28398" cy="28398"/>
          </a:xfrm>
          <a:prstGeom prst="ellipse">
            <a:avLst/>
          </a:prstGeom>
          <a:solidFill>
            <a:srgbClr val="7F8C97">
              <a:alpha val="48000"/>
            </a:srgbClr>
          </a:solidFill>
          <a:ln w="0">
            <a:noFill/>
            <a:prstDash val="solid"/>
          </a:ln>
        </p:spPr>
      </p:sp>
      <p:sp>
        <p:nvSpPr>
          <p:cNvPr id="3271" name="03_assume_matched_8568">
            <a:extLst>
              <a:ext uri="{FF2B5EF4-FFF2-40B4-BE49-F238E27FC236}">
                <a16:creationId xmlns:a16="http://schemas.microsoft.com/office/drawing/2014/main" id="{D922CB88-135B-409D-9011-52761E8E3B48}"/>
              </a:ext>
            </a:extLst>
          </p:cNvPr>
          <p:cNvSpPr>
            <a:spLocks noGrp="1"/>
          </p:cNvSpPr>
          <p:nvPr/>
        </p:nvSpPr>
        <p:spPr>
          <a:xfrm>
            <a:off x="5418460" y="6010168"/>
            <a:ext cx="28398" cy="28398"/>
          </a:xfrm>
          <a:prstGeom prst="ellipse">
            <a:avLst/>
          </a:prstGeom>
          <a:solidFill>
            <a:srgbClr val="7F8C97">
              <a:alpha val="48000"/>
            </a:srgbClr>
          </a:solidFill>
          <a:ln w="0">
            <a:noFill/>
            <a:prstDash val="solid"/>
          </a:ln>
        </p:spPr>
      </p:sp>
      <p:sp>
        <p:nvSpPr>
          <p:cNvPr id="3272" name="03_assume_matched_8569">
            <a:extLst>
              <a:ext uri="{FF2B5EF4-FFF2-40B4-BE49-F238E27FC236}">
                <a16:creationId xmlns:a16="http://schemas.microsoft.com/office/drawing/2014/main" id="{7BE93680-C2C9-4AEE-BCCE-34065BDD92B8}"/>
              </a:ext>
            </a:extLst>
          </p:cNvPr>
          <p:cNvSpPr>
            <a:spLocks noGrp="1"/>
          </p:cNvSpPr>
          <p:nvPr/>
        </p:nvSpPr>
        <p:spPr>
          <a:xfrm>
            <a:off x="5331395" y="6010168"/>
            <a:ext cx="28398" cy="28398"/>
          </a:xfrm>
          <a:prstGeom prst="ellipse">
            <a:avLst/>
          </a:prstGeom>
          <a:solidFill>
            <a:srgbClr val="7F8C97">
              <a:alpha val="48000"/>
            </a:srgbClr>
          </a:solidFill>
          <a:ln w="0">
            <a:noFill/>
            <a:prstDash val="solid"/>
          </a:ln>
        </p:spPr>
      </p:sp>
      <p:sp>
        <p:nvSpPr>
          <p:cNvPr id="3273" name="03_assume_matched_8570">
            <a:extLst>
              <a:ext uri="{FF2B5EF4-FFF2-40B4-BE49-F238E27FC236}">
                <a16:creationId xmlns:a16="http://schemas.microsoft.com/office/drawing/2014/main" id="{E4454E83-BD18-446F-AFD2-6D700E2076DC}"/>
              </a:ext>
            </a:extLst>
          </p:cNvPr>
          <p:cNvSpPr>
            <a:spLocks noGrp="1"/>
          </p:cNvSpPr>
          <p:nvPr/>
        </p:nvSpPr>
        <p:spPr>
          <a:xfrm>
            <a:off x="5410401" y="6400080"/>
            <a:ext cx="28398" cy="28398"/>
          </a:xfrm>
          <a:prstGeom prst="ellipse">
            <a:avLst/>
          </a:prstGeom>
          <a:solidFill>
            <a:srgbClr val="7F8C97">
              <a:alpha val="48000"/>
            </a:srgbClr>
          </a:solidFill>
          <a:ln w="0">
            <a:noFill/>
            <a:prstDash val="solid"/>
          </a:ln>
        </p:spPr>
      </p:sp>
      <p:sp>
        <p:nvSpPr>
          <p:cNvPr id="3274" name="03_assume_matched_8571">
            <a:extLst>
              <a:ext uri="{FF2B5EF4-FFF2-40B4-BE49-F238E27FC236}">
                <a16:creationId xmlns:a16="http://schemas.microsoft.com/office/drawing/2014/main" id="{63141C01-00F0-4D39-AF31-C8E13E6F89BC}"/>
              </a:ext>
            </a:extLst>
          </p:cNvPr>
          <p:cNvSpPr>
            <a:spLocks noGrp="1"/>
          </p:cNvSpPr>
          <p:nvPr/>
        </p:nvSpPr>
        <p:spPr>
          <a:xfrm>
            <a:off x="5411552" y="6010168"/>
            <a:ext cx="28398" cy="28398"/>
          </a:xfrm>
          <a:prstGeom prst="ellipse">
            <a:avLst/>
          </a:prstGeom>
          <a:solidFill>
            <a:srgbClr val="7F8C97">
              <a:alpha val="48000"/>
            </a:srgbClr>
          </a:solidFill>
          <a:ln w="0">
            <a:noFill/>
            <a:prstDash val="solid"/>
          </a:ln>
        </p:spPr>
      </p:sp>
      <p:sp>
        <p:nvSpPr>
          <p:cNvPr id="3275" name="03_assume_matched_8572">
            <a:extLst>
              <a:ext uri="{FF2B5EF4-FFF2-40B4-BE49-F238E27FC236}">
                <a16:creationId xmlns:a16="http://schemas.microsoft.com/office/drawing/2014/main" id="{40ECD01A-F59D-4E06-980C-F35FF5DB2664}"/>
              </a:ext>
            </a:extLst>
          </p:cNvPr>
          <p:cNvSpPr>
            <a:spLocks noGrp="1"/>
          </p:cNvSpPr>
          <p:nvPr/>
        </p:nvSpPr>
        <p:spPr>
          <a:xfrm>
            <a:off x="5415294" y="6595037"/>
            <a:ext cx="28398" cy="28398"/>
          </a:xfrm>
          <a:prstGeom prst="ellipse">
            <a:avLst/>
          </a:prstGeom>
          <a:solidFill>
            <a:srgbClr val="7F8C97">
              <a:alpha val="48000"/>
            </a:srgbClr>
          </a:solidFill>
          <a:ln w="0">
            <a:noFill/>
            <a:prstDash val="solid"/>
          </a:ln>
        </p:spPr>
      </p:sp>
      <p:sp>
        <p:nvSpPr>
          <p:cNvPr id="3276" name="03_assume_matched_8573">
            <a:extLst>
              <a:ext uri="{FF2B5EF4-FFF2-40B4-BE49-F238E27FC236}">
                <a16:creationId xmlns:a16="http://schemas.microsoft.com/office/drawing/2014/main" id="{717D1C32-5D9B-4294-B37D-AE26CB9632DF}"/>
              </a:ext>
            </a:extLst>
          </p:cNvPr>
          <p:cNvSpPr>
            <a:spLocks noGrp="1"/>
          </p:cNvSpPr>
          <p:nvPr/>
        </p:nvSpPr>
        <p:spPr>
          <a:xfrm>
            <a:off x="5332546" y="6595037"/>
            <a:ext cx="28398" cy="28398"/>
          </a:xfrm>
          <a:prstGeom prst="ellipse">
            <a:avLst/>
          </a:prstGeom>
          <a:solidFill>
            <a:srgbClr val="7F8C97">
              <a:alpha val="48000"/>
            </a:srgbClr>
          </a:solidFill>
          <a:ln w="0">
            <a:noFill/>
            <a:prstDash val="solid"/>
          </a:ln>
        </p:spPr>
      </p:sp>
      <p:sp>
        <p:nvSpPr>
          <p:cNvPr id="3277" name="03_assume_matched_8574">
            <a:extLst>
              <a:ext uri="{FF2B5EF4-FFF2-40B4-BE49-F238E27FC236}">
                <a16:creationId xmlns:a16="http://schemas.microsoft.com/office/drawing/2014/main" id="{C90AA5C9-3A7E-4B3F-89BC-7E587A04A16F}"/>
              </a:ext>
            </a:extLst>
          </p:cNvPr>
          <p:cNvSpPr>
            <a:spLocks noGrp="1"/>
          </p:cNvSpPr>
          <p:nvPr/>
        </p:nvSpPr>
        <p:spPr>
          <a:xfrm>
            <a:off x="5310816" y="6010168"/>
            <a:ext cx="28398" cy="28398"/>
          </a:xfrm>
          <a:prstGeom prst="ellipse">
            <a:avLst/>
          </a:prstGeom>
          <a:solidFill>
            <a:srgbClr val="7F8C97">
              <a:alpha val="48000"/>
            </a:srgbClr>
          </a:solidFill>
          <a:ln w="0">
            <a:noFill/>
            <a:prstDash val="solid"/>
          </a:ln>
        </p:spPr>
      </p:sp>
      <p:sp>
        <p:nvSpPr>
          <p:cNvPr id="3278" name="03_assume_matched_8575">
            <a:extLst>
              <a:ext uri="{FF2B5EF4-FFF2-40B4-BE49-F238E27FC236}">
                <a16:creationId xmlns:a16="http://schemas.microsoft.com/office/drawing/2014/main" id="{6AFB1DD0-B5EA-459C-9838-766072EBB517}"/>
              </a:ext>
            </a:extLst>
          </p:cNvPr>
          <p:cNvSpPr>
            <a:spLocks noGrp="1"/>
          </p:cNvSpPr>
          <p:nvPr/>
        </p:nvSpPr>
        <p:spPr>
          <a:xfrm>
            <a:off x="5394571" y="6010168"/>
            <a:ext cx="28398" cy="28398"/>
          </a:xfrm>
          <a:prstGeom prst="ellipse">
            <a:avLst/>
          </a:prstGeom>
          <a:solidFill>
            <a:srgbClr val="7F8C97">
              <a:alpha val="48000"/>
            </a:srgbClr>
          </a:solidFill>
          <a:ln w="0">
            <a:noFill/>
            <a:prstDash val="solid"/>
          </a:ln>
        </p:spPr>
      </p:sp>
      <p:sp>
        <p:nvSpPr>
          <p:cNvPr id="3279" name="03_assume_matched_8576">
            <a:extLst>
              <a:ext uri="{FF2B5EF4-FFF2-40B4-BE49-F238E27FC236}">
                <a16:creationId xmlns:a16="http://schemas.microsoft.com/office/drawing/2014/main" id="{1B86599F-111D-43A1-B6F6-96E5C7F9ECF0}"/>
              </a:ext>
            </a:extLst>
          </p:cNvPr>
          <p:cNvSpPr>
            <a:spLocks noGrp="1"/>
          </p:cNvSpPr>
          <p:nvPr/>
        </p:nvSpPr>
        <p:spPr>
          <a:xfrm>
            <a:off x="5304052" y="6010168"/>
            <a:ext cx="28398" cy="28398"/>
          </a:xfrm>
          <a:prstGeom prst="ellipse">
            <a:avLst/>
          </a:prstGeom>
          <a:solidFill>
            <a:srgbClr val="7F8C97">
              <a:alpha val="48000"/>
            </a:srgbClr>
          </a:solidFill>
          <a:ln w="0">
            <a:noFill/>
            <a:prstDash val="solid"/>
          </a:ln>
        </p:spPr>
      </p:sp>
      <p:sp>
        <p:nvSpPr>
          <p:cNvPr id="3280" name="03_assume_matched_8577">
            <a:extLst>
              <a:ext uri="{FF2B5EF4-FFF2-40B4-BE49-F238E27FC236}">
                <a16:creationId xmlns:a16="http://schemas.microsoft.com/office/drawing/2014/main" id="{0146FA84-6055-44D5-95C2-F30C614BC7E7}"/>
              </a:ext>
            </a:extLst>
          </p:cNvPr>
          <p:cNvSpPr>
            <a:spLocks noGrp="1"/>
          </p:cNvSpPr>
          <p:nvPr/>
        </p:nvSpPr>
        <p:spPr>
          <a:xfrm>
            <a:off x="5398169" y="6010168"/>
            <a:ext cx="28398" cy="28398"/>
          </a:xfrm>
          <a:prstGeom prst="ellipse">
            <a:avLst/>
          </a:prstGeom>
          <a:solidFill>
            <a:srgbClr val="7F8C97">
              <a:alpha val="48000"/>
            </a:srgbClr>
          </a:solidFill>
          <a:ln w="0">
            <a:noFill/>
            <a:prstDash val="solid"/>
          </a:ln>
        </p:spPr>
      </p:sp>
      <p:sp>
        <p:nvSpPr>
          <p:cNvPr id="3281" name="03_assume_matched_8578">
            <a:extLst>
              <a:ext uri="{FF2B5EF4-FFF2-40B4-BE49-F238E27FC236}">
                <a16:creationId xmlns:a16="http://schemas.microsoft.com/office/drawing/2014/main" id="{7DB1E792-2F49-481A-A657-3EAAC6324A8B}"/>
              </a:ext>
            </a:extLst>
          </p:cNvPr>
          <p:cNvSpPr>
            <a:spLocks noGrp="1"/>
          </p:cNvSpPr>
          <p:nvPr/>
        </p:nvSpPr>
        <p:spPr>
          <a:xfrm>
            <a:off x="5305348" y="6595037"/>
            <a:ext cx="28398" cy="28398"/>
          </a:xfrm>
          <a:prstGeom prst="ellipse">
            <a:avLst/>
          </a:prstGeom>
          <a:solidFill>
            <a:srgbClr val="7F8C97">
              <a:alpha val="48000"/>
            </a:srgbClr>
          </a:solidFill>
          <a:ln w="0">
            <a:noFill/>
            <a:prstDash val="solid"/>
          </a:ln>
        </p:spPr>
      </p:sp>
      <p:sp>
        <p:nvSpPr>
          <p:cNvPr id="3282" name="03_assume_matched_8579">
            <a:extLst>
              <a:ext uri="{FF2B5EF4-FFF2-40B4-BE49-F238E27FC236}">
                <a16:creationId xmlns:a16="http://schemas.microsoft.com/office/drawing/2014/main" id="{1B9B9F78-FDF0-484D-B8EB-B54A97B8E583}"/>
              </a:ext>
            </a:extLst>
          </p:cNvPr>
          <p:cNvSpPr>
            <a:spLocks noGrp="1"/>
          </p:cNvSpPr>
          <p:nvPr/>
        </p:nvSpPr>
        <p:spPr>
          <a:xfrm>
            <a:off x="5425799" y="6010168"/>
            <a:ext cx="28398" cy="28398"/>
          </a:xfrm>
          <a:prstGeom prst="ellipse">
            <a:avLst/>
          </a:prstGeom>
          <a:solidFill>
            <a:srgbClr val="7F8C97">
              <a:alpha val="48000"/>
            </a:srgbClr>
          </a:solidFill>
          <a:ln w="0">
            <a:noFill/>
            <a:prstDash val="solid"/>
          </a:ln>
        </p:spPr>
      </p:sp>
      <p:sp>
        <p:nvSpPr>
          <p:cNvPr id="3283" name="03_assume_matched_8580">
            <a:extLst>
              <a:ext uri="{FF2B5EF4-FFF2-40B4-BE49-F238E27FC236}">
                <a16:creationId xmlns:a16="http://schemas.microsoft.com/office/drawing/2014/main" id="{FDD371A0-6C34-40E7-BC9C-F05564170E28}"/>
              </a:ext>
            </a:extLst>
          </p:cNvPr>
          <p:cNvSpPr>
            <a:spLocks noGrp="1"/>
          </p:cNvSpPr>
          <p:nvPr/>
        </p:nvSpPr>
        <p:spPr>
          <a:xfrm>
            <a:off x="5403781" y="6010168"/>
            <a:ext cx="28398" cy="28398"/>
          </a:xfrm>
          <a:prstGeom prst="ellipse">
            <a:avLst/>
          </a:prstGeom>
          <a:solidFill>
            <a:srgbClr val="7F8C97">
              <a:alpha val="48000"/>
            </a:srgbClr>
          </a:solidFill>
          <a:ln w="0">
            <a:noFill/>
            <a:prstDash val="solid"/>
          </a:ln>
        </p:spPr>
      </p:sp>
      <p:sp>
        <p:nvSpPr>
          <p:cNvPr id="3284" name="03_assume_matched_8581">
            <a:extLst>
              <a:ext uri="{FF2B5EF4-FFF2-40B4-BE49-F238E27FC236}">
                <a16:creationId xmlns:a16="http://schemas.microsoft.com/office/drawing/2014/main" id="{B0B93A0C-1C6E-4C68-BB25-3D487B41F6DA}"/>
              </a:ext>
            </a:extLst>
          </p:cNvPr>
          <p:cNvSpPr>
            <a:spLocks noGrp="1"/>
          </p:cNvSpPr>
          <p:nvPr/>
        </p:nvSpPr>
        <p:spPr>
          <a:xfrm>
            <a:off x="5351686" y="6010168"/>
            <a:ext cx="28398" cy="28398"/>
          </a:xfrm>
          <a:prstGeom prst="ellipse">
            <a:avLst/>
          </a:prstGeom>
          <a:solidFill>
            <a:srgbClr val="7F8C97">
              <a:alpha val="48000"/>
            </a:srgbClr>
          </a:solidFill>
          <a:ln w="0">
            <a:noFill/>
            <a:prstDash val="solid"/>
          </a:ln>
        </p:spPr>
      </p:sp>
      <p:sp>
        <p:nvSpPr>
          <p:cNvPr id="3285" name="03_assume_matched_8582">
            <a:extLst>
              <a:ext uri="{FF2B5EF4-FFF2-40B4-BE49-F238E27FC236}">
                <a16:creationId xmlns:a16="http://schemas.microsoft.com/office/drawing/2014/main" id="{E165D61B-FE8F-4B87-89EB-CA729388C16E}"/>
              </a:ext>
            </a:extLst>
          </p:cNvPr>
          <p:cNvSpPr>
            <a:spLocks noGrp="1"/>
          </p:cNvSpPr>
          <p:nvPr/>
        </p:nvSpPr>
        <p:spPr>
          <a:xfrm>
            <a:off x="5327366" y="6595037"/>
            <a:ext cx="28398" cy="28398"/>
          </a:xfrm>
          <a:prstGeom prst="ellipse">
            <a:avLst/>
          </a:prstGeom>
          <a:solidFill>
            <a:srgbClr val="7F8C97">
              <a:alpha val="48000"/>
            </a:srgbClr>
          </a:solidFill>
          <a:ln w="0">
            <a:noFill/>
            <a:prstDash val="solid"/>
          </a:ln>
        </p:spPr>
      </p:sp>
      <p:sp>
        <p:nvSpPr>
          <p:cNvPr id="3286" name="03_assume_matched_8583">
            <a:extLst>
              <a:ext uri="{FF2B5EF4-FFF2-40B4-BE49-F238E27FC236}">
                <a16:creationId xmlns:a16="http://schemas.microsoft.com/office/drawing/2014/main" id="{F409899E-7B46-40B8-A877-E1F850522461}"/>
              </a:ext>
            </a:extLst>
          </p:cNvPr>
          <p:cNvSpPr>
            <a:spLocks noGrp="1"/>
          </p:cNvSpPr>
          <p:nvPr/>
        </p:nvSpPr>
        <p:spPr>
          <a:xfrm>
            <a:off x="5429829" y="6595037"/>
            <a:ext cx="28398" cy="28398"/>
          </a:xfrm>
          <a:prstGeom prst="ellipse">
            <a:avLst/>
          </a:prstGeom>
          <a:solidFill>
            <a:srgbClr val="7F8C97">
              <a:alpha val="48000"/>
            </a:srgbClr>
          </a:solidFill>
          <a:ln w="0">
            <a:noFill/>
            <a:prstDash val="solid"/>
          </a:ln>
        </p:spPr>
      </p:sp>
      <p:sp>
        <p:nvSpPr>
          <p:cNvPr id="3287" name="03_assume_matched_8584">
            <a:extLst>
              <a:ext uri="{FF2B5EF4-FFF2-40B4-BE49-F238E27FC236}">
                <a16:creationId xmlns:a16="http://schemas.microsoft.com/office/drawing/2014/main" id="{CCA85EBE-DAFF-49DD-9667-A01407AC2CF6}"/>
              </a:ext>
            </a:extLst>
          </p:cNvPr>
          <p:cNvSpPr>
            <a:spLocks noGrp="1"/>
          </p:cNvSpPr>
          <p:nvPr/>
        </p:nvSpPr>
        <p:spPr>
          <a:xfrm>
            <a:off x="5377590" y="6595037"/>
            <a:ext cx="28398" cy="28398"/>
          </a:xfrm>
          <a:prstGeom prst="ellipse">
            <a:avLst/>
          </a:prstGeom>
          <a:solidFill>
            <a:srgbClr val="7F8C97">
              <a:alpha val="48000"/>
            </a:srgbClr>
          </a:solidFill>
          <a:ln w="0">
            <a:noFill/>
            <a:prstDash val="solid"/>
          </a:ln>
        </p:spPr>
      </p:sp>
      <p:sp>
        <p:nvSpPr>
          <p:cNvPr id="3288" name="03_assume_matched_8585">
            <a:extLst>
              <a:ext uri="{FF2B5EF4-FFF2-40B4-BE49-F238E27FC236}">
                <a16:creationId xmlns:a16="http://schemas.microsoft.com/office/drawing/2014/main" id="{E30E201F-E64C-47B5-A658-766F5ED40F0B}"/>
              </a:ext>
            </a:extLst>
          </p:cNvPr>
          <p:cNvSpPr>
            <a:spLocks noGrp="1"/>
          </p:cNvSpPr>
          <p:nvPr/>
        </p:nvSpPr>
        <p:spPr>
          <a:xfrm>
            <a:off x="5410401" y="6595037"/>
            <a:ext cx="28398" cy="28398"/>
          </a:xfrm>
          <a:prstGeom prst="ellipse">
            <a:avLst/>
          </a:prstGeom>
          <a:solidFill>
            <a:srgbClr val="7F8C97">
              <a:alpha val="48000"/>
            </a:srgbClr>
          </a:solidFill>
          <a:ln w="0">
            <a:noFill/>
            <a:prstDash val="solid"/>
          </a:ln>
        </p:spPr>
      </p:sp>
      <p:sp>
        <p:nvSpPr>
          <p:cNvPr id="3289" name="03_assume_matched_8586">
            <a:extLst>
              <a:ext uri="{FF2B5EF4-FFF2-40B4-BE49-F238E27FC236}">
                <a16:creationId xmlns:a16="http://schemas.microsoft.com/office/drawing/2014/main" id="{F4D96362-8B4E-47EA-80B9-2D69A0F6989A}"/>
              </a:ext>
            </a:extLst>
          </p:cNvPr>
          <p:cNvSpPr>
            <a:spLocks noGrp="1"/>
          </p:cNvSpPr>
          <p:nvPr/>
        </p:nvSpPr>
        <p:spPr>
          <a:xfrm>
            <a:off x="5309521" y="6478063"/>
            <a:ext cx="28398" cy="28398"/>
          </a:xfrm>
          <a:prstGeom prst="ellipse">
            <a:avLst/>
          </a:prstGeom>
          <a:solidFill>
            <a:srgbClr val="7F8C97">
              <a:alpha val="48000"/>
            </a:srgbClr>
          </a:solidFill>
          <a:ln w="0">
            <a:noFill/>
            <a:prstDash val="solid"/>
          </a:ln>
        </p:spPr>
      </p:sp>
      <p:sp>
        <p:nvSpPr>
          <p:cNvPr id="3290" name="03_assume_matched_8587">
            <a:extLst>
              <a:ext uri="{FF2B5EF4-FFF2-40B4-BE49-F238E27FC236}">
                <a16:creationId xmlns:a16="http://schemas.microsoft.com/office/drawing/2014/main" id="{90DA758D-5A4A-4C7F-A8A9-E53A58DB1A9E}"/>
              </a:ext>
            </a:extLst>
          </p:cNvPr>
          <p:cNvSpPr>
            <a:spLocks noGrp="1"/>
          </p:cNvSpPr>
          <p:nvPr/>
        </p:nvSpPr>
        <p:spPr>
          <a:xfrm>
            <a:off x="5401479" y="6595037"/>
            <a:ext cx="28398" cy="28398"/>
          </a:xfrm>
          <a:prstGeom prst="ellipse">
            <a:avLst/>
          </a:prstGeom>
          <a:solidFill>
            <a:srgbClr val="7F8C97">
              <a:alpha val="48000"/>
            </a:srgbClr>
          </a:solidFill>
          <a:ln w="0">
            <a:noFill/>
            <a:prstDash val="solid"/>
          </a:ln>
        </p:spPr>
      </p:sp>
      <p:sp>
        <p:nvSpPr>
          <p:cNvPr id="3291" name="03_assume_matched_8588">
            <a:extLst>
              <a:ext uri="{FF2B5EF4-FFF2-40B4-BE49-F238E27FC236}">
                <a16:creationId xmlns:a16="http://schemas.microsoft.com/office/drawing/2014/main" id="{1430C67C-1269-4B35-A543-27BA15C1549A}"/>
              </a:ext>
            </a:extLst>
          </p:cNvPr>
          <p:cNvSpPr>
            <a:spLocks noGrp="1"/>
          </p:cNvSpPr>
          <p:nvPr/>
        </p:nvSpPr>
        <p:spPr>
          <a:xfrm>
            <a:off x="5380612" y="6010168"/>
            <a:ext cx="28398" cy="28398"/>
          </a:xfrm>
          <a:prstGeom prst="ellipse">
            <a:avLst/>
          </a:prstGeom>
          <a:solidFill>
            <a:srgbClr val="7F8C97">
              <a:alpha val="48000"/>
            </a:srgbClr>
          </a:solidFill>
          <a:ln w="0">
            <a:noFill/>
            <a:prstDash val="solid"/>
          </a:ln>
        </p:spPr>
      </p:sp>
      <p:sp>
        <p:nvSpPr>
          <p:cNvPr id="3292" name="03_assume_matched_8589">
            <a:extLst>
              <a:ext uri="{FF2B5EF4-FFF2-40B4-BE49-F238E27FC236}">
                <a16:creationId xmlns:a16="http://schemas.microsoft.com/office/drawing/2014/main" id="{C385B240-42CC-4496-BCF6-409960B04223}"/>
              </a:ext>
            </a:extLst>
          </p:cNvPr>
          <p:cNvSpPr>
            <a:spLocks noGrp="1"/>
          </p:cNvSpPr>
          <p:nvPr/>
        </p:nvSpPr>
        <p:spPr>
          <a:xfrm>
            <a:off x="5289230" y="6010168"/>
            <a:ext cx="28398" cy="28398"/>
          </a:xfrm>
          <a:prstGeom prst="ellipse">
            <a:avLst/>
          </a:prstGeom>
          <a:solidFill>
            <a:srgbClr val="7F8C97">
              <a:alpha val="48000"/>
            </a:srgbClr>
          </a:solidFill>
          <a:ln w="0">
            <a:noFill/>
            <a:prstDash val="solid"/>
          </a:ln>
        </p:spPr>
      </p:sp>
      <p:sp>
        <p:nvSpPr>
          <p:cNvPr id="3293" name="03_assume_matched_8590">
            <a:extLst>
              <a:ext uri="{FF2B5EF4-FFF2-40B4-BE49-F238E27FC236}">
                <a16:creationId xmlns:a16="http://schemas.microsoft.com/office/drawing/2014/main" id="{6D24369E-FD34-4898-9298-5DB99D46974C}"/>
              </a:ext>
            </a:extLst>
          </p:cNvPr>
          <p:cNvSpPr>
            <a:spLocks noGrp="1"/>
          </p:cNvSpPr>
          <p:nvPr/>
        </p:nvSpPr>
        <p:spPr>
          <a:xfrm>
            <a:off x="5348520" y="6595037"/>
            <a:ext cx="28398" cy="28398"/>
          </a:xfrm>
          <a:prstGeom prst="ellipse">
            <a:avLst/>
          </a:prstGeom>
          <a:solidFill>
            <a:srgbClr val="7F8C97">
              <a:alpha val="48000"/>
            </a:srgbClr>
          </a:solidFill>
          <a:ln w="0">
            <a:noFill/>
            <a:prstDash val="solid"/>
          </a:ln>
        </p:spPr>
      </p:sp>
      <p:sp>
        <p:nvSpPr>
          <p:cNvPr id="3294" name="03_assume_matched_8591">
            <a:extLst>
              <a:ext uri="{FF2B5EF4-FFF2-40B4-BE49-F238E27FC236}">
                <a16:creationId xmlns:a16="http://schemas.microsoft.com/office/drawing/2014/main" id="{FABD80A1-00C7-496F-AB2D-68CD28278CF3}"/>
              </a:ext>
            </a:extLst>
          </p:cNvPr>
          <p:cNvSpPr>
            <a:spLocks noGrp="1"/>
          </p:cNvSpPr>
          <p:nvPr/>
        </p:nvSpPr>
        <p:spPr>
          <a:xfrm>
            <a:off x="5330676" y="6595037"/>
            <a:ext cx="28398" cy="28398"/>
          </a:xfrm>
          <a:prstGeom prst="ellipse">
            <a:avLst/>
          </a:prstGeom>
          <a:solidFill>
            <a:srgbClr val="7F8C97">
              <a:alpha val="48000"/>
            </a:srgbClr>
          </a:solidFill>
          <a:ln w="0">
            <a:noFill/>
            <a:prstDash val="solid"/>
          </a:ln>
        </p:spPr>
      </p:sp>
      <p:sp>
        <p:nvSpPr>
          <p:cNvPr id="3295" name="03_assume_matched_8592">
            <a:extLst>
              <a:ext uri="{FF2B5EF4-FFF2-40B4-BE49-F238E27FC236}">
                <a16:creationId xmlns:a16="http://schemas.microsoft.com/office/drawing/2014/main" id="{F41839B3-C418-4EAA-90CC-FF62F3E8102A}"/>
              </a:ext>
            </a:extLst>
          </p:cNvPr>
          <p:cNvSpPr>
            <a:spLocks noGrp="1"/>
          </p:cNvSpPr>
          <p:nvPr/>
        </p:nvSpPr>
        <p:spPr>
          <a:xfrm>
            <a:off x="5362911" y="6010168"/>
            <a:ext cx="28398" cy="28398"/>
          </a:xfrm>
          <a:prstGeom prst="ellipse">
            <a:avLst/>
          </a:prstGeom>
          <a:solidFill>
            <a:srgbClr val="7F8C97">
              <a:alpha val="48000"/>
            </a:srgbClr>
          </a:solidFill>
          <a:ln w="0">
            <a:noFill/>
            <a:prstDash val="solid"/>
          </a:ln>
        </p:spPr>
      </p:sp>
      <p:sp>
        <p:nvSpPr>
          <p:cNvPr id="3296" name="03_assume_matched_8593">
            <a:extLst>
              <a:ext uri="{FF2B5EF4-FFF2-40B4-BE49-F238E27FC236}">
                <a16:creationId xmlns:a16="http://schemas.microsoft.com/office/drawing/2014/main" id="{056C2576-D4D0-4F0C-8851-BD460FD5C6E2}"/>
              </a:ext>
            </a:extLst>
          </p:cNvPr>
          <p:cNvSpPr>
            <a:spLocks noGrp="1"/>
          </p:cNvSpPr>
          <p:nvPr/>
        </p:nvSpPr>
        <p:spPr>
          <a:xfrm>
            <a:off x="5344779" y="6546298"/>
            <a:ext cx="28398" cy="28398"/>
          </a:xfrm>
          <a:prstGeom prst="ellipse">
            <a:avLst/>
          </a:prstGeom>
          <a:solidFill>
            <a:srgbClr val="7F8C97">
              <a:alpha val="48000"/>
            </a:srgbClr>
          </a:solidFill>
          <a:ln w="0">
            <a:noFill/>
            <a:prstDash val="solid"/>
          </a:ln>
        </p:spPr>
      </p:sp>
      <p:sp>
        <p:nvSpPr>
          <p:cNvPr id="3297" name="03_assume_matched_8594">
            <a:extLst>
              <a:ext uri="{FF2B5EF4-FFF2-40B4-BE49-F238E27FC236}">
                <a16:creationId xmlns:a16="http://schemas.microsoft.com/office/drawing/2014/main" id="{895B22F7-6730-4CBC-B44B-8DEB2A5FBC83}"/>
              </a:ext>
            </a:extLst>
          </p:cNvPr>
          <p:cNvSpPr>
            <a:spLocks noGrp="1"/>
          </p:cNvSpPr>
          <p:nvPr/>
        </p:nvSpPr>
        <p:spPr>
          <a:xfrm>
            <a:off x="5406947" y="6448819"/>
            <a:ext cx="28398" cy="28398"/>
          </a:xfrm>
          <a:prstGeom prst="ellipse">
            <a:avLst/>
          </a:prstGeom>
          <a:solidFill>
            <a:srgbClr val="7F8C97">
              <a:alpha val="48000"/>
            </a:srgbClr>
          </a:solidFill>
          <a:ln w="0">
            <a:noFill/>
            <a:prstDash val="solid"/>
          </a:ln>
        </p:spPr>
      </p:sp>
      <p:sp>
        <p:nvSpPr>
          <p:cNvPr id="3298" name="03_assume_matched_8595">
            <a:extLst>
              <a:ext uri="{FF2B5EF4-FFF2-40B4-BE49-F238E27FC236}">
                <a16:creationId xmlns:a16="http://schemas.microsoft.com/office/drawing/2014/main" id="{04649FA1-F7C0-4C43-AD6B-6D5D6A614764}"/>
              </a:ext>
            </a:extLst>
          </p:cNvPr>
          <p:cNvSpPr>
            <a:spLocks noGrp="1"/>
          </p:cNvSpPr>
          <p:nvPr/>
        </p:nvSpPr>
        <p:spPr>
          <a:xfrm>
            <a:off x="5305060" y="6010168"/>
            <a:ext cx="28398" cy="28398"/>
          </a:xfrm>
          <a:prstGeom prst="ellipse">
            <a:avLst/>
          </a:prstGeom>
          <a:solidFill>
            <a:srgbClr val="7F8C97">
              <a:alpha val="48000"/>
            </a:srgbClr>
          </a:solidFill>
          <a:ln w="0">
            <a:noFill/>
            <a:prstDash val="solid"/>
          </a:ln>
        </p:spPr>
      </p:sp>
      <p:sp>
        <p:nvSpPr>
          <p:cNvPr id="3299" name="03_assume_matched_8596">
            <a:extLst>
              <a:ext uri="{FF2B5EF4-FFF2-40B4-BE49-F238E27FC236}">
                <a16:creationId xmlns:a16="http://schemas.microsoft.com/office/drawing/2014/main" id="{B362A94E-F878-406A-A7FC-0658B575C5FC}"/>
              </a:ext>
            </a:extLst>
          </p:cNvPr>
          <p:cNvSpPr>
            <a:spLocks noGrp="1"/>
          </p:cNvSpPr>
          <p:nvPr/>
        </p:nvSpPr>
        <p:spPr>
          <a:xfrm>
            <a:off x="5311680" y="6010168"/>
            <a:ext cx="28398" cy="28398"/>
          </a:xfrm>
          <a:prstGeom prst="ellipse">
            <a:avLst/>
          </a:prstGeom>
          <a:solidFill>
            <a:srgbClr val="7F8C97">
              <a:alpha val="48000"/>
            </a:srgbClr>
          </a:solidFill>
          <a:ln w="0">
            <a:noFill/>
            <a:prstDash val="solid"/>
          </a:ln>
        </p:spPr>
      </p:sp>
      <p:sp>
        <p:nvSpPr>
          <p:cNvPr id="3300" name="03_assume_matched_8597">
            <a:extLst>
              <a:ext uri="{FF2B5EF4-FFF2-40B4-BE49-F238E27FC236}">
                <a16:creationId xmlns:a16="http://schemas.microsoft.com/office/drawing/2014/main" id="{F6D4644E-5F08-449E-AD8A-5BEE02525E16}"/>
              </a:ext>
            </a:extLst>
          </p:cNvPr>
          <p:cNvSpPr>
            <a:spLocks noGrp="1"/>
          </p:cNvSpPr>
          <p:nvPr/>
        </p:nvSpPr>
        <p:spPr>
          <a:xfrm>
            <a:off x="5371546" y="6010168"/>
            <a:ext cx="28398" cy="28398"/>
          </a:xfrm>
          <a:prstGeom prst="ellipse">
            <a:avLst/>
          </a:prstGeom>
          <a:solidFill>
            <a:srgbClr val="7F8C97">
              <a:alpha val="48000"/>
            </a:srgbClr>
          </a:solidFill>
          <a:ln w="0">
            <a:noFill/>
            <a:prstDash val="solid"/>
          </a:ln>
        </p:spPr>
      </p:sp>
      <p:sp>
        <p:nvSpPr>
          <p:cNvPr id="3301" name="03_assume_matched_8598">
            <a:extLst>
              <a:ext uri="{FF2B5EF4-FFF2-40B4-BE49-F238E27FC236}">
                <a16:creationId xmlns:a16="http://schemas.microsoft.com/office/drawing/2014/main" id="{58F23170-44A6-44D5-ACAB-6C197B607214}"/>
              </a:ext>
            </a:extLst>
          </p:cNvPr>
          <p:cNvSpPr>
            <a:spLocks noGrp="1"/>
          </p:cNvSpPr>
          <p:nvPr/>
        </p:nvSpPr>
        <p:spPr>
          <a:xfrm>
            <a:off x="5370251" y="6010168"/>
            <a:ext cx="28398" cy="28398"/>
          </a:xfrm>
          <a:prstGeom prst="ellipse">
            <a:avLst/>
          </a:prstGeom>
          <a:solidFill>
            <a:srgbClr val="7F8C97">
              <a:alpha val="48000"/>
            </a:srgbClr>
          </a:solidFill>
          <a:ln w="0">
            <a:noFill/>
            <a:prstDash val="solid"/>
          </a:ln>
        </p:spPr>
      </p:sp>
      <p:sp>
        <p:nvSpPr>
          <p:cNvPr id="3302" name="03_assume_matched_8599">
            <a:extLst>
              <a:ext uri="{FF2B5EF4-FFF2-40B4-BE49-F238E27FC236}">
                <a16:creationId xmlns:a16="http://schemas.microsoft.com/office/drawing/2014/main" id="{1D10FDF9-6E62-44DF-BFF6-ED3FC5ACA8CD}"/>
              </a:ext>
            </a:extLst>
          </p:cNvPr>
          <p:cNvSpPr>
            <a:spLocks noGrp="1"/>
          </p:cNvSpPr>
          <p:nvPr/>
        </p:nvSpPr>
        <p:spPr>
          <a:xfrm>
            <a:off x="5417021" y="6010168"/>
            <a:ext cx="28398" cy="28398"/>
          </a:xfrm>
          <a:prstGeom prst="ellipse">
            <a:avLst/>
          </a:prstGeom>
          <a:solidFill>
            <a:srgbClr val="7F8C97">
              <a:alpha val="48000"/>
            </a:srgbClr>
          </a:solidFill>
          <a:ln w="0">
            <a:noFill/>
            <a:prstDash val="solid"/>
          </a:ln>
        </p:spPr>
      </p:sp>
      <p:sp>
        <p:nvSpPr>
          <p:cNvPr id="3303" name="03_assume_matched_8600">
            <a:extLst>
              <a:ext uri="{FF2B5EF4-FFF2-40B4-BE49-F238E27FC236}">
                <a16:creationId xmlns:a16="http://schemas.microsoft.com/office/drawing/2014/main" id="{91B97AEE-A17C-4774-96E7-6140990A92C6}"/>
              </a:ext>
            </a:extLst>
          </p:cNvPr>
          <p:cNvSpPr>
            <a:spLocks noGrp="1"/>
          </p:cNvSpPr>
          <p:nvPr/>
        </p:nvSpPr>
        <p:spPr>
          <a:xfrm>
            <a:off x="5395291" y="6010168"/>
            <a:ext cx="28398" cy="28398"/>
          </a:xfrm>
          <a:prstGeom prst="ellipse">
            <a:avLst/>
          </a:prstGeom>
          <a:solidFill>
            <a:srgbClr val="7F8C97">
              <a:alpha val="48000"/>
            </a:srgbClr>
          </a:solidFill>
          <a:ln w="0">
            <a:noFill/>
            <a:prstDash val="solid"/>
          </a:ln>
        </p:spPr>
      </p:sp>
      <p:sp>
        <p:nvSpPr>
          <p:cNvPr id="3304" name="03_assume_matched_8601">
            <a:extLst>
              <a:ext uri="{FF2B5EF4-FFF2-40B4-BE49-F238E27FC236}">
                <a16:creationId xmlns:a16="http://schemas.microsoft.com/office/drawing/2014/main" id="{A2151715-2133-4B41-B8F8-5D2A322BEBCC}"/>
              </a:ext>
            </a:extLst>
          </p:cNvPr>
          <p:cNvSpPr>
            <a:spLocks noGrp="1"/>
          </p:cNvSpPr>
          <p:nvPr/>
        </p:nvSpPr>
        <p:spPr>
          <a:xfrm>
            <a:off x="5327366" y="6595037"/>
            <a:ext cx="28398" cy="28398"/>
          </a:xfrm>
          <a:prstGeom prst="ellipse">
            <a:avLst/>
          </a:prstGeom>
          <a:solidFill>
            <a:srgbClr val="7F8C97">
              <a:alpha val="48000"/>
            </a:srgbClr>
          </a:solidFill>
          <a:ln w="0">
            <a:noFill/>
            <a:prstDash val="solid"/>
          </a:ln>
        </p:spPr>
      </p:sp>
      <p:sp>
        <p:nvSpPr>
          <p:cNvPr id="3305" name="03_assume_matched_8602">
            <a:extLst>
              <a:ext uri="{FF2B5EF4-FFF2-40B4-BE49-F238E27FC236}">
                <a16:creationId xmlns:a16="http://schemas.microsoft.com/office/drawing/2014/main" id="{3FC0D28E-CEA3-401D-A909-4D68A86F88F0}"/>
              </a:ext>
            </a:extLst>
          </p:cNvPr>
          <p:cNvSpPr>
            <a:spLocks noGrp="1"/>
          </p:cNvSpPr>
          <p:nvPr/>
        </p:nvSpPr>
        <p:spPr>
          <a:xfrm>
            <a:off x="5398169" y="6595037"/>
            <a:ext cx="28398" cy="28398"/>
          </a:xfrm>
          <a:prstGeom prst="ellipse">
            <a:avLst/>
          </a:prstGeom>
          <a:solidFill>
            <a:srgbClr val="7F8C97">
              <a:alpha val="48000"/>
            </a:srgbClr>
          </a:solidFill>
          <a:ln w="0">
            <a:noFill/>
            <a:prstDash val="solid"/>
          </a:ln>
        </p:spPr>
      </p:sp>
      <p:sp>
        <p:nvSpPr>
          <p:cNvPr id="3306" name="03_assume_matched_8603">
            <a:extLst>
              <a:ext uri="{FF2B5EF4-FFF2-40B4-BE49-F238E27FC236}">
                <a16:creationId xmlns:a16="http://schemas.microsoft.com/office/drawing/2014/main" id="{CE6253F9-BA9C-4CAA-B70E-6D63F3EAF86E}"/>
              </a:ext>
            </a:extLst>
          </p:cNvPr>
          <p:cNvSpPr>
            <a:spLocks noGrp="1"/>
          </p:cNvSpPr>
          <p:nvPr/>
        </p:nvSpPr>
        <p:spPr>
          <a:xfrm>
            <a:off x="5386512" y="6205124"/>
            <a:ext cx="28398" cy="28398"/>
          </a:xfrm>
          <a:prstGeom prst="ellipse">
            <a:avLst/>
          </a:prstGeom>
          <a:solidFill>
            <a:srgbClr val="7F8C97">
              <a:alpha val="48000"/>
            </a:srgbClr>
          </a:solidFill>
          <a:ln w="0">
            <a:noFill/>
            <a:prstDash val="solid"/>
          </a:ln>
        </p:spPr>
      </p:sp>
      <p:sp>
        <p:nvSpPr>
          <p:cNvPr id="3307" name="03_assume_matched_8604">
            <a:extLst>
              <a:ext uri="{FF2B5EF4-FFF2-40B4-BE49-F238E27FC236}">
                <a16:creationId xmlns:a16="http://schemas.microsoft.com/office/drawing/2014/main" id="{BA459E99-D35C-4962-9729-651657F155E4}"/>
              </a:ext>
            </a:extLst>
          </p:cNvPr>
          <p:cNvSpPr>
            <a:spLocks noGrp="1"/>
          </p:cNvSpPr>
          <p:nvPr/>
        </p:nvSpPr>
        <p:spPr>
          <a:xfrm>
            <a:off x="5392700" y="6010168"/>
            <a:ext cx="28398" cy="28398"/>
          </a:xfrm>
          <a:prstGeom prst="ellipse">
            <a:avLst/>
          </a:prstGeom>
          <a:solidFill>
            <a:srgbClr val="7F8C97">
              <a:alpha val="48000"/>
            </a:srgbClr>
          </a:solidFill>
          <a:ln w="0">
            <a:noFill/>
            <a:prstDash val="solid"/>
          </a:ln>
        </p:spPr>
      </p:sp>
      <p:sp>
        <p:nvSpPr>
          <p:cNvPr id="3308" name="03_assume_matched_8605">
            <a:extLst>
              <a:ext uri="{FF2B5EF4-FFF2-40B4-BE49-F238E27FC236}">
                <a16:creationId xmlns:a16="http://schemas.microsoft.com/office/drawing/2014/main" id="{D0F3F360-F641-43A9-8512-9EF60404588C}"/>
              </a:ext>
            </a:extLst>
          </p:cNvPr>
          <p:cNvSpPr>
            <a:spLocks noGrp="1"/>
          </p:cNvSpPr>
          <p:nvPr/>
        </p:nvSpPr>
        <p:spPr>
          <a:xfrm>
            <a:off x="5406084" y="6595037"/>
            <a:ext cx="28398" cy="28398"/>
          </a:xfrm>
          <a:prstGeom prst="ellipse">
            <a:avLst/>
          </a:prstGeom>
          <a:solidFill>
            <a:srgbClr val="7F8C97">
              <a:alpha val="48000"/>
            </a:srgbClr>
          </a:solidFill>
          <a:ln w="0">
            <a:noFill/>
            <a:prstDash val="solid"/>
          </a:ln>
        </p:spPr>
      </p:sp>
      <p:sp>
        <p:nvSpPr>
          <p:cNvPr id="3309" name="03_assume_matched_8606">
            <a:extLst>
              <a:ext uri="{FF2B5EF4-FFF2-40B4-BE49-F238E27FC236}">
                <a16:creationId xmlns:a16="http://schemas.microsoft.com/office/drawing/2014/main" id="{77253E0C-7627-4A13-816E-2320CE5BD293}"/>
              </a:ext>
            </a:extLst>
          </p:cNvPr>
          <p:cNvSpPr>
            <a:spLocks noGrp="1"/>
          </p:cNvSpPr>
          <p:nvPr/>
        </p:nvSpPr>
        <p:spPr>
          <a:xfrm>
            <a:off x="5314702" y="6010168"/>
            <a:ext cx="28398" cy="28398"/>
          </a:xfrm>
          <a:prstGeom prst="ellipse">
            <a:avLst/>
          </a:prstGeom>
          <a:solidFill>
            <a:srgbClr val="7F8C97">
              <a:alpha val="48000"/>
            </a:srgbClr>
          </a:solidFill>
          <a:ln w="0">
            <a:noFill/>
            <a:prstDash val="solid"/>
          </a:ln>
        </p:spPr>
      </p:sp>
      <p:sp>
        <p:nvSpPr>
          <p:cNvPr id="3310" name="03_assume_matched_8607">
            <a:extLst>
              <a:ext uri="{FF2B5EF4-FFF2-40B4-BE49-F238E27FC236}">
                <a16:creationId xmlns:a16="http://schemas.microsoft.com/office/drawing/2014/main" id="{1E068BA8-1601-430A-A35C-70351B4C9CB7}"/>
              </a:ext>
            </a:extLst>
          </p:cNvPr>
          <p:cNvSpPr>
            <a:spLocks noGrp="1"/>
          </p:cNvSpPr>
          <p:nvPr/>
        </p:nvSpPr>
        <p:spPr>
          <a:xfrm>
            <a:off x="5303909" y="6010168"/>
            <a:ext cx="28398" cy="28398"/>
          </a:xfrm>
          <a:prstGeom prst="ellipse">
            <a:avLst/>
          </a:prstGeom>
          <a:solidFill>
            <a:srgbClr val="7F8C97">
              <a:alpha val="48000"/>
            </a:srgbClr>
          </a:solidFill>
          <a:ln w="0">
            <a:noFill/>
            <a:prstDash val="solid"/>
          </a:ln>
        </p:spPr>
      </p:sp>
      <p:sp>
        <p:nvSpPr>
          <p:cNvPr id="3311" name="03_assume_matched_8608">
            <a:extLst>
              <a:ext uri="{FF2B5EF4-FFF2-40B4-BE49-F238E27FC236}">
                <a16:creationId xmlns:a16="http://schemas.microsoft.com/office/drawing/2014/main" id="{B1991B37-A351-4FAB-87E2-B182B11B98C1}"/>
              </a:ext>
            </a:extLst>
          </p:cNvPr>
          <p:cNvSpPr>
            <a:spLocks noGrp="1"/>
          </p:cNvSpPr>
          <p:nvPr/>
        </p:nvSpPr>
        <p:spPr>
          <a:xfrm>
            <a:off x="5386800" y="6156385"/>
            <a:ext cx="28398" cy="28398"/>
          </a:xfrm>
          <a:prstGeom prst="ellipse">
            <a:avLst/>
          </a:prstGeom>
          <a:solidFill>
            <a:srgbClr val="7F8C97">
              <a:alpha val="48000"/>
            </a:srgbClr>
          </a:solidFill>
          <a:ln w="0">
            <a:noFill/>
            <a:prstDash val="solid"/>
          </a:ln>
        </p:spPr>
      </p:sp>
      <p:sp>
        <p:nvSpPr>
          <p:cNvPr id="3312" name="03_assume_matched_8609">
            <a:extLst>
              <a:ext uri="{FF2B5EF4-FFF2-40B4-BE49-F238E27FC236}">
                <a16:creationId xmlns:a16="http://schemas.microsoft.com/office/drawing/2014/main" id="{59D8866C-82F5-4378-A0E4-D9E3D6C0E0CD}"/>
              </a:ext>
            </a:extLst>
          </p:cNvPr>
          <p:cNvSpPr>
            <a:spLocks noGrp="1"/>
          </p:cNvSpPr>
          <p:nvPr/>
        </p:nvSpPr>
        <p:spPr>
          <a:xfrm>
            <a:off x="5423929" y="6135497"/>
            <a:ext cx="28398" cy="28398"/>
          </a:xfrm>
          <a:prstGeom prst="ellipse">
            <a:avLst/>
          </a:prstGeom>
          <a:solidFill>
            <a:srgbClr val="7F8C97">
              <a:alpha val="48000"/>
            </a:srgbClr>
          </a:solidFill>
          <a:ln w="0">
            <a:noFill/>
            <a:prstDash val="solid"/>
          </a:ln>
        </p:spPr>
      </p:sp>
      <p:sp>
        <p:nvSpPr>
          <p:cNvPr id="3313" name="03_assume_matched_8610">
            <a:extLst>
              <a:ext uri="{FF2B5EF4-FFF2-40B4-BE49-F238E27FC236}">
                <a16:creationId xmlns:a16="http://schemas.microsoft.com/office/drawing/2014/main" id="{0B0CE0C0-DB2B-4289-86E7-459A09E42A27}"/>
              </a:ext>
            </a:extLst>
          </p:cNvPr>
          <p:cNvSpPr>
            <a:spLocks noGrp="1"/>
          </p:cNvSpPr>
          <p:nvPr/>
        </p:nvSpPr>
        <p:spPr>
          <a:xfrm>
            <a:off x="5430117" y="6010168"/>
            <a:ext cx="28398" cy="28398"/>
          </a:xfrm>
          <a:prstGeom prst="ellipse">
            <a:avLst/>
          </a:prstGeom>
          <a:solidFill>
            <a:srgbClr val="7F8C97">
              <a:alpha val="48000"/>
            </a:srgbClr>
          </a:solidFill>
          <a:ln w="0">
            <a:noFill/>
            <a:prstDash val="solid"/>
          </a:ln>
        </p:spPr>
      </p:sp>
      <p:sp>
        <p:nvSpPr>
          <p:cNvPr id="3314" name="03_assume_matched_8611">
            <a:extLst>
              <a:ext uri="{FF2B5EF4-FFF2-40B4-BE49-F238E27FC236}">
                <a16:creationId xmlns:a16="http://schemas.microsoft.com/office/drawing/2014/main" id="{7F029A01-98A3-41D4-959F-49D156706ADC}"/>
              </a:ext>
            </a:extLst>
          </p:cNvPr>
          <p:cNvSpPr>
            <a:spLocks noGrp="1"/>
          </p:cNvSpPr>
          <p:nvPr/>
        </p:nvSpPr>
        <p:spPr>
          <a:xfrm>
            <a:off x="5341181" y="6302602"/>
            <a:ext cx="28398" cy="28398"/>
          </a:xfrm>
          <a:prstGeom prst="ellipse">
            <a:avLst/>
          </a:prstGeom>
          <a:solidFill>
            <a:srgbClr val="7F8C97">
              <a:alpha val="48000"/>
            </a:srgbClr>
          </a:solidFill>
          <a:ln w="0">
            <a:noFill/>
            <a:prstDash val="solid"/>
          </a:ln>
        </p:spPr>
      </p:sp>
      <p:sp>
        <p:nvSpPr>
          <p:cNvPr id="3315" name="03_assume_matched_8612">
            <a:extLst>
              <a:ext uri="{FF2B5EF4-FFF2-40B4-BE49-F238E27FC236}">
                <a16:creationId xmlns:a16="http://schemas.microsoft.com/office/drawing/2014/main" id="{68EDA0F2-C7BE-4AE2-BB5F-36BE91E26ABC}"/>
              </a:ext>
            </a:extLst>
          </p:cNvPr>
          <p:cNvSpPr>
            <a:spLocks noGrp="1"/>
          </p:cNvSpPr>
          <p:nvPr/>
        </p:nvSpPr>
        <p:spPr>
          <a:xfrm>
            <a:off x="5393996" y="6400080"/>
            <a:ext cx="28398" cy="28398"/>
          </a:xfrm>
          <a:prstGeom prst="ellipse">
            <a:avLst/>
          </a:prstGeom>
          <a:solidFill>
            <a:srgbClr val="7F8C97">
              <a:alpha val="48000"/>
            </a:srgbClr>
          </a:solidFill>
          <a:ln w="0">
            <a:noFill/>
            <a:prstDash val="solid"/>
          </a:ln>
        </p:spPr>
      </p:sp>
      <p:sp>
        <p:nvSpPr>
          <p:cNvPr id="3316" name="03_assume_matched_8613">
            <a:extLst>
              <a:ext uri="{FF2B5EF4-FFF2-40B4-BE49-F238E27FC236}">
                <a16:creationId xmlns:a16="http://schemas.microsoft.com/office/drawing/2014/main" id="{9AA40E2A-62DB-43E2-B5E8-48732D90E7AE}"/>
              </a:ext>
            </a:extLst>
          </p:cNvPr>
          <p:cNvSpPr>
            <a:spLocks noGrp="1"/>
          </p:cNvSpPr>
          <p:nvPr/>
        </p:nvSpPr>
        <p:spPr>
          <a:xfrm>
            <a:off x="5404933" y="6010168"/>
            <a:ext cx="28398" cy="28398"/>
          </a:xfrm>
          <a:prstGeom prst="ellipse">
            <a:avLst/>
          </a:prstGeom>
          <a:solidFill>
            <a:srgbClr val="7F8C97">
              <a:alpha val="48000"/>
            </a:srgbClr>
          </a:solidFill>
          <a:ln w="0">
            <a:noFill/>
            <a:prstDash val="solid"/>
          </a:ln>
        </p:spPr>
      </p:sp>
      <p:sp>
        <p:nvSpPr>
          <p:cNvPr id="3317" name="03_assume_matched_8614">
            <a:extLst>
              <a:ext uri="{FF2B5EF4-FFF2-40B4-BE49-F238E27FC236}">
                <a16:creationId xmlns:a16="http://schemas.microsoft.com/office/drawing/2014/main" id="{354BA405-3325-47D7-AD31-D1DCFA770C0F}"/>
              </a:ext>
            </a:extLst>
          </p:cNvPr>
          <p:cNvSpPr>
            <a:spLocks noGrp="1"/>
          </p:cNvSpPr>
          <p:nvPr/>
        </p:nvSpPr>
        <p:spPr>
          <a:xfrm>
            <a:off x="5422346" y="6010168"/>
            <a:ext cx="28398" cy="28398"/>
          </a:xfrm>
          <a:prstGeom prst="ellipse">
            <a:avLst/>
          </a:prstGeom>
          <a:solidFill>
            <a:srgbClr val="7F8C97">
              <a:alpha val="48000"/>
            </a:srgbClr>
          </a:solidFill>
          <a:ln w="0">
            <a:noFill/>
            <a:prstDash val="solid"/>
          </a:ln>
        </p:spPr>
      </p:sp>
      <p:sp>
        <p:nvSpPr>
          <p:cNvPr id="3318" name="03_assume_matched_8615">
            <a:extLst>
              <a:ext uri="{FF2B5EF4-FFF2-40B4-BE49-F238E27FC236}">
                <a16:creationId xmlns:a16="http://schemas.microsoft.com/office/drawing/2014/main" id="{F39C6E06-8A8D-4159-A0DA-621C5A1F9648}"/>
              </a:ext>
            </a:extLst>
          </p:cNvPr>
          <p:cNvSpPr>
            <a:spLocks noGrp="1"/>
          </p:cNvSpPr>
          <p:nvPr/>
        </p:nvSpPr>
        <p:spPr>
          <a:xfrm>
            <a:off x="5407091" y="6010168"/>
            <a:ext cx="28398" cy="28398"/>
          </a:xfrm>
          <a:prstGeom prst="ellipse">
            <a:avLst/>
          </a:prstGeom>
          <a:solidFill>
            <a:srgbClr val="7F8C97">
              <a:alpha val="48000"/>
            </a:srgbClr>
          </a:solidFill>
          <a:ln w="0">
            <a:noFill/>
            <a:prstDash val="solid"/>
          </a:ln>
        </p:spPr>
      </p:sp>
      <p:sp>
        <p:nvSpPr>
          <p:cNvPr id="3319" name="03_assume_matched_8616">
            <a:extLst>
              <a:ext uri="{FF2B5EF4-FFF2-40B4-BE49-F238E27FC236}">
                <a16:creationId xmlns:a16="http://schemas.microsoft.com/office/drawing/2014/main" id="{E4100D5E-E01F-4F20-9314-3CCD22B9E5B3}"/>
              </a:ext>
            </a:extLst>
          </p:cNvPr>
          <p:cNvSpPr>
            <a:spLocks noGrp="1"/>
          </p:cNvSpPr>
          <p:nvPr/>
        </p:nvSpPr>
        <p:spPr>
          <a:xfrm>
            <a:off x="5385361" y="6010168"/>
            <a:ext cx="28398" cy="28398"/>
          </a:xfrm>
          <a:prstGeom prst="ellipse">
            <a:avLst/>
          </a:prstGeom>
          <a:solidFill>
            <a:srgbClr val="7F8C97">
              <a:alpha val="48000"/>
            </a:srgbClr>
          </a:solidFill>
          <a:ln w="0">
            <a:noFill/>
            <a:prstDash val="solid"/>
          </a:ln>
        </p:spPr>
      </p:sp>
      <p:sp>
        <p:nvSpPr>
          <p:cNvPr id="3320" name="03_assume_matched_8617">
            <a:extLst>
              <a:ext uri="{FF2B5EF4-FFF2-40B4-BE49-F238E27FC236}">
                <a16:creationId xmlns:a16="http://schemas.microsoft.com/office/drawing/2014/main" id="{F6C04C11-7A00-4B7E-83F8-87B51C010891}"/>
              </a:ext>
            </a:extLst>
          </p:cNvPr>
          <p:cNvSpPr>
            <a:spLocks noGrp="1"/>
          </p:cNvSpPr>
          <p:nvPr/>
        </p:nvSpPr>
        <p:spPr>
          <a:xfrm>
            <a:off x="5297145" y="6010168"/>
            <a:ext cx="28398" cy="28398"/>
          </a:xfrm>
          <a:prstGeom prst="ellipse">
            <a:avLst/>
          </a:prstGeom>
          <a:solidFill>
            <a:srgbClr val="7F8C97">
              <a:alpha val="48000"/>
            </a:srgbClr>
          </a:solidFill>
          <a:ln w="0">
            <a:noFill/>
            <a:prstDash val="solid"/>
          </a:ln>
        </p:spPr>
      </p:sp>
      <p:sp>
        <p:nvSpPr>
          <p:cNvPr id="3321" name="03_assume_matched_8618">
            <a:extLst>
              <a:ext uri="{FF2B5EF4-FFF2-40B4-BE49-F238E27FC236}">
                <a16:creationId xmlns:a16="http://schemas.microsoft.com/office/drawing/2014/main" id="{FBCACA50-94EF-4FE7-B936-389158486846}"/>
              </a:ext>
            </a:extLst>
          </p:cNvPr>
          <p:cNvSpPr>
            <a:spLocks noGrp="1"/>
          </p:cNvSpPr>
          <p:nvPr/>
        </p:nvSpPr>
        <p:spPr>
          <a:xfrm>
            <a:off x="5311104" y="6595037"/>
            <a:ext cx="28398" cy="28398"/>
          </a:xfrm>
          <a:prstGeom prst="ellipse">
            <a:avLst/>
          </a:prstGeom>
          <a:solidFill>
            <a:srgbClr val="7F8C97">
              <a:alpha val="48000"/>
            </a:srgbClr>
          </a:solidFill>
          <a:ln w="0">
            <a:noFill/>
            <a:prstDash val="solid"/>
          </a:ln>
        </p:spPr>
      </p:sp>
      <p:sp>
        <p:nvSpPr>
          <p:cNvPr id="3322" name="03_assume_matched_8619">
            <a:extLst>
              <a:ext uri="{FF2B5EF4-FFF2-40B4-BE49-F238E27FC236}">
                <a16:creationId xmlns:a16="http://schemas.microsoft.com/office/drawing/2014/main" id="{0DFFE088-64E5-4362-85C9-926ACB0E59B5}"/>
              </a:ext>
            </a:extLst>
          </p:cNvPr>
          <p:cNvSpPr>
            <a:spLocks noGrp="1"/>
          </p:cNvSpPr>
          <p:nvPr/>
        </p:nvSpPr>
        <p:spPr>
          <a:xfrm>
            <a:off x="5372265" y="6010168"/>
            <a:ext cx="28398" cy="28398"/>
          </a:xfrm>
          <a:prstGeom prst="ellipse">
            <a:avLst/>
          </a:prstGeom>
          <a:solidFill>
            <a:srgbClr val="7F8C97">
              <a:alpha val="48000"/>
            </a:srgbClr>
          </a:solidFill>
          <a:ln w="0">
            <a:noFill/>
            <a:prstDash val="solid"/>
          </a:ln>
        </p:spPr>
      </p:sp>
      <p:sp>
        <p:nvSpPr>
          <p:cNvPr id="3323" name="03_assume_matched_8620">
            <a:extLst>
              <a:ext uri="{FF2B5EF4-FFF2-40B4-BE49-F238E27FC236}">
                <a16:creationId xmlns:a16="http://schemas.microsoft.com/office/drawing/2014/main" id="{1E72B510-0B37-4DEF-AC39-DE2CAA9C8849}"/>
              </a:ext>
            </a:extLst>
          </p:cNvPr>
          <p:cNvSpPr>
            <a:spLocks noGrp="1"/>
          </p:cNvSpPr>
          <p:nvPr/>
        </p:nvSpPr>
        <p:spPr>
          <a:xfrm>
            <a:off x="5317148" y="6595037"/>
            <a:ext cx="28398" cy="28398"/>
          </a:xfrm>
          <a:prstGeom prst="ellipse">
            <a:avLst/>
          </a:prstGeom>
          <a:solidFill>
            <a:srgbClr val="7F8C97">
              <a:alpha val="48000"/>
            </a:srgbClr>
          </a:solidFill>
          <a:ln w="0">
            <a:noFill/>
            <a:prstDash val="solid"/>
          </a:ln>
        </p:spPr>
      </p:sp>
      <p:sp>
        <p:nvSpPr>
          <p:cNvPr id="3324" name="03_assume_matched_8621">
            <a:extLst>
              <a:ext uri="{FF2B5EF4-FFF2-40B4-BE49-F238E27FC236}">
                <a16:creationId xmlns:a16="http://schemas.microsoft.com/office/drawing/2014/main" id="{281308E9-7196-4BB8-B395-5E5C5836A776}"/>
              </a:ext>
            </a:extLst>
          </p:cNvPr>
          <p:cNvSpPr>
            <a:spLocks noGrp="1"/>
          </p:cNvSpPr>
          <p:nvPr/>
        </p:nvSpPr>
        <p:spPr>
          <a:xfrm>
            <a:off x="5343196" y="6010168"/>
            <a:ext cx="28398" cy="28398"/>
          </a:xfrm>
          <a:prstGeom prst="ellipse">
            <a:avLst/>
          </a:prstGeom>
          <a:solidFill>
            <a:srgbClr val="7F8C97">
              <a:alpha val="48000"/>
            </a:srgbClr>
          </a:solidFill>
          <a:ln w="0">
            <a:noFill/>
            <a:prstDash val="solid"/>
          </a:ln>
        </p:spPr>
      </p:sp>
      <p:sp>
        <p:nvSpPr>
          <p:cNvPr id="3325" name="03_assume_matched_8622">
            <a:extLst>
              <a:ext uri="{FF2B5EF4-FFF2-40B4-BE49-F238E27FC236}">
                <a16:creationId xmlns:a16="http://schemas.microsoft.com/office/drawing/2014/main" id="{3DC4B8AE-AB25-4093-87C8-52926A80975D}"/>
              </a:ext>
            </a:extLst>
          </p:cNvPr>
          <p:cNvSpPr>
            <a:spLocks noGrp="1"/>
          </p:cNvSpPr>
          <p:nvPr/>
        </p:nvSpPr>
        <p:spPr>
          <a:xfrm>
            <a:off x="5292252" y="6595037"/>
            <a:ext cx="28398" cy="28398"/>
          </a:xfrm>
          <a:prstGeom prst="ellipse">
            <a:avLst/>
          </a:prstGeom>
          <a:solidFill>
            <a:srgbClr val="7F8C97">
              <a:alpha val="48000"/>
            </a:srgbClr>
          </a:solidFill>
          <a:ln w="0">
            <a:noFill/>
            <a:prstDash val="solid"/>
          </a:ln>
        </p:spPr>
      </p:sp>
      <p:sp>
        <p:nvSpPr>
          <p:cNvPr id="3326" name="03_assume_matched_8623">
            <a:extLst>
              <a:ext uri="{FF2B5EF4-FFF2-40B4-BE49-F238E27FC236}">
                <a16:creationId xmlns:a16="http://schemas.microsoft.com/office/drawing/2014/main" id="{5B1DA759-9D12-48CF-925F-6C842DC788B9}"/>
              </a:ext>
            </a:extLst>
          </p:cNvPr>
          <p:cNvSpPr>
            <a:spLocks noGrp="1"/>
          </p:cNvSpPr>
          <p:nvPr/>
        </p:nvSpPr>
        <p:spPr>
          <a:xfrm>
            <a:off x="6164931" y="6010168"/>
            <a:ext cx="28398" cy="28398"/>
          </a:xfrm>
          <a:prstGeom prst="ellipse">
            <a:avLst/>
          </a:prstGeom>
          <a:solidFill>
            <a:srgbClr val="7F8C97">
              <a:alpha val="48000"/>
            </a:srgbClr>
          </a:solidFill>
          <a:ln w="0">
            <a:noFill/>
            <a:prstDash val="solid"/>
          </a:ln>
        </p:spPr>
      </p:sp>
      <p:sp>
        <p:nvSpPr>
          <p:cNvPr id="3327" name="03_assume_matched_8624">
            <a:extLst>
              <a:ext uri="{FF2B5EF4-FFF2-40B4-BE49-F238E27FC236}">
                <a16:creationId xmlns:a16="http://schemas.microsoft.com/office/drawing/2014/main" id="{1CC38210-1870-4FF7-8DFE-C022B45DB0AD}"/>
              </a:ext>
            </a:extLst>
          </p:cNvPr>
          <p:cNvSpPr>
            <a:spLocks noGrp="1"/>
          </p:cNvSpPr>
          <p:nvPr/>
        </p:nvSpPr>
        <p:spPr>
          <a:xfrm>
            <a:off x="6153418" y="6010168"/>
            <a:ext cx="28398" cy="28398"/>
          </a:xfrm>
          <a:prstGeom prst="ellipse">
            <a:avLst/>
          </a:prstGeom>
          <a:solidFill>
            <a:srgbClr val="7F8C97">
              <a:alpha val="48000"/>
            </a:srgbClr>
          </a:solidFill>
          <a:ln w="0">
            <a:noFill/>
            <a:prstDash val="solid"/>
          </a:ln>
        </p:spPr>
      </p:sp>
      <p:sp>
        <p:nvSpPr>
          <p:cNvPr id="3328" name="03_assume_matched_8625">
            <a:extLst>
              <a:ext uri="{FF2B5EF4-FFF2-40B4-BE49-F238E27FC236}">
                <a16:creationId xmlns:a16="http://schemas.microsoft.com/office/drawing/2014/main" id="{2C8A0971-A2B0-4589-905B-EB3787D648B2}"/>
              </a:ext>
            </a:extLst>
          </p:cNvPr>
          <p:cNvSpPr>
            <a:spLocks noGrp="1"/>
          </p:cNvSpPr>
          <p:nvPr/>
        </p:nvSpPr>
        <p:spPr>
          <a:xfrm>
            <a:off x="6096286" y="6010168"/>
            <a:ext cx="28398" cy="28398"/>
          </a:xfrm>
          <a:prstGeom prst="ellipse">
            <a:avLst/>
          </a:prstGeom>
          <a:solidFill>
            <a:srgbClr val="7F8C97">
              <a:alpha val="48000"/>
            </a:srgbClr>
          </a:solidFill>
          <a:ln w="0">
            <a:noFill/>
            <a:prstDash val="solid"/>
          </a:ln>
        </p:spPr>
      </p:sp>
      <p:sp>
        <p:nvSpPr>
          <p:cNvPr id="3329" name="03_assume_matched_8626">
            <a:extLst>
              <a:ext uri="{FF2B5EF4-FFF2-40B4-BE49-F238E27FC236}">
                <a16:creationId xmlns:a16="http://schemas.microsoft.com/office/drawing/2014/main" id="{18AFDAF0-B6D6-4BAA-A163-A7B11D3AED44}"/>
              </a:ext>
            </a:extLst>
          </p:cNvPr>
          <p:cNvSpPr>
            <a:spLocks noGrp="1"/>
          </p:cNvSpPr>
          <p:nvPr/>
        </p:nvSpPr>
        <p:spPr>
          <a:xfrm>
            <a:off x="6175149" y="6010168"/>
            <a:ext cx="28398" cy="28398"/>
          </a:xfrm>
          <a:prstGeom prst="ellipse">
            <a:avLst/>
          </a:prstGeom>
          <a:solidFill>
            <a:srgbClr val="7F8C97">
              <a:alpha val="48000"/>
            </a:srgbClr>
          </a:solidFill>
          <a:ln w="0">
            <a:noFill/>
            <a:prstDash val="solid"/>
          </a:ln>
        </p:spPr>
      </p:sp>
      <p:sp>
        <p:nvSpPr>
          <p:cNvPr id="3330" name="03_assume_matched_8627">
            <a:extLst>
              <a:ext uri="{FF2B5EF4-FFF2-40B4-BE49-F238E27FC236}">
                <a16:creationId xmlns:a16="http://schemas.microsoft.com/office/drawing/2014/main" id="{E4F490F3-735D-4A4C-801C-1DB0A286D942}"/>
              </a:ext>
            </a:extLst>
          </p:cNvPr>
          <p:cNvSpPr>
            <a:spLocks noGrp="1"/>
          </p:cNvSpPr>
          <p:nvPr/>
        </p:nvSpPr>
        <p:spPr>
          <a:xfrm>
            <a:off x="6142913" y="6010168"/>
            <a:ext cx="28398" cy="28398"/>
          </a:xfrm>
          <a:prstGeom prst="ellipse">
            <a:avLst/>
          </a:prstGeom>
          <a:solidFill>
            <a:srgbClr val="7F8C97">
              <a:alpha val="48000"/>
            </a:srgbClr>
          </a:solidFill>
          <a:ln w="0">
            <a:noFill/>
            <a:prstDash val="solid"/>
          </a:ln>
        </p:spPr>
      </p:sp>
      <p:sp>
        <p:nvSpPr>
          <p:cNvPr id="3331" name="03_assume_matched_8628">
            <a:extLst>
              <a:ext uri="{FF2B5EF4-FFF2-40B4-BE49-F238E27FC236}">
                <a16:creationId xmlns:a16="http://schemas.microsoft.com/office/drawing/2014/main" id="{B11E5593-6D7C-447C-B0BC-5CBA66388F03}"/>
              </a:ext>
            </a:extLst>
          </p:cNvPr>
          <p:cNvSpPr>
            <a:spLocks noGrp="1"/>
          </p:cNvSpPr>
          <p:nvPr/>
        </p:nvSpPr>
        <p:spPr>
          <a:xfrm>
            <a:off x="6047645" y="6010168"/>
            <a:ext cx="28398" cy="28398"/>
          </a:xfrm>
          <a:prstGeom prst="ellipse">
            <a:avLst/>
          </a:prstGeom>
          <a:solidFill>
            <a:srgbClr val="7F8C97">
              <a:alpha val="48000"/>
            </a:srgbClr>
          </a:solidFill>
          <a:ln w="0">
            <a:noFill/>
            <a:prstDash val="solid"/>
          </a:ln>
        </p:spPr>
      </p:sp>
      <p:sp>
        <p:nvSpPr>
          <p:cNvPr id="3332" name="03_assume_matched_8629">
            <a:extLst>
              <a:ext uri="{FF2B5EF4-FFF2-40B4-BE49-F238E27FC236}">
                <a16:creationId xmlns:a16="http://schemas.microsoft.com/office/drawing/2014/main" id="{A8659A60-BDCD-45BD-9A2C-9A01A31FAF81}"/>
              </a:ext>
            </a:extLst>
          </p:cNvPr>
          <p:cNvSpPr>
            <a:spLocks noGrp="1"/>
          </p:cNvSpPr>
          <p:nvPr/>
        </p:nvSpPr>
        <p:spPr>
          <a:xfrm>
            <a:off x="6078298" y="6010168"/>
            <a:ext cx="28398" cy="28398"/>
          </a:xfrm>
          <a:prstGeom prst="ellipse">
            <a:avLst/>
          </a:prstGeom>
          <a:solidFill>
            <a:srgbClr val="7F8C97">
              <a:alpha val="48000"/>
            </a:srgbClr>
          </a:solidFill>
          <a:ln w="0">
            <a:noFill/>
            <a:prstDash val="solid"/>
          </a:ln>
        </p:spPr>
      </p:sp>
      <p:sp>
        <p:nvSpPr>
          <p:cNvPr id="3333" name="03_assume_matched_8630">
            <a:extLst>
              <a:ext uri="{FF2B5EF4-FFF2-40B4-BE49-F238E27FC236}">
                <a16:creationId xmlns:a16="http://schemas.microsoft.com/office/drawing/2014/main" id="{51ED921A-B30D-4392-A03F-087D5AA066AF}"/>
              </a:ext>
            </a:extLst>
          </p:cNvPr>
          <p:cNvSpPr>
            <a:spLocks noGrp="1"/>
          </p:cNvSpPr>
          <p:nvPr/>
        </p:nvSpPr>
        <p:spPr>
          <a:xfrm>
            <a:off x="6047357" y="6448819"/>
            <a:ext cx="28398" cy="28398"/>
          </a:xfrm>
          <a:prstGeom prst="ellipse">
            <a:avLst/>
          </a:prstGeom>
          <a:solidFill>
            <a:srgbClr val="7F8C97">
              <a:alpha val="48000"/>
            </a:srgbClr>
          </a:solidFill>
          <a:ln w="0">
            <a:noFill/>
            <a:prstDash val="solid"/>
          </a:ln>
        </p:spPr>
      </p:sp>
      <p:sp>
        <p:nvSpPr>
          <p:cNvPr id="3334" name="03_assume_matched_8631">
            <a:extLst>
              <a:ext uri="{FF2B5EF4-FFF2-40B4-BE49-F238E27FC236}">
                <a16:creationId xmlns:a16="http://schemas.microsoft.com/office/drawing/2014/main" id="{5207803B-5396-43BD-96EB-E54DA0C0E06A}"/>
              </a:ext>
            </a:extLst>
          </p:cNvPr>
          <p:cNvSpPr>
            <a:spLocks noGrp="1"/>
          </p:cNvSpPr>
          <p:nvPr/>
        </p:nvSpPr>
        <p:spPr>
          <a:xfrm>
            <a:off x="6128666" y="6010168"/>
            <a:ext cx="28398" cy="28398"/>
          </a:xfrm>
          <a:prstGeom prst="ellipse">
            <a:avLst/>
          </a:prstGeom>
          <a:solidFill>
            <a:srgbClr val="7F8C97">
              <a:alpha val="48000"/>
            </a:srgbClr>
          </a:solidFill>
          <a:ln w="0">
            <a:noFill/>
            <a:prstDash val="solid"/>
          </a:ln>
        </p:spPr>
      </p:sp>
      <p:sp>
        <p:nvSpPr>
          <p:cNvPr id="3335" name="03_assume_matched_8632">
            <a:extLst>
              <a:ext uri="{FF2B5EF4-FFF2-40B4-BE49-F238E27FC236}">
                <a16:creationId xmlns:a16="http://schemas.microsoft.com/office/drawing/2014/main" id="{20C29092-B273-4555-B208-3F627EBFB989}"/>
              </a:ext>
            </a:extLst>
          </p:cNvPr>
          <p:cNvSpPr>
            <a:spLocks noGrp="1"/>
          </p:cNvSpPr>
          <p:nvPr/>
        </p:nvSpPr>
        <p:spPr>
          <a:xfrm>
            <a:off x="6109958" y="6010168"/>
            <a:ext cx="28398" cy="28398"/>
          </a:xfrm>
          <a:prstGeom prst="ellipse">
            <a:avLst/>
          </a:prstGeom>
          <a:solidFill>
            <a:srgbClr val="7F8C97">
              <a:alpha val="48000"/>
            </a:srgbClr>
          </a:solidFill>
          <a:ln w="0">
            <a:noFill/>
            <a:prstDash val="solid"/>
          </a:ln>
        </p:spPr>
      </p:sp>
      <p:sp>
        <p:nvSpPr>
          <p:cNvPr id="3336" name="03_assume_matched_8633">
            <a:extLst>
              <a:ext uri="{FF2B5EF4-FFF2-40B4-BE49-F238E27FC236}">
                <a16:creationId xmlns:a16="http://schemas.microsoft.com/office/drawing/2014/main" id="{FFC8300B-E545-40AC-A82D-8EA12571ABE0}"/>
              </a:ext>
            </a:extLst>
          </p:cNvPr>
          <p:cNvSpPr>
            <a:spLocks noGrp="1"/>
          </p:cNvSpPr>
          <p:nvPr/>
        </p:nvSpPr>
        <p:spPr>
          <a:xfrm>
            <a:off x="6094703" y="6010168"/>
            <a:ext cx="28398" cy="28398"/>
          </a:xfrm>
          <a:prstGeom prst="ellipse">
            <a:avLst/>
          </a:prstGeom>
          <a:solidFill>
            <a:srgbClr val="7F8C97">
              <a:alpha val="48000"/>
            </a:srgbClr>
          </a:solidFill>
          <a:ln w="0">
            <a:noFill/>
            <a:prstDash val="solid"/>
          </a:ln>
        </p:spPr>
      </p:sp>
      <p:sp>
        <p:nvSpPr>
          <p:cNvPr id="3337" name="03_assume_matched_8634">
            <a:extLst>
              <a:ext uri="{FF2B5EF4-FFF2-40B4-BE49-F238E27FC236}">
                <a16:creationId xmlns:a16="http://schemas.microsoft.com/office/drawing/2014/main" id="{77BCC034-F2A0-4F01-8312-39CB9886A131}"/>
              </a:ext>
            </a:extLst>
          </p:cNvPr>
          <p:cNvSpPr>
            <a:spLocks noGrp="1"/>
          </p:cNvSpPr>
          <p:nvPr/>
        </p:nvSpPr>
        <p:spPr>
          <a:xfrm>
            <a:off x="6080456" y="6595037"/>
            <a:ext cx="28398" cy="28398"/>
          </a:xfrm>
          <a:prstGeom prst="ellipse">
            <a:avLst/>
          </a:prstGeom>
          <a:solidFill>
            <a:srgbClr val="7F8C97">
              <a:alpha val="48000"/>
            </a:srgbClr>
          </a:solidFill>
          <a:ln w="0">
            <a:noFill/>
            <a:prstDash val="solid"/>
          </a:ln>
        </p:spPr>
      </p:sp>
      <p:sp>
        <p:nvSpPr>
          <p:cNvPr id="3338" name="03_assume_matched_8635">
            <a:extLst>
              <a:ext uri="{FF2B5EF4-FFF2-40B4-BE49-F238E27FC236}">
                <a16:creationId xmlns:a16="http://schemas.microsoft.com/office/drawing/2014/main" id="{1FA0DE9E-943D-4E31-8C60-335ED5CAD996}"/>
              </a:ext>
            </a:extLst>
          </p:cNvPr>
          <p:cNvSpPr>
            <a:spLocks noGrp="1"/>
          </p:cNvSpPr>
          <p:nvPr/>
        </p:nvSpPr>
        <p:spPr>
          <a:xfrm>
            <a:off x="6096862" y="6010168"/>
            <a:ext cx="28398" cy="28398"/>
          </a:xfrm>
          <a:prstGeom prst="ellipse">
            <a:avLst/>
          </a:prstGeom>
          <a:solidFill>
            <a:srgbClr val="7F8C97">
              <a:alpha val="48000"/>
            </a:srgbClr>
          </a:solidFill>
          <a:ln w="0">
            <a:noFill/>
            <a:prstDash val="solid"/>
          </a:ln>
        </p:spPr>
      </p:sp>
      <p:sp>
        <p:nvSpPr>
          <p:cNvPr id="3339" name="03_assume_matched_8636">
            <a:extLst>
              <a:ext uri="{FF2B5EF4-FFF2-40B4-BE49-F238E27FC236}">
                <a16:creationId xmlns:a16="http://schemas.microsoft.com/office/drawing/2014/main" id="{7596522F-C60F-4523-BD8A-CD4E0424475C}"/>
              </a:ext>
            </a:extLst>
          </p:cNvPr>
          <p:cNvSpPr>
            <a:spLocks noGrp="1"/>
          </p:cNvSpPr>
          <p:nvPr/>
        </p:nvSpPr>
        <p:spPr>
          <a:xfrm>
            <a:off x="6182056" y="6302602"/>
            <a:ext cx="28398" cy="28398"/>
          </a:xfrm>
          <a:prstGeom prst="ellipse">
            <a:avLst/>
          </a:prstGeom>
          <a:solidFill>
            <a:srgbClr val="7F8C97">
              <a:alpha val="48000"/>
            </a:srgbClr>
          </a:solidFill>
          <a:ln w="0">
            <a:noFill/>
            <a:prstDash val="solid"/>
          </a:ln>
        </p:spPr>
      </p:sp>
      <p:sp>
        <p:nvSpPr>
          <p:cNvPr id="3340" name="03_assume_matched_8637">
            <a:extLst>
              <a:ext uri="{FF2B5EF4-FFF2-40B4-BE49-F238E27FC236}">
                <a16:creationId xmlns:a16="http://schemas.microsoft.com/office/drawing/2014/main" id="{C95362A6-118F-400B-9884-A6B65D3366D1}"/>
              </a:ext>
            </a:extLst>
          </p:cNvPr>
          <p:cNvSpPr>
            <a:spLocks noGrp="1"/>
          </p:cNvSpPr>
          <p:nvPr/>
        </p:nvSpPr>
        <p:spPr>
          <a:xfrm>
            <a:off x="6137013" y="6010168"/>
            <a:ext cx="28398" cy="28398"/>
          </a:xfrm>
          <a:prstGeom prst="ellipse">
            <a:avLst/>
          </a:prstGeom>
          <a:solidFill>
            <a:srgbClr val="7F8C97">
              <a:alpha val="48000"/>
            </a:srgbClr>
          </a:solidFill>
          <a:ln w="0">
            <a:noFill/>
            <a:prstDash val="solid"/>
          </a:ln>
        </p:spPr>
      </p:sp>
      <p:sp>
        <p:nvSpPr>
          <p:cNvPr id="3341" name="03_assume_matched_8638">
            <a:extLst>
              <a:ext uri="{FF2B5EF4-FFF2-40B4-BE49-F238E27FC236}">
                <a16:creationId xmlns:a16="http://schemas.microsoft.com/office/drawing/2014/main" id="{780C43F6-9B67-4D70-956D-2136B7DEBF8C}"/>
              </a:ext>
            </a:extLst>
          </p:cNvPr>
          <p:cNvSpPr>
            <a:spLocks noGrp="1"/>
          </p:cNvSpPr>
          <p:nvPr/>
        </p:nvSpPr>
        <p:spPr>
          <a:xfrm>
            <a:off x="6146799" y="6595037"/>
            <a:ext cx="28398" cy="28398"/>
          </a:xfrm>
          <a:prstGeom prst="ellipse">
            <a:avLst/>
          </a:prstGeom>
          <a:solidFill>
            <a:srgbClr val="7F8C97">
              <a:alpha val="48000"/>
            </a:srgbClr>
          </a:solidFill>
          <a:ln w="0">
            <a:noFill/>
            <a:prstDash val="solid"/>
          </a:ln>
        </p:spPr>
      </p:sp>
      <p:sp>
        <p:nvSpPr>
          <p:cNvPr id="3342" name="03_assume_matched_8639">
            <a:extLst>
              <a:ext uri="{FF2B5EF4-FFF2-40B4-BE49-F238E27FC236}">
                <a16:creationId xmlns:a16="http://schemas.microsoft.com/office/drawing/2014/main" id="{C74A461B-4C89-45A2-9177-58E7E66FFAD6}"/>
              </a:ext>
            </a:extLst>
          </p:cNvPr>
          <p:cNvSpPr>
            <a:spLocks noGrp="1"/>
          </p:cNvSpPr>
          <p:nvPr/>
        </p:nvSpPr>
        <p:spPr>
          <a:xfrm>
            <a:off x="6083622" y="6530051"/>
            <a:ext cx="28398" cy="28398"/>
          </a:xfrm>
          <a:prstGeom prst="ellipse">
            <a:avLst/>
          </a:prstGeom>
          <a:solidFill>
            <a:srgbClr val="7F8C97">
              <a:alpha val="48000"/>
            </a:srgbClr>
          </a:solidFill>
          <a:ln w="0">
            <a:noFill/>
            <a:prstDash val="solid"/>
          </a:ln>
        </p:spPr>
      </p:sp>
      <p:sp>
        <p:nvSpPr>
          <p:cNvPr id="3343" name="03_assume_matched_8640">
            <a:extLst>
              <a:ext uri="{FF2B5EF4-FFF2-40B4-BE49-F238E27FC236}">
                <a16:creationId xmlns:a16="http://schemas.microsoft.com/office/drawing/2014/main" id="{B4C68885-081B-4D55-BB60-D3A865413C5B}"/>
              </a:ext>
            </a:extLst>
          </p:cNvPr>
          <p:cNvSpPr>
            <a:spLocks noGrp="1"/>
          </p:cNvSpPr>
          <p:nvPr/>
        </p:nvSpPr>
        <p:spPr>
          <a:xfrm>
            <a:off x="6173997" y="6400080"/>
            <a:ext cx="28398" cy="28398"/>
          </a:xfrm>
          <a:prstGeom prst="ellipse">
            <a:avLst/>
          </a:prstGeom>
          <a:solidFill>
            <a:srgbClr val="7F8C97">
              <a:alpha val="48000"/>
            </a:srgbClr>
          </a:solidFill>
          <a:ln w="0">
            <a:noFill/>
            <a:prstDash val="solid"/>
          </a:ln>
        </p:spPr>
      </p:sp>
      <p:sp>
        <p:nvSpPr>
          <p:cNvPr id="3344" name="03_assume_matched_8641">
            <a:extLst>
              <a:ext uri="{FF2B5EF4-FFF2-40B4-BE49-F238E27FC236}">
                <a16:creationId xmlns:a16="http://schemas.microsoft.com/office/drawing/2014/main" id="{8E0233A3-3CF0-4D71-990A-7A63E0616D37}"/>
              </a:ext>
            </a:extLst>
          </p:cNvPr>
          <p:cNvSpPr>
            <a:spLocks noGrp="1"/>
          </p:cNvSpPr>
          <p:nvPr/>
        </p:nvSpPr>
        <p:spPr>
          <a:xfrm>
            <a:off x="6147086" y="6010168"/>
            <a:ext cx="28398" cy="28398"/>
          </a:xfrm>
          <a:prstGeom prst="ellipse">
            <a:avLst/>
          </a:prstGeom>
          <a:solidFill>
            <a:srgbClr val="7F8C97">
              <a:alpha val="48000"/>
            </a:srgbClr>
          </a:solidFill>
          <a:ln w="0">
            <a:noFill/>
            <a:prstDash val="solid"/>
          </a:ln>
        </p:spPr>
      </p:sp>
      <p:sp>
        <p:nvSpPr>
          <p:cNvPr id="3345" name="03_assume_matched_8642">
            <a:extLst>
              <a:ext uri="{FF2B5EF4-FFF2-40B4-BE49-F238E27FC236}">
                <a16:creationId xmlns:a16="http://schemas.microsoft.com/office/drawing/2014/main" id="{B2963949-9ACF-4F73-8663-F5DA9C934629}"/>
              </a:ext>
            </a:extLst>
          </p:cNvPr>
          <p:cNvSpPr>
            <a:spLocks noGrp="1"/>
          </p:cNvSpPr>
          <p:nvPr/>
        </p:nvSpPr>
        <p:spPr>
          <a:xfrm>
            <a:off x="6064914" y="6595037"/>
            <a:ext cx="28398" cy="28398"/>
          </a:xfrm>
          <a:prstGeom prst="ellipse">
            <a:avLst/>
          </a:prstGeom>
          <a:solidFill>
            <a:srgbClr val="7F8C97">
              <a:alpha val="48000"/>
            </a:srgbClr>
          </a:solidFill>
          <a:ln w="0">
            <a:noFill/>
            <a:prstDash val="solid"/>
          </a:ln>
        </p:spPr>
      </p:sp>
      <p:sp>
        <p:nvSpPr>
          <p:cNvPr id="3346" name="03_assume_matched_8643">
            <a:extLst>
              <a:ext uri="{FF2B5EF4-FFF2-40B4-BE49-F238E27FC236}">
                <a16:creationId xmlns:a16="http://schemas.microsoft.com/office/drawing/2014/main" id="{9781A00F-2717-41BD-BD8B-C2A550330213}"/>
              </a:ext>
            </a:extLst>
          </p:cNvPr>
          <p:cNvSpPr>
            <a:spLocks noGrp="1"/>
          </p:cNvSpPr>
          <p:nvPr/>
        </p:nvSpPr>
        <p:spPr>
          <a:xfrm>
            <a:off x="6072254" y="6010168"/>
            <a:ext cx="28398" cy="28398"/>
          </a:xfrm>
          <a:prstGeom prst="ellipse">
            <a:avLst/>
          </a:prstGeom>
          <a:solidFill>
            <a:srgbClr val="7F8C97">
              <a:alpha val="48000"/>
            </a:srgbClr>
          </a:solidFill>
          <a:ln w="0">
            <a:noFill/>
            <a:prstDash val="solid"/>
          </a:ln>
        </p:spPr>
      </p:sp>
      <p:sp>
        <p:nvSpPr>
          <p:cNvPr id="3347" name="03_assume_matched_8644">
            <a:extLst>
              <a:ext uri="{FF2B5EF4-FFF2-40B4-BE49-F238E27FC236}">
                <a16:creationId xmlns:a16="http://schemas.microsoft.com/office/drawing/2014/main" id="{C5883F02-005D-428E-BFEC-D41711BE3E97}"/>
              </a:ext>
            </a:extLst>
          </p:cNvPr>
          <p:cNvSpPr>
            <a:spLocks noGrp="1"/>
          </p:cNvSpPr>
          <p:nvPr/>
        </p:nvSpPr>
        <p:spPr>
          <a:xfrm>
            <a:off x="6083479" y="6400080"/>
            <a:ext cx="28398" cy="28398"/>
          </a:xfrm>
          <a:prstGeom prst="ellipse">
            <a:avLst/>
          </a:prstGeom>
          <a:solidFill>
            <a:srgbClr val="7F8C97">
              <a:alpha val="48000"/>
            </a:srgbClr>
          </a:solidFill>
          <a:ln w="0">
            <a:noFill/>
            <a:prstDash val="solid"/>
          </a:ln>
        </p:spPr>
      </p:sp>
      <p:sp>
        <p:nvSpPr>
          <p:cNvPr id="3348" name="03_assume_matched_8645">
            <a:extLst>
              <a:ext uri="{FF2B5EF4-FFF2-40B4-BE49-F238E27FC236}">
                <a16:creationId xmlns:a16="http://schemas.microsoft.com/office/drawing/2014/main" id="{AE5B9D32-D8DD-4E51-8095-0EAF5062C2AE}"/>
              </a:ext>
            </a:extLst>
          </p:cNvPr>
          <p:cNvSpPr>
            <a:spLocks noGrp="1"/>
          </p:cNvSpPr>
          <p:nvPr/>
        </p:nvSpPr>
        <p:spPr>
          <a:xfrm>
            <a:off x="6172846" y="6010168"/>
            <a:ext cx="28398" cy="28398"/>
          </a:xfrm>
          <a:prstGeom prst="ellipse">
            <a:avLst/>
          </a:prstGeom>
          <a:solidFill>
            <a:srgbClr val="7F8C97">
              <a:alpha val="48000"/>
            </a:srgbClr>
          </a:solidFill>
          <a:ln w="0">
            <a:noFill/>
            <a:prstDash val="solid"/>
          </a:ln>
        </p:spPr>
      </p:sp>
      <p:sp>
        <p:nvSpPr>
          <p:cNvPr id="3349" name="03_assume_matched_8646">
            <a:extLst>
              <a:ext uri="{FF2B5EF4-FFF2-40B4-BE49-F238E27FC236}">
                <a16:creationId xmlns:a16="http://schemas.microsoft.com/office/drawing/2014/main" id="{3D48B08D-A0E0-447C-B4EB-E9359CF12FFD}"/>
              </a:ext>
            </a:extLst>
          </p:cNvPr>
          <p:cNvSpPr>
            <a:spLocks noGrp="1"/>
          </p:cNvSpPr>
          <p:nvPr/>
        </p:nvSpPr>
        <p:spPr>
          <a:xfrm>
            <a:off x="6085781" y="6010168"/>
            <a:ext cx="28398" cy="28398"/>
          </a:xfrm>
          <a:prstGeom prst="ellipse">
            <a:avLst/>
          </a:prstGeom>
          <a:solidFill>
            <a:srgbClr val="7F8C97">
              <a:alpha val="48000"/>
            </a:srgbClr>
          </a:solidFill>
          <a:ln w="0">
            <a:noFill/>
            <a:prstDash val="solid"/>
          </a:ln>
        </p:spPr>
      </p:sp>
      <p:sp>
        <p:nvSpPr>
          <p:cNvPr id="3350" name="03_assume_matched_8647">
            <a:extLst>
              <a:ext uri="{FF2B5EF4-FFF2-40B4-BE49-F238E27FC236}">
                <a16:creationId xmlns:a16="http://schemas.microsoft.com/office/drawing/2014/main" id="{F3C791C0-466F-4D91-A2E3-B2E793D5701B}"/>
              </a:ext>
            </a:extLst>
          </p:cNvPr>
          <p:cNvSpPr>
            <a:spLocks noGrp="1"/>
          </p:cNvSpPr>
          <p:nvPr/>
        </p:nvSpPr>
        <p:spPr>
          <a:xfrm>
            <a:off x="6164787" y="6400080"/>
            <a:ext cx="28398" cy="28398"/>
          </a:xfrm>
          <a:prstGeom prst="ellipse">
            <a:avLst/>
          </a:prstGeom>
          <a:solidFill>
            <a:srgbClr val="7F8C97">
              <a:alpha val="48000"/>
            </a:srgbClr>
          </a:solidFill>
          <a:ln w="0">
            <a:noFill/>
            <a:prstDash val="solid"/>
          </a:ln>
        </p:spPr>
      </p:sp>
      <p:sp>
        <p:nvSpPr>
          <p:cNvPr id="3351" name="03_assume_matched_8648">
            <a:extLst>
              <a:ext uri="{FF2B5EF4-FFF2-40B4-BE49-F238E27FC236}">
                <a16:creationId xmlns:a16="http://schemas.microsoft.com/office/drawing/2014/main" id="{7C73C3A5-56D5-4923-8B33-28CC73DD4149}"/>
              </a:ext>
            </a:extLst>
          </p:cNvPr>
          <p:cNvSpPr>
            <a:spLocks noGrp="1"/>
          </p:cNvSpPr>
          <p:nvPr/>
        </p:nvSpPr>
        <p:spPr>
          <a:xfrm>
            <a:off x="6165938" y="6010168"/>
            <a:ext cx="28398" cy="28398"/>
          </a:xfrm>
          <a:prstGeom prst="ellipse">
            <a:avLst/>
          </a:prstGeom>
          <a:solidFill>
            <a:srgbClr val="7F8C97">
              <a:alpha val="48000"/>
            </a:srgbClr>
          </a:solidFill>
          <a:ln w="0">
            <a:noFill/>
            <a:prstDash val="solid"/>
          </a:ln>
        </p:spPr>
      </p:sp>
      <p:sp>
        <p:nvSpPr>
          <p:cNvPr id="3352" name="03_assume_matched_8649">
            <a:extLst>
              <a:ext uri="{FF2B5EF4-FFF2-40B4-BE49-F238E27FC236}">
                <a16:creationId xmlns:a16="http://schemas.microsoft.com/office/drawing/2014/main" id="{A94D541C-395F-4375-B1F7-160559B21BCB}"/>
              </a:ext>
            </a:extLst>
          </p:cNvPr>
          <p:cNvSpPr>
            <a:spLocks noGrp="1"/>
          </p:cNvSpPr>
          <p:nvPr/>
        </p:nvSpPr>
        <p:spPr>
          <a:xfrm>
            <a:off x="6169680" y="6595037"/>
            <a:ext cx="28398" cy="28398"/>
          </a:xfrm>
          <a:prstGeom prst="ellipse">
            <a:avLst/>
          </a:prstGeom>
          <a:solidFill>
            <a:srgbClr val="7F8C97">
              <a:alpha val="48000"/>
            </a:srgbClr>
          </a:solidFill>
          <a:ln w="0">
            <a:noFill/>
            <a:prstDash val="solid"/>
          </a:ln>
        </p:spPr>
      </p:sp>
      <p:sp>
        <p:nvSpPr>
          <p:cNvPr id="3353" name="03_assume_matched_8650">
            <a:extLst>
              <a:ext uri="{FF2B5EF4-FFF2-40B4-BE49-F238E27FC236}">
                <a16:creationId xmlns:a16="http://schemas.microsoft.com/office/drawing/2014/main" id="{4E9AFCF7-CE3B-49D9-9D8D-74E2D2B7E424}"/>
              </a:ext>
            </a:extLst>
          </p:cNvPr>
          <p:cNvSpPr>
            <a:spLocks noGrp="1"/>
          </p:cNvSpPr>
          <p:nvPr/>
        </p:nvSpPr>
        <p:spPr>
          <a:xfrm>
            <a:off x="6086932" y="6595037"/>
            <a:ext cx="28398" cy="28398"/>
          </a:xfrm>
          <a:prstGeom prst="ellipse">
            <a:avLst/>
          </a:prstGeom>
          <a:solidFill>
            <a:srgbClr val="7F8C97">
              <a:alpha val="48000"/>
            </a:srgbClr>
          </a:solidFill>
          <a:ln w="0">
            <a:noFill/>
            <a:prstDash val="solid"/>
          </a:ln>
        </p:spPr>
      </p:sp>
      <p:sp>
        <p:nvSpPr>
          <p:cNvPr id="3354" name="03_assume_matched_8651">
            <a:extLst>
              <a:ext uri="{FF2B5EF4-FFF2-40B4-BE49-F238E27FC236}">
                <a16:creationId xmlns:a16="http://schemas.microsoft.com/office/drawing/2014/main" id="{B98C7E49-46F2-4C67-BEA2-42FAC36E11A1}"/>
              </a:ext>
            </a:extLst>
          </p:cNvPr>
          <p:cNvSpPr>
            <a:spLocks noGrp="1"/>
          </p:cNvSpPr>
          <p:nvPr/>
        </p:nvSpPr>
        <p:spPr>
          <a:xfrm>
            <a:off x="6065202" y="6010168"/>
            <a:ext cx="28398" cy="28398"/>
          </a:xfrm>
          <a:prstGeom prst="ellipse">
            <a:avLst/>
          </a:prstGeom>
          <a:solidFill>
            <a:srgbClr val="7F8C97">
              <a:alpha val="48000"/>
            </a:srgbClr>
          </a:solidFill>
          <a:ln w="0">
            <a:noFill/>
            <a:prstDash val="solid"/>
          </a:ln>
        </p:spPr>
      </p:sp>
      <p:sp>
        <p:nvSpPr>
          <p:cNvPr id="3355" name="03_assume_matched_8652">
            <a:extLst>
              <a:ext uri="{FF2B5EF4-FFF2-40B4-BE49-F238E27FC236}">
                <a16:creationId xmlns:a16="http://schemas.microsoft.com/office/drawing/2014/main" id="{98751048-CAB6-4875-A2F6-29662762ECF5}"/>
              </a:ext>
            </a:extLst>
          </p:cNvPr>
          <p:cNvSpPr>
            <a:spLocks noGrp="1"/>
          </p:cNvSpPr>
          <p:nvPr/>
        </p:nvSpPr>
        <p:spPr>
          <a:xfrm>
            <a:off x="6148957" y="6010168"/>
            <a:ext cx="28398" cy="28398"/>
          </a:xfrm>
          <a:prstGeom prst="ellipse">
            <a:avLst/>
          </a:prstGeom>
          <a:solidFill>
            <a:srgbClr val="7F8C97">
              <a:alpha val="48000"/>
            </a:srgbClr>
          </a:solidFill>
          <a:ln w="0">
            <a:noFill/>
            <a:prstDash val="solid"/>
          </a:ln>
        </p:spPr>
      </p:sp>
      <p:sp>
        <p:nvSpPr>
          <p:cNvPr id="3356" name="03_assume_matched_8653">
            <a:extLst>
              <a:ext uri="{FF2B5EF4-FFF2-40B4-BE49-F238E27FC236}">
                <a16:creationId xmlns:a16="http://schemas.microsoft.com/office/drawing/2014/main" id="{DD7D92E4-9644-43B0-8601-89AB4C76F0EF}"/>
              </a:ext>
            </a:extLst>
          </p:cNvPr>
          <p:cNvSpPr>
            <a:spLocks noGrp="1"/>
          </p:cNvSpPr>
          <p:nvPr/>
        </p:nvSpPr>
        <p:spPr>
          <a:xfrm>
            <a:off x="6058438" y="6010168"/>
            <a:ext cx="28398" cy="28398"/>
          </a:xfrm>
          <a:prstGeom prst="ellipse">
            <a:avLst/>
          </a:prstGeom>
          <a:solidFill>
            <a:srgbClr val="7F8C97">
              <a:alpha val="48000"/>
            </a:srgbClr>
          </a:solidFill>
          <a:ln w="0">
            <a:noFill/>
            <a:prstDash val="solid"/>
          </a:ln>
        </p:spPr>
      </p:sp>
      <p:sp>
        <p:nvSpPr>
          <p:cNvPr id="3357" name="03_assume_matched_8654">
            <a:extLst>
              <a:ext uri="{FF2B5EF4-FFF2-40B4-BE49-F238E27FC236}">
                <a16:creationId xmlns:a16="http://schemas.microsoft.com/office/drawing/2014/main" id="{8B6B6E9E-FA28-4262-8243-C50FBB357D6A}"/>
              </a:ext>
            </a:extLst>
          </p:cNvPr>
          <p:cNvSpPr>
            <a:spLocks noGrp="1"/>
          </p:cNvSpPr>
          <p:nvPr/>
        </p:nvSpPr>
        <p:spPr>
          <a:xfrm>
            <a:off x="6152555" y="6010168"/>
            <a:ext cx="28398" cy="28398"/>
          </a:xfrm>
          <a:prstGeom prst="ellipse">
            <a:avLst/>
          </a:prstGeom>
          <a:solidFill>
            <a:srgbClr val="7F8C97">
              <a:alpha val="48000"/>
            </a:srgbClr>
          </a:solidFill>
          <a:ln w="0">
            <a:noFill/>
            <a:prstDash val="solid"/>
          </a:ln>
        </p:spPr>
      </p:sp>
      <p:sp>
        <p:nvSpPr>
          <p:cNvPr id="3358" name="03_assume_matched_8655">
            <a:extLst>
              <a:ext uri="{FF2B5EF4-FFF2-40B4-BE49-F238E27FC236}">
                <a16:creationId xmlns:a16="http://schemas.microsoft.com/office/drawing/2014/main" id="{C2E47624-D62B-4A58-95FF-F53481F0964D}"/>
              </a:ext>
            </a:extLst>
          </p:cNvPr>
          <p:cNvSpPr>
            <a:spLocks noGrp="1"/>
          </p:cNvSpPr>
          <p:nvPr/>
        </p:nvSpPr>
        <p:spPr>
          <a:xfrm>
            <a:off x="6059734" y="6595037"/>
            <a:ext cx="28398" cy="28398"/>
          </a:xfrm>
          <a:prstGeom prst="ellipse">
            <a:avLst/>
          </a:prstGeom>
          <a:solidFill>
            <a:srgbClr val="7F8C97">
              <a:alpha val="48000"/>
            </a:srgbClr>
          </a:solidFill>
          <a:ln w="0">
            <a:noFill/>
            <a:prstDash val="solid"/>
          </a:ln>
        </p:spPr>
      </p:sp>
      <p:sp>
        <p:nvSpPr>
          <p:cNvPr id="3359" name="03_assume_matched_8656">
            <a:extLst>
              <a:ext uri="{FF2B5EF4-FFF2-40B4-BE49-F238E27FC236}">
                <a16:creationId xmlns:a16="http://schemas.microsoft.com/office/drawing/2014/main" id="{0076A4BE-5640-4940-B295-9824DE4CF793}"/>
              </a:ext>
            </a:extLst>
          </p:cNvPr>
          <p:cNvSpPr>
            <a:spLocks noGrp="1"/>
          </p:cNvSpPr>
          <p:nvPr/>
        </p:nvSpPr>
        <p:spPr>
          <a:xfrm>
            <a:off x="6180185" y="6010168"/>
            <a:ext cx="28398" cy="28398"/>
          </a:xfrm>
          <a:prstGeom prst="ellipse">
            <a:avLst/>
          </a:prstGeom>
          <a:solidFill>
            <a:srgbClr val="7F8C97">
              <a:alpha val="48000"/>
            </a:srgbClr>
          </a:solidFill>
          <a:ln w="0">
            <a:noFill/>
            <a:prstDash val="solid"/>
          </a:ln>
        </p:spPr>
      </p:sp>
      <p:sp>
        <p:nvSpPr>
          <p:cNvPr id="3360" name="03_assume_matched_8657">
            <a:extLst>
              <a:ext uri="{FF2B5EF4-FFF2-40B4-BE49-F238E27FC236}">
                <a16:creationId xmlns:a16="http://schemas.microsoft.com/office/drawing/2014/main" id="{643643BE-D900-46DD-B588-A443C0A050A3}"/>
              </a:ext>
            </a:extLst>
          </p:cNvPr>
          <p:cNvSpPr>
            <a:spLocks noGrp="1"/>
          </p:cNvSpPr>
          <p:nvPr/>
        </p:nvSpPr>
        <p:spPr>
          <a:xfrm>
            <a:off x="6158167" y="6010168"/>
            <a:ext cx="28398" cy="28398"/>
          </a:xfrm>
          <a:prstGeom prst="ellipse">
            <a:avLst/>
          </a:prstGeom>
          <a:solidFill>
            <a:srgbClr val="7F8C97">
              <a:alpha val="48000"/>
            </a:srgbClr>
          </a:solidFill>
          <a:ln w="0">
            <a:noFill/>
            <a:prstDash val="solid"/>
          </a:ln>
        </p:spPr>
      </p:sp>
      <p:sp>
        <p:nvSpPr>
          <p:cNvPr id="3361" name="03_assume_matched_8658">
            <a:extLst>
              <a:ext uri="{FF2B5EF4-FFF2-40B4-BE49-F238E27FC236}">
                <a16:creationId xmlns:a16="http://schemas.microsoft.com/office/drawing/2014/main" id="{F74D8CF2-5D2B-4DBD-89FD-ACBDB9238F00}"/>
              </a:ext>
            </a:extLst>
          </p:cNvPr>
          <p:cNvSpPr>
            <a:spLocks noGrp="1"/>
          </p:cNvSpPr>
          <p:nvPr/>
        </p:nvSpPr>
        <p:spPr>
          <a:xfrm>
            <a:off x="6106072" y="6010168"/>
            <a:ext cx="28398" cy="28398"/>
          </a:xfrm>
          <a:prstGeom prst="ellipse">
            <a:avLst/>
          </a:prstGeom>
          <a:solidFill>
            <a:srgbClr val="7F8C97">
              <a:alpha val="48000"/>
            </a:srgbClr>
          </a:solidFill>
          <a:ln w="0">
            <a:noFill/>
            <a:prstDash val="solid"/>
          </a:ln>
        </p:spPr>
      </p:sp>
      <p:sp>
        <p:nvSpPr>
          <p:cNvPr id="3362" name="03_assume_matched_8659">
            <a:extLst>
              <a:ext uri="{FF2B5EF4-FFF2-40B4-BE49-F238E27FC236}">
                <a16:creationId xmlns:a16="http://schemas.microsoft.com/office/drawing/2014/main" id="{79CB8855-4466-4198-893E-3946A2047594}"/>
              </a:ext>
            </a:extLst>
          </p:cNvPr>
          <p:cNvSpPr>
            <a:spLocks noGrp="1"/>
          </p:cNvSpPr>
          <p:nvPr/>
        </p:nvSpPr>
        <p:spPr>
          <a:xfrm>
            <a:off x="6081752" y="6595037"/>
            <a:ext cx="28398" cy="28398"/>
          </a:xfrm>
          <a:prstGeom prst="ellipse">
            <a:avLst/>
          </a:prstGeom>
          <a:solidFill>
            <a:srgbClr val="7F8C97">
              <a:alpha val="48000"/>
            </a:srgbClr>
          </a:solidFill>
          <a:ln w="0">
            <a:noFill/>
            <a:prstDash val="solid"/>
          </a:ln>
        </p:spPr>
      </p:sp>
      <p:sp>
        <p:nvSpPr>
          <p:cNvPr id="3363" name="03_assume_matched_8660">
            <a:extLst>
              <a:ext uri="{FF2B5EF4-FFF2-40B4-BE49-F238E27FC236}">
                <a16:creationId xmlns:a16="http://schemas.microsoft.com/office/drawing/2014/main" id="{EB791C7E-5FDF-40A7-B800-4346EA7D0230}"/>
              </a:ext>
            </a:extLst>
          </p:cNvPr>
          <p:cNvSpPr>
            <a:spLocks noGrp="1"/>
          </p:cNvSpPr>
          <p:nvPr/>
        </p:nvSpPr>
        <p:spPr>
          <a:xfrm>
            <a:off x="6184215" y="6595037"/>
            <a:ext cx="28398" cy="28398"/>
          </a:xfrm>
          <a:prstGeom prst="ellipse">
            <a:avLst/>
          </a:prstGeom>
          <a:solidFill>
            <a:srgbClr val="7F8C97">
              <a:alpha val="48000"/>
            </a:srgbClr>
          </a:solidFill>
          <a:ln w="0">
            <a:noFill/>
            <a:prstDash val="solid"/>
          </a:ln>
        </p:spPr>
      </p:sp>
      <p:sp>
        <p:nvSpPr>
          <p:cNvPr id="3364" name="03_assume_matched_8661">
            <a:extLst>
              <a:ext uri="{FF2B5EF4-FFF2-40B4-BE49-F238E27FC236}">
                <a16:creationId xmlns:a16="http://schemas.microsoft.com/office/drawing/2014/main" id="{8DEDDD7F-7CE3-40FC-A11C-2A81B5291785}"/>
              </a:ext>
            </a:extLst>
          </p:cNvPr>
          <p:cNvSpPr>
            <a:spLocks noGrp="1"/>
          </p:cNvSpPr>
          <p:nvPr/>
        </p:nvSpPr>
        <p:spPr>
          <a:xfrm>
            <a:off x="6131976" y="6595037"/>
            <a:ext cx="28398" cy="28398"/>
          </a:xfrm>
          <a:prstGeom prst="ellipse">
            <a:avLst/>
          </a:prstGeom>
          <a:solidFill>
            <a:srgbClr val="7F8C97">
              <a:alpha val="48000"/>
            </a:srgbClr>
          </a:solidFill>
          <a:ln w="0">
            <a:noFill/>
            <a:prstDash val="solid"/>
          </a:ln>
        </p:spPr>
      </p:sp>
      <p:sp>
        <p:nvSpPr>
          <p:cNvPr id="3365" name="03_assume_matched_8662">
            <a:extLst>
              <a:ext uri="{FF2B5EF4-FFF2-40B4-BE49-F238E27FC236}">
                <a16:creationId xmlns:a16="http://schemas.microsoft.com/office/drawing/2014/main" id="{84609C22-58E2-46E8-BA0B-E9A4401F1A88}"/>
              </a:ext>
            </a:extLst>
          </p:cNvPr>
          <p:cNvSpPr>
            <a:spLocks noGrp="1"/>
          </p:cNvSpPr>
          <p:nvPr/>
        </p:nvSpPr>
        <p:spPr>
          <a:xfrm>
            <a:off x="6164787" y="6595037"/>
            <a:ext cx="28398" cy="28398"/>
          </a:xfrm>
          <a:prstGeom prst="ellipse">
            <a:avLst/>
          </a:prstGeom>
          <a:solidFill>
            <a:srgbClr val="7F8C97">
              <a:alpha val="48000"/>
            </a:srgbClr>
          </a:solidFill>
          <a:ln w="0">
            <a:noFill/>
            <a:prstDash val="solid"/>
          </a:ln>
        </p:spPr>
      </p:sp>
      <p:sp>
        <p:nvSpPr>
          <p:cNvPr id="3366" name="03_assume_matched_8663">
            <a:extLst>
              <a:ext uri="{FF2B5EF4-FFF2-40B4-BE49-F238E27FC236}">
                <a16:creationId xmlns:a16="http://schemas.microsoft.com/office/drawing/2014/main" id="{0F11D29E-A496-4DD6-B275-EFFBED335736}"/>
              </a:ext>
            </a:extLst>
          </p:cNvPr>
          <p:cNvSpPr>
            <a:spLocks noGrp="1"/>
          </p:cNvSpPr>
          <p:nvPr/>
        </p:nvSpPr>
        <p:spPr>
          <a:xfrm>
            <a:off x="6063907" y="6478063"/>
            <a:ext cx="28398" cy="28398"/>
          </a:xfrm>
          <a:prstGeom prst="ellipse">
            <a:avLst/>
          </a:prstGeom>
          <a:solidFill>
            <a:srgbClr val="7F8C97">
              <a:alpha val="48000"/>
            </a:srgbClr>
          </a:solidFill>
          <a:ln w="0">
            <a:noFill/>
            <a:prstDash val="solid"/>
          </a:ln>
        </p:spPr>
      </p:sp>
      <p:sp>
        <p:nvSpPr>
          <p:cNvPr id="3367" name="03_assume_matched_8664">
            <a:extLst>
              <a:ext uri="{FF2B5EF4-FFF2-40B4-BE49-F238E27FC236}">
                <a16:creationId xmlns:a16="http://schemas.microsoft.com/office/drawing/2014/main" id="{3951F856-D7E0-45BE-B5F1-8514B2974336}"/>
              </a:ext>
            </a:extLst>
          </p:cNvPr>
          <p:cNvSpPr>
            <a:spLocks noGrp="1"/>
          </p:cNvSpPr>
          <p:nvPr/>
        </p:nvSpPr>
        <p:spPr>
          <a:xfrm>
            <a:off x="6155865" y="6595037"/>
            <a:ext cx="28398" cy="28398"/>
          </a:xfrm>
          <a:prstGeom prst="ellipse">
            <a:avLst/>
          </a:prstGeom>
          <a:solidFill>
            <a:srgbClr val="7F8C97">
              <a:alpha val="48000"/>
            </a:srgbClr>
          </a:solidFill>
          <a:ln w="0">
            <a:noFill/>
            <a:prstDash val="solid"/>
          </a:ln>
        </p:spPr>
      </p:sp>
      <p:sp>
        <p:nvSpPr>
          <p:cNvPr id="3368" name="03_assume_matched_8665">
            <a:extLst>
              <a:ext uri="{FF2B5EF4-FFF2-40B4-BE49-F238E27FC236}">
                <a16:creationId xmlns:a16="http://schemas.microsoft.com/office/drawing/2014/main" id="{36BED211-8DC8-4D4C-AFD1-38B569C153DD}"/>
              </a:ext>
            </a:extLst>
          </p:cNvPr>
          <p:cNvSpPr>
            <a:spLocks noGrp="1"/>
          </p:cNvSpPr>
          <p:nvPr/>
        </p:nvSpPr>
        <p:spPr>
          <a:xfrm>
            <a:off x="6134998" y="6010168"/>
            <a:ext cx="28398" cy="28398"/>
          </a:xfrm>
          <a:prstGeom prst="ellipse">
            <a:avLst/>
          </a:prstGeom>
          <a:solidFill>
            <a:srgbClr val="7F8C97">
              <a:alpha val="48000"/>
            </a:srgbClr>
          </a:solidFill>
          <a:ln w="0">
            <a:noFill/>
            <a:prstDash val="solid"/>
          </a:ln>
        </p:spPr>
      </p:sp>
      <p:sp>
        <p:nvSpPr>
          <p:cNvPr id="3369" name="03_assume_matched_8666">
            <a:extLst>
              <a:ext uri="{FF2B5EF4-FFF2-40B4-BE49-F238E27FC236}">
                <a16:creationId xmlns:a16="http://schemas.microsoft.com/office/drawing/2014/main" id="{F30B37E0-C02C-43A1-930E-1271FD94F555}"/>
              </a:ext>
            </a:extLst>
          </p:cNvPr>
          <p:cNvSpPr>
            <a:spLocks noGrp="1"/>
          </p:cNvSpPr>
          <p:nvPr/>
        </p:nvSpPr>
        <p:spPr>
          <a:xfrm>
            <a:off x="6043616" y="6010168"/>
            <a:ext cx="28398" cy="28398"/>
          </a:xfrm>
          <a:prstGeom prst="ellipse">
            <a:avLst/>
          </a:prstGeom>
          <a:solidFill>
            <a:srgbClr val="7F8C97">
              <a:alpha val="48000"/>
            </a:srgbClr>
          </a:solidFill>
          <a:ln w="0">
            <a:noFill/>
            <a:prstDash val="solid"/>
          </a:ln>
        </p:spPr>
      </p:sp>
      <p:sp>
        <p:nvSpPr>
          <p:cNvPr id="3370" name="03_assume_matched_8667">
            <a:extLst>
              <a:ext uri="{FF2B5EF4-FFF2-40B4-BE49-F238E27FC236}">
                <a16:creationId xmlns:a16="http://schemas.microsoft.com/office/drawing/2014/main" id="{B9E4F05D-5D06-411B-AF92-C9E141590F68}"/>
              </a:ext>
            </a:extLst>
          </p:cNvPr>
          <p:cNvSpPr>
            <a:spLocks noGrp="1"/>
          </p:cNvSpPr>
          <p:nvPr/>
        </p:nvSpPr>
        <p:spPr>
          <a:xfrm>
            <a:off x="6102906" y="6595037"/>
            <a:ext cx="28398" cy="28398"/>
          </a:xfrm>
          <a:prstGeom prst="ellipse">
            <a:avLst/>
          </a:prstGeom>
          <a:solidFill>
            <a:srgbClr val="7F8C97">
              <a:alpha val="48000"/>
            </a:srgbClr>
          </a:solidFill>
          <a:ln w="0">
            <a:noFill/>
            <a:prstDash val="solid"/>
          </a:ln>
        </p:spPr>
      </p:sp>
      <p:sp>
        <p:nvSpPr>
          <p:cNvPr id="3371" name="03_assume_matched_8668">
            <a:extLst>
              <a:ext uri="{FF2B5EF4-FFF2-40B4-BE49-F238E27FC236}">
                <a16:creationId xmlns:a16="http://schemas.microsoft.com/office/drawing/2014/main" id="{1748D114-1A4E-4C43-90A5-C56609FE2250}"/>
              </a:ext>
            </a:extLst>
          </p:cNvPr>
          <p:cNvSpPr>
            <a:spLocks noGrp="1"/>
          </p:cNvSpPr>
          <p:nvPr/>
        </p:nvSpPr>
        <p:spPr>
          <a:xfrm>
            <a:off x="6085062" y="6595037"/>
            <a:ext cx="28398" cy="28398"/>
          </a:xfrm>
          <a:prstGeom prst="ellipse">
            <a:avLst/>
          </a:prstGeom>
          <a:solidFill>
            <a:srgbClr val="7F8C97">
              <a:alpha val="48000"/>
            </a:srgbClr>
          </a:solidFill>
          <a:ln w="0">
            <a:noFill/>
            <a:prstDash val="solid"/>
          </a:ln>
        </p:spPr>
      </p:sp>
      <p:sp>
        <p:nvSpPr>
          <p:cNvPr id="3372" name="03_assume_matched_8669">
            <a:extLst>
              <a:ext uri="{FF2B5EF4-FFF2-40B4-BE49-F238E27FC236}">
                <a16:creationId xmlns:a16="http://schemas.microsoft.com/office/drawing/2014/main" id="{4AF6FAA2-9784-4EE3-8B2D-E2754C16BF0D}"/>
              </a:ext>
            </a:extLst>
          </p:cNvPr>
          <p:cNvSpPr>
            <a:spLocks noGrp="1"/>
          </p:cNvSpPr>
          <p:nvPr/>
        </p:nvSpPr>
        <p:spPr>
          <a:xfrm>
            <a:off x="6117297" y="6010168"/>
            <a:ext cx="28398" cy="28398"/>
          </a:xfrm>
          <a:prstGeom prst="ellipse">
            <a:avLst/>
          </a:prstGeom>
          <a:solidFill>
            <a:srgbClr val="7F8C97">
              <a:alpha val="48000"/>
            </a:srgbClr>
          </a:solidFill>
          <a:ln w="0">
            <a:noFill/>
            <a:prstDash val="solid"/>
          </a:ln>
        </p:spPr>
      </p:sp>
      <p:sp>
        <p:nvSpPr>
          <p:cNvPr id="3373" name="03_assume_matched_8670">
            <a:extLst>
              <a:ext uri="{FF2B5EF4-FFF2-40B4-BE49-F238E27FC236}">
                <a16:creationId xmlns:a16="http://schemas.microsoft.com/office/drawing/2014/main" id="{0A57A199-95E3-4F7F-8FBE-5D9BD3ED9D22}"/>
              </a:ext>
            </a:extLst>
          </p:cNvPr>
          <p:cNvSpPr>
            <a:spLocks noGrp="1"/>
          </p:cNvSpPr>
          <p:nvPr/>
        </p:nvSpPr>
        <p:spPr>
          <a:xfrm>
            <a:off x="6099165" y="6546298"/>
            <a:ext cx="28398" cy="28398"/>
          </a:xfrm>
          <a:prstGeom prst="ellipse">
            <a:avLst/>
          </a:prstGeom>
          <a:solidFill>
            <a:srgbClr val="7F8C97">
              <a:alpha val="48000"/>
            </a:srgbClr>
          </a:solidFill>
          <a:ln w="0">
            <a:noFill/>
            <a:prstDash val="solid"/>
          </a:ln>
        </p:spPr>
      </p:sp>
      <p:sp>
        <p:nvSpPr>
          <p:cNvPr id="3374" name="03_assume_matched_8671">
            <a:extLst>
              <a:ext uri="{FF2B5EF4-FFF2-40B4-BE49-F238E27FC236}">
                <a16:creationId xmlns:a16="http://schemas.microsoft.com/office/drawing/2014/main" id="{279B979E-449B-420A-898F-8301B0862620}"/>
              </a:ext>
            </a:extLst>
          </p:cNvPr>
          <p:cNvSpPr>
            <a:spLocks noGrp="1"/>
          </p:cNvSpPr>
          <p:nvPr/>
        </p:nvSpPr>
        <p:spPr>
          <a:xfrm>
            <a:off x="6161333" y="6448819"/>
            <a:ext cx="28398" cy="28398"/>
          </a:xfrm>
          <a:prstGeom prst="ellipse">
            <a:avLst/>
          </a:prstGeom>
          <a:solidFill>
            <a:srgbClr val="7F8C97">
              <a:alpha val="48000"/>
            </a:srgbClr>
          </a:solidFill>
          <a:ln w="0">
            <a:noFill/>
            <a:prstDash val="solid"/>
          </a:ln>
        </p:spPr>
      </p:sp>
      <p:sp>
        <p:nvSpPr>
          <p:cNvPr id="3375" name="03_assume_matched_8672">
            <a:extLst>
              <a:ext uri="{FF2B5EF4-FFF2-40B4-BE49-F238E27FC236}">
                <a16:creationId xmlns:a16="http://schemas.microsoft.com/office/drawing/2014/main" id="{18E8F762-484F-40EB-9D1B-004BE77374F3}"/>
              </a:ext>
            </a:extLst>
          </p:cNvPr>
          <p:cNvSpPr>
            <a:spLocks noGrp="1"/>
          </p:cNvSpPr>
          <p:nvPr/>
        </p:nvSpPr>
        <p:spPr>
          <a:xfrm>
            <a:off x="6059446" y="6010168"/>
            <a:ext cx="28398" cy="28398"/>
          </a:xfrm>
          <a:prstGeom prst="ellipse">
            <a:avLst/>
          </a:prstGeom>
          <a:solidFill>
            <a:srgbClr val="7F8C97">
              <a:alpha val="48000"/>
            </a:srgbClr>
          </a:solidFill>
          <a:ln w="0">
            <a:noFill/>
            <a:prstDash val="solid"/>
          </a:ln>
        </p:spPr>
      </p:sp>
      <p:sp>
        <p:nvSpPr>
          <p:cNvPr id="3376" name="03_assume_matched_8673">
            <a:extLst>
              <a:ext uri="{FF2B5EF4-FFF2-40B4-BE49-F238E27FC236}">
                <a16:creationId xmlns:a16="http://schemas.microsoft.com/office/drawing/2014/main" id="{9DAAA8DF-F65D-45BF-9EBA-08BD163DEA80}"/>
              </a:ext>
            </a:extLst>
          </p:cNvPr>
          <p:cNvSpPr>
            <a:spLocks noGrp="1"/>
          </p:cNvSpPr>
          <p:nvPr/>
        </p:nvSpPr>
        <p:spPr>
          <a:xfrm>
            <a:off x="6066066" y="6010168"/>
            <a:ext cx="28398" cy="28398"/>
          </a:xfrm>
          <a:prstGeom prst="ellipse">
            <a:avLst/>
          </a:prstGeom>
          <a:solidFill>
            <a:srgbClr val="7F8C97">
              <a:alpha val="48000"/>
            </a:srgbClr>
          </a:solidFill>
          <a:ln w="0">
            <a:noFill/>
            <a:prstDash val="solid"/>
          </a:ln>
        </p:spPr>
      </p:sp>
      <p:sp>
        <p:nvSpPr>
          <p:cNvPr id="3377" name="03_assume_matched_8674">
            <a:extLst>
              <a:ext uri="{FF2B5EF4-FFF2-40B4-BE49-F238E27FC236}">
                <a16:creationId xmlns:a16="http://schemas.microsoft.com/office/drawing/2014/main" id="{B7803996-5803-4686-89A0-D4EB6A8DDE37}"/>
              </a:ext>
            </a:extLst>
          </p:cNvPr>
          <p:cNvSpPr>
            <a:spLocks noGrp="1"/>
          </p:cNvSpPr>
          <p:nvPr/>
        </p:nvSpPr>
        <p:spPr>
          <a:xfrm>
            <a:off x="6125932" y="6010168"/>
            <a:ext cx="28398" cy="28398"/>
          </a:xfrm>
          <a:prstGeom prst="ellipse">
            <a:avLst/>
          </a:prstGeom>
          <a:solidFill>
            <a:srgbClr val="7F8C97">
              <a:alpha val="48000"/>
            </a:srgbClr>
          </a:solidFill>
          <a:ln w="0">
            <a:noFill/>
            <a:prstDash val="solid"/>
          </a:ln>
        </p:spPr>
      </p:sp>
      <p:sp>
        <p:nvSpPr>
          <p:cNvPr id="3378" name="03_assume_matched_8675">
            <a:extLst>
              <a:ext uri="{FF2B5EF4-FFF2-40B4-BE49-F238E27FC236}">
                <a16:creationId xmlns:a16="http://schemas.microsoft.com/office/drawing/2014/main" id="{201E470B-B883-4313-909C-158A2D7071FC}"/>
              </a:ext>
            </a:extLst>
          </p:cNvPr>
          <p:cNvSpPr>
            <a:spLocks noGrp="1"/>
          </p:cNvSpPr>
          <p:nvPr/>
        </p:nvSpPr>
        <p:spPr>
          <a:xfrm>
            <a:off x="6124637" y="6010168"/>
            <a:ext cx="28398" cy="28398"/>
          </a:xfrm>
          <a:prstGeom prst="ellipse">
            <a:avLst/>
          </a:prstGeom>
          <a:solidFill>
            <a:srgbClr val="7F8C97">
              <a:alpha val="48000"/>
            </a:srgbClr>
          </a:solidFill>
          <a:ln w="0">
            <a:noFill/>
            <a:prstDash val="solid"/>
          </a:ln>
        </p:spPr>
      </p:sp>
      <p:sp>
        <p:nvSpPr>
          <p:cNvPr id="3379" name="03_assume_matched_8676">
            <a:extLst>
              <a:ext uri="{FF2B5EF4-FFF2-40B4-BE49-F238E27FC236}">
                <a16:creationId xmlns:a16="http://schemas.microsoft.com/office/drawing/2014/main" id="{C0D64F49-ECDE-4FCE-A84C-A1A664F92803}"/>
              </a:ext>
            </a:extLst>
          </p:cNvPr>
          <p:cNvSpPr>
            <a:spLocks noGrp="1"/>
          </p:cNvSpPr>
          <p:nvPr/>
        </p:nvSpPr>
        <p:spPr>
          <a:xfrm>
            <a:off x="6171407" y="6010168"/>
            <a:ext cx="28398" cy="28398"/>
          </a:xfrm>
          <a:prstGeom prst="ellipse">
            <a:avLst/>
          </a:prstGeom>
          <a:solidFill>
            <a:srgbClr val="7F8C97">
              <a:alpha val="48000"/>
            </a:srgbClr>
          </a:solidFill>
          <a:ln w="0">
            <a:noFill/>
            <a:prstDash val="solid"/>
          </a:ln>
        </p:spPr>
      </p:sp>
      <p:sp>
        <p:nvSpPr>
          <p:cNvPr id="3380" name="03_assume_matched_8677">
            <a:extLst>
              <a:ext uri="{FF2B5EF4-FFF2-40B4-BE49-F238E27FC236}">
                <a16:creationId xmlns:a16="http://schemas.microsoft.com/office/drawing/2014/main" id="{F0F99BDC-770B-4682-B845-7F1F68C83EEE}"/>
              </a:ext>
            </a:extLst>
          </p:cNvPr>
          <p:cNvSpPr>
            <a:spLocks noGrp="1"/>
          </p:cNvSpPr>
          <p:nvPr/>
        </p:nvSpPr>
        <p:spPr>
          <a:xfrm>
            <a:off x="6149677" y="6010168"/>
            <a:ext cx="28398" cy="28398"/>
          </a:xfrm>
          <a:prstGeom prst="ellipse">
            <a:avLst/>
          </a:prstGeom>
          <a:solidFill>
            <a:srgbClr val="7F8C97">
              <a:alpha val="48000"/>
            </a:srgbClr>
          </a:solidFill>
          <a:ln w="0">
            <a:noFill/>
            <a:prstDash val="solid"/>
          </a:ln>
        </p:spPr>
      </p:sp>
      <p:sp>
        <p:nvSpPr>
          <p:cNvPr id="3381" name="03_assume_matched_8678">
            <a:extLst>
              <a:ext uri="{FF2B5EF4-FFF2-40B4-BE49-F238E27FC236}">
                <a16:creationId xmlns:a16="http://schemas.microsoft.com/office/drawing/2014/main" id="{1699909F-768F-4186-8205-06981C85C278}"/>
              </a:ext>
            </a:extLst>
          </p:cNvPr>
          <p:cNvSpPr>
            <a:spLocks noGrp="1"/>
          </p:cNvSpPr>
          <p:nvPr/>
        </p:nvSpPr>
        <p:spPr>
          <a:xfrm>
            <a:off x="6081752" y="6595037"/>
            <a:ext cx="28398" cy="28398"/>
          </a:xfrm>
          <a:prstGeom prst="ellipse">
            <a:avLst/>
          </a:prstGeom>
          <a:solidFill>
            <a:srgbClr val="7F8C97">
              <a:alpha val="48000"/>
            </a:srgbClr>
          </a:solidFill>
          <a:ln w="0">
            <a:noFill/>
            <a:prstDash val="solid"/>
          </a:ln>
        </p:spPr>
      </p:sp>
      <p:sp>
        <p:nvSpPr>
          <p:cNvPr id="3382" name="03_assume_matched_8679">
            <a:extLst>
              <a:ext uri="{FF2B5EF4-FFF2-40B4-BE49-F238E27FC236}">
                <a16:creationId xmlns:a16="http://schemas.microsoft.com/office/drawing/2014/main" id="{EE09BB46-3474-46C0-8A2E-BA15A315DEEE}"/>
              </a:ext>
            </a:extLst>
          </p:cNvPr>
          <p:cNvSpPr>
            <a:spLocks noGrp="1"/>
          </p:cNvSpPr>
          <p:nvPr/>
        </p:nvSpPr>
        <p:spPr>
          <a:xfrm>
            <a:off x="6152555" y="6595037"/>
            <a:ext cx="28398" cy="28398"/>
          </a:xfrm>
          <a:prstGeom prst="ellipse">
            <a:avLst/>
          </a:prstGeom>
          <a:solidFill>
            <a:srgbClr val="7F8C97">
              <a:alpha val="48000"/>
            </a:srgbClr>
          </a:solidFill>
          <a:ln w="0">
            <a:noFill/>
            <a:prstDash val="solid"/>
          </a:ln>
        </p:spPr>
      </p:sp>
      <p:sp>
        <p:nvSpPr>
          <p:cNvPr id="3383" name="03_assume_matched_8680">
            <a:extLst>
              <a:ext uri="{FF2B5EF4-FFF2-40B4-BE49-F238E27FC236}">
                <a16:creationId xmlns:a16="http://schemas.microsoft.com/office/drawing/2014/main" id="{FCF0BED5-BC80-4ED4-B5A8-10532AD9BBCB}"/>
              </a:ext>
            </a:extLst>
          </p:cNvPr>
          <p:cNvSpPr>
            <a:spLocks noGrp="1"/>
          </p:cNvSpPr>
          <p:nvPr/>
        </p:nvSpPr>
        <p:spPr>
          <a:xfrm>
            <a:off x="6140898" y="6205124"/>
            <a:ext cx="28398" cy="28398"/>
          </a:xfrm>
          <a:prstGeom prst="ellipse">
            <a:avLst/>
          </a:prstGeom>
          <a:solidFill>
            <a:srgbClr val="7F8C97">
              <a:alpha val="48000"/>
            </a:srgbClr>
          </a:solidFill>
          <a:ln w="0">
            <a:noFill/>
            <a:prstDash val="solid"/>
          </a:ln>
        </p:spPr>
      </p:sp>
      <p:sp>
        <p:nvSpPr>
          <p:cNvPr id="3384" name="03_assume_matched_8681">
            <a:extLst>
              <a:ext uri="{FF2B5EF4-FFF2-40B4-BE49-F238E27FC236}">
                <a16:creationId xmlns:a16="http://schemas.microsoft.com/office/drawing/2014/main" id="{91BF99B6-7125-4DB1-B126-37DD85A801E4}"/>
              </a:ext>
            </a:extLst>
          </p:cNvPr>
          <p:cNvSpPr>
            <a:spLocks noGrp="1"/>
          </p:cNvSpPr>
          <p:nvPr/>
        </p:nvSpPr>
        <p:spPr>
          <a:xfrm>
            <a:off x="6147086" y="6010168"/>
            <a:ext cx="28398" cy="28398"/>
          </a:xfrm>
          <a:prstGeom prst="ellipse">
            <a:avLst/>
          </a:prstGeom>
          <a:solidFill>
            <a:srgbClr val="7F8C97">
              <a:alpha val="48000"/>
            </a:srgbClr>
          </a:solidFill>
          <a:ln w="0">
            <a:noFill/>
            <a:prstDash val="solid"/>
          </a:ln>
        </p:spPr>
      </p:sp>
      <p:sp>
        <p:nvSpPr>
          <p:cNvPr id="3385" name="03_assume_matched_8682">
            <a:extLst>
              <a:ext uri="{FF2B5EF4-FFF2-40B4-BE49-F238E27FC236}">
                <a16:creationId xmlns:a16="http://schemas.microsoft.com/office/drawing/2014/main" id="{BB92B7FC-B388-4494-88A4-29C9420E1096}"/>
              </a:ext>
            </a:extLst>
          </p:cNvPr>
          <p:cNvSpPr>
            <a:spLocks noGrp="1"/>
          </p:cNvSpPr>
          <p:nvPr/>
        </p:nvSpPr>
        <p:spPr>
          <a:xfrm>
            <a:off x="6160470" y="6595037"/>
            <a:ext cx="28398" cy="28398"/>
          </a:xfrm>
          <a:prstGeom prst="ellipse">
            <a:avLst/>
          </a:prstGeom>
          <a:solidFill>
            <a:srgbClr val="7F8C97">
              <a:alpha val="48000"/>
            </a:srgbClr>
          </a:solidFill>
          <a:ln w="0">
            <a:noFill/>
            <a:prstDash val="solid"/>
          </a:ln>
        </p:spPr>
      </p:sp>
      <p:sp>
        <p:nvSpPr>
          <p:cNvPr id="3386" name="03_assume_matched_8683">
            <a:extLst>
              <a:ext uri="{FF2B5EF4-FFF2-40B4-BE49-F238E27FC236}">
                <a16:creationId xmlns:a16="http://schemas.microsoft.com/office/drawing/2014/main" id="{BBA0F755-1B87-471A-9CFF-2D0A088F099B}"/>
              </a:ext>
            </a:extLst>
          </p:cNvPr>
          <p:cNvSpPr>
            <a:spLocks noGrp="1"/>
          </p:cNvSpPr>
          <p:nvPr/>
        </p:nvSpPr>
        <p:spPr>
          <a:xfrm>
            <a:off x="6069088" y="6010168"/>
            <a:ext cx="28398" cy="28398"/>
          </a:xfrm>
          <a:prstGeom prst="ellipse">
            <a:avLst/>
          </a:prstGeom>
          <a:solidFill>
            <a:srgbClr val="7F8C97">
              <a:alpha val="48000"/>
            </a:srgbClr>
          </a:solidFill>
          <a:ln w="0">
            <a:noFill/>
            <a:prstDash val="solid"/>
          </a:ln>
        </p:spPr>
      </p:sp>
      <p:sp>
        <p:nvSpPr>
          <p:cNvPr id="3387" name="03_assume_matched_8684">
            <a:extLst>
              <a:ext uri="{FF2B5EF4-FFF2-40B4-BE49-F238E27FC236}">
                <a16:creationId xmlns:a16="http://schemas.microsoft.com/office/drawing/2014/main" id="{773DF50F-DB1B-4C30-871E-44E441CB4C8C}"/>
              </a:ext>
            </a:extLst>
          </p:cNvPr>
          <p:cNvSpPr>
            <a:spLocks noGrp="1"/>
          </p:cNvSpPr>
          <p:nvPr/>
        </p:nvSpPr>
        <p:spPr>
          <a:xfrm>
            <a:off x="6058295" y="6010168"/>
            <a:ext cx="28398" cy="28398"/>
          </a:xfrm>
          <a:prstGeom prst="ellipse">
            <a:avLst/>
          </a:prstGeom>
          <a:solidFill>
            <a:srgbClr val="7F8C97">
              <a:alpha val="48000"/>
            </a:srgbClr>
          </a:solidFill>
          <a:ln w="0">
            <a:noFill/>
            <a:prstDash val="solid"/>
          </a:ln>
        </p:spPr>
      </p:sp>
      <p:sp>
        <p:nvSpPr>
          <p:cNvPr id="3388" name="03_assume_matched_8685">
            <a:extLst>
              <a:ext uri="{FF2B5EF4-FFF2-40B4-BE49-F238E27FC236}">
                <a16:creationId xmlns:a16="http://schemas.microsoft.com/office/drawing/2014/main" id="{5A7B25D2-1FAE-4822-A367-7DEE8836288E}"/>
              </a:ext>
            </a:extLst>
          </p:cNvPr>
          <p:cNvSpPr>
            <a:spLocks noGrp="1"/>
          </p:cNvSpPr>
          <p:nvPr/>
        </p:nvSpPr>
        <p:spPr>
          <a:xfrm>
            <a:off x="6141186" y="6156385"/>
            <a:ext cx="28398" cy="28398"/>
          </a:xfrm>
          <a:prstGeom prst="ellipse">
            <a:avLst/>
          </a:prstGeom>
          <a:solidFill>
            <a:srgbClr val="7F8C97">
              <a:alpha val="48000"/>
            </a:srgbClr>
          </a:solidFill>
          <a:ln w="0">
            <a:noFill/>
            <a:prstDash val="solid"/>
          </a:ln>
        </p:spPr>
      </p:sp>
      <p:sp>
        <p:nvSpPr>
          <p:cNvPr id="3389" name="03_assume_matched_8686">
            <a:extLst>
              <a:ext uri="{FF2B5EF4-FFF2-40B4-BE49-F238E27FC236}">
                <a16:creationId xmlns:a16="http://schemas.microsoft.com/office/drawing/2014/main" id="{84262D78-4B9C-40E5-A6C4-EDB8FFC7E933}"/>
              </a:ext>
            </a:extLst>
          </p:cNvPr>
          <p:cNvSpPr>
            <a:spLocks noGrp="1"/>
          </p:cNvSpPr>
          <p:nvPr/>
        </p:nvSpPr>
        <p:spPr>
          <a:xfrm>
            <a:off x="6178315" y="6135497"/>
            <a:ext cx="28398" cy="28398"/>
          </a:xfrm>
          <a:prstGeom prst="ellipse">
            <a:avLst/>
          </a:prstGeom>
          <a:solidFill>
            <a:srgbClr val="7F8C97">
              <a:alpha val="48000"/>
            </a:srgbClr>
          </a:solidFill>
          <a:ln w="0">
            <a:noFill/>
            <a:prstDash val="solid"/>
          </a:ln>
        </p:spPr>
      </p:sp>
      <p:sp>
        <p:nvSpPr>
          <p:cNvPr id="3390" name="03_assume_matched_8687">
            <a:extLst>
              <a:ext uri="{FF2B5EF4-FFF2-40B4-BE49-F238E27FC236}">
                <a16:creationId xmlns:a16="http://schemas.microsoft.com/office/drawing/2014/main" id="{C75D5CEE-FD5D-43DA-B0A2-3F4F5303F719}"/>
              </a:ext>
            </a:extLst>
          </p:cNvPr>
          <p:cNvSpPr>
            <a:spLocks noGrp="1"/>
          </p:cNvSpPr>
          <p:nvPr/>
        </p:nvSpPr>
        <p:spPr>
          <a:xfrm>
            <a:off x="6184503" y="6010168"/>
            <a:ext cx="28398" cy="28398"/>
          </a:xfrm>
          <a:prstGeom prst="ellipse">
            <a:avLst/>
          </a:prstGeom>
          <a:solidFill>
            <a:srgbClr val="7F8C97">
              <a:alpha val="48000"/>
            </a:srgbClr>
          </a:solidFill>
          <a:ln w="0">
            <a:noFill/>
            <a:prstDash val="solid"/>
          </a:ln>
        </p:spPr>
      </p:sp>
      <p:sp>
        <p:nvSpPr>
          <p:cNvPr id="3391" name="03_assume_matched_8688">
            <a:extLst>
              <a:ext uri="{FF2B5EF4-FFF2-40B4-BE49-F238E27FC236}">
                <a16:creationId xmlns:a16="http://schemas.microsoft.com/office/drawing/2014/main" id="{14F1D487-1CFB-4B85-BA88-982299BEDBD5}"/>
              </a:ext>
            </a:extLst>
          </p:cNvPr>
          <p:cNvSpPr>
            <a:spLocks noGrp="1"/>
          </p:cNvSpPr>
          <p:nvPr/>
        </p:nvSpPr>
        <p:spPr>
          <a:xfrm>
            <a:off x="6095567" y="6302602"/>
            <a:ext cx="28398" cy="28398"/>
          </a:xfrm>
          <a:prstGeom prst="ellipse">
            <a:avLst/>
          </a:prstGeom>
          <a:solidFill>
            <a:srgbClr val="7F8C97">
              <a:alpha val="48000"/>
            </a:srgbClr>
          </a:solidFill>
          <a:ln w="0">
            <a:noFill/>
            <a:prstDash val="solid"/>
          </a:ln>
        </p:spPr>
      </p:sp>
      <p:sp>
        <p:nvSpPr>
          <p:cNvPr id="3392" name="03_assume_matched_8689">
            <a:extLst>
              <a:ext uri="{FF2B5EF4-FFF2-40B4-BE49-F238E27FC236}">
                <a16:creationId xmlns:a16="http://schemas.microsoft.com/office/drawing/2014/main" id="{CA30B31A-30B7-445F-A097-8AE5A0D21003}"/>
              </a:ext>
            </a:extLst>
          </p:cNvPr>
          <p:cNvSpPr>
            <a:spLocks noGrp="1"/>
          </p:cNvSpPr>
          <p:nvPr/>
        </p:nvSpPr>
        <p:spPr>
          <a:xfrm>
            <a:off x="6148382" y="6400080"/>
            <a:ext cx="28398" cy="28398"/>
          </a:xfrm>
          <a:prstGeom prst="ellipse">
            <a:avLst/>
          </a:prstGeom>
          <a:solidFill>
            <a:srgbClr val="7F8C97">
              <a:alpha val="48000"/>
            </a:srgbClr>
          </a:solidFill>
          <a:ln w="0">
            <a:noFill/>
            <a:prstDash val="solid"/>
          </a:ln>
        </p:spPr>
      </p:sp>
      <p:sp>
        <p:nvSpPr>
          <p:cNvPr id="3393" name="03_assume_matched_8690">
            <a:extLst>
              <a:ext uri="{FF2B5EF4-FFF2-40B4-BE49-F238E27FC236}">
                <a16:creationId xmlns:a16="http://schemas.microsoft.com/office/drawing/2014/main" id="{E052F14E-4C0F-4E70-9A9D-A327ACD64941}"/>
              </a:ext>
            </a:extLst>
          </p:cNvPr>
          <p:cNvSpPr>
            <a:spLocks noGrp="1"/>
          </p:cNvSpPr>
          <p:nvPr/>
        </p:nvSpPr>
        <p:spPr>
          <a:xfrm>
            <a:off x="6159319" y="6010168"/>
            <a:ext cx="28398" cy="28398"/>
          </a:xfrm>
          <a:prstGeom prst="ellipse">
            <a:avLst/>
          </a:prstGeom>
          <a:solidFill>
            <a:srgbClr val="7F8C97">
              <a:alpha val="48000"/>
            </a:srgbClr>
          </a:solidFill>
          <a:ln w="0">
            <a:noFill/>
            <a:prstDash val="solid"/>
          </a:ln>
        </p:spPr>
      </p:sp>
      <p:sp>
        <p:nvSpPr>
          <p:cNvPr id="3394" name="03_assume_matched_8691">
            <a:extLst>
              <a:ext uri="{FF2B5EF4-FFF2-40B4-BE49-F238E27FC236}">
                <a16:creationId xmlns:a16="http://schemas.microsoft.com/office/drawing/2014/main" id="{A0660485-4D45-4FAF-959C-A19AE62F6A4E}"/>
              </a:ext>
            </a:extLst>
          </p:cNvPr>
          <p:cNvSpPr>
            <a:spLocks noGrp="1"/>
          </p:cNvSpPr>
          <p:nvPr/>
        </p:nvSpPr>
        <p:spPr>
          <a:xfrm>
            <a:off x="6176732" y="6010168"/>
            <a:ext cx="28398" cy="28398"/>
          </a:xfrm>
          <a:prstGeom prst="ellipse">
            <a:avLst/>
          </a:prstGeom>
          <a:solidFill>
            <a:srgbClr val="7F8C97">
              <a:alpha val="48000"/>
            </a:srgbClr>
          </a:solidFill>
          <a:ln w="0">
            <a:noFill/>
            <a:prstDash val="solid"/>
          </a:ln>
        </p:spPr>
      </p:sp>
      <p:sp>
        <p:nvSpPr>
          <p:cNvPr id="3395" name="03_assume_matched_8692">
            <a:extLst>
              <a:ext uri="{FF2B5EF4-FFF2-40B4-BE49-F238E27FC236}">
                <a16:creationId xmlns:a16="http://schemas.microsoft.com/office/drawing/2014/main" id="{9B2707DA-C0E0-46F5-B3E5-BB81AD96D699}"/>
              </a:ext>
            </a:extLst>
          </p:cNvPr>
          <p:cNvSpPr>
            <a:spLocks noGrp="1"/>
          </p:cNvSpPr>
          <p:nvPr/>
        </p:nvSpPr>
        <p:spPr>
          <a:xfrm>
            <a:off x="6161477" y="6010168"/>
            <a:ext cx="28398" cy="28398"/>
          </a:xfrm>
          <a:prstGeom prst="ellipse">
            <a:avLst/>
          </a:prstGeom>
          <a:solidFill>
            <a:srgbClr val="7F8C97">
              <a:alpha val="48000"/>
            </a:srgbClr>
          </a:solidFill>
          <a:ln w="0">
            <a:noFill/>
            <a:prstDash val="solid"/>
          </a:ln>
        </p:spPr>
      </p:sp>
      <p:sp>
        <p:nvSpPr>
          <p:cNvPr id="3396" name="03_assume_matched_8693">
            <a:extLst>
              <a:ext uri="{FF2B5EF4-FFF2-40B4-BE49-F238E27FC236}">
                <a16:creationId xmlns:a16="http://schemas.microsoft.com/office/drawing/2014/main" id="{18E4812D-2D60-4D3A-BCDB-A0B7C1E4A9E2}"/>
              </a:ext>
            </a:extLst>
          </p:cNvPr>
          <p:cNvSpPr>
            <a:spLocks noGrp="1"/>
          </p:cNvSpPr>
          <p:nvPr/>
        </p:nvSpPr>
        <p:spPr>
          <a:xfrm>
            <a:off x="6139747" y="6010168"/>
            <a:ext cx="28398" cy="28398"/>
          </a:xfrm>
          <a:prstGeom prst="ellipse">
            <a:avLst/>
          </a:prstGeom>
          <a:solidFill>
            <a:srgbClr val="7F8C97">
              <a:alpha val="48000"/>
            </a:srgbClr>
          </a:solidFill>
          <a:ln w="0">
            <a:noFill/>
            <a:prstDash val="solid"/>
          </a:ln>
        </p:spPr>
      </p:sp>
      <p:sp>
        <p:nvSpPr>
          <p:cNvPr id="3397" name="03_assume_matched_8694">
            <a:extLst>
              <a:ext uri="{FF2B5EF4-FFF2-40B4-BE49-F238E27FC236}">
                <a16:creationId xmlns:a16="http://schemas.microsoft.com/office/drawing/2014/main" id="{B7492F76-E50B-4496-BCAA-4126FE4AA130}"/>
              </a:ext>
            </a:extLst>
          </p:cNvPr>
          <p:cNvSpPr>
            <a:spLocks noGrp="1"/>
          </p:cNvSpPr>
          <p:nvPr/>
        </p:nvSpPr>
        <p:spPr>
          <a:xfrm>
            <a:off x="6051531" y="6010168"/>
            <a:ext cx="28398" cy="28398"/>
          </a:xfrm>
          <a:prstGeom prst="ellipse">
            <a:avLst/>
          </a:prstGeom>
          <a:solidFill>
            <a:srgbClr val="7F8C97">
              <a:alpha val="48000"/>
            </a:srgbClr>
          </a:solidFill>
          <a:ln w="0">
            <a:noFill/>
            <a:prstDash val="solid"/>
          </a:ln>
        </p:spPr>
      </p:sp>
      <p:sp>
        <p:nvSpPr>
          <p:cNvPr id="3398" name="03_assume_matched_8695">
            <a:extLst>
              <a:ext uri="{FF2B5EF4-FFF2-40B4-BE49-F238E27FC236}">
                <a16:creationId xmlns:a16="http://schemas.microsoft.com/office/drawing/2014/main" id="{1753934C-361F-42CE-BD9B-25455D473D3F}"/>
              </a:ext>
            </a:extLst>
          </p:cNvPr>
          <p:cNvSpPr>
            <a:spLocks noGrp="1"/>
          </p:cNvSpPr>
          <p:nvPr/>
        </p:nvSpPr>
        <p:spPr>
          <a:xfrm>
            <a:off x="6065490" y="6595037"/>
            <a:ext cx="28398" cy="28398"/>
          </a:xfrm>
          <a:prstGeom prst="ellipse">
            <a:avLst/>
          </a:prstGeom>
          <a:solidFill>
            <a:srgbClr val="7F8C97">
              <a:alpha val="48000"/>
            </a:srgbClr>
          </a:solidFill>
          <a:ln w="0">
            <a:noFill/>
            <a:prstDash val="solid"/>
          </a:ln>
        </p:spPr>
      </p:sp>
      <p:sp>
        <p:nvSpPr>
          <p:cNvPr id="3399" name="03_assume_matched_8696">
            <a:extLst>
              <a:ext uri="{FF2B5EF4-FFF2-40B4-BE49-F238E27FC236}">
                <a16:creationId xmlns:a16="http://schemas.microsoft.com/office/drawing/2014/main" id="{328DBBD4-DDCA-4A43-897F-EED49C409B66}"/>
              </a:ext>
            </a:extLst>
          </p:cNvPr>
          <p:cNvSpPr>
            <a:spLocks noGrp="1"/>
          </p:cNvSpPr>
          <p:nvPr/>
        </p:nvSpPr>
        <p:spPr>
          <a:xfrm>
            <a:off x="6126651" y="6010168"/>
            <a:ext cx="28398" cy="28398"/>
          </a:xfrm>
          <a:prstGeom prst="ellipse">
            <a:avLst/>
          </a:prstGeom>
          <a:solidFill>
            <a:srgbClr val="7F8C97">
              <a:alpha val="48000"/>
            </a:srgbClr>
          </a:solidFill>
          <a:ln w="0">
            <a:noFill/>
            <a:prstDash val="solid"/>
          </a:ln>
        </p:spPr>
      </p:sp>
      <p:sp>
        <p:nvSpPr>
          <p:cNvPr id="3400" name="03_assume_matched_8697">
            <a:extLst>
              <a:ext uri="{FF2B5EF4-FFF2-40B4-BE49-F238E27FC236}">
                <a16:creationId xmlns:a16="http://schemas.microsoft.com/office/drawing/2014/main" id="{240923CF-2C36-41DD-ADF4-576BA9E659EC}"/>
              </a:ext>
            </a:extLst>
          </p:cNvPr>
          <p:cNvSpPr>
            <a:spLocks noGrp="1"/>
          </p:cNvSpPr>
          <p:nvPr/>
        </p:nvSpPr>
        <p:spPr>
          <a:xfrm>
            <a:off x="6071534" y="6595037"/>
            <a:ext cx="28398" cy="28398"/>
          </a:xfrm>
          <a:prstGeom prst="ellipse">
            <a:avLst/>
          </a:prstGeom>
          <a:solidFill>
            <a:srgbClr val="7F8C97">
              <a:alpha val="48000"/>
            </a:srgbClr>
          </a:solidFill>
          <a:ln w="0">
            <a:noFill/>
            <a:prstDash val="solid"/>
          </a:ln>
        </p:spPr>
      </p:sp>
      <p:sp>
        <p:nvSpPr>
          <p:cNvPr id="3401" name="03_assume_matched_8698">
            <a:extLst>
              <a:ext uri="{FF2B5EF4-FFF2-40B4-BE49-F238E27FC236}">
                <a16:creationId xmlns:a16="http://schemas.microsoft.com/office/drawing/2014/main" id="{F936671B-A8B5-41EF-B9A1-F7E7DD615D86}"/>
              </a:ext>
            </a:extLst>
          </p:cNvPr>
          <p:cNvSpPr>
            <a:spLocks noGrp="1"/>
          </p:cNvSpPr>
          <p:nvPr/>
        </p:nvSpPr>
        <p:spPr>
          <a:xfrm>
            <a:off x="6097582" y="6010168"/>
            <a:ext cx="28398" cy="28398"/>
          </a:xfrm>
          <a:prstGeom prst="ellipse">
            <a:avLst/>
          </a:prstGeom>
          <a:solidFill>
            <a:srgbClr val="7F8C97">
              <a:alpha val="48000"/>
            </a:srgbClr>
          </a:solidFill>
          <a:ln w="0">
            <a:noFill/>
            <a:prstDash val="solid"/>
          </a:ln>
        </p:spPr>
      </p:sp>
      <p:sp>
        <p:nvSpPr>
          <p:cNvPr id="3402" name="03_assume_matched_8699">
            <a:extLst>
              <a:ext uri="{FF2B5EF4-FFF2-40B4-BE49-F238E27FC236}">
                <a16:creationId xmlns:a16="http://schemas.microsoft.com/office/drawing/2014/main" id="{607791EB-077E-4B39-8129-747C5EF1A33F}"/>
              </a:ext>
            </a:extLst>
          </p:cNvPr>
          <p:cNvSpPr>
            <a:spLocks noGrp="1"/>
          </p:cNvSpPr>
          <p:nvPr/>
        </p:nvSpPr>
        <p:spPr>
          <a:xfrm>
            <a:off x="6046638" y="6595037"/>
            <a:ext cx="28398" cy="28398"/>
          </a:xfrm>
          <a:prstGeom prst="ellipse">
            <a:avLst/>
          </a:prstGeom>
          <a:solidFill>
            <a:srgbClr val="7F8C97">
              <a:alpha val="48000"/>
            </a:srgbClr>
          </a:solidFill>
          <a:ln w="0">
            <a:noFill/>
            <a:prstDash val="solid"/>
          </a:ln>
        </p:spPr>
      </p:sp>
      <p:sp>
        <p:nvSpPr>
          <p:cNvPr id="3403" name="03_assume_matched_8700">
            <a:extLst>
              <a:ext uri="{FF2B5EF4-FFF2-40B4-BE49-F238E27FC236}">
                <a16:creationId xmlns:a16="http://schemas.microsoft.com/office/drawing/2014/main" id="{D2FD0C4B-34FA-4B6E-889F-AF5EE5E80339}"/>
              </a:ext>
            </a:extLst>
          </p:cNvPr>
          <p:cNvSpPr>
            <a:spLocks noGrp="1"/>
          </p:cNvSpPr>
          <p:nvPr/>
        </p:nvSpPr>
        <p:spPr>
          <a:xfrm>
            <a:off x="3841389" y="5995123"/>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3404" name="03_assume_matched_8701">
            <a:extLst>
              <a:ext uri="{FF2B5EF4-FFF2-40B4-BE49-F238E27FC236}">
                <a16:creationId xmlns:a16="http://schemas.microsoft.com/office/drawing/2014/main" id="{6EC3F945-FB15-45EA-A8B7-A743911D5959}"/>
              </a:ext>
            </a:extLst>
          </p:cNvPr>
          <p:cNvSpPr>
            <a:spLocks noGrp="1"/>
          </p:cNvSpPr>
          <p:nvPr/>
        </p:nvSpPr>
        <p:spPr>
          <a:xfrm>
            <a:off x="3841389" y="6638479"/>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3405" name="text_8702">
            <a:extLst>
              <a:ext uri="{FF2B5EF4-FFF2-40B4-BE49-F238E27FC236}">
                <a16:creationId xmlns:a16="http://schemas.microsoft.com/office/drawing/2014/main" id="{81E5FE5D-0639-497A-8377-AA4378959BCB}"/>
              </a:ext>
            </a:extLst>
          </p:cNvPr>
          <p:cNvSpPr>
            <a:spLocks noGrp="1"/>
          </p:cNvSpPr>
          <p:nvPr/>
        </p:nvSpPr>
        <p:spPr>
          <a:xfrm>
            <a:off x="3499200" y="5696187"/>
            <a:ext cx="48006"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j</a:t>
            </a:r>
          </a:p>
        </p:txBody>
      </p:sp>
      <p:sp>
        <p:nvSpPr>
          <p:cNvPr id="3406" name="text_8703">
            <a:extLst>
              <a:ext uri="{FF2B5EF4-FFF2-40B4-BE49-F238E27FC236}">
                <a16:creationId xmlns:a16="http://schemas.microsoft.com/office/drawing/2014/main" id="{0B2506AB-0C83-4AB6-B063-BC8BB199829F}"/>
              </a:ext>
            </a:extLst>
          </p:cNvPr>
          <p:cNvSpPr>
            <a:spLocks noGrp="1"/>
          </p:cNvSpPr>
          <p:nvPr/>
        </p:nvSpPr>
        <p:spPr>
          <a:xfrm>
            <a:off x="3841389" y="5795543"/>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b="0">
                <a:solidFill>
                  <a:srgbClr val="273744"/>
                </a:solidFill>
                <a:latin typeface="Arial"/>
                <a:ea typeface="Arial"/>
                <a:cs typeface="Arial"/>
              </a:rPr>
              <a:t>Top-1, RMSD &lt;3 Å</a:t>
            </a:r>
          </a:p>
        </p:txBody>
      </p:sp>
      <p:sp>
        <p:nvSpPr>
          <p:cNvPr id="3407" name="03_assume_matched_8704">
            <a:extLst>
              <a:ext uri="{FF2B5EF4-FFF2-40B4-BE49-F238E27FC236}">
                <a16:creationId xmlns:a16="http://schemas.microsoft.com/office/drawing/2014/main" id="{C3DC6C29-3C7F-492D-B3C0-E058CD6BB192}"/>
              </a:ext>
            </a:extLst>
          </p:cNvPr>
          <p:cNvSpPr>
            <a:spLocks noGrp="1"/>
          </p:cNvSpPr>
          <p:nvPr/>
        </p:nvSpPr>
        <p:spPr>
          <a:xfrm>
            <a:off x="3864021" y="6233779"/>
            <a:ext cx="2263158" cy="375457"/>
          </a:xfrm>
          <a:custGeom>
            <a:avLst/>
            <a:gdLst/>
            <a:ahLst/>
            <a:cxnLst/>
            <a:rect l="0" t="0" r="0" b="0"/>
            <a:pathLst>
              <a:path w="2263158" h="375457">
                <a:moveTo>
                  <a:pt x="0" y="375457"/>
                </a:moveTo>
                <a:lnTo>
                  <a:pt x="53885" y="374231"/>
                </a:lnTo>
                <a:lnTo>
                  <a:pt x="53885" y="373689"/>
                </a:lnTo>
                <a:lnTo>
                  <a:pt x="68581" y="372545"/>
                </a:lnTo>
                <a:lnTo>
                  <a:pt x="68581" y="371164"/>
                </a:lnTo>
                <a:lnTo>
                  <a:pt x="83821" y="370307"/>
                </a:lnTo>
                <a:lnTo>
                  <a:pt x="83821" y="369041"/>
                </a:lnTo>
                <a:lnTo>
                  <a:pt x="107769" y="368432"/>
                </a:lnTo>
                <a:lnTo>
                  <a:pt x="107769" y="366804"/>
                </a:lnTo>
                <a:lnTo>
                  <a:pt x="125731" y="366707"/>
                </a:lnTo>
                <a:lnTo>
                  <a:pt x="125731" y="359330"/>
                </a:lnTo>
                <a:lnTo>
                  <a:pt x="137161" y="359233"/>
                </a:lnTo>
                <a:lnTo>
                  <a:pt x="137161" y="357852"/>
                </a:lnTo>
                <a:lnTo>
                  <a:pt x="150877" y="357755"/>
                </a:lnTo>
                <a:lnTo>
                  <a:pt x="150877" y="353957"/>
                </a:lnTo>
                <a:lnTo>
                  <a:pt x="167641" y="352903"/>
                </a:lnTo>
                <a:lnTo>
                  <a:pt x="167641" y="352059"/>
                </a:lnTo>
                <a:lnTo>
                  <a:pt x="188596" y="351864"/>
                </a:lnTo>
                <a:lnTo>
                  <a:pt x="188596" y="336356"/>
                </a:lnTo>
                <a:lnTo>
                  <a:pt x="205742" y="336162"/>
                </a:lnTo>
                <a:lnTo>
                  <a:pt x="205742" y="334781"/>
                </a:lnTo>
                <a:lnTo>
                  <a:pt x="215539" y="334683"/>
                </a:lnTo>
                <a:lnTo>
                  <a:pt x="215539" y="333056"/>
                </a:lnTo>
                <a:lnTo>
                  <a:pt x="251462" y="332004"/>
                </a:lnTo>
                <a:lnTo>
                  <a:pt x="251462" y="320513"/>
                </a:lnTo>
                <a:lnTo>
                  <a:pt x="274322" y="319776"/>
                </a:lnTo>
                <a:lnTo>
                  <a:pt x="274322" y="318395"/>
                </a:lnTo>
                <a:lnTo>
                  <a:pt x="301754" y="318102"/>
                </a:lnTo>
                <a:lnTo>
                  <a:pt x="301754" y="312785"/>
                </a:lnTo>
                <a:lnTo>
                  <a:pt x="323308" y="311958"/>
                </a:lnTo>
                <a:lnTo>
                  <a:pt x="323308" y="310873"/>
                </a:lnTo>
                <a:lnTo>
                  <a:pt x="342903" y="309834"/>
                </a:lnTo>
                <a:lnTo>
                  <a:pt x="342903" y="308453"/>
                </a:lnTo>
                <a:lnTo>
                  <a:pt x="377193" y="308161"/>
                </a:lnTo>
                <a:lnTo>
                  <a:pt x="377193" y="258655"/>
                </a:lnTo>
                <a:lnTo>
                  <a:pt x="411483" y="258363"/>
                </a:lnTo>
                <a:lnTo>
                  <a:pt x="411483" y="256982"/>
                </a:lnTo>
                <a:lnTo>
                  <a:pt x="431078" y="256787"/>
                </a:lnTo>
                <a:lnTo>
                  <a:pt x="431078" y="255159"/>
                </a:lnTo>
                <a:lnTo>
                  <a:pt x="452632" y="254332"/>
                </a:lnTo>
                <a:lnTo>
                  <a:pt x="452632" y="250534"/>
                </a:lnTo>
                <a:lnTo>
                  <a:pt x="480064" y="250242"/>
                </a:lnTo>
                <a:lnTo>
                  <a:pt x="480064" y="248861"/>
                </a:lnTo>
                <a:lnTo>
                  <a:pt x="502924" y="248666"/>
                </a:lnTo>
                <a:lnTo>
                  <a:pt x="502924" y="236542"/>
                </a:lnTo>
                <a:lnTo>
                  <a:pt x="538847" y="235490"/>
                </a:lnTo>
                <a:lnTo>
                  <a:pt x="538847" y="233863"/>
                </a:lnTo>
                <a:lnTo>
                  <a:pt x="548644" y="233765"/>
                </a:lnTo>
                <a:lnTo>
                  <a:pt x="548644" y="232384"/>
                </a:lnTo>
                <a:lnTo>
                  <a:pt x="565789" y="232189"/>
                </a:lnTo>
                <a:lnTo>
                  <a:pt x="565789" y="220796"/>
                </a:lnTo>
                <a:lnTo>
                  <a:pt x="603509" y="219864"/>
                </a:lnTo>
                <a:lnTo>
                  <a:pt x="603509" y="216066"/>
                </a:lnTo>
                <a:lnTo>
                  <a:pt x="617225" y="215969"/>
                </a:lnTo>
                <a:lnTo>
                  <a:pt x="617225" y="214588"/>
                </a:lnTo>
                <a:lnTo>
                  <a:pt x="628655" y="214490"/>
                </a:lnTo>
                <a:lnTo>
                  <a:pt x="628655" y="208063"/>
                </a:lnTo>
                <a:lnTo>
                  <a:pt x="646617" y="207966"/>
                </a:lnTo>
                <a:lnTo>
                  <a:pt x="647998" y="206241"/>
                </a:lnTo>
                <a:lnTo>
                  <a:pt x="685805" y="205189"/>
                </a:lnTo>
                <a:lnTo>
                  <a:pt x="686685" y="203711"/>
                </a:lnTo>
                <a:lnTo>
                  <a:pt x="754386" y="203126"/>
                </a:lnTo>
                <a:lnTo>
                  <a:pt x="754386" y="5697"/>
                </a:lnTo>
                <a:lnTo>
                  <a:pt x="1131579" y="5697"/>
                </a:lnTo>
                <a:lnTo>
                  <a:pt x="1131579" y="0"/>
                </a:lnTo>
                <a:lnTo>
                  <a:pt x="2263158" y="0"/>
                </a:lnTo>
                <a:lnTo>
                  <a:pt x="2263158" y="0"/>
                </a:lnTo>
              </a:path>
            </a:pathLst>
          </a:custGeom>
          <a:noFill/>
          <a:ln w="22860">
            <a:solidFill>
              <a:srgbClr val="00878B"/>
            </a:solidFill>
            <a:prstDash val="solid"/>
          </a:ln>
        </p:spPr>
      </p:sp>
      <p:sp>
        <p:nvSpPr>
          <p:cNvPr id="3408" name="03_assume_matched_8705">
            <a:extLst>
              <a:ext uri="{FF2B5EF4-FFF2-40B4-BE49-F238E27FC236}">
                <a16:creationId xmlns:a16="http://schemas.microsoft.com/office/drawing/2014/main" id="{50133F33-0ACD-4E95-B7F4-DBE04F2ED153}"/>
              </a:ext>
            </a:extLst>
          </p:cNvPr>
          <p:cNvSpPr>
            <a:spLocks noGrp="1"/>
          </p:cNvSpPr>
          <p:nvPr/>
        </p:nvSpPr>
        <p:spPr>
          <a:xfrm>
            <a:off x="3864021" y="6024367"/>
            <a:ext cx="2263158" cy="584869"/>
          </a:xfrm>
          <a:custGeom>
            <a:avLst/>
            <a:gdLst/>
            <a:ahLst/>
            <a:cxnLst/>
            <a:rect l="0" t="0" r="0" b="0"/>
            <a:pathLst>
              <a:path w="2263158" h="584869">
                <a:moveTo>
                  <a:pt x="0" y="584869"/>
                </a:moveTo>
                <a:lnTo>
                  <a:pt x="754386" y="584869"/>
                </a:lnTo>
                <a:lnTo>
                  <a:pt x="754386" y="0"/>
                </a:lnTo>
                <a:lnTo>
                  <a:pt x="2263158" y="0"/>
                </a:lnTo>
                <a:lnTo>
                  <a:pt x="2263158" y="0"/>
                </a:lnTo>
              </a:path>
            </a:pathLst>
          </a:custGeom>
          <a:noFill/>
          <a:ln w="13335">
            <a:solidFill>
              <a:srgbClr val="3A64C8"/>
            </a:solidFill>
            <a:prstDash val="solid"/>
          </a:ln>
        </p:spPr>
      </p:sp>
      <p:sp>
        <p:nvSpPr>
          <p:cNvPr id="3409" name="03_assume_matched_8706">
            <a:extLst>
              <a:ext uri="{FF2B5EF4-FFF2-40B4-BE49-F238E27FC236}">
                <a16:creationId xmlns:a16="http://schemas.microsoft.com/office/drawing/2014/main" id="{11CDADCC-EFAE-4B05-97D3-1728C62C52B4}"/>
              </a:ext>
            </a:extLst>
          </p:cNvPr>
          <p:cNvSpPr>
            <a:spLocks noGrp="1"/>
          </p:cNvSpPr>
          <p:nvPr/>
        </p:nvSpPr>
        <p:spPr>
          <a:xfrm>
            <a:off x="4219624" y="6470844"/>
            <a:ext cx="43180" cy="43180"/>
          </a:xfrm>
          <a:prstGeom prst="ellipse">
            <a:avLst/>
          </a:prstGeom>
          <a:solidFill>
            <a:srgbClr val="00878B"/>
          </a:solidFill>
          <a:ln w="4445">
            <a:solidFill>
              <a:srgbClr val="FFFFFF"/>
            </a:solidFill>
            <a:prstDash val="solid"/>
          </a:ln>
        </p:spPr>
      </p:sp>
      <p:sp>
        <p:nvSpPr>
          <p:cNvPr id="3410" name="03_assume_matched_8707">
            <a:extLst>
              <a:ext uri="{FF2B5EF4-FFF2-40B4-BE49-F238E27FC236}">
                <a16:creationId xmlns:a16="http://schemas.microsoft.com/office/drawing/2014/main" id="{7D33913C-0775-4884-9F45-27B7BB266C9F}"/>
              </a:ext>
            </a:extLst>
          </p:cNvPr>
          <p:cNvSpPr>
            <a:spLocks noGrp="1"/>
          </p:cNvSpPr>
          <p:nvPr/>
        </p:nvSpPr>
        <p:spPr>
          <a:xfrm>
            <a:off x="4596817" y="6217886"/>
            <a:ext cx="43180" cy="43180"/>
          </a:xfrm>
          <a:prstGeom prst="ellipse">
            <a:avLst/>
          </a:prstGeom>
          <a:solidFill>
            <a:srgbClr val="00878B"/>
          </a:solidFill>
          <a:ln w="4445">
            <a:solidFill>
              <a:srgbClr val="FFFFFF"/>
            </a:solidFill>
            <a:prstDash val="solid"/>
          </a:ln>
        </p:spPr>
      </p:sp>
      <p:sp>
        <p:nvSpPr>
          <p:cNvPr id="3411" name="03_assume_matched_8708">
            <a:extLst>
              <a:ext uri="{FF2B5EF4-FFF2-40B4-BE49-F238E27FC236}">
                <a16:creationId xmlns:a16="http://schemas.microsoft.com/office/drawing/2014/main" id="{8409AB20-E21D-4E64-B2E5-07A01E7A66B8}"/>
              </a:ext>
            </a:extLst>
          </p:cNvPr>
          <p:cNvSpPr>
            <a:spLocks noGrp="1"/>
          </p:cNvSpPr>
          <p:nvPr/>
        </p:nvSpPr>
        <p:spPr>
          <a:xfrm>
            <a:off x="5351203" y="6212189"/>
            <a:ext cx="43180" cy="43180"/>
          </a:xfrm>
          <a:prstGeom prst="ellipse">
            <a:avLst/>
          </a:prstGeom>
          <a:solidFill>
            <a:srgbClr val="00878B"/>
          </a:solidFill>
          <a:ln w="4445">
            <a:solidFill>
              <a:srgbClr val="FFFFFF"/>
            </a:solidFill>
            <a:prstDash val="solid"/>
          </a:ln>
        </p:spPr>
      </p:sp>
      <p:sp>
        <p:nvSpPr>
          <p:cNvPr id="3412" name="03_assume_matched_8709">
            <a:extLst>
              <a:ext uri="{FF2B5EF4-FFF2-40B4-BE49-F238E27FC236}">
                <a16:creationId xmlns:a16="http://schemas.microsoft.com/office/drawing/2014/main" id="{05067239-8BBF-470F-ADCA-46C1AC2DC09A}"/>
              </a:ext>
            </a:extLst>
          </p:cNvPr>
          <p:cNvSpPr>
            <a:spLocks noGrp="1"/>
          </p:cNvSpPr>
          <p:nvPr/>
        </p:nvSpPr>
        <p:spPr>
          <a:xfrm>
            <a:off x="6105589" y="6212189"/>
            <a:ext cx="43180" cy="43180"/>
          </a:xfrm>
          <a:prstGeom prst="ellipse">
            <a:avLst/>
          </a:prstGeom>
          <a:solidFill>
            <a:srgbClr val="00878B"/>
          </a:solidFill>
          <a:ln w="4445">
            <a:solidFill>
              <a:srgbClr val="FFFFFF"/>
            </a:solidFill>
            <a:prstDash val="solid"/>
          </a:ln>
        </p:spPr>
      </p:sp>
      <p:sp>
        <p:nvSpPr>
          <p:cNvPr id="3413" name="03_assume_matched_8710">
            <a:extLst>
              <a:ext uri="{FF2B5EF4-FFF2-40B4-BE49-F238E27FC236}">
                <a16:creationId xmlns:a16="http://schemas.microsoft.com/office/drawing/2014/main" id="{658A05C7-CC00-4886-AF69-5AE2425AB841}"/>
              </a:ext>
            </a:extLst>
          </p:cNvPr>
          <p:cNvSpPr>
            <a:spLocks noGrp="1"/>
          </p:cNvSpPr>
          <p:nvPr/>
        </p:nvSpPr>
        <p:spPr>
          <a:xfrm>
            <a:off x="4205293" y="657331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14" name="03_assume_matched_8711">
            <a:extLst>
              <a:ext uri="{FF2B5EF4-FFF2-40B4-BE49-F238E27FC236}">
                <a16:creationId xmlns:a16="http://schemas.microsoft.com/office/drawing/2014/main" id="{4186F75E-82BD-4D93-A945-61F4ACF7C996}"/>
              </a:ext>
            </a:extLst>
          </p:cNvPr>
          <p:cNvSpPr>
            <a:spLocks noGrp="1"/>
          </p:cNvSpPr>
          <p:nvPr/>
        </p:nvSpPr>
        <p:spPr>
          <a:xfrm>
            <a:off x="4582486" y="598844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15" name="03_assume_matched_8712">
            <a:extLst>
              <a:ext uri="{FF2B5EF4-FFF2-40B4-BE49-F238E27FC236}">
                <a16:creationId xmlns:a16="http://schemas.microsoft.com/office/drawing/2014/main" id="{7C59475F-267D-4C3F-BDCA-E58749DAD4C0}"/>
              </a:ext>
            </a:extLst>
          </p:cNvPr>
          <p:cNvSpPr>
            <a:spLocks noGrp="1"/>
          </p:cNvSpPr>
          <p:nvPr/>
        </p:nvSpPr>
        <p:spPr>
          <a:xfrm>
            <a:off x="5336872" y="598844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16" name="03_assume_matched_8713">
            <a:extLst>
              <a:ext uri="{FF2B5EF4-FFF2-40B4-BE49-F238E27FC236}">
                <a16:creationId xmlns:a16="http://schemas.microsoft.com/office/drawing/2014/main" id="{F50BC864-E4D1-4B40-88C3-65F2B827947F}"/>
              </a:ext>
            </a:extLst>
          </p:cNvPr>
          <p:cNvSpPr>
            <a:spLocks noGrp="1"/>
          </p:cNvSpPr>
          <p:nvPr/>
        </p:nvSpPr>
        <p:spPr>
          <a:xfrm>
            <a:off x="6091258" y="598844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17" name="03_assume_matched_8714">
            <a:extLst>
              <a:ext uri="{FF2B5EF4-FFF2-40B4-BE49-F238E27FC236}">
                <a16:creationId xmlns:a16="http://schemas.microsoft.com/office/drawing/2014/main" id="{6301BEB7-8BA2-496D-9D47-077EED6832C6}"/>
              </a:ext>
            </a:extLst>
          </p:cNvPr>
          <p:cNvSpPr>
            <a:spLocks noGrp="1"/>
          </p:cNvSpPr>
          <p:nvPr/>
        </p:nvSpPr>
        <p:spPr>
          <a:xfrm>
            <a:off x="712800" y="7153164"/>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3418" name="03_assume_matched_8715">
            <a:extLst>
              <a:ext uri="{FF2B5EF4-FFF2-40B4-BE49-F238E27FC236}">
                <a16:creationId xmlns:a16="http://schemas.microsoft.com/office/drawing/2014/main" id="{7F56A5A4-7C5B-4F87-9BA3-8838BB3877C7}"/>
              </a:ext>
            </a:extLst>
          </p:cNvPr>
          <p:cNvSpPr>
            <a:spLocks noGrp="1"/>
          </p:cNvSpPr>
          <p:nvPr/>
        </p:nvSpPr>
        <p:spPr>
          <a:xfrm>
            <a:off x="1014554" y="7182407"/>
            <a:ext cx="196140" cy="584869"/>
          </a:xfrm>
          <a:custGeom>
            <a:avLst/>
            <a:gdLst/>
            <a:ahLst/>
            <a:cxnLst/>
            <a:rect l="0" t="0" r="0" b="0"/>
            <a:pathLst>
              <a:path w="196140" h="584869">
                <a:moveTo>
                  <a:pt x="196140" y="584869"/>
                </a:moveTo>
                <a:lnTo>
                  <a:pt x="0" y="584869"/>
                </a:lnTo>
                <a:lnTo>
                  <a:pt x="1078" y="579995"/>
                </a:lnTo>
                <a:lnTo>
                  <a:pt x="4239" y="575121"/>
                </a:lnTo>
                <a:lnTo>
                  <a:pt x="9269" y="570247"/>
                </a:lnTo>
                <a:lnTo>
                  <a:pt x="15840" y="565373"/>
                </a:lnTo>
                <a:lnTo>
                  <a:pt x="23543" y="560500"/>
                </a:lnTo>
                <a:lnTo>
                  <a:pt x="31931" y="555626"/>
                </a:lnTo>
                <a:lnTo>
                  <a:pt x="40562" y="550752"/>
                </a:lnTo>
                <a:lnTo>
                  <a:pt x="49034" y="545878"/>
                </a:lnTo>
                <a:lnTo>
                  <a:pt x="57015" y="541004"/>
                </a:lnTo>
                <a:lnTo>
                  <a:pt x="64259" y="536130"/>
                </a:lnTo>
                <a:lnTo>
                  <a:pt x="70611" y="531256"/>
                </a:lnTo>
                <a:lnTo>
                  <a:pt x="76000" y="526382"/>
                </a:lnTo>
                <a:lnTo>
                  <a:pt x="80429" y="521508"/>
                </a:lnTo>
                <a:lnTo>
                  <a:pt x="83955" y="516634"/>
                </a:lnTo>
                <a:lnTo>
                  <a:pt x="86671" y="511760"/>
                </a:lnTo>
                <a:lnTo>
                  <a:pt x="88690" y="506887"/>
                </a:lnTo>
                <a:lnTo>
                  <a:pt x="90129" y="502013"/>
                </a:lnTo>
                <a:lnTo>
                  <a:pt x="91101" y="497139"/>
                </a:lnTo>
                <a:lnTo>
                  <a:pt x="91707" y="492265"/>
                </a:lnTo>
                <a:lnTo>
                  <a:pt x="92032" y="487391"/>
                </a:lnTo>
                <a:lnTo>
                  <a:pt x="92148" y="482517"/>
                </a:lnTo>
                <a:lnTo>
                  <a:pt x="92112" y="477643"/>
                </a:lnTo>
                <a:lnTo>
                  <a:pt x="91970" y="472769"/>
                </a:lnTo>
                <a:lnTo>
                  <a:pt x="91758" y="467895"/>
                </a:lnTo>
                <a:lnTo>
                  <a:pt x="91505" y="463021"/>
                </a:lnTo>
                <a:lnTo>
                  <a:pt x="91236" y="458147"/>
                </a:lnTo>
                <a:lnTo>
                  <a:pt x="90970" y="453274"/>
                </a:lnTo>
                <a:lnTo>
                  <a:pt x="90721" y="448400"/>
                </a:lnTo>
                <a:lnTo>
                  <a:pt x="90502" y="443526"/>
                </a:lnTo>
                <a:lnTo>
                  <a:pt x="90319" y="438652"/>
                </a:lnTo>
                <a:lnTo>
                  <a:pt x="90177" y="433778"/>
                </a:lnTo>
                <a:lnTo>
                  <a:pt x="90077" y="428904"/>
                </a:lnTo>
                <a:lnTo>
                  <a:pt x="90015" y="424030"/>
                </a:lnTo>
                <a:lnTo>
                  <a:pt x="89987" y="419156"/>
                </a:lnTo>
                <a:lnTo>
                  <a:pt x="89983" y="414282"/>
                </a:lnTo>
                <a:lnTo>
                  <a:pt x="89994" y="409408"/>
                </a:lnTo>
                <a:lnTo>
                  <a:pt x="90009" y="404534"/>
                </a:lnTo>
                <a:lnTo>
                  <a:pt x="90014" y="399661"/>
                </a:lnTo>
                <a:lnTo>
                  <a:pt x="89994" y="394787"/>
                </a:lnTo>
                <a:lnTo>
                  <a:pt x="89930" y="389913"/>
                </a:lnTo>
                <a:lnTo>
                  <a:pt x="89801" y="385039"/>
                </a:lnTo>
                <a:lnTo>
                  <a:pt x="89582" y="380165"/>
                </a:lnTo>
                <a:lnTo>
                  <a:pt x="89242" y="375291"/>
                </a:lnTo>
                <a:lnTo>
                  <a:pt x="88751" y="370417"/>
                </a:lnTo>
                <a:lnTo>
                  <a:pt x="88072" y="365543"/>
                </a:lnTo>
                <a:lnTo>
                  <a:pt x="87173" y="360669"/>
                </a:lnTo>
                <a:lnTo>
                  <a:pt x="86023" y="355795"/>
                </a:lnTo>
                <a:lnTo>
                  <a:pt x="84599" y="350921"/>
                </a:lnTo>
                <a:lnTo>
                  <a:pt x="82894" y="346048"/>
                </a:lnTo>
                <a:lnTo>
                  <a:pt x="80916" y="341174"/>
                </a:lnTo>
                <a:lnTo>
                  <a:pt x="78697" y="336300"/>
                </a:lnTo>
                <a:lnTo>
                  <a:pt x="76295" y="331426"/>
                </a:lnTo>
                <a:lnTo>
                  <a:pt x="73795" y="326552"/>
                </a:lnTo>
                <a:lnTo>
                  <a:pt x="71304" y="321678"/>
                </a:lnTo>
                <a:lnTo>
                  <a:pt x="68950" y="316804"/>
                </a:lnTo>
                <a:lnTo>
                  <a:pt x="66870" y="311930"/>
                </a:lnTo>
                <a:lnTo>
                  <a:pt x="65198" y="307056"/>
                </a:lnTo>
                <a:lnTo>
                  <a:pt x="64055" y="302182"/>
                </a:lnTo>
                <a:lnTo>
                  <a:pt x="63533" y="297308"/>
                </a:lnTo>
                <a:lnTo>
                  <a:pt x="63688" y="292435"/>
                </a:lnTo>
                <a:lnTo>
                  <a:pt x="64530" y="287561"/>
                </a:lnTo>
                <a:lnTo>
                  <a:pt x="66025" y="282687"/>
                </a:lnTo>
                <a:lnTo>
                  <a:pt x="68096" y="277813"/>
                </a:lnTo>
                <a:lnTo>
                  <a:pt x="70629" y="272939"/>
                </a:lnTo>
                <a:lnTo>
                  <a:pt x="73488" y="268065"/>
                </a:lnTo>
                <a:lnTo>
                  <a:pt x="76527" y="263191"/>
                </a:lnTo>
                <a:lnTo>
                  <a:pt x="79604" y="258317"/>
                </a:lnTo>
                <a:lnTo>
                  <a:pt x="82589" y="253443"/>
                </a:lnTo>
                <a:lnTo>
                  <a:pt x="85379" y="248569"/>
                </a:lnTo>
                <a:lnTo>
                  <a:pt x="87897" y="243695"/>
                </a:lnTo>
                <a:lnTo>
                  <a:pt x="90097" y="238822"/>
                </a:lnTo>
                <a:lnTo>
                  <a:pt x="91961" y="233948"/>
                </a:lnTo>
                <a:lnTo>
                  <a:pt x="93494" y="229074"/>
                </a:lnTo>
                <a:lnTo>
                  <a:pt x="94719" y="224200"/>
                </a:lnTo>
                <a:lnTo>
                  <a:pt x="95672" y="219326"/>
                </a:lnTo>
                <a:lnTo>
                  <a:pt x="96392" y="214452"/>
                </a:lnTo>
                <a:lnTo>
                  <a:pt x="96922" y="209578"/>
                </a:lnTo>
                <a:lnTo>
                  <a:pt x="97303" y="204704"/>
                </a:lnTo>
                <a:lnTo>
                  <a:pt x="97569" y="199830"/>
                </a:lnTo>
                <a:lnTo>
                  <a:pt x="97750" y="194956"/>
                </a:lnTo>
                <a:lnTo>
                  <a:pt x="97870" y="190082"/>
                </a:lnTo>
                <a:lnTo>
                  <a:pt x="97948" y="185209"/>
                </a:lnTo>
                <a:lnTo>
                  <a:pt x="97997" y="180335"/>
                </a:lnTo>
                <a:lnTo>
                  <a:pt x="98028" y="175461"/>
                </a:lnTo>
                <a:lnTo>
                  <a:pt x="98046" y="170587"/>
                </a:lnTo>
                <a:lnTo>
                  <a:pt x="98057" y="165713"/>
                </a:lnTo>
                <a:lnTo>
                  <a:pt x="98063" y="160839"/>
                </a:lnTo>
                <a:lnTo>
                  <a:pt x="98066" y="155965"/>
                </a:lnTo>
                <a:lnTo>
                  <a:pt x="98068"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4" y="155965"/>
                </a:lnTo>
                <a:lnTo>
                  <a:pt x="98077" y="160839"/>
                </a:lnTo>
                <a:lnTo>
                  <a:pt x="98084" y="165713"/>
                </a:lnTo>
                <a:lnTo>
                  <a:pt x="98094" y="170587"/>
                </a:lnTo>
                <a:lnTo>
                  <a:pt x="98113" y="175461"/>
                </a:lnTo>
                <a:lnTo>
                  <a:pt x="98143" y="180335"/>
                </a:lnTo>
                <a:lnTo>
                  <a:pt x="98192" y="185209"/>
                </a:lnTo>
                <a:lnTo>
                  <a:pt x="98270" y="190082"/>
                </a:lnTo>
                <a:lnTo>
                  <a:pt x="98390" y="194956"/>
                </a:lnTo>
                <a:lnTo>
                  <a:pt x="98572" y="199830"/>
                </a:lnTo>
                <a:lnTo>
                  <a:pt x="98838" y="204704"/>
                </a:lnTo>
                <a:lnTo>
                  <a:pt x="99218" y="209578"/>
                </a:lnTo>
                <a:lnTo>
                  <a:pt x="99748" y="214452"/>
                </a:lnTo>
                <a:lnTo>
                  <a:pt x="100469" y="219326"/>
                </a:lnTo>
                <a:lnTo>
                  <a:pt x="101421" y="224200"/>
                </a:lnTo>
                <a:lnTo>
                  <a:pt x="102646" y="229074"/>
                </a:lnTo>
                <a:lnTo>
                  <a:pt x="104179" y="233948"/>
                </a:lnTo>
                <a:lnTo>
                  <a:pt x="106043" y="238822"/>
                </a:lnTo>
                <a:lnTo>
                  <a:pt x="108243" y="243695"/>
                </a:lnTo>
                <a:lnTo>
                  <a:pt x="110762" y="248569"/>
                </a:lnTo>
                <a:lnTo>
                  <a:pt x="113551" y="253443"/>
                </a:lnTo>
                <a:lnTo>
                  <a:pt x="116537" y="258317"/>
                </a:lnTo>
                <a:lnTo>
                  <a:pt x="119613" y="263191"/>
                </a:lnTo>
                <a:lnTo>
                  <a:pt x="122653" y="268065"/>
                </a:lnTo>
                <a:lnTo>
                  <a:pt x="125512" y="272939"/>
                </a:lnTo>
                <a:lnTo>
                  <a:pt x="128045" y="277813"/>
                </a:lnTo>
                <a:lnTo>
                  <a:pt x="130115" y="282687"/>
                </a:lnTo>
                <a:lnTo>
                  <a:pt x="131610" y="287561"/>
                </a:lnTo>
                <a:lnTo>
                  <a:pt x="132453" y="292435"/>
                </a:lnTo>
                <a:lnTo>
                  <a:pt x="132607" y="297308"/>
                </a:lnTo>
                <a:lnTo>
                  <a:pt x="132085" y="302182"/>
                </a:lnTo>
                <a:lnTo>
                  <a:pt x="130942" y="307056"/>
                </a:lnTo>
                <a:lnTo>
                  <a:pt x="129270" y="311930"/>
                </a:lnTo>
                <a:lnTo>
                  <a:pt x="127190" y="316804"/>
                </a:lnTo>
                <a:lnTo>
                  <a:pt x="124836" y="321678"/>
                </a:lnTo>
                <a:lnTo>
                  <a:pt x="122346" y="326552"/>
                </a:lnTo>
                <a:lnTo>
                  <a:pt x="119845" y="331426"/>
                </a:lnTo>
                <a:lnTo>
                  <a:pt x="117443" y="336300"/>
                </a:lnTo>
                <a:lnTo>
                  <a:pt x="115225" y="341174"/>
                </a:lnTo>
                <a:lnTo>
                  <a:pt x="113246" y="346048"/>
                </a:lnTo>
                <a:lnTo>
                  <a:pt x="111541" y="350921"/>
                </a:lnTo>
                <a:lnTo>
                  <a:pt x="110118" y="355795"/>
                </a:lnTo>
                <a:lnTo>
                  <a:pt x="108967" y="360669"/>
                </a:lnTo>
                <a:lnTo>
                  <a:pt x="108068" y="365543"/>
                </a:lnTo>
                <a:lnTo>
                  <a:pt x="107390" y="370417"/>
                </a:lnTo>
                <a:lnTo>
                  <a:pt x="106898" y="375291"/>
                </a:lnTo>
                <a:lnTo>
                  <a:pt x="106559" y="380165"/>
                </a:lnTo>
                <a:lnTo>
                  <a:pt x="106339" y="385039"/>
                </a:lnTo>
                <a:lnTo>
                  <a:pt x="106210" y="389913"/>
                </a:lnTo>
                <a:lnTo>
                  <a:pt x="106146" y="394787"/>
                </a:lnTo>
                <a:lnTo>
                  <a:pt x="106126" y="399661"/>
                </a:lnTo>
                <a:lnTo>
                  <a:pt x="106131" y="404534"/>
                </a:lnTo>
                <a:lnTo>
                  <a:pt x="106146" y="409408"/>
                </a:lnTo>
                <a:lnTo>
                  <a:pt x="106158" y="414282"/>
                </a:lnTo>
                <a:lnTo>
                  <a:pt x="106154" y="419156"/>
                </a:lnTo>
                <a:lnTo>
                  <a:pt x="106125" y="424030"/>
                </a:lnTo>
                <a:lnTo>
                  <a:pt x="106063" y="428904"/>
                </a:lnTo>
                <a:lnTo>
                  <a:pt x="105963" y="433778"/>
                </a:lnTo>
                <a:lnTo>
                  <a:pt x="105821" y="438652"/>
                </a:lnTo>
                <a:lnTo>
                  <a:pt x="105639" y="443526"/>
                </a:lnTo>
                <a:lnTo>
                  <a:pt x="105419" y="448400"/>
                </a:lnTo>
                <a:lnTo>
                  <a:pt x="105171" y="453274"/>
                </a:lnTo>
                <a:lnTo>
                  <a:pt x="104904" y="458147"/>
                </a:lnTo>
                <a:lnTo>
                  <a:pt x="104635" y="463021"/>
                </a:lnTo>
                <a:lnTo>
                  <a:pt x="104383" y="467895"/>
                </a:lnTo>
                <a:lnTo>
                  <a:pt x="104171" y="472769"/>
                </a:lnTo>
                <a:lnTo>
                  <a:pt x="104029" y="477643"/>
                </a:lnTo>
                <a:lnTo>
                  <a:pt x="103993" y="482517"/>
                </a:lnTo>
                <a:lnTo>
                  <a:pt x="104109" y="487391"/>
                </a:lnTo>
                <a:lnTo>
                  <a:pt x="104434" y="492265"/>
                </a:lnTo>
                <a:lnTo>
                  <a:pt x="105039" y="497139"/>
                </a:lnTo>
                <a:lnTo>
                  <a:pt x="106011" y="502013"/>
                </a:lnTo>
                <a:lnTo>
                  <a:pt x="107450" y="506887"/>
                </a:lnTo>
                <a:lnTo>
                  <a:pt x="109469" y="511760"/>
                </a:lnTo>
                <a:lnTo>
                  <a:pt x="112185" y="516634"/>
                </a:lnTo>
                <a:lnTo>
                  <a:pt x="115711" y="521508"/>
                </a:lnTo>
                <a:lnTo>
                  <a:pt x="120140" y="526382"/>
                </a:lnTo>
                <a:lnTo>
                  <a:pt x="125530" y="531256"/>
                </a:lnTo>
                <a:lnTo>
                  <a:pt x="131882" y="536130"/>
                </a:lnTo>
                <a:lnTo>
                  <a:pt x="139126" y="541004"/>
                </a:lnTo>
                <a:lnTo>
                  <a:pt x="147107" y="545878"/>
                </a:lnTo>
                <a:lnTo>
                  <a:pt x="155578" y="550752"/>
                </a:lnTo>
                <a:lnTo>
                  <a:pt x="164209" y="555626"/>
                </a:lnTo>
                <a:lnTo>
                  <a:pt x="172597" y="560500"/>
                </a:lnTo>
                <a:lnTo>
                  <a:pt x="180300" y="565373"/>
                </a:lnTo>
                <a:lnTo>
                  <a:pt x="186871" y="570247"/>
                </a:lnTo>
                <a:lnTo>
                  <a:pt x="191901" y="575121"/>
                </a:lnTo>
                <a:lnTo>
                  <a:pt x="195062" y="579995"/>
                </a:lnTo>
                <a:lnTo>
                  <a:pt x="196140" y="584869"/>
                </a:lnTo>
                <a:lnTo>
                  <a:pt x="196140" y="584869"/>
                </a:lnTo>
                <a:close/>
              </a:path>
            </a:pathLst>
          </a:custGeom>
          <a:solidFill>
            <a:srgbClr val="00878B">
              <a:alpha val="12000"/>
            </a:srgbClr>
          </a:solidFill>
          <a:ln w="6985">
            <a:solidFill>
              <a:srgbClr val="00878B">
                <a:alpha val="12000"/>
              </a:srgbClr>
            </a:solidFill>
            <a:prstDash val="solid"/>
          </a:ln>
        </p:spPr>
      </p:sp>
      <p:sp>
        <p:nvSpPr>
          <p:cNvPr id="3419" name="03_assume_matched_8716">
            <a:extLst>
              <a:ext uri="{FF2B5EF4-FFF2-40B4-BE49-F238E27FC236}">
                <a16:creationId xmlns:a16="http://schemas.microsoft.com/office/drawing/2014/main" id="{B671038D-FB08-4B6C-878F-2AFA56C2AA66}"/>
              </a:ext>
            </a:extLst>
          </p:cNvPr>
          <p:cNvSpPr>
            <a:spLocks noGrp="1"/>
          </p:cNvSpPr>
          <p:nvPr/>
        </p:nvSpPr>
        <p:spPr>
          <a:xfrm>
            <a:off x="1391747" y="7182407"/>
            <a:ext cx="196140" cy="584869"/>
          </a:xfrm>
          <a:custGeom>
            <a:avLst/>
            <a:gdLst/>
            <a:ahLst/>
            <a:cxnLst/>
            <a:rect l="0" t="0" r="0" b="0"/>
            <a:pathLst>
              <a:path w="196140" h="584869">
                <a:moveTo>
                  <a:pt x="133134" y="584869"/>
                </a:moveTo>
                <a:lnTo>
                  <a:pt x="63006" y="584869"/>
                </a:lnTo>
                <a:lnTo>
                  <a:pt x="63376" y="579995"/>
                </a:lnTo>
                <a:lnTo>
                  <a:pt x="64459" y="575121"/>
                </a:lnTo>
                <a:lnTo>
                  <a:pt x="66184" y="570247"/>
                </a:lnTo>
                <a:lnTo>
                  <a:pt x="68438" y="565373"/>
                </a:lnTo>
                <a:lnTo>
                  <a:pt x="71084" y="560500"/>
                </a:lnTo>
                <a:lnTo>
                  <a:pt x="73970" y="555626"/>
                </a:lnTo>
                <a:lnTo>
                  <a:pt x="76947" y="550752"/>
                </a:lnTo>
                <a:lnTo>
                  <a:pt x="79881" y="545878"/>
                </a:lnTo>
                <a:lnTo>
                  <a:pt x="82661" y="541004"/>
                </a:lnTo>
                <a:lnTo>
                  <a:pt x="85207" y="536130"/>
                </a:lnTo>
                <a:lnTo>
                  <a:pt x="87467" y="531256"/>
                </a:lnTo>
                <a:lnTo>
                  <a:pt x="89419" y="526382"/>
                </a:lnTo>
                <a:lnTo>
                  <a:pt x="91060" y="521508"/>
                </a:lnTo>
                <a:lnTo>
                  <a:pt x="92410" y="516634"/>
                </a:lnTo>
                <a:lnTo>
                  <a:pt x="93494" y="511760"/>
                </a:lnTo>
                <a:lnTo>
                  <a:pt x="94344" y="506887"/>
                </a:lnTo>
                <a:lnTo>
                  <a:pt x="94994" y="502013"/>
                </a:lnTo>
                <a:lnTo>
                  <a:pt x="95472" y="497139"/>
                </a:lnTo>
                <a:lnTo>
                  <a:pt x="95806" y="492265"/>
                </a:lnTo>
                <a:lnTo>
                  <a:pt x="96016" y="487391"/>
                </a:lnTo>
                <a:lnTo>
                  <a:pt x="96120" y="482517"/>
                </a:lnTo>
                <a:lnTo>
                  <a:pt x="96132" y="477643"/>
                </a:lnTo>
                <a:lnTo>
                  <a:pt x="96066" y="472769"/>
                </a:lnTo>
                <a:lnTo>
                  <a:pt x="95931" y="467895"/>
                </a:lnTo>
                <a:lnTo>
                  <a:pt x="95737" y="463021"/>
                </a:lnTo>
                <a:lnTo>
                  <a:pt x="95494" y="458147"/>
                </a:lnTo>
                <a:lnTo>
                  <a:pt x="95210" y="453274"/>
                </a:lnTo>
                <a:lnTo>
                  <a:pt x="94892" y="448400"/>
                </a:lnTo>
                <a:lnTo>
                  <a:pt x="94550" y="443526"/>
                </a:lnTo>
                <a:lnTo>
                  <a:pt x="94189" y="438652"/>
                </a:lnTo>
                <a:lnTo>
                  <a:pt x="93819" y="433778"/>
                </a:lnTo>
                <a:lnTo>
                  <a:pt x="93448" y="428904"/>
                </a:lnTo>
                <a:lnTo>
                  <a:pt x="93086" y="424030"/>
                </a:lnTo>
                <a:lnTo>
                  <a:pt x="92746" y="419156"/>
                </a:lnTo>
                <a:lnTo>
                  <a:pt x="92441" y="414282"/>
                </a:lnTo>
                <a:lnTo>
                  <a:pt x="92186" y="409408"/>
                </a:lnTo>
                <a:lnTo>
                  <a:pt x="91994" y="404534"/>
                </a:lnTo>
                <a:lnTo>
                  <a:pt x="91880" y="399661"/>
                </a:lnTo>
                <a:lnTo>
                  <a:pt x="91852" y="394787"/>
                </a:lnTo>
                <a:lnTo>
                  <a:pt x="91914" y="389913"/>
                </a:lnTo>
                <a:lnTo>
                  <a:pt x="92067" y="385039"/>
                </a:lnTo>
                <a:lnTo>
                  <a:pt x="92301" y="380165"/>
                </a:lnTo>
                <a:lnTo>
                  <a:pt x="92606" y="375291"/>
                </a:lnTo>
                <a:lnTo>
                  <a:pt x="92961" y="370417"/>
                </a:lnTo>
                <a:lnTo>
                  <a:pt x="93348" y="365543"/>
                </a:lnTo>
                <a:lnTo>
                  <a:pt x="93744" y="360669"/>
                </a:lnTo>
                <a:lnTo>
                  <a:pt x="94130" y="355795"/>
                </a:lnTo>
                <a:lnTo>
                  <a:pt x="94489" y="350921"/>
                </a:lnTo>
                <a:lnTo>
                  <a:pt x="94808" y="346048"/>
                </a:lnTo>
                <a:lnTo>
                  <a:pt x="95081" y="341174"/>
                </a:lnTo>
                <a:lnTo>
                  <a:pt x="95306" y="336300"/>
                </a:lnTo>
                <a:lnTo>
                  <a:pt x="95486" y="331426"/>
                </a:lnTo>
                <a:lnTo>
                  <a:pt x="95627" y="326552"/>
                </a:lnTo>
                <a:lnTo>
                  <a:pt x="95740" y="321678"/>
                </a:lnTo>
                <a:lnTo>
                  <a:pt x="95833" y="316804"/>
                </a:lnTo>
                <a:lnTo>
                  <a:pt x="95918" y="311930"/>
                </a:lnTo>
                <a:lnTo>
                  <a:pt x="96002" y="307056"/>
                </a:lnTo>
                <a:lnTo>
                  <a:pt x="96092" y="302182"/>
                </a:lnTo>
                <a:lnTo>
                  <a:pt x="96194" y="297308"/>
                </a:lnTo>
                <a:lnTo>
                  <a:pt x="96310" y="292435"/>
                </a:lnTo>
                <a:lnTo>
                  <a:pt x="96439" y="287561"/>
                </a:lnTo>
                <a:lnTo>
                  <a:pt x="96581" y="282687"/>
                </a:lnTo>
                <a:lnTo>
                  <a:pt x="96731" y="277813"/>
                </a:lnTo>
                <a:lnTo>
                  <a:pt x="96886" y="272939"/>
                </a:lnTo>
                <a:lnTo>
                  <a:pt x="97040" y="268065"/>
                </a:lnTo>
                <a:lnTo>
                  <a:pt x="97189" y="263191"/>
                </a:lnTo>
                <a:lnTo>
                  <a:pt x="97329" y="258317"/>
                </a:lnTo>
                <a:lnTo>
                  <a:pt x="97455" y="253443"/>
                </a:lnTo>
                <a:lnTo>
                  <a:pt x="97565" y="248569"/>
                </a:lnTo>
                <a:lnTo>
                  <a:pt x="97655" y="243695"/>
                </a:lnTo>
                <a:lnTo>
                  <a:pt x="97723" y="238822"/>
                </a:lnTo>
                <a:lnTo>
                  <a:pt x="97767" y="233948"/>
                </a:lnTo>
                <a:lnTo>
                  <a:pt x="97786" y="229074"/>
                </a:lnTo>
                <a:lnTo>
                  <a:pt x="97776" y="224200"/>
                </a:lnTo>
                <a:lnTo>
                  <a:pt x="97736" y="219326"/>
                </a:lnTo>
                <a:lnTo>
                  <a:pt x="97663" y="214452"/>
                </a:lnTo>
                <a:lnTo>
                  <a:pt x="97553" y="209578"/>
                </a:lnTo>
                <a:lnTo>
                  <a:pt x="97405" y="204704"/>
                </a:lnTo>
                <a:lnTo>
                  <a:pt x="97217" y="199830"/>
                </a:lnTo>
                <a:lnTo>
                  <a:pt x="96988" y="194956"/>
                </a:lnTo>
                <a:lnTo>
                  <a:pt x="96721" y="190082"/>
                </a:lnTo>
                <a:lnTo>
                  <a:pt x="96420" y="185209"/>
                </a:lnTo>
                <a:lnTo>
                  <a:pt x="96092" y="180335"/>
                </a:lnTo>
                <a:lnTo>
                  <a:pt x="95749" y="175461"/>
                </a:lnTo>
                <a:lnTo>
                  <a:pt x="95403" y="170587"/>
                </a:lnTo>
                <a:lnTo>
                  <a:pt x="95070" y="165713"/>
                </a:lnTo>
                <a:lnTo>
                  <a:pt x="94765" y="160839"/>
                </a:lnTo>
                <a:lnTo>
                  <a:pt x="94504" y="155965"/>
                </a:lnTo>
                <a:lnTo>
                  <a:pt x="94300" y="151091"/>
                </a:lnTo>
                <a:lnTo>
                  <a:pt x="94164" y="146217"/>
                </a:lnTo>
                <a:lnTo>
                  <a:pt x="94102" y="141343"/>
                </a:lnTo>
                <a:lnTo>
                  <a:pt x="94117" y="136469"/>
                </a:lnTo>
                <a:lnTo>
                  <a:pt x="94202" y="131596"/>
                </a:lnTo>
                <a:lnTo>
                  <a:pt x="94349" y="126722"/>
                </a:lnTo>
                <a:lnTo>
                  <a:pt x="94541" y="121848"/>
                </a:lnTo>
                <a:lnTo>
                  <a:pt x="94757" y="116974"/>
                </a:lnTo>
                <a:lnTo>
                  <a:pt x="94968" y="112100"/>
                </a:lnTo>
                <a:lnTo>
                  <a:pt x="95139" y="107226"/>
                </a:lnTo>
                <a:lnTo>
                  <a:pt x="95226" y="102352"/>
                </a:lnTo>
                <a:lnTo>
                  <a:pt x="95174" y="97478"/>
                </a:lnTo>
                <a:lnTo>
                  <a:pt x="94917" y="92604"/>
                </a:lnTo>
                <a:lnTo>
                  <a:pt x="94374" y="87730"/>
                </a:lnTo>
                <a:lnTo>
                  <a:pt x="93448" y="82856"/>
                </a:lnTo>
                <a:lnTo>
                  <a:pt x="92029" y="77983"/>
                </a:lnTo>
                <a:lnTo>
                  <a:pt x="89997" y="73109"/>
                </a:lnTo>
                <a:lnTo>
                  <a:pt x="87224" y="68235"/>
                </a:lnTo>
                <a:lnTo>
                  <a:pt x="83594" y="63361"/>
                </a:lnTo>
                <a:lnTo>
                  <a:pt x="79009" y="58487"/>
                </a:lnTo>
                <a:lnTo>
                  <a:pt x="73413" y="53613"/>
                </a:lnTo>
                <a:lnTo>
                  <a:pt x="66807" y="48739"/>
                </a:lnTo>
                <a:lnTo>
                  <a:pt x="59267" y="43865"/>
                </a:lnTo>
                <a:lnTo>
                  <a:pt x="50960" y="38991"/>
                </a:lnTo>
                <a:lnTo>
                  <a:pt x="42144" y="34117"/>
                </a:lnTo>
                <a:lnTo>
                  <a:pt x="33167" y="29243"/>
                </a:lnTo>
                <a:lnTo>
                  <a:pt x="24447" y="24370"/>
                </a:lnTo>
                <a:lnTo>
                  <a:pt x="16444" y="19496"/>
                </a:lnTo>
                <a:lnTo>
                  <a:pt x="9620" y="14622"/>
                </a:lnTo>
                <a:lnTo>
                  <a:pt x="4399" y="9748"/>
                </a:lnTo>
                <a:lnTo>
                  <a:pt x="1119" y="4874"/>
                </a:lnTo>
                <a:lnTo>
                  <a:pt x="0" y="0"/>
                </a:lnTo>
                <a:lnTo>
                  <a:pt x="196140" y="0"/>
                </a:lnTo>
                <a:lnTo>
                  <a:pt x="196140" y="0"/>
                </a:lnTo>
                <a:lnTo>
                  <a:pt x="195022" y="4874"/>
                </a:lnTo>
                <a:lnTo>
                  <a:pt x="191741" y="9748"/>
                </a:lnTo>
                <a:lnTo>
                  <a:pt x="186520" y="14622"/>
                </a:lnTo>
                <a:lnTo>
                  <a:pt x="179696" y="19496"/>
                </a:lnTo>
                <a:lnTo>
                  <a:pt x="171693" y="24370"/>
                </a:lnTo>
                <a:lnTo>
                  <a:pt x="162973" y="29243"/>
                </a:lnTo>
                <a:lnTo>
                  <a:pt x="153996" y="34117"/>
                </a:lnTo>
                <a:lnTo>
                  <a:pt x="145181" y="38991"/>
                </a:lnTo>
                <a:lnTo>
                  <a:pt x="136873" y="43865"/>
                </a:lnTo>
                <a:lnTo>
                  <a:pt x="129334" y="48739"/>
                </a:lnTo>
                <a:lnTo>
                  <a:pt x="122727" y="53613"/>
                </a:lnTo>
                <a:lnTo>
                  <a:pt x="117131" y="58487"/>
                </a:lnTo>
                <a:lnTo>
                  <a:pt x="112547" y="63361"/>
                </a:lnTo>
                <a:lnTo>
                  <a:pt x="108916" y="68235"/>
                </a:lnTo>
                <a:lnTo>
                  <a:pt x="106144" y="73109"/>
                </a:lnTo>
                <a:lnTo>
                  <a:pt x="104111" y="77983"/>
                </a:lnTo>
                <a:lnTo>
                  <a:pt x="102692" y="82856"/>
                </a:lnTo>
                <a:lnTo>
                  <a:pt x="101767" y="87730"/>
                </a:lnTo>
                <a:lnTo>
                  <a:pt x="101223" y="92604"/>
                </a:lnTo>
                <a:lnTo>
                  <a:pt x="100966" y="97478"/>
                </a:lnTo>
                <a:lnTo>
                  <a:pt x="100915" y="102352"/>
                </a:lnTo>
                <a:lnTo>
                  <a:pt x="101001" y="107226"/>
                </a:lnTo>
                <a:lnTo>
                  <a:pt x="101172" y="112100"/>
                </a:lnTo>
                <a:lnTo>
                  <a:pt x="101383" y="116974"/>
                </a:lnTo>
                <a:lnTo>
                  <a:pt x="101599" y="121848"/>
                </a:lnTo>
                <a:lnTo>
                  <a:pt x="101791" y="126722"/>
                </a:lnTo>
                <a:lnTo>
                  <a:pt x="101938" y="131596"/>
                </a:lnTo>
                <a:lnTo>
                  <a:pt x="102024" y="136469"/>
                </a:lnTo>
                <a:lnTo>
                  <a:pt x="102038" y="141343"/>
                </a:lnTo>
                <a:lnTo>
                  <a:pt x="101976" y="146217"/>
                </a:lnTo>
                <a:lnTo>
                  <a:pt x="101841" y="151091"/>
                </a:lnTo>
                <a:lnTo>
                  <a:pt x="101637" y="155965"/>
                </a:lnTo>
                <a:lnTo>
                  <a:pt x="101375" y="160839"/>
                </a:lnTo>
                <a:lnTo>
                  <a:pt x="101070" y="165713"/>
                </a:lnTo>
                <a:lnTo>
                  <a:pt x="100737" y="170587"/>
                </a:lnTo>
                <a:lnTo>
                  <a:pt x="100391" y="175461"/>
                </a:lnTo>
                <a:lnTo>
                  <a:pt x="100048" y="180335"/>
                </a:lnTo>
                <a:lnTo>
                  <a:pt x="99721" y="185209"/>
                </a:lnTo>
                <a:lnTo>
                  <a:pt x="99420" y="190082"/>
                </a:lnTo>
                <a:lnTo>
                  <a:pt x="99152" y="194956"/>
                </a:lnTo>
                <a:lnTo>
                  <a:pt x="98924" y="199830"/>
                </a:lnTo>
                <a:lnTo>
                  <a:pt x="98735" y="204704"/>
                </a:lnTo>
                <a:lnTo>
                  <a:pt x="98587" y="209578"/>
                </a:lnTo>
                <a:lnTo>
                  <a:pt x="98477" y="214452"/>
                </a:lnTo>
                <a:lnTo>
                  <a:pt x="98404" y="219326"/>
                </a:lnTo>
                <a:lnTo>
                  <a:pt x="98364" y="224200"/>
                </a:lnTo>
                <a:lnTo>
                  <a:pt x="98354" y="229074"/>
                </a:lnTo>
                <a:lnTo>
                  <a:pt x="98373" y="233948"/>
                </a:lnTo>
                <a:lnTo>
                  <a:pt x="98417" y="238822"/>
                </a:lnTo>
                <a:lnTo>
                  <a:pt x="98485" y="243695"/>
                </a:lnTo>
                <a:lnTo>
                  <a:pt x="98575" y="248569"/>
                </a:lnTo>
                <a:lnTo>
                  <a:pt x="98685" y="253443"/>
                </a:lnTo>
                <a:lnTo>
                  <a:pt x="98811" y="258317"/>
                </a:lnTo>
                <a:lnTo>
                  <a:pt x="98951" y="263191"/>
                </a:lnTo>
                <a:lnTo>
                  <a:pt x="99100" y="268065"/>
                </a:lnTo>
                <a:lnTo>
                  <a:pt x="99255" y="272939"/>
                </a:lnTo>
                <a:lnTo>
                  <a:pt x="99409" y="277813"/>
                </a:lnTo>
                <a:lnTo>
                  <a:pt x="99559" y="282687"/>
                </a:lnTo>
                <a:lnTo>
                  <a:pt x="99701" y="287561"/>
                </a:lnTo>
                <a:lnTo>
                  <a:pt x="99830" y="292435"/>
                </a:lnTo>
                <a:lnTo>
                  <a:pt x="99946" y="297308"/>
                </a:lnTo>
                <a:lnTo>
                  <a:pt x="100048" y="302182"/>
                </a:lnTo>
                <a:lnTo>
                  <a:pt x="100139" y="307056"/>
                </a:lnTo>
                <a:lnTo>
                  <a:pt x="100223" y="311930"/>
                </a:lnTo>
                <a:lnTo>
                  <a:pt x="100307" y="316804"/>
                </a:lnTo>
                <a:lnTo>
                  <a:pt x="100401" y="321678"/>
                </a:lnTo>
                <a:lnTo>
                  <a:pt x="100513" y="326552"/>
                </a:lnTo>
                <a:lnTo>
                  <a:pt x="100655" y="331426"/>
                </a:lnTo>
                <a:lnTo>
                  <a:pt x="100835" y="336300"/>
                </a:lnTo>
                <a:lnTo>
                  <a:pt x="101060" y="341174"/>
                </a:lnTo>
                <a:lnTo>
                  <a:pt x="101332" y="346048"/>
                </a:lnTo>
                <a:lnTo>
                  <a:pt x="101652" y="350921"/>
                </a:lnTo>
                <a:lnTo>
                  <a:pt x="102010" y="355795"/>
                </a:lnTo>
                <a:lnTo>
                  <a:pt x="102396" y="360669"/>
                </a:lnTo>
                <a:lnTo>
                  <a:pt x="102792" y="365543"/>
                </a:lnTo>
                <a:lnTo>
                  <a:pt x="103179" y="370417"/>
                </a:lnTo>
                <a:lnTo>
                  <a:pt x="103535" y="375291"/>
                </a:lnTo>
                <a:lnTo>
                  <a:pt x="103839" y="380165"/>
                </a:lnTo>
                <a:lnTo>
                  <a:pt x="104074" y="385039"/>
                </a:lnTo>
                <a:lnTo>
                  <a:pt x="104226" y="389913"/>
                </a:lnTo>
                <a:lnTo>
                  <a:pt x="104289" y="394787"/>
                </a:lnTo>
                <a:lnTo>
                  <a:pt x="104260" y="399661"/>
                </a:lnTo>
                <a:lnTo>
                  <a:pt x="104146" y="404534"/>
                </a:lnTo>
                <a:lnTo>
                  <a:pt x="103955" y="409408"/>
                </a:lnTo>
                <a:lnTo>
                  <a:pt x="103699" y="414282"/>
                </a:lnTo>
                <a:lnTo>
                  <a:pt x="103395" y="419156"/>
                </a:lnTo>
                <a:lnTo>
                  <a:pt x="103054" y="424030"/>
                </a:lnTo>
                <a:lnTo>
                  <a:pt x="102693" y="428904"/>
                </a:lnTo>
                <a:lnTo>
                  <a:pt x="102322" y="433778"/>
                </a:lnTo>
                <a:lnTo>
                  <a:pt x="101951" y="438652"/>
                </a:lnTo>
                <a:lnTo>
                  <a:pt x="101591" y="443526"/>
                </a:lnTo>
                <a:lnTo>
                  <a:pt x="101248" y="448400"/>
                </a:lnTo>
                <a:lnTo>
                  <a:pt x="100931" y="453274"/>
                </a:lnTo>
                <a:lnTo>
                  <a:pt x="100646" y="458147"/>
                </a:lnTo>
                <a:lnTo>
                  <a:pt x="100403" y="463021"/>
                </a:lnTo>
                <a:lnTo>
                  <a:pt x="100210" y="467895"/>
                </a:lnTo>
                <a:lnTo>
                  <a:pt x="100075" y="472769"/>
                </a:lnTo>
                <a:lnTo>
                  <a:pt x="100008" y="477643"/>
                </a:lnTo>
                <a:lnTo>
                  <a:pt x="100021" y="482517"/>
                </a:lnTo>
                <a:lnTo>
                  <a:pt x="100125" y="487391"/>
                </a:lnTo>
                <a:lnTo>
                  <a:pt x="100335" y="492265"/>
                </a:lnTo>
                <a:lnTo>
                  <a:pt x="100668" y="497139"/>
                </a:lnTo>
                <a:lnTo>
                  <a:pt x="101147" y="502013"/>
                </a:lnTo>
                <a:lnTo>
                  <a:pt x="101796" y="506887"/>
                </a:lnTo>
                <a:lnTo>
                  <a:pt x="102647" y="511760"/>
                </a:lnTo>
                <a:lnTo>
                  <a:pt x="103731" y="516634"/>
                </a:lnTo>
                <a:lnTo>
                  <a:pt x="105080" y="521508"/>
                </a:lnTo>
                <a:lnTo>
                  <a:pt x="106722" y="526382"/>
                </a:lnTo>
                <a:lnTo>
                  <a:pt x="108673" y="531256"/>
                </a:lnTo>
                <a:lnTo>
                  <a:pt x="110933" y="536130"/>
                </a:lnTo>
                <a:lnTo>
                  <a:pt x="113479" y="541004"/>
                </a:lnTo>
                <a:lnTo>
                  <a:pt x="116259" y="545878"/>
                </a:lnTo>
                <a:lnTo>
                  <a:pt x="119194" y="550752"/>
                </a:lnTo>
                <a:lnTo>
                  <a:pt x="122171" y="555626"/>
                </a:lnTo>
                <a:lnTo>
                  <a:pt x="125056" y="560500"/>
                </a:lnTo>
                <a:lnTo>
                  <a:pt x="127702" y="565373"/>
                </a:lnTo>
                <a:lnTo>
                  <a:pt x="129956" y="570247"/>
                </a:lnTo>
                <a:lnTo>
                  <a:pt x="131681" y="575121"/>
                </a:lnTo>
                <a:lnTo>
                  <a:pt x="132765" y="579995"/>
                </a:lnTo>
                <a:lnTo>
                  <a:pt x="133134" y="584869"/>
                </a:lnTo>
                <a:lnTo>
                  <a:pt x="133134" y="584869"/>
                </a:lnTo>
                <a:close/>
              </a:path>
            </a:pathLst>
          </a:custGeom>
          <a:solidFill>
            <a:srgbClr val="00878B">
              <a:alpha val="12000"/>
            </a:srgbClr>
          </a:solidFill>
          <a:ln w="6985">
            <a:solidFill>
              <a:srgbClr val="00878B">
                <a:alpha val="12000"/>
              </a:srgbClr>
            </a:solidFill>
            <a:prstDash val="solid"/>
          </a:ln>
        </p:spPr>
      </p:sp>
      <p:sp>
        <p:nvSpPr>
          <p:cNvPr id="3420" name="03_assume_matched_8717">
            <a:extLst>
              <a:ext uri="{FF2B5EF4-FFF2-40B4-BE49-F238E27FC236}">
                <a16:creationId xmlns:a16="http://schemas.microsoft.com/office/drawing/2014/main" id="{D4789D67-D810-4E1B-A48E-168E76D5A9CD}"/>
              </a:ext>
            </a:extLst>
          </p:cNvPr>
          <p:cNvSpPr>
            <a:spLocks noGrp="1"/>
          </p:cNvSpPr>
          <p:nvPr/>
        </p:nvSpPr>
        <p:spPr>
          <a:xfrm>
            <a:off x="2146133" y="7182407"/>
            <a:ext cx="196140" cy="584869"/>
          </a:xfrm>
          <a:custGeom>
            <a:avLst/>
            <a:gdLst/>
            <a:ahLst/>
            <a:cxnLst/>
            <a:rect l="0" t="0" r="0" b="0"/>
            <a:pathLst>
              <a:path w="196140" h="584869">
                <a:moveTo>
                  <a:pt x="131673" y="584869"/>
                </a:moveTo>
                <a:lnTo>
                  <a:pt x="64467" y="584869"/>
                </a:lnTo>
                <a:lnTo>
                  <a:pt x="64821" y="579995"/>
                </a:lnTo>
                <a:lnTo>
                  <a:pt x="65860" y="575121"/>
                </a:lnTo>
                <a:lnTo>
                  <a:pt x="67512" y="570247"/>
                </a:lnTo>
                <a:lnTo>
                  <a:pt x="69673" y="565373"/>
                </a:lnTo>
                <a:lnTo>
                  <a:pt x="72208" y="560500"/>
                </a:lnTo>
                <a:lnTo>
                  <a:pt x="74974" y="555626"/>
                </a:lnTo>
                <a:lnTo>
                  <a:pt x="77827" y="550752"/>
                </a:lnTo>
                <a:lnTo>
                  <a:pt x="80639" y="545878"/>
                </a:lnTo>
                <a:lnTo>
                  <a:pt x="83303" y="541004"/>
                </a:lnTo>
                <a:lnTo>
                  <a:pt x="85743" y="536130"/>
                </a:lnTo>
                <a:lnTo>
                  <a:pt x="87909" y="531256"/>
                </a:lnTo>
                <a:lnTo>
                  <a:pt x="89779" y="526382"/>
                </a:lnTo>
                <a:lnTo>
                  <a:pt x="91352" y="521508"/>
                </a:lnTo>
                <a:lnTo>
                  <a:pt x="92646" y="516634"/>
                </a:lnTo>
                <a:lnTo>
                  <a:pt x="93684" y="511760"/>
                </a:lnTo>
                <a:lnTo>
                  <a:pt x="94499" y="506887"/>
                </a:lnTo>
                <a:lnTo>
                  <a:pt x="95122" y="502013"/>
                </a:lnTo>
                <a:lnTo>
                  <a:pt x="95580" y="497139"/>
                </a:lnTo>
                <a:lnTo>
                  <a:pt x="95900" y="492265"/>
                </a:lnTo>
                <a:lnTo>
                  <a:pt x="96101" y="487391"/>
                </a:lnTo>
                <a:lnTo>
                  <a:pt x="96201" y="482517"/>
                </a:lnTo>
                <a:lnTo>
                  <a:pt x="96213" y="477643"/>
                </a:lnTo>
                <a:lnTo>
                  <a:pt x="96149" y="472769"/>
                </a:lnTo>
                <a:lnTo>
                  <a:pt x="96020" y="467895"/>
                </a:lnTo>
                <a:lnTo>
                  <a:pt x="95834" y="463021"/>
                </a:lnTo>
                <a:lnTo>
                  <a:pt x="95601" y="458147"/>
                </a:lnTo>
                <a:lnTo>
                  <a:pt x="95329" y="453274"/>
                </a:lnTo>
                <a:lnTo>
                  <a:pt x="95025" y="448400"/>
                </a:lnTo>
                <a:lnTo>
                  <a:pt x="94696" y="443526"/>
                </a:lnTo>
                <a:lnTo>
                  <a:pt x="94351" y="438652"/>
                </a:lnTo>
                <a:lnTo>
                  <a:pt x="93996" y="433778"/>
                </a:lnTo>
                <a:lnTo>
                  <a:pt x="93640" y="428904"/>
                </a:lnTo>
                <a:lnTo>
                  <a:pt x="93294" y="424030"/>
                </a:lnTo>
                <a:lnTo>
                  <a:pt x="92968" y="419156"/>
                </a:lnTo>
                <a:lnTo>
                  <a:pt x="92676" y="414282"/>
                </a:lnTo>
                <a:lnTo>
                  <a:pt x="92432" y="409408"/>
                </a:lnTo>
                <a:lnTo>
                  <a:pt x="92250" y="404534"/>
                </a:lnTo>
                <a:lnTo>
                  <a:pt x="92142" y="399661"/>
                </a:lnTo>
                <a:lnTo>
                  <a:pt x="92117" y="394787"/>
                </a:lnTo>
                <a:lnTo>
                  <a:pt x="92181" y="389913"/>
                </a:lnTo>
                <a:lnTo>
                  <a:pt x="92333" y="385039"/>
                </a:lnTo>
                <a:lnTo>
                  <a:pt x="92567" y="380165"/>
                </a:lnTo>
                <a:lnTo>
                  <a:pt x="92870" y="375291"/>
                </a:lnTo>
                <a:lnTo>
                  <a:pt x="93228" y="370417"/>
                </a:lnTo>
                <a:lnTo>
                  <a:pt x="93622" y="365543"/>
                </a:lnTo>
                <a:lnTo>
                  <a:pt x="94032" y="360669"/>
                </a:lnTo>
                <a:lnTo>
                  <a:pt x="94441" y="355795"/>
                </a:lnTo>
                <a:lnTo>
                  <a:pt x="94834" y="350921"/>
                </a:lnTo>
                <a:lnTo>
                  <a:pt x="95199" y="346048"/>
                </a:lnTo>
                <a:lnTo>
                  <a:pt x="95529" y="341174"/>
                </a:lnTo>
                <a:lnTo>
                  <a:pt x="95824" y="336300"/>
                </a:lnTo>
                <a:lnTo>
                  <a:pt x="96083" y="331426"/>
                </a:lnTo>
                <a:lnTo>
                  <a:pt x="96311" y="326552"/>
                </a:lnTo>
                <a:lnTo>
                  <a:pt x="96513" y="321678"/>
                </a:lnTo>
                <a:lnTo>
                  <a:pt x="96693" y="316804"/>
                </a:lnTo>
                <a:lnTo>
                  <a:pt x="96857" y="311930"/>
                </a:lnTo>
                <a:lnTo>
                  <a:pt x="97009" y="307056"/>
                </a:lnTo>
                <a:lnTo>
                  <a:pt x="97150" y="302182"/>
                </a:lnTo>
                <a:lnTo>
                  <a:pt x="97282" y="297308"/>
                </a:lnTo>
                <a:lnTo>
                  <a:pt x="97405" y="292435"/>
                </a:lnTo>
                <a:lnTo>
                  <a:pt x="97517" y="287561"/>
                </a:lnTo>
                <a:lnTo>
                  <a:pt x="97619" y="282687"/>
                </a:lnTo>
                <a:lnTo>
                  <a:pt x="97708" y="277813"/>
                </a:lnTo>
                <a:lnTo>
                  <a:pt x="97786" y="272939"/>
                </a:lnTo>
                <a:lnTo>
                  <a:pt x="97851" y="268065"/>
                </a:lnTo>
                <a:lnTo>
                  <a:pt x="97903" y="263191"/>
                </a:lnTo>
                <a:lnTo>
                  <a:pt x="97944" y="258317"/>
                </a:lnTo>
                <a:lnTo>
                  <a:pt x="97975" y="253443"/>
                </a:lnTo>
                <a:lnTo>
                  <a:pt x="97996" y="248569"/>
                </a:lnTo>
                <a:lnTo>
                  <a:pt x="98007" y="243695"/>
                </a:lnTo>
                <a:lnTo>
                  <a:pt x="98008" y="238822"/>
                </a:lnTo>
                <a:lnTo>
                  <a:pt x="98000" y="233948"/>
                </a:lnTo>
                <a:lnTo>
                  <a:pt x="97982" y="229074"/>
                </a:lnTo>
                <a:lnTo>
                  <a:pt x="97950" y="224200"/>
                </a:lnTo>
                <a:lnTo>
                  <a:pt x="97905" y="219326"/>
                </a:lnTo>
                <a:lnTo>
                  <a:pt x="97842" y="214452"/>
                </a:lnTo>
                <a:lnTo>
                  <a:pt x="97759" y="209578"/>
                </a:lnTo>
                <a:lnTo>
                  <a:pt x="97653" y="204704"/>
                </a:lnTo>
                <a:lnTo>
                  <a:pt x="97523" y="199830"/>
                </a:lnTo>
                <a:lnTo>
                  <a:pt x="97367" y="194956"/>
                </a:lnTo>
                <a:lnTo>
                  <a:pt x="97187" y="190082"/>
                </a:lnTo>
                <a:lnTo>
                  <a:pt x="96982" y="185209"/>
                </a:lnTo>
                <a:lnTo>
                  <a:pt x="96759" y="180335"/>
                </a:lnTo>
                <a:lnTo>
                  <a:pt x="96523" y="175461"/>
                </a:lnTo>
                <a:lnTo>
                  <a:pt x="96282" y="170587"/>
                </a:lnTo>
                <a:lnTo>
                  <a:pt x="96046" y="165713"/>
                </a:lnTo>
                <a:lnTo>
                  <a:pt x="95824" y="160839"/>
                </a:lnTo>
                <a:lnTo>
                  <a:pt x="95628" y="155965"/>
                </a:lnTo>
                <a:lnTo>
                  <a:pt x="95467" y="151091"/>
                </a:lnTo>
                <a:lnTo>
                  <a:pt x="95348" y="146217"/>
                </a:lnTo>
                <a:lnTo>
                  <a:pt x="95277" y="141343"/>
                </a:lnTo>
                <a:lnTo>
                  <a:pt x="95257" y="136469"/>
                </a:lnTo>
                <a:lnTo>
                  <a:pt x="95284" y="131596"/>
                </a:lnTo>
                <a:lnTo>
                  <a:pt x="95352" y="126722"/>
                </a:lnTo>
                <a:lnTo>
                  <a:pt x="95452" y="121848"/>
                </a:lnTo>
                <a:lnTo>
                  <a:pt x="95565" y="116974"/>
                </a:lnTo>
                <a:lnTo>
                  <a:pt x="95670" y="112100"/>
                </a:lnTo>
                <a:lnTo>
                  <a:pt x="95735" y="107226"/>
                </a:lnTo>
                <a:lnTo>
                  <a:pt x="95722" y="102352"/>
                </a:lnTo>
                <a:lnTo>
                  <a:pt x="95577" y="97478"/>
                </a:lnTo>
                <a:lnTo>
                  <a:pt x="95238" y="92604"/>
                </a:lnTo>
                <a:lnTo>
                  <a:pt x="94624" y="87730"/>
                </a:lnTo>
                <a:lnTo>
                  <a:pt x="93639" y="82856"/>
                </a:lnTo>
                <a:lnTo>
                  <a:pt x="92172" y="77983"/>
                </a:lnTo>
                <a:lnTo>
                  <a:pt x="90101" y="73109"/>
                </a:lnTo>
                <a:lnTo>
                  <a:pt x="87299" y="68235"/>
                </a:lnTo>
                <a:lnTo>
                  <a:pt x="83647" y="63361"/>
                </a:lnTo>
                <a:lnTo>
                  <a:pt x="79046" y="58487"/>
                </a:lnTo>
                <a:lnTo>
                  <a:pt x="73438" y="53613"/>
                </a:lnTo>
                <a:lnTo>
                  <a:pt x="66823" y="48739"/>
                </a:lnTo>
                <a:lnTo>
                  <a:pt x="59278" y="43865"/>
                </a:lnTo>
                <a:lnTo>
                  <a:pt x="50966" y="38991"/>
                </a:lnTo>
                <a:lnTo>
                  <a:pt x="42148" y="34117"/>
                </a:lnTo>
                <a:lnTo>
                  <a:pt x="33170" y="29243"/>
                </a:lnTo>
                <a:lnTo>
                  <a:pt x="24449" y="24370"/>
                </a:lnTo>
                <a:lnTo>
                  <a:pt x="16445" y="19496"/>
                </a:lnTo>
                <a:lnTo>
                  <a:pt x="9621" y="14622"/>
                </a:lnTo>
                <a:lnTo>
                  <a:pt x="4399" y="9748"/>
                </a:lnTo>
                <a:lnTo>
                  <a:pt x="1119" y="4874"/>
                </a:lnTo>
                <a:lnTo>
                  <a:pt x="0" y="0"/>
                </a:lnTo>
                <a:lnTo>
                  <a:pt x="196140" y="0"/>
                </a:lnTo>
                <a:lnTo>
                  <a:pt x="196140" y="0"/>
                </a:lnTo>
                <a:lnTo>
                  <a:pt x="195022" y="4874"/>
                </a:lnTo>
                <a:lnTo>
                  <a:pt x="191741" y="9748"/>
                </a:lnTo>
                <a:lnTo>
                  <a:pt x="186519" y="14622"/>
                </a:lnTo>
                <a:lnTo>
                  <a:pt x="179695" y="19496"/>
                </a:lnTo>
                <a:lnTo>
                  <a:pt x="171692" y="24370"/>
                </a:lnTo>
                <a:lnTo>
                  <a:pt x="162971" y="29243"/>
                </a:lnTo>
                <a:lnTo>
                  <a:pt x="153992" y="34117"/>
                </a:lnTo>
                <a:lnTo>
                  <a:pt x="145174" y="38991"/>
                </a:lnTo>
                <a:lnTo>
                  <a:pt x="136863" y="43865"/>
                </a:lnTo>
                <a:lnTo>
                  <a:pt x="129317" y="48739"/>
                </a:lnTo>
                <a:lnTo>
                  <a:pt x="122703" y="53613"/>
                </a:lnTo>
                <a:lnTo>
                  <a:pt x="117095" y="58487"/>
                </a:lnTo>
                <a:lnTo>
                  <a:pt x="112494" y="63361"/>
                </a:lnTo>
                <a:lnTo>
                  <a:pt x="108841" y="68235"/>
                </a:lnTo>
                <a:lnTo>
                  <a:pt x="106039" y="73109"/>
                </a:lnTo>
                <a:lnTo>
                  <a:pt x="103968" y="77983"/>
                </a:lnTo>
                <a:lnTo>
                  <a:pt x="102501" y="82856"/>
                </a:lnTo>
                <a:lnTo>
                  <a:pt x="101516" y="87730"/>
                </a:lnTo>
                <a:lnTo>
                  <a:pt x="100902" y="92604"/>
                </a:lnTo>
                <a:lnTo>
                  <a:pt x="100563" y="97478"/>
                </a:lnTo>
                <a:lnTo>
                  <a:pt x="100419" y="102352"/>
                </a:lnTo>
                <a:lnTo>
                  <a:pt x="100405" y="107226"/>
                </a:lnTo>
                <a:lnTo>
                  <a:pt x="100470" y="112100"/>
                </a:lnTo>
                <a:lnTo>
                  <a:pt x="100575" y="116974"/>
                </a:lnTo>
                <a:lnTo>
                  <a:pt x="100689" y="121848"/>
                </a:lnTo>
                <a:lnTo>
                  <a:pt x="100788" y="126722"/>
                </a:lnTo>
                <a:lnTo>
                  <a:pt x="100857" y="131596"/>
                </a:lnTo>
                <a:lnTo>
                  <a:pt x="100884" y="136469"/>
                </a:lnTo>
                <a:lnTo>
                  <a:pt x="100863" y="141343"/>
                </a:lnTo>
                <a:lnTo>
                  <a:pt x="100792" y="146217"/>
                </a:lnTo>
                <a:lnTo>
                  <a:pt x="100674" y="151091"/>
                </a:lnTo>
                <a:lnTo>
                  <a:pt x="100512" y="155965"/>
                </a:lnTo>
                <a:lnTo>
                  <a:pt x="100316" y="160839"/>
                </a:lnTo>
                <a:lnTo>
                  <a:pt x="100095" y="165713"/>
                </a:lnTo>
                <a:lnTo>
                  <a:pt x="99858" y="170587"/>
                </a:lnTo>
                <a:lnTo>
                  <a:pt x="99617" y="175461"/>
                </a:lnTo>
                <a:lnTo>
                  <a:pt x="99381" y="180335"/>
                </a:lnTo>
                <a:lnTo>
                  <a:pt x="99158" y="185209"/>
                </a:lnTo>
                <a:lnTo>
                  <a:pt x="98954" y="190082"/>
                </a:lnTo>
                <a:lnTo>
                  <a:pt x="98773" y="194956"/>
                </a:lnTo>
                <a:lnTo>
                  <a:pt x="98617" y="199830"/>
                </a:lnTo>
                <a:lnTo>
                  <a:pt x="98487" y="204704"/>
                </a:lnTo>
                <a:lnTo>
                  <a:pt x="98382" y="209578"/>
                </a:lnTo>
                <a:lnTo>
                  <a:pt x="98299" y="214452"/>
                </a:lnTo>
                <a:lnTo>
                  <a:pt x="98236" y="219326"/>
                </a:lnTo>
                <a:lnTo>
                  <a:pt x="98190" y="224200"/>
                </a:lnTo>
                <a:lnTo>
                  <a:pt x="98159" y="229074"/>
                </a:lnTo>
                <a:lnTo>
                  <a:pt x="98140" y="233948"/>
                </a:lnTo>
                <a:lnTo>
                  <a:pt x="98132" y="238822"/>
                </a:lnTo>
                <a:lnTo>
                  <a:pt x="98134" y="243695"/>
                </a:lnTo>
                <a:lnTo>
                  <a:pt x="98145" y="248569"/>
                </a:lnTo>
                <a:lnTo>
                  <a:pt x="98165" y="253443"/>
                </a:lnTo>
                <a:lnTo>
                  <a:pt x="98196" y="258317"/>
                </a:lnTo>
                <a:lnTo>
                  <a:pt x="98237" y="263191"/>
                </a:lnTo>
                <a:lnTo>
                  <a:pt x="98290" y="268065"/>
                </a:lnTo>
                <a:lnTo>
                  <a:pt x="98355" y="272939"/>
                </a:lnTo>
                <a:lnTo>
                  <a:pt x="98432" y="277813"/>
                </a:lnTo>
                <a:lnTo>
                  <a:pt x="98522" y="282687"/>
                </a:lnTo>
                <a:lnTo>
                  <a:pt x="98623" y="287561"/>
                </a:lnTo>
                <a:lnTo>
                  <a:pt x="98735" y="292435"/>
                </a:lnTo>
                <a:lnTo>
                  <a:pt x="98858" y="297308"/>
                </a:lnTo>
                <a:lnTo>
                  <a:pt x="98990" y="302182"/>
                </a:lnTo>
                <a:lnTo>
                  <a:pt x="99131" y="307056"/>
                </a:lnTo>
                <a:lnTo>
                  <a:pt x="99283" y="311930"/>
                </a:lnTo>
                <a:lnTo>
                  <a:pt x="99447" y="316804"/>
                </a:lnTo>
                <a:lnTo>
                  <a:pt x="99628" y="321678"/>
                </a:lnTo>
                <a:lnTo>
                  <a:pt x="99829" y="326552"/>
                </a:lnTo>
                <a:lnTo>
                  <a:pt x="100057" y="331426"/>
                </a:lnTo>
                <a:lnTo>
                  <a:pt x="100316" y="336300"/>
                </a:lnTo>
                <a:lnTo>
                  <a:pt x="100611" y="341174"/>
                </a:lnTo>
                <a:lnTo>
                  <a:pt x="100942" y="346048"/>
                </a:lnTo>
                <a:lnTo>
                  <a:pt x="101307" y="350921"/>
                </a:lnTo>
                <a:lnTo>
                  <a:pt x="101699" y="355795"/>
                </a:lnTo>
                <a:lnTo>
                  <a:pt x="102108" y="360669"/>
                </a:lnTo>
                <a:lnTo>
                  <a:pt x="102518" y="365543"/>
                </a:lnTo>
                <a:lnTo>
                  <a:pt x="102912" y="370417"/>
                </a:lnTo>
                <a:lnTo>
                  <a:pt x="103270" y="375291"/>
                </a:lnTo>
                <a:lnTo>
                  <a:pt x="103574" y="380165"/>
                </a:lnTo>
                <a:lnTo>
                  <a:pt x="103807" y="385039"/>
                </a:lnTo>
                <a:lnTo>
                  <a:pt x="103959" y="389913"/>
                </a:lnTo>
                <a:lnTo>
                  <a:pt x="104023" y="394787"/>
                </a:lnTo>
                <a:lnTo>
                  <a:pt x="103998" y="399661"/>
                </a:lnTo>
                <a:lnTo>
                  <a:pt x="103890" y="404534"/>
                </a:lnTo>
                <a:lnTo>
                  <a:pt x="103708" y="409408"/>
                </a:lnTo>
                <a:lnTo>
                  <a:pt x="103464" y="414282"/>
                </a:lnTo>
                <a:lnTo>
                  <a:pt x="103172" y="419156"/>
                </a:lnTo>
                <a:lnTo>
                  <a:pt x="102847" y="424030"/>
                </a:lnTo>
                <a:lnTo>
                  <a:pt x="102500" y="428904"/>
                </a:lnTo>
                <a:lnTo>
                  <a:pt x="102144" y="433778"/>
                </a:lnTo>
                <a:lnTo>
                  <a:pt x="101790" y="438652"/>
                </a:lnTo>
                <a:lnTo>
                  <a:pt x="101444" y="443526"/>
                </a:lnTo>
                <a:lnTo>
                  <a:pt x="101116" y="448400"/>
                </a:lnTo>
                <a:lnTo>
                  <a:pt x="100812" y="453274"/>
                </a:lnTo>
                <a:lnTo>
                  <a:pt x="100539" y="458147"/>
                </a:lnTo>
                <a:lnTo>
                  <a:pt x="100306" y="463021"/>
                </a:lnTo>
                <a:lnTo>
                  <a:pt x="100121" y="467895"/>
                </a:lnTo>
                <a:lnTo>
                  <a:pt x="99991" y="472769"/>
                </a:lnTo>
                <a:lnTo>
                  <a:pt x="99927" y="477643"/>
                </a:lnTo>
                <a:lnTo>
                  <a:pt x="99940" y="482517"/>
                </a:lnTo>
                <a:lnTo>
                  <a:pt x="100039" y="487391"/>
                </a:lnTo>
                <a:lnTo>
                  <a:pt x="100240" y="492265"/>
                </a:lnTo>
                <a:lnTo>
                  <a:pt x="100560" y="497139"/>
                </a:lnTo>
                <a:lnTo>
                  <a:pt x="101018" y="502013"/>
                </a:lnTo>
                <a:lnTo>
                  <a:pt x="101641" y="506887"/>
                </a:lnTo>
                <a:lnTo>
                  <a:pt x="102456" y="511760"/>
                </a:lnTo>
                <a:lnTo>
                  <a:pt x="103495" y="516634"/>
                </a:lnTo>
                <a:lnTo>
                  <a:pt x="104788" y="521508"/>
                </a:lnTo>
                <a:lnTo>
                  <a:pt x="106361" y="526382"/>
                </a:lnTo>
                <a:lnTo>
                  <a:pt x="108231" y="531256"/>
                </a:lnTo>
                <a:lnTo>
                  <a:pt x="110397" y="536130"/>
                </a:lnTo>
                <a:lnTo>
                  <a:pt x="112837" y="541004"/>
                </a:lnTo>
                <a:lnTo>
                  <a:pt x="115502" y="545878"/>
                </a:lnTo>
                <a:lnTo>
                  <a:pt x="118313" y="550752"/>
                </a:lnTo>
                <a:lnTo>
                  <a:pt x="121166" y="555626"/>
                </a:lnTo>
                <a:lnTo>
                  <a:pt x="123932" y="560500"/>
                </a:lnTo>
                <a:lnTo>
                  <a:pt x="126467" y="565373"/>
                </a:lnTo>
                <a:lnTo>
                  <a:pt x="128628" y="570247"/>
                </a:lnTo>
                <a:lnTo>
                  <a:pt x="130281" y="575121"/>
                </a:lnTo>
                <a:lnTo>
                  <a:pt x="131319" y="579995"/>
                </a:lnTo>
                <a:lnTo>
                  <a:pt x="131673" y="584869"/>
                </a:lnTo>
                <a:lnTo>
                  <a:pt x="131673" y="584869"/>
                </a:lnTo>
                <a:close/>
              </a:path>
            </a:pathLst>
          </a:custGeom>
          <a:solidFill>
            <a:srgbClr val="00878B">
              <a:alpha val="12000"/>
            </a:srgbClr>
          </a:solidFill>
          <a:ln w="6985">
            <a:solidFill>
              <a:srgbClr val="00878B">
                <a:alpha val="12000"/>
              </a:srgbClr>
            </a:solidFill>
            <a:prstDash val="solid"/>
          </a:ln>
        </p:spPr>
      </p:sp>
      <p:sp>
        <p:nvSpPr>
          <p:cNvPr id="3421" name="03_assume_matched_8718">
            <a:extLst>
              <a:ext uri="{FF2B5EF4-FFF2-40B4-BE49-F238E27FC236}">
                <a16:creationId xmlns:a16="http://schemas.microsoft.com/office/drawing/2014/main" id="{4E8004DC-1B6D-4E33-9614-660E5CD8E103}"/>
              </a:ext>
            </a:extLst>
          </p:cNvPr>
          <p:cNvSpPr>
            <a:spLocks noGrp="1"/>
          </p:cNvSpPr>
          <p:nvPr/>
        </p:nvSpPr>
        <p:spPr>
          <a:xfrm>
            <a:off x="2900519" y="7182407"/>
            <a:ext cx="196140" cy="584869"/>
          </a:xfrm>
          <a:custGeom>
            <a:avLst/>
            <a:gdLst/>
            <a:ahLst/>
            <a:cxnLst/>
            <a:rect l="0" t="0" r="0" b="0"/>
            <a:pathLst>
              <a:path w="196140" h="584869">
                <a:moveTo>
                  <a:pt x="131673" y="584869"/>
                </a:moveTo>
                <a:lnTo>
                  <a:pt x="64467" y="584869"/>
                </a:lnTo>
                <a:lnTo>
                  <a:pt x="64821" y="579995"/>
                </a:lnTo>
                <a:lnTo>
                  <a:pt x="65860" y="575121"/>
                </a:lnTo>
                <a:lnTo>
                  <a:pt x="67512" y="570247"/>
                </a:lnTo>
                <a:lnTo>
                  <a:pt x="69673" y="565373"/>
                </a:lnTo>
                <a:lnTo>
                  <a:pt x="72208" y="560500"/>
                </a:lnTo>
                <a:lnTo>
                  <a:pt x="74974" y="555626"/>
                </a:lnTo>
                <a:lnTo>
                  <a:pt x="77827" y="550752"/>
                </a:lnTo>
                <a:lnTo>
                  <a:pt x="80639" y="545878"/>
                </a:lnTo>
                <a:lnTo>
                  <a:pt x="83303" y="541004"/>
                </a:lnTo>
                <a:lnTo>
                  <a:pt x="85743" y="536130"/>
                </a:lnTo>
                <a:lnTo>
                  <a:pt x="87909" y="531256"/>
                </a:lnTo>
                <a:lnTo>
                  <a:pt x="89779" y="526382"/>
                </a:lnTo>
                <a:lnTo>
                  <a:pt x="91352" y="521508"/>
                </a:lnTo>
                <a:lnTo>
                  <a:pt x="92646" y="516634"/>
                </a:lnTo>
                <a:lnTo>
                  <a:pt x="93684" y="511760"/>
                </a:lnTo>
                <a:lnTo>
                  <a:pt x="94499" y="506887"/>
                </a:lnTo>
                <a:lnTo>
                  <a:pt x="95122" y="502013"/>
                </a:lnTo>
                <a:lnTo>
                  <a:pt x="95580" y="497139"/>
                </a:lnTo>
                <a:lnTo>
                  <a:pt x="95900" y="492265"/>
                </a:lnTo>
                <a:lnTo>
                  <a:pt x="96101" y="487391"/>
                </a:lnTo>
                <a:lnTo>
                  <a:pt x="96201" y="482517"/>
                </a:lnTo>
                <a:lnTo>
                  <a:pt x="96213" y="477643"/>
                </a:lnTo>
                <a:lnTo>
                  <a:pt x="96149" y="472769"/>
                </a:lnTo>
                <a:lnTo>
                  <a:pt x="96020" y="467895"/>
                </a:lnTo>
                <a:lnTo>
                  <a:pt x="95834" y="463021"/>
                </a:lnTo>
                <a:lnTo>
                  <a:pt x="95601" y="458147"/>
                </a:lnTo>
                <a:lnTo>
                  <a:pt x="95329" y="453274"/>
                </a:lnTo>
                <a:lnTo>
                  <a:pt x="95025" y="448400"/>
                </a:lnTo>
                <a:lnTo>
                  <a:pt x="94696" y="443526"/>
                </a:lnTo>
                <a:lnTo>
                  <a:pt x="94351" y="438652"/>
                </a:lnTo>
                <a:lnTo>
                  <a:pt x="93996" y="433778"/>
                </a:lnTo>
                <a:lnTo>
                  <a:pt x="93640" y="428904"/>
                </a:lnTo>
                <a:lnTo>
                  <a:pt x="93294" y="424030"/>
                </a:lnTo>
                <a:lnTo>
                  <a:pt x="92968" y="419156"/>
                </a:lnTo>
                <a:lnTo>
                  <a:pt x="92676" y="414282"/>
                </a:lnTo>
                <a:lnTo>
                  <a:pt x="92432" y="409408"/>
                </a:lnTo>
                <a:lnTo>
                  <a:pt x="92250" y="404534"/>
                </a:lnTo>
                <a:lnTo>
                  <a:pt x="92142" y="399661"/>
                </a:lnTo>
                <a:lnTo>
                  <a:pt x="92117" y="394787"/>
                </a:lnTo>
                <a:lnTo>
                  <a:pt x="92181" y="389913"/>
                </a:lnTo>
                <a:lnTo>
                  <a:pt x="92333" y="385039"/>
                </a:lnTo>
                <a:lnTo>
                  <a:pt x="92567" y="380165"/>
                </a:lnTo>
                <a:lnTo>
                  <a:pt x="92870" y="375291"/>
                </a:lnTo>
                <a:lnTo>
                  <a:pt x="93228" y="370417"/>
                </a:lnTo>
                <a:lnTo>
                  <a:pt x="93622" y="365543"/>
                </a:lnTo>
                <a:lnTo>
                  <a:pt x="94032" y="360669"/>
                </a:lnTo>
                <a:lnTo>
                  <a:pt x="94441" y="355795"/>
                </a:lnTo>
                <a:lnTo>
                  <a:pt x="94834" y="350921"/>
                </a:lnTo>
                <a:lnTo>
                  <a:pt x="95199" y="346048"/>
                </a:lnTo>
                <a:lnTo>
                  <a:pt x="95529" y="341174"/>
                </a:lnTo>
                <a:lnTo>
                  <a:pt x="95824" y="336300"/>
                </a:lnTo>
                <a:lnTo>
                  <a:pt x="96083" y="331426"/>
                </a:lnTo>
                <a:lnTo>
                  <a:pt x="96311" y="326552"/>
                </a:lnTo>
                <a:lnTo>
                  <a:pt x="96513" y="321678"/>
                </a:lnTo>
                <a:lnTo>
                  <a:pt x="96693" y="316804"/>
                </a:lnTo>
                <a:lnTo>
                  <a:pt x="96857" y="311930"/>
                </a:lnTo>
                <a:lnTo>
                  <a:pt x="97009" y="307056"/>
                </a:lnTo>
                <a:lnTo>
                  <a:pt x="97150" y="302182"/>
                </a:lnTo>
                <a:lnTo>
                  <a:pt x="97282" y="297308"/>
                </a:lnTo>
                <a:lnTo>
                  <a:pt x="97405" y="292435"/>
                </a:lnTo>
                <a:lnTo>
                  <a:pt x="97517" y="287561"/>
                </a:lnTo>
                <a:lnTo>
                  <a:pt x="97619" y="282687"/>
                </a:lnTo>
                <a:lnTo>
                  <a:pt x="97708" y="277813"/>
                </a:lnTo>
                <a:lnTo>
                  <a:pt x="97786" y="272939"/>
                </a:lnTo>
                <a:lnTo>
                  <a:pt x="97851" y="268065"/>
                </a:lnTo>
                <a:lnTo>
                  <a:pt x="97903" y="263191"/>
                </a:lnTo>
                <a:lnTo>
                  <a:pt x="97944" y="258317"/>
                </a:lnTo>
                <a:lnTo>
                  <a:pt x="97975" y="253443"/>
                </a:lnTo>
                <a:lnTo>
                  <a:pt x="97996" y="248569"/>
                </a:lnTo>
                <a:lnTo>
                  <a:pt x="98007" y="243695"/>
                </a:lnTo>
                <a:lnTo>
                  <a:pt x="98009" y="238822"/>
                </a:lnTo>
                <a:lnTo>
                  <a:pt x="98000" y="233948"/>
                </a:lnTo>
                <a:lnTo>
                  <a:pt x="97982" y="229074"/>
                </a:lnTo>
                <a:lnTo>
                  <a:pt x="97950" y="224200"/>
                </a:lnTo>
                <a:lnTo>
                  <a:pt x="97905" y="219326"/>
                </a:lnTo>
                <a:lnTo>
                  <a:pt x="97842" y="214452"/>
                </a:lnTo>
                <a:lnTo>
                  <a:pt x="97759" y="209578"/>
                </a:lnTo>
                <a:lnTo>
                  <a:pt x="97653" y="204704"/>
                </a:lnTo>
                <a:lnTo>
                  <a:pt x="97523" y="199830"/>
                </a:lnTo>
                <a:lnTo>
                  <a:pt x="97367" y="194956"/>
                </a:lnTo>
                <a:lnTo>
                  <a:pt x="97187" y="190082"/>
                </a:lnTo>
                <a:lnTo>
                  <a:pt x="96982" y="185209"/>
                </a:lnTo>
                <a:lnTo>
                  <a:pt x="96759" y="180335"/>
                </a:lnTo>
                <a:lnTo>
                  <a:pt x="96523" y="175461"/>
                </a:lnTo>
                <a:lnTo>
                  <a:pt x="96282" y="170587"/>
                </a:lnTo>
                <a:lnTo>
                  <a:pt x="96046" y="165713"/>
                </a:lnTo>
                <a:lnTo>
                  <a:pt x="95824" y="160839"/>
                </a:lnTo>
                <a:lnTo>
                  <a:pt x="95628" y="155965"/>
                </a:lnTo>
                <a:lnTo>
                  <a:pt x="95467" y="151091"/>
                </a:lnTo>
                <a:lnTo>
                  <a:pt x="95348" y="146217"/>
                </a:lnTo>
                <a:lnTo>
                  <a:pt x="95277" y="141343"/>
                </a:lnTo>
                <a:lnTo>
                  <a:pt x="95257" y="136469"/>
                </a:lnTo>
                <a:lnTo>
                  <a:pt x="95284" y="131596"/>
                </a:lnTo>
                <a:lnTo>
                  <a:pt x="95352" y="126722"/>
                </a:lnTo>
                <a:lnTo>
                  <a:pt x="95452" y="121848"/>
                </a:lnTo>
                <a:lnTo>
                  <a:pt x="95565" y="116974"/>
                </a:lnTo>
                <a:lnTo>
                  <a:pt x="95670" y="112100"/>
                </a:lnTo>
                <a:lnTo>
                  <a:pt x="95735" y="107226"/>
                </a:lnTo>
                <a:lnTo>
                  <a:pt x="95722" y="102352"/>
                </a:lnTo>
                <a:lnTo>
                  <a:pt x="95577" y="97478"/>
                </a:lnTo>
                <a:lnTo>
                  <a:pt x="95238" y="92604"/>
                </a:lnTo>
                <a:lnTo>
                  <a:pt x="94624" y="87730"/>
                </a:lnTo>
                <a:lnTo>
                  <a:pt x="93639" y="82856"/>
                </a:lnTo>
                <a:lnTo>
                  <a:pt x="92172" y="77983"/>
                </a:lnTo>
                <a:lnTo>
                  <a:pt x="90101" y="73109"/>
                </a:lnTo>
                <a:lnTo>
                  <a:pt x="87299" y="68235"/>
                </a:lnTo>
                <a:lnTo>
                  <a:pt x="83647" y="63361"/>
                </a:lnTo>
                <a:lnTo>
                  <a:pt x="79046" y="58487"/>
                </a:lnTo>
                <a:lnTo>
                  <a:pt x="73438" y="53613"/>
                </a:lnTo>
                <a:lnTo>
                  <a:pt x="66823" y="48739"/>
                </a:lnTo>
                <a:lnTo>
                  <a:pt x="59278" y="43865"/>
                </a:lnTo>
                <a:lnTo>
                  <a:pt x="50966" y="38991"/>
                </a:lnTo>
                <a:lnTo>
                  <a:pt x="42148" y="34117"/>
                </a:lnTo>
                <a:lnTo>
                  <a:pt x="33170" y="29243"/>
                </a:lnTo>
                <a:lnTo>
                  <a:pt x="24449" y="24370"/>
                </a:lnTo>
                <a:lnTo>
                  <a:pt x="16445" y="19496"/>
                </a:lnTo>
                <a:lnTo>
                  <a:pt x="9621" y="14622"/>
                </a:lnTo>
                <a:lnTo>
                  <a:pt x="4399" y="9748"/>
                </a:lnTo>
                <a:lnTo>
                  <a:pt x="1119" y="4874"/>
                </a:lnTo>
                <a:lnTo>
                  <a:pt x="0" y="0"/>
                </a:lnTo>
                <a:lnTo>
                  <a:pt x="196140" y="0"/>
                </a:lnTo>
                <a:lnTo>
                  <a:pt x="196140" y="0"/>
                </a:lnTo>
                <a:lnTo>
                  <a:pt x="195022" y="4874"/>
                </a:lnTo>
                <a:lnTo>
                  <a:pt x="191741" y="9748"/>
                </a:lnTo>
                <a:lnTo>
                  <a:pt x="186519" y="14622"/>
                </a:lnTo>
                <a:lnTo>
                  <a:pt x="179695" y="19496"/>
                </a:lnTo>
                <a:lnTo>
                  <a:pt x="171692" y="24370"/>
                </a:lnTo>
                <a:lnTo>
                  <a:pt x="162971" y="29243"/>
                </a:lnTo>
                <a:lnTo>
                  <a:pt x="153992" y="34117"/>
                </a:lnTo>
                <a:lnTo>
                  <a:pt x="145174" y="38991"/>
                </a:lnTo>
                <a:lnTo>
                  <a:pt x="136863" y="43865"/>
                </a:lnTo>
                <a:lnTo>
                  <a:pt x="129317" y="48739"/>
                </a:lnTo>
                <a:lnTo>
                  <a:pt x="122703" y="53613"/>
                </a:lnTo>
                <a:lnTo>
                  <a:pt x="117095" y="58487"/>
                </a:lnTo>
                <a:lnTo>
                  <a:pt x="112494" y="63361"/>
                </a:lnTo>
                <a:lnTo>
                  <a:pt x="108841" y="68235"/>
                </a:lnTo>
                <a:lnTo>
                  <a:pt x="106039" y="73109"/>
                </a:lnTo>
                <a:lnTo>
                  <a:pt x="103968" y="77983"/>
                </a:lnTo>
                <a:lnTo>
                  <a:pt x="102501" y="82856"/>
                </a:lnTo>
                <a:lnTo>
                  <a:pt x="101516" y="87730"/>
                </a:lnTo>
                <a:lnTo>
                  <a:pt x="100902" y="92604"/>
                </a:lnTo>
                <a:lnTo>
                  <a:pt x="100563" y="97478"/>
                </a:lnTo>
                <a:lnTo>
                  <a:pt x="100419" y="102352"/>
                </a:lnTo>
                <a:lnTo>
                  <a:pt x="100405" y="107226"/>
                </a:lnTo>
                <a:lnTo>
                  <a:pt x="100470" y="112100"/>
                </a:lnTo>
                <a:lnTo>
                  <a:pt x="100575" y="116974"/>
                </a:lnTo>
                <a:lnTo>
                  <a:pt x="100689" y="121848"/>
                </a:lnTo>
                <a:lnTo>
                  <a:pt x="100788" y="126722"/>
                </a:lnTo>
                <a:lnTo>
                  <a:pt x="100857" y="131596"/>
                </a:lnTo>
                <a:lnTo>
                  <a:pt x="100884" y="136469"/>
                </a:lnTo>
                <a:lnTo>
                  <a:pt x="100863" y="141343"/>
                </a:lnTo>
                <a:lnTo>
                  <a:pt x="100792" y="146217"/>
                </a:lnTo>
                <a:lnTo>
                  <a:pt x="100674" y="151091"/>
                </a:lnTo>
                <a:lnTo>
                  <a:pt x="100512" y="155965"/>
                </a:lnTo>
                <a:lnTo>
                  <a:pt x="100316" y="160839"/>
                </a:lnTo>
                <a:lnTo>
                  <a:pt x="100095" y="165713"/>
                </a:lnTo>
                <a:lnTo>
                  <a:pt x="99858" y="170587"/>
                </a:lnTo>
                <a:lnTo>
                  <a:pt x="99617" y="175461"/>
                </a:lnTo>
                <a:lnTo>
                  <a:pt x="99381" y="180335"/>
                </a:lnTo>
                <a:lnTo>
                  <a:pt x="99158" y="185209"/>
                </a:lnTo>
                <a:lnTo>
                  <a:pt x="98954" y="190082"/>
                </a:lnTo>
                <a:lnTo>
                  <a:pt x="98773" y="194956"/>
                </a:lnTo>
                <a:lnTo>
                  <a:pt x="98617" y="199830"/>
                </a:lnTo>
                <a:lnTo>
                  <a:pt x="98487" y="204704"/>
                </a:lnTo>
                <a:lnTo>
                  <a:pt x="98382" y="209578"/>
                </a:lnTo>
                <a:lnTo>
                  <a:pt x="98299" y="214452"/>
                </a:lnTo>
                <a:lnTo>
                  <a:pt x="98236" y="219326"/>
                </a:lnTo>
                <a:lnTo>
                  <a:pt x="98190" y="224200"/>
                </a:lnTo>
                <a:lnTo>
                  <a:pt x="98159" y="229074"/>
                </a:lnTo>
                <a:lnTo>
                  <a:pt x="98140" y="233948"/>
                </a:lnTo>
                <a:lnTo>
                  <a:pt x="98132" y="238822"/>
                </a:lnTo>
                <a:lnTo>
                  <a:pt x="98134" y="243695"/>
                </a:lnTo>
                <a:lnTo>
                  <a:pt x="98145" y="248569"/>
                </a:lnTo>
                <a:lnTo>
                  <a:pt x="98165" y="253443"/>
                </a:lnTo>
                <a:lnTo>
                  <a:pt x="98196" y="258317"/>
                </a:lnTo>
                <a:lnTo>
                  <a:pt x="98237" y="263191"/>
                </a:lnTo>
                <a:lnTo>
                  <a:pt x="98290" y="268065"/>
                </a:lnTo>
                <a:lnTo>
                  <a:pt x="98355" y="272939"/>
                </a:lnTo>
                <a:lnTo>
                  <a:pt x="98432" y="277813"/>
                </a:lnTo>
                <a:lnTo>
                  <a:pt x="98522" y="282687"/>
                </a:lnTo>
                <a:lnTo>
                  <a:pt x="98623" y="287561"/>
                </a:lnTo>
                <a:lnTo>
                  <a:pt x="98735" y="292435"/>
                </a:lnTo>
                <a:lnTo>
                  <a:pt x="98858" y="297308"/>
                </a:lnTo>
                <a:lnTo>
                  <a:pt x="98990" y="302182"/>
                </a:lnTo>
                <a:lnTo>
                  <a:pt x="99131" y="307056"/>
                </a:lnTo>
                <a:lnTo>
                  <a:pt x="99283" y="311930"/>
                </a:lnTo>
                <a:lnTo>
                  <a:pt x="99447" y="316804"/>
                </a:lnTo>
                <a:lnTo>
                  <a:pt x="99628" y="321678"/>
                </a:lnTo>
                <a:lnTo>
                  <a:pt x="99829" y="326552"/>
                </a:lnTo>
                <a:lnTo>
                  <a:pt x="100057" y="331426"/>
                </a:lnTo>
                <a:lnTo>
                  <a:pt x="100316" y="336300"/>
                </a:lnTo>
                <a:lnTo>
                  <a:pt x="100611" y="341174"/>
                </a:lnTo>
                <a:lnTo>
                  <a:pt x="100942" y="346048"/>
                </a:lnTo>
                <a:lnTo>
                  <a:pt x="101307" y="350921"/>
                </a:lnTo>
                <a:lnTo>
                  <a:pt x="101699" y="355795"/>
                </a:lnTo>
                <a:lnTo>
                  <a:pt x="102108" y="360669"/>
                </a:lnTo>
                <a:lnTo>
                  <a:pt x="102518" y="365543"/>
                </a:lnTo>
                <a:lnTo>
                  <a:pt x="102912" y="370417"/>
                </a:lnTo>
                <a:lnTo>
                  <a:pt x="103270" y="375291"/>
                </a:lnTo>
                <a:lnTo>
                  <a:pt x="103574" y="380165"/>
                </a:lnTo>
                <a:lnTo>
                  <a:pt x="103807" y="385039"/>
                </a:lnTo>
                <a:lnTo>
                  <a:pt x="103959" y="389913"/>
                </a:lnTo>
                <a:lnTo>
                  <a:pt x="104023" y="394787"/>
                </a:lnTo>
                <a:lnTo>
                  <a:pt x="103998" y="399661"/>
                </a:lnTo>
                <a:lnTo>
                  <a:pt x="103890" y="404534"/>
                </a:lnTo>
                <a:lnTo>
                  <a:pt x="103708" y="409408"/>
                </a:lnTo>
                <a:lnTo>
                  <a:pt x="103464" y="414282"/>
                </a:lnTo>
                <a:lnTo>
                  <a:pt x="103172" y="419156"/>
                </a:lnTo>
                <a:lnTo>
                  <a:pt x="102847" y="424030"/>
                </a:lnTo>
                <a:lnTo>
                  <a:pt x="102500" y="428904"/>
                </a:lnTo>
                <a:lnTo>
                  <a:pt x="102144" y="433778"/>
                </a:lnTo>
                <a:lnTo>
                  <a:pt x="101790" y="438652"/>
                </a:lnTo>
                <a:lnTo>
                  <a:pt x="101444" y="443526"/>
                </a:lnTo>
                <a:lnTo>
                  <a:pt x="101116" y="448400"/>
                </a:lnTo>
                <a:lnTo>
                  <a:pt x="100812" y="453274"/>
                </a:lnTo>
                <a:lnTo>
                  <a:pt x="100539" y="458147"/>
                </a:lnTo>
                <a:lnTo>
                  <a:pt x="100306" y="463021"/>
                </a:lnTo>
                <a:lnTo>
                  <a:pt x="100121" y="467895"/>
                </a:lnTo>
                <a:lnTo>
                  <a:pt x="99991" y="472769"/>
                </a:lnTo>
                <a:lnTo>
                  <a:pt x="99927" y="477643"/>
                </a:lnTo>
                <a:lnTo>
                  <a:pt x="99940" y="482517"/>
                </a:lnTo>
                <a:lnTo>
                  <a:pt x="100039" y="487391"/>
                </a:lnTo>
                <a:lnTo>
                  <a:pt x="100240" y="492265"/>
                </a:lnTo>
                <a:lnTo>
                  <a:pt x="100560" y="497139"/>
                </a:lnTo>
                <a:lnTo>
                  <a:pt x="101018" y="502013"/>
                </a:lnTo>
                <a:lnTo>
                  <a:pt x="101641" y="506887"/>
                </a:lnTo>
                <a:lnTo>
                  <a:pt x="102456" y="511760"/>
                </a:lnTo>
                <a:lnTo>
                  <a:pt x="103495" y="516634"/>
                </a:lnTo>
                <a:lnTo>
                  <a:pt x="104788" y="521508"/>
                </a:lnTo>
                <a:lnTo>
                  <a:pt x="106361" y="526382"/>
                </a:lnTo>
                <a:lnTo>
                  <a:pt x="108231" y="531256"/>
                </a:lnTo>
                <a:lnTo>
                  <a:pt x="110397" y="536130"/>
                </a:lnTo>
                <a:lnTo>
                  <a:pt x="112837" y="541004"/>
                </a:lnTo>
                <a:lnTo>
                  <a:pt x="115502" y="545878"/>
                </a:lnTo>
                <a:lnTo>
                  <a:pt x="118313" y="550752"/>
                </a:lnTo>
                <a:lnTo>
                  <a:pt x="121167" y="555626"/>
                </a:lnTo>
                <a:lnTo>
                  <a:pt x="123932" y="560500"/>
                </a:lnTo>
                <a:lnTo>
                  <a:pt x="126467" y="565373"/>
                </a:lnTo>
                <a:lnTo>
                  <a:pt x="128628" y="570247"/>
                </a:lnTo>
                <a:lnTo>
                  <a:pt x="130281" y="575121"/>
                </a:lnTo>
                <a:lnTo>
                  <a:pt x="131319" y="579995"/>
                </a:lnTo>
                <a:lnTo>
                  <a:pt x="131673" y="584869"/>
                </a:lnTo>
                <a:lnTo>
                  <a:pt x="131673" y="584869"/>
                </a:lnTo>
                <a:close/>
              </a:path>
            </a:pathLst>
          </a:custGeom>
          <a:solidFill>
            <a:srgbClr val="00878B">
              <a:alpha val="12000"/>
            </a:srgbClr>
          </a:solidFill>
          <a:ln w="6985">
            <a:solidFill>
              <a:srgbClr val="00878B">
                <a:alpha val="12000"/>
              </a:srgbClr>
            </a:solidFill>
            <a:prstDash val="solid"/>
          </a:ln>
        </p:spPr>
      </p:sp>
      <p:sp>
        <p:nvSpPr>
          <p:cNvPr id="3422" name="03_assume_matched_8719">
            <a:extLst>
              <a:ext uri="{FF2B5EF4-FFF2-40B4-BE49-F238E27FC236}">
                <a16:creationId xmlns:a16="http://schemas.microsoft.com/office/drawing/2014/main" id="{505C10A3-3B50-4335-8D29-E005DD6236D2}"/>
              </a:ext>
            </a:extLst>
          </p:cNvPr>
          <p:cNvSpPr>
            <a:spLocks noGrp="1"/>
          </p:cNvSpPr>
          <p:nvPr/>
        </p:nvSpPr>
        <p:spPr>
          <a:xfrm>
            <a:off x="735432"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423" name="text_8720">
            <a:extLst>
              <a:ext uri="{FF2B5EF4-FFF2-40B4-BE49-F238E27FC236}">
                <a16:creationId xmlns:a16="http://schemas.microsoft.com/office/drawing/2014/main" id="{96E3FB88-D5D7-4EF1-8984-A9F8858C5FC4}"/>
              </a:ext>
            </a:extLst>
          </p:cNvPr>
          <p:cNvSpPr>
            <a:spLocks noGrp="1"/>
          </p:cNvSpPr>
          <p:nvPr/>
        </p:nvSpPr>
        <p:spPr>
          <a:xfrm>
            <a:off x="709658" y="7865839"/>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3424" name="03_assume_matched_8721">
            <a:extLst>
              <a:ext uri="{FF2B5EF4-FFF2-40B4-BE49-F238E27FC236}">
                <a16:creationId xmlns:a16="http://schemas.microsoft.com/office/drawing/2014/main" id="{57110216-9134-47EC-9C9F-E6227D6C4B61}"/>
              </a:ext>
            </a:extLst>
          </p:cNvPr>
          <p:cNvSpPr>
            <a:spLocks noGrp="1"/>
          </p:cNvSpPr>
          <p:nvPr/>
        </p:nvSpPr>
        <p:spPr>
          <a:xfrm>
            <a:off x="1112625"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425" name="text_8722">
            <a:extLst>
              <a:ext uri="{FF2B5EF4-FFF2-40B4-BE49-F238E27FC236}">
                <a16:creationId xmlns:a16="http://schemas.microsoft.com/office/drawing/2014/main" id="{00A17A4D-089A-48A1-A10B-CB47CA8E0469}"/>
              </a:ext>
            </a:extLst>
          </p:cNvPr>
          <p:cNvSpPr>
            <a:spLocks noGrp="1"/>
          </p:cNvSpPr>
          <p:nvPr/>
        </p:nvSpPr>
        <p:spPr>
          <a:xfrm>
            <a:off x="1061078" y="7865839"/>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3426" name="03_assume_matched_8723">
            <a:extLst>
              <a:ext uri="{FF2B5EF4-FFF2-40B4-BE49-F238E27FC236}">
                <a16:creationId xmlns:a16="http://schemas.microsoft.com/office/drawing/2014/main" id="{62C5B017-AFEC-44BA-AB73-FDAC744334E0}"/>
              </a:ext>
            </a:extLst>
          </p:cNvPr>
          <p:cNvSpPr>
            <a:spLocks noGrp="1"/>
          </p:cNvSpPr>
          <p:nvPr/>
        </p:nvSpPr>
        <p:spPr>
          <a:xfrm>
            <a:off x="1489818"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427" name="text_8724">
            <a:extLst>
              <a:ext uri="{FF2B5EF4-FFF2-40B4-BE49-F238E27FC236}">
                <a16:creationId xmlns:a16="http://schemas.microsoft.com/office/drawing/2014/main" id="{CE9B08FC-9AD3-4BAA-B708-57DACBBBDD61}"/>
              </a:ext>
            </a:extLst>
          </p:cNvPr>
          <p:cNvSpPr>
            <a:spLocks noGrp="1"/>
          </p:cNvSpPr>
          <p:nvPr/>
        </p:nvSpPr>
        <p:spPr>
          <a:xfrm>
            <a:off x="1412497"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3428" name="03_assume_matched_8725">
            <a:extLst>
              <a:ext uri="{FF2B5EF4-FFF2-40B4-BE49-F238E27FC236}">
                <a16:creationId xmlns:a16="http://schemas.microsoft.com/office/drawing/2014/main" id="{476DAA22-B2CD-40BF-86D0-A04BCC5736AE}"/>
              </a:ext>
            </a:extLst>
          </p:cNvPr>
          <p:cNvSpPr>
            <a:spLocks noGrp="1"/>
          </p:cNvSpPr>
          <p:nvPr/>
        </p:nvSpPr>
        <p:spPr>
          <a:xfrm>
            <a:off x="2244204"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429" name="text_8726">
            <a:extLst>
              <a:ext uri="{FF2B5EF4-FFF2-40B4-BE49-F238E27FC236}">
                <a16:creationId xmlns:a16="http://schemas.microsoft.com/office/drawing/2014/main" id="{4BD23CFF-132D-4FAD-836D-D3B9DCDD29D1}"/>
              </a:ext>
            </a:extLst>
          </p:cNvPr>
          <p:cNvSpPr>
            <a:spLocks noGrp="1"/>
          </p:cNvSpPr>
          <p:nvPr/>
        </p:nvSpPr>
        <p:spPr>
          <a:xfrm>
            <a:off x="2166883"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200</a:t>
            </a:r>
          </a:p>
        </p:txBody>
      </p:sp>
      <p:sp>
        <p:nvSpPr>
          <p:cNvPr id="3430" name="03_assume_matched_8727">
            <a:extLst>
              <a:ext uri="{FF2B5EF4-FFF2-40B4-BE49-F238E27FC236}">
                <a16:creationId xmlns:a16="http://schemas.microsoft.com/office/drawing/2014/main" id="{8711263A-A14E-4F3F-B9BC-044A708C7D42}"/>
              </a:ext>
            </a:extLst>
          </p:cNvPr>
          <p:cNvSpPr>
            <a:spLocks noGrp="1"/>
          </p:cNvSpPr>
          <p:nvPr/>
        </p:nvSpPr>
        <p:spPr>
          <a:xfrm>
            <a:off x="2998589"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431" name="text_8728">
            <a:extLst>
              <a:ext uri="{FF2B5EF4-FFF2-40B4-BE49-F238E27FC236}">
                <a16:creationId xmlns:a16="http://schemas.microsoft.com/office/drawing/2014/main" id="{156CAAB2-BB32-4CE9-A772-D417E45951BC}"/>
              </a:ext>
            </a:extLst>
          </p:cNvPr>
          <p:cNvSpPr>
            <a:spLocks noGrp="1"/>
          </p:cNvSpPr>
          <p:nvPr/>
        </p:nvSpPr>
        <p:spPr>
          <a:xfrm>
            <a:off x="2921269"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300</a:t>
            </a:r>
          </a:p>
        </p:txBody>
      </p:sp>
      <p:sp>
        <p:nvSpPr>
          <p:cNvPr id="3432" name="text_8729">
            <a:extLst>
              <a:ext uri="{FF2B5EF4-FFF2-40B4-BE49-F238E27FC236}">
                <a16:creationId xmlns:a16="http://schemas.microsoft.com/office/drawing/2014/main" id="{410D2835-4F43-46F4-93C9-F43FBAA66D82}"/>
              </a:ext>
            </a:extLst>
          </p:cNvPr>
          <p:cNvSpPr>
            <a:spLocks noGrp="1"/>
          </p:cNvSpPr>
          <p:nvPr/>
        </p:nvSpPr>
        <p:spPr>
          <a:xfrm>
            <a:off x="1305290" y="8002004"/>
            <a:ext cx="1271930"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stStyle>
          <a:p>
            <a:pPr algn="l">
              <a:defRPr sz="800" b="0">
                <a:solidFill>
                  <a:srgbClr val="273744"/>
                </a:solidFill>
                <a:latin typeface="Arial"/>
                <a:ea typeface="Arial"/>
                <a:cs typeface="Arial"/>
              </a:defRPr>
            </a:pPr>
            <a:r>
              <a:rPr sz="800" b="0">
                <a:solidFill>
                  <a:srgbClr val="273744"/>
                </a:solidFill>
                <a:latin typeface="Arial"/>
                <a:ea typeface="Arial"/>
                <a:cs typeface="Arial"/>
              </a:rPr>
              <a:t>Relative attempt budget (%)</a:t>
            </a:r>
          </a:p>
        </p:txBody>
      </p:sp>
      <p:sp>
        <p:nvSpPr>
          <p:cNvPr id="3433" name="03_assume_matched_8730">
            <a:extLst>
              <a:ext uri="{FF2B5EF4-FFF2-40B4-BE49-F238E27FC236}">
                <a16:creationId xmlns:a16="http://schemas.microsoft.com/office/drawing/2014/main" id="{66E3F15D-7501-45EA-AF10-FCC00B8BB212}"/>
              </a:ext>
            </a:extLst>
          </p:cNvPr>
          <p:cNvSpPr>
            <a:spLocks noGrp="1"/>
          </p:cNvSpPr>
          <p:nvPr/>
        </p:nvSpPr>
        <p:spPr>
          <a:xfrm>
            <a:off x="712800" y="7767277"/>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434" name="03_assume_matched_8731">
            <a:extLst>
              <a:ext uri="{FF2B5EF4-FFF2-40B4-BE49-F238E27FC236}">
                <a16:creationId xmlns:a16="http://schemas.microsoft.com/office/drawing/2014/main" id="{20147DB6-2222-4529-8B7F-BFC4EA9E0549}"/>
              </a:ext>
            </a:extLst>
          </p:cNvPr>
          <p:cNvSpPr>
            <a:spLocks noGrp="1"/>
          </p:cNvSpPr>
          <p:nvPr/>
        </p:nvSpPr>
        <p:spPr>
          <a:xfrm>
            <a:off x="674700" y="776727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435" name="text_8732">
            <a:extLst>
              <a:ext uri="{FF2B5EF4-FFF2-40B4-BE49-F238E27FC236}">
                <a16:creationId xmlns:a16="http://schemas.microsoft.com/office/drawing/2014/main" id="{91C11C4D-42D0-43DE-AD55-8B0D6FFAC0C7}"/>
              </a:ext>
            </a:extLst>
          </p:cNvPr>
          <p:cNvSpPr>
            <a:spLocks noGrp="1"/>
          </p:cNvSpPr>
          <p:nvPr/>
        </p:nvSpPr>
        <p:spPr>
          <a:xfrm>
            <a:off x="585053" y="7727216"/>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3436" name="03_assume_matched_8733">
            <a:extLst>
              <a:ext uri="{FF2B5EF4-FFF2-40B4-BE49-F238E27FC236}">
                <a16:creationId xmlns:a16="http://schemas.microsoft.com/office/drawing/2014/main" id="{F14A05A9-C887-4C70-A357-3DB595BD6FA8}"/>
              </a:ext>
            </a:extLst>
          </p:cNvPr>
          <p:cNvSpPr>
            <a:spLocks noGrp="1"/>
          </p:cNvSpPr>
          <p:nvPr/>
        </p:nvSpPr>
        <p:spPr>
          <a:xfrm>
            <a:off x="712800" y="7474842"/>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437" name="03_assume_matched_8734">
            <a:extLst>
              <a:ext uri="{FF2B5EF4-FFF2-40B4-BE49-F238E27FC236}">
                <a16:creationId xmlns:a16="http://schemas.microsoft.com/office/drawing/2014/main" id="{F65DB443-011B-4C3A-8F96-DCE8D090C56A}"/>
              </a:ext>
            </a:extLst>
          </p:cNvPr>
          <p:cNvSpPr>
            <a:spLocks noGrp="1"/>
          </p:cNvSpPr>
          <p:nvPr/>
        </p:nvSpPr>
        <p:spPr>
          <a:xfrm>
            <a:off x="674700" y="7474842"/>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438" name="text_8735">
            <a:extLst>
              <a:ext uri="{FF2B5EF4-FFF2-40B4-BE49-F238E27FC236}">
                <a16:creationId xmlns:a16="http://schemas.microsoft.com/office/drawing/2014/main" id="{EFB86877-7DE7-47DC-8B8C-FFF336B6A923}"/>
              </a:ext>
            </a:extLst>
          </p:cNvPr>
          <p:cNvSpPr>
            <a:spLocks noGrp="1"/>
          </p:cNvSpPr>
          <p:nvPr/>
        </p:nvSpPr>
        <p:spPr>
          <a:xfrm>
            <a:off x="533506" y="7434781"/>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3439" name="03_assume_matched_8736">
            <a:extLst>
              <a:ext uri="{FF2B5EF4-FFF2-40B4-BE49-F238E27FC236}">
                <a16:creationId xmlns:a16="http://schemas.microsoft.com/office/drawing/2014/main" id="{D6D3803D-48DE-473B-9AFA-BA85B76F9572}"/>
              </a:ext>
            </a:extLst>
          </p:cNvPr>
          <p:cNvSpPr>
            <a:spLocks noGrp="1"/>
          </p:cNvSpPr>
          <p:nvPr/>
        </p:nvSpPr>
        <p:spPr>
          <a:xfrm>
            <a:off x="712800" y="7182407"/>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440" name="03_assume_matched_8737">
            <a:extLst>
              <a:ext uri="{FF2B5EF4-FFF2-40B4-BE49-F238E27FC236}">
                <a16:creationId xmlns:a16="http://schemas.microsoft.com/office/drawing/2014/main" id="{5264A003-307E-473C-B25F-BE2459B45F8D}"/>
              </a:ext>
            </a:extLst>
          </p:cNvPr>
          <p:cNvSpPr>
            <a:spLocks noGrp="1"/>
          </p:cNvSpPr>
          <p:nvPr/>
        </p:nvSpPr>
        <p:spPr>
          <a:xfrm>
            <a:off x="674700" y="718240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441" name="text_8738">
            <a:extLst>
              <a:ext uri="{FF2B5EF4-FFF2-40B4-BE49-F238E27FC236}">
                <a16:creationId xmlns:a16="http://schemas.microsoft.com/office/drawing/2014/main" id="{85809E0D-1BCA-4F15-96E9-924219070566}"/>
              </a:ext>
            </a:extLst>
          </p:cNvPr>
          <p:cNvSpPr>
            <a:spLocks noGrp="1"/>
          </p:cNvSpPr>
          <p:nvPr/>
        </p:nvSpPr>
        <p:spPr>
          <a:xfrm>
            <a:off x="481960" y="7142347"/>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3442" name="text_8739">
            <a:extLst>
              <a:ext uri="{FF2B5EF4-FFF2-40B4-BE49-F238E27FC236}">
                <a16:creationId xmlns:a16="http://schemas.microsoft.com/office/drawing/2014/main" id="{4B0C082D-6E98-497A-91BB-67ACD6EE08DA}"/>
              </a:ext>
            </a:extLst>
          </p:cNvPr>
          <p:cNvSpPr>
            <a:spLocks noGrp="1"/>
          </p:cNvSpPr>
          <p:nvPr/>
        </p:nvSpPr>
        <p:spPr>
          <a:xfrm rot="-5400000">
            <a:off x="67234" y="7415311"/>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b="0">
                <a:solidFill>
                  <a:srgbClr val="273744"/>
                </a:solidFill>
                <a:latin typeface="Arial"/>
                <a:ea typeface="Arial"/>
                <a:cs typeface="Arial"/>
              </a:rPr>
              <a:t>Completion (%)</a:t>
            </a:r>
          </a:p>
        </p:txBody>
      </p:sp>
      <p:sp>
        <p:nvSpPr>
          <p:cNvPr id="3443" name="03_assume_matched_8740">
            <a:extLst>
              <a:ext uri="{FF2B5EF4-FFF2-40B4-BE49-F238E27FC236}">
                <a16:creationId xmlns:a16="http://schemas.microsoft.com/office/drawing/2014/main" id="{BE1EC82E-6464-4710-BA49-37581601484E}"/>
              </a:ext>
            </a:extLst>
          </p:cNvPr>
          <p:cNvSpPr>
            <a:spLocks noGrp="1"/>
          </p:cNvSpPr>
          <p:nvPr/>
        </p:nvSpPr>
        <p:spPr>
          <a:xfrm>
            <a:off x="1150377" y="7460643"/>
            <a:ext cx="28398" cy="28398"/>
          </a:xfrm>
          <a:prstGeom prst="ellipse">
            <a:avLst/>
          </a:prstGeom>
          <a:solidFill>
            <a:srgbClr val="7F8C97">
              <a:alpha val="48000"/>
            </a:srgbClr>
          </a:solidFill>
          <a:ln w="0">
            <a:noFill/>
            <a:prstDash val="solid"/>
          </a:ln>
        </p:spPr>
      </p:sp>
      <p:sp>
        <p:nvSpPr>
          <p:cNvPr id="3444" name="03_assume_matched_8741">
            <a:extLst>
              <a:ext uri="{FF2B5EF4-FFF2-40B4-BE49-F238E27FC236}">
                <a16:creationId xmlns:a16="http://schemas.microsoft.com/office/drawing/2014/main" id="{461585B0-8FB6-40F3-ABA8-A9639E6DA0D2}"/>
              </a:ext>
            </a:extLst>
          </p:cNvPr>
          <p:cNvSpPr>
            <a:spLocks noGrp="1"/>
          </p:cNvSpPr>
          <p:nvPr/>
        </p:nvSpPr>
        <p:spPr>
          <a:xfrm>
            <a:off x="1138864" y="7753078"/>
            <a:ext cx="28398" cy="28398"/>
          </a:xfrm>
          <a:prstGeom prst="ellipse">
            <a:avLst/>
          </a:prstGeom>
          <a:solidFill>
            <a:srgbClr val="7F8C97">
              <a:alpha val="48000"/>
            </a:srgbClr>
          </a:solidFill>
          <a:ln w="0">
            <a:noFill/>
            <a:prstDash val="solid"/>
          </a:ln>
        </p:spPr>
      </p:sp>
      <p:sp>
        <p:nvSpPr>
          <p:cNvPr id="3445" name="03_assume_matched_8742">
            <a:extLst>
              <a:ext uri="{FF2B5EF4-FFF2-40B4-BE49-F238E27FC236}">
                <a16:creationId xmlns:a16="http://schemas.microsoft.com/office/drawing/2014/main" id="{F0CA14A7-CCBD-4D73-A364-4C0DCA2C7D79}"/>
              </a:ext>
            </a:extLst>
          </p:cNvPr>
          <p:cNvSpPr>
            <a:spLocks noGrp="1"/>
          </p:cNvSpPr>
          <p:nvPr/>
        </p:nvSpPr>
        <p:spPr>
          <a:xfrm>
            <a:off x="1081732" y="7753078"/>
            <a:ext cx="28398" cy="28398"/>
          </a:xfrm>
          <a:prstGeom prst="ellipse">
            <a:avLst/>
          </a:prstGeom>
          <a:solidFill>
            <a:srgbClr val="7F8C97">
              <a:alpha val="48000"/>
            </a:srgbClr>
          </a:solidFill>
          <a:ln w="0">
            <a:noFill/>
            <a:prstDash val="solid"/>
          </a:ln>
        </p:spPr>
      </p:sp>
      <p:sp>
        <p:nvSpPr>
          <p:cNvPr id="3446" name="03_assume_matched_8743">
            <a:extLst>
              <a:ext uri="{FF2B5EF4-FFF2-40B4-BE49-F238E27FC236}">
                <a16:creationId xmlns:a16="http://schemas.microsoft.com/office/drawing/2014/main" id="{B33E912D-D42A-45F3-A0DD-294E77A1A9B3}"/>
              </a:ext>
            </a:extLst>
          </p:cNvPr>
          <p:cNvSpPr>
            <a:spLocks noGrp="1"/>
          </p:cNvSpPr>
          <p:nvPr/>
        </p:nvSpPr>
        <p:spPr>
          <a:xfrm>
            <a:off x="1160594" y="7460643"/>
            <a:ext cx="28398" cy="28398"/>
          </a:xfrm>
          <a:prstGeom prst="ellipse">
            <a:avLst/>
          </a:prstGeom>
          <a:solidFill>
            <a:srgbClr val="7F8C97">
              <a:alpha val="48000"/>
            </a:srgbClr>
          </a:solidFill>
          <a:ln w="0">
            <a:noFill/>
            <a:prstDash val="solid"/>
          </a:ln>
        </p:spPr>
      </p:sp>
      <p:sp>
        <p:nvSpPr>
          <p:cNvPr id="3447" name="03_assume_matched_8744">
            <a:extLst>
              <a:ext uri="{FF2B5EF4-FFF2-40B4-BE49-F238E27FC236}">
                <a16:creationId xmlns:a16="http://schemas.microsoft.com/office/drawing/2014/main" id="{256AFC75-D135-404B-8987-17DE48915749}"/>
              </a:ext>
            </a:extLst>
          </p:cNvPr>
          <p:cNvSpPr>
            <a:spLocks noGrp="1"/>
          </p:cNvSpPr>
          <p:nvPr/>
        </p:nvSpPr>
        <p:spPr>
          <a:xfrm>
            <a:off x="1128359" y="7502419"/>
            <a:ext cx="28398" cy="28398"/>
          </a:xfrm>
          <a:prstGeom prst="ellipse">
            <a:avLst/>
          </a:prstGeom>
          <a:solidFill>
            <a:srgbClr val="7F8C97">
              <a:alpha val="48000"/>
            </a:srgbClr>
          </a:solidFill>
          <a:ln w="0">
            <a:noFill/>
            <a:prstDash val="solid"/>
          </a:ln>
        </p:spPr>
      </p:sp>
      <p:sp>
        <p:nvSpPr>
          <p:cNvPr id="3448" name="03_assume_matched_8745">
            <a:extLst>
              <a:ext uri="{FF2B5EF4-FFF2-40B4-BE49-F238E27FC236}">
                <a16:creationId xmlns:a16="http://schemas.microsoft.com/office/drawing/2014/main" id="{2FBF1F50-1340-4FD9-9CD4-B0F5DD6C91D4}"/>
              </a:ext>
            </a:extLst>
          </p:cNvPr>
          <p:cNvSpPr>
            <a:spLocks noGrp="1"/>
          </p:cNvSpPr>
          <p:nvPr/>
        </p:nvSpPr>
        <p:spPr>
          <a:xfrm>
            <a:off x="1033091" y="7487228"/>
            <a:ext cx="28398" cy="28398"/>
          </a:xfrm>
          <a:prstGeom prst="ellipse">
            <a:avLst/>
          </a:prstGeom>
          <a:solidFill>
            <a:srgbClr val="7F8C97">
              <a:alpha val="48000"/>
            </a:srgbClr>
          </a:solidFill>
          <a:ln w="0">
            <a:noFill/>
            <a:prstDash val="solid"/>
          </a:ln>
        </p:spPr>
      </p:sp>
      <p:sp>
        <p:nvSpPr>
          <p:cNvPr id="3449" name="03_assume_matched_8746">
            <a:extLst>
              <a:ext uri="{FF2B5EF4-FFF2-40B4-BE49-F238E27FC236}">
                <a16:creationId xmlns:a16="http://schemas.microsoft.com/office/drawing/2014/main" id="{35E8A051-5CD4-457E-9872-F5C2806F389B}"/>
              </a:ext>
            </a:extLst>
          </p:cNvPr>
          <p:cNvSpPr>
            <a:spLocks noGrp="1"/>
          </p:cNvSpPr>
          <p:nvPr/>
        </p:nvSpPr>
        <p:spPr>
          <a:xfrm>
            <a:off x="1063743" y="7753078"/>
            <a:ext cx="28398" cy="28398"/>
          </a:xfrm>
          <a:prstGeom prst="ellipse">
            <a:avLst/>
          </a:prstGeom>
          <a:solidFill>
            <a:srgbClr val="7F8C97">
              <a:alpha val="48000"/>
            </a:srgbClr>
          </a:solidFill>
          <a:ln w="0">
            <a:noFill/>
            <a:prstDash val="solid"/>
          </a:ln>
        </p:spPr>
      </p:sp>
      <p:sp>
        <p:nvSpPr>
          <p:cNvPr id="3450" name="03_assume_matched_8747">
            <a:extLst>
              <a:ext uri="{FF2B5EF4-FFF2-40B4-BE49-F238E27FC236}">
                <a16:creationId xmlns:a16="http://schemas.microsoft.com/office/drawing/2014/main" id="{B5746318-B2AA-45B5-AC8C-635FA9863C7A}"/>
              </a:ext>
            </a:extLst>
          </p:cNvPr>
          <p:cNvSpPr>
            <a:spLocks noGrp="1"/>
          </p:cNvSpPr>
          <p:nvPr/>
        </p:nvSpPr>
        <p:spPr>
          <a:xfrm>
            <a:off x="1032803" y="7606860"/>
            <a:ext cx="28398" cy="28398"/>
          </a:xfrm>
          <a:prstGeom prst="ellipse">
            <a:avLst/>
          </a:prstGeom>
          <a:solidFill>
            <a:srgbClr val="7F8C97">
              <a:alpha val="48000"/>
            </a:srgbClr>
          </a:solidFill>
          <a:ln w="0">
            <a:noFill/>
            <a:prstDash val="solid"/>
          </a:ln>
        </p:spPr>
      </p:sp>
      <p:sp>
        <p:nvSpPr>
          <p:cNvPr id="3451" name="03_assume_matched_8748">
            <a:extLst>
              <a:ext uri="{FF2B5EF4-FFF2-40B4-BE49-F238E27FC236}">
                <a16:creationId xmlns:a16="http://schemas.microsoft.com/office/drawing/2014/main" id="{265EB6A7-8371-4C5B-A2A8-987359A41E2E}"/>
              </a:ext>
            </a:extLst>
          </p:cNvPr>
          <p:cNvSpPr>
            <a:spLocks noGrp="1"/>
          </p:cNvSpPr>
          <p:nvPr/>
        </p:nvSpPr>
        <p:spPr>
          <a:xfrm>
            <a:off x="1114112" y="7460643"/>
            <a:ext cx="28398" cy="28398"/>
          </a:xfrm>
          <a:prstGeom prst="ellipse">
            <a:avLst/>
          </a:prstGeom>
          <a:solidFill>
            <a:srgbClr val="7F8C97">
              <a:alpha val="48000"/>
            </a:srgbClr>
          </a:solidFill>
          <a:ln w="0">
            <a:noFill/>
            <a:prstDash val="solid"/>
          </a:ln>
        </p:spPr>
      </p:sp>
      <p:sp>
        <p:nvSpPr>
          <p:cNvPr id="3452" name="03_assume_matched_8749">
            <a:extLst>
              <a:ext uri="{FF2B5EF4-FFF2-40B4-BE49-F238E27FC236}">
                <a16:creationId xmlns:a16="http://schemas.microsoft.com/office/drawing/2014/main" id="{10F31665-FBFB-44FC-98F0-93FD0D14E5B5}"/>
              </a:ext>
            </a:extLst>
          </p:cNvPr>
          <p:cNvSpPr>
            <a:spLocks noGrp="1"/>
          </p:cNvSpPr>
          <p:nvPr/>
        </p:nvSpPr>
        <p:spPr>
          <a:xfrm>
            <a:off x="1095403" y="7460643"/>
            <a:ext cx="28398" cy="28398"/>
          </a:xfrm>
          <a:prstGeom prst="ellipse">
            <a:avLst/>
          </a:prstGeom>
          <a:solidFill>
            <a:srgbClr val="7F8C97">
              <a:alpha val="48000"/>
            </a:srgbClr>
          </a:solidFill>
          <a:ln w="0">
            <a:noFill/>
            <a:prstDash val="solid"/>
          </a:ln>
        </p:spPr>
      </p:sp>
      <p:sp>
        <p:nvSpPr>
          <p:cNvPr id="3453" name="03_assume_matched_8750">
            <a:extLst>
              <a:ext uri="{FF2B5EF4-FFF2-40B4-BE49-F238E27FC236}">
                <a16:creationId xmlns:a16="http://schemas.microsoft.com/office/drawing/2014/main" id="{BA8CE137-D402-4463-BDBC-21188D41871C}"/>
              </a:ext>
            </a:extLst>
          </p:cNvPr>
          <p:cNvSpPr>
            <a:spLocks noGrp="1"/>
          </p:cNvSpPr>
          <p:nvPr/>
        </p:nvSpPr>
        <p:spPr>
          <a:xfrm>
            <a:off x="1080149" y="7753078"/>
            <a:ext cx="28398" cy="28398"/>
          </a:xfrm>
          <a:prstGeom prst="ellipse">
            <a:avLst/>
          </a:prstGeom>
          <a:solidFill>
            <a:srgbClr val="7F8C97">
              <a:alpha val="48000"/>
            </a:srgbClr>
          </a:solidFill>
          <a:ln w="0">
            <a:noFill/>
            <a:prstDash val="solid"/>
          </a:ln>
        </p:spPr>
      </p:sp>
      <p:sp>
        <p:nvSpPr>
          <p:cNvPr id="3454" name="03_assume_matched_8751">
            <a:extLst>
              <a:ext uri="{FF2B5EF4-FFF2-40B4-BE49-F238E27FC236}">
                <a16:creationId xmlns:a16="http://schemas.microsoft.com/office/drawing/2014/main" id="{A0526FC8-C085-4AAD-8868-853528AF4092}"/>
              </a:ext>
            </a:extLst>
          </p:cNvPr>
          <p:cNvSpPr>
            <a:spLocks noGrp="1"/>
          </p:cNvSpPr>
          <p:nvPr/>
        </p:nvSpPr>
        <p:spPr>
          <a:xfrm>
            <a:off x="1065902" y="7753078"/>
            <a:ext cx="28398" cy="28398"/>
          </a:xfrm>
          <a:prstGeom prst="ellipse">
            <a:avLst/>
          </a:prstGeom>
          <a:solidFill>
            <a:srgbClr val="7F8C97">
              <a:alpha val="48000"/>
            </a:srgbClr>
          </a:solidFill>
          <a:ln w="0">
            <a:noFill/>
            <a:prstDash val="solid"/>
          </a:ln>
        </p:spPr>
      </p:sp>
      <p:sp>
        <p:nvSpPr>
          <p:cNvPr id="3455" name="03_assume_matched_8752">
            <a:extLst>
              <a:ext uri="{FF2B5EF4-FFF2-40B4-BE49-F238E27FC236}">
                <a16:creationId xmlns:a16="http://schemas.microsoft.com/office/drawing/2014/main" id="{E2A6A63D-3691-42B9-B717-E54A4F8B1077}"/>
              </a:ext>
            </a:extLst>
          </p:cNvPr>
          <p:cNvSpPr>
            <a:spLocks noGrp="1"/>
          </p:cNvSpPr>
          <p:nvPr/>
        </p:nvSpPr>
        <p:spPr>
          <a:xfrm>
            <a:off x="1082308" y="7753078"/>
            <a:ext cx="28398" cy="28398"/>
          </a:xfrm>
          <a:prstGeom prst="ellipse">
            <a:avLst/>
          </a:prstGeom>
          <a:solidFill>
            <a:srgbClr val="7F8C97">
              <a:alpha val="48000"/>
            </a:srgbClr>
          </a:solidFill>
          <a:ln w="0">
            <a:noFill/>
            <a:prstDash val="solid"/>
          </a:ln>
        </p:spPr>
      </p:sp>
      <p:sp>
        <p:nvSpPr>
          <p:cNvPr id="3456" name="03_assume_matched_8753">
            <a:extLst>
              <a:ext uri="{FF2B5EF4-FFF2-40B4-BE49-F238E27FC236}">
                <a16:creationId xmlns:a16="http://schemas.microsoft.com/office/drawing/2014/main" id="{F7F75653-66C0-41EA-BAEA-C663FACEFC7C}"/>
              </a:ext>
            </a:extLst>
          </p:cNvPr>
          <p:cNvSpPr>
            <a:spLocks noGrp="1"/>
          </p:cNvSpPr>
          <p:nvPr/>
        </p:nvSpPr>
        <p:spPr>
          <a:xfrm>
            <a:off x="1167502" y="7460643"/>
            <a:ext cx="28398" cy="28398"/>
          </a:xfrm>
          <a:prstGeom prst="ellipse">
            <a:avLst/>
          </a:prstGeom>
          <a:solidFill>
            <a:srgbClr val="7F8C97">
              <a:alpha val="48000"/>
            </a:srgbClr>
          </a:solidFill>
          <a:ln w="0">
            <a:noFill/>
            <a:prstDash val="solid"/>
          </a:ln>
        </p:spPr>
      </p:sp>
      <p:sp>
        <p:nvSpPr>
          <p:cNvPr id="3457" name="03_assume_matched_8754">
            <a:extLst>
              <a:ext uri="{FF2B5EF4-FFF2-40B4-BE49-F238E27FC236}">
                <a16:creationId xmlns:a16="http://schemas.microsoft.com/office/drawing/2014/main" id="{B3F3DE6F-C651-4D37-90BF-BECB5789A486}"/>
              </a:ext>
            </a:extLst>
          </p:cNvPr>
          <p:cNvSpPr>
            <a:spLocks noGrp="1"/>
          </p:cNvSpPr>
          <p:nvPr/>
        </p:nvSpPr>
        <p:spPr>
          <a:xfrm>
            <a:off x="1122458" y="7558121"/>
            <a:ext cx="28398" cy="28398"/>
          </a:xfrm>
          <a:prstGeom prst="ellipse">
            <a:avLst/>
          </a:prstGeom>
          <a:solidFill>
            <a:srgbClr val="7F8C97">
              <a:alpha val="48000"/>
            </a:srgbClr>
          </a:solidFill>
          <a:ln w="0">
            <a:noFill/>
            <a:prstDash val="solid"/>
          </a:ln>
        </p:spPr>
      </p:sp>
      <p:sp>
        <p:nvSpPr>
          <p:cNvPr id="3458" name="03_assume_matched_8755">
            <a:extLst>
              <a:ext uri="{FF2B5EF4-FFF2-40B4-BE49-F238E27FC236}">
                <a16:creationId xmlns:a16="http://schemas.microsoft.com/office/drawing/2014/main" id="{D186B1E3-7943-49E2-96E4-2C54D9D2274B}"/>
              </a:ext>
            </a:extLst>
          </p:cNvPr>
          <p:cNvSpPr>
            <a:spLocks noGrp="1"/>
          </p:cNvSpPr>
          <p:nvPr/>
        </p:nvSpPr>
        <p:spPr>
          <a:xfrm>
            <a:off x="1132244" y="7688092"/>
            <a:ext cx="28398" cy="28398"/>
          </a:xfrm>
          <a:prstGeom prst="ellipse">
            <a:avLst/>
          </a:prstGeom>
          <a:solidFill>
            <a:srgbClr val="7F8C97">
              <a:alpha val="48000"/>
            </a:srgbClr>
          </a:solidFill>
          <a:ln w="0">
            <a:noFill/>
            <a:prstDash val="solid"/>
          </a:ln>
        </p:spPr>
      </p:sp>
      <p:sp>
        <p:nvSpPr>
          <p:cNvPr id="3459" name="03_assume_matched_8756">
            <a:extLst>
              <a:ext uri="{FF2B5EF4-FFF2-40B4-BE49-F238E27FC236}">
                <a16:creationId xmlns:a16="http://schemas.microsoft.com/office/drawing/2014/main" id="{1FA9E1F8-76EE-4073-8268-CDCFC91178FF}"/>
              </a:ext>
            </a:extLst>
          </p:cNvPr>
          <p:cNvSpPr>
            <a:spLocks noGrp="1"/>
          </p:cNvSpPr>
          <p:nvPr/>
        </p:nvSpPr>
        <p:spPr>
          <a:xfrm>
            <a:off x="1069068" y="7590614"/>
            <a:ext cx="28398" cy="28398"/>
          </a:xfrm>
          <a:prstGeom prst="ellipse">
            <a:avLst/>
          </a:prstGeom>
          <a:solidFill>
            <a:srgbClr val="7F8C97">
              <a:alpha val="48000"/>
            </a:srgbClr>
          </a:solidFill>
          <a:ln w="0">
            <a:noFill/>
            <a:prstDash val="solid"/>
          </a:ln>
        </p:spPr>
      </p:sp>
      <p:sp>
        <p:nvSpPr>
          <p:cNvPr id="3460" name="03_assume_matched_8757">
            <a:extLst>
              <a:ext uri="{FF2B5EF4-FFF2-40B4-BE49-F238E27FC236}">
                <a16:creationId xmlns:a16="http://schemas.microsoft.com/office/drawing/2014/main" id="{9A3DE9AC-A5CD-48AC-B44F-F939EFFDE812}"/>
              </a:ext>
            </a:extLst>
          </p:cNvPr>
          <p:cNvSpPr>
            <a:spLocks noGrp="1"/>
          </p:cNvSpPr>
          <p:nvPr/>
        </p:nvSpPr>
        <p:spPr>
          <a:xfrm>
            <a:off x="1159443" y="7558121"/>
            <a:ext cx="28398" cy="28398"/>
          </a:xfrm>
          <a:prstGeom prst="ellipse">
            <a:avLst/>
          </a:prstGeom>
          <a:solidFill>
            <a:srgbClr val="7F8C97">
              <a:alpha val="48000"/>
            </a:srgbClr>
          </a:solidFill>
          <a:ln w="0">
            <a:noFill/>
            <a:prstDash val="solid"/>
          </a:ln>
        </p:spPr>
      </p:sp>
      <p:sp>
        <p:nvSpPr>
          <p:cNvPr id="3461" name="03_assume_matched_8758">
            <a:extLst>
              <a:ext uri="{FF2B5EF4-FFF2-40B4-BE49-F238E27FC236}">
                <a16:creationId xmlns:a16="http://schemas.microsoft.com/office/drawing/2014/main" id="{CAD569B8-12B9-4822-BBD1-F18A97C8596A}"/>
              </a:ext>
            </a:extLst>
          </p:cNvPr>
          <p:cNvSpPr>
            <a:spLocks noGrp="1"/>
          </p:cNvSpPr>
          <p:nvPr/>
        </p:nvSpPr>
        <p:spPr>
          <a:xfrm>
            <a:off x="1132532" y="7487228"/>
            <a:ext cx="28398" cy="28398"/>
          </a:xfrm>
          <a:prstGeom prst="ellipse">
            <a:avLst/>
          </a:prstGeom>
          <a:solidFill>
            <a:srgbClr val="7F8C97">
              <a:alpha val="48000"/>
            </a:srgbClr>
          </a:solidFill>
          <a:ln w="0">
            <a:noFill/>
            <a:prstDash val="solid"/>
          </a:ln>
        </p:spPr>
      </p:sp>
      <p:sp>
        <p:nvSpPr>
          <p:cNvPr id="3462" name="03_assume_matched_8759">
            <a:extLst>
              <a:ext uri="{FF2B5EF4-FFF2-40B4-BE49-F238E27FC236}">
                <a16:creationId xmlns:a16="http://schemas.microsoft.com/office/drawing/2014/main" id="{144B3108-5437-4CB1-8A7C-589E5F7D9A8C}"/>
              </a:ext>
            </a:extLst>
          </p:cNvPr>
          <p:cNvSpPr>
            <a:spLocks noGrp="1"/>
          </p:cNvSpPr>
          <p:nvPr/>
        </p:nvSpPr>
        <p:spPr>
          <a:xfrm>
            <a:off x="1050360" y="7753078"/>
            <a:ext cx="28398" cy="28398"/>
          </a:xfrm>
          <a:prstGeom prst="ellipse">
            <a:avLst/>
          </a:prstGeom>
          <a:solidFill>
            <a:srgbClr val="7F8C97">
              <a:alpha val="48000"/>
            </a:srgbClr>
          </a:solidFill>
          <a:ln w="0">
            <a:noFill/>
            <a:prstDash val="solid"/>
          </a:ln>
        </p:spPr>
      </p:sp>
      <p:sp>
        <p:nvSpPr>
          <p:cNvPr id="3463" name="03_assume_matched_8760">
            <a:extLst>
              <a:ext uri="{FF2B5EF4-FFF2-40B4-BE49-F238E27FC236}">
                <a16:creationId xmlns:a16="http://schemas.microsoft.com/office/drawing/2014/main" id="{18FDB287-B02F-472B-B9AE-DD1DED362AA9}"/>
              </a:ext>
            </a:extLst>
          </p:cNvPr>
          <p:cNvSpPr>
            <a:spLocks noGrp="1"/>
          </p:cNvSpPr>
          <p:nvPr/>
        </p:nvSpPr>
        <p:spPr>
          <a:xfrm>
            <a:off x="1057699" y="7519130"/>
            <a:ext cx="28398" cy="28398"/>
          </a:xfrm>
          <a:prstGeom prst="ellipse">
            <a:avLst/>
          </a:prstGeom>
          <a:solidFill>
            <a:srgbClr val="7F8C97">
              <a:alpha val="48000"/>
            </a:srgbClr>
          </a:solidFill>
          <a:ln w="0">
            <a:noFill/>
            <a:prstDash val="solid"/>
          </a:ln>
        </p:spPr>
      </p:sp>
      <p:sp>
        <p:nvSpPr>
          <p:cNvPr id="3464" name="03_assume_matched_8761">
            <a:extLst>
              <a:ext uri="{FF2B5EF4-FFF2-40B4-BE49-F238E27FC236}">
                <a16:creationId xmlns:a16="http://schemas.microsoft.com/office/drawing/2014/main" id="{30DAF1EB-6AF7-4966-8CAD-78CC095458EE}"/>
              </a:ext>
            </a:extLst>
          </p:cNvPr>
          <p:cNvSpPr>
            <a:spLocks noGrp="1"/>
          </p:cNvSpPr>
          <p:nvPr/>
        </p:nvSpPr>
        <p:spPr>
          <a:xfrm>
            <a:off x="1068924" y="7655599"/>
            <a:ext cx="28398" cy="28398"/>
          </a:xfrm>
          <a:prstGeom prst="ellipse">
            <a:avLst/>
          </a:prstGeom>
          <a:solidFill>
            <a:srgbClr val="7F8C97">
              <a:alpha val="48000"/>
            </a:srgbClr>
          </a:solidFill>
          <a:ln w="0">
            <a:noFill/>
            <a:prstDash val="solid"/>
          </a:ln>
        </p:spPr>
      </p:sp>
      <p:sp>
        <p:nvSpPr>
          <p:cNvPr id="3465" name="03_assume_matched_8762">
            <a:extLst>
              <a:ext uri="{FF2B5EF4-FFF2-40B4-BE49-F238E27FC236}">
                <a16:creationId xmlns:a16="http://schemas.microsoft.com/office/drawing/2014/main" id="{C45E60C6-DE12-4159-AEEA-A30A776C391E}"/>
              </a:ext>
            </a:extLst>
          </p:cNvPr>
          <p:cNvSpPr>
            <a:spLocks noGrp="1"/>
          </p:cNvSpPr>
          <p:nvPr/>
        </p:nvSpPr>
        <p:spPr>
          <a:xfrm>
            <a:off x="1158292" y="7460643"/>
            <a:ext cx="28398" cy="28398"/>
          </a:xfrm>
          <a:prstGeom prst="ellipse">
            <a:avLst/>
          </a:prstGeom>
          <a:solidFill>
            <a:srgbClr val="7F8C97">
              <a:alpha val="48000"/>
            </a:srgbClr>
          </a:solidFill>
          <a:ln w="0">
            <a:noFill/>
            <a:prstDash val="solid"/>
          </a:ln>
        </p:spPr>
      </p:sp>
      <p:sp>
        <p:nvSpPr>
          <p:cNvPr id="3466" name="03_assume_matched_8763">
            <a:extLst>
              <a:ext uri="{FF2B5EF4-FFF2-40B4-BE49-F238E27FC236}">
                <a16:creationId xmlns:a16="http://schemas.microsoft.com/office/drawing/2014/main" id="{1D2D5ACF-0D51-4A7D-BB51-C8DCFF9C963F}"/>
              </a:ext>
            </a:extLst>
          </p:cNvPr>
          <p:cNvSpPr>
            <a:spLocks noGrp="1"/>
          </p:cNvSpPr>
          <p:nvPr/>
        </p:nvSpPr>
        <p:spPr>
          <a:xfrm>
            <a:off x="1071227" y="7460643"/>
            <a:ext cx="28398" cy="28398"/>
          </a:xfrm>
          <a:prstGeom prst="ellipse">
            <a:avLst/>
          </a:prstGeom>
          <a:solidFill>
            <a:srgbClr val="7F8C97">
              <a:alpha val="48000"/>
            </a:srgbClr>
          </a:solidFill>
          <a:ln w="0">
            <a:noFill/>
            <a:prstDash val="solid"/>
          </a:ln>
        </p:spPr>
      </p:sp>
      <p:sp>
        <p:nvSpPr>
          <p:cNvPr id="3467" name="03_assume_matched_8764">
            <a:extLst>
              <a:ext uri="{FF2B5EF4-FFF2-40B4-BE49-F238E27FC236}">
                <a16:creationId xmlns:a16="http://schemas.microsoft.com/office/drawing/2014/main" id="{4C86A3D1-57BE-4149-A49B-9B78E5AF280F}"/>
              </a:ext>
            </a:extLst>
          </p:cNvPr>
          <p:cNvSpPr>
            <a:spLocks noGrp="1"/>
          </p:cNvSpPr>
          <p:nvPr/>
        </p:nvSpPr>
        <p:spPr>
          <a:xfrm>
            <a:off x="1150233" y="7558121"/>
            <a:ext cx="28398" cy="28398"/>
          </a:xfrm>
          <a:prstGeom prst="ellipse">
            <a:avLst/>
          </a:prstGeom>
          <a:solidFill>
            <a:srgbClr val="7F8C97">
              <a:alpha val="48000"/>
            </a:srgbClr>
          </a:solidFill>
          <a:ln w="0">
            <a:noFill/>
            <a:prstDash val="solid"/>
          </a:ln>
        </p:spPr>
      </p:sp>
      <p:sp>
        <p:nvSpPr>
          <p:cNvPr id="3468" name="03_assume_matched_8765">
            <a:extLst>
              <a:ext uri="{FF2B5EF4-FFF2-40B4-BE49-F238E27FC236}">
                <a16:creationId xmlns:a16="http://schemas.microsoft.com/office/drawing/2014/main" id="{1BAA3626-ABA8-4B43-8977-199422FEC19B}"/>
              </a:ext>
            </a:extLst>
          </p:cNvPr>
          <p:cNvSpPr>
            <a:spLocks noGrp="1"/>
          </p:cNvSpPr>
          <p:nvPr/>
        </p:nvSpPr>
        <p:spPr>
          <a:xfrm>
            <a:off x="1151384" y="7460643"/>
            <a:ext cx="28398" cy="28398"/>
          </a:xfrm>
          <a:prstGeom prst="ellipse">
            <a:avLst/>
          </a:prstGeom>
          <a:solidFill>
            <a:srgbClr val="7F8C97">
              <a:alpha val="48000"/>
            </a:srgbClr>
          </a:solidFill>
          <a:ln w="0">
            <a:noFill/>
            <a:prstDash val="solid"/>
          </a:ln>
        </p:spPr>
      </p:sp>
      <p:sp>
        <p:nvSpPr>
          <p:cNvPr id="3469" name="03_assume_matched_8766">
            <a:extLst>
              <a:ext uri="{FF2B5EF4-FFF2-40B4-BE49-F238E27FC236}">
                <a16:creationId xmlns:a16="http://schemas.microsoft.com/office/drawing/2014/main" id="{C08DFE36-715B-4719-A5F6-39C2E31C5B75}"/>
              </a:ext>
            </a:extLst>
          </p:cNvPr>
          <p:cNvSpPr>
            <a:spLocks noGrp="1"/>
          </p:cNvSpPr>
          <p:nvPr/>
        </p:nvSpPr>
        <p:spPr>
          <a:xfrm>
            <a:off x="1155126" y="7753078"/>
            <a:ext cx="28398" cy="28398"/>
          </a:xfrm>
          <a:prstGeom prst="ellipse">
            <a:avLst/>
          </a:prstGeom>
          <a:solidFill>
            <a:srgbClr val="7F8C97">
              <a:alpha val="48000"/>
            </a:srgbClr>
          </a:solidFill>
          <a:ln w="0">
            <a:noFill/>
            <a:prstDash val="solid"/>
          </a:ln>
        </p:spPr>
      </p:sp>
      <p:sp>
        <p:nvSpPr>
          <p:cNvPr id="3470" name="03_assume_matched_8767">
            <a:extLst>
              <a:ext uri="{FF2B5EF4-FFF2-40B4-BE49-F238E27FC236}">
                <a16:creationId xmlns:a16="http://schemas.microsoft.com/office/drawing/2014/main" id="{50DDD2F2-365F-4B17-BD03-ACFB2D99AD34}"/>
              </a:ext>
            </a:extLst>
          </p:cNvPr>
          <p:cNvSpPr>
            <a:spLocks noGrp="1"/>
          </p:cNvSpPr>
          <p:nvPr/>
        </p:nvSpPr>
        <p:spPr>
          <a:xfrm>
            <a:off x="1072378" y="7753078"/>
            <a:ext cx="28398" cy="28398"/>
          </a:xfrm>
          <a:prstGeom prst="ellipse">
            <a:avLst/>
          </a:prstGeom>
          <a:solidFill>
            <a:srgbClr val="7F8C97">
              <a:alpha val="48000"/>
            </a:srgbClr>
          </a:solidFill>
          <a:ln w="0">
            <a:noFill/>
            <a:prstDash val="solid"/>
          </a:ln>
        </p:spPr>
      </p:sp>
      <p:sp>
        <p:nvSpPr>
          <p:cNvPr id="3471" name="03_assume_matched_8768">
            <a:extLst>
              <a:ext uri="{FF2B5EF4-FFF2-40B4-BE49-F238E27FC236}">
                <a16:creationId xmlns:a16="http://schemas.microsoft.com/office/drawing/2014/main" id="{80ECEC7A-DB22-4B92-A94A-1968B83F965C}"/>
              </a:ext>
            </a:extLst>
          </p:cNvPr>
          <p:cNvSpPr>
            <a:spLocks noGrp="1"/>
          </p:cNvSpPr>
          <p:nvPr/>
        </p:nvSpPr>
        <p:spPr>
          <a:xfrm>
            <a:off x="1050648" y="7460643"/>
            <a:ext cx="28398" cy="28398"/>
          </a:xfrm>
          <a:prstGeom prst="ellipse">
            <a:avLst/>
          </a:prstGeom>
          <a:solidFill>
            <a:srgbClr val="7F8C97">
              <a:alpha val="48000"/>
            </a:srgbClr>
          </a:solidFill>
          <a:ln w="0">
            <a:noFill/>
            <a:prstDash val="solid"/>
          </a:ln>
        </p:spPr>
      </p:sp>
      <p:sp>
        <p:nvSpPr>
          <p:cNvPr id="3472" name="03_assume_matched_8769">
            <a:extLst>
              <a:ext uri="{FF2B5EF4-FFF2-40B4-BE49-F238E27FC236}">
                <a16:creationId xmlns:a16="http://schemas.microsoft.com/office/drawing/2014/main" id="{AB531E1B-A2C4-4722-8211-2421C6AC7D97}"/>
              </a:ext>
            </a:extLst>
          </p:cNvPr>
          <p:cNvSpPr>
            <a:spLocks noGrp="1"/>
          </p:cNvSpPr>
          <p:nvPr/>
        </p:nvSpPr>
        <p:spPr>
          <a:xfrm>
            <a:off x="1134403" y="7753078"/>
            <a:ext cx="28398" cy="28398"/>
          </a:xfrm>
          <a:prstGeom prst="ellipse">
            <a:avLst/>
          </a:prstGeom>
          <a:solidFill>
            <a:srgbClr val="7F8C97">
              <a:alpha val="48000"/>
            </a:srgbClr>
          </a:solidFill>
          <a:ln w="0">
            <a:noFill/>
            <a:prstDash val="solid"/>
          </a:ln>
        </p:spPr>
      </p:sp>
      <p:sp>
        <p:nvSpPr>
          <p:cNvPr id="3473" name="03_assume_matched_8770">
            <a:extLst>
              <a:ext uri="{FF2B5EF4-FFF2-40B4-BE49-F238E27FC236}">
                <a16:creationId xmlns:a16="http://schemas.microsoft.com/office/drawing/2014/main" id="{328CFD3A-D3D1-4D3F-AE41-D3ECD0FA0191}"/>
              </a:ext>
            </a:extLst>
          </p:cNvPr>
          <p:cNvSpPr>
            <a:spLocks noGrp="1"/>
          </p:cNvSpPr>
          <p:nvPr/>
        </p:nvSpPr>
        <p:spPr>
          <a:xfrm>
            <a:off x="1043884" y="7753078"/>
            <a:ext cx="28398" cy="28398"/>
          </a:xfrm>
          <a:prstGeom prst="ellipse">
            <a:avLst/>
          </a:prstGeom>
          <a:solidFill>
            <a:srgbClr val="7F8C97">
              <a:alpha val="48000"/>
            </a:srgbClr>
          </a:solidFill>
          <a:ln w="0">
            <a:noFill/>
            <a:prstDash val="solid"/>
          </a:ln>
        </p:spPr>
      </p:sp>
      <p:sp>
        <p:nvSpPr>
          <p:cNvPr id="3474" name="03_assume_matched_8771">
            <a:extLst>
              <a:ext uri="{FF2B5EF4-FFF2-40B4-BE49-F238E27FC236}">
                <a16:creationId xmlns:a16="http://schemas.microsoft.com/office/drawing/2014/main" id="{12CD0BBF-E7CE-40F7-91C4-DA42B2D1BD28}"/>
              </a:ext>
            </a:extLst>
          </p:cNvPr>
          <p:cNvSpPr>
            <a:spLocks noGrp="1"/>
          </p:cNvSpPr>
          <p:nvPr/>
        </p:nvSpPr>
        <p:spPr>
          <a:xfrm>
            <a:off x="1138000" y="7519130"/>
            <a:ext cx="28398" cy="28398"/>
          </a:xfrm>
          <a:prstGeom prst="ellipse">
            <a:avLst/>
          </a:prstGeom>
          <a:solidFill>
            <a:srgbClr val="7F8C97">
              <a:alpha val="48000"/>
            </a:srgbClr>
          </a:solidFill>
          <a:ln w="0">
            <a:noFill/>
            <a:prstDash val="solid"/>
          </a:ln>
        </p:spPr>
      </p:sp>
      <p:sp>
        <p:nvSpPr>
          <p:cNvPr id="3475" name="03_assume_matched_8772">
            <a:extLst>
              <a:ext uri="{FF2B5EF4-FFF2-40B4-BE49-F238E27FC236}">
                <a16:creationId xmlns:a16="http://schemas.microsoft.com/office/drawing/2014/main" id="{3D7EC33A-0DF0-4270-96E9-A48640CD3EEC}"/>
              </a:ext>
            </a:extLst>
          </p:cNvPr>
          <p:cNvSpPr>
            <a:spLocks noGrp="1"/>
          </p:cNvSpPr>
          <p:nvPr/>
        </p:nvSpPr>
        <p:spPr>
          <a:xfrm>
            <a:off x="1045179" y="7753078"/>
            <a:ext cx="28398" cy="28398"/>
          </a:xfrm>
          <a:prstGeom prst="ellipse">
            <a:avLst/>
          </a:prstGeom>
          <a:solidFill>
            <a:srgbClr val="7F8C97">
              <a:alpha val="48000"/>
            </a:srgbClr>
          </a:solidFill>
          <a:ln w="0">
            <a:noFill/>
            <a:prstDash val="solid"/>
          </a:ln>
        </p:spPr>
      </p:sp>
      <p:sp>
        <p:nvSpPr>
          <p:cNvPr id="3476" name="03_assume_matched_8773">
            <a:extLst>
              <a:ext uri="{FF2B5EF4-FFF2-40B4-BE49-F238E27FC236}">
                <a16:creationId xmlns:a16="http://schemas.microsoft.com/office/drawing/2014/main" id="{ACCF94E5-9A59-4064-9A75-E7BE40444848}"/>
              </a:ext>
            </a:extLst>
          </p:cNvPr>
          <p:cNvSpPr>
            <a:spLocks noGrp="1"/>
          </p:cNvSpPr>
          <p:nvPr/>
        </p:nvSpPr>
        <p:spPr>
          <a:xfrm>
            <a:off x="1165631" y="7753078"/>
            <a:ext cx="28398" cy="28398"/>
          </a:xfrm>
          <a:prstGeom prst="ellipse">
            <a:avLst/>
          </a:prstGeom>
          <a:solidFill>
            <a:srgbClr val="7F8C97">
              <a:alpha val="48000"/>
            </a:srgbClr>
          </a:solidFill>
          <a:ln w="0">
            <a:noFill/>
            <a:prstDash val="solid"/>
          </a:ln>
        </p:spPr>
      </p:sp>
      <p:sp>
        <p:nvSpPr>
          <p:cNvPr id="3477" name="03_assume_matched_8774">
            <a:extLst>
              <a:ext uri="{FF2B5EF4-FFF2-40B4-BE49-F238E27FC236}">
                <a16:creationId xmlns:a16="http://schemas.microsoft.com/office/drawing/2014/main" id="{B675FE73-C7AC-4A99-9813-CD283503F025}"/>
              </a:ext>
            </a:extLst>
          </p:cNvPr>
          <p:cNvSpPr>
            <a:spLocks noGrp="1"/>
          </p:cNvSpPr>
          <p:nvPr/>
        </p:nvSpPr>
        <p:spPr>
          <a:xfrm>
            <a:off x="1143613" y="7753078"/>
            <a:ext cx="28398" cy="28398"/>
          </a:xfrm>
          <a:prstGeom prst="ellipse">
            <a:avLst/>
          </a:prstGeom>
          <a:solidFill>
            <a:srgbClr val="7F8C97">
              <a:alpha val="48000"/>
            </a:srgbClr>
          </a:solidFill>
          <a:ln w="0">
            <a:noFill/>
            <a:prstDash val="solid"/>
          </a:ln>
        </p:spPr>
      </p:sp>
      <p:sp>
        <p:nvSpPr>
          <p:cNvPr id="3478" name="03_assume_matched_8775">
            <a:extLst>
              <a:ext uri="{FF2B5EF4-FFF2-40B4-BE49-F238E27FC236}">
                <a16:creationId xmlns:a16="http://schemas.microsoft.com/office/drawing/2014/main" id="{2B3FBE41-CD11-4A51-83A4-4EF4E366DCFA}"/>
              </a:ext>
            </a:extLst>
          </p:cNvPr>
          <p:cNvSpPr>
            <a:spLocks noGrp="1"/>
          </p:cNvSpPr>
          <p:nvPr/>
        </p:nvSpPr>
        <p:spPr>
          <a:xfrm>
            <a:off x="1091518" y="7753078"/>
            <a:ext cx="28398" cy="28398"/>
          </a:xfrm>
          <a:prstGeom prst="ellipse">
            <a:avLst/>
          </a:prstGeom>
          <a:solidFill>
            <a:srgbClr val="7F8C97">
              <a:alpha val="48000"/>
            </a:srgbClr>
          </a:solidFill>
          <a:ln w="0">
            <a:noFill/>
            <a:prstDash val="solid"/>
          </a:ln>
        </p:spPr>
      </p:sp>
      <p:sp>
        <p:nvSpPr>
          <p:cNvPr id="3479" name="03_assume_matched_8776">
            <a:extLst>
              <a:ext uri="{FF2B5EF4-FFF2-40B4-BE49-F238E27FC236}">
                <a16:creationId xmlns:a16="http://schemas.microsoft.com/office/drawing/2014/main" id="{39AA6D2E-7031-4F96-B9D7-516C797ED7E8}"/>
              </a:ext>
            </a:extLst>
          </p:cNvPr>
          <p:cNvSpPr>
            <a:spLocks noGrp="1"/>
          </p:cNvSpPr>
          <p:nvPr/>
        </p:nvSpPr>
        <p:spPr>
          <a:xfrm>
            <a:off x="1067197" y="7753078"/>
            <a:ext cx="28398" cy="28398"/>
          </a:xfrm>
          <a:prstGeom prst="ellipse">
            <a:avLst/>
          </a:prstGeom>
          <a:solidFill>
            <a:srgbClr val="7F8C97">
              <a:alpha val="48000"/>
            </a:srgbClr>
          </a:solidFill>
          <a:ln w="0">
            <a:noFill/>
            <a:prstDash val="solid"/>
          </a:ln>
        </p:spPr>
      </p:sp>
      <p:sp>
        <p:nvSpPr>
          <p:cNvPr id="3480" name="03_assume_matched_8777">
            <a:extLst>
              <a:ext uri="{FF2B5EF4-FFF2-40B4-BE49-F238E27FC236}">
                <a16:creationId xmlns:a16="http://schemas.microsoft.com/office/drawing/2014/main" id="{45FCA387-4D3D-4EEC-B4E4-4C3614AA2B09}"/>
              </a:ext>
            </a:extLst>
          </p:cNvPr>
          <p:cNvSpPr>
            <a:spLocks noGrp="1"/>
          </p:cNvSpPr>
          <p:nvPr/>
        </p:nvSpPr>
        <p:spPr>
          <a:xfrm>
            <a:off x="1169660" y="7753078"/>
            <a:ext cx="28398" cy="28398"/>
          </a:xfrm>
          <a:prstGeom prst="ellipse">
            <a:avLst/>
          </a:prstGeom>
          <a:solidFill>
            <a:srgbClr val="7F8C97">
              <a:alpha val="48000"/>
            </a:srgbClr>
          </a:solidFill>
          <a:ln w="0">
            <a:noFill/>
            <a:prstDash val="solid"/>
          </a:ln>
        </p:spPr>
      </p:sp>
      <p:sp>
        <p:nvSpPr>
          <p:cNvPr id="3481" name="03_assume_matched_8778">
            <a:extLst>
              <a:ext uri="{FF2B5EF4-FFF2-40B4-BE49-F238E27FC236}">
                <a16:creationId xmlns:a16="http://schemas.microsoft.com/office/drawing/2014/main" id="{98F648AE-CE92-4C74-81A1-EBC6074DE9CC}"/>
              </a:ext>
            </a:extLst>
          </p:cNvPr>
          <p:cNvSpPr>
            <a:spLocks noGrp="1"/>
          </p:cNvSpPr>
          <p:nvPr/>
        </p:nvSpPr>
        <p:spPr>
          <a:xfrm>
            <a:off x="1117422" y="7753078"/>
            <a:ext cx="28398" cy="28398"/>
          </a:xfrm>
          <a:prstGeom prst="ellipse">
            <a:avLst/>
          </a:prstGeom>
          <a:solidFill>
            <a:srgbClr val="7F8C97">
              <a:alpha val="48000"/>
            </a:srgbClr>
          </a:solidFill>
          <a:ln w="0">
            <a:noFill/>
            <a:prstDash val="solid"/>
          </a:ln>
        </p:spPr>
      </p:sp>
      <p:sp>
        <p:nvSpPr>
          <p:cNvPr id="3482" name="03_assume_matched_8779">
            <a:extLst>
              <a:ext uri="{FF2B5EF4-FFF2-40B4-BE49-F238E27FC236}">
                <a16:creationId xmlns:a16="http://schemas.microsoft.com/office/drawing/2014/main" id="{75C33D5D-5854-4530-8E73-41F1B028650B}"/>
              </a:ext>
            </a:extLst>
          </p:cNvPr>
          <p:cNvSpPr>
            <a:spLocks noGrp="1"/>
          </p:cNvSpPr>
          <p:nvPr/>
        </p:nvSpPr>
        <p:spPr>
          <a:xfrm>
            <a:off x="1150233" y="7753078"/>
            <a:ext cx="28398" cy="28398"/>
          </a:xfrm>
          <a:prstGeom prst="ellipse">
            <a:avLst/>
          </a:prstGeom>
          <a:solidFill>
            <a:srgbClr val="7F8C97">
              <a:alpha val="48000"/>
            </a:srgbClr>
          </a:solidFill>
          <a:ln w="0">
            <a:noFill/>
            <a:prstDash val="solid"/>
          </a:ln>
        </p:spPr>
      </p:sp>
      <p:sp>
        <p:nvSpPr>
          <p:cNvPr id="3483" name="03_assume_matched_8780">
            <a:extLst>
              <a:ext uri="{FF2B5EF4-FFF2-40B4-BE49-F238E27FC236}">
                <a16:creationId xmlns:a16="http://schemas.microsoft.com/office/drawing/2014/main" id="{57A0983C-2FAF-4A38-9ADD-509667E1E962}"/>
              </a:ext>
            </a:extLst>
          </p:cNvPr>
          <p:cNvSpPr>
            <a:spLocks noGrp="1"/>
          </p:cNvSpPr>
          <p:nvPr/>
        </p:nvSpPr>
        <p:spPr>
          <a:xfrm>
            <a:off x="1049353" y="7636104"/>
            <a:ext cx="28398" cy="28398"/>
          </a:xfrm>
          <a:prstGeom prst="ellipse">
            <a:avLst/>
          </a:prstGeom>
          <a:solidFill>
            <a:srgbClr val="7F8C97">
              <a:alpha val="48000"/>
            </a:srgbClr>
          </a:solidFill>
          <a:ln w="0">
            <a:noFill/>
            <a:prstDash val="solid"/>
          </a:ln>
        </p:spPr>
      </p:sp>
      <p:sp>
        <p:nvSpPr>
          <p:cNvPr id="3484" name="03_assume_matched_8781">
            <a:extLst>
              <a:ext uri="{FF2B5EF4-FFF2-40B4-BE49-F238E27FC236}">
                <a16:creationId xmlns:a16="http://schemas.microsoft.com/office/drawing/2014/main" id="{EC6E0216-F1AB-4652-952A-08F35C2775B0}"/>
              </a:ext>
            </a:extLst>
          </p:cNvPr>
          <p:cNvSpPr>
            <a:spLocks noGrp="1"/>
          </p:cNvSpPr>
          <p:nvPr/>
        </p:nvSpPr>
        <p:spPr>
          <a:xfrm>
            <a:off x="1141310" y="7753078"/>
            <a:ext cx="28398" cy="28398"/>
          </a:xfrm>
          <a:prstGeom prst="ellipse">
            <a:avLst/>
          </a:prstGeom>
          <a:solidFill>
            <a:srgbClr val="7F8C97">
              <a:alpha val="48000"/>
            </a:srgbClr>
          </a:solidFill>
          <a:ln w="0">
            <a:noFill/>
            <a:prstDash val="solid"/>
          </a:ln>
        </p:spPr>
      </p:sp>
      <p:sp>
        <p:nvSpPr>
          <p:cNvPr id="3485" name="03_assume_matched_8782">
            <a:extLst>
              <a:ext uri="{FF2B5EF4-FFF2-40B4-BE49-F238E27FC236}">
                <a16:creationId xmlns:a16="http://schemas.microsoft.com/office/drawing/2014/main" id="{8A9FC61E-63A0-4120-A2FB-6B66C9CC5FB0}"/>
              </a:ext>
            </a:extLst>
          </p:cNvPr>
          <p:cNvSpPr>
            <a:spLocks noGrp="1"/>
          </p:cNvSpPr>
          <p:nvPr/>
        </p:nvSpPr>
        <p:spPr>
          <a:xfrm>
            <a:off x="1120444" y="7460643"/>
            <a:ext cx="28398" cy="28398"/>
          </a:xfrm>
          <a:prstGeom prst="ellipse">
            <a:avLst/>
          </a:prstGeom>
          <a:solidFill>
            <a:srgbClr val="7F8C97">
              <a:alpha val="48000"/>
            </a:srgbClr>
          </a:solidFill>
          <a:ln w="0">
            <a:noFill/>
            <a:prstDash val="solid"/>
          </a:ln>
        </p:spPr>
      </p:sp>
      <p:sp>
        <p:nvSpPr>
          <p:cNvPr id="3486" name="03_assume_matched_8783">
            <a:extLst>
              <a:ext uri="{FF2B5EF4-FFF2-40B4-BE49-F238E27FC236}">
                <a16:creationId xmlns:a16="http://schemas.microsoft.com/office/drawing/2014/main" id="{F586AE0C-89B8-4A6E-AA7D-FAD21F391850}"/>
              </a:ext>
            </a:extLst>
          </p:cNvPr>
          <p:cNvSpPr>
            <a:spLocks noGrp="1"/>
          </p:cNvSpPr>
          <p:nvPr/>
        </p:nvSpPr>
        <p:spPr>
          <a:xfrm>
            <a:off x="1029061" y="7460643"/>
            <a:ext cx="28398" cy="28398"/>
          </a:xfrm>
          <a:prstGeom prst="ellipse">
            <a:avLst/>
          </a:prstGeom>
          <a:solidFill>
            <a:srgbClr val="7F8C97">
              <a:alpha val="48000"/>
            </a:srgbClr>
          </a:solidFill>
          <a:ln w="0">
            <a:noFill/>
            <a:prstDash val="solid"/>
          </a:ln>
        </p:spPr>
      </p:sp>
      <p:sp>
        <p:nvSpPr>
          <p:cNvPr id="3487" name="03_assume_matched_8784">
            <a:extLst>
              <a:ext uri="{FF2B5EF4-FFF2-40B4-BE49-F238E27FC236}">
                <a16:creationId xmlns:a16="http://schemas.microsoft.com/office/drawing/2014/main" id="{20E19610-718F-4C48-8043-09F05CAAFBC0}"/>
              </a:ext>
            </a:extLst>
          </p:cNvPr>
          <p:cNvSpPr>
            <a:spLocks noGrp="1"/>
          </p:cNvSpPr>
          <p:nvPr/>
        </p:nvSpPr>
        <p:spPr>
          <a:xfrm>
            <a:off x="1088352" y="7753078"/>
            <a:ext cx="28398" cy="28398"/>
          </a:xfrm>
          <a:prstGeom prst="ellipse">
            <a:avLst/>
          </a:prstGeom>
          <a:solidFill>
            <a:srgbClr val="7F8C97">
              <a:alpha val="48000"/>
            </a:srgbClr>
          </a:solidFill>
          <a:ln w="0">
            <a:noFill/>
            <a:prstDash val="solid"/>
          </a:ln>
        </p:spPr>
      </p:sp>
      <p:sp>
        <p:nvSpPr>
          <p:cNvPr id="3488" name="03_assume_matched_8785">
            <a:extLst>
              <a:ext uri="{FF2B5EF4-FFF2-40B4-BE49-F238E27FC236}">
                <a16:creationId xmlns:a16="http://schemas.microsoft.com/office/drawing/2014/main" id="{C384F58C-A8B8-4087-9571-D78D8F978CA1}"/>
              </a:ext>
            </a:extLst>
          </p:cNvPr>
          <p:cNvSpPr>
            <a:spLocks noGrp="1"/>
          </p:cNvSpPr>
          <p:nvPr/>
        </p:nvSpPr>
        <p:spPr>
          <a:xfrm>
            <a:off x="1070507" y="7753078"/>
            <a:ext cx="28398" cy="28398"/>
          </a:xfrm>
          <a:prstGeom prst="ellipse">
            <a:avLst/>
          </a:prstGeom>
          <a:solidFill>
            <a:srgbClr val="7F8C97">
              <a:alpha val="48000"/>
            </a:srgbClr>
          </a:solidFill>
          <a:ln w="0">
            <a:noFill/>
            <a:prstDash val="solid"/>
          </a:ln>
        </p:spPr>
      </p:sp>
      <p:sp>
        <p:nvSpPr>
          <p:cNvPr id="3489" name="03_assume_matched_8786">
            <a:extLst>
              <a:ext uri="{FF2B5EF4-FFF2-40B4-BE49-F238E27FC236}">
                <a16:creationId xmlns:a16="http://schemas.microsoft.com/office/drawing/2014/main" id="{ADCB6E8C-8150-423C-8827-6CD0512BC4C9}"/>
              </a:ext>
            </a:extLst>
          </p:cNvPr>
          <p:cNvSpPr>
            <a:spLocks noGrp="1"/>
          </p:cNvSpPr>
          <p:nvPr/>
        </p:nvSpPr>
        <p:spPr>
          <a:xfrm>
            <a:off x="1102743" y="7460643"/>
            <a:ext cx="28398" cy="28398"/>
          </a:xfrm>
          <a:prstGeom prst="ellipse">
            <a:avLst/>
          </a:prstGeom>
          <a:solidFill>
            <a:srgbClr val="7F8C97">
              <a:alpha val="48000"/>
            </a:srgbClr>
          </a:solidFill>
          <a:ln w="0">
            <a:noFill/>
            <a:prstDash val="solid"/>
          </a:ln>
        </p:spPr>
      </p:sp>
      <p:sp>
        <p:nvSpPr>
          <p:cNvPr id="3490" name="03_assume_matched_8787">
            <a:extLst>
              <a:ext uri="{FF2B5EF4-FFF2-40B4-BE49-F238E27FC236}">
                <a16:creationId xmlns:a16="http://schemas.microsoft.com/office/drawing/2014/main" id="{27DDE0E7-A104-4EE9-A843-3089831B0F60}"/>
              </a:ext>
            </a:extLst>
          </p:cNvPr>
          <p:cNvSpPr>
            <a:spLocks noGrp="1"/>
          </p:cNvSpPr>
          <p:nvPr/>
        </p:nvSpPr>
        <p:spPr>
          <a:xfrm>
            <a:off x="1084610" y="7704338"/>
            <a:ext cx="28398" cy="28398"/>
          </a:xfrm>
          <a:prstGeom prst="ellipse">
            <a:avLst/>
          </a:prstGeom>
          <a:solidFill>
            <a:srgbClr val="7F8C97">
              <a:alpha val="48000"/>
            </a:srgbClr>
          </a:solidFill>
          <a:ln w="0">
            <a:noFill/>
            <a:prstDash val="solid"/>
          </a:ln>
        </p:spPr>
      </p:sp>
      <p:sp>
        <p:nvSpPr>
          <p:cNvPr id="3491" name="03_assume_matched_8788">
            <a:extLst>
              <a:ext uri="{FF2B5EF4-FFF2-40B4-BE49-F238E27FC236}">
                <a16:creationId xmlns:a16="http://schemas.microsoft.com/office/drawing/2014/main" id="{0F5C0498-9781-4A60-80E2-5C3FA18D901B}"/>
              </a:ext>
            </a:extLst>
          </p:cNvPr>
          <p:cNvSpPr>
            <a:spLocks noGrp="1"/>
          </p:cNvSpPr>
          <p:nvPr/>
        </p:nvSpPr>
        <p:spPr>
          <a:xfrm>
            <a:off x="1146779" y="7606860"/>
            <a:ext cx="28398" cy="28398"/>
          </a:xfrm>
          <a:prstGeom prst="ellipse">
            <a:avLst/>
          </a:prstGeom>
          <a:solidFill>
            <a:srgbClr val="7F8C97">
              <a:alpha val="48000"/>
            </a:srgbClr>
          </a:solidFill>
          <a:ln w="0">
            <a:noFill/>
            <a:prstDash val="solid"/>
          </a:ln>
        </p:spPr>
      </p:sp>
      <p:sp>
        <p:nvSpPr>
          <p:cNvPr id="3492" name="03_assume_matched_8789">
            <a:extLst>
              <a:ext uri="{FF2B5EF4-FFF2-40B4-BE49-F238E27FC236}">
                <a16:creationId xmlns:a16="http://schemas.microsoft.com/office/drawing/2014/main" id="{E60711FC-0E02-4D98-81B5-D8765E748C31}"/>
              </a:ext>
            </a:extLst>
          </p:cNvPr>
          <p:cNvSpPr>
            <a:spLocks noGrp="1"/>
          </p:cNvSpPr>
          <p:nvPr/>
        </p:nvSpPr>
        <p:spPr>
          <a:xfrm>
            <a:off x="1044891" y="7460643"/>
            <a:ext cx="28398" cy="28398"/>
          </a:xfrm>
          <a:prstGeom prst="ellipse">
            <a:avLst/>
          </a:prstGeom>
          <a:solidFill>
            <a:srgbClr val="7F8C97">
              <a:alpha val="48000"/>
            </a:srgbClr>
          </a:solidFill>
          <a:ln w="0">
            <a:noFill/>
            <a:prstDash val="solid"/>
          </a:ln>
        </p:spPr>
      </p:sp>
      <p:sp>
        <p:nvSpPr>
          <p:cNvPr id="3493" name="03_assume_matched_8790">
            <a:extLst>
              <a:ext uri="{FF2B5EF4-FFF2-40B4-BE49-F238E27FC236}">
                <a16:creationId xmlns:a16="http://schemas.microsoft.com/office/drawing/2014/main" id="{BFB80819-55DB-44CF-A942-5A9CF37CDB9D}"/>
              </a:ext>
            </a:extLst>
          </p:cNvPr>
          <p:cNvSpPr>
            <a:spLocks noGrp="1"/>
          </p:cNvSpPr>
          <p:nvPr/>
        </p:nvSpPr>
        <p:spPr>
          <a:xfrm>
            <a:off x="1051511" y="7753078"/>
            <a:ext cx="28398" cy="28398"/>
          </a:xfrm>
          <a:prstGeom prst="ellipse">
            <a:avLst/>
          </a:prstGeom>
          <a:solidFill>
            <a:srgbClr val="7F8C97">
              <a:alpha val="48000"/>
            </a:srgbClr>
          </a:solidFill>
          <a:ln w="0">
            <a:noFill/>
            <a:prstDash val="solid"/>
          </a:ln>
        </p:spPr>
      </p:sp>
      <p:sp>
        <p:nvSpPr>
          <p:cNvPr id="3494" name="03_assume_matched_8791">
            <a:extLst>
              <a:ext uri="{FF2B5EF4-FFF2-40B4-BE49-F238E27FC236}">
                <a16:creationId xmlns:a16="http://schemas.microsoft.com/office/drawing/2014/main" id="{32D18F9C-1600-4A67-80CB-E15029DD79CD}"/>
              </a:ext>
            </a:extLst>
          </p:cNvPr>
          <p:cNvSpPr>
            <a:spLocks noGrp="1"/>
          </p:cNvSpPr>
          <p:nvPr/>
        </p:nvSpPr>
        <p:spPr>
          <a:xfrm>
            <a:off x="1111377" y="7460643"/>
            <a:ext cx="28398" cy="28398"/>
          </a:xfrm>
          <a:prstGeom prst="ellipse">
            <a:avLst/>
          </a:prstGeom>
          <a:solidFill>
            <a:srgbClr val="7F8C97">
              <a:alpha val="48000"/>
            </a:srgbClr>
          </a:solidFill>
          <a:ln w="0">
            <a:noFill/>
            <a:prstDash val="solid"/>
          </a:ln>
        </p:spPr>
      </p:sp>
      <p:sp>
        <p:nvSpPr>
          <p:cNvPr id="3495" name="03_assume_matched_8792">
            <a:extLst>
              <a:ext uri="{FF2B5EF4-FFF2-40B4-BE49-F238E27FC236}">
                <a16:creationId xmlns:a16="http://schemas.microsoft.com/office/drawing/2014/main" id="{4C904872-5748-46EE-B7A4-203225775DAA}"/>
              </a:ext>
            </a:extLst>
          </p:cNvPr>
          <p:cNvSpPr>
            <a:spLocks noGrp="1"/>
          </p:cNvSpPr>
          <p:nvPr/>
        </p:nvSpPr>
        <p:spPr>
          <a:xfrm>
            <a:off x="1110082" y="7460643"/>
            <a:ext cx="28398" cy="28398"/>
          </a:xfrm>
          <a:prstGeom prst="ellipse">
            <a:avLst/>
          </a:prstGeom>
          <a:solidFill>
            <a:srgbClr val="7F8C97">
              <a:alpha val="48000"/>
            </a:srgbClr>
          </a:solidFill>
          <a:ln w="0">
            <a:noFill/>
            <a:prstDash val="solid"/>
          </a:ln>
        </p:spPr>
      </p:sp>
      <p:sp>
        <p:nvSpPr>
          <p:cNvPr id="3496" name="03_assume_matched_8793">
            <a:extLst>
              <a:ext uri="{FF2B5EF4-FFF2-40B4-BE49-F238E27FC236}">
                <a16:creationId xmlns:a16="http://schemas.microsoft.com/office/drawing/2014/main" id="{A7453B25-9259-4C44-BB93-AB50CA7FC7D1}"/>
              </a:ext>
            </a:extLst>
          </p:cNvPr>
          <p:cNvSpPr>
            <a:spLocks noGrp="1"/>
          </p:cNvSpPr>
          <p:nvPr/>
        </p:nvSpPr>
        <p:spPr>
          <a:xfrm>
            <a:off x="1156853" y="7753078"/>
            <a:ext cx="28398" cy="28398"/>
          </a:xfrm>
          <a:prstGeom prst="ellipse">
            <a:avLst/>
          </a:prstGeom>
          <a:solidFill>
            <a:srgbClr val="7F8C97">
              <a:alpha val="48000"/>
            </a:srgbClr>
          </a:solidFill>
          <a:ln w="0">
            <a:noFill/>
            <a:prstDash val="solid"/>
          </a:ln>
        </p:spPr>
      </p:sp>
      <p:sp>
        <p:nvSpPr>
          <p:cNvPr id="3497" name="03_assume_matched_8794">
            <a:extLst>
              <a:ext uri="{FF2B5EF4-FFF2-40B4-BE49-F238E27FC236}">
                <a16:creationId xmlns:a16="http://schemas.microsoft.com/office/drawing/2014/main" id="{C253DDE1-7FE8-467B-BDC8-16BB87DE3083}"/>
              </a:ext>
            </a:extLst>
          </p:cNvPr>
          <p:cNvSpPr>
            <a:spLocks noGrp="1"/>
          </p:cNvSpPr>
          <p:nvPr/>
        </p:nvSpPr>
        <p:spPr>
          <a:xfrm>
            <a:off x="1135122" y="7606860"/>
            <a:ext cx="28398" cy="28398"/>
          </a:xfrm>
          <a:prstGeom prst="ellipse">
            <a:avLst/>
          </a:prstGeom>
          <a:solidFill>
            <a:srgbClr val="7F8C97">
              <a:alpha val="48000"/>
            </a:srgbClr>
          </a:solidFill>
          <a:ln w="0">
            <a:noFill/>
            <a:prstDash val="solid"/>
          </a:ln>
        </p:spPr>
      </p:sp>
      <p:sp>
        <p:nvSpPr>
          <p:cNvPr id="3498" name="03_assume_matched_8795">
            <a:extLst>
              <a:ext uri="{FF2B5EF4-FFF2-40B4-BE49-F238E27FC236}">
                <a16:creationId xmlns:a16="http://schemas.microsoft.com/office/drawing/2014/main" id="{5988422E-8A5B-4D7F-9523-045E02A6BB90}"/>
              </a:ext>
            </a:extLst>
          </p:cNvPr>
          <p:cNvSpPr>
            <a:spLocks noGrp="1"/>
          </p:cNvSpPr>
          <p:nvPr/>
        </p:nvSpPr>
        <p:spPr>
          <a:xfrm>
            <a:off x="1067197" y="7753078"/>
            <a:ext cx="28398" cy="28398"/>
          </a:xfrm>
          <a:prstGeom prst="ellipse">
            <a:avLst/>
          </a:prstGeom>
          <a:solidFill>
            <a:srgbClr val="7F8C97">
              <a:alpha val="48000"/>
            </a:srgbClr>
          </a:solidFill>
          <a:ln w="0">
            <a:noFill/>
            <a:prstDash val="solid"/>
          </a:ln>
        </p:spPr>
      </p:sp>
      <p:sp>
        <p:nvSpPr>
          <p:cNvPr id="3499" name="03_assume_matched_8796">
            <a:extLst>
              <a:ext uri="{FF2B5EF4-FFF2-40B4-BE49-F238E27FC236}">
                <a16:creationId xmlns:a16="http://schemas.microsoft.com/office/drawing/2014/main" id="{E7DAF160-8DF5-419C-9329-2BF15B812CF3}"/>
              </a:ext>
            </a:extLst>
          </p:cNvPr>
          <p:cNvSpPr>
            <a:spLocks noGrp="1"/>
          </p:cNvSpPr>
          <p:nvPr/>
        </p:nvSpPr>
        <p:spPr>
          <a:xfrm>
            <a:off x="1138000" y="7753078"/>
            <a:ext cx="28398" cy="28398"/>
          </a:xfrm>
          <a:prstGeom prst="ellipse">
            <a:avLst/>
          </a:prstGeom>
          <a:solidFill>
            <a:srgbClr val="7F8C97">
              <a:alpha val="48000"/>
            </a:srgbClr>
          </a:solidFill>
          <a:ln w="0">
            <a:noFill/>
            <a:prstDash val="solid"/>
          </a:ln>
        </p:spPr>
      </p:sp>
      <p:sp>
        <p:nvSpPr>
          <p:cNvPr id="3500" name="03_assume_matched_8797">
            <a:extLst>
              <a:ext uri="{FF2B5EF4-FFF2-40B4-BE49-F238E27FC236}">
                <a16:creationId xmlns:a16="http://schemas.microsoft.com/office/drawing/2014/main" id="{D827B961-C4DD-4972-91D5-E04941BFF863}"/>
              </a:ext>
            </a:extLst>
          </p:cNvPr>
          <p:cNvSpPr>
            <a:spLocks noGrp="1"/>
          </p:cNvSpPr>
          <p:nvPr/>
        </p:nvSpPr>
        <p:spPr>
          <a:xfrm>
            <a:off x="1126344" y="7753078"/>
            <a:ext cx="28398" cy="28398"/>
          </a:xfrm>
          <a:prstGeom prst="ellipse">
            <a:avLst/>
          </a:prstGeom>
          <a:solidFill>
            <a:srgbClr val="7F8C97">
              <a:alpha val="48000"/>
            </a:srgbClr>
          </a:solidFill>
          <a:ln w="0">
            <a:noFill/>
            <a:prstDash val="solid"/>
          </a:ln>
        </p:spPr>
      </p:sp>
      <p:sp>
        <p:nvSpPr>
          <p:cNvPr id="3501" name="03_assume_matched_8798">
            <a:extLst>
              <a:ext uri="{FF2B5EF4-FFF2-40B4-BE49-F238E27FC236}">
                <a16:creationId xmlns:a16="http://schemas.microsoft.com/office/drawing/2014/main" id="{238C2C18-F0E0-4F1E-98AC-F2F08E85FAAE}"/>
              </a:ext>
            </a:extLst>
          </p:cNvPr>
          <p:cNvSpPr>
            <a:spLocks noGrp="1"/>
          </p:cNvSpPr>
          <p:nvPr/>
        </p:nvSpPr>
        <p:spPr>
          <a:xfrm>
            <a:off x="1132532" y="7753078"/>
            <a:ext cx="28398" cy="28398"/>
          </a:xfrm>
          <a:prstGeom prst="ellipse">
            <a:avLst/>
          </a:prstGeom>
          <a:solidFill>
            <a:srgbClr val="7F8C97">
              <a:alpha val="48000"/>
            </a:srgbClr>
          </a:solidFill>
          <a:ln w="0">
            <a:noFill/>
            <a:prstDash val="solid"/>
          </a:ln>
        </p:spPr>
      </p:sp>
      <p:sp>
        <p:nvSpPr>
          <p:cNvPr id="3502" name="03_assume_matched_8799">
            <a:extLst>
              <a:ext uri="{FF2B5EF4-FFF2-40B4-BE49-F238E27FC236}">
                <a16:creationId xmlns:a16="http://schemas.microsoft.com/office/drawing/2014/main" id="{D01C766D-2913-41FA-8896-A6023A172B3F}"/>
              </a:ext>
            </a:extLst>
          </p:cNvPr>
          <p:cNvSpPr>
            <a:spLocks noGrp="1"/>
          </p:cNvSpPr>
          <p:nvPr/>
        </p:nvSpPr>
        <p:spPr>
          <a:xfrm>
            <a:off x="1145915" y="7753078"/>
            <a:ext cx="28398" cy="28398"/>
          </a:xfrm>
          <a:prstGeom prst="ellipse">
            <a:avLst/>
          </a:prstGeom>
          <a:solidFill>
            <a:srgbClr val="7F8C97">
              <a:alpha val="48000"/>
            </a:srgbClr>
          </a:solidFill>
          <a:ln w="0">
            <a:noFill/>
            <a:prstDash val="solid"/>
          </a:ln>
        </p:spPr>
      </p:sp>
      <p:sp>
        <p:nvSpPr>
          <p:cNvPr id="3503" name="03_assume_matched_8800">
            <a:extLst>
              <a:ext uri="{FF2B5EF4-FFF2-40B4-BE49-F238E27FC236}">
                <a16:creationId xmlns:a16="http://schemas.microsoft.com/office/drawing/2014/main" id="{2F472B18-94A5-4F33-947E-13E7FB2FFE5D}"/>
              </a:ext>
            </a:extLst>
          </p:cNvPr>
          <p:cNvSpPr>
            <a:spLocks noGrp="1"/>
          </p:cNvSpPr>
          <p:nvPr/>
        </p:nvSpPr>
        <p:spPr>
          <a:xfrm>
            <a:off x="1054533" y="7460643"/>
            <a:ext cx="28398" cy="28398"/>
          </a:xfrm>
          <a:prstGeom prst="ellipse">
            <a:avLst/>
          </a:prstGeom>
          <a:solidFill>
            <a:srgbClr val="7F8C97">
              <a:alpha val="48000"/>
            </a:srgbClr>
          </a:solidFill>
          <a:ln w="0">
            <a:noFill/>
            <a:prstDash val="solid"/>
          </a:ln>
        </p:spPr>
      </p:sp>
      <p:sp>
        <p:nvSpPr>
          <p:cNvPr id="3504" name="03_assume_matched_8801">
            <a:extLst>
              <a:ext uri="{FF2B5EF4-FFF2-40B4-BE49-F238E27FC236}">
                <a16:creationId xmlns:a16="http://schemas.microsoft.com/office/drawing/2014/main" id="{7F08A596-D281-4F48-8009-F6B0E093CC0A}"/>
              </a:ext>
            </a:extLst>
          </p:cNvPr>
          <p:cNvSpPr>
            <a:spLocks noGrp="1"/>
          </p:cNvSpPr>
          <p:nvPr/>
        </p:nvSpPr>
        <p:spPr>
          <a:xfrm>
            <a:off x="1043740" y="7460643"/>
            <a:ext cx="28398" cy="28398"/>
          </a:xfrm>
          <a:prstGeom prst="ellipse">
            <a:avLst/>
          </a:prstGeom>
          <a:solidFill>
            <a:srgbClr val="7F8C97">
              <a:alpha val="48000"/>
            </a:srgbClr>
          </a:solidFill>
          <a:ln w="0">
            <a:noFill/>
            <a:prstDash val="solid"/>
          </a:ln>
        </p:spPr>
      </p:sp>
      <p:sp>
        <p:nvSpPr>
          <p:cNvPr id="3505" name="03_assume_matched_8802">
            <a:extLst>
              <a:ext uri="{FF2B5EF4-FFF2-40B4-BE49-F238E27FC236}">
                <a16:creationId xmlns:a16="http://schemas.microsoft.com/office/drawing/2014/main" id="{CE193365-0E3E-4082-BCDD-C98A0CB8202B}"/>
              </a:ext>
            </a:extLst>
          </p:cNvPr>
          <p:cNvSpPr>
            <a:spLocks noGrp="1"/>
          </p:cNvSpPr>
          <p:nvPr/>
        </p:nvSpPr>
        <p:spPr>
          <a:xfrm>
            <a:off x="1126632" y="7460643"/>
            <a:ext cx="28398" cy="28398"/>
          </a:xfrm>
          <a:prstGeom prst="ellipse">
            <a:avLst/>
          </a:prstGeom>
          <a:solidFill>
            <a:srgbClr val="7F8C97">
              <a:alpha val="48000"/>
            </a:srgbClr>
          </a:solidFill>
          <a:ln w="0">
            <a:noFill/>
            <a:prstDash val="solid"/>
          </a:ln>
        </p:spPr>
      </p:sp>
      <p:sp>
        <p:nvSpPr>
          <p:cNvPr id="3506" name="03_assume_matched_8803">
            <a:extLst>
              <a:ext uri="{FF2B5EF4-FFF2-40B4-BE49-F238E27FC236}">
                <a16:creationId xmlns:a16="http://schemas.microsoft.com/office/drawing/2014/main" id="{99FEA3DF-A4EE-46E4-BC5C-F21F6468DCDB}"/>
              </a:ext>
            </a:extLst>
          </p:cNvPr>
          <p:cNvSpPr>
            <a:spLocks noGrp="1"/>
          </p:cNvSpPr>
          <p:nvPr/>
        </p:nvSpPr>
        <p:spPr>
          <a:xfrm>
            <a:off x="1163760" y="7460643"/>
            <a:ext cx="28398" cy="28398"/>
          </a:xfrm>
          <a:prstGeom prst="ellipse">
            <a:avLst/>
          </a:prstGeom>
          <a:solidFill>
            <a:srgbClr val="7F8C97">
              <a:alpha val="48000"/>
            </a:srgbClr>
          </a:solidFill>
          <a:ln w="0">
            <a:noFill/>
            <a:prstDash val="solid"/>
          </a:ln>
        </p:spPr>
      </p:sp>
      <p:sp>
        <p:nvSpPr>
          <p:cNvPr id="3507" name="03_assume_matched_8804">
            <a:extLst>
              <a:ext uri="{FF2B5EF4-FFF2-40B4-BE49-F238E27FC236}">
                <a16:creationId xmlns:a16="http://schemas.microsoft.com/office/drawing/2014/main" id="{ADC68596-59D3-44E5-8FB1-D2ABE2F08784}"/>
              </a:ext>
            </a:extLst>
          </p:cNvPr>
          <p:cNvSpPr>
            <a:spLocks noGrp="1"/>
          </p:cNvSpPr>
          <p:nvPr/>
        </p:nvSpPr>
        <p:spPr>
          <a:xfrm>
            <a:off x="1169948" y="7460643"/>
            <a:ext cx="28398" cy="28398"/>
          </a:xfrm>
          <a:prstGeom prst="ellipse">
            <a:avLst/>
          </a:prstGeom>
          <a:solidFill>
            <a:srgbClr val="7F8C97">
              <a:alpha val="48000"/>
            </a:srgbClr>
          </a:solidFill>
          <a:ln w="0">
            <a:noFill/>
            <a:prstDash val="solid"/>
          </a:ln>
        </p:spPr>
      </p:sp>
      <p:sp>
        <p:nvSpPr>
          <p:cNvPr id="3508" name="03_assume_matched_8805">
            <a:extLst>
              <a:ext uri="{FF2B5EF4-FFF2-40B4-BE49-F238E27FC236}">
                <a16:creationId xmlns:a16="http://schemas.microsoft.com/office/drawing/2014/main" id="{FB96DE9B-7134-4648-875A-A37D9247F2E6}"/>
              </a:ext>
            </a:extLst>
          </p:cNvPr>
          <p:cNvSpPr>
            <a:spLocks noGrp="1"/>
          </p:cNvSpPr>
          <p:nvPr/>
        </p:nvSpPr>
        <p:spPr>
          <a:xfrm>
            <a:off x="1081013" y="7460643"/>
            <a:ext cx="28398" cy="28398"/>
          </a:xfrm>
          <a:prstGeom prst="ellipse">
            <a:avLst/>
          </a:prstGeom>
          <a:solidFill>
            <a:srgbClr val="7F8C97">
              <a:alpha val="48000"/>
            </a:srgbClr>
          </a:solidFill>
          <a:ln w="0">
            <a:noFill/>
            <a:prstDash val="solid"/>
          </a:ln>
        </p:spPr>
      </p:sp>
      <p:sp>
        <p:nvSpPr>
          <p:cNvPr id="3509" name="03_assume_matched_8806">
            <a:extLst>
              <a:ext uri="{FF2B5EF4-FFF2-40B4-BE49-F238E27FC236}">
                <a16:creationId xmlns:a16="http://schemas.microsoft.com/office/drawing/2014/main" id="{7543EA35-E7D4-48CB-8486-53192551350A}"/>
              </a:ext>
            </a:extLst>
          </p:cNvPr>
          <p:cNvSpPr>
            <a:spLocks noGrp="1"/>
          </p:cNvSpPr>
          <p:nvPr/>
        </p:nvSpPr>
        <p:spPr>
          <a:xfrm>
            <a:off x="1133827" y="7753078"/>
            <a:ext cx="28398" cy="28398"/>
          </a:xfrm>
          <a:prstGeom prst="ellipse">
            <a:avLst/>
          </a:prstGeom>
          <a:solidFill>
            <a:srgbClr val="7F8C97">
              <a:alpha val="48000"/>
            </a:srgbClr>
          </a:solidFill>
          <a:ln w="0">
            <a:noFill/>
            <a:prstDash val="solid"/>
          </a:ln>
        </p:spPr>
      </p:sp>
      <p:sp>
        <p:nvSpPr>
          <p:cNvPr id="3510" name="03_assume_matched_8807">
            <a:extLst>
              <a:ext uri="{FF2B5EF4-FFF2-40B4-BE49-F238E27FC236}">
                <a16:creationId xmlns:a16="http://schemas.microsoft.com/office/drawing/2014/main" id="{5A3B1BBC-A035-42B7-B129-0FF02C9B14D4}"/>
              </a:ext>
            </a:extLst>
          </p:cNvPr>
          <p:cNvSpPr>
            <a:spLocks noGrp="1"/>
          </p:cNvSpPr>
          <p:nvPr/>
        </p:nvSpPr>
        <p:spPr>
          <a:xfrm>
            <a:off x="1144764" y="7753078"/>
            <a:ext cx="28398" cy="28398"/>
          </a:xfrm>
          <a:prstGeom prst="ellipse">
            <a:avLst/>
          </a:prstGeom>
          <a:solidFill>
            <a:srgbClr val="7F8C97">
              <a:alpha val="48000"/>
            </a:srgbClr>
          </a:solidFill>
          <a:ln w="0">
            <a:noFill/>
            <a:prstDash val="solid"/>
          </a:ln>
        </p:spPr>
      </p:sp>
      <p:sp>
        <p:nvSpPr>
          <p:cNvPr id="3511" name="03_assume_matched_8808">
            <a:extLst>
              <a:ext uri="{FF2B5EF4-FFF2-40B4-BE49-F238E27FC236}">
                <a16:creationId xmlns:a16="http://schemas.microsoft.com/office/drawing/2014/main" id="{E15B45AA-67AC-46C7-A412-52A023893462}"/>
              </a:ext>
            </a:extLst>
          </p:cNvPr>
          <p:cNvSpPr>
            <a:spLocks noGrp="1"/>
          </p:cNvSpPr>
          <p:nvPr/>
        </p:nvSpPr>
        <p:spPr>
          <a:xfrm>
            <a:off x="1162177" y="7753078"/>
            <a:ext cx="28398" cy="28398"/>
          </a:xfrm>
          <a:prstGeom prst="ellipse">
            <a:avLst/>
          </a:prstGeom>
          <a:solidFill>
            <a:srgbClr val="7F8C97">
              <a:alpha val="48000"/>
            </a:srgbClr>
          </a:solidFill>
          <a:ln w="0">
            <a:noFill/>
            <a:prstDash val="solid"/>
          </a:ln>
        </p:spPr>
      </p:sp>
      <p:sp>
        <p:nvSpPr>
          <p:cNvPr id="3512" name="03_assume_matched_8809">
            <a:extLst>
              <a:ext uri="{FF2B5EF4-FFF2-40B4-BE49-F238E27FC236}">
                <a16:creationId xmlns:a16="http://schemas.microsoft.com/office/drawing/2014/main" id="{14E5CC30-D5F5-48D0-910C-68D2391D70B4}"/>
              </a:ext>
            </a:extLst>
          </p:cNvPr>
          <p:cNvSpPr>
            <a:spLocks noGrp="1"/>
          </p:cNvSpPr>
          <p:nvPr/>
        </p:nvSpPr>
        <p:spPr>
          <a:xfrm>
            <a:off x="1146923" y="7753078"/>
            <a:ext cx="28398" cy="28398"/>
          </a:xfrm>
          <a:prstGeom prst="ellipse">
            <a:avLst/>
          </a:prstGeom>
          <a:solidFill>
            <a:srgbClr val="7F8C97">
              <a:alpha val="48000"/>
            </a:srgbClr>
          </a:solidFill>
          <a:ln w="0">
            <a:noFill/>
            <a:prstDash val="solid"/>
          </a:ln>
        </p:spPr>
      </p:sp>
      <p:sp>
        <p:nvSpPr>
          <p:cNvPr id="3513" name="03_assume_matched_8810">
            <a:extLst>
              <a:ext uri="{FF2B5EF4-FFF2-40B4-BE49-F238E27FC236}">
                <a16:creationId xmlns:a16="http://schemas.microsoft.com/office/drawing/2014/main" id="{6F4C0CD6-59D0-4ADD-8308-2AAF3938E974}"/>
              </a:ext>
            </a:extLst>
          </p:cNvPr>
          <p:cNvSpPr>
            <a:spLocks noGrp="1"/>
          </p:cNvSpPr>
          <p:nvPr/>
        </p:nvSpPr>
        <p:spPr>
          <a:xfrm>
            <a:off x="1125193" y="7753078"/>
            <a:ext cx="28398" cy="28398"/>
          </a:xfrm>
          <a:prstGeom prst="ellipse">
            <a:avLst/>
          </a:prstGeom>
          <a:solidFill>
            <a:srgbClr val="7F8C97">
              <a:alpha val="48000"/>
            </a:srgbClr>
          </a:solidFill>
          <a:ln w="0">
            <a:noFill/>
            <a:prstDash val="solid"/>
          </a:ln>
        </p:spPr>
      </p:sp>
      <p:sp>
        <p:nvSpPr>
          <p:cNvPr id="3514" name="03_assume_matched_8811">
            <a:extLst>
              <a:ext uri="{FF2B5EF4-FFF2-40B4-BE49-F238E27FC236}">
                <a16:creationId xmlns:a16="http://schemas.microsoft.com/office/drawing/2014/main" id="{32459577-FCEC-470B-A5EC-1AFCD4DC702D}"/>
              </a:ext>
            </a:extLst>
          </p:cNvPr>
          <p:cNvSpPr>
            <a:spLocks noGrp="1"/>
          </p:cNvSpPr>
          <p:nvPr/>
        </p:nvSpPr>
        <p:spPr>
          <a:xfrm>
            <a:off x="1036976" y="7460643"/>
            <a:ext cx="28398" cy="28398"/>
          </a:xfrm>
          <a:prstGeom prst="ellipse">
            <a:avLst/>
          </a:prstGeom>
          <a:solidFill>
            <a:srgbClr val="7F8C97">
              <a:alpha val="48000"/>
            </a:srgbClr>
          </a:solidFill>
          <a:ln w="0">
            <a:noFill/>
            <a:prstDash val="solid"/>
          </a:ln>
        </p:spPr>
      </p:sp>
      <p:sp>
        <p:nvSpPr>
          <p:cNvPr id="3515" name="03_assume_matched_8812">
            <a:extLst>
              <a:ext uri="{FF2B5EF4-FFF2-40B4-BE49-F238E27FC236}">
                <a16:creationId xmlns:a16="http://schemas.microsoft.com/office/drawing/2014/main" id="{6E77CD3E-653C-4E5E-A180-0823C677890F}"/>
              </a:ext>
            </a:extLst>
          </p:cNvPr>
          <p:cNvSpPr>
            <a:spLocks noGrp="1"/>
          </p:cNvSpPr>
          <p:nvPr/>
        </p:nvSpPr>
        <p:spPr>
          <a:xfrm>
            <a:off x="1050936" y="7460643"/>
            <a:ext cx="28398" cy="28398"/>
          </a:xfrm>
          <a:prstGeom prst="ellipse">
            <a:avLst/>
          </a:prstGeom>
          <a:solidFill>
            <a:srgbClr val="7F8C97">
              <a:alpha val="48000"/>
            </a:srgbClr>
          </a:solidFill>
          <a:ln w="0">
            <a:noFill/>
            <a:prstDash val="solid"/>
          </a:ln>
        </p:spPr>
      </p:sp>
      <p:sp>
        <p:nvSpPr>
          <p:cNvPr id="3516" name="03_assume_matched_8813">
            <a:extLst>
              <a:ext uri="{FF2B5EF4-FFF2-40B4-BE49-F238E27FC236}">
                <a16:creationId xmlns:a16="http://schemas.microsoft.com/office/drawing/2014/main" id="{818066C5-3856-4D8D-90E2-9C69821F8627}"/>
              </a:ext>
            </a:extLst>
          </p:cNvPr>
          <p:cNvSpPr>
            <a:spLocks noGrp="1"/>
          </p:cNvSpPr>
          <p:nvPr/>
        </p:nvSpPr>
        <p:spPr>
          <a:xfrm>
            <a:off x="1112097" y="7460643"/>
            <a:ext cx="28398" cy="28398"/>
          </a:xfrm>
          <a:prstGeom prst="ellipse">
            <a:avLst/>
          </a:prstGeom>
          <a:solidFill>
            <a:srgbClr val="7F8C97">
              <a:alpha val="48000"/>
            </a:srgbClr>
          </a:solidFill>
          <a:ln w="0">
            <a:noFill/>
            <a:prstDash val="solid"/>
          </a:ln>
        </p:spPr>
      </p:sp>
      <p:sp>
        <p:nvSpPr>
          <p:cNvPr id="3517" name="03_assume_matched_8814">
            <a:extLst>
              <a:ext uri="{FF2B5EF4-FFF2-40B4-BE49-F238E27FC236}">
                <a16:creationId xmlns:a16="http://schemas.microsoft.com/office/drawing/2014/main" id="{73EF7DC8-1B97-41F9-93C4-06DCF8BD3DF1}"/>
              </a:ext>
            </a:extLst>
          </p:cNvPr>
          <p:cNvSpPr>
            <a:spLocks noGrp="1"/>
          </p:cNvSpPr>
          <p:nvPr/>
        </p:nvSpPr>
        <p:spPr>
          <a:xfrm>
            <a:off x="1056980" y="7753078"/>
            <a:ext cx="28398" cy="28398"/>
          </a:xfrm>
          <a:prstGeom prst="ellipse">
            <a:avLst/>
          </a:prstGeom>
          <a:solidFill>
            <a:srgbClr val="7F8C97">
              <a:alpha val="48000"/>
            </a:srgbClr>
          </a:solidFill>
          <a:ln w="0">
            <a:noFill/>
            <a:prstDash val="solid"/>
          </a:ln>
        </p:spPr>
      </p:sp>
      <p:sp>
        <p:nvSpPr>
          <p:cNvPr id="3518" name="03_assume_matched_8815">
            <a:extLst>
              <a:ext uri="{FF2B5EF4-FFF2-40B4-BE49-F238E27FC236}">
                <a16:creationId xmlns:a16="http://schemas.microsoft.com/office/drawing/2014/main" id="{E7785341-417A-425F-A810-470FB8267F34}"/>
              </a:ext>
            </a:extLst>
          </p:cNvPr>
          <p:cNvSpPr>
            <a:spLocks noGrp="1"/>
          </p:cNvSpPr>
          <p:nvPr/>
        </p:nvSpPr>
        <p:spPr>
          <a:xfrm>
            <a:off x="1083027" y="7753078"/>
            <a:ext cx="28398" cy="28398"/>
          </a:xfrm>
          <a:prstGeom prst="ellipse">
            <a:avLst/>
          </a:prstGeom>
          <a:solidFill>
            <a:srgbClr val="7F8C97">
              <a:alpha val="48000"/>
            </a:srgbClr>
          </a:solidFill>
          <a:ln w="0">
            <a:noFill/>
            <a:prstDash val="solid"/>
          </a:ln>
        </p:spPr>
      </p:sp>
      <p:sp>
        <p:nvSpPr>
          <p:cNvPr id="3519" name="03_assume_matched_8816">
            <a:extLst>
              <a:ext uri="{FF2B5EF4-FFF2-40B4-BE49-F238E27FC236}">
                <a16:creationId xmlns:a16="http://schemas.microsoft.com/office/drawing/2014/main" id="{9EDB8721-6BBC-4455-B1B9-F424FF8F0911}"/>
              </a:ext>
            </a:extLst>
          </p:cNvPr>
          <p:cNvSpPr>
            <a:spLocks noGrp="1"/>
          </p:cNvSpPr>
          <p:nvPr/>
        </p:nvSpPr>
        <p:spPr>
          <a:xfrm>
            <a:off x="1032083" y="7753078"/>
            <a:ext cx="28398" cy="28398"/>
          </a:xfrm>
          <a:prstGeom prst="ellipse">
            <a:avLst/>
          </a:prstGeom>
          <a:solidFill>
            <a:srgbClr val="7F8C97">
              <a:alpha val="48000"/>
            </a:srgbClr>
          </a:solidFill>
          <a:ln w="0">
            <a:noFill/>
            <a:prstDash val="solid"/>
          </a:ln>
        </p:spPr>
      </p:sp>
      <p:sp>
        <p:nvSpPr>
          <p:cNvPr id="3520" name="03_assume_matched_8817">
            <a:extLst>
              <a:ext uri="{FF2B5EF4-FFF2-40B4-BE49-F238E27FC236}">
                <a16:creationId xmlns:a16="http://schemas.microsoft.com/office/drawing/2014/main" id="{B3E40222-40F0-4E73-96A4-9BC94E9BF5AD}"/>
              </a:ext>
            </a:extLst>
          </p:cNvPr>
          <p:cNvSpPr>
            <a:spLocks noGrp="1"/>
          </p:cNvSpPr>
          <p:nvPr/>
        </p:nvSpPr>
        <p:spPr>
          <a:xfrm>
            <a:off x="1527570" y="7168208"/>
            <a:ext cx="28398" cy="28398"/>
          </a:xfrm>
          <a:prstGeom prst="ellipse">
            <a:avLst/>
          </a:prstGeom>
          <a:solidFill>
            <a:srgbClr val="7F8C97">
              <a:alpha val="48000"/>
            </a:srgbClr>
          </a:solidFill>
          <a:ln w="0">
            <a:noFill/>
            <a:prstDash val="solid"/>
          </a:ln>
        </p:spPr>
      </p:sp>
      <p:sp>
        <p:nvSpPr>
          <p:cNvPr id="3521" name="03_assume_matched_8818">
            <a:extLst>
              <a:ext uri="{FF2B5EF4-FFF2-40B4-BE49-F238E27FC236}">
                <a16:creationId xmlns:a16="http://schemas.microsoft.com/office/drawing/2014/main" id="{7667BFD3-B954-4BD1-BD53-35DAADA38267}"/>
              </a:ext>
            </a:extLst>
          </p:cNvPr>
          <p:cNvSpPr>
            <a:spLocks noGrp="1"/>
          </p:cNvSpPr>
          <p:nvPr/>
        </p:nvSpPr>
        <p:spPr>
          <a:xfrm>
            <a:off x="1516057" y="7168208"/>
            <a:ext cx="28398" cy="28398"/>
          </a:xfrm>
          <a:prstGeom prst="ellipse">
            <a:avLst/>
          </a:prstGeom>
          <a:solidFill>
            <a:srgbClr val="7F8C97">
              <a:alpha val="48000"/>
            </a:srgbClr>
          </a:solidFill>
          <a:ln w="0">
            <a:noFill/>
            <a:prstDash val="solid"/>
          </a:ln>
        </p:spPr>
      </p:sp>
      <p:sp>
        <p:nvSpPr>
          <p:cNvPr id="3522" name="03_assume_matched_8819">
            <a:extLst>
              <a:ext uri="{FF2B5EF4-FFF2-40B4-BE49-F238E27FC236}">
                <a16:creationId xmlns:a16="http://schemas.microsoft.com/office/drawing/2014/main" id="{1E2D72A7-280F-42AE-A38B-4E0E78ECAF13}"/>
              </a:ext>
            </a:extLst>
          </p:cNvPr>
          <p:cNvSpPr>
            <a:spLocks noGrp="1"/>
          </p:cNvSpPr>
          <p:nvPr/>
        </p:nvSpPr>
        <p:spPr>
          <a:xfrm>
            <a:off x="1458925" y="7168208"/>
            <a:ext cx="28398" cy="28398"/>
          </a:xfrm>
          <a:prstGeom prst="ellipse">
            <a:avLst/>
          </a:prstGeom>
          <a:solidFill>
            <a:srgbClr val="7F8C97">
              <a:alpha val="48000"/>
            </a:srgbClr>
          </a:solidFill>
          <a:ln w="0">
            <a:noFill/>
            <a:prstDash val="solid"/>
          </a:ln>
        </p:spPr>
      </p:sp>
      <p:sp>
        <p:nvSpPr>
          <p:cNvPr id="3523" name="03_assume_matched_8820">
            <a:extLst>
              <a:ext uri="{FF2B5EF4-FFF2-40B4-BE49-F238E27FC236}">
                <a16:creationId xmlns:a16="http://schemas.microsoft.com/office/drawing/2014/main" id="{B0F9B720-F8EC-4764-97D0-0545EC9B9EF9}"/>
              </a:ext>
            </a:extLst>
          </p:cNvPr>
          <p:cNvSpPr>
            <a:spLocks noGrp="1"/>
          </p:cNvSpPr>
          <p:nvPr/>
        </p:nvSpPr>
        <p:spPr>
          <a:xfrm>
            <a:off x="1537787" y="7168208"/>
            <a:ext cx="28398" cy="28398"/>
          </a:xfrm>
          <a:prstGeom prst="ellipse">
            <a:avLst/>
          </a:prstGeom>
          <a:solidFill>
            <a:srgbClr val="7F8C97">
              <a:alpha val="48000"/>
            </a:srgbClr>
          </a:solidFill>
          <a:ln w="0">
            <a:noFill/>
            <a:prstDash val="solid"/>
          </a:ln>
        </p:spPr>
      </p:sp>
      <p:sp>
        <p:nvSpPr>
          <p:cNvPr id="3524" name="03_assume_matched_8821">
            <a:extLst>
              <a:ext uri="{FF2B5EF4-FFF2-40B4-BE49-F238E27FC236}">
                <a16:creationId xmlns:a16="http://schemas.microsoft.com/office/drawing/2014/main" id="{BC1D6C4B-0688-476F-B76E-375B06D30E94}"/>
              </a:ext>
            </a:extLst>
          </p:cNvPr>
          <p:cNvSpPr>
            <a:spLocks noGrp="1"/>
          </p:cNvSpPr>
          <p:nvPr/>
        </p:nvSpPr>
        <p:spPr>
          <a:xfrm>
            <a:off x="1505552" y="7168208"/>
            <a:ext cx="28398" cy="28398"/>
          </a:xfrm>
          <a:prstGeom prst="ellipse">
            <a:avLst/>
          </a:prstGeom>
          <a:solidFill>
            <a:srgbClr val="7F8C97">
              <a:alpha val="48000"/>
            </a:srgbClr>
          </a:solidFill>
          <a:ln w="0">
            <a:noFill/>
            <a:prstDash val="solid"/>
          </a:ln>
        </p:spPr>
      </p:sp>
      <p:sp>
        <p:nvSpPr>
          <p:cNvPr id="3525" name="03_assume_matched_8822">
            <a:extLst>
              <a:ext uri="{FF2B5EF4-FFF2-40B4-BE49-F238E27FC236}">
                <a16:creationId xmlns:a16="http://schemas.microsoft.com/office/drawing/2014/main" id="{AD7D7AC3-F2F3-4103-8471-448F99924639}"/>
              </a:ext>
            </a:extLst>
          </p:cNvPr>
          <p:cNvSpPr>
            <a:spLocks noGrp="1"/>
          </p:cNvSpPr>
          <p:nvPr/>
        </p:nvSpPr>
        <p:spPr>
          <a:xfrm>
            <a:off x="1410284" y="7168208"/>
            <a:ext cx="28398" cy="28398"/>
          </a:xfrm>
          <a:prstGeom prst="ellipse">
            <a:avLst/>
          </a:prstGeom>
          <a:solidFill>
            <a:srgbClr val="7F8C97">
              <a:alpha val="48000"/>
            </a:srgbClr>
          </a:solidFill>
          <a:ln w="0">
            <a:noFill/>
            <a:prstDash val="solid"/>
          </a:ln>
        </p:spPr>
      </p:sp>
      <p:sp>
        <p:nvSpPr>
          <p:cNvPr id="3526" name="03_assume_matched_8823">
            <a:extLst>
              <a:ext uri="{FF2B5EF4-FFF2-40B4-BE49-F238E27FC236}">
                <a16:creationId xmlns:a16="http://schemas.microsoft.com/office/drawing/2014/main" id="{A354FCF5-B1E9-4ECB-9D09-115F2B15A616}"/>
              </a:ext>
            </a:extLst>
          </p:cNvPr>
          <p:cNvSpPr>
            <a:spLocks noGrp="1"/>
          </p:cNvSpPr>
          <p:nvPr/>
        </p:nvSpPr>
        <p:spPr>
          <a:xfrm>
            <a:off x="1440936" y="7460643"/>
            <a:ext cx="28398" cy="28398"/>
          </a:xfrm>
          <a:prstGeom prst="ellipse">
            <a:avLst/>
          </a:prstGeom>
          <a:solidFill>
            <a:srgbClr val="7F8C97">
              <a:alpha val="48000"/>
            </a:srgbClr>
          </a:solidFill>
          <a:ln w="0">
            <a:noFill/>
            <a:prstDash val="solid"/>
          </a:ln>
        </p:spPr>
      </p:sp>
      <p:sp>
        <p:nvSpPr>
          <p:cNvPr id="3527" name="03_assume_matched_8824">
            <a:extLst>
              <a:ext uri="{FF2B5EF4-FFF2-40B4-BE49-F238E27FC236}">
                <a16:creationId xmlns:a16="http://schemas.microsoft.com/office/drawing/2014/main" id="{F05E8F7C-87BF-49F8-BD36-270A15598D5F}"/>
              </a:ext>
            </a:extLst>
          </p:cNvPr>
          <p:cNvSpPr>
            <a:spLocks noGrp="1"/>
          </p:cNvSpPr>
          <p:nvPr/>
        </p:nvSpPr>
        <p:spPr>
          <a:xfrm>
            <a:off x="1409996" y="7606860"/>
            <a:ext cx="28398" cy="28398"/>
          </a:xfrm>
          <a:prstGeom prst="ellipse">
            <a:avLst/>
          </a:prstGeom>
          <a:solidFill>
            <a:srgbClr val="7F8C97">
              <a:alpha val="48000"/>
            </a:srgbClr>
          </a:solidFill>
          <a:ln w="0">
            <a:noFill/>
            <a:prstDash val="solid"/>
          </a:ln>
        </p:spPr>
      </p:sp>
      <p:sp>
        <p:nvSpPr>
          <p:cNvPr id="3528" name="03_assume_matched_8825">
            <a:extLst>
              <a:ext uri="{FF2B5EF4-FFF2-40B4-BE49-F238E27FC236}">
                <a16:creationId xmlns:a16="http://schemas.microsoft.com/office/drawing/2014/main" id="{AADA1E24-B41C-4879-A2DE-3C6360BC563E}"/>
              </a:ext>
            </a:extLst>
          </p:cNvPr>
          <p:cNvSpPr>
            <a:spLocks noGrp="1"/>
          </p:cNvSpPr>
          <p:nvPr/>
        </p:nvSpPr>
        <p:spPr>
          <a:xfrm>
            <a:off x="1491305" y="7168208"/>
            <a:ext cx="28398" cy="28398"/>
          </a:xfrm>
          <a:prstGeom prst="ellipse">
            <a:avLst/>
          </a:prstGeom>
          <a:solidFill>
            <a:srgbClr val="7F8C97">
              <a:alpha val="48000"/>
            </a:srgbClr>
          </a:solidFill>
          <a:ln w="0">
            <a:noFill/>
            <a:prstDash val="solid"/>
          </a:ln>
        </p:spPr>
      </p:sp>
      <p:sp>
        <p:nvSpPr>
          <p:cNvPr id="3529" name="03_assume_matched_8826">
            <a:extLst>
              <a:ext uri="{FF2B5EF4-FFF2-40B4-BE49-F238E27FC236}">
                <a16:creationId xmlns:a16="http://schemas.microsoft.com/office/drawing/2014/main" id="{D87C899C-53EE-4654-A67C-17B9CA6C4E17}"/>
              </a:ext>
            </a:extLst>
          </p:cNvPr>
          <p:cNvSpPr>
            <a:spLocks noGrp="1"/>
          </p:cNvSpPr>
          <p:nvPr/>
        </p:nvSpPr>
        <p:spPr>
          <a:xfrm>
            <a:off x="1472596" y="7168208"/>
            <a:ext cx="28398" cy="28398"/>
          </a:xfrm>
          <a:prstGeom prst="ellipse">
            <a:avLst/>
          </a:prstGeom>
          <a:solidFill>
            <a:srgbClr val="7F8C97">
              <a:alpha val="48000"/>
            </a:srgbClr>
          </a:solidFill>
          <a:ln w="0">
            <a:noFill/>
            <a:prstDash val="solid"/>
          </a:ln>
        </p:spPr>
      </p:sp>
      <p:sp>
        <p:nvSpPr>
          <p:cNvPr id="3530" name="03_assume_matched_8827">
            <a:extLst>
              <a:ext uri="{FF2B5EF4-FFF2-40B4-BE49-F238E27FC236}">
                <a16:creationId xmlns:a16="http://schemas.microsoft.com/office/drawing/2014/main" id="{B9F9300B-DD73-4AE0-892C-9DFD727465B2}"/>
              </a:ext>
            </a:extLst>
          </p:cNvPr>
          <p:cNvSpPr>
            <a:spLocks noGrp="1"/>
          </p:cNvSpPr>
          <p:nvPr/>
        </p:nvSpPr>
        <p:spPr>
          <a:xfrm>
            <a:off x="1457342" y="7168208"/>
            <a:ext cx="28398" cy="28398"/>
          </a:xfrm>
          <a:prstGeom prst="ellipse">
            <a:avLst/>
          </a:prstGeom>
          <a:solidFill>
            <a:srgbClr val="7F8C97">
              <a:alpha val="48000"/>
            </a:srgbClr>
          </a:solidFill>
          <a:ln w="0">
            <a:noFill/>
            <a:prstDash val="solid"/>
          </a:ln>
        </p:spPr>
      </p:sp>
      <p:sp>
        <p:nvSpPr>
          <p:cNvPr id="3531" name="03_assume_matched_8828">
            <a:extLst>
              <a:ext uri="{FF2B5EF4-FFF2-40B4-BE49-F238E27FC236}">
                <a16:creationId xmlns:a16="http://schemas.microsoft.com/office/drawing/2014/main" id="{888F8880-BE59-451E-BF83-A4EEAF32E5C1}"/>
              </a:ext>
            </a:extLst>
          </p:cNvPr>
          <p:cNvSpPr>
            <a:spLocks noGrp="1"/>
          </p:cNvSpPr>
          <p:nvPr/>
        </p:nvSpPr>
        <p:spPr>
          <a:xfrm>
            <a:off x="1443095" y="7753078"/>
            <a:ext cx="28398" cy="28398"/>
          </a:xfrm>
          <a:prstGeom prst="ellipse">
            <a:avLst/>
          </a:prstGeom>
          <a:solidFill>
            <a:srgbClr val="7F8C97">
              <a:alpha val="48000"/>
            </a:srgbClr>
          </a:solidFill>
          <a:ln w="0">
            <a:noFill/>
            <a:prstDash val="solid"/>
          </a:ln>
        </p:spPr>
      </p:sp>
      <p:sp>
        <p:nvSpPr>
          <p:cNvPr id="3532" name="03_assume_matched_8829">
            <a:extLst>
              <a:ext uri="{FF2B5EF4-FFF2-40B4-BE49-F238E27FC236}">
                <a16:creationId xmlns:a16="http://schemas.microsoft.com/office/drawing/2014/main" id="{49726B68-4296-4719-BC8A-D3BDAB539414}"/>
              </a:ext>
            </a:extLst>
          </p:cNvPr>
          <p:cNvSpPr>
            <a:spLocks noGrp="1"/>
          </p:cNvSpPr>
          <p:nvPr/>
        </p:nvSpPr>
        <p:spPr>
          <a:xfrm>
            <a:off x="1459501" y="7168208"/>
            <a:ext cx="28398" cy="28398"/>
          </a:xfrm>
          <a:prstGeom prst="ellipse">
            <a:avLst/>
          </a:prstGeom>
          <a:solidFill>
            <a:srgbClr val="7F8C97">
              <a:alpha val="48000"/>
            </a:srgbClr>
          </a:solidFill>
          <a:ln w="0">
            <a:noFill/>
            <a:prstDash val="solid"/>
          </a:ln>
        </p:spPr>
      </p:sp>
      <p:sp>
        <p:nvSpPr>
          <p:cNvPr id="3533" name="03_assume_matched_8830">
            <a:extLst>
              <a:ext uri="{FF2B5EF4-FFF2-40B4-BE49-F238E27FC236}">
                <a16:creationId xmlns:a16="http://schemas.microsoft.com/office/drawing/2014/main" id="{7400FA03-D877-48B7-9D81-64AA2D219485}"/>
              </a:ext>
            </a:extLst>
          </p:cNvPr>
          <p:cNvSpPr>
            <a:spLocks noGrp="1"/>
          </p:cNvSpPr>
          <p:nvPr/>
        </p:nvSpPr>
        <p:spPr>
          <a:xfrm>
            <a:off x="1544695" y="7314426"/>
            <a:ext cx="28398" cy="28398"/>
          </a:xfrm>
          <a:prstGeom prst="ellipse">
            <a:avLst/>
          </a:prstGeom>
          <a:solidFill>
            <a:srgbClr val="7F8C97">
              <a:alpha val="48000"/>
            </a:srgbClr>
          </a:solidFill>
          <a:ln w="0">
            <a:noFill/>
            <a:prstDash val="solid"/>
          </a:ln>
        </p:spPr>
      </p:sp>
      <p:sp>
        <p:nvSpPr>
          <p:cNvPr id="3534" name="03_assume_matched_8831">
            <a:extLst>
              <a:ext uri="{FF2B5EF4-FFF2-40B4-BE49-F238E27FC236}">
                <a16:creationId xmlns:a16="http://schemas.microsoft.com/office/drawing/2014/main" id="{C01B4F46-D4EA-4E1A-BE37-5708DD2EE427}"/>
              </a:ext>
            </a:extLst>
          </p:cNvPr>
          <p:cNvSpPr>
            <a:spLocks noGrp="1"/>
          </p:cNvSpPr>
          <p:nvPr/>
        </p:nvSpPr>
        <p:spPr>
          <a:xfrm>
            <a:off x="1499651" y="7168208"/>
            <a:ext cx="28398" cy="28398"/>
          </a:xfrm>
          <a:prstGeom prst="ellipse">
            <a:avLst/>
          </a:prstGeom>
          <a:solidFill>
            <a:srgbClr val="7F8C97">
              <a:alpha val="48000"/>
            </a:srgbClr>
          </a:solidFill>
          <a:ln w="0">
            <a:noFill/>
            <a:prstDash val="solid"/>
          </a:ln>
        </p:spPr>
      </p:sp>
      <p:sp>
        <p:nvSpPr>
          <p:cNvPr id="3535" name="03_assume_matched_8832">
            <a:extLst>
              <a:ext uri="{FF2B5EF4-FFF2-40B4-BE49-F238E27FC236}">
                <a16:creationId xmlns:a16="http://schemas.microsoft.com/office/drawing/2014/main" id="{15FD4A23-4924-4B9C-BB0F-73744D66232F}"/>
              </a:ext>
            </a:extLst>
          </p:cNvPr>
          <p:cNvSpPr>
            <a:spLocks noGrp="1"/>
          </p:cNvSpPr>
          <p:nvPr/>
        </p:nvSpPr>
        <p:spPr>
          <a:xfrm>
            <a:off x="1509437" y="7688092"/>
            <a:ext cx="28398" cy="28398"/>
          </a:xfrm>
          <a:prstGeom prst="ellipse">
            <a:avLst/>
          </a:prstGeom>
          <a:solidFill>
            <a:srgbClr val="7F8C97">
              <a:alpha val="48000"/>
            </a:srgbClr>
          </a:solidFill>
          <a:ln w="0">
            <a:noFill/>
            <a:prstDash val="solid"/>
          </a:ln>
        </p:spPr>
      </p:sp>
      <p:sp>
        <p:nvSpPr>
          <p:cNvPr id="3536" name="03_assume_matched_8833">
            <a:extLst>
              <a:ext uri="{FF2B5EF4-FFF2-40B4-BE49-F238E27FC236}">
                <a16:creationId xmlns:a16="http://schemas.microsoft.com/office/drawing/2014/main" id="{7D6B52C1-9E26-49AA-BF6F-C188C8D91DFC}"/>
              </a:ext>
            </a:extLst>
          </p:cNvPr>
          <p:cNvSpPr>
            <a:spLocks noGrp="1"/>
          </p:cNvSpPr>
          <p:nvPr/>
        </p:nvSpPr>
        <p:spPr>
          <a:xfrm>
            <a:off x="1446261" y="7558121"/>
            <a:ext cx="28398" cy="28398"/>
          </a:xfrm>
          <a:prstGeom prst="ellipse">
            <a:avLst/>
          </a:prstGeom>
          <a:solidFill>
            <a:srgbClr val="7F8C97">
              <a:alpha val="48000"/>
            </a:srgbClr>
          </a:solidFill>
          <a:ln w="0">
            <a:noFill/>
            <a:prstDash val="solid"/>
          </a:ln>
        </p:spPr>
      </p:sp>
      <p:sp>
        <p:nvSpPr>
          <p:cNvPr id="3537" name="03_assume_matched_8834">
            <a:extLst>
              <a:ext uri="{FF2B5EF4-FFF2-40B4-BE49-F238E27FC236}">
                <a16:creationId xmlns:a16="http://schemas.microsoft.com/office/drawing/2014/main" id="{B0D35A95-8D99-4236-9EAA-830DF598215A}"/>
              </a:ext>
            </a:extLst>
          </p:cNvPr>
          <p:cNvSpPr>
            <a:spLocks noGrp="1"/>
          </p:cNvSpPr>
          <p:nvPr/>
        </p:nvSpPr>
        <p:spPr>
          <a:xfrm>
            <a:off x="1536636" y="7558121"/>
            <a:ext cx="28398" cy="28398"/>
          </a:xfrm>
          <a:prstGeom prst="ellipse">
            <a:avLst/>
          </a:prstGeom>
          <a:solidFill>
            <a:srgbClr val="7F8C97">
              <a:alpha val="48000"/>
            </a:srgbClr>
          </a:solidFill>
          <a:ln w="0">
            <a:noFill/>
            <a:prstDash val="solid"/>
          </a:ln>
        </p:spPr>
      </p:sp>
      <p:sp>
        <p:nvSpPr>
          <p:cNvPr id="3538" name="03_assume_matched_8835">
            <a:extLst>
              <a:ext uri="{FF2B5EF4-FFF2-40B4-BE49-F238E27FC236}">
                <a16:creationId xmlns:a16="http://schemas.microsoft.com/office/drawing/2014/main" id="{96EB6319-5468-40BB-9494-3CA66B18017A}"/>
              </a:ext>
            </a:extLst>
          </p:cNvPr>
          <p:cNvSpPr>
            <a:spLocks noGrp="1"/>
          </p:cNvSpPr>
          <p:nvPr/>
        </p:nvSpPr>
        <p:spPr>
          <a:xfrm>
            <a:off x="1509725" y="7168208"/>
            <a:ext cx="28398" cy="28398"/>
          </a:xfrm>
          <a:prstGeom prst="ellipse">
            <a:avLst/>
          </a:prstGeom>
          <a:solidFill>
            <a:srgbClr val="7F8C97">
              <a:alpha val="48000"/>
            </a:srgbClr>
          </a:solidFill>
          <a:ln w="0">
            <a:noFill/>
            <a:prstDash val="solid"/>
          </a:ln>
        </p:spPr>
      </p:sp>
      <p:sp>
        <p:nvSpPr>
          <p:cNvPr id="3539" name="03_assume_matched_8836">
            <a:extLst>
              <a:ext uri="{FF2B5EF4-FFF2-40B4-BE49-F238E27FC236}">
                <a16:creationId xmlns:a16="http://schemas.microsoft.com/office/drawing/2014/main" id="{C0C60287-CCA9-4AF1-B428-D6E946E37A8E}"/>
              </a:ext>
            </a:extLst>
          </p:cNvPr>
          <p:cNvSpPr>
            <a:spLocks noGrp="1"/>
          </p:cNvSpPr>
          <p:nvPr/>
        </p:nvSpPr>
        <p:spPr>
          <a:xfrm>
            <a:off x="1427553" y="7753078"/>
            <a:ext cx="28398" cy="28398"/>
          </a:xfrm>
          <a:prstGeom prst="ellipse">
            <a:avLst/>
          </a:prstGeom>
          <a:solidFill>
            <a:srgbClr val="7F8C97">
              <a:alpha val="48000"/>
            </a:srgbClr>
          </a:solidFill>
          <a:ln w="0">
            <a:noFill/>
            <a:prstDash val="solid"/>
          </a:ln>
        </p:spPr>
      </p:sp>
      <p:sp>
        <p:nvSpPr>
          <p:cNvPr id="3540" name="03_assume_matched_8837">
            <a:extLst>
              <a:ext uri="{FF2B5EF4-FFF2-40B4-BE49-F238E27FC236}">
                <a16:creationId xmlns:a16="http://schemas.microsoft.com/office/drawing/2014/main" id="{813B0501-0DE7-42DE-A2A3-58206C468FA0}"/>
              </a:ext>
            </a:extLst>
          </p:cNvPr>
          <p:cNvSpPr>
            <a:spLocks noGrp="1"/>
          </p:cNvSpPr>
          <p:nvPr/>
        </p:nvSpPr>
        <p:spPr>
          <a:xfrm>
            <a:off x="1434892" y="7168208"/>
            <a:ext cx="28398" cy="28398"/>
          </a:xfrm>
          <a:prstGeom prst="ellipse">
            <a:avLst/>
          </a:prstGeom>
          <a:solidFill>
            <a:srgbClr val="7F8C97">
              <a:alpha val="48000"/>
            </a:srgbClr>
          </a:solidFill>
          <a:ln w="0">
            <a:noFill/>
            <a:prstDash val="solid"/>
          </a:ln>
        </p:spPr>
      </p:sp>
      <p:sp>
        <p:nvSpPr>
          <p:cNvPr id="3541" name="03_assume_matched_8838">
            <a:extLst>
              <a:ext uri="{FF2B5EF4-FFF2-40B4-BE49-F238E27FC236}">
                <a16:creationId xmlns:a16="http://schemas.microsoft.com/office/drawing/2014/main" id="{57379F9C-D84F-432B-B81F-82BB2F20FE9C}"/>
              </a:ext>
            </a:extLst>
          </p:cNvPr>
          <p:cNvSpPr>
            <a:spLocks noGrp="1"/>
          </p:cNvSpPr>
          <p:nvPr/>
        </p:nvSpPr>
        <p:spPr>
          <a:xfrm>
            <a:off x="1446117" y="7558121"/>
            <a:ext cx="28398" cy="28398"/>
          </a:xfrm>
          <a:prstGeom prst="ellipse">
            <a:avLst/>
          </a:prstGeom>
          <a:solidFill>
            <a:srgbClr val="7F8C97">
              <a:alpha val="48000"/>
            </a:srgbClr>
          </a:solidFill>
          <a:ln w="0">
            <a:noFill/>
            <a:prstDash val="solid"/>
          </a:ln>
        </p:spPr>
      </p:sp>
      <p:sp>
        <p:nvSpPr>
          <p:cNvPr id="3542" name="03_assume_matched_8839">
            <a:extLst>
              <a:ext uri="{FF2B5EF4-FFF2-40B4-BE49-F238E27FC236}">
                <a16:creationId xmlns:a16="http://schemas.microsoft.com/office/drawing/2014/main" id="{9C129879-70EC-490B-A20D-8416C3853650}"/>
              </a:ext>
            </a:extLst>
          </p:cNvPr>
          <p:cNvSpPr>
            <a:spLocks noGrp="1"/>
          </p:cNvSpPr>
          <p:nvPr/>
        </p:nvSpPr>
        <p:spPr>
          <a:xfrm>
            <a:off x="1535485" y="7168208"/>
            <a:ext cx="28398" cy="28398"/>
          </a:xfrm>
          <a:prstGeom prst="ellipse">
            <a:avLst/>
          </a:prstGeom>
          <a:solidFill>
            <a:srgbClr val="7F8C97">
              <a:alpha val="48000"/>
            </a:srgbClr>
          </a:solidFill>
          <a:ln w="0">
            <a:noFill/>
            <a:prstDash val="solid"/>
          </a:ln>
        </p:spPr>
      </p:sp>
      <p:sp>
        <p:nvSpPr>
          <p:cNvPr id="3543" name="03_assume_matched_8840">
            <a:extLst>
              <a:ext uri="{FF2B5EF4-FFF2-40B4-BE49-F238E27FC236}">
                <a16:creationId xmlns:a16="http://schemas.microsoft.com/office/drawing/2014/main" id="{9484D3F2-829E-4BE6-BD7B-5ACDC280C6CE}"/>
              </a:ext>
            </a:extLst>
          </p:cNvPr>
          <p:cNvSpPr>
            <a:spLocks noGrp="1"/>
          </p:cNvSpPr>
          <p:nvPr/>
        </p:nvSpPr>
        <p:spPr>
          <a:xfrm>
            <a:off x="1448420" y="7168208"/>
            <a:ext cx="28398" cy="28398"/>
          </a:xfrm>
          <a:prstGeom prst="ellipse">
            <a:avLst/>
          </a:prstGeom>
          <a:solidFill>
            <a:srgbClr val="7F8C97">
              <a:alpha val="48000"/>
            </a:srgbClr>
          </a:solidFill>
          <a:ln w="0">
            <a:noFill/>
            <a:prstDash val="solid"/>
          </a:ln>
        </p:spPr>
      </p:sp>
      <p:sp>
        <p:nvSpPr>
          <p:cNvPr id="3544" name="03_assume_matched_8841">
            <a:extLst>
              <a:ext uri="{FF2B5EF4-FFF2-40B4-BE49-F238E27FC236}">
                <a16:creationId xmlns:a16="http://schemas.microsoft.com/office/drawing/2014/main" id="{2797D42D-E928-4C4B-8C56-BB9880554E89}"/>
              </a:ext>
            </a:extLst>
          </p:cNvPr>
          <p:cNvSpPr>
            <a:spLocks noGrp="1"/>
          </p:cNvSpPr>
          <p:nvPr/>
        </p:nvSpPr>
        <p:spPr>
          <a:xfrm>
            <a:off x="1527426" y="7493136"/>
            <a:ext cx="28398" cy="28398"/>
          </a:xfrm>
          <a:prstGeom prst="ellipse">
            <a:avLst/>
          </a:prstGeom>
          <a:solidFill>
            <a:srgbClr val="7F8C97">
              <a:alpha val="48000"/>
            </a:srgbClr>
          </a:solidFill>
          <a:ln w="0">
            <a:noFill/>
            <a:prstDash val="solid"/>
          </a:ln>
        </p:spPr>
      </p:sp>
      <p:sp>
        <p:nvSpPr>
          <p:cNvPr id="3545" name="03_assume_matched_8842">
            <a:extLst>
              <a:ext uri="{FF2B5EF4-FFF2-40B4-BE49-F238E27FC236}">
                <a16:creationId xmlns:a16="http://schemas.microsoft.com/office/drawing/2014/main" id="{021752D4-7009-4A94-953F-0FE394343C3C}"/>
              </a:ext>
            </a:extLst>
          </p:cNvPr>
          <p:cNvSpPr>
            <a:spLocks noGrp="1"/>
          </p:cNvSpPr>
          <p:nvPr/>
        </p:nvSpPr>
        <p:spPr>
          <a:xfrm>
            <a:off x="1528577" y="7168208"/>
            <a:ext cx="28398" cy="28398"/>
          </a:xfrm>
          <a:prstGeom prst="ellipse">
            <a:avLst/>
          </a:prstGeom>
          <a:solidFill>
            <a:srgbClr val="7F8C97">
              <a:alpha val="48000"/>
            </a:srgbClr>
          </a:solidFill>
          <a:ln w="0">
            <a:noFill/>
            <a:prstDash val="solid"/>
          </a:ln>
        </p:spPr>
      </p:sp>
      <p:sp>
        <p:nvSpPr>
          <p:cNvPr id="3546" name="03_assume_matched_8843">
            <a:extLst>
              <a:ext uri="{FF2B5EF4-FFF2-40B4-BE49-F238E27FC236}">
                <a16:creationId xmlns:a16="http://schemas.microsoft.com/office/drawing/2014/main" id="{06B6E7C3-33D9-4003-9531-66B62E72284C}"/>
              </a:ext>
            </a:extLst>
          </p:cNvPr>
          <p:cNvSpPr>
            <a:spLocks noGrp="1"/>
          </p:cNvSpPr>
          <p:nvPr/>
        </p:nvSpPr>
        <p:spPr>
          <a:xfrm>
            <a:off x="1532319" y="7753078"/>
            <a:ext cx="28398" cy="28398"/>
          </a:xfrm>
          <a:prstGeom prst="ellipse">
            <a:avLst/>
          </a:prstGeom>
          <a:solidFill>
            <a:srgbClr val="7F8C97">
              <a:alpha val="48000"/>
            </a:srgbClr>
          </a:solidFill>
          <a:ln w="0">
            <a:noFill/>
            <a:prstDash val="solid"/>
          </a:ln>
        </p:spPr>
      </p:sp>
      <p:sp>
        <p:nvSpPr>
          <p:cNvPr id="3547" name="03_assume_matched_8844">
            <a:extLst>
              <a:ext uri="{FF2B5EF4-FFF2-40B4-BE49-F238E27FC236}">
                <a16:creationId xmlns:a16="http://schemas.microsoft.com/office/drawing/2014/main" id="{AC1D538E-2A77-4152-9C47-4B4CDA6C3362}"/>
              </a:ext>
            </a:extLst>
          </p:cNvPr>
          <p:cNvSpPr>
            <a:spLocks noGrp="1"/>
          </p:cNvSpPr>
          <p:nvPr/>
        </p:nvSpPr>
        <p:spPr>
          <a:xfrm>
            <a:off x="1449571" y="7753078"/>
            <a:ext cx="28398" cy="28398"/>
          </a:xfrm>
          <a:prstGeom prst="ellipse">
            <a:avLst/>
          </a:prstGeom>
          <a:solidFill>
            <a:srgbClr val="7F8C97">
              <a:alpha val="48000"/>
            </a:srgbClr>
          </a:solidFill>
          <a:ln w="0">
            <a:noFill/>
            <a:prstDash val="solid"/>
          </a:ln>
        </p:spPr>
      </p:sp>
      <p:sp>
        <p:nvSpPr>
          <p:cNvPr id="3548" name="03_assume_matched_8845">
            <a:extLst>
              <a:ext uri="{FF2B5EF4-FFF2-40B4-BE49-F238E27FC236}">
                <a16:creationId xmlns:a16="http://schemas.microsoft.com/office/drawing/2014/main" id="{2926931B-D516-4152-9FB0-84B85AC6862B}"/>
              </a:ext>
            </a:extLst>
          </p:cNvPr>
          <p:cNvSpPr>
            <a:spLocks noGrp="1"/>
          </p:cNvSpPr>
          <p:nvPr/>
        </p:nvSpPr>
        <p:spPr>
          <a:xfrm>
            <a:off x="1427841" y="7168208"/>
            <a:ext cx="28398" cy="28398"/>
          </a:xfrm>
          <a:prstGeom prst="ellipse">
            <a:avLst/>
          </a:prstGeom>
          <a:solidFill>
            <a:srgbClr val="7F8C97">
              <a:alpha val="48000"/>
            </a:srgbClr>
          </a:solidFill>
          <a:ln w="0">
            <a:noFill/>
            <a:prstDash val="solid"/>
          </a:ln>
        </p:spPr>
      </p:sp>
      <p:sp>
        <p:nvSpPr>
          <p:cNvPr id="3549" name="03_assume_matched_8846">
            <a:extLst>
              <a:ext uri="{FF2B5EF4-FFF2-40B4-BE49-F238E27FC236}">
                <a16:creationId xmlns:a16="http://schemas.microsoft.com/office/drawing/2014/main" id="{665C8087-3E1E-457E-AEFB-19B86069E990}"/>
              </a:ext>
            </a:extLst>
          </p:cNvPr>
          <p:cNvSpPr>
            <a:spLocks noGrp="1"/>
          </p:cNvSpPr>
          <p:nvPr/>
        </p:nvSpPr>
        <p:spPr>
          <a:xfrm>
            <a:off x="1511596" y="7168208"/>
            <a:ext cx="28398" cy="28398"/>
          </a:xfrm>
          <a:prstGeom prst="ellipse">
            <a:avLst/>
          </a:prstGeom>
          <a:solidFill>
            <a:srgbClr val="7F8C97">
              <a:alpha val="48000"/>
            </a:srgbClr>
          </a:solidFill>
          <a:ln w="0">
            <a:noFill/>
            <a:prstDash val="solid"/>
          </a:ln>
        </p:spPr>
      </p:sp>
      <p:sp>
        <p:nvSpPr>
          <p:cNvPr id="3550" name="03_assume_matched_8847">
            <a:extLst>
              <a:ext uri="{FF2B5EF4-FFF2-40B4-BE49-F238E27FC236}">
                <a16:creationId xmlns:a16="http://schemas.microsoft.com/office/drawing/2014/main" id="{1CFE9AC0-ECC8-4D49-9833-8E426A1C28CE}"/>
              </a:ext>
            </a:extLst>
          </p:cNvPr>
          <p:cNvSpPr>
            <a:spLocks noGrp="1"/>
          </p:cNvSpPr>
          <p:nvPr/>
        </p:nvSpPr>
        <p:spPr>
          <a:xfrm>
            <a:off x="1421077" y="7168208"/>
            <a:ext cx="28398" cy="28398"/>
          </a:xfrm>
          <a:prstGeom prst="ellipse">
            <a:avLst/>
          </a:prstGeom>
          <a:solidFill>
            <a:srgbClr val="7F8C97">
              <a:alpha val="48000"/>
            </a:srgbClr>
          </a:solidFill>
          <a:ln w="0">
            <a:noFill/>
            <a:prstDash val="solid"/>
          </a:ln>
        </p:spPr>
      </p:sp>
      <p:sp>
        <p:nvSpPr>
          <p:cNvPr id="3551" name="03_assume_matched_8848">
            <a:extLst>
              <a:ext uri="{FF2B5EF4-FFF2-40B4-BE49-F238E27FC236}">
                <a16:creationId xmlns:a16="http://schemas.microsoft.com/office/drawing/2014/main" id="{DAAB5B4A-B584-4D86-9725-2E60F794EA71}"/>
              </a:ext>
            </a:extLst>
          </p:cNvPr>
          <p:cNvSpPr>
            <a:spLocks noGrp="1"/>
          </p:cNvSpPr>
          <p:nvPr/>
        </p:nvSpPr>
        <p:spPr>
          <a:xfrm>
            <a:off x="1515193" y="7168208"/>
            <a:ext cx="28398" cy="28398"/>
          </a:xfrm>
          <a:prstGeom prst="ellipse">
            <a:avLst/>
          </a:prstGeom>
          <a:solidFill>
            <a:srgbClr val="7F8C97">
              <a:alpha val="48000"/>
            </a:srgbClr>
          </a:solidFill>
          <a:ln w="0">
            <a:noFill/>
            <a:prstDash val="solid"/>
          </a:ln>
        </p:spPr>
      </p:sp>
      <p:sp>
        <p:nvSpPr>
          <p:cNvPr id="3552" name="03_assume_matched_8849">
            <a:extLst>
              <a:ext uri="{FF2B5EF4-FFF2-40B4-BE49-F238E27FC236}">
                <a16:creationId xmlns:a16="http://schemas.microsoft.com/office/drawing/2014/main" id="{B1863BC2-769E-4B4D-B5F8-7C22F5B51609}"/>
              </a:ext>
            </a:extLst>
          </p:cNvPr>
          <p:cNvSpPr>
            <a:spLocks noGrp="1"/>
          </p:cNvSpPr>
          <p:nvPr/>
        </p:nvSpPr>
        <p:spPr>
          <a:xfrm>
            <a:off x="1422372" y="7753078"/>
            <a:ext cx="28398" cy="28398"/>
          </a:xfrm>
          <a:prstGeom prst="ellipse">
            <a:avLst/>
          </a:prstGeom>
          <a:solidFill>
            <a:srgbClr val="7F8C97">
              <a:alpha val="48000"/>
            </a:srgbClr>
          </a:solidFill>
          <a:ln w="0">
            <a:noFill/>
            <a:prstDash val="solid"/>
          </a:ln>
        </p:spPr>
      </p:sp>
      <p:sp>
        <p:nvSpPr>
          <p:cNvPr id="3553" name="03_assume_matched_8850">
            <a:extLst>
              <a:ext uri="{FF2B5EF4-FFF2-40B4-BE49-F238E27FC236}">
                <a16:creationId xmlns:a16="http://schemas.microsoft.com/office/drawing/2014/main" id="{DE652510-B7C5-4BD1-97A6-7920545DB64F}"/>
              </a:ext>
            </a:extLst>
          </p:cNvPr>
          <p:cNvSpPr>
            <a:spLocks noGrp="1"/>
          </p:cNvSpPr>
          <p:nvPr/>
        </p:nvSpPr>
        <p:spPr>
          <a:xfrm>
            <a:off x="1542824" y="7168208"/>
            <a:ext cx="28398" cy="28398"/>
          </a:xfrm>
          <a:prstGeom prst="ellipse">
            <a:avLst/>
          </a:prstGeom>
          <a:solidFill>
            <a:srgbClr val="7F8C97">
              <a:alpha val="48000"/>
            </a:srgbClr>
          </a:solidFill>
          <a:ln w="0">
            <a:noFill/>
            <a:prstDash val="solid"/>
          </a:ln>
        </p:spPr>
      </p:sp>
      <p:sp>
        <p:nvSpPr>
          <p:cNvPr id="3554" name="03_assume_matched_8851">
            <a:extLst>
              <a:ext uri="{FF2B5EF4-FFF2-40B4-BE49-F238E27FC236}">
                <a16:creationId xmlns:a16="http://schemas.microsoft.com/office/drawing/2014/main" id="{DE8F5916-12F8-4553-B192-7905E3A93043}"/>
              </a:ext>
            </a:extLst>
          </p:cNvPr>
          <p:cNvSpPr>
            <a:spLocks noGrp="1"/>
          </p:cNvSpPr>
          <p:nvPr/>
        </p:nvSpPr>
        <p:spPr>
          <a:xfrm>
            <a:off x="1520806" y="7168208"/>
            <a:ext cx="28398" cy="28398"/>
          </a:xfrm>
          <a:prstGeom prst="ellipse">
            <a:avLst/>
          </a:prstGeom>
          <a:solidFill>
            <a:srgbClr val="7F8C97">
              <a:alpha val="48000"/>
            </a:srgbClr>
          </a:solidFill>
          <a:ln w="0">
            <a:noFill/>
            <a:prstDash val="solid"/>
          </a:ln>
        </p:spPr>
      </p:sp>
      <p:sp>
        <p:nvSpPr>
          <p:cNvPr id="3555" name="03_assume_matched_8852">
            <a:extLst>
              <a:ext uri="{FF2B5EF4-FFF2-40B4-BE49-F238E27FC236}">
                <a16:creationId xmlns:a16="http://schemas.microsoft.com/office/drawing/2014/main" id="{48B76ED2-DABC-441C-AD02-2871A7700ED5}"/>
              </a:ext>
            </a:extLst>
          </p:cNvPr>
          <p:cNvSpPr>
            <a:spLocks noGrp="1"/>
          </p:cNvSpPr>
          <p:nvPr/>
        </p:nvSpPr>
        <p:spPr>
          <a:xfrm>
            <a:off x="1468711" y="7168208"/>
            <a:ext cx="28398" cy="28398"/>
          </a:xfrm>
          <a:prstGeom prst="ellipse">
            <a:avLst/>
          </a:prstGeom>
          <a:solidFill>
            <a:srgbClr val="7F8C97">
              <a:alpha val="48000"/>
            </a:srgbClr>
          </a:solidFill>
          <a:ln w="0">
            <a:noFill/>
            <a:prstDash val="solid"/>
          </a:ln>
        </p:spPr>
      </p:sp>
      <p:sp>
        <p:nvSpPr>
          <p:cNvPr id="3556" name="03_assume_matched_8853">
            <a:extLst>
              <a:ext uri="{FF2B5EF4-FFF2-40B4-BE49-F238E27FC236}">
                <a16:creationId xmlns:a16="http://schemas.microsoft.com/office/drawing/2014/main" id="{D3A926B6-62F3-4018-BAD8-60985E40E1AF}"/>
              </a:ext>
            </a:extLst>
          </p:cNvPr>
          <p:cNvSpPr>
            <a:spLocks noGrp="1"/>
          </p:cNvSpPr>
          <p:nvPr/>
        </p:nvSpPr>
        <p:spPr>
          <a:xfrm>
            <a:off x="1444390" y="7168208"/>
            <a:ext cx="28398" cy="28398"/>
          </a:xfrm>
          <a:prstGeom prst="ellipse">
            <a:avLst/>
          </a:prstGeom>
          <a:solidFill>
            <a:srgbClr val="7F8C97">
              <a:alpha val="48000"/>
            </a:srgbClr>
          </a:solidFill>
          <a:ln w="0">
            <a:noFill/>
            <a:prstDash val="solid"/>
          </a:ln>
        </p:spPr>
      </p:sp>
      <p:sp>
        <p:nvSpPr>
          <p:cNvPr id="3557" name="03_assume_matched_8854">
            <a:extLst>
              <a:ext uri="{FF2B5EF4-FFF2-40B4-BE49-F238E27FC236}">
                <a16:creationId xmlns:a16="http://schemas.microsoft.com/office/drawing/2014/main" id="{A43F445F-C53B-4229-B94D-BC8D0E88BFCE}"/>
              </a:ext>
            </a:extLst>
          </p:cNvPr>
          <p:cNvSpPr>
            <a:spLocks noGrp="1"/>
          </p:cNvSpPr>
          <p:nvPr/>
        </p:nvSpPr>
        <p:spPr>
          <a:xfrm>
            <a:off x="1546853" y="7753078"/>
            <a:ext cx="28398" cy="28398"/>
          </a:xfrm>
          <a:prstGeom prst="ellipse">
            <a:avLst/>
          </a:prstGeom>
          <a:solidFill>
            <a:srgbClr val="7F8C97">
              <a:alpha val="48000"/>
            </a:srgbClr>
          </a:solidFill>
          <a:ln w="0">
            <a:noFill/>
            <a:prstDash val="solid"/>
          </a:ln>
        </p:spPr>
      </p:sp>
      <p:sp>
        <p:nvSpPr>
          <p:cNvPr id="3558" name="03_assume_matched_8855">
            <a:extLst>
              <a:ext uri="{FF2B5EF4-FFF2-40B4-BE49-F238E27FC236}">
                <a16:creationId xmlns:a16="http://schemas.microsoft.com/office/drawing/2014/main" id="{0CEC03B7-DEC2-4805-8D57-FD1E4343ACBF}"/>
              </a:ext>
            </a:extLst>
          </p:cNvPr>
          <p:cNvSpPr>
            <a:spLocks noGrp="1"/>
          </p:cNvSpPr>
          <p:nvPr/>
        </p:nvSpPr>
        <p:spPr>
          <a:xfrm>
            <a:off x="1494614" y="7753078"/>
            <a:ext cx="28398" cy="28398"/>
          </a:xfrm>
          <a:prstGeom prst="ellipse">
            <a:avLst/>
          </a:prstGeom>
          <a:solidFill>
            <a:srgbClr val="7F8C97">
              <a:alpha val="48000"/>
            </a:srgbClr>
          </a:solidFill>
          <a:ln w="0">
            <a:noFill/>
            <a:prstDash val="solid"/>
          </a:ln>
        </p:spPr>
      </p:sp>
      <p:sp>
        <p:nvSpPr>
          <p:cNvPr id="3559" name="03_assume_matched_8856">
            <a:extLst>
              <a:ext uri="{FF2B5EF4-FFF2-40B4-BE49-F238E27FC236}">
                <a16:creationId xmlns:a16="http://schemas.microsoft.com/office/drawing/2014/main" id="{43A5F9A5-FD69-4854-9715-D5093881F90A}"/>
              </a:ext>
            </a:extLst>
          </p:cNvPr>
          <p:cNvSpPr>
            <a:spLocks noGrp="1"/>
          </p:cNvSpPr>
          <p:nvPr/>
        </p:nvSpPr>
        <p:spPr>
          <a:xfrm>
            <a:off x="1527426" y="7753078"/>
            <a:ext cx="28398" cy="28398"/>
          </a:xfrm>
          <a:prstGeom prst="ellipse">
            <a:avLst/>
          </a:prstGeom>
          <a:solidFill>
            <a:srgbClr val="7F8C97">
              <a:alpha val="48000"/>
            </a:srgbClr>
          </a:solidFill>
          <a:ln w="0">
            <a:noFill/>
            <a:prstDash val="solid"/>
          </a:ln>
        </p:spPr>
      </p:sp>
      <p:sp>
        <p:nvSpPr>
          <p:cNvPr id="3560" name="03_assume_matched_8857">
            <a:extLst>
              <a:ext uri="{FF2B5EF4-FFF2-40B4-BE49-F238E27FC236}">
                <a16:creationId xmlns:a16="http://schemas.microsoft.com/office/drawing/2014/main" id="{9E1CBBF8-9373-4CC9-A927-4DCFB36B9643}"/>
              </a:ext>
            </a:extLst>
          </p:cNvPr>
          <p:cNvSpPr>
            <a:spLocks noGrp="1"/>
          </p:cNvSpPr>
          <p:nvPr/>
        </p:nvSpPr>
        <p:spPr>
          <a:xfrm>
            <a:off x="1426546" y="7285182"/>
            <a:ext cx="28398" cy="28398"/>
          </a:xfrm>
          <a:prstGeom prst="ellipse">
            <a:avLst/>
          </a:prstGeom>
          <a:solidFill>
            <a:srgbClr val="7F8C97">
              <a:alpha val="48000"/>
            </a:srgbClr>
          </a:solidFill>
          <a:ln w="0">
            <a:noFill/>
            <a:prstDash val="solid"/>
          </a:ln>
        </p:spPr>
      </p:sp>
      <p:sp>
        <p:nvSpPr>
          <p:cNvPr id="3561" name="03_assume_matched_8858">
            <a:extLst>
              <a:ext uri="{FF2B5EF4-FFF2-40B4-BE49-F238E27FC236}">
                <a16:creationId xmlns:a16="http://schemas.microsoft.com/office/drawing/2014/main" id="{7255C116-83BA-4AA8-A360-7B68481382D5}"/>
              </a:ext>
            </a:extLst>
          </p:cNvPr>
          <p:cNvSpPr>
            <a:spLocks noGrp="1"/>
          </p:cNvSpPr>
          <p:nvPr/>
        </p:nvSpPr>
        <p:spPr>
          <a:xfrm>
            <a:off x="1518503" y="7753078"/>
            <a:ext cx="28398" cy="28398"/>
          </a:xfrm>
          <a:prstGeom prst="ellipse">
            <a:avLst/>
          </a:prstGeom>
          <a:solidFill>
            <a:srgbClr val="7F8C97">
              <a:alpha val="48000"/>
            </a:srgbClr>
          </a:solidFill>
          <a:ln w="0">
            <a:noFill/>
            <a:prstDash val="solid"/>
          </a:ln>
        </p:spPr>
      </p:sp>
      <p:sp>
        <p:nvSpPr>
          <p:cNvPr id="3562" name="03_assume_matched_8859">
            <a:extLst>
              <a:ext uri="{FF2B5EF4-FFF2-40B4-BE49-F238E27FC236}">
                <a16:creationId xmlns:a16="http://schemas.microsoft.com/office/drawing/2014/main" id="{396D8EB1-B91C-454A-851A-AB621AB015D9}"/>
              </a:ext>
            </a:extLst>
          </p:cNvPr>
          <p:cNvSpPr>
            <a:spLocks noGrp="1"/>
          </p:cNvSpPr>
          <p:nvPr/>
        </p:nvSpPr>
        <p:spPr>
          <a:xfrm>
            <a:off x="1497637" y="7168208"/>
            <a:ext cx="28398" cy="28398"/>
          </a:xfrm>
          <a:prstGeom prst="ellipse">
            <a:avLst/>
          </a:prstGeom>
          <a:solidFill>
            <a:srgbClr val="7F8C97">
              <a:alpha val="48000"/>
            </a:srgbClr>
          </a:solidFill>
          <a:ln w="0">
            <a:noFill/>
            <a:prstDash val="solid"/>
          </a:ln>
        </p:spPr>
      </p:sp>
      <p:sp>
        <p:nvSpPr>
          <p:cNvPr id="3563" name="03_assume_matched_8860">
            <a:extLst>
              <a:ext uri="{FF2B5EF4-FFF2-40B4-BE49-F238E27FC236}">
                <a16:creationId xmlns:a16="http://schemas.microsoft.com/office/drawing/2014/main" id="{1AC73ED0-8081-4B2E-B3DB-05DFB164A8D0}"/>
              </a:ext>
            </a:extLst>
          </p:cNvPr>
          <p:cNvSpPr>
            <a:spLocks noGrp="1"/>
          </p:cNvSpPr>
          <p:nvPr/>
        </p:nvSpPr>
        <p:spPr>
          <a:xfrm>
            <a:off x="1406254" y="7168208"/>
            <a:ext cx="28398" cy="28398"/>
          </a:xfrm>
          <a:prstGeom prst="ellipse">
            <a:avLst/>
          </a:prstGeom>
          <a:solidFill>
            <a:srgbClr val="7F8C97">
              <a:alpha val="48000"/>
            </a:srgbClr>
          </a:solidFill>
          <a:ln w="0">
            <a:noFill/>
            <a:prstDash val="solid"/>
          </a:ln>
        </p:spPr>
      </p:sp>
      <p:sp>
        <p:nvSpPr>
          <p:cNvPr id="3564" name="03_assume_matched_8861">
            <a:extLst>
              <a:ext uri="{FF2B5EF4-FFF2-40B4-BE49-F238E27FC236}">
                <a16:creationId xmlns:a16="http://schemas.microsoft.com/office/drawing/2014/main" id="{67664DF5-D478-4D43-AC11-B3072CE74908}"/>
              </a:ext>
            </a:extLst>
          </p:cNvPr>
          <p:cNvSpPr>
            <a:spLocks noGrp="1"/>
          </p:cNvSpPr>
          <p:nvPr/>
        </p:nvSpPr>
        <p:spPr>
          <a:xfrm>
            <a:off x="1465545" y="7753078"/>
            <a:ext cx="28398" cy="28398"/>
          </a:xfrm>
          <a:prstGeom prst="ellipse">
            <a:avLst/>
          </a:prstGeom>
          <a:solidFill>
            <a:srgbClr val="7F8C97">
              <a:alpha val="48000"/>
            </a:srgbClr>
          </a:solidFill>
          <a:ln w="0">
            <a:noFill/>
            <a:prstDash val="solid"/>
          </a:ln>
        </p:spPr>
      </p:sp>
      <p:sp>
        <p:nvSpPr>
          <p:cNvPr id="3565" name="03_assume_matched_8862">
            <a:extLst>
              <a:ext uri="{FF2B5EF4-FFF2-40B4-BE49-F238E27FC236}">
                <a16:creationId xmlns:a16="http://schemas.microsoft.com/office/drawing/2014/main" id="{E0F49B50-A9B0-4074-A1EF-FE40DC15D41B}"/>
              </a:ext>
            </a:extLst>
          </p:cNvPr>
          <p:cNvSpPr>
            <a:spLocks noGrp="1"/>
          </p:cNvSpPr>
          <p:nvPr/>
        </p:nvSpPr>
        <p:spPr>
          <a:xfrm>
            <a:off x="1447700" y="7753078"/>
            <a:ext cx="28398" cy="28398"/>
          </a:xfrm>
          <a:prstGeom prst="ellipse">
            <a:avLst/>
          </a:prstGeom>
          <a:solidFill>
            <a:srgbClr val="7F8C97">
              <a:alpha val="48000"/>
            </a:srgbClr>
          </a:solidFill>
          <a:ln w="0">
            <a:noFill/>
            <a:prstDash val="solid"/>
          </a:ln>
        </p:spPr>
      </p:sp>
      <p:sp>
        <p:nvSpPr>
          <p:cNvPr id="3566" name="03_assume_matched_8863">
            <a:extLst>
              <a:ext uri="{FF2B5EF4-FFF2-40B4-BE49-F238E27FC236}">
                <a16:creationId xmlns:a16="http://schemas.microsoft.com/office/drawing/2014/main" id="{6F9FEC61-7FA2-4C70-98A6-614C4123F118}"/>
              </a:ext>
            </a:extLst>
          </p:cNvPr>
          <p:cNvSpPr>
            <a:spLocks noGrp="1"/>
          </p:cNvSpPr>
          <p:nvPr/>
        </p:nvSpPr>
        <p:spPr>
          <a:xfrm>
            <a:off x="1479936" y="7168208"/>
            <a:ext cx="28398" cy="28398"/>
          </a:xfrm>
          <a:prstGeom prst="ellipse">
            <a:avLst/>
          </a:prstGeom>
          <a:solidFill>
            <a:srgbClr val="7F8C97">
              <a:alpha val="48000"/>
            </a:srgbClr>
          </a:solidFill>
          <a:ln w="0">
            <a:noFill/>
            <a:prstDash val="solid"/>
          </a:ln>
        </p:spPr>
      </p:sp>
      <p:sp>
        <p:nvSpPr>
          <p:cNvPr id="3567" name="03_assume_matched_8864">
            <a:extLst>
              <a:ext uri="{FF2B5EF4-FFF2-40B4-BE49-F238E27FC236}">
                <a16:creationId xmlns:a16="http://schemas.microsoft.com/office/drawing/2014/main" id="{6C367EAA-6D6E-416F-B53D-99ECEAE07B54}"/>
              </a:ext>
            </a:extLst>
          </p:cNvPr>
          <p:cNvSpPr>
            <a:spLocks noGrp="1"/>
          </p:cNvSpPr>
          <p:nvPr/>
        </p:nvSpPr>
        <p:spPr>
          <a:xfrm>
            <a:off x="1461803" y="7704338"/>
            <a:ext cx="28398" cy="28398"/>
          </a:xfrm>
          <a:prstGeom prst="ellipse">
            <a:avLst/>
          </a:prstGeom>
          <a:solidFill>
            <a:srgbClr val="7F8C97">
              <a:alpha val="48000"/>
            </a:srgbClr>
          </a:solidFill>
          <a:ln w="0">
            <a:noFill/>
            <a:prstDash val="solid"/>
          </a:ln>
        </p:spPr>
      </p:sp>
      <p:sp>
        <p:nvSpPr>
          <p:cNvPr id="3568" name="03_assume_matched_8865">
            <a:extLst>
              <a:ext uri="{FF2B5EF4-FFF2-40B4-BE49-F238E27FC236}">
                <a16:creationId xmlns:a16="http://schemas.microsoft.com/office/drawing/2014/main" id="{FAE83C01-CF2A-401F-AF9B-AC55036C7C71}"/>
              </a:ext>
            </a:extLst>
          </p:cNvPr>
          <p:cNvSpPr>
            <a:spLocks noGrp="1"/>
          </p:cNvSpPr>
          <p:nvPr/>
        </p:nvSpPr>
        <p:spPr>
          <a:xfrm>
            <a:off x="1523972" y="7606860"/>
            <a:ext cx="28398" cy="28398"/>
          </a:xfrm>
          <a:prstGeom prst="ellipse">
            <a:avLst/>
          </a:prstGeom>
          <a:solidFill>
            <a:srgbClr val="7F8C97">
              <a:alpha val="48000"/>
            </a:srgbClr>
          </a:solidFill>
          <a:ln w="0">
            <a:noFill/>
            <a:prstDash val="solid"/>
          </a:ln>
        </p:spPr>
      </p:sp>
      <p:sp>
        <p:nvSpPr>
          <p:cNvPr id="3569" name="03_assume_matched_8866">
            <a:extLst>
              <a:ext uri="{FF2B5EF4-FFF2-40B4-BE49-F238E27FC236}">
                <a16:creationId xmlns:a16="http://schemas.microsoft.com/office/drawing/2014/main" id="{882CBDD0-2DF4-4D8F-BE75-6B616F885A3F}"/>
              </a:ext>
            </a:extLst>
          </p:cNvPr>
          <p:cNvSpPr>
            <a:spLocks noGrp="1"/>
          </p:cNvSpPr>
          <p:nvPr/>
        </p:nvSpPr>
        <p:spPr>
          <a:xfrm>
            <a:off x="1422084" y="7168208"/>
            <a:ext cx="28398" cy="28398"/>
          </a:xfrm>
          <a:prstGeom prst="ellipse">
            <a:avLst/>
          </a:prstGeom>
          <a:solidFill>
            <a:srgbClr val="7F8C97">
              <a:alpha val="48000"/>
            </a:srgbClr>
          </a:solidFill>
          <a:ln w="0">
            <a:noFill/>
            <a:prstDash val="solid"/>
          </a:ln>
        </p:spPr>
      </p:sp>
      <p:sp>
        <p:nvSpPr>
          <p:cNvPr id="3570" name="03_assume_matched_8867">
            <a:extLst>
              <a:ext uri="{FF2B5EF4-FFF2-40B4-BE49-F238E27FC236}">
                <a16:creationId xmlns:a16="http://schemas.microsoft.com/office/drawing/2014/main" id="{AB006A41-324C-42D1-BBA3-51CACE56CAFB}"/>
              </a:ext>
            </a:extLst>
          </p:cNvPr>
          <p:cNvSpPr>
            <a:spLocks noGrp="1"/>
          </p:cNvSpPr>
          <p:nvPr/>
        </p:nvSpPr>
        <p:spPr>
          <a:xfrm>
            <a:off x="1428704" y="7168208"/>
            <a:ext cx="28398" cy="28398"/>
          </a:xfrm>
          <a:prstGeom prst="ellipse">
            <a:avLst/>
          </a:prstGeom>
          <a:solidFill>
            <a:srgbClr val="7F8C97">
              <a:alpha val="48000"/>
            </a:srgbClr>
          </a:solidFill>
          <a:ln w="0">
            <a:noFill/>
            <a:prstDash val="solid"/>
          </a:ln>
        </p:spPr>
      </p:sp>
      <p:sp>
        <p:nvSpPr>
          <p:cNvPr id="3571" name="03_assume_matched_8868">
            <a:extLst>
              <a:ext uri="{FF2B5EF4-FFF2-40B4-BE49-F238E27FC236}">
                <a16:creationId xmlns:a16="http://schemas.microsoft.com/office/drawing/2014/main" id="{37F2331F-88B2-47D8-80F4-5240527AEBEB}"/>
              </a:ext>
            </a:extLst>
          </p:cNvPr>
          <p:cNvSpPr>
            <a:spLocks noGrp="1"/>
          </p:cNvSpPr>
          <p:nvPr/>
        </p:nvSpPr>
        <p:spPr>
          <a:xfrm>
            <a:off x="1488570" y="7168208"/>
            <a:ext cx="28398" cy="28398"/>
          </a:xfrm>
          <a:prstGeom prst="ellipse">
            <a:avLst/>
          </a:prstGeom>
          <a:solidFill>
            <a:srgbClr val="7F8C97">
              <a:alpha val="48000"/>
            </a:srgbClr>
          </a:solidFill>
          <a:ln w="0">
            <a:noFill/>
            <a:prstDash val="solid"/>
          </a:ln>
        </p:spPr>
      </p:sp>
      <p:sp>
        <p:nvSpPr>
          <p:cNvPr id="3572" name="03_assume_matched_8869">
            <a:extLst>
              <a:ext uri="{FF2B5EF4-FFF2-40B4-BE49-F238E27FC236}">
                <a16:creationId xmlns:a16="http://schemas.microsoft.com/office/drawing/2014/main" id="{43C3C5D2-393D-4517-A538-9D02A4836621}"/>
              </a:ext>
            </a:extLst>
          </p:cNvPr>
          <p:cNvSpPr>
            <a:spLocks noGrp="1"/>
          </p:cNvSpPr>
          <p:nvPr/>
        </p:nvSpPr>
        <p:spPr>
          <a:xfrm>
            <a:off x="1487275" y="7168208"/>
            <a:ext cx="28398" cy="28398"/>
          </a:xfrm>
          <a:prstGeom prst="ellipse">
            <a:avLst/>
          </a:prstGeom>
          <a:solidFill>
            <a:srgbClr val="7F8C97">
              <a:alpha val="48000"/>
            </a:srgbClr>
          </a:solidFill>
          <a:ln w="0">
            <a:noFill/>
            <a:prstDash val="solid"/>
          </a:ln>
        </p:spPr>
      </p:sp>
      <p:sp>
        <p:nvSpPr>
          <p:cNvPr id="3573" name="03_assume_matched_8870">
            <a:extLst>
              <a:ext uri="{FF2B5EF4-FFF2-40B4-BE49-F238E27FC236}">
                <a16:creationId xmlns:a16="http://schemas.microsoft.com/office/drawing/2014/main" id="{A1F8E8A6-F09B-4BCC-A3BF-57373DC97FDA}"/>
              </a:ext>
            </a:extLst>
          </p:cNvPr>
          <p:cNvSpPr>
            <a:spLocks noGrp="1"/>
          </p:cNvSpPr>
          <p:nvPr/>
        </p:nvSpPr>
        <p:spPr>
          <a:xfrm>
            <a:off x="1534046" y="7168208"/>
            <a:ext cx="28398" cy="28398"/>
          </a:xfrm>
          <a:prstGeom prst="ellipse">
            <a:avLst/>
          </a:prstGeom>
          <a:solidFill>
            <a:srgbClr val="7F8C97">
              <a:alpha val="48000"/>
            </a:srgbClr>
          </a:solidFill>
          <a:ln w="0">
            <a:noFill/>
            <a:prstDash val="solid"/>
          </a:ln>
        </p:spPr>
      </p:sp>
      <p:sp>
        <p:nvSpPr>
          <p:cNvPr id="3574" name="03_assume_matched_8871">
            <a:extLst>
              <a:ext uri="{FF2B5EF4-FFF2-40B4-BE49-F238E27FC236}">
                <a16:creationId xmlns:a16="http://schemas.microsoft.com/office/drawing/2014/main" id="{C5285ECA-44E5-4274-81EA-FB07284A801C}"/>
              </a:ext>
            </a:extLst>
          </p:cNvPr>
          <p:cNvSpPr>
            <a:spLocks noGrp="1"/>
          </p:cNvSpPr>
          <p:nvPr/>
        </p:nvSpPr>
        <p:spPr>
          <a:xfrm>
            <a:off x="1512315" y="7314426"/>
            <a:ext cx="28398" cy="28398"/>
          </a:xfrm>
          <a:prstGeom prst="ellipse">
            <a:avLst/>
          </a:prstGeom>
          <a:solidFill>
            <a:srgbClr val="7F8C97">
              <a:alpha val="48000"/>
            </a:srgbClr>
          </a:solidFill>
          <a:ln w="0">
            <a:noFill/>
            <a:prstDash val="solid"/>
          </a:ln>
        </p:spPr>
      </p:sp>
      <p:sp>
        <p:nvSpPr>
          <p:cNvPr id="3575" name="03_assume_matched_8872">
            <a:extLst>
              <a:ext uri="{FF2B5EF4-FFF2-40B4-BE49-F238E27FC236}">
                <a16:creationId xmlns:a16="http://schemas.microsoft.com/office/drawing/2014/main" id="{60716273-A134-43A7-8238-DD874FDE1B04}"/>
              </a:ext>
            </a:extLst>
          </p:cNvPr>
          <p:cNvSpPr>
            <a:spLocks noGrp="1"/>
          </p:cNvSpPr>
          <p:nvPr/>
        </p:nvSpPr>
        <p:spPr>
          <a:xfrm>
            <a:off x="1444390" y="7753078"/>
            <a:ext cx="28398" cy="28398"/>
          </a:xfrm>
          <a:prstGeom prst="ellipse">
            <a:avLst/>
          </a:prstGeom>
          <a:solidFill>
            <a:srgbClr val="7F8C97">
              <a:alpha val="48000"/>
            </a:srgbClr>
          </a:solidFill>
          <a:ln w="0">
            <a:noFill/>
            <a:prstDash val="solid"/>
          </a:ln>
        </p:spPr>
      </p:sp>
      <p:sp>
        <p:nvSpPr>
          <p:cNvPr id="3576" name="03_assume_matched_8873">
            <a:extLst>
              <a:ext uri="{FF2B5EF4-FFF2-40B4-BE49-F238E27FC236}">
                <a16:creationId xmlns:a16="http://schemas.microsoft.com/office/drawing/2014/main" id="{B2597358-1647-4FE1-A30F-B7408822F0EA}"/>
              </a:ext>
            </a:extLst>
          </p:cNvPr>
          <p:cNvSpPr>
            <a:spLocks noGrp="1"/>
          </p:cNvSpPr>
          <p:nvPr/>
        </p:nvSpPr>
        <p:spPr>
          <a:xfrm>
            <a:off x="1515193" y="7753078"/>
            <a:ext cx="28398" cy="28398"/>
          </a:xfrm>
          <a:prstGeom prst="ellipse">
            <a:avLst/>
          </a:prstGeom>
          <a:solidFill>
            <a:srgbClr val="7F8C97">
              <a:alpha val="48000"/>
            </a:srgbClr>
          </a:solidFill>
          <a:ln w="0">
            <a:noFill/>
            <a:prstDash val="solid"/>
          </a:ln>
        </p:spPr>
      </p:sp>
      <p:sp>
        <p:nvSpPr>
          <p:cNvPr id="3577" name="03_assume_matched_8874">
            <a:extLst>
              <a:ext uri="{FF2B5EF4-FFF2-40B4-BE49-F238E27FC236}">
                <a16:creationId xmlns:a16="http://schemas.microsoft.com/office/drawing/2014/main" id="{A4F7F728-84FD-41C9-B972-1C55CBD17D20}"/>
              </a:ext>
            </a:extLst>
          </p:cNvPr>
          <p:cNvSpPr>
            <a:spLocks noGrp="1"/>
          </p:cNvSpPr>
          <p:nvPr/>
        </p:nvSpPr>
        <p:spPr>
          <a:xfrm>
            <a:off x="1503537" y="7558121"/>
            <a:ext cx="28398" cy="28398"/>
          </a:xfrm>
          <a:prstGeom prst="ellipse">
            <a:avLst/>
          </a:prstGeom>
          <a:solidFill>
            <a:srgbClr val="7F8C97">
              <a:alpha val="48000"/>
            </a:srgbClr>
          </a:solidFill>
          <a:ln w="0">
            <a:noFill/>
            <a:prstDash val="solid"/>
          </a:ln>
        </p:spPr>
      </p:sp>
      <p:sp>
        <p:nvSpPr>
          <p:cNvPr id="3578" name="03_assume_matched_8875">
            <a:extLst>
              <a:ext uri="{FF2B5EF4-FFF2-40B4-BE49-F238E27FC236}">
                <a16:creationId xmlns:a16="http://schemas.microsoft.com/office/drawing/2014/main" id="{86175441-93AB-400B-B578-0A7ED6D8AD09}"/>
              </a:ext>
            </a:extLst>
          </p:cNvPr>
          <p:cNvSpPr>
            <a:spLocks noGrp="1"/>
          </p:cNvSpPr>
          <p:nvPr/>
        </p:nvSpPr>
        <p:spPr>
          <a:xfrm>
            <a:off x="1509725" y="7168208"/>
            <a:ext cx="28398" cy="28398"/>
          </a:xfrm>
          <a:prstGeom prst="ellipse">
            <a:avLst/>
          </a:prstGeom>
          <a:solidFill>
            <a:srgbClr val="7F8C97">
              <a:alpha val="48000"/>
            </a:srgbClr>
          </a:solidFill>
          <a:ln w="0">
            <a:noFill/>
            <a:prstDash val="solid"/>
          </a:ln>
        </p:spPr>
      </p:sp>
      <p:sp>
        <p:nvSpPr>
          <p:cNvPr id="3579" name="03_assume_matched_8876">
            <a:extLst>
              <a:ext uri="{FF2B5EF4-FFF2-40B4-BE49-F238E27FC236}">
                <a16:creationId xmlns:a16="http://schemas.microsoft.com/office/drawing/2014/main" id="{25BB99DB-41C7-404F-941B-A53DDEFAE1BA}"/>
              </a:ext>
            </a:extLst>
          </p:cNvPr>
          <p:cNvSpPr>
            <a:spLocks noGrp="1"/>
          </p:cNvSpPr>
          <p:nvPr/>
        </p:nvSpPr>
        <p:spPr>
          <a:xfrm>
            <a:off x="1523108" y="7753078"/>
            <a:ext cx="28398" cy="28398"/>
          </a:xfrm>
          <a:prstGeom prst="ellipse">
            <a:avLst/>
          </a:prstGeom>
          <a:solidFill>
            <a:srgbClr val="7F8C97">
              <a:alpha val="48000"/>
            </a:srgbClr>
          </a:solidFill>
          <a:ln w="0">
            <a:noFill/>
            <a:prstDash val="solid"/>
          </a:ln>
        </p:spPr>
      </p:sp>
      <p:sp>
        <p:nvSpPr>
          <p:cNvPr id="3580" name="03_assume_matched_8877">
            <a:extLst>
              <a:ext uri="{FF2B5EF4-FFF2-40B4-BE49-F238E27FC236}">
                <a16:creationId xmlns:a16="http://schemas.microsoft.com/office/drawing/2014/main" id="{6037997E-719A-4C67-B030-FB32355975E7}"/>
              </a:ext>
            </a:extLst>
          </p:cNvPr>
          <p:cNvSpPr>
            <a:spLocks noGrp="1"/>
          </p:cNvSpPr>
          <p:nvPr/>
        </p:nvSpPr>
        <p:spPr>
          <a:xfrm>
            <a:off x="1431726" y="7168208"/>
            <a:ext cx="28398" cy="28398"/>
          </a:xfrm>
          <a:prstGeom prst="ellipse">
            <a:avLst/>
          </a:prstGeom>
          <a:solidFill>
            <a:srgbClr val="7F8C97">
              <a:alpha val="48000"/>
            </a:srgbClr>
          </a:solidFill>
          <a:ln w="0">
            <a:noFill/>
            <a:prstDash val="solid"/>
          </a:ln>
        </p:spPr>
      </p:sp>
      <p:sp>
        <p:nvSpPr>
          <p:cNvPr id="3581" name="03_assume_matched_8878">
            <a:extLst>
              <a:ext uri="{FF2B5EF4-FFF2-40B4-BE49-F238E27FC236}">
                <a16:creationId xmlns:a16="http://schemas.microsoft.com/office/drawing/2014/main" id="{63F37A86-F018-422F-A097-4A0D302F2B91}"/>
              </a:ext>
            </a:extLst>
          </p:cNvPr>
          <p:cNvSpPr>
            <a:spLocks noGrp="1"/>
          </p:cNvSpPr>
          <p:nvPr/>
        </p:nvSpPr>
        <p:spPr>
          <a:xfrm>
            <a:off x="1420933" y="7168208"/>
            <a:ext cx="28398" cy="28398"/>
          </a:xfrm>
          <a:prstGeom prst="ellipse">
            <a:avLst/>
          </a:prstGeom>
          <a:solidFill>
            <a:srgbClr val="7F8C97">
              <a:alpha val="48000"/>
            </a:srgbClr>
          </a:solidFill>
          <a:ln w="0">
            <a:noFill/>
            <a:prstDash val="solid"/>
          </a:ln>
        </p:spPr>
      </p:sp>
      <p:sp>
        <p:nvSpPr>
          <p:cNvPr id="3582" name="03_assume_matched_8879">
            <a:extLst>
              <a:ext uri="{FF2B5EF4-FFF2-40B4-BE49-F238E27FC236}">
                <a16:creationId xmlns:a16="http://schemas.microsoft.com/office/drawing/2014/main" id="{0C312BA9-D90D-4D93-AA35-47199C4E4130}"/>
              </a:ext>
            </a:extLst>
          </p:cNvPr>
          <p:cNvSpPr>
            <a:spLocks noGrp="1"/>
          </p:cNvSpPr>
          <p:nvPr/>
        </p:nvSpPr>
        <p:spPr>
          <a:xfrm>
            <a:off x="1503825" y="7314426"/>
            <a:ext cx="28398" cy="28398"/>
          </a:xfrm>
          <a:prstGeom prst="ellipse">
            <a:avLst/>
          </a:prstGeom>
          <a:solidFill>
            <a:srgbClr val="7F8C97">
              <a:alpha val="48000"/>
            </a:srgbClr>
          </a:solidFill>
          <a:ln w="0">
            <a:noFill/>
            <a:prstDash val="solid"/>
          </a:ln>
        </p:spPr>
      </p:sp>
      <p:sp>
        <p:nvSpPr>
          <p:cNvPr id="3583" name="03_assume_matched_8880">
            <a:extLst>
              <a:ext uri="{FF2B5EF4-FFF2-40B4-BE49-F238E27FC236}">
                <a16:creationId xmlns:a16="http://schemas.microsoft.com/office/drawing/2014/main" id="{11026096-176B-45F1-9B39-8F44A058B837}"/>
              </a:ext>
            </a:extLst>
          </p:cNvPr>
          <p:cNvSpPr>
            <a:spLocks noGrp="1"/>
          </p:cNvSpPr>
          <p:nvPr/>
        </p:nvSpPr>
        <p:spPr>
          <a:xfrm>
            <a:off x="1540953" y="7168208"/>
            <a:ext cx="28398" cy="28398"/>
          </a:xfrm>
          <a:prstGeom prst="ellipse">
            <a:avLst/>
          </a:prstGeom>
          <a:solidFill>
            <a:srgbClr val="7F8C97">
              <a:alpha val="48000"/>
            </a:srgbClr>
          </a:solidFill>
          <a:ln w="0">
            <a:noFill/>
            <a:prstDash val="solid"/>
          </a:ln>
        </p:spPr>
      </p:sp>
      <p:sp>
        <p:nvSpPr>
          <p:cNvPr id="3584" name="03_assume_matched_8881">
            <a:extLst>
              <a:ext uri="{FF2B5EF4-FFF2-40B4-BE49-F238E27FC236}">
                <a16:creationId xmlns:a16="http://schemas.microsoft.com/office/drawing/2014/main" id="{5F4E2F82-2BD4-4038-A2F5-877514E60230}"/>
              </a:ext>
            </a:extLst>
          </p:cNvPr>
          <p:cNvSpPr>
            <a:spLocks noGrp="1"/>
          </p:cNvSpPr>
          <p:nvPr/>
        </p:nvSpPr>
        <p:spPr>
          <a:xfrm>
            <a:off x="1547141" y="7168208"/>
            <a:ext cx="28398" cy="28398"/>
          </a:xfrm>
          <a:prstGeom prst="ellipse">
            <a:avLst/>
          </a:prstGeom>
          <a:solidFill>
            <a:srgbClr val="7F8C97">
              <a:alpha val="48000"/>
            </a:srgbClr>
          </a:solidFill>
          <a:ln w="0">
            <a:noFill/>
            <a:prstDash val="solid"/>
          </a:ln>
        </p:spPr>
      </p:sp>
      <p:sp>
        <p:nvSpPr>
          <p:cNvPr id="3585" name="03_assume_matched_8882">
            <a:extLst>
              <a:ext uri="{FF2B5EF4-FFF2-40B4-BE49-F238E27FC236}">
                <a16:creationId xmlns:a16="http://schemas.microsoft.com/office/drawing/2014/main" id="{A83C26DC-71CA-4552-8D08-9DE26EE6F7EF}"/>
              </a:ext>
            </a:extLst>
          </p:cNvPr>
          <p:cNvSpPr>
            <a:spLocks noGrp="1"/>
          </p:cNvSpPr>
          <p:nvPr/>
        </p:nvSpPr>
        <p:spPr>
          <a:xfrm>
            <a:off x="1458206" y="7168208"/>
            <a:ext cx="28398" cy="28398"/>
          </a:xfrm>
          <a:prstGeom prst="ellipse">
            <a:avLst/>
          </a:prstGeom>
          <a:solidFill>
            <a:srgbClr val="7F8C97">
              <a:alpha val="48000"/>
            </a:srgbClr>
          </a:solidFill>
          <a:ln w="0">
            <a:noFill/>
            <a:prstDash val="solid"/>
          </a:ln>
        </p:spPr>
      </p:sp>
      <p:sp>
        <p:nvSpPr>
          <p:cNvPr id="3586" name="03_assume_matched_8883">
            <a:extLst>
              <a:ext uri="{FF2B5EF4-FFF2-40B4-BE49-F238E27FC236}">
                <a16:creationId xmlns:a16="http://schemas.microsoft.com/office/drawing/2014/main" id="{EA5A22CC-8C44-48F9-BD01-AC240176C627}"/>
              </a:ext>
            </a:extLst>
          </p:cNvPr>
          <p:cNvSpPr>
            <a:spLocks noGrp="1"/>
          </p:cNvSpPr>
          <p:nvPr/>
        </p:nvSpPr>
        <p:spPr>
          <a:xfrm>
            <a:off x="1511020" y="7558121"/>
            <a:ext cx="28398" cy="28398"/>
          </a:xfrm>
          <a:prstGeom prst="ellipse">
            <a:avLst/>
          </a:prstGeom>
          <a:solidFill>
            <a:srgbClr val="7F8C97">
              <a:alpha val="48000"/>
            </a:srgbClr>
          </a:solidFill>
          <a:ln w="0">
            <a:noFill/>
            <a:prstDash val="solid"/>
          </a:ln>
        </p:spPr>
      </p:sp>
      <p:sp>
        <p:nvSpPr>
          <p:cNvPr id="3587" name="03_assume_matched_8884">
            <a:extLst>
              <a:ext uri="{FF2B5EF4-FFF2-40B4-BE49-F238E27FC236}">
                <a16:creationId xmlns:a16="http://schemas.microsoft.com/office/drawing/2014/main" id="{4B3867DD-D386-4F43-9DD5-258FCC0A0233}"/>
              </a:ext>
            </a:extLst>
          </p:cNvPr>
          <p:cNvSpPr>
            <a:spLocks noGrp="1"/>
          </p:cNvSpPr>
          <p:nvPr/>
        </p:nvSpPr>
        <p:spPr>
          <a:xfrm>
            <a:off x="1521957" y="7168208"/>
            <a:ext cx="28398" cy="28398"/>
          </a:xfrm>
          <a:prstGeom prst="ellipse">
            <a:avLst/>
          </a:prstGeom>
          <a:solidFill>
            <a:srgbClr val="7F8C97">
              <a:alpha val="48000"/>
            </a:srgbClr>
          </a:solidFill>
          <a:ln w="0">
            <a:noFill/>
            <a:prstDash val="solid"/>
          </a:ln>
        </p:spPr>
      </p:sp>
      <p:sp>
        <p:nvSpPr>
          <p:cNvPr id="3588" name="03_assume_matched_8885">
            <a:extLst>
              <a:ext uri="{FF2B5EF4-FFF2-40B4-BE49-F238E27FC236}">
                <a16:creationId xmlns:a16="http://schemas.microsoft.com/office/drawing/2014/main" id="{940BC86C-3AF6-4EC2-A3D5-9882B9B6FD4F}"/>
              </a:ext>
            </a:extLst>
          </p:cNvPr>
          <p:cNvSpPr>
            <a:spLocks noGrp="1"/>
          </p:cNvSpPr>
          <p:nvPr/>
        </p:nvSpPr>
        <p:spPr>
          <a:xfrm>
            <a:off x="1539370" y="7168208"/>
            <a:ext cx="28398" cy="28398"/>
          </a:xfrm>
          <a:prstGeom prst="ellipse">
            <a:avLst/>
          </a:prstGeom>
          <a:solidFill>
            <a:srgbClr val="7F8C97">
              <a:alpha val="48000"/>
            </a:srgbClr>
          </a:solidFill>
          <a:ln w="0">
            <a:noFill/>
            <a:prstDash val="solid"/>
          </a:ln>
        </p:spPr>
      </p:sp>
      <p:sp>
        <p:nvSpPr>
          <p:cNvPr id="3589" name="03_assume_matched_8886">
            <a:extLst>
              <a:ext uri="{FF2B5EF4-FFF2-40B4-BE49-F238E27FC236}">
                <a16:creationId xmlns:a16="http://schemas.microsoft.com/office/drawing/2014/main" id="{ED8D4011-FBB8-41D6-ADD9-C95B84E93264}"/>
              </a:ext>
            </a:extLst>
          </p:cNvPr>
          <p:cNvSpPr>
            <a:spLocks noGrp="1"/>
          </p:cNvSpPr>
          <p:nvPr/>
        </p:nvSpPr>
        <p:spPr>
          <a:xfrm>
            <a:off x="1524116" y="7168208"/>
            <a:ext cx="28398" cy="28398"/>
          </a:xfrm>
          <a:prstGeom prst="ellipse">
            <a:avLst/>
          </a:prstGeom>
          <a:solidFill>
            <a:srgbClr val="7F8C97">
              <a:alpha val="48000"/>
            </a:srgbClr>
          </a:solidFill>
          <a:ln w="0">
            <a:noFill/>
            <a:prstDash val="solid"/>
          </a:ln>
        </p:spPr>
      </p:sp>
      <p:sp>
        <p:nvSpPr>
          <p:cNvPr id="3590" name="03_assume_matched_8887">
            <a:extLst>
              <a:ext uri="{FF2B5EF4-FFF2-40B4-BE49-F238E27FC236}">
                <a16:creationId xmlns:a16="http://schemas.microsoft.com/office/drawing/2014/main" id="{BA4E3BC8-67C0-4F2D-9B9C-E8DC0203CCAE}"/>
              </a:ext>
            </a:extLst>
          </p:cNvPr>
          <p:cNvSpPr>
            <a:spLocks noGrp="1"/>
          </p:cNvSpPr>
          <p:nvPr/>
        </p:nvSpPr>
        <p:spPr>
          <a:xfrm>
            <a:off x="1502386" y="7168208"/>
            <a:ext cx="28398" cy="28398"/>
          </a:xfrm>
          <a:prstGeom prst="ellipse">
            <a:avLst/>
          </a:prstGeom>
          <a:solidFill>
            <a:srgbClr val="7F8C97">
              <a:alpha val="48000"/>
            </a:srgbClr>
          </a:solidFill>
          <a:ln w="0">
            <a:noFill/>
            <a:prstDash val="solid"/>
          </a:ln>
        </p:spPr>
      </p:sp>
      <p:sp>
        <p:nvSpPr>
          <p:cNvPr id="3591" name="03_assume_matched_8888">
            <a:extLst>
              <a:ext uri="{FF2B5EF4-FFF2-40B4-BE49-F238E27FC236}">
                <a16:creationId xmlns:a16="http://schemas.microsoft.com/office/drawing/2014/main" id="{25682695-FA06-4C20-AC88-113BD0DF6137}"/>
              </a:ext>
            </a:extLst>
          </p:cNvPr>
          <p:cNvSpPr>
            <a:spLocks noGrp="1"/>
          </p:cNvSpPr>
          <p:nvPr/>
        </p:nvSpPr>
        <p:spPr>
          <a:xfrm>
            <a:off x="1414169" y="7168208"/>
            <a:ext cx="28398" cy="28398"/>
          </a:xfrm>
          <a:prstGeom prst="ellipse">
            <a:avLst/>
          </a:prstGeom>
          <a:solidFill>
            <a:srgbClr val="7F8C97">
              <a:alpha val="48000"/>
            </a:srgbClr>
          </a:solidFill>
          <a:ln w="0">
            <a:noFill/>
            <a:prstDash val="solid"/>
          </a:ln>
        </p:spPr>
      </p:sp>
      <p:sp>
        <p:nvSpPr>
          <p:cNvPr id="3592" name="03_assume_matched_8889">
            <a:extLst>
              <a:ext uri="{FF2B5EF4-FFF2-40B4-BE49-F238E27FC236}">
                <a16:creationId xmlns:a16="http://schemas.microsoft.com/office/drawing/2014/main" id="{E7EB8F93-A878-448E-B2A8-F3E10CF83CE9}"/>
              </a:ext>
            </a:extLst>
          </p:cNvPr>
          <p:cNvSpPr>
            <a:spLocks noGrp="1"/>
          </p:cNvSpPr>
          <p:nvPr/>
        </p:nvSpPr>
        <p:spPr>
          <a:xfrm>
            <a:off x="1428129" y="7168208"/>
            <a:ext cx="28398" cy="28398"/>
          </a:xfrm>
          <a:prstGeom prst="ellipse">
            <a:avLst/>
          </a:prstGeom>
          <a:solidFill>
            <a:srgbClr val="7F8C97">
              <a:alpha val="48000"/>
            </a:srgbClr>
          </a:solidFill>
          <a:ln w="0">
            <a:noFill/>
            <a:prstDash val="solid"/>
          </a:ln>
        </p:spPr>
      </p:sp>
      <p:sp>
        <p:nvSpPr>
          <p:cNvPr id="3593" name="03_assume_matched_8890">
            <a:extLst>
              <a:ext uri="{FF2B5EF4-FFF2-40B4-BE49-F238E27FC236}">
                <a16:creationId xmlns:a16="http://schemas.microsoft.com/office/drawing/2014/main" id="{BD7B8F6F-6A21-4B3E-B1A0-5F85A2F22484}"/>
              </a:ext>
            </a:extLst>
          </p:cNvPr>
          <p:cNvSpPr>
            <a:spLocks noGrp="1"/>
          </p:cNvSpPr>
          <p:nvPr/>
        </p:nvSpPr>
        <p:spPr>
          <a:xfrm>
            <a:off x="1489290" y="7168208"/>
            <a:ext cx="28398" cy="28398"/>
          </a:xfrm>
          <a:prstGeom prst="ellipse">
            <a:avLst/>
          </a:prstGeom>
          <a:solidFill>
            <a:srgbClr val="7F8C97">
              <a:alpha val="48000"/>
            </a:srgbClr>
          </a:solidFill>
          <a:ln w="0">
            <a:noFill/>
            <a:prstDash val="solid"/>
          </a:ln>
        </p:spPr>
      </p:sp>
      <p:sp>
        <p:nvSpPr>
          <p:cNvPr id="3594" name="03_assume_matched_8891">
            <a:extLst>
              <a:ext uri="{FF2B5EF4-FFF2-40B4-BE49-F238E27FC236}">
                <a16:creationId xmlns:a16="http://schemas.microsoft.com/office/drawing/2014/main" id="{75803136-6A13-4A69-8EF9-E5B24D79BB3A}"/>
              </a:ext>
            </a:extLst>
          </p:cNvPr>
          <p:cNvSpPr>
            <a:spLocks noGrp="1"/>
          </p:cNvSpPr>
          <p:nvPr/>
        </p:nvSpPr>
        <p:spPr>
          <a:xfrm>
            <a:off x="1434173" y="7753078"/>
            <a:ext cx="28398" cy="28398"/>
          </a:xfrm>
          <a:prstGeom prst="ellipse">
            <a:avLst/>
          </a:prstGeom>
          <a:solidFill>
            <a:srgbClr val="7F8C97">
              <a:alpha val="48000"/>
            </a:srgbClr>
          </a:solidFill>
          <a:ln w="0">
            <a:noFill/>
            <a:prstDash val="solid"/>
          </a:ln>
        </p:spPr>
      </p:sp>
      <p:sp>
        <p:nvSpPr>
          <p:cNvPr id="3595" name="03_assume_matched_8892">
            <a:extLst>
              <a:ext uri="{FF2B5EF4-FFF2-40B4-BE49-F238E27FC236}">
                <a16:creationId xmlns:a16="http://schemas.microsoft.com/office/drawing/2014/main" id="{927C731D-F976-4CEE-9CEF-62281A2C7917}"/>
              </a:ext>
            </a:extLst>
          </p:cNvPr>
          <p:cNvSpPr>
            <a:spLocks noGrp="1"/>
          </p:cNvSpPr>
          <p:nvPr/>
        </p:nvSpPr>
        <p:spPr>
          <a:xfrm>
            <a:off x="1460220" y="7168208"/>
            <a:ext cx="28398" cy="28398"/>
          </a:xfrm>
          <a:prstGeom prst="ellipse">
            <a:avLst/>
          </a:prstGeom>
          <a:solidFill>
            <a:srgbClr val="7F8C97">
              <a:alpha val="48000"/>
            </a:srgbClr>
          </a:solidFill>
          <a:ln w="0">
            <a:noFill/>
            <a:prstDash val="solid"/>
          </a:ln>
        </p:spPr>
      </p:sp>
      <p:sp>
        <p:nvSpPr>
          <p:cNvPr id="3596" name="03_assume_matched_8893">
            <a:extLst>
              <a:ext uri="{FF2B5EF4-FFF2-40B4-BE49-F238E27FC236}">
                <a16:creationId xmlns:a16="http://schemas.microsoft.com/office/drawing/2014/main" id="{DE45DE74-8E45-4D41-81CE-3D5417960398}"/>
              </a:ext>
            </a:extLst>
          </p:cNvPr>
          <p:cNvSpPr>
            <a:spLocks noGrp="1"/>
          </p:cNvSpPr>
          <p:nvPr/>
        </p:nvSpPr>
        <p:spPr>
          <a:xfrm>
            <a:off x="1409276" y="7753078"/>
            <a:ext cx="28398" cy="28398"/>
          </a:xfrm>
          <a:prstGeom prst="ellipse">
            <a:avLst/>
          </a:prstGeom>
          <a:solidFill>
            <a:srgbClr val="7F8C97">
              <a:alpha val="48000"/>
            </a:srgbClr>
          </a:solidFill>
          <a:ln w="0">
            <a:noFill/>
            <a:prstDash val="solid"/>
          </a:ln>
        </p:spPr>
      </p:sp>
      <p:sp>
        <p:nvSpPr>
          <p:cNvPr id="3597" name="03_assume_matched_8894">
            <a:extLst>
              <a:ext uri="{FF2B5EF4-FFF2-40B4-BE49-F238E27FC236}">
                <a16:creationId xmlns:a16="http://schemas.microsoft.com/office/drawing/2014/main" id="{06CAACD6-CB88-422D-9759-84484A1F778B}"/>
              </a:ext>
            </a:extLst>
          </p:cNvPr>
          <p:cNvSpPr>
            <a:spLocks noGrp="1"/>
          </p:cNvSpPr>
          <p:nvPr/>
        </p:nvSpPr>
        <p:spPr>
          <a:xfrm>
            <a:off x="2281956" y="7168208"/>
            <a:ext cx="28398" cy="28398"/>
          </a:xfrm>
          <a:prstGeom prst="ellipse">
            <a:avLst/>
          </a:prstGeom>
          <a:solidFill>
            <a:srgbClr val="7F8C97">
              <a:alpha val="48000"/>
            </a:srgbClr>
          </a:solidFill>
          <a:ln w="0">
            <a:noFill/>
            <a:prstDash val="solid"/>
          </a:ln>
        </p:spPr>
      </p:sp>
      <p:sp>
        <p:nvSpPr>
          <p:cNvPr id="3598" name="03_assume_matched_8895">
            <a:extLst>
              <a:ext uri="{FF2B5EF4-FFF2-40B4-BE49-F238E27FC236}">
                <a16:creationId xmlns:a16="http://schemas.microsoft.com/office/drawing/2014/main" id="{EBA7CFDE-D425-4648-90F2-44CA4BE2E61B}"/>
              </a:ext>
            </a:extLst>
          </p:cNvPr>
          <p:cNvSpPr>
            <a:spLocks noGrp="1"/>
          </p:cNvSpPr>
          <p:nvPr/>
        </p:nvSpPr>
        <p:spPr>
          <a:xfrm>
            <a:off x="2270443" y="7168208"/>
            <a:ext cx="28398" cy="28398"/>
          </a:xfrm>
          <a:prstGeom prst="ellipse">
            <a:avLst/>
          </a:prstGeom>
          <a:solidFill>
            <a:srgbClr val="7F8C97">
              <a:alpha val="48000"/>
            </a:srgbClr>
          </a:solidFill>
          <a:ln w="0">
            <a:noFill/>
            <a:prstDash val="solid"/>
          </a:ln>
        </p:spPr>
      </p:sp>
      <p:sp>
        <p:nvSpPr>
          <p:cNvPr id="3599" name="03_assume_matched_8896">
            <a:extLst>
              <a:ext uri="{FF2B5EF4-FFF2-40B4-BE49-F238E27FC236}">
                <a16:creationId xmlns:a16="http://schemas.microsoft.com/office/drawing/2014/main" id="{847C63F0-AF62-4EFE-9113-7D87A77280B6}"/>
              </a:ext>
            </a:extLst>
          </p:cNvPr>
          <p:cNvSpPr>
            <a:spLocks noGrp="1"/>
          </p:cNvSpPr>
          <p:nvPr/>
        </p:nvSpPr>
        <p:spPr>
          <a:xfrm>
            <a:off x="2213311" y="7168208"/>
            <a:ext cx="28398" cy="28398"/>
          </a:xfrm>
          <a:prstGeom prst="ellipse">
            <a:avLst/>
          </a:prstGeom>
          <a:solidFill>
            <a:srgbClr val="7F8C97">
              <a:alpha val="48000"/>
            </a:srgbClr>
          </a:solidFill>
          <a:ln w="0">
            <a:noFill/>
            <a:prstDash val="solid"/>
          </a:ln>
        </p:spPr>
      </p:sp>
      <p:sp>
        <p:nvSpPr>
          <p:cNvPr id="3600" name="03_assume_matched_8897">
            <a:extLst>
              <a:ext uri="{FF2B5EF4-FFF2-40B4-BE49-F238E27FC236}">
                <a16:creationId xmlns:a16="http://schemas.microsoft.com/office/drawing/2014/main" id="{6F158B97-A33B-4157-BEC8-54EF85BF27E2}"/>
              </a:ext>
            </a:extLst>
          </p:cNvPr>
          <p:cNvSpPr>
            <a:spLocks noGrp="1"/>
          </p:cNvSpPr>
          <p:nvPr/>
        </p:nvSpPr>
        <p:spPr>
          <a:xfrm>
            <a:off x="2292173" y="7168208"/>
            <a:ext cx="28398" cy="28398"/>
          </a:xfrm>
          <a:prstGeom prst="ellipse">
            <a:avLst/>
          </a:prstGeom>
          <a:solidFill>
            <a:srgbClr val="7F8C97">
              <a:alpha val="48000"/>
            </a:srgbClr>
          </a:solidFill>
          <a:ln w="0">
            <a:noFill/>
            <a:prstDash val="solid"/>
          </a:ln>
        </p:spPr>
      </p:sp>
      <p:sp>
        <p:nvSpPr>
          <p:cNvPr id="3601" name="03_assume_matched_8898">
            <a:extLst>
              <a:ext uri="{FF2B5EF4-FFF2-40B4-BE49-F238E27FC236}">
                <a16:creationId xmlns:a16="http://schemas.microsoft.com/office/drawing/2014/main" id="{B9FAA60F-FCB4-484A-BB2F-566DC23312AD}"/>
              </a:ext>
            </a:extLst>
          </p:cNvPr>
          <p:cNvSpPr>
            <a:spLocks noGrp="1"/>
          </p:cNvSpPr>
          <p:nvPr/>
        </p:nvSpPr>
        <p:spPr>
          <a:xfrm>
            <a:off x="2259938" y="7168208"/>
            <a:ext cx="28398" cy="28398"/>
          </a:xfrm>
          <a:prstGeom prst="ellipse">
            <a:avLst/>
          </a:prstGeom>
          <a:solidFill>
            <a:srgbClr val="7F8C97">
              <a:alpha val="48000"/>
            </a:srgbClr>
          </a:solidFill>
          <a:ln w="0">
            <a:noFill/>
            <a:prstDash val="solid"/>
          </a:ln>
        </p:spPr>
      </p:sp>
      <p:sp>
        <p:nvSpPr>
          <p:cNvPr id="3602" name="03_assume_matched_8899">
            <a:extLst>
              <a:ext uri="{FF2B5EF4-FFF2-40B4-BE49-F238E27FC236}">
                <a16:creationId xmlns:a16="http://schemas.microsoft.com/office/drawing/2014/main" id="{B14844BE-95C3-4EC0-9950-845842E4E309}"/>
              </a:ext>
            </a:extLst>
          </p:cNvPr>
          <p:cNvSpPr>
            <a:spLocks noGrp="1"/>
          </p:cNvSpPr>
          <p:nvPr/>
        </p:nvSpPr>
        <p:spPr>
          <a:xfrm>
            <a:off x="2164670" y="7168208"/>
            <a:ext cx="28398" cy="28398"/>
          </a:xfrm>
          <a:prstGeom prst="ellipse">
            <a:avLst/>
          </a:prstGeom>
          <a:solidFill>
            <a:srgbClr val="7F8C97">
              <a:alpha val="48000"/>
            </a:srgbClr>
          </a:solidFill>
          <a:ln w="0">
            <a:noFill/>
            <a:prstDash val="solid"/>
          </a:ln>
        </p:spPr>
      </p:sp>
      <p:sp>
        <p:nvSpPr>
          <p:cNvPr id="3603" name="03_assume_matched_8900">
            <a:extLst>
              <a:ext uri="{FF2B5EF4-FFF2-40B4-BE49-F238E27FC236}">
                <a16:creationId xmlns:a16="http://schemas.microsoft.com/office/drawing/2014/main" id="{9FE203A9-0B30-4726-B58C-810B2C2DDFFD}"/>
              </a:ext>
            </a:extLst>
          </p:cNvPr>
          <p:cNvSpPr>
            <a:spLocks noGrp="1"/>
          </p:cNvSpPr>
          <p:nvPr/>
        </p:nvSpPr>
        <p:spPr>
          <a:xfrm>
            <a:off x="2195322" y="7168208"/>
            <a:ext cx="28398" cy="28398"/>
          </a:xfrm>
          <a:prstGeom prst="ellipse">
            <a:avLst/>
          </a:prstGeom>
          <a:solidFill>
            <a:srgbClr val="7F8C97">
              <a:alpha val="48000"/>
            </a:srgbClr>
          </a:solidFill>
          <a:ln w="0">
            <a:noFill/>
            <a:prstDash val="solid"/>
          </a:ln>
        </p:spPr>
      </p:sp>
      <p:sp>
        <p:nvSpPr>
          <p:cNvPr id="3604" name="03_assume_matched_8901">
            <a:extLst>
              <a:ext uri="{FF2B5EF4-FFF2-40B4-BE49-F238E27FC236}">
                <a16:creationId xmlns:a16="http://schemas.microsoft.com/office/drawing/2014/main" id="{0A8B02D0-97D9-4F55-80A9-640BEE6EC49E}"/>
              </a:ext>
            </a:extLst>
          </p:cNvPr>
          <p:cNvSpPr>
            <a:spLocks noGrp="1"/>
          </p:cNvSpPr>
          <p:nvPr/>
        </p:nvSpPr>
        <p:spPr>
          <a:xfrm>
            <a:off x="2164382" y="7606860"/>
            <a:ext cx="28398" cy="28398"/>
          </a:xfrm>
          <a:prstGeom prst="ellipse">
            <a:avLst/>
          </a:prstGeom>
          <a:solidFill>
            <a:srgbClr val="7F8C97">
              <a:alpha val="48000"/>
            </a:srgbClr>
          </a:solidFill>
          <a:ln w="0">
            <a:noFill/>
            <a:prstDash val="solid"/>
          </a:ln>
        </p:spPr>
      </p:sp>
      <p:sp>
        <p:nvSpPr>
          <p:cNvPr id="3605" name="03_assume_matched_8902">
            <a:extLst>
              <a:ext uri="{FF2B5EF4-FFF2-40B4-BE49-F238E27FC236}">
                <a16:creationId xmlns:a16="http://schemas.microsoft.com/office/drawing/2014/main" id="{CACA686E-D626-420F-B68F-2833D3F8FCBE}"/>
              </a:ext>
            </a:extLst>
          </p:cNvPr>
          <p:cNvSpPr>
            <a:spLocks noGrp="1"/>
          </p:cNvSpPr>
          <p:nvPr/>
        </p:nvSpPr>
        <p:spPr>
          <a:xfrm>
            <a:off x="2245691" y="7168208"/>
            <a:ext cx="28398" cy="28398"/>
          </a:xfrm>
          <a:prstGeom prst="ellipse">
            <a:avLst/>
          </a:prstGeom>
          <a:solidFill>
            <a:srgbClr val="7F8C97">
              <a:alpha val="48000"/>
            </a:srgbClr>
          </a:solidFill>
          <a:ln w="0">
            <a:noFill/>
            <a:prstDash val="solid"/>
          </a:ln>
        </p:spPr>
      </p:sp>
      <p:sp>
        <p:nvSpPr>
          <p:cNvPr id="3606" name="03_assume_matched_8903">
            <a:extLst>
              <a:ext uri="{FF2B5EF4-FFF2-40B4-BE49-F238E27FC236}">
                <a16:creationId xmlns:a16="http://schemas.microsoft.com/office/drawing/2014/main" id="{E469B25A-A3B3-46D8-8DEC-9350E452045B}"/>
              </a:ext>
            </a:extLst>
          </p:cNvPr>
          <p:cNvSpPr>
            <a:spLocks noGrp="1"/>
          </p:cNvSpPr>
          <p:nvPr/>
        </p:nvSpPr>
        <p:spPr>
          <a:xfrm>
            <a:off x="2226982" y="7168208"/>
            <a:ext cx="28398" cy="28398"/>
          </a:xfrm>
          <a:prstGeom prst="ellipse">
            <a:avLst/>
          </a:prstGeom>
          <a:solidFill>
            <a:srgbClr val="7F8C97">
              <a:alpha val="48000"/>
            </a:srgbClr>
          </a:solidFill>
          <a:ln w="0">
            <a:noFill/>
            <a:prstDash val="solid"/>
          </a:ln>
        </p:spPr>
      </p:sp>
      <p:sp>
        <p:nvSpPr>
          <p:cNvPr id="3607" name="03_assume_matched_8904">
            <a:extLst>
              <a:ext uri="{FF2B5EF4-FFF2-40B4-BE49-F238E27FC236}">
                <a16:creationId xmlns:a16="http://schemas.microsoft.com/office/drawing/2014/main" id="{0F0220B2-E690-4571-9A8F-986480ABADEC}"/>
              </a:ext>
            </a:extLst>
          </p:cNvPr>
          <p:cNvSpPr>
            <a:spLocks noGrp="1"/>
          </p:cNvSpPr>
          <p:nvPr/>
        </p:nvSpPr>
        <p:spPr>
          <a:xfrm>
            <a:off x="2211728" y="7168208"/>
            <a:ext cx="28398" cy="28398"/>
          </a:xfrm>
          <a:prstGeom prst="ellipse">
            <a:avLst/>
          </a:prstGeom>
          <a:solidFill>
            <a:srgbClr val="7F8C97">
              <a:alpha val="48000"/>
            </a:srgbClr>
          </a:solidFill>
          <a:ln w="0">
            <a:noFill/>
            <a:prstDash val="solid"/>
          </a:ln>
        </p:spPr>
      </p:sp>
      <p:sp>
        <p:nvSpPr>
          <p:cNvPr id="3608" name="03_assume_matched_8905">
            <a:extLst>
              <a:ext uri="{FF2B5EF4-FFF2-40B4-BE49-F238E27FC236}">
                <a16:creationId xmlns:a16="http://schemas.microsoft.com/office/drawing/2014/main" id="{FAE787AA-4A7B-4AAE-95A9-BE01C993C3E4}"/>
              </a:ext>
            </a:extLst>
          </p:cNvPr>
          <p:cNvSpPr>
            <a:spLocks noGrp="1"/>
          </p:cNvSpPr>
          <p:nvPr/>
        </p:nvSpPr>
        <p:spPr>
          <a:xfrm>
            <a:off x="2197481" y="7753078"/>
            <a:ext cx="28398" cy="28398"/>
          </a:xfrm>
          <a:prstGeom prst="ellipse">
            <a:avLst/>
          </a:prstGeom>
          <a:solidFill>
            <a:srgbClr val="7F8C97">
              <a:alpha val="48000"/>
            </a:srgbClr>
          </a:solidFill>
          <a:ln w="0">
            <a:noFill/>
            <a:prstDash val="solid"/>
          </a:ln>
        </p:spPr>
      </p:sp>
      <p:sp>
        <p:nvSpPr>
          <p:cNvPr id="3609" name="03_assume_matched_8906">
            <a:extLst>
              <a:ext uri="{FF2B5EF4-FFF2-40B4-BE49-F238E27FC236}">
                <a16:creationId xmlns:a16="http://schemas.microsoft.com/office/drawing/2014/main" id="{504DCB19-52F3-45BC-A781-5CBE00C0C37B}"/>
              </a:ext>
            </a:extLst>
          </p:cNvPr>
          <p:cNvSpPr>
            <a:spLocks noGrp="1"/>
          </p:cNvSpPr>
          <p:nvPr/>
        </p:nvSpPr>
        <p:spPr>
          <a:xfrm>
            <a:off x="2213887" y="7168208"/>
            <a:ext cx="28398" cy="28398"/>
          </a:xfrm>
          <a:prstGeom prst="ellipse">
            <a:avLst/>
          </a:prstGeom>
          <a:solidFill>
            <a:srgbClr val="7F8C97">
              <a:alpha val="48000"/>
            </a:srgbClr>
          </a:solidFill>
          <a:ln w="0">
            <a:noFill/>
            <a:prstDash val="solid"/>
          </a:ln>
        </p:spPr>
      </p:sp>
      <p:sp>
        <p:nvSpPr>
          <p:cNvPr id="3610" name="03_assume_matched_8907">
            <a:extLst>
              <a:ext uri="{FF2B5EF4-FFF2-40B4-BE49-F238E27FC236}">
                <a16:creationId xmlns:a16="http://schemas.microsoft.com/office/drawing/2014/main" id="{218F545B-211A-4058-8CF0-011A0A126ABC}"/>
              </a:ext>
            </a:extLst>
          </p:cNvPr>
          <p:cNvSpPr>
            <a:spLocks noGrp="1"/>
          </p:cNvSpPr>
          <p:nvPr/>
        </p:nvSpPr>
        <p:spPr>
          <a:xfrm>
            <a:off x="2299081" y="7314426"/>
            <a:ext cx="28398" cy="28398"/>
          </a:xfrm>
          <a:prstGeom prst="ellipse">
            <a:avLst/>
          </a:prstGeom>
          <a:solidFill>
            <a:srgbClr val="7F8C97">
              <a:alpha val="48000"/>
            </a:srgbClr>
          </a:solidFill>
          <a:ln w="0">
            <a:noFill/>
            <a:prstDash val="solid"/>
          </a:ln>
        </p:spPr>
      </p:sp>
      <p:sp>
        <p:nvSpPr>
          <p:cNvPr id="3611" name="03_assume_matched_8908">
            <a:extLst>
              <a:ext uri="{FF2B5EF4-FFF2-40B4-BE49-F238E27FC236}">
                <a16:creationId xmlns:a16="http://schemas.microsoft.com/office/drawing/2014/main" id="{4EFF269A-FA9A-4C0F-BED2-08A6AECA5858}"/>
              </a:ext>
            </a:extLst>
          </p:cNvPr>
          <p:cNvSpPr>
            <a:spLocks noGrp="1"/>
          </p:cNvSpPr>
          <p:nvPr/>
        </p:nvSpPr>
        <p:spPr>
          <a:xfrm>
            <a:off x="2254037" y="7168208"/>
            <a:ext cx="28398" cy="28398"/>
          </a:xfrm>
          <a:prstGeom prst="ellipse">
            <a:avLst/>
          </a:prstGeom>
          <a:solidFill>
            <a:srgbClr val="7F8C97">
              <a:alpha val="48000"/>
            </a:srgbClr>
          </a:solidFill>
          <a:ln w="0">
            <a:noFill/>
            <a:prstDash val="solid"/>
          </a:ln>
        </p:spPr>
      </p:sp>
      <p:sp>
        <p:nvSpPr>
          <p:cNvPr id="3612" name="03_assume_matched_8909">
            <a:extLst>
              <a:ext uri="{FF2B5EF4-FFF2-40B4-BE49-F238E27FC236}">
                <a16:creationId xmlns:a16="http://schemas.microsoft.com/office/drawing/2014/main" id="{C856E242-1071-44B3-A653-FEB082896F69}"/>
              </a:ext>
            </a:extLst>
          </p:cNvPr>
          <p:cNvSpPr>
            <a:spLocks noGrp="1"/>
          </p:cNvSpPr>
          <p:nvPr/>
        </p:nvSpPr>
        <p:spPr>
          <a:xfrm>
            <a:off x="2263823" y="7688092"/>
            <a:ext cx="28398" cy="28398"/>
          </a:xfrm>
          <a:prstGeom prst="ellipse">
            <a:avLst/>
          </a:prstGeom>
          <a:solidFill>
            <a:srgbClr val="7F8C97">
              <a:alpha val="48000"/>
            </a:srgbClr>
          </a:solidFill>
          <a:ln w="0">
            <a:noFill/>
            <a:prstDash val="solid"/>
          </a:ln>
        </p:spPr>
      </p:sp>
      <p:sp>
        <p:nvSpPr>
          <p:cNvPr id="3613" name="03_assume_matched_8910">
            <a:extLst>
              <a:ext uri="{FF2B5EF4-FFF2-40B4-BE49-F238E27FC236}">
                <a16:creationId xmlns:a16="http://schemas.microsoft.com/office/drawing/2014/main" id="{BD777D3F-FBF5-4C76-A9FB-7272FF17146F}"/>
              </a:ext>
            </a:extLst>
          </p:cNvPr>
          <p:cNvSpPr>
            <a:spLocks noGrp="1"/>
          </p:cNvSpPr>
          <p:nvPr/>
        </p:nvSpPr>
        <p:spPr>
          <a:xfrm>
            <a:off x="2200647" y="7558121"/>
            <a:ext cx="28398" cy="28398"/>
          </a:xfrm>
          <a:prstGeom prst="ellipse">
            <a:avLst/>
          </a:prstGeom>
          <a:solidFill>
            <a:srgbClr val="7F8C97">
              <a:alpha val="48000"/>
            </a:srgbClr>
          </a:solidFill>
          <a:ln w="0">
            <a:noFill/>
            <a:prstDash val="solid"/>
          </a:ln>
        </p:spPr>
      </p:sp>
      <p:sp>
        <p:nvSpPr>
          <p:cNvPr id="3614" name="03_assume_matched_8911">
            <a:extLst>
              <a:ext uri="{FF2B5EF4-FFF2-40B4-BE49-F238E27FC236}">
                <a16:creationId xmlns:a16="http://schemas.microsoft.com/office/drawing/2014/main" id="{36DC9879-A4BD-4C9B-AE48-87E001640E63}"/>
              </a:ext>
            </a:extLst>
          </p:cNvPr>
          <p:cNvSpPr>
            <a:spLocks noGrp="1"/>
          </p:cNvSpPr>
          <p:nvPr/>
        </p:nvSpPr>
        <p:spPr>
          <a:xfrm>
            <a:off x="2291022" y="7558121"/>
            <a:ext cx="28398" cy="28398"/>
          </a:xfrm>
          <a:prstGeom prst="ellipse">
            <a:avLst/>
          </a:prstGeom>
          <a:solidFill>
            <a:srgbClr val="7F8C97">
              <a:alpha val="48000"/>
            </a:srgbClr>
          </a:solidFill>
          <a:ln w="0">
            <a:noFill/>
            <a:prstDash val="solid"/>
          </a:ln>
        </p:spPr>
      </p:sp>
      <p:sp>
        <p:nvSpPr>
          <p:cNvPr id="3615" name="03_assume_matched_8912">
            <a:extLst>
              <a:ext uri="{FF2B5EF4-FFF2-40B4-BE49-F238E27FC236}">
                <a16:creationId xmlns:a16="http://schemas.microsoft.com/office/drawing/2014/main" id="{7E3549FC-2014-42E0-B0CC-D0AC9C8A38ED}"/>
              </a:ext>
            </a:extLst>
          </p:cNvPr>
          <p:cNvSpPr>
            <a:spLocks noGrp="1"/>
          </p:cNvSpPr>
          <p:nvPr/>
        </p:nvSpPr>
        <p:spPr>
          <a:xfrm>
            <a:off x="2264111" y="7168208"/>
            <a:ext cx="28398" cy="28398"/>
          </a:xfrm>
          <a:prstGeom prst="ellipse">
            <a:avLst/>
          </a:prstGeom>
          <a:solidFill>
            <a:srgbClr val="7F8C97">
              <a:alpha val="48000"/>
            </a:srgbClr>
          </a:solidFill>
          <a:ln w="0">
            <a:noFill/>
            <a:prstDash val="solid"/>
          </a:ln>
        </p:spPr>
      </p:sp>
      <p:sp>
        <p:nvSpPr>
          <p:cNvPr id="3616" name="03_assume_matched_8913">
            <a:extLst>
              <a:ext uri="{FF2B5EF4-FFF2-40B4-BE49-F238E27FC236}">
                <a16:creationId xmlns:a16="http://schemas.microsoft.com/office/drawing/2014/main" id="{4FDC6954-0820-428F-958F-6916739B85C5}"/>
              </a:ext>
            </a:extLst>
          </p:cNvPr>
          <p:cNvSpPr>
            <a:spLocks noGrp="1"/>
          </p:cNvSpPr>
          <p:nvPr/>
        </p:nvSpPr>
        <p:spPr>
          <a:xfrm>
            <a:off x="2181939" y="7753078"/>
            <a:ext cx="28398" cy="28398"/>
          </a:xfrm>
          <a:prstGeom prst="ellipse">
            <a:avLst/>
          </a:prstGeom>
          <a:solidFill>
            <a:srgbClr val="7F8C97">
              <a:alpha val="48000"/>
            </a:srgbClr>
          </a:solidFill>
          <a:ln w="0">
            <a:noFill/>
            <a:prstDash val="solid"/>
          </a:ln>
        </p:spPr>
      </p:sp>
      <p:sp>
        <p:nvSpPr>
          <p:cNvPr id="3617" name="03_assume_matched_8914">
            <a:extLst>
              <a:ext uri="{FF2B5EF4-FFF2-40B4-BE49-F238E27FC236}">
                <a16:creationId xmlns:a16="http://schemas.microsoft.com/office/drawing/2014/main" id="{F46B84C7-9D61-43BA-BCC9-525548712E87}"/>
              </a:ext>
            </a:extLst>
          </p:cNvPr>
          <p:cNvSpPr>
            <a:spLocks noGrp="1"/>
          </p:cNvSpPr>
          <p:nvPr/>
        </p:nvSpPr>
        <p:spPr>
          <a:xfrm>
            <a:off x="2189278" y="7168208"/>
            <a:ext cx="28398" cy="28398"/>
          </a:xfrm>
          <a:prstGeom prst="ellipse">
            <a:avLst/>
          </a:prstGeom>
          <a:solidFill>
            <a:srgbClr val="7F8C97">
              <a:alpha val="48000"/>
            </a:srgbClr>
          </a:solidFill>
          <a:ln w="0">
            <a:noFill/>
            <a:prstDash val="solid"/>
          </a:ln>
        </p:spPr>
      </p:sp>
      <p:sp>
        <p:nvSpPr>
          <p:cNvPr id="3618" name="03_assume_matched_8915">
            <a:extLst>
              <a:ext uri="{FF2B5EF4-FFF2-40B4-BE49-F238E27FC236}">
                <a16:creationId xmlns:a16="http://schemas.microsoft.com/office/drawing/2014/main" id="{7FF0841D-D8C8-4F3B-BF05-1B3FA319D191}"/>
              </a:ext>
            </a:extLst>
          </p:cNvPr>
          <p:cNvSpPr>
            <a:spLocks noGrp="1"/>
          </p:cNvSpPr>
          <p:nvPr/>
        </p:nvSpPr>
        <p:spPr>
          <a:xfrm>
            <a:off x="2200503" y="7558121"/>
            <a:ext cx="28398" cy="28398"/>
          </a:xfrm>
          <a:prstGeom prst="ellipse">
            <a:avLst/>
          </a:prstGeom>
          <a:solidFill>
            <a:srgbClr val="7F8C97">
              <a:alpha val="48000"/>
            </a:srgbClr>
          </a:solidFill>
          <a:ln w="0">
            <a:noFill/>
            <a:prstDash val="solid"/>
          </a:ln>
        </p:spPr>
      </p:sp>
      <p:sp>
        <p:nvSpPr>
          <p:cNvPr id="3619" name="03_assume_matched_8916">
            <a:extLst>
              <a:ext uri="{FF2B5EF4-FFF2-40B4-BE49-F238E27FC236}">
                <a16:creationId xmlns:a16="http://schemas.microsoft.com/office/drawing/2014/main" id="{BEDB90A2-E1D3-4DD1-B5FE-939EA07DB382}"/>
              </a:ext>
            </a:extLst>
          </p:cNvPr>
          <p:cNvSpPr>
            <a:spLocks noGrp="1"/>
          </p:cNvSpPr>
          <p:nvPr/>
        </p:nvSpPr>
        <p:spPr>
          <a:xfrm>
            <a:off x="2289871" y="7168208"/>
            <a:ext cx="28398" cy="28398"/>
          </a:xfrm>
          <a:prstGeom prst="ellipse">
            <a:avLst/>
          </a:prstGeom>
          <a:solidFill>
            <a:srgbClr val="7F8C97">
              <a:alpha val="48000"/>
            </a:srgbClr>
          </a:solidFill>
          <a:ln w="0">
            <a:noFill/>
            <a:prstDash val="solid"/>
          </a:ln>
        </p:spPr>
      </p:sp>
      <p:sp>
        <p:nvSpPr>
          <p:cNvPr id="3620" name="03_assume_matched_8917">
            <a:extLst>
              <a:ext uri="{FF2B5EF4-FFF2-40B4-BE49-F238E27FC236}">
                <a16:creationId xmlns:a16="http://schemas.microsoft.com/office/drawing/2014/main" id="{C4583E4B-402D-45AA-8D32-D2171A11A489}"/>
              </a:ext>
            </a:extLst>
          </p:cNvPr>
          <p:cNvSpPr>
            <a:spLocks noGrp="1"/>
          </p:cNvSpPr>
          <p:nvPr/>
        </p:nvSpPr>
        <p:spPr>
          <a:xfrm>
            <a:off x="2202806" y="7168208"/>
            <a:ext cx="28398" cy="28398"/>
          </a:xfrm>
          <a:prstGeom prst="ellipse">
            <a:avLst/>
          </a:prstGeom>
          <a:solidFill>
            <a:srgbClr val="7F8C97">
              <a:alpha val="48000"/>
            </a:srgbClr>
          </a:solidFill>
          <a:ln w="0">
            <a:noFill/>
            <a:prstDash val="solid"/>
          </a:ln>
        </p:spPr>
      </p:sp>
      <p:sp>
        <p:nvSpPr>
          <p:cNvPr id="3621" name="03_assume_matched_8918">
            <a:extLst>
              <a:ext uri="{FF2B5EF4-FFF2-40B4-BE49-F238E27FC236}">
                <a16:creationId xmlns:a16="http://schemas.microsoft.com/office/drawing/2014/main" id="{2D720203-8CD9-4F76-B835-4BA077DC4962}"/>
              </a:ext>
            </a:extLst>
          </p:cNvPr>
          <p:cNvSpPr>
            <a:spLocks noGrp="1"/>
          </p:cNvSpPr>
          <p:nvPr/>
        </p:nvSpPr>
        <p:spPr>
          <a:xfrm>
            <a:off x="2281812" y="7493136"/>
            <a:ext cx="28398" cy="28398"/>
          </a:xfrm>
          <a:prstGeom prst="ellipse">
            <a:avLst/>
          </a:prstGeom>
          <a:solidFill>
            <a:srgbClr val="7F8C97">
              <a:alpha val="48000"/>
            </a:srgbClr>
          </a:solidFill>
          <a:ln w="0">
            <a:noFill/>
            <a:prstDash val="solid"/>
          </a:ln>
        </p:spPr>
      </p:sp>
      <p:sp>
        <p:nvSpPr>
          <p:cNvPr id="3622" name="03_assume_matched_8919">
            <a:extLst>
              <a:ext uri="{FF2B5EF4-FFF2-40B4-BE49-F238E27FC236}">
                <a16:creationId xmlns:a16="http://schemas.microsoft.com/office/drawing/2014/main" id="{B9FE2E25-BC93-4111-B430-CD7371D4520C}"/>
              </a:ext>
            </a:extLst>
          </p:cNvPr>
          <p:cNvSpPr>
            <a:spLocks noGrp="1"/>
          </p:cNvSpPr>
          <p:nvPr/>
        </p:nvSpPr>
        <p:spPr>
          <a:xfrm>
            <a:off x="2282963" y="7168208"/>
            <a:ext cx="28398" cy="28398"/>
          </a:xfrm>
          <a:prstGeom prst="ellipse">
            <a:avLst/>
          </a:prstGeom>
          <a:solidFill>
            <a:srgbClr val="7F8C97">
              <a:alpha val="48000"/>
            </a:srgbClr>
          </a:solidFill>
          <a:ln w="0">
            <a:noFill/>
            <a:prstDash val="solid"/>
          </a:ln>
        </p:spPr>
      </p:sp>
      <p:sp>
        <p:nvSpPr>
          <p:cNvPr id="3623" name="03_assume_matched_8920">
            <a:extLst>
              <a:ext uri="{FF2B5EF4-FFF2-40B4-BE49-F238E27FC236}">
                <a16:creationId xmlns:a16="http://schemas.microsoft.com/office/drawing/2014/main" id="{3B3EF29D-FE25-402C-86C4-F918EF37070E}"/>
              </a:ext>
            </a:extLst>
          </p:cNvPr>
          <p:cNvSpPr>
            <a:spLocks noGrp="1"/>
          </p:cNvSpPr>
          <p:nvPr/>
        </p:nvSpPr>
        <p:spPr>
          <a:xfrm>
            <a:off x="2286705" y="7753078"/>
            <a:ext cx="28398" cy="28398"/>
          </a:xfrm>
          <a:prstGeom prst="ellipse">
            <a:avLst/>
          </a:prstGeom>
          <a:solidFill>
            <a:srgbClr val="7F8C97">
              <a:alpha val="48000"/>
            </a:srgbClr>
          </a:solidFill>
          <a:ln w="0">
            <a:noFill/>
            <a:prstDash val="solid"/>
          </a:ln>
        </p:spPr>
      </p:sp>
      <p:sp>
        <p:nvSpPr>
          <p:cNvPr id="3624" name="03_assume_matched_8921">
            <a:extLst>
              <a:ext uri="{FF2B5EF4-FFF2-40B4-BE49-F238E27FC236}">
                <a16:creationId xmlns:a16="http://schemas.microsoft.com/office/drawing/2014/main" id="{F1CF0055-2529-41B0-9C28-0899E031102D}"/>
              </a:ext>
            </a:extLst>
          </p:cNvPr>
          <p:cNvSpPr>
            <a:spLocks noGrp="1"/>
          </p:cNvSpPr>
          <p:nvPr/>
        </p:nvSpPr>
        <p:spPr>
          <a:xfrm>
            <a:off x="2203957" y="7753078"/>
            <a:ext cx="28398" cy="28398"/>
          </a:xfrm>
          <a:prstGeom prst="ellipse">
            <a:avLst/>
          </a:prstGeom>
          <a:solidFill>
            <a:srgbClr val="7F8C97">
              <a:alpha val="48000"/>
            </a:srgbClr>
          </a:solidFill>
          <a:ln w="0">
            <a:noFill/>
            <a:prstDash val="solid"/>
          </a:ln>
        </p:spPr>
      </p:sp>
      <p:sp>
        <p:nvSpPr>
          <p:cNvPr id="3625" name="03_assume_matched_8922">
            <a:extLst>
              <a:ext uri="{FF2B5EF4-FFF2-40B4-BE49-F238E27FC236}">
                <a16:creationId xmlns:a16="http://schemas.microsoft.com/office/drawing/2014/main" id="{C87F497F-84F6-48F7-BDA5-C0480976E990}"/>
              </a:ext>
            </a:extLst>
          </p:cNvPr>
          <p:cNvSpPr>
            <a:spLocks noGrp="1"/>
          </p:cNvSpPr>
          <p:nvPr/>
        </p:nvSpPr>
        <p:spPr>
          <a:xfrm>
            <a:off x="2182227" y="7168208"/>
            <a:ext cx="28398" cy="28398"/>
          </a:xfrm>
          <a:prstGeom prst="ellipse">
            <a:avLst/>
          </a:prstGeom>
          <a:solidFill>
            <a:srgbClr val="7F8C97">
              <a:alpha val="48000"/>
            </a:srgbClr>
          </a:solidFill>
          <a:ln w="0">
            <a:noFill/>
            <a:prstDash val="solid"/>
          </a:ln>
        </p:spPr>
      </p:sp>
      <p:sp>
        <p:nvSpPr>
          <p:cNvPr id="3626" name="03_assume_matched_8923">
            <a:extLst>
              <a:ext uri="{FF2B5EF4-FFF2-40B4-BE49-F238E27FC236}">
                <a16:creationId xmlns:a16="http://schemas.microsoft.com/office/drawing/2014/main" id="{C1B73BD8-CA72-4817-960D-34B1B37DB624}"/>
              </a:ext>
            </a:extLst>
          </p:cNvPr>
          <p:cNvSpPr>
            <a:spLocks noGrp="1"/>
          </p:cNvSpPr>
          <p:nvPr/>
        </p:nvSpPr>
        <p:spPr>
          <a:xfrm>
            <a:off x="2265982" y="7168208"/>
            <a:ext cx="28398" cy="28398"/>
          </a:xfrm>
          <a:prstGeom prst="ellipse">
            <a:avLst/>
          </a:prstGeom>
          <a:solidFill>
            <a:srgbClr val="7F8C97">
              <a:alpha val="48000"/>
            </a:srgbClr>
          </a:solidFill>
          <a:ln w="0">
            <a:noFill/>
            <a:prstDash val="solid"/>
          </a:ln>
        </p:spPr>
      </p:sp>
      <p:sp>
        <p:nvSpPr>
          <p:cNvPr id="3627" name="03_assume_matched_8924">
            <a:extLst>
              <a:ext uri="{FF2B5EF4-FFF2-40B4-BE49-F238E27FC236}">
                <a16:creationId xmlns:a16="http://schemas.microsoft.com/office/drawing/2014/main" id="{BD744E1F-66CC-4182-A354-EC998B72120C}"/>
              </a:ext>
            </a:extLst>
          </p:cNvPr>
          <p:cNvSpPr>
            <a:spLocks noGrp="1"/>
          </p:cNvSpPr>
          <p:nvPr/>
        </p:nvSpPr>
        <p:spPr>
          <a:xfrm>
            <a:off x="2175463" y="7168208"/>
            <a:ext cx="28398" cy="28398"/>
          </a:xfrm>
          <a:prstGeom prst="ellipse">
            <a:avLst/>
          </a:prstGeom>
          <a:solidFill>
            <a:srgbClr val="7F8C97">
              <a:alpha val="48000"/>
            </a:srgbClr>
          </a:solidFill>
          <a:ln w="0">
            <a:noFill/>
            <a:prstDash val="solid"/>
          </a:ln>
        </p:spPr>
      </p:sp>
      <p:sp>
        <p:nvSpPr>
          <p:cNvPr id="3628" name="03_assume_matched_8925">
            <a:extLst>
              <a:ext uri="{FF2B5EF4-FFF2-40B4-BE49-F238E27FC236}">
                <a16:creationId xmlns:a16="http://schemas.microsoft.com/office/drawing/2014/main" id="{77D66436-B643-4B48-B74B-1201A5C50F22}"/>
              </a:ext>
            </a:extLst>
          </p:cNvPr>
          <p:cNvSpPr>
            <a:spLocks noGrp="1"/>
          </p:cNvSpPr>
          <p:nvPr/>
        </p:nvSpPr>
        <p:spPr>
          <a:xfrm>
            <a:off x="2269579" y="7168208"/>
            <a:ext cx="28398" cy="28398"/>
          </a:xfrm>
          <a:prstGeom prst="ellipse">
            <a:avLst/>
          </a:prstGeom>
          <a:solidFill>
            <a:srgbClr val="7F8C97">
              <a:alpha val="48000"/>
            </a:srgbClr>
          </a:solidFill>
          <a:ln w="0">
            <a:noFill/>
            <a:prstDash val="solid"/>
          </a:ln>
        </p:spPr>
      </p:sp>
      <p:sp>
        <p:nvSpPr>
          <p:cNvPr id="3629" name="03_assume_matched_8926">
            <a:extLst>
              <a:ext uri="{FF2B5EF4-FFF2-40B4-BE49-F238E27FC236}">
                <a16:creationId xmlns:a16="http://schemas.microsoft.com/office/drawing/2014/main" id="{F3F4DC78-63C7-44C3-9AA0-D31CAE9A0189}"/>
              </a:ext>
            </a:extLst>
          </p:cNvPr>
          <p:cNvSpPr>
            <a:spLocks noGrp="1"/>
          </p:cNvSpPr>
          <p:nvPr/>
        </p:nvSpPr>
        <p:spPr>
          <a:xfrm>
            <a:off x="2176758" y="7753078"/>
            <a:ext cx="28398" cy="28398"/>
          </a:xfrm>
          <a:prstGeom prst="ellipse">
            <a:avLst/>
          </a:prstGeom>
          <a:solidFill>
            <a:srgbClr val="7F8C97">
              <a:alpha val="48000"/>
            </a:srgbClr>
          </a:solidFill>
          <a:ln w="0">
            <a:noFill/>
            <a:prstDash val="solid"/>
          </a:ln>
        </p:spPr>
      </p:sp>
      <p:sp>
        <p:nvSpPr>
          <p:cNvPr id="3630" name="03_assume_matched_8927">
            <a:extLst>
              <a:ext uri="{FF2B5EF4-FFF2-40B4-BE49-F238E27FC236}">
                <a16:creationId xmlns:a16="http://schemas.microsoft.com/office/drawing/2014/main" id="{3E988E78-9868-46E8-A605-0AAF94A6C6A1}"/>
              </a:ext>
            </a:extLst>
          </p:cNvPr>
          <p:cNvSpPr>
            <a:spLocks noGrp="1"/>
          </p:cNvSpPr>
          <p:nvPr/>
        </p:nvSpPr>
        <p:spPr>
          <a:xfrm>
            <a:off x="2297210" y="7168208"/>
            <a:ext cx="28398" cy="28398"/>
          </a:xfrm>
          <a:prstGeom prst="ellipse">
            <a:avLst/>
          </a:prstGeom>
          <a:solidFill>
            <a:srgbClr val="7F8C97">
              <a:alpha val="48000"/>
            </a:srgbClr>
          </a:solidFill>
          <a:ln w="0">
            <a:noFill/>
            <a:prstDash val="solid"/>
          </a:ln>
        </p:spPr>
      </p:sp>
      <p:sp>
        <p:nvSpPr>
          <p:cNvPr id="3631" name="03_assume_matched_8928">
            <a:extLst>
              <a:ext uri="{FF2B5EF4-FFF2-40B4-BE49-F238E27FC236}">
                <a16:creationId xmlns:a16="http://schemas.microsoft.com/office/drawing/2014/main" id="{E6739B7F-A5CD-473B-BE9D-7E64A268DDE1}"/>
              </a:ext>
            </a:extLst>
          </p:cNvPr>
          <p:cNvSpPr>
            <a:spLocks noGrp="1"/>
          </p:cNvSpPr>
          <p:nvPr/>
        </p:nvSpPr>
        <p:spPr>
          <a:xfrm>
            <a:off x="2275192" y="7168208"/>
            <a:ext cx="28398" cy="28398"/>
          </a:xfrm>
          <a:prstGeom prst="ellipse">
            <a:avLst/>
          </a:prstGeom>
          <a:solidFill>
            <a:srgbClr val="7F8C97">
              <a:alpha val="48000"/>
            </a:srgbClr>
          </a:solidFill>
          <a:ln w="0">
            <a:noFill/>
            <a:prstDash val="solid"/>
          </a:ln>
        </p:spPr>
      </p:sp>
      <p:sp>
        <p:nvSpPr>
          <p:cNvPr id="3632" name="03_assume_matched_8929">
            <a:extLst>
              <a:ext uri="{FF2B5EF4-FFF2-40B4-BE49-F238E27FC236}">
                <a16:creationId xmlns:a16="http://schemas.microsoft.com/office/drawing/2014/main" id="{EAF83A79-9A36-4FD5-8DE7-CD3D82783804}"/>
              </a:ext>
            </a:extLst>
          </p:cNvPr>
          <p:cNvSpPr>
            <a:spLocks noGrp="1"/>
          </p:cNvSpPr>
          <p:nvPr/>
        </p:nvSpPr>
        <p:spPr>
          <a:xfrm>
            <a:off x="2223097" y="7168208"/>
            <a:ext cx="28398" cy="28398"/>
          </a:xfrm>
          <a:prstGeom prst="ellipse">
            <a:avLst/>
          </a:prstGeom>
          <a:solidFill>
            <a:srgbClr val="7F8C97">
              <a:alpha val="48000"/>
            </a:srgbClr>
          </a:solidFill>
          <a:ln w="0">
            <a:noFill/>
            <a:prstDash val="solid"/>
          </a:ln>
        </p:spPr>
      </p:sp>
      <p:sp>
        <p:nvSpPr>
          <p:cNvPr id="3633" name="03_assume_matched_8930">
            <a:extLst>
              <a:ext uri="{FF2B5EF4-FFF2-40B4-BE49-F238E27FC236}">
                <a16:creationId xmlns:a16="http://schemas.microsoft.com/office/drawing/2014/main" id="{FDAA0CDC-5124-40CF-A78E-7850B92BBCD7}"/>
              </a:ext>
            </a:extLst>
          </p:cNvPr>
          <p:cNvSpPr>
            <a:spLocks noGrp="1"/>
          </p:cNvSpPr>
          <p:nvPr/>
        </p:nvSpPr>
        <p:spPr>
          <a:xfrm>
            <a:off x="2198776" y="7168208"/>
            <a:ext cx="28398" cy="28398"/>
          </a:xfrm>
          <a:prstGeom prst="ellipse">
            <a:avLst/>
          </a:prstGeom>
          <a:solidFill>
            <a:srgbClr val="7F8C97">
              <a:alpha val="48000"/>
            </a:srgbClr>
          </a:solidFill>
          <a:ln w="0">
            <a:noFill/>
            <a:prstDash val="solid"/>
          </a:ln>
        </p:spPr>
      </p:sp>
      <p:sp>
        <p:nvSpPr>
          <p:cNvPr id="3634" name="03_assume_matched_8931">
            <a:extLst>
              <a:ext uri="{FF2B5EF4-FFF2-40B4-BE49-F238E27FC236}">
                <a16:creationId xmlns:a16="http://schemas.microsoft.com/office/drawing/2014/main" id="{FC69307B-04D1-4CCB-95E0-3D74C90E1E13}"/>
              </a:ext>
            </a:extLst>
          </p:cNvPr>
          <p:cNvSpPr>
            <a:spLocks noGrp="1"/>
          </p:cNvSpPr>
          <p:nvPr/>
        </p:nvSpPr>
        <p:spPr>
          <a:xfrm>
            <a:off x="2301239" y="7753078"/>
            <a:ext cx="28398" cy="28398"/>
          </a:xfrm>
          <a:prstGeom prst="ellipse">
            <a:avLst/>
          </a:prstGeom>
          <a:solidFill>
            <a:srgbClr val="7F8C97">
              <a:alpha val="48000"/>
            </a:srgbClr>
          </a:solidFill>
          <a:ln w="0">
            <a:noFill/>
            <a:prstDash val="solid"/>
          </a:ln>
        </p:spPr>
      </p:sp>
      <p:sp>
        <p:nvSpPr>
          <p:cNvPr id="3635" name="03_assume_matched_8932">
            <a:extLst>
              <a:ext uri="{FF2B5EF4-FFF2-40B4-BE49-F238E27FC236}">
                <a16:creationId xmlns:a16="http://schemas.microsoft.com/office/drawing/2014/main" id="{188A4D7F-0D32-4800-B8F8-396B832283B8}"/>
              </a:ext>
            </a:extLst>
          </p:cNvPr>
          <p:cNvSpPr>
            <a:spLocks noGrp="1"/>
          </p:cNvSpPr>
          <p:nvPr/>
        </p:nvSpPr>
        <p:spPr>
          <a:xfrm>
            <a:off x="2249000" y="7753078"/>
            <a:ext cx="28398" cy="28398"/>
          </a:xfrm>
          <a:prstGeom prst="ellipse">
            <a:avLst/>
          </a:prstGeom>
          <a:solidFill>
            <a:srgbClr val="7F8C97">
              <a:alpha val="48000"/>
            </a:srgbClr>
          </a:solidFill>
          <a:ln w="0">
            <a:noFill/>
            <a:prstDash val="solid"/>
          </a:ln>
        </p:spPr>
      </p:sp>
      <p:sp>
        <p:nvSpPr>
          <p:cNvPr id="3636" name="03_assume_matched_8933">
            <a:extLst>
              <a:ext uri="{FF2B5EF4-FFF2-40B4-BE49-F238E27FC236}">
                <a16:creationId xmlns:a16="http://schemas.microsoft.com/office/drawing/2014/main" id="{7BDBA81C-CF72-4509-BE52-82CD13BC28E4}"/>
              </a:ext>
            </a:extLst>
          </p:cNvPr>
          <p:cNvSpPr>
            <a:spLocks noGrp="1"/>
          </p:cNvSpPr>
          <p:nvPr/>
        </p:nvSpPr>
        <p:spPr>
          <a:xfrm>
            <a:off x="2281812" y="7753078"/>
            <a:ext cx="28398" cy="28398"/>
          </a:xfrm>
          <a:prstGeom prst="ellipse">
            <a:avLst/>
          </a:prstGeom>
          <a:solidFill>
            <a:srgbClr val="7F8C97">
              <a:alpha val="48000"/>
            </a:srgbClr>
          </a:solidFill>
          <a:ln w="0">
            <a:noFill/>
            <a:prstDash val="solid"/>
          </a:ln>
        </p:spPr>
      </p:sp>
      <p:sp>
        <p:nvSpPr>
          <p:cNvPr id="3637" name="03_assume_matched_8934">
            <a:extLst>
              <a:ext uri="{FF2B5EF4-FFF2-40B4-BE49-F238E27FC236}">
                <a16:creationId xmlns:a16="http://schemas.microsoft.com/office/drawing/2014/main" id="{4220C6A4-28D2-47E3-B10D-AD183C020D42}"/>
              </a:ext>
            </a:extLst>
          </p:cNvPr>
          <p:cNvSpPr>
            <a:spLocks noGrp="1"/>
          </p:cNvSpPr>
          <p:nvPr/>
        </p:nvSpPr>
        <p:spPr>
          <a:xfrm>
            <a:off x="2180932" y="7285182"/>
            <a:ext cx="28398" cy="28398"/>
          </a:xfrm>
          <a:prstGeom prst="ellipse">
            <a:avLst/>
          </a:prstGeom>
          <a:solidFill>
            <a:srgbClr val="7F8C97">
              <a:alpha val="48000"/>
            </a:srgbClr>
          </a:solidFill>
          <a:ln w="0">
            <a:noFill/>
            <a:prstDash val="solid"/>
          </a:ln>
        </p:spPr>
      </p:sp>
      <p:sp>
        <p:nvSpPr>
          <p:cNvPr id="3638" name="03_assume_matched_8935">
            <a:extLst>
              <a:ext uri="{FF2B5EF4-FFF2-40B4-BE49-F238E27FC236}">
                <a16:creationId xmlns:a16="http://schemas.microsoft.com/office/drawing/2014/main" id="{EBCA4366-4037-49EE-B82F-CE4F77078A39}"/>
              </a:ext>
            </a:extLst>
          </p:cNvPr>
          <p:cNvSpPr>
            <a:spLocks noGrp="1"/>
          </p:cNvSpPr>
          <p:nvPr/>
        </p:nvSpPr>
        <p:spPr>
          <a:xfrm>
            <a:off x="2272889" y="7753078"/>
            <a:ext cx="28398" cy="28398"/>
          </a:xfrm>
          <a:prstGeom prst="ellipse">
            <a:avLst/>
          </a:prstGeom>
          <a:solidFill>
            <a:srgbClr val="7F8C97">
              <a:alpha val="48000"/>
            </a:srgbClr>
          </a:solidFill>
          <a:ln w="0">
            <a:noFill/>
            <a:prstDash val="solid"/>
          </a:ln>
        </p:spPr>
      </p:sp>
      <p:sp>
        <p:nvSpPr>
          <p:cNvPr id="3639" name="03_assume_matched_8936">
            <a:extLst>
              <a:ext uri="{FF2B5EF4-FFF2-40B4-BE49-F238E27FC236}">
                <a16:creationId xmlns:a16="http://schemas.microsoft.com/office/drawing/2014/main" id="{32115885-3C62-4598-9C8F-C7A64FE978BD}"/>
              </a:ext>
            </a:extLst>
          </p:cNvPr>
          <p:cNvSpPr>
            <a:spLocks noGrp="1"/>
          </p:cNvSpPr>
          <p:nvPr/>
        </p:nvSpPr>
        <p:spPr>
          <a:xfrm>
            <a:off x="2252023" y="7168208"/>
            <a:ext cx="28398" cy="28398"/>
          </a:xfrm>
          <a:prstGeom prst="ellipse">
            <a:avLst/>
          </a:prstGeom>
          <a:solidFill>
            <a:srgbClr val="7F8C97">
              <a:alpha val="48000"/>
            </a:srgbClr>
          </a:solidFill>
          <a:ln w="0">
            <a:noFill/>
            <a:prstDash val="solid"/>
          </a:ln>
        </p:spPr>
      </p:sp>
      <p:sp>
        <p:nvSpPr>
          <p:cNvPr id="3640" name="03_assume_matched_8937">
            <a:extLst>
              <a:ext uri="{FF2B5EF4-FFF2-40B4-BE49-F238E27FC236}">
                <a16:creationId xmlns:a16="http://schemas.microsoft.com/office/drawing/2014/main" id="{C65D022A-847C-46CE-B24B-36D2AF2E3D2B}"/>
              </a:ext>
            </a:extLst>
          </p:cNvPr>
          <p:cNvSpPr>
            <a:spLocks noGrp="1"/>
          </p:cNvSpPr>
          <p:nvPr/>
        </p:nvSpPr>
        <p:spPr>
          <a:xfrm>
            <a:off x="2160640" y="7168208"/>
            <a:ext cx="28398" cy="28398"/>
          </a:xfrm>
          <a:prstGeom prst="ellipse">
            <a:avLst/>
          </a:prstGeom>
          <a:solidFill>
            <a:srgbClr val="7F8C97">
              <a:alpha val="48000"/>
            </a:srgbClr>
          </a:solidFill>
          <a:ln w="0">
            <a:noFill/>
            <a:prstDash val="solid"/>
          </a:ln>
        </p:spPr>
      </p:sp>
      <p:sp>
        <p:nvSpPr>
          <p:cNvPr id="3641" name="03_assume_matched_8938">
            <a:extLst>
              <a:ext uri="{FF2B5EF4-FFF2-40B4-BE49-F238E27FC236}">
                <a16:creationId xmlns:a16="http://schemas.microsoft.com/office/drawing/2014/main" id="{BA2EC80D-D857-41E9-AF34-004174555964}"/>
              </a:ext>
            </a:extLst>
          </p:cNvPr>
          <p:cNvSpPr>
            <a:spLocks noGrp="1"/>
          </p:cNvSpPr>
          <p:nvPr/>
        </p:nvSpPr>
        <p:spPr>
          <a:xfrm>
            <a:off x="2219931" y="7753078"/>
            <a:ext cx="28398" cy="28398"/>
          </a:xfrm>
          <a:prstGeom prst="ellipse">
            <a:avLst/>
          </a:prstGeom>
          <a:solidFill>
            <a:srgbClr val="7F8C97">
              <a:alpha val="48000"/>
            </a:srgbClr>
          </a:solidFill>
          <a:ln w="0">
            <a:noFill/>
            <a:prstDash val="solid"/>
          </a:ln>
        </p:spPr>
      </p:sp>
      <p:sp>
        <p:nvSpPr>
          <p:cNvPr id="3642" name="03_assume_matched_8939">
            <a:extLst>
              <a:ext uri="{FF2B5EF4-FFF2-40B4-BE49-F238E27FC236}">
                <a16:creationId xmlns:a16="http://schemas.microsoft.com/office/drawing/2014/main" id="{99813D30-4A05-4FCC-9C77-46F5758B7914}"/>
              </a:ext>
            </a:extLst>
          </p:cNvPr>
          <p:cNvSpPr>
            <a:spLocks noGrp="1"/>
          </p:cNvSpPr>
          <p:nvPr/>
        </p:nvSpPr>
        <p:spPr>
          <a:xfrm>
            <a:off x="2202086" y="7753078"/>
            <a:ext cx="28398" cy="28398"/>
          </a:xfrm>
          <a:prstGeom prst="ellipse">
            <a:avLst/>
          </a:prstGeom>
          <a:solidFill>
            <a:srgbClr val="7F8C97">
              <a:alpha val="48000"/>
            </a:srgbClr>
          </a:solidFill>
          <a:ln w="0">
            <a:noFill/>
            <a:prstDash val="solid"/>
          </a:ln>
        </p:spPr>
      </p:sp>
      <p:sp>
        <p:nvSpPr>
          <p:cNvPr id="3643" name="03_assume_matched_8940">
            <a:extLst>
              <a:ext uri="{FF2B5EF4-FFF2-40B4-BE49-F238E27FC236}">
                <a16:creationId xmlns:a16="http://schemas.microsoft.com/office/drawing/2014/main" id="{C5E69ACD-2552-4E27-8484-24A6B24380C0}"/>
              </a:ext>
            </a:extLst>
          </p:cNvPr>
          <p:cNvSpPr>
            <a:spLocks noGrp="1"/>
          </p:cNvSpPr>
          <p:nvPr/>
        </p:nvSpPr>
        <p:spPr>
          <a:xfrm>
            <a:off x="2234322" y="7168208"/>
            <a:ext cx="28398" cy="28398"/>
          </a:xfrm>
          <a:prstGeom prst="ellipse">
            <a:avLst/>
          </a:prstGeom>
          <a:solidFill>
            <a:srgbClr val="7F8C97">
              <a:alpha val="48000"/>
            </a:srgbClr>
          </a:solidFill>
          <a:ln w="0">
            <a:noFill/>
            <a:prstDash val="solid"/>
          </a:ln>
        </p:spPr>
      </p:sp>
      <p:sp>
        <p:nvSpPr>
          <p:cNvPr id="3644" name="03_assume_matched_8941">
            <a:extLst>
              <a:ext uri="{FF2B5EF4-FFF2-40B4-BE49-F238E27FC236}">
                <a16:creationId xmlns:a16="http://schemas.microsoft.com/office/drawing/2014/main" id="{F6EFB188-25E3-49B5-B09D-3ED09185B931}"/>
              </a:ext>
            </a:extLst>
          </p:cNvPr>
          <p:cNvSpPr>
            <a:spLocks noGrp="1"/>
          </p:cNvSpPr>
          <p:nvPr/>
        </p:nvSpPr>
        <p:spPr>
          <a:xfrm>
            <a:off x="2216189" y="7704338"/>
            <a:ext cx="28398" cy="28398"/>
          </a:xfrm>
          <a:prstGeom prst="ellipse">
            <a:avLst/>
          </a:prstGeom>
          <a:solidFill>
            <a:srgbClr val="7F8C97">
              <a:alpha val="48000"/>
            </a:srgbClr>
          </a:solidFill>
          <a:ln w="0">
            <a:noFill/>
            <a:prstDash val="solid"/>
          </a:ln>
        </p:spPr>
      </p:sp>
      <p:sp>
        <p:nvSpPr>
          <p:cNvPr id="3645" name="03_assume_matched_8942">
            <a:extLst>
              <a:ext uri="{FF2B5EF4-FFF2-40B4-BE49-F238E27FC236}">
                <a16:creationId xmlns:a16="http://schemas.microsoft.com/office/drawing/2014/main" id="{3A0D8F00-D07E-4AA3-BF6F-CC1B2D7416FE}"/>
              </a:ext>
            </a:extLst>
          </p:cNvPr>
          <p:cNvSpPr>
            <a:spLocks noGrp="1"/>
          </p:cNvSpPr>
          <p:nvPr/>
        </p:nvSpPr>
        <p:spPr>
          <a:xfrm>
            <a:off x="2278358" y="7606860"/>
            <a:ext cx="28398" cy="28398"/>
          </a:xfrm>
          <a:prstGeom prst="ellipse">
            <a:avLst/>
          </a:prstGeom>
          <a:solidFill>
            <a:srgbClr val="7F8C97">
              <a:alpha val="48000"/>
            </a:srgbClr>
          </a:solidFill>
          <a:ln w="0">
            <a:noFill/>
            <a:prstDash val="solid"/>
          </a:ln>
        </p:spPr>
      </p:sp>
      <p:sp>
        <p:nvSpPr>
          <p:cNvPr id="3646" name="03_assume_matched_8943">
            <a:extLst>
              <a:ext uri="{FF2B5EF4-FFF2-40B4-BE49-F238E27FC236}">
                <a16:creationId xmlns:a16="http://schemas.microsoft.com/office/drawing/2014/main" id="{CF4CAB69-8055-4CCF-86CB-BB781682762A}"/>
              </a:ext>
            </a:extLst>
          </p:cNvPr>
          <p:cNvSpPr>
            <a:spLocks noGrp="1"/>
          </p:cNvSpPr>
          <p:nvPr/>
        </p:nvSpPr>
        <p:spPr>
          <a:xfrm>
            <a:off x="2176470" y="7168208"/>
            <a:ext cx="28398" cy="28398"/>
          </a:xfrm>
          <a:prstGeom prst="ellipse">
            <a:avLst/>
          </a:prstGeom>
          <a:solidFill>
            <a:srgbClr val="7F8C97">
              <a:alpha val="48000"/>
            </a:srgbClr>
          </a:solidFill>
          <a:ln w="0">
            <a:noFill/>
            <a:prstDash val="solid"/>
          </a:ln>
        </p:spPr>
      </p:sp>
      <p:sp>
        <p:nvSpPr>
          <p:cNvPr id="3647" name="03_assume_matched_8944">
            <a:extLst>
              <a:ext uri="{FF2B5EF4-FFF2-40B4-BE49-F238E27FC236}">
                <a16:creationId xmlns:a16="http://schemas.microsoft.com/office/drawing/2014/main" id="{359908C7-9677-404E-BA75-58DD421EFD3F}"/>
              </a:ext>
            </a:extLst>
          </p:cNvPr>
          <p:cNvSpPr>
            <a:spLocks noGrp="1"/>
          </p:cNvSpPr>
          <p:nvPr/>
        </p:nvSpPr>
        <p:spPr>
          <a:xfrm>
            <a:off x="2183090" y="7168208"/>
            <a:ext cx="28398" cy="28398"/>
          </a:xfrm>
          <a:prstGeom prst="ellipse">
            <a:avLst/>
          </a:prstGeom>
          <a:solidFill>
            <a:srgbClr val="7F8C97">
              <a:alpha val="48000"/>
            </a:srgbClr>
          </a:solidFill>
          <a:ln w="0">
            <a:noFill/>
            <a:prstDash val="solid"/>
          </a:ln>
        </p:spPr>
      </p:sp>
      <p:sp>
        <p:nvSpPr>
          <p:cNvPr id="3648" name="03_assume_matched_8945">
            <a:extLst>
              <a:ext uri="{FF2B5EF4-FFF2-40B4-BE49-F238E27FC236}">
                <a16:creationId xmlns:a16="http://schemas.microsoft.com/office/drawing/2014/main" id="{392F399C-584A-466F-847A-AFD5B90230BE}"/>
              </a:ext>
            </a:extLst>
          </p:cNvPr>
          <p:cNvSpPr>
            <a:spLocks noGrp="1"/>
          </p:cNvSpPr>
          <p:nvPr/>
        </p:nvSpPr>
        <p:spPr>
          <a:xfrm>
            <a:off x="2242956" y="7168208"/>
            <a:ext cx="28398" cy="28398"/>
          </a:xfrm>
          <a:prstGeom prst="ellipse">
            <a:avLst/>
          </a:prstGeom>
          <a:solidFill>
            <a:srgbClr val="7F8C97">
              <a:alpha val="48000"/>
            </a:srgbClr>
          </a:solidFill>
          <a:ln w="0">
            <a:noFill/>
            <a:prstDash val="solid"/>
          </a:ln>
        </p:spPr>
      </p:sp>
      <p:sp>
        <p:nvSpPr>
          <p:cNvPr id="3649" name="03_assume_matched_8946">
            <a:extLst>
              <a:ext uri="{FF2B5EF4-FFF2-40B4-BE49-F238E27FC236}">
                <a16:creationId xmlns:a16="http://schemas.microsoft.com/office/drawing/2014/main" id="{DD28D607-9774-476A-B6AA-6CCD2EEB672A}"/>
              </a:ext>
            </a:extLst>
          </p:cNvPr>
          <p:cNvSpPr>
            <a:spLocks noGrp="1"/>
          </p:cNvSpPr>
          <p:nvPr/>
        </p:nvSpPr>
        <p:spPr>
          <a:xfrm>
            <a:off x="2241661" y="7168208"/>
            <a:ext cx="28398" cy="28398"/>
          </a:xfrm>
          <a:prstGeom prst="ellipse">
            <a:avLst/>
          </a:prstGeom>
          <a:solidFill>
            <a:srgbClr val="7F8C97">
              <a:alpha val="48000"/>
            </a:srgbClr>
          </a:solidFill>
          <a:ln w="0">
            <a:noFill/>
            <a:prstDash val="solid"/>
          </a:ln>
        </p:spPr>
      </p:sp>
      <p:sp>
        <p:nvSpPr>
          <p:cNvPr id="3650" name="03_assume_matched_8947">
            <a:extLst>
              <a:ext uri="{FF2B5EF4-FFF2-40B4-BE49-F238E27FC236}">
                <a16:creationId xmlns:a16="http://schemas.microsoft.com/office/drawing/2014/main" id="{6E21C731-0617-4126-B0E0-5C73015F660B}"/>
              </a:ext>
            </a:extLst>
          </p:cNvPr>
          <p:cNvSpPr>
            <a:spLocks noGrp="1"/>
          </p:cNvSpPr>
          <p:nvPr/>
        </p:nvSpPr>
        <p:spPr>
          <a:xfrm>
            <a:off x="2288432" y="7168208"/>
            <a:ext cx="28398" cy="28398"/>
          </a:xfrm>
          <a:prstGeom prst="ellipse">
            <a:avLst/>
          </a:prstGeom>
          <a:solidFill>
            <a:srgbClr val="7F8C97">
              <a:alpha val="48000"/>
            </a:srgbClr>
          </a:solidFill>
          <a:ln w="0">
            <a:noFill/>
            <a:prstDash val="solid"/>
          </a:ln>
        </p:spPr>
      </p:sp>
      <p:sp>
        <p:nvSpPr>
          <p:cNvPr id="3651" name="03_assume_matched_8948">
            <a:extLst>
              <a:ext uri="{FF2B5EF4-FFF2-40B4-BE49-F238E27FC236}">
                <a16:creationId xmlns:a16="http://schemas.microsoft.com/office/drawing/2014/main" id="{455ABF82-37B0-43AD-8A2D-C4265630BFFC}"/>
              </a:ext>
            </a:extLst>
          </p:cNvPr>
          <p:cNvSpPr>
            <a:spLocks noGrp="1"/>
          </p:cNvSpPr>
          <p:nvPr/>
        </p:nvSpPr>
        <p:spPr>
          <a:xfrm>
            <a:off x="2266701" y="7168208"/>
            <a:ext cx="28398" cy="28398"/>
          </a:xfrm>
          <a:prstGeom prst="ellipse">
            <a:avLst/>
          </a:prstGeom>
          <a:solidFill>
            <a:srgbClr val="7F8C97">
              <a:alpha val="48000"/>
            </a:srgbClr>
          </a:solidFill>
          <a:ln w="0">
            <a:noFill/>
            <a:prstDash val="solid"/>
          </a:ln>
        </p:spPr>
      </p:sp>
      <p:sp>
        <p:nvSpPr>
          <p:cNvPr id="3652" name="03_assume_matched_8949">
            <a:extLst>
              <a:ext uri="{FF2B5EF4-FFF2-40B4-BE49-F238E27FC236}">
                <a16:creationId xmlns:a16="http://schemas.microsoft.com/office/drawing/2014/main" id="{8718D825-C4B3-459E-816E-6CC10B9A8964}"/>
              </a:ext>
            </a:extLst>
          </p:cNvPr>
          <p:cNvSpPr>
            <a:spLocks noGrp="1"/>
          </p:cNvSpPr>
          <p:nvPr/>
        </p:nvSpPr>
        <p:spPr>
          <a:xfrm>
            <a:off x="2198776" y="7753078"/>
            <a:ext cx="28398" cy="28398"/>
          </a:xfrm>
          <a:prstGeom prst="ellipse">
            <a:avLst/>
          </a:prstGeom>
          <a:solidFill>
            <a:srgbClr val="7F8C97">
              <a:alpha val="48000"/>
            </a:srgbClr>
          </a:solidFill>
          <a:ln w="0">
            <a:noFill/>
            <a:prstDash val="solid"/>
          </a:ln>
        </p:spPr>
      </p:sp>
      <p:sp>
        <p:nvSpPr>
          <p:cNvPr id="3653" name="03_assume_matched_8950">
            <a:extLst>
              <a:ext uri="{FF2B5EF4-FFF2-40B4-BE49-F238E27FC236}">
                <a16:creationId xmlns:a16="http://schemas.microsoft.com/office/drawing/2014/main" id="{BA66DD36-8381-4D74-BAC7-FF75FA31886F}"/>
              </a:ext>
            </a:extLst>
          </p:cNvPr>
          <p:cNvSpPr>
            <a:spLocks noGrp="1"/>
          </p:cNvSpPr>
          <p:nvPr/>
        </p:nvSpPr>
        <p:spPr>
          <a:xfrm>
            <a:off x="2269579" y="7753078"/>
            <a:ext cx="28398" cy="28398"/>
          </a:xfrm>
          <a:prstGeom prst="ellipse">
            <a:avLst/>
          </a:prstGeom>
          <a:solidFill>
            <a:srgbClr val="7F8C97">
              <a:alpha val="48000"/>
            </a:srgbClr>
          </a:solidFill>
          <a:ln w="0">
            <a:noFill/>
            <a:prstDash val="solid"/>
          </a:ln>
        </p:spPr>
      </p:sp>
      <p:sp>
        <p:nvSpPr>
          <p:cNvPr id="3654" name="03_assume_matched_8951">
            <a:extLst>
              <a:ext uri="{FF2B5EF4-FFF2-40B4-BE49-F238E27FC236}">
                <a16:creationId xmlns:a16="http://schemas.microsoft.com/office/drawing/2014/main" id="{11B0B9C8-4BCB-431E-A64F-BF2D6E0AA2BD}"/>
              </a:ext>
            </a:extLst>
          </p:cNvPr>
          <p:cNvSpPr>
            <a:spLocks noGrp="1"/>
          </p:cNvSpPr>
          <p:nvPr/>
        </p:nvSpPr>
        <p:spPr>
          <a:xfrm>
            <a:off x="2257923" y="7558121"/>
            <a:ext cx="28398" cy="28398"/>
          </a:xfrm>
          <a:prstGeom prst="ellipse">
            <a:avLst/>
          </a:prstGeom>
          <a:solidFill>
            <a:srgbClr val="7F8C97">
              <a:alpha val="48000"/>
            </a:srgbClr>
          </a:solidFill>
          <a:ln w="0">
            <a:noFill/>
            <a:prstDash val="solid"/>
          </a:ln>
        </p:spPr>
      </p:sp>
      <p:sp>
        <p:nvSpPr>
          <p:cNvPr id="3655" name="03_assume_matched_8952">
            <a:extLst>
              <a:ext uri="{FF2B5EF4-FFF2-40B4-BE49-F238E27FC236}">
                <a16:creationId xmlns:a16="http://schemas.microsoft.com/office/drawing/2014/main" id="{F7921D55-A4B7-460E-AAF7-1708FE120B04}"/>
              </a:ext>
            </a:extLst>
          </p:cNvPr>
          <p:cNvSpPr>
            <a:spLocks noGrp="1"/>
          </p:cNvSpPr>
          <p:nvPr/>
        </p:nvSpPr>
        <p:spPr>
          <a:xfrm>
            <a:off x="2264111" y="7168208"/>
            <a:ext cx="28398" cy="28398"/>
          </a:xfrm>
          <a:prstGeom prst="ellipse">
            <a:avLst/>
          </a:prstGeom>
          <a:solidFill>
            <a:srgbClr val="7F8C97">
              <a:alpha val="48000"/>
            </a:srgbClr>
          </a:solidFill>
          <a:ln w="0">
            <a:noFill/>
            <a:prstDash val="solid"/>
          </a:ln>
        </p:spPr>
      </p:sp>
      <p:sp>
        <p:nvSpPr>
          <p:cNvPr id="3656" name="03_assume_matched_8953">
            <a:extLst>
              <a:ext uri="{FF2B5EF4-FFF2-40B4-BE49-F238E27FC236}">
                <a16:creationId xmlns:a16="http://schemas.microsoft.com/office/drawing/2014/main" id="{A37C7C57-0DDF-4181-8913-D9279A5EE497}"/>
              </a:ext>
            </a:extLst>
          </p:cNvPr>
          <p:cNvSpPr>
            <a:spLocks noGrp="1"/>
          </p:cNvSpPr>
          <p:nvPr/>
        </p:nvSpPr>
        <p:spPr>
          <a:xfrm>
            <a:off x="2277494" y="7753078"/>
            <a:ext cx="28398" cy="28398"/>
          </a:xfrm>
          <a:prstGeom prst="ellipse">
            <a:avLst/>
          </a:prstGeom>
          <a:solidFill>
            <a:srgbClr val="7F8C97">
              <a:alpha val="48000"/>
            </a:srgbClr>
          </a:solidFill>
          <a:ln w="0">
            <a:noFill/>
            <a:prstDash val="solid"/>
          </a:ln>
        </p:spPr>
      </p:sp>
      <p:sp>
        <p:nvSpPr>
          <p:cNvPr id="3657" name="03_assume_matched_8954">
            <a:extLst>
              <a:ext uri="{FF2B5EF4-FFF2-40B4-BE49-F238E27FC236}">
                <a16:creationId xmlns:a16="http://schemas.microsoft.com/office/drawing/2014/main" id="{95CAC4BA-C059-4EBB-B195-5DC0C8324CA3}"/>
              </a:ext>
            </a:extLst>
          </p:cNvPr>
          <p:cNvSpPr>
            <a:spLocks noGrp="1"/>
          </p:cNvSpPr>
          <p:nvPr/>
        </p:nvSpPr>
        <p:spPr>
          <a:xfrm>
            <a:off x="2186112" y="7168208"/>
            <a:ext cx="28398" cy="28398"/>
          </a:xfrm>
          <a:prstGeom prst="ellipse">
            <a:avLst/>
          </a:prstGeom>
          <a:solidFill>
            <a:srgbClr val="7F8C97">
              <a:alpha val="48000"/>
            </a:srgbClr>
          </a:solidFill>
          <a:ln w="0">
            <a:noFill/>
            <a:prstDash val="solid"/>
          </a:ln>
        </p:spPr>
      </p:sp>
      <p:sp>
        <p:nvSpPr>
          <p:cNvPr id="3658" name="03_assume_matched_8955">
            <a:extLst>
              <a:ext uri="{FF2B5EF4-FFF2-40B4-BE49-F238E27FC236}">
                <a16:creationId xmlns:a16="http://schemas.microsoft.com/office/drawing/2014/main" id="{D2AFC687-A60A-4CBD-B23D-8653D221D515}"/>
              </a:ext>
            </a:extLst>
          </p:cNvPr>
          <p:cNvSpPr>
            <a:spLocks noGrp="1"/>
          </p:cNvSpPr>
          <p:nvPr/>
        </p:nvSpPr>
        <p:spPr>
          <a:xfrm>
            <a:off x="2175319" y="7168208"/>
            <a:ext cx="28398" cy="28398"/>
          </a:xfrm>
          <a:prstGeom prst="ellipse">
            <a:avLst/>
          </a:prstGeom>
          <a:solidFill>
            <a:srgbClr val="7F8C97">
              <a:alpha val="48000"/>
            </a:srgbClr>
          </a:solidFill>
          <a:ln w="0">
            <a:noFill/>
            <a:prstDash val="solid"/>
          </a:ln>
        </p:spPr>
      </p:sp>
      <p:sp>
        <p:nvSpPr>
          <p:cNvPr id="3659" name="03_assume_matched_8956">
            <a:extLst>
              <a:ext uri="{FF2B5EF4-FFF2-40B4-BE49-F238E27FC236}">
                <a16:creationId xmlns:a16="http://schemas.microsoft.com/office/drawing/2014/main" id="{075977A7-5994-4005-A00F-BF974F59AE10}"/>
              </a:ext>
            </a:extLst>
          </p:cNvPr>
          <p:cNvSpPr>
            <a:spLocks noGrp="1"/>
          </p:cNvSpPr>
          <p:nvPr/>
        </p:nvSpPr>
        <p:spPr>
          <a:xfrm>
            <a:off x="2258211" y="7314426"/>
            <a:ext cx="28398" cy="28398"/>
          </a:xfrm>
          <a:prstGeom prst="ellipse">
            <a:avLst/>
          </a:prstGeom>
          <a:solidFill>
            <a:srgbClr val="7F8C97">
              <a:alpha val="48000"/>
            </a:srgbClr>
          </a:solidFill>
          <a:ln w="0">
            <a:noFill/>
            <a:prstDash val="solid"/>
          </a:ln>
        </p:spPr>
      </p:sp>
      <p:sp>
        <p:nvSpPr>
          <p:cNvPr id="3660" name="03_assume_matched_8957">
            <a:extLst>
              <a:ext uri="{FF2B5EF4-FFF2-40B4-BE49-F238E27FC236}">
                <a16:creationId xmlns:a16="http://schemas.microsoft.com/office/drawing/2014/main" id="{E79FE098-7D88-4A30-97D4-E6BD934B910C}"/>
              </a:ext>
            </a:extLst>
          </p:cNvPr>
          <p:cNvSpPr>
            <a:spLocks noGrp="1"/>
          </p:cNvSpPr>
          <p:nvPr/>
        </p:nvSpPr>
        <p:spPr>
          <a:xfrm>
            <a:off x="2295339" y="7168208"/>
            <a:ext cx="28398" cy="28398"/>
          </a:xfrm>
          <a:prstGeom prst="ellipse">
            <a:avLst/>
          </a:prstGeom>
          <a:solidFill>
            <a:srgbClr val="7F8C97">
              <a:alpha val="48000"/>
            </a:srgbClr>
          </a:solidFill>
          <a:ln w="0">
            <a:noFill/>
            <a:prstDash val="solid"/>
          </a:ln>
        </p:spPr>
      </p:sp>
      <p:sp>
        <p:nvSpPr>
          <p:cNvPr id="3661" name="03_assume_matched_8958">
            <a:extLst>
              <a:ext uri="{FF2B5EF4-FFF2-40B4-BE49-F238E27FC236}">
                <a16:creationId xmlns:a16="http://schemas.microsoft.com/office/drawing/2014/main" id="{B8777EA5-EEEC-4020-BA5C-3FD50134AC65}"/>
              </a:ext>
            </a:extLst>
          </p:cNvPr>
          <p:cNvSpPr>
            <a:spLocks noGrp="1"/>
          </p:cNvSpPr>
          <p:nvPr/>
        </p:nvSpPr>
        <p:spPr>
          <a:xfrm>
            <a:off x="2301527" y="7168208"/>
            <a:ext cx="28398" cy="28398"/>
          </a:xfrm>
          <a:prstGeom prst="ellipse">
            <a:avLst/>
          </a:prstGeom>
          <a:solidFill>
            <a:srgbClr val="7F8C97">
              <a:alpha val="48000"/>
            </a:srgbClr>
          </a:solidFill>
          <a:ln w="0">
            <a:noFill/>
            <a:prstDash val="solid"/>
          </a:ln>
        </p:spPr>
      </p:sp>
      <p:sp>
        <p:nvSpPr>
          <p:cNvPr id="3662" name="03_assume_matched_8959">
            <a:extLst>
              <a:ext uri="{FF2B5EF4-FFF2-40B4-BE49-F238E27FC236}">
                <a16:creationId xmlns:a16="http://schemas.microsoft.com/office/drawing/2014/main" id="{AB5F47B1-0F7B-4B2A-9B1A-D7F4AD37CB9E}"/>
              </a:ext>
            </a:extLst>
          </p:cNvPr>
          <p:cNvSpPr>
            <a:spLocks noGrp="1"/>
          </p:cNvSpPr>
          <p:nvPr/>
        </p:nvSpPr>
        <p:spPr>
          <a:xfrm>
            <a:off x="2212591" y="7168208"/>
            <a:ext cx="28398" cy="28398"/>
          </a:xfrm>
          <a:prstGeom prst="ellipse">
            <a:avLst/>
          </a:prstGeom>
          <a:solidFill>
            <a:srgbClr val="7F8C97">
              <a:alpha val="48000"/>
            </a:srgbClr>
          </a:solidFill>
          <a:ln w="0">
            <a:noFill/>
            <a:prstDash val="solid"/>
          </a:ln>
        </p:spPr>
      </p:sp>
      <p:sp>
        <p:nvSpPr>
          <p:cNvPr id="3663" name="03_assume_matched_8960">
            <a:extLst>
              <a:ext uri="{FF2B5EF4-FFF2-40B4-BE49-F238E27FC236}">
                <a16:creationId xmlns:a16="http://schemas.microsoft.com/office/drawing/2014/main" id="{70BDB640-D43C-4077-BD67-4309F6B17356}"/>
              </a:ext>
            </a:extLst>
          </p:cNvPr>
          <p:cNvSpPr>
            <a:spLocks noGrp="1"/>
          </p:cNvSpPr>
          <p:nvPr/>
        </p:nvSpPr>
        <p:spPr>
          <a:xfrm>
            <a:off x="2265406" y="7558121"/>
            <a:ext cx="28398" cy="28398"/>
          </a:xfrm>
          <a:prstGeom prst="ellipse">
            <a:avLst/>
          </a:prstGeom>
          <a:solidFill>
            <a:srgbClr val="7F8C97">
              <a:alpha val="48000"/>
            </a:srgbClr>
          </a:solidFill>
          <a:ln w="0">
            <a:noFill/>
            <a:prstDash val="solid"/>
          </a:ln>
        </p:spPr>
      </p:sp>
      <p:sp>
        <p:nvSpPr>
          <p:cNvPr id="3664" name="03_assume_matched_8961">
            <a:extLst>
              <a:ext uri="{FF2B5EF4-FFF2-40B4-BE49-F238E27FC236}">
                <a16:creationId xmlns:a16="http://schemas.microsoft.com/office/drawing/2014/main" id="{548C68F3-0635-485B-B0BB-4CC5D7C562C0}"/>
              </a:ext>
            </a:extLst>
          </p:cNvPr>
          <p:cNvSpPr>
            <a:spLocks noGrp="1"/>
          </p:cNvSpPr>
          <p:nvPr/>
        </p:nvSpPr>
        <p:spPr>
          <a:xfrm>
            <a:off x="2276343" y="7168208"/>
            <a:ext cx="28398" cy="28398"/>
          </a:xfrm>
          <a:prstGeom prst="ellipse">
            <a:avLst/>
          </a:prstGeom>
          <a:solidFill>
            <a:srgbClr val="7F8C97">
              <a:alpha val="48000"/>
            </a:srgbClr>
          </a:solidFill>
          <a:ln w="0">
            <a:noFill/>
            <a:prstDash val="solid"/>
          </a:ln>
        </p:spPr>
      </p:sp>
      <p:sp>
        <p:nvSpPr>
          <p:cNvPr id="3665" name="03_assume_matched_8962">
            <a:extLst>
              <a:ext uri="{FF2B5EF4-FFF2-40B4-BE49-F238E27FC236}">
                <a16:creationId xmlns:a16="http://schemas.microsoft.com/office/drawing/2014/main" id="{DBB22844-0CB8-445C-B449-B63838B60E3C}"/>
              </a:ext>
            </a:extLst>
          </p:cNvPr>
          <p:cNvSpPr>
            <a:spLocks noGrp="1"/>
          </p:cNvSpPr>
          <p:nvPr/>
        </p:nvSpPr>
        <p:spPr>
          <a:xfrm>
            <a:off x="2293756" y="7168208"/>
            <a:ext cx="28398" cy="28398"/>
          </a:xfrm>
          <a:prstGeom prst="ellipse">
            <a:avLst/>
          </a:prstGeom>
          <a:solidFill>
            <a:srgbClr val="7F8C97">
              <a:alpha val="48000"/>
            </a:srgbClr>
          </a:solidFill>
          <a:ln w="0">
            <a:noFill/>
            <a:prstDash val="solid"/>
          </a:ln>
        </p:spPr>
      </p:sp>
      <p:sp>
        <p:nvSpPr>
          <p:cNvPr id="3666" name="03_assume_matched_8963">
            <a:extLst>
              <a:ext uri="{FF2B5EF4-FFF2-40B4-BE49-F238E27FC236}">
                <a16:creationId xmlns:a16="http://schemas.microsoft.com/office/drawing/2014/main" id="{8E780BA9-FF9E-4098-9B9C-DC435529F9E0}"/>
              </a:ext>
            </a:extLst>
          </p:cNvPr>
          <p:cNvSpPr>
            <a:spLocks noGrp="1"/>
          </p:cNvSpPr>
          <p:nvPr/>
        </p:nvSpPr>
        <p:spPr>
          <a:xfrm>
            <a:off x="2278502" y="7168208"/>
            <a:ext cx="28398" cy="28398"/>
          </a:xfrm>
          <a:prstGeom prst="ellipse">
            <a:avLst/>
          </a:prstGeom>
          <a:solidFill>
            <a:srgbClr val="7F8C97">
              <a:alpha val="48000"/>
            </a:srgbClr>
          </a:solidFill>
          <a:ln w="0">
            <a:noFill/>
            <a:prstDash val="solid"/>
          </a:ln>
        </p:spPr>
      </p:sp>
      <p:sp>
        <p:nvSpPr>
          <p:cNvPr id="3667" name="03_assume_matched_8964">
            <a:extLst>
              <a:ext uri="{FF2B5EF4-FFF2-40B4-BE49-F238E27FC236}">
                <a16:creationId xmlns:a16="http://schemas.microsoft.com/office/drawing/2014/main" id="{B3415067-C31A-4DAE-8F24-383510B78564}"/>
              </a:ext>
            </a:extLst>
          </p:cNvPr>
          <p:cNvSpPr>
            <a:spLocks noGrp="1"/>
          </p:cNvSpPr>
          <p:nvPr/>
        </p:nvSpPr>
        <p:spPr>
          <a:xfrm>
            <a:off x="2256772" y="7168208"/>
            <a:ext cx="28398" cy="28398"/>
          </a:xfrm>
          <a:prstGeom prst="ellipse">
            <a:avLst/>
          </a:prstGeom>
          <a:solidFill>
            <a:srgbClr val="7F8C97">
              <a:alpha val="48000"/>
            </a:srgbClr>
          </a:solidFill>
          <a:ln w="0">
            <a:noFill/>
            <a:prstDash val="solid"/>
          </a:ln>
        </p:spPr>
      </p:sp>
      <p:sp>
        <p:nvSpPr>
          <p:cNvPr id="3668" name="03_assume_matched_8965">
            <a:extLst>
              <a:ext uri="{FF2B5EF4-FFF2-40B4-BE49-F238E27FC236}">
                <a16:creationId xmlns:a16="http://schemas.microsoft.com/office/drawing/2014/main" id="{2A895F41-2B07-43D8-AC4D-4A664CA0ADB6}"/>
              </a:ext>
            </a:extLst>
          </p:cNvPr>
          <p:cNvSpPr>
            <a:spLocks noGrp="1"/>
          </p:cNvSpPr>
          <p:nvPr/>
        </p:nvSpPr>
        <p:spPr>
          <a:xfrm>
            <a:off x="2168555" y="7168208"/>
            <a:ext cx="28398" cy="28398"/>
          </a:xfrm>
          <a:prstGeom prst="ellipse">
            <a:avLst/>
          </a:prstGeom>
          <a:solidFill>
            <a:srgbClr val="7F8C97">
              <a:alpha val="48000"/>
            </a:srgbClr>
          </a:solidFill>
          <a:ln w="0">
            <a:noFill/>
            <a:prstDash val="solid"/>
          </a:ln>
        </p:spPr>
      </p:sp>
      <p:sp>
        <p:nvSpPr>
          <p:cNvPr id="3669" name="03_assume_matched_8966">
            <a:extLst>
              <a:ext uri="{FF2B5EF4-FFF2-40B4-BE49-F238E27FC236}">
                <a16:creationId xmlns:a16="http://schemas.microsoft.com/office/drawing/2014/main" id="{A0FF91E9-060D-4FF2-BD58-161D3395752B}"/>
              </a:ext>
            </a:extLst>
          </p:cNvPr>
          <p:cNvSpPr>
            <a:spLocks noGrp="1"/>
          </p:cNvSpPr>
          <p:nvPr/>
        </p:nvSpPr>
        <p:spPr>
          <a:xfrm>
            <a:off x="2182515" y="7168208"/>
            <a:ext cx="28398" cy="28398"/>
          </a:xfrm>
          <a:prstGeom prst="ellipse">
            <a:avLst/>
          </a:prstGeom>
          <a:solidFill>
            <a:srgbClr val="7F8C97">
              <a:alpha val="48000"/>
            </a:srgbClr>
          </a:solidFill>
          <a:ln w="0">
            <a:noFill/>
            <a:prstDash val="solid"/>
          </a:ln>
        </p:spPr>
      </p:sp>
      <p:sp>
        <p:nvSpPr>
          <p:cNvPr id="3670" name="03_assume_matched_8967">
            <a:extLst>
              <a:ext uri="{FF2B5EF4-FFF2-40B4-BE49-F238E27FC236}">
                <a16:creationId xmlns:a16="http://schemas.microsoft.com/office/drawing/2014/main" id="{72AEE61A-8D60-4E64-9453-D1F2E0CD2938}"/>
              </a:ext>
            </a:extLst>
          </p:cNvPr>
          <p:cNvSpPr>
            <a:spLocks noGrp="1"/>
          </p:cNvSpPr>
          <p:nvPr/>
        </p:nvSpPr>
        <p:spPr>
          <a:xfrm>
            <a:off x="2243676" y="7168208"/>
            <a:ext cx="28398" cy="28398"/>
          </a:xfrm>
          <a:prstGeom prst="ellipse">
            <a:avLst/>
          </a:prstGeom>
          <a:solidFill>
            <a:srgbClr val="7F8C97">
              <a:alpha val="48000"/>
            </a:srgbClr>
          </a:solidFill>
          <a:ln w="0">
            <a:noFill/>
            <a:prstDash val="solid"/>
          </a:ln>
        </p:spPr>
      </p:sp>
      <p:sp>
        <p:nvSpPr>
          <p:cNvPr id="3671" name="03_assume_matched_8968">
            <a:extLst>
              <a:ext uri="{FF2B5EF4-FFF2-40B4-BE49-F238E27FC236}">
                <a16:creationId xmlns:a16="http://schemas.microsoft.com/office/drawing/2014/main" id="{540F515E-C5D7-4FAA-BFDB-8E210372FFC2}"/>
              </a:ext>
            </a:extLst>
          </p:cNvPr>
          <p:cNvSpPr>
            <a:spLocks noGrp="1"/>
          </p:cNvSpPr>
          <p:nvPr/>
        </p:nvSpPr>
        <p:spPr>
          <a:xfrm>
            <a:off x="2188559" y="7753078"/>
            <a:ext cx="28398" cy="28398"/>
          </a:xfrm>
          <a:prstGeom prst="ellipse">
            <a:avLst/>
          </a:prstGeom>
          <a:solidFill>
            <a:srgbClr val="7F8C97">
              <a:alpha val="48000"/>
            </a:srgbClr>
          </a:solidFill>
          <a:ln w="0">
            <a:noFill/>
            <a:prstDash val="solid"/>
          </a:ln>
        </p:spPr>
      </p:sp>
      <p:sp>
        <p:nvSpPr>
          <p:cNvPr id="3672" name="03_assume_matched_8969">
            <a:extLst>
              <a:ext uri="{FF2B5EF4-FFF2-40B4-BE49-F238E27FC236}">
                <a16:creationId xmlns:a16="http://schemas.microsoft.com/office/drawing/2014/main" id="{42912B47-3B64-4524-A3FD-9E4DBC6D2718}"/>
              </a:ext>
            </a:extLst>
          </p:cNvPr>
          <p:cNvSpPr>
            <a:spLocks noGrp="1"/>
          </p:cNvSpPr>
          <p:nvPr/>
        </p:nvSpPr>
        <p:spPr>
          <a:xfrm>
            <a:off x="2214606" y="7168208"/>
            <a:ext cx="28398" cy="28398"/>
          </a:xfrm>
          <a:prstGeom prst="ellipse">
            <a:avLst/>
          </a:prstGeom>
          <a:solidFill>
            <a:srgbClr val="7F8C97">
              <a:alpha val="48000"/>
            </a:srgbClr>
          </a:solidFill>
          <a:ln w="0">
            <a:noFill/>
            <a:prstDash val="solid"/>
          </a:ln>
        </p:spPr>
      </p:sp>
      <p:sp>
        <p:nvSpPr>
          <p:cNvPr id="3673" name="03_assume_matched_8970">
            <a:extLst>
              <a:ext uri="{FF2B5EF4-FFF2-40B4-BE49-F238E27FC236}">
                <a16:creationId xmlns:a16="http://schemas.microsoft.com/office/drawing/2014/main" id="{59CAD6F8-2E75-4BF5-9066-22454B48AE85}"/>
              </a:ext>
            </a:extLst>
          </p:cNvPr>
          <p:cNvSpPr>
            <a:spLocks noGrp="1"/>
          </p:cNvSpPr>
          <p:nvPr/>
        </p:nvSpPr>
        <p:spPr>
          <a:xfrm>
            <a:off x="2163662" y="7753078"/>
            <a:ext cx="28398" cy="28398"/>
          </a:xfrm>
          <a:prstGeom prst="ellipse">
            <a:avLst/>
          </a:prstGeom>
          <a:solidFill>
            <a:srgbClr val="7F8C97">
              <a:alpha val="48000"/>
            </a:srgbClr>
          </a:solidFill>
          <a:ln w="0">
            <a:noFill/>
            <a:prstDash val="solid"/>
          </a:ln>
        </p:spPr>
      </p:sp>
      <p:sp>
        <p:nvSpPr>
          <p:cNvPr id="3674" name="03_assume_matched_8971">
            <a:extLst>
              <a:ext uri="{FF2B5EF4-FFF2-40B4-BE49-F238E27FC236}">
                <a16:creationId xmlns:a16="http://schemas.microsoft.com/office/drawing/2014/main" id="{4229DEE9-8167-4284-B843-8C88E01243CC}"/>
              </a:ext>
            </a:extLst>
          </p:cNvPr>
          <p:cNvSpPr>
            <a:spLocks noGrp="1"/>
          </p:cNvSpPr>
          <p:nvPr/>
        </p:nvSpPr>
        <p:spPr>
          <a:xfrm>
            <a:off x="3036342" y="7168208"/>
            <a:ext cx="28398" cy="28398"/>
          </a:xfrm>
          <a:prstGeom prst="ellipse">
            <a:avLst/>
          </a:prstGeom>
          <a:solidFill>
            <a:srgbClr val="7F8C97">
              <a:alpha val="48000"/>
            </a:srgbClr>
          </a:solidFill>
          <a:ln w="0">
            <a:noFill/>
            <a:prstDash val="solid"/>
          </a:ln>
        </p:spPr>
      </p:sp>
      <p:sp>
        <p:nvSpPr>
          <p:cNvPr id="3675" name="03_assume_matched_8972">
            <a:extLst>
              <a:ext uri="{FF2B5EF4-FFF2-40B4-BE49-F238E27FC236}">
                <a16:creationId xmlns:a16="http://schemas.microsoft.com/office/drawing/2014/main" id="{AF696642-A42F-4C06-A2EE-C81726BD6C97}"/>
              </a:ext>
            </a:extLst>
          </p:cNvPr>
          <p:cNvSpPr>
            <a:spLocks noGrp="1"/>
          </p:cNvSpPr>
          <p:nvPr/>
        </p:nvSpPr>
        <p:spPr>
          <a:xfrm>
            <a:off x="3024829" y="7168208"/>
            <a:ext cx="28398" cy="28398"/>
          </a:xfrm>
          <a:prstGeom prst="ellipse">
            <a:avLst/>
          </a:prstGeom>
          <a:solidFill>
            <a:srgbClr val="7F8C97">
              <a:alpha val="48000"/>
            </a:srgbClr>
          </a:solidFill>
          <a:ln w="0">
            <a:noFill/>
            <a:prstDash val="solid"/>
          </a:ln>
        </p:spPr>
      </p:sp>
      <p:sp>
        <p:nvSpPr>
          <p:cNvPr id="3676" name="03_assume_matched_8973">
            <a:extLst>
              <a:ext uri="{FF2B5EF4-FFF2-40B4-BE49-F238E27FC236}">
                <a16:creationId xmlns:a16="http://schemas.microsoft.com/office/drawing/2014/main" id="{2FA47F7D-B6FA-4C96-9C8A-A932C05FBFB9}"/>
              </a:ext>
            </a:extLst>
          </p:cNvPr>
          <p:cNvSpPr>
            <a:spLocks noGrp="1"/>
          </p:cNvSpPr>
          <p:nvPr/>
        </p:nvSpPr>
        <p:spPr>
          <a:xfrm>
            <a:off x="2967697" y="7168208"/>
            <a:ext cx="28398" cy="28398"/>
          </a:xfrm>
          <a:prstGeom prst="ellipse">
            <a:avLst/>
          </a:prstGeom>
          <a:solidFill>
            <a:srgbClr val="7F8C97">
              <a:alpha val="48000"/>
            </a:srgbClr>
          </a:solidFill>
          <a:ln w="0">
            <a:noFill/>
            <a:prstDash val="solid"/>
          </a:ln>
        </p:spPr>
      </p:sp>
      <p:sp>
        <p:nvSpPr>
          <p:cNvPr id="3677" name="03_assume_matched_8974">
            <a:extLst>
              <a:ext uri="{FF2B5EF4-FFF2-40B4-BE49-F238E27FC236}">
                <a16:creationId xmlns:a16="http://schemas.microsoft.com/office/drawing/2014/main" id="{CCD69B29-BF76-4BB9-9747-55754DE6B15C}"/>
              </a:ext>
            </a:extLst>
          </p:cNvPr>
          <p:cNvSpPr>
            <a:spLocks noGrp="1"/>
          </p:cNvSpPr>
          <p:nvPr/>
        </p:nvSpPr>
        <p:spPr>
          <a:xfrm>
            <a:off x="3046559" y="7168208"/>
            <a:ext cx="28398" cy="28398"/>
          </a:xfrm>
          <a:prstGeom prst="ellipse">
            <a:avLst/>
          </a:prstGeom>
          <a:solidFill>
            <a:srgbClr val="7F8C97">
              <a:alpha val="48000"/>
            </a:srgbClr>
          </a:solidFill>
          <a:ln w="0">
            <a:noFill/>
            <a:prstDash val="solid"/>
          </a:ln>
        </p:spPr>
      </p:sp>
      <p:sp>
        <p:nvSpPr>
          <p:cNvPr id="3678" name="03_assume_matched_8975">
            <a:extLst>
              <a:ext uri="{FF2B5EF4-FFF2-40B4-BE49-F238E27FC236}">
                <a16:creationId xmlns:a16="http://schemas.microsoft.com/office/drawing/2014/main" id="{2703E43B-A91E-48C1-89AF-6B7ECC4CA618}"/>
              </a:ext>
            </a:extLst>
          </p:cNvPr>
          <p:cNvSpPr>
            <a:spLocks noGrp="1"/>
          </p:cNvSpPr>
          <p:nvPr/>
        </p:nvSpPr>
        <p:spPr>
          <a:xfrm>
            <a:off x="3014324" y="7168208"/>
            <a:ext cx="28398" cy="28398"/>
          </a:xfrm>
          <a:prstGeom prst="ellipse">
            <a:avLst/>
          </a:prstGeom>
          <a:solidFill>
            <a:srgbClr val="7F8C97">
              <a:alpha val="48000"/>
            </a:srgbClr>
          </a:solidFill>
          <a:ln w="0">
            <a:noFill/>
            <a:prstDash val="solid"/>
          </a:ln>
        </p:spPr>
      </p:sp>
      <p:sp>
        <p:nvSpPr>
          <p:cNvPr id="3679" name="03_assume_matched_8976">
            <a:extLst>
              <a:ext uri="{FF2B5EF4-FFF2-40B4-BE49-F238E27FC236}">
                <a16:creationId xmlns:a16="http://schemas.microsoft.com/office/drawing/2014/main" id="{E62FCF73-47AA-4ABE-8A3D-1C68D28DB793}"/>
              </a:ext>
            </a:extLst>
          </p:cNvPr>
          <p:cNvSpPr>
            <a:spLocks noGrp="1"/>
          </p:cNvSpPr>
          <p:nvPr/>
        </p:nvSpPr>
        <p:spPr>
          <a:xfrm>
            <a:off x="2919056" y="7168208"/>
            <a:ext cx="28398" cy="28398"/>
          </a:xfrm>
          <a:prstGeom prst="ellipse">
            <a:avLst/>
          </a:prstGeom>
          <a:solidFill>
            <a:srgbClr val="7F8C97">
              <a:alpha val="48000"/>
            </a:srgbClr>
          </a:solidFill>
          <a:ln w="0">
            <a:noFill/>
            <a:prstDash val="solid"/>
          </a:ln>
        </p:spPr>
      </p:sp>
      <p:sp>
        <p:nvSpPr>
          <p:cNvPr id="3680" name="03_assume_matched_8977">
            <a:extLst>
              <a:ext uri="{FF2B5EF4-FFF2-40B4-BE49-F238E27FC236}">
                <a16:creationId xmlns:a16="http://schemas.microsoft.com/office/drawing/2014/main" id="{BCC2F340-B317-4A9E-A5F4-66F9F683BAED}"/>
              </a:ext>
            </a:extLst>
          </p:cNvPr>
          <p:cNvSpPr>
            <a:spLocks noGrp="1"/>
          </p:cNvSpPr>
          <p:nvPr/>
        </p:nvSpPr>
        <p:spPr>
          <a:xfrm>
            <a:off x="2949708" y="7168208"/>
            <a:ext cx="28398" cy="28398"/>
          </a:xfrm>
          <a:prstGeom prst="ellipse">
            <a:avLst/>
          </a:prstGeom>
          <a:solidFill>
            <a:srgbClr val="7F8C97">
              <a:alpha val="48000"/>
            </a:srgbClr>
          </a:solidFill>
          <a:ln w="0">
            <a:noFill/>
            <a:prstDash val="solid"/>
          </a:ln>
        </p:spPr>
      </p:sp>
      <p:sp>
        <p:nvSpPr>
          <p:cNvPr id="3681" name="03_assume_matched_8978">
            <a:extLst>
              <a:ext uri="{FF2B5EF4-FFF2-40B4-BE49-F238E27FC236}">
                <a16:creationId xmlns:a16="http://schemas.microsoft.com/office/drawing/2014/main" id="{41562EEB-1CFD-403A-912A-DB6A0F2236D9}"/>
              </a:ext>
            </a:extLst>
          </p:cNvPr>
          <p:cNvSpPr>
            <a:spLocks noGrp="1"/>
          </p:cNvSpPr>
          <p:nvPr/>
        </p:nvSpPr>
        <p:spPr>
          <a:xfrm>
            <a:off x="2918768" y="7606860"/>
            <a:ext cx="28398" cy="28398"/>
          </a:xfrm>
          <a:prstGeom prst="ellipse">
            <a:avLst/>
          </a:prstGeom>
          <a:solidFill>
            <a:srgbClr val="7F8C97">
              <a:alpha val="48000"/>
            </a:srgbClr>
          </a:solidFill>
          <a:ln w="0">
            <a:noFill/>
            <a:prstDash val="solid"/>
          </a:ln>
        </p:spPr>
      </p:sp>
      <p:sp>
        <p:nvSpPr>
          <p:cNvPr id="3682" name="03_assume_matched_8979">
            <a:extLst>
              <a:ext uri="{FF2B5EF4-FFF2-40B4-BE49-F238E27FC236}">
                <a16:creationId xmlns:a16="http://schemas.microsoft.com/office/drawing/2014/main" id="{A864D229-4E21-4569-9B90-9EEF51308DBD}"/>
              </a:ext>
            </a:extLst>
          </p:cNvPr>
          <p:cNvSpPr>
            <a:spLocks noGrp="1"/>
          </p:cNvSpPr>
          <p:nvPr/>
        </p:nvSpPr>
        <p:spPr>
          <a:xfrm>
            <a:off x="3000077" y="7168208"/>
            <a:ext cx="28398" cy="28398"/>
          </a:xfrm>
          <a:prstGeom prst="ellipse">
            <a:avLst/>
          </a:prstGeom>
          <a:solidFill>
            <a:srgbClr val="7F8C97">
              <a:alpha val="48000"/>
            </a:srgbClr>
          </a:solidFill>
          <a:ln w="0">
            <a:noFill/>
            <a:prstDash val="solid"/>
          </a:ln>
        </p:spPr>
      </p:sp>
      <p:sp>
        <p:nvSpPr>
          <p:cNvPr id="3683" name="03_assume_matched_8980">
            <a:extLst>
              <a:ext uri="{FF2B5EF4-FFF2-40B4-BE49-F238E27FC236}">
                <a16:creationId xmlns:a16="http://schemas.microsoft.com/office/drawing/2014/main" id="{5703BA88-43C1-4EAA-B2DA-BF222F1DF32E}"/>
              </a:ext>
            </a:extLst>
          </p:cNvPr>
          <p:cNvSpPr>
            <a:spLocks noGrp="1"/>
          </p:cNvSpPr>
          <p:nvPr/>
        </p:nvSpPr>
        <p:spPr>
          <a:xfrm>
            <a:off x="2981368" y="7168208"/>
            <a:ext cx="28398" cy="28398"/>
          </a:xfrm>
          <a:prstGeom prst="ellipse">
            <a:avLst/>
          </a:prstGeom>
          <a:solidFill>
            <a:srgbClr val="7F8C97">
              <a:alpha val="48000"/>
            </a:srgbClr>
          </a:solidFill>
          <a:ln w="0">
            <a:noFill/>
            <a:prstDash val="solid"/>
          </a:ln>
        </p:spPr>
      </p:sp>
      <p:sp>
        <p:nvSpPr>
          <p:cNvPr id="3684" name="03_assume_matched_8981">
            <a:extLst>
              <a:ext uri="{FF2B5EF4-FFF2-40B4-BE49-F238E27FC236}">
                <a16:creationId xmlns:a16="http://schemas.microsoft.com/office/drawing/2014/main" id="{E2EE0540-76FE-4651-88CA-38D5BBBA4DC1}"/>
              </a:ext>
            </a:extLst>
          </p:cNvPr>
          <p:cNvSpPr>
            <a:spLocks noGrp="1"/>
          </p:cNvSpPr>
          <p:nvPr/>
        </p:nvSpPr>
        <p:spPr>
          <a:xfrm>
            <a:off x="2966114" y="7168208"/>
            <a:ext cx="28398" cy="28398"/>
          </a:xfrm>
          <a:prstGeom prst="ellipse">
            <a:avLst/>
          </a:prstGeom>
          <a:solidFill>
            <a:srgbClr val="7F8C97">
              <a:alpha val="48000"/>
            </a:srgbClr>
          </a:solidFill>
          <a:ln w="0">
            <a:noFill/>
            <a:prstDash val="solid"/>
          </a:ln>
        </p:spPr>
      </p:sp>
      <p:sp>
        <p:nvSpPr>
          <p:cNvPr id="3685" name="03_assume_matched_8982">
            <a:extLst>
              <a:ext uri="{FF2B5EF4-FFF2-40B4-BE49-F238E27FC236}">
                <a16:creationId xmlns:a16="http://schemas.microsoft.com/office/drawing/2014/main" id="{3C76BDF2-B1EB-4EFF-88FB-A0D72F34F556}"/>
              </a:ext>
            </a:extLst>
          </p:cNvPr>
          <p:cNvSpPr>
            <a:spLocks noGrp="1"/>
          </p:cNvSpPr>
          <p:nvPr/>
        </p:nvSpPr>
        <p:spPr>
          <a:xfrm>
            <a:off x="2951867" y="7753078"/>
            <a:ext cx="28398" cy="28398"/>
          </a:xfrm>
          <a:prstGeom prst="ellipse">
            <a:avLst/>
          </a:prstGeom>
          <a:solidFill>
            <a:srgbClr val="7F8C97">
              <a:alpha val="48000"/>
            </a:srgbClr>
          </a:solidFill>
          <a:ln w="0">
            <a:noFill/>
            <a:prstDash val="solid"/>
          </a:ln>
        </p:spPr>
      </p:sp>
      <p:sp>
        <p:nvSpPr>
          <p:cNvPr id="3686" name="03_assume_matched_8983">
            <a:extLst>
              <a:ext uri="{FF2B5EF4-FFF2-40B4-BE49-F238E27FC236}">
                <a16:creationId xmlns:a16="http://schemas.microsoft.com/office/drawing/2014/main" id="{5F827F45-8070-4245-BDDB-2D0A3F1183E2}"/>
              </a:ext>
            </a:extLst>
          </p:cNvPr>
          <p:cNvSpPr>
            <a:spLocks noGrp="1"/>
          </p:cNvSpPr>
          <p:nvPr/>
        </p:nvSpPr>
        <p:spPr>
          <a:xfrm>
            <a:off x="2968273" y="7168208"/>
            <a:ext cx="28398" cy="28398"/>
          </a:xfrm>
          <a:prstGeom prst="ellipse">
            <a:avLst/>
          </a:prstGeom>
          <a:solidFill>
            <a:srgbClr val="7F8C97">
              <a:alpha val="48000"/>
            </a:srgbClr>
          </a:solidFill>
          <a:ln w="0">
            <a:noFill/>
            <a:prstDash val="solid"/>
          </a:ln>
        </p:spPr>
      </p:sp>
      <p:sp>
        <p:nvSpPr>
          <p:cNvPr id="3687" name="03_assume_matched_8984">
            <a:extLst>
              <a:ext uri="{FF2B5EF4-FFF2-40B4-BE49-F238E27FC236}">
                <a16:creationId xmlns:a16="http://schemas.microsoft.com/office/drawing/2014/main" id="{71A1D650-4E3F-47E4-B179-01D684BB8DA2}"/>
              </a:ext>
            </a:extLst>
          </p:cNvPr>
          <p:cNvSpPr>
            <a:spLocks noGrp="1"/>
          </p:cNvSpPr>
          <p:nvPr/>
        </p:nvSpPr>
        <p:spPr>
          <a:xfrm>
            <a:off x="3053467" y="7314426"/>
            <a:ext cx="28398" cy="28398"/>
          </a:xfrm>
          <a:prstGeom prst="ellipse">
            <a:avLst/>
          </a:prstGeom>
          <a:solidFill>
            <a:srgbClr val="7F8C97">
              <a:alpha val="48000"/>
            </a:srgbClr>
          </a:solidFill>
          <a:ln w="0">
            <a:noFill/>
            <a:prstDash val="solid"/>
          </a:ln>
        </p:spPr>
      </p:sp>
      <p:sp>
        <p:nvSpPr>
          <p:cNvPr id="3688" name="03_assume_matched_8985">
            <a:extLst>
              <a:ext uri="{FF2B5EF4-FFF2-40B4-BE49-F238E27FC236}">
                <a16:creationId xmlns:a16="http://schemas.microsoft.com/office/drawing/2014/main" id="{8A33F6FA-6013-4AA9-B144-DF2E0BA0FD02}"/>
              </a:ext>
            </a:extLst>
          </p:cNvPr>
          <p:cNvSpPr>
            <a:spLocks noGrp="1"/>
          </p:cNvSpPr>
          <p:nvPr/>
        </p:nvSpPr>
        <p:spPr>
          <a:xfrm>
            <a:off x="3008423" y="7168208"/>
            <a:ext cx="28398" cy="28398"/>
          </a:xfrm>
          <a:prstGeom prst="ellipse">
            <a:avLst/>
          </a:prstGeom>
          <a:solidFill>
            <a:srgbClr val="7F8C97">
              <a:alpha val="48000"/>
            </a:srgbClr>
          </a:solidFill>
          <a:ln w="0">
            <a:noFill/>
            <a:prstDash val="solid"/>
          </a:ln>
        </p:spPr>
      </p:sp>
      <p:sp>
        <p:nvSpPr>
          <p:cNvPr id="3689" name="03_assume_matched_8986">
            <a:extLst>
              <a:ext uri="{FF2B5EF4-FFF2-40B4-BE49-F238E27FC236}">
                <a16:creationId xmlns:a16="http://schemas.microsoft.com/office/drawing/2014/main" id="{B30154D5-AD92-48C7-B8CE-D17A8D5EBEDE}"/>
              </a:ext>
            </a:extLst>
          </p:cNvPr>
          <p:cNvSpPr>
            <a:spLocks noGrp="1"/>
          </p:cNvSpPr>
          <p:nvPr/>
        </p:nvSpPr>
        <p:spPr>
          <a:xfrm>
            <a:off x="3018209" y="7688092"/>
            <a:ext cx="28398" cy="28398"/>
          </a:xfrm>
          <a:prstGeom prst="ellipse">
            <a:avLst/>
          </a:prstGeom>
          <a:solidFill>
            <a:srgbClr val="7F8C97">
              <a:alpha val="48000"/>
            </a:srgbClr>
          </a:solidFill>
          <a:ln w="0">
            <a:noFill/>
            <a:prstDash val="solid"/>
          </a:ln>
        </p:spPr>
      </p:sp>
      <p:sp>
        <p:nvSpPr>
          <p:cNvPr id="3690" name="03_assume_matched_8987">
            <a:extLst>
              <a:ext uri="{FF2B5EF4-FFF2-40B4-BE49-F238E27FC236}">
                <a16:creationId xmlns:a16="http://schemas.microsoft.com/office/drawing/2014/main" id="{1C4D26BC-06CC-410C-9CEB-D437D068CC98}"/>
              </a:ext>
            </a:extLst>
          </p:cNvPr>
          <p:cNvSpPr>
            <a:spLocks noGrp="1"/>
          </p:cNvSpPr>
          <p:nvPr/>
        </p:nvSpPr>
        <p:spPr>
          <a:xfrm>
            <a:off x="2955033" y="7558121"/>
            <a:ext cx="28398" cy="28398"/>
          </a:xfrm>
          <a:prstGeom prst="ellipse">
            <a:avLst/>
          </a:prstGeom>
          <a:solidFill>
            <a:srgbClr val="7F8C97">
              <a:alpha val="48000"/>
            </a:srgbClr>
          </a:solidFill>
          <a:ln w="0">
            <a:noFill/>
            <a:prstDash val="solid"/>
          </a:ln>
        </p:spPr>
      </p:sp>
      <p:sp>
        <p:nvSpPr>
          <p:cNvPr id="3691" name="03_assume_matched_8988">
            <a:extLst>
              <a:ext uri="{FF2B5EF4-FFF2-40B4-BE49-F238E27FC236}">
                <a16:creationId xmlns:a16="http://schemas.microsoft.com/office/drawing/2014/main" id="{60007ECF-0E63-42BF-9EFD-E784BA954BFF}"/>
              </a:ext>
            </a:extLst>
          </p:cNvPr>
          <p:cNvSpPr>
            <a:spLocks noGrp="1"/>
          </p:cNvSpPr>
          <p:nvPr/>
        </p:nvSpPr>
        <p:spPr>
          <a:xfrm>
            <a:off x="3045408" y="7558121"/>
            <a:ext cx="28398" cy="28398"/>
          </a:xfrm>
          <a:prstGeom prst="ellipse">
            <a:avLst/>
          </a:prstGeom>
          <a:solidFill>
            <a:srgbClr val="7F8C97">
              <a:alpha val="48000"/>
            </a:srgbClr>
          </a:solidFill>
          <a:ln w="0">
            <a:noFill/>
            <a:prstDash val="solid"/>
          </a:ln>
        </p:spPr>
      </p:sp>
      <p:sp>
        <p:nvSpPr>
          <p:cNvPr id="3692" name="03_assume_matched_8989">
            <a:extLst>
              <a:ext uri="{FF2B5EF4-FFF2-40B4-BE49-F238E27FC236}">
                <a16:creationId xmlns:a16="http://schemas.microsoft.com/office/drawing/2014/main" id="{EC577472-02E7-4FEB-B0A6-40957342C581}"/>
              </a:ext>
            </a:extLst>
          </p:cNvPr>
          <p:cNvSpPr>
            <a:spLocks noGrp="1"/>
          </p:cNvSpPr>
          <p:nvPr/>
        </p:nvSpPr>
        <p:spPr>
          <a:xfrm>
            <a:off x="3018497" y="7168208"/>
            <a:ext cx="28398" cy="28398"/>
          </a:xfrm>
          <a:prstGeom prst="ellipse">
            <a:avLst/>
          </a:prstGeom>
          <a:solidFill>
            <a:srgbClr val="7F8C97">
              <a:alpha val="48000"/>
            </a:srgbClr>
          </a:solidFill>
          <a:ln w="0">
            <a:noFill/>
            <a:prstDash val="solid"/>
          </a:ln>
        </p:spPr>
      </p:sp>
      <p:sp>
        <p:nvSpPr>
          <p:cNvPr id="3693" name="03_assume_matched_8990">
            <a:extLst>
              <a:ext uri="{FF2B5EF4-FFF2-40B4-BE49-F238E27FC236}">
                <a16:creationId xmlns:a16="http://schemas.microsoft.com/office/drawing/2014/main" id="{F82218FE-69C1-423A-BAA3-63E6DDCBA6CA}"/>
              </a:ext>
            </a:extLst>
          </p:cNvPr>
          <p:cNvSpPr>
            <a:spLocks noGrp="1"/>
          </p:cNvSpPr>
          <p:nvPr/>
        </p:nvSpPr>
        <p:spPr>
          <a:xfrm>
            <a:off x="2936325" y="7753078"/>
            <a:ext cx="28398" cy="28398"/>
          </a:xfrm>
          <a:prstGeom prst="ellipse">
            <a:avLst/>
          </a:prstGeom>
          <a:solidFill>
            <a:srgbClr val="7F8C97">
              <a:alpha val="48000"/>
            </a:srgbClr>
          </a:solidFill>
          <a:ln w="0">
            <a:noFill/>
            <a:prstDash val="solid"/>
          </a:ln>
        </p:spPr>
      </p:sp>
      <p:sp>
        <p:nvSpPr>
          <p:cNvPr id="3694" name="03_assume_matched_8991">
            <a:extLst>
              <a:ext uri="{FF2B5EF4-FFF2-40B4-BE49-F238E27FC236}">
                <a16:creationId xmlns:a16="http://schemas.microsoft.com/office/drawing/2014/main" id="{AB01A20C-9E49-4005-BA6E-ECDF7FECFD77}"/>
              </a:ext>
            </a:extLst>
          </p:cNvPr>
          <p:cNvSpPr>
            <a:spLocks noGrp="1"/>
          </p:cNvSpPr>
          <p:nvPr/>
        </p:nvSpPr>
        <p:spPr>
          <a:xfrm>
            <a:off x="2943664" y="7168208"/>
            <a:ext cx="28398" cy="28398"/>
          </a:xfrm>
          <a:prstGeom prst="ellipse">
            <a:avLst/>
          </a:prstGeom>
          <a:solidFill>
            <a:srgbClr val="7F8C97">
              <a:alpha val="48000"/>
            </a:srgbClr>
          </a:solidFill>
          <a:ln w="0">
            <a:noFill/>
            <a:prstDash val="solid"/>
          </a:ln>
        </p:spPr>
      </p:sp>
      <p:sp>
        <p:nvSpPr>
          <p:cNvPr id="3695" name="03_assume_matched_8992">
            <a:extLst>
              <a:ext uri="{FF2B5EF4-FFF2-40B4-BE49-F238E27FC236}">
                <a16:creationId xmlns:a16="http://schemas.microsoft.com/office/drawing/2014/main" id="{83F75948-8220-4E61-AC1E-51BC3E381F6F}"/>
              </a:ext>
            </a:extLst>
          </p:cNvPr>
          <p:cNvSpPr>
            <a:spLocks noGrp="1"/>
          </p:cNvSpPr>
          <p:nvPr/>
        </p:nvSpPr>
        <p:spPr>
          <a:xfrm>
            <a:off x="2954889" y="7558121"/>
            <a:ext cx="28398" cy="28398"/>
          </a:xfrm>
          <a:prstGeom prst="ellipse">
            <a:avLst/>
          </a:prstGeom>
          <a:solidFill>
            <a:srgbClr val="7F8C97">
              <a:alpha val="48000"/>
            </a:srgbClr>
          </a:solidFill>
          <a:ln w="0">
            <a:noFill/>
            <a:prstDash val="solid"/>
          </a:ln>
        </p:spPr>
      </p:sp>
      <p:sp>
        <p:nvSpPr>
          <p:cNvPr id="3696" name="03_assume_matched_8993">
            <a:extLst>
              <a:ext uri="{FF2B5EF4-FFF2-40B4-BE49-F238E27FC236}">
                <a16:creationId xmlns:a16="http://schemas.microsoft.com/office/drawing/2014/main" id="{4F445DB6-F606-430B-81E3-3AB8EA2D1CA7}"/>
              </a:ext>
            </a:extLst>
          </p:cNvPr>
          <p:cNvSpPr>
            <a:spLocks noGrp="1"/>
          </p:cNvSpPr>
          <p:nvPr/>
        </p:nvSpPr>
        <p:spPr>
          <a:xfrm>
            <a:off x="3044257" y="7168208"/>
            <a:ext cx="28398" cy="28398"/>
          </a:xfrm>
          <a:prstGeom prst="ellipse">
            <a:avLst/>
          </a:prstGeom>
          <a:solidFill>
            <a:srgbClr val="7F8C97">
              <a:alpha val="48000"/>
            </a:srgbClr>
          </a:solidFill>
          <a:ln w="0">
            <a:noFill/>
            <a:prstDash val="solid"/>
          </a:ln>
        </p:spPr>
      </p:sp>
      <p:sp>
        <p:nvSpPr>
          <p:cNvPr id="3697" name="03_assume_matched_8994">
            <a:extLst>
              <a:ext uri="{FF2B5EF4-FFF2-40B4-BE49-F238E27FC236}">
                <a16:creationId xmlns:a16="http://schemas.microsoft.com/office/drawing/2014/main" id="{E27ECB35-B941-4394-A1E9-C7D84244AC17}"/>
              </a:ext>
            </a:extLst>
          </p:cNvPr>
          <p:cNvSpPr>
            <a:spLocks noGrp="1"/>
          </p:cNvSpPr>
          <p:nvPr/>
        </p:nvSpPr>
        <p:spPr>
          <a:xfrm>
            <a:off x="2957192" y="7168208"/>
            <a:ext cx="28398" cy="28398"/>
          </a:xfrm>
          <a:prstGeom prst="ellipse">
            <a:avLst/>
          </a:prstGeom>
          <a:solidFill>
            <a:srgbClr val="7F8C97">
              <a:alpha val="48000"/>
            </a:srgbClr>
          </a:solidFill>
          <a:ln w="0">
            <a:noFill/>
            <a:prstDash val="solid"/>
          </a:ln>
        </p:spPr>
      </p:sp>
      <p:sp>
        <p:nvSpPr>
          <p:cNvPr id="3698" name="03_assume_matched_8995">
            <a:extLst>
              <a:ext uri="{FF2B5EF4-FFF2-40B4-BE49-F238E27FC236}">
                <a16:creationId xmlns:a16="http://schemas.microsoft.com/office/drawing/2014/main" id="{6AC365CB-6BD7-4714-9F0E-7B658E75F76E}"/>
              </a:ext>
            </a:extLst>
          </p:cNvPr>
          <p:cNvSpPr>
            <a:spLocks noGrp="1"/>
          </p:cNvSpPr>
          <p:nvPr/>
        </p:nvSpPr>
        <p:spPr>
          <a:xfrm>
            <a:off x="3036198" y="7493136"/>
            <a:ext cx="28398" cy="28398"/>
          </a:xfrm>
          <a:prstGeom prst="ellipse">
            <a:avLst/>
          </a:prstGeom>
          <a:solidFill>
            <a:srgbClr val="7F8C97">
              <a:alpha val="48000"/>
            </a:srgbClr>
          </a:solidFill>
          <a:ln w="0">
            <a:noFill/>
            <a:prstDash val="solid"/>
          </a:ln>
        </p:spPr>
      </p:sp>
      <p:sp>
        <p:nvSpPr>
          <p:cNvPr id="3699" name="03_assume_matched_8996">
            <a:extLst>
              <a:ext uri="{FF2B5EF4-FFF2-40B4-BE49-F238E27FC236}">
                <a16:creationId xmlns:a16="http://schemas.microsoft.com/office/drawing/2014/main" id="{BC84B004-CB41-463B-8BE0-280BF4AD8851}"/>
              </a:ext>
            </a:extLst>
          </p:cNvPr>
          <p:cNvSpPr>
            <a:spLocks noGrp="1"/>
          </p:cNvSpPr>
          <p:nvPr/>
        </p:nvSpPr>
        <p:spPr>
          <a:xfrm>
            <a:off x="3037349" y="7168208"/>
            <a:ext cx="28398" cy="28398"/>
          </a:xfrm>
          <a:prstGeom prst="ellipse">
            <a:avLst/>
          </a:prstGeom>
          <a:solidFill>
            <a:srgbClr val="7F8C97">
              <a:alpha val="48000"/>
            </a:srgbClr>
          </a:solidFill>
          <a:ln w="0">
            <a:noFill/>
            <a:prstDash val="solid"/>
          </a:ln>
        </p:spPr>
      </p:sp>
      <p:sp>
        <p:nvSpPr>
          <p:cNvPr id="3700" name="03_assume_matched_8997">
            <a:extLst>
              <a:ext uri="{FF2B5EF4-FFF2-40B4-BE49-F238E27FC236}">
                <a16:creationId xmlns:a16="http://schemas.microsoft.com/office/drawing/2014/main" id="{42BB33EC-4626-4493-89D4-E99CE859881E}"/>
              </a:ext>
            </a:extLst>
          </p:cNvPr>
          <p:cNvSpPr>
            <a:spLocks noGrp="1"/>
          </p:cNvSpPr>
          <p:nvPr/>
        </p:nvSpPr>
        <p:spPr>
          <a:xfrm>
            <a:off x="3041091" y="7753078"/>
            <a:ext cx="28398" cy="28398"/>
          </a:xfrm>
          <a:prstGeom prst="ellipse">
            <a:avLst/>
          </a:prstGeom>
          <a:solidFill>
            <a:srgbClr val="7F8C97">
              <a:alpha val="48000"/>
            </a:srgbClr>
          </a:solidFill>
          <a:ln w="0">
            <a:noFill/>
            <a:prstDash val="solid"/>
          </a:ln>
        </p:spPr>
      </p:sp>
      <p:sp>
        <p:nvSpPr>
          <p:cNvPr id="3701" name="03_assume_matched_8998">
            <a:extLst>
              <a:ext uri="{FF2B5EF4-FFF2-40B4-BE49-F238E27FC236}">
                <a16:creationId xmlns:a16="http://schemas.microsoft.com/office/drawing/2014/main" id="{CC477C6E-6D43-4FE2-9920-461655D6133F}"/>
              </a:ext>
            </a:extLst>
          </p:cNvPr>
          <p:cNvSpPr>
            <a:spLocks noGrp="1"/>
          </p:cNvSpPr>
          <p:nvPr/>
        </p:nvSpPr>
        <p:spPr>
          <a:xfrm>
            <a:off x="2958343" y="7753078"/>
            <a:ext cx="28398" cy="28398"/>
          </a:xfrm>
          <a:prstGeom prst="ellipse">
            <a:avLst/>
          </a:prstGeom>
          <a:solidFill>
            <a:srgbClr val="7F8C97">
              <a:alpha val="48000"/>
            </a:srgbClr>
          </a:solidFill>
          <a:ln w="0">
            <a:noFill/>
            <a:prstDash val="solid"/>
          </a:ln>
        </p:spPr>
      </p:sp>
      <p:sp>
        <p:nvSpPr>
          <p:cNvPr id="3702" name="03_assume_matched_8999">
            <a:extLst>
              <a:ext uri="{FF2B5EF4-FFF2-40B4-BE49-F238E27FC236}">
                <a16:creationId xmlns:a16="http://schemas.microsoft.com/office/drawing/2014/main" id="{A6275864-9D89-4AA2-B104-329C749C31B8}"/>
              </a:ext>
            </a:extLst>
          </p:cNvPr>
          <p:cNvSpPr>
            <a:spLocks noGrp="1"/>
          </p:cNvSpPr>
          <p:nvPr/>
        </p:nvSpPr>
        <p:spPr>
          <a:xfrm>
            <a:off x="2936613" y="7168208"/>
            <a:ext cx="28398" cy="28398"/>
          </a:xfrm>
          <a:prstGeom prst="ellipse">
            <a:avLst/>
          </a:prstGeom>
          <a:solidFill>
            <a:srgbClr val="7F8C97">
              <a:alpha val="48000"/>
            </a:srgbClr>
          </a:solidFill>
          <a:ln w="0">
            <a:noFill/>
            <a:prstDash val="solid"/>
          </a:ln>
        </p:spPr>
      </p:sp>
      <p:sp>
        <p:nvSpPr>
          <p:cNvPr id="3703" name="03_assume_matched_9000">
            <a:extLst>
              <a:ext uri="{FF2B5EF4-FFF2-40B4-BE49-F238E27FC236}">
                <a16:creationId xmlns:a16="http://schemas.microsoft.com/office/drawing/2014/main" id="{C5DEE987-C899-41DA-B3AB-19755FCAE380}"/>
              </a:ext>
            </a:extLst>
          </p:cNvPr>
          <p:cNvSpPr>
            <a:spLocks noGrp="1"/>
          </p:cNvSpPr>
          <p:nvPr/>
        </p:nvSpPr>
        <p:spPr>
          <a:xfrm>
            <a:off x="3020368" y="7168208"/>
            <a:ext cx="28398" cy="28398"/>
          </a:xfrm>
          <a:prstGeom prst="ellipse">
            <a:avLst/>
          </a:prstGeom>
          <a:solidFill>
            <a:srgbClr val="7F8C97">
              <a:alpha val="48000"/>
            </a:srgbClr>
          </a:solidFill>
          <a:ln w="0">
            <a:noFill/>
            <a:prstDash val="solid"/>
          </a:ln>
        </p:spPr>
      </p:sp>
      <p:sp>
        <p:nvSpPr>
          <p:cNvPr id="3704" name="03_assume_matched_9001">
            <a:extLst>
              <a:ext uri="{FF2B5EF4-FFF2-40B4-BE49-F238E27FC236}">
                <a16:creationId xmlns:a16="http://schemas.microsoft.com/office/drawing/2014/main" id="{7ECEE335-D703-4076-9DA2-1EEB785BC9BC}"/>
              </a:ext>
            </a:extLst>
          </p:cNvPr>
          <p:cNvSpPr>
            <a:spLocks noGrp="1"/>
          </p:cNvSpPr>
          <p:nvPr/>
        </p:nvSpPr>
        <p:spPr>
          <a:xfrm>
            <a:off x="2929849" y="7168208"/>
            <a:ext cx="28398" cy="28398"/>
          </a:xfrm>
          <a:prstGeom prst="ellipse">
            <a:avLst/>
          </a:prstGeom>
          <a:solidFill>
            <a:srgbClr val="7F8C97">
              <a:alpha val="48000"/>
            </a:srgbClr>
          </a:solidFill>
          <a:ln w="0">
            <a:noFill/>
            <a:prstDash val="solid"/>
          </a:ln>
        </p:spPr>
      </p:sp>
      <p:sp>
        <p:nvSpPr>
          <p:cNvPr id="3705" name="03_assume_matched_9002">
            <a:extLst>
              <a:ext uri="{FF2B5EF4-FFF2-40B4-BE49-F238E27FC236}">
                <a16:creationId xmlns:a16="http://schemas.microsoft.com/office/drawing/2014/main" id="{A49D0603-A710-439A-B5EC-1209BAA3EC2F}"/>
              </a:ext>
            </a:extLst>
          </p:cNvPr>
          <p:cNvSpPr>
            <a:spLocks noGrp="1"/>
          </p:cNvSpPr>
          <p:nvPr/>
        </p:nvSpPr>
        <p:spPr>
          <a:xfrm>
            <a:off x="3023965" y="7168208"/>
            <a:ext cx="28398" cy="28398"/>
          </a:xfrm>
          <a:prstGeom prst="ellipse">
            <a:avLst/>
          </a:prstGeom>
          <a:solidFill>
            <a:srgbClr val="7F8C97">
              <a:alpha val="48000"/>
            </a:srgbClr>
          </a:solidFill>
          <a:ln w="0">
            <a:noFill/>
            <a:prstDash val="solid"/>
          </a:ln>
        </p:spPr>
      </p:sp>
      <p:sp>
        <p:nvSpPr>
          <p:cNvPr id="3706" name="03_assume_matched_9003">
            <a:extLst>
              <a:ext uri="{FF2B5EF4-FFF2-40B4-BE49-F238E27FC236}">
                <a16:creationId xmlns:a16="http://schemas.microsoft.com/office/drawing/2014/main" id="{48809C64-C08F-4D62-96D8-ED920213EE98}"/>
              </a:ext>
            </a:extLst>
          </p:cNvPr>
          <p:cNvSpPr>
            <a:spLocks noGrp="1"/>
          </p:cNvSpPr>
          <p:nvPr/>
        </p:nvSpPr>
        <p:spPr>
          <a:xfrm>
            <a:off x="2931144" y="7753078"/>
            <a:ext cx="28398" cy="28398"/>
          </a:xfrm>
          <a:prstGeom prst="ellipse">
            <a:avLst/>
          </a:prstGeom>
          <a:solidFill>
            <a:srgbClr val="7F8C97">
              <a:alpha val="48000"/>
            </a:srgbClr>
          </a:solidFill>
          <a:ln w="0">
            <a:noFill/>
            <a:prstDash val="solid"/>
          </a:ln>
        </p:spPr>
      </p:sp>
      <p:sp>
        <p:nvSpPr>
          <p:cNvPr id="3707" name="03_assume_matched_9004">
            <a:extLst>
              <a:ext uri="{FF2B5EF4-FFF2-40B4-BE49-F238E27FC236}">
                <a16:creationId xmlns:a16="http://schemas.microsoft.com/office/drawing/2014/main" id="{62449E28-4B77-45F1-A265-43DEFBBD7315}"/>
              </a:ext>
            </a:extLst>
          </p:cNvPr>
          <p:cNvSpPr>
            <a:spLocks noGrp="1"/>
          </p:cNvSpPr>
          <p:nvPr/>
        </p:nvSpPr>
        <p:spPr>
          <a:xfrm>
            <a:off x="3051596" y="7168208"/>
            <a:ext cx="28398" cy="28398"/>
          </a:xfrm>
          <a:prstGeom prst="ellipse">
            <a:avLst/>
          </a:prstGeom>
          <a:solidFill>
            <a:srgbClr val="7F8C97">
              <a:alpha val="48000"/>
            </a:srgbClr>
          </a:solidFill>
          <a:ln w="0">
            <a:noFill/>
            <a:prstDash val="solid"/>
          </a:ln>
        </p:spPr>
      </p:sp>
      <p:sp>
        <p:nvSpPr>
          <p:cNvPr id="3708" name="03_assume_matched_9005">
            <a:extLst>
              <a:ext uri="{FF2B5EF4-FFF2-40B4-BE49-F238E27FC236}">
                <a16:creationId xmlns:a16="http://schemas.microsoft.com/office/drawing/2014/main" id="{FFA8F580-9946-4DBA-9506-A742C4C73A46}"/>
              </a:ext>
            </a:extLst>
          </p:cNvPr>
          <p:cNvSpPr>
            <a:spLocks noGrp="1"/>
          </p:cNvSpPr>
          <p:nvPr/>
        </p:nvSpPr>
        <p:spPr>
          <a:xfrm>
            <a:off x="3029578" y="7168208"/>
            <a:ext cx="28398" cy="28398"/>
          </a:xfrm>
          <a:prstGeom prst="ellipse">
            <a:avLst/>
          </a:prstGeom>
          <a:solidFill>
            <a:srgbClr val="7F8C97">
              <a:alpha val="48000"/>
            </a:srgbClr>
          </a:solidFill>
          <a:ln w="0">
            <a:noFill/>
            <a:prstDash val="solid"/>
          </a:ln>
        </p:spPr>
      </p:sp>
      <p:sp>
        <p:nvSpPr>
          <p:cNvPr id="3709" name="03_assume_matched_9006">
            <a:extLst>
              <a:ext uri="{FF2B5EF4-FFF2-40B4-BE49-F238E27FC236}">
                <a16:creationId xmlns:a16="http://schemas.microsoft.com/office/drawing/2014/main" id="{AE5D60B4-2DC1-4E4F-A393-812F392C68A4}"/>
              </a:ext>
            </a:extLst>
          </p:cNvPr>
          <p:cNvSpPr>
            <a:spLocks noGrp="1"/>
          </p:cNvSpPr>
          <p:nvPr/>
        </p:nvSpPr>
        <p:spPr>
          <a:xfrm>
            <a:off x="2977483" y="7168208"/>
            <a:ext cx="28398" cy="28398"/>
          </a:xfrm>
          <a:prstGeom prst="ellipse">
            <a:avLst/>
          </a:prstGeom>
          <a:solidFill>
            <a:srgbClr val="7F8C97">
              <a:alpha val="48000"/>
            </a:srgbClr>
          </a:solidFill>
          <a:ln w="0">
            <a:noFill/>
            <a:prstDash val="solid"/>
          </a:ln>
        </p:spPr>
      </p:sp>
      <p:sp>
        <p:nvSpPr>
          <p:cNvPr id="3710" name="03_assume_matched_9007">
            <a:extLst>
              <a:ext uri="{FF2B5EF4-FFF2-40B4-BE49-F238E27FC236}">
                <a16:creationId xmlns:a16="http://schemas.microsoft.com/office/drawing/2014/main" id="{740AC491-FB58-46EA-8826-28A94F31BAD5}"/>
              </a:ext>
            </a:extLst>
          </p:cNvPr>
          <p:cNvSpPr>
            <a:spLocks noGrp="1"/>
          </p:cNvSpPr>
          <p:nvPr/>
        </p:nvSpPr>
        <p:spPr>
          <a:xfrm>
            <a:off x="2953162" y="7168208"/>
            <a:ext cx="28398" cy="28398"/>
          </a:xfrm>
          <a:prstGeom prst="ellipse">
            <a:avLst/>
          </a:prstGeom>
          <a:solidFill>
            <a:srgbClr val="7F8C97">
              <a:alpha val="48000"/>
            </a:srgbClr>
          </a:solidFill>
          <a:ln w="0">
            <a:noFill/>
            <a:prstDash val="solid"/>
          </a:ln>
        </p:spPr>
      </p:sp>
      <p:sp>
        <p:nvSpPr>
          <p:cNvPr id="3711" name="03_assume_matched_9008">
            <a:extLst>
              <a:ext uri="{FF2B5EF4-FFF2-40B4-BE49-F238E27FC236}">
                <a16:creationId xmlns:a16="http://schemas.microsoft.com/office/drawing/2014/main" id="{DABF3241-664B-46ED-A9B5-1FECBAF9779B}"/>
              </a:ext>
            </a:extLst>
          </p:cNvPr>
          <p:cNvSpPr>
            <a:spLocks noGrp="1"/>
          </p:cNvSpPr>
          <p:nvPr/>
        </p:nvSpPr>
        <p:spPr>
          <a:xfrm>
            <a:off x="3055625" y="7753078"/>
            <a:ext cx="28398" cy="28398"/>
          </a:xfrm>
          <a:prstGeom prst="ellipse">
            <a:avLst/>
          </a:prstGeom>
          <a:solidFill>
            <a:srgbClr val="7F8C97">
              <a:alpha val="48000"/>
            </a:srgbClr>
          </a:solidFill>
          <a:ln w="0">
            <a:noFill/>
            <a:prstDash val="solid"/>
          </a:ln>
        </p:spPr>
      </p:sp>
      <p:sp>
        <p:nvSpPr>
          <p:cNvPr id="3712" name="03_assume_matched_9009">
            <a:extLst>
              <a:ext uri="{FF2B5EF4-FFF2-40B4-BE49-F238E27FC236}">
                <a16:creationId xmlns:a16="http://schemas.microsoft.com/office/drawing/2014/main" id="{35C7F841-4585-4DBF-B60D-80C1670C8CEE}"/>
              </a:ext>
            </a:extLst>
          </p:cNvPr>
          <p:cNvSpPr>
            <a:spLocks noGrp="1"/>
          </p:cNvSpPr>
          <p:nvPr/>
        </p:nvSpPr>
        <p:spPr>
          <a:xfrm>
            <a:off x="3003386" y="7753078"/>
            <a:ext cx="28398" cy="28398"/>
          </a:xfrm>
          <a:prstGeom prst="ellipse">
            <a:avLst/>
          </a:prstGeom>
          <a:solidFill>
            <a:srgbClr val="7F8C97">
              <a:alpha val="48000"/>
            </a:srgbClr>
          </a:solidFill>
          <a:ln w="0">
            <a:noFill/>
            <a:prstDash val="solid"/>
          </a:ln>
        </p:spPr>
      </p:sp>
      <p:sp>
        <p:nvSpPr>
          <p:cNvPr id="3713" name="03_assume_matched_9010">
            <a:extLst>
              <a:ext uri="{FF2B5EF4-FFF2-40B4-BE49-F238E27FC236}">
                <a16:creationId xmlns:a16="http://schemas.microsoft.com/office/drawing/2014/main" id="{2072CEE0-E191-4631-AF67-01C3D2BE7D83}"/>
              </a:ext>
            </a:extLst>
          </p:cNvPr>
          <p:cNvSpPr>
            <a:spLocks noGrp="1"/>
          </p:cNvSpPr>
          <p:nvPr/>
        </p:nvSpPr>
        <p:spPr>
          <a:xfrm>
            <a:off x="3036198" y="7753078"/>
            <a:ext cx="28398" cy="28398"/>
          </a:xfrm>
          <a:prstGeom prst="ellipse">
            <a:avLst/>
          </a:prstGeom>
          <a:solidFill>
            <a:srgbClr val="7F8C97">
              <a:alpha val="48000"/>
            </a:srgbClr>
          </a:solidFill>
          <a:ln w="0">
            <a:noFill/>
            <a:prstDash val="solid"/>
          </a:ln>
        </p:spPr>
      </p:sp>
      <p:sp>
        <p:nvSpPr>
          <p:cNvPr id="3714" name="03_assume_matched_9011">
            <a:extLst>
              <a:ext uri="{FF2B5EF4-FFF2-40B4-BE49-F238E27FC236}">
                <a16:creationId xmlns:a16="http://schemas.microsoft.com/office/drawing/2014/main" id="{6484C8D1-7FD9-475B-91B6-9420677939B0}"/>
              </a:ext>
            </a:extLst>
          </p:cNvPr>
          <p:cNvSpPr>
            <a:spLocks noGrp="1"/>
          </p:cNvSpPr>
          <p:nvPr/>
        </p:nvSpPr>
        <p:spPr>
          <a:xfrm>
            <a:off x="2935317" y="7285182"/>
            <a:ext cx="28398" cy="28398"/>
          </a:xfrm>
          <a:prstGeom prst="ellipse">
            <a:avLst/>
          </a:prstGeom>
          <a:solidFill>
            <a:srgbClr val="7F8C97">
              <a:alpha val="48000"/>
            </a:srgbClr>
          </a:solidFill>
          <a:ln w="0">
            <a:noFill/>
            <a:prstDash val="solid"/>
          </a:ln>
        </p:spPr>
      </p:sp>
      <p:sp>
        <p:nvSpPr>
          <p:cNvPr id="3715" name="03_assume_matched_9012">
            <a:extLst>
              <a:ext uri="{FF2B5EF4-FFF2-40B4-BE49-F238E27FC236}">
                <a16:creationId xmlns:a16="http://schemas.microsoft.com/office/drawing/2014/main" id="{6953C70B-73E6-400F-87EF-118DD44613CC}"/>
              </a:ext>
            </a:extLst>
          </p:cNvPr>
          <p:cNvSpPr>
            <a:spLocks noGrp="1"/>
          </p:cNvSpPr>
          <p:nvPr/>
        </p:nvSpPr>
        <p:spPr>
          <a:xfrm>
            <a:off x="3027275" y="7753078"/>
            <a:ext cx="28398" cy="28398"/>
          </a:xfrm>
          <a:prstGeom prst="ellipse">
            <a:avLst/>
          </a:prstGeom>
          <a:solidFill>
            <a:srgbClr val="7F8C97">
              <a:alpha val="48000"/>
            </a:srgbClr>
          </a:solidFill>
          <a:ln w="0">
            <a:noFill/>
            <a:prstDash val="solid"/>
          </a:ln>
        </p:spPr>
      </p:sp>
      <p:sp>
        <p:nvSpPr>
          <p:cNvPr id="3716" name="03_assume_matched_9013">
            <a:extLst>
              <a:ext uri="{FF2B5EF4-FFF2-40B4-BE49-F238E27FC236}">
                <a16:creationId xmlns:a16="http://schemas.microsoft.com/office/drawing/2014/main" id="{5358CF62-A266-4153-8EBD-8D09DA46F389}"/>
              </a:ext>
            </a:extLst>
          </p:cNvPr>
          <p:cNvSpPr>
            <a:spLocks noGrp="1"/>
          </p:cNvSpPr>
          <p:nvPr/>
        </p:nvSpPr>
        <p:spPr>
          <a:xfrm>
            <a:off x="3006409" y="7168208"/>
            <a:ext cx="28398" cy="28398"/>
          </a:xfrm>
          <a:prstGeom prst="ellipse">
            <a:avLst/>
          </a:prstGeom>
          <a:solidFill>
            <a:srgbClr val="7F8C97">
              <a:alpha val="48000"/>
            </a:srgbClr>
          </a:solidFill>
          <a:ln w="0">
            <a:noFill/>
            <a:prstDash val="solid"/>
          </a:ln>
        </p:spPr>
      </p:sp>
      <p:sp>
        <p:nvSpPr>
          <p:cNvPr id="3717" name="03_assume_matched_9014">
            <a:extLst>
              <a:ext uri="{FF2B5EF4-FFF2-40B4-BE49-F238E27FC236}">
                <a16:creationId xmlns:a16="http://schemas.microsoft.com/office/drawing/2014/main" id="{D8928753-1CC1-4A45-A41E-3928EA24736B}"/>
              </a:ext>
            </a:extLst>
          </p:cNvPr>
          <p:cNvSpPr>
            <a:spLocks noGrp="1"/>
          </p:cNvSpPr>
          <p:nvPr/>
        </p:nvSpPr>
        <p:spPr>
          <a:xfrm>
            <a:off x="2915026" y="7168208"/>
            <a:ext cx="28398" cy="28398"/>
          </a:xfrm>
          <a:prstGeom prst="ellipse">
            <a:avLst/>
          </a:prstGeom>
          <a:solidFill>
            <a:srgbClr val="7F8C97">
              <a:alpha val="48000"/>
            </a:srgbClr>
          </a:solidFill>
          <a:ln w="0">
            <a:noFill/>
            <a:prstDash val="solid"/>
          </a:ln>
        </p:spPr>
      </p:sp>
      <p:sp>
        <p:nvSpPr>
          <p:cNvPr id="3718" name="03_assume_matched_9015">
            <a:extLst>
              <a:ext uri="{FF2B5EF4-FFF2-40B4-BE49-F238E27FC236}">
                <a16:creationId xmlns:a16="http://schemas.microsoft.com/office/drawing/2014/main" id="{F4C47463-0650-4B3A-967B-5B06DEA31723}"/>
              </a:ext>
            </a:extLst>
          </p:cNvPr>
          <p:cNvSpPr>
            <a:spLocks noGrp="1"/>
          </p:cNvSpPr>
          <p:nvPr/>
        </p:nvSpPr>
        <p:spPr>
          <a:xfrm>
            <a:off x="2974317" y="7753078"/>
            <a:ext cx="28398" cy="28398"/>
          </a:xfrm>
          <a:prstGeom prst="ellipse">
            <a:avLst/>
          </a:prstGeom>
          <a:solidFill>
            <a:srgbClr val="7F8C97">
              <a:alpha val="48000"/>
            </a:srgbClr>
          </a:solidFill>
          <a:ln w="0">
            <a:noFill/>
            <a:prstDash val="solid"/>
          </a:ln>
        </p:spPr>
      </p:sp>
      <p:sp>
        <p:nvSpPr>
          <p:cNvPr id="3719" name="03_assume_matched_9016">
            <a:extLst>
              <a:ext uri="{FF2B5EF4-FFF2-40B4-BE49-F238E27FC236}">
                <a16:creationId xmlns:a16="http://schemas.microsoft.com/office/drawing/2014/main" id="{427D2052-5340-4F96-BA6E-3DDC529C8769}"/>
              </a:ext>
            </a:extLst>
          </p:cNvPr>
          <p:cNvSpPr>
            <a:spLocks noGrp="1"/>
          </p:cNvSpPr>
          <p:nvPr/>
        </p:nvSpPr>
        <p:spPr>
          <a:xfrm>
            <a:off x="2956472" y="7753078"/>
            <a:ext cx="28398" cy="28398"/>
          </a:xfrm>
          <a:prstGeom prst="ellipse">
            <a:avLst/>
          </a:prstGeom>
          <a:solidFill>
            <a:srgbClr val="7F8C97">
              <a:alpha val="48000"/>
            </a:srgbClr>
          </a:solidFill>
          <a:ln w="0">
            <a:noFill/>
            <a:prstDash val="solid"/>
          </a:ln>
        </p:spPr>
      </p:sp>
      <p:sp>
        <p:nvSpPr>
          <p:cNvPr id="3720" name="03_assume_matched_9017">
            <a:extLst>
              <a:ext uri="{FF2B5EF4-FFF2-40B4-BE49-F238E27FC236}">
                <a16:creationId xmlns:a16="http://schemas.microsoft.com/office/drawing/2014/main" id="{1D28B003-4B62-494F-992B-BAF253A25CB5}"/>
              </a:ext>
            </a:extLst>
          </p:cNvPr>
          <p:cNvSpPr>
            <a:spLocks noGrp="1"/>
          </p:cNvSpPr>
          <p:nvPr/>
        </p:nvSpPr>
        <p:spPr>
          <a:xfrm>
            <a:off x="2988708" y="7168208"/>
            <a:ext cx="28398" cy="28398"/>
          </a:xfrm>
          <a:prstGeom prst="ellipse">
            <a:avLst/>
          </a:prstGeom>
          <a:solidFill>
            <a:srgbClr val="7F8C97">
              <a:alpha val="48000"/>
            </a:srgbClr>
          </a:solidFill>
          <a:ln w="0">
            <a:noFill/>
            <a:prstDash val="solid"/>
          </a:ln>
        </p:spPr>
      </p:sp>
      <p:sp>
        <p:nvSpPr>
          <p:cNvPr id="3721" name="03_assume_matched_9018">
            <a:extLst>
              <a:ext uri="{FF2B5EF4-FFF2-40B4-BE49-F238E27FC236}">
                <a16:creationId xmlns:a16="http://schemas.microsoft.com/office/drawing/2014/main" id="{8D6B78B0-DC9F-43B2-B9D3-F03DD30BF049}"/>
              </a:ext>
            </a:extLst>
          </p:cNvPr>
          <p:cNvSpPr>
            <a:spLocks noGrp="1"/>
          </p:cNvSpPr>
          <p:nvPr/>
        </p:nvSpPr>
        <p:spPr>
          <a:xfrm>
            <a:off x="2970575" y="7704338"/>
            <a:ext cx="28398" cy="28398"/>
          </a:xfrm>
          <a:prstGeom prst="ellipse">
            <a:avLst/>
          </a:prstGeom>
          <a:solidFill>
            <a:srgbClr val="7F8C97">
              <a:alpha val="48000"/>
            </a:srgbClr>
          </a:solidFill>
          <a:ln w="0">
            <a:noFill/>
            <a:prstDash val="solid"/>
          </a:ln>
        </p:spPr>
      </p:sp>
      <p:sp>
        <p:nvSpPr>
          <p:cNvPr id="3722" name="03_assume_matched_9019">
            <a:extLst>
              <a:ext uri="{FF2B5EF4-FFF2-40B4-BE49-F238E27FC236}">
                <a16:creationId xmlns:a16="http://schemas.microsoft.com/office/drawing/2014/main" id="{CE7BEA36-59AD-4EBF-ADD7-D904E89290F2}"/>
              </a:ext>
            </a:extLst>
          </p:cNvPr>
          <p:cNvSpPr>
            <a:spLocks noGrp="1"/>
          </p:cNvSpPr>
          <p:nvPr/>
        </p:nvSpPr>
        <p:spPr>
          <a:xfrm>
            <a:off x="3032744" y="7606860"/>
            <a:ext cx="28398" cy="28398"/>
          </a:xfrm>
          <a:prstGeom prst="ellipse">
            <a:avLst/>
          </a:prstGeom>
          <a:solidFill>
            <a:srgbClr val="7F8C97">
              <a:alpha val="48000"/>
            </a:srgbClr>
          </a:solidFill>
          <a:ln w="0">
            <a:noFill/>
            <a:prstDash val="solid"/>
          </a:ln>
        </p:spPr>
      </p:sp>
      <p:sp>
        <p:nvSpPr>
          <p:cNvPr id="3723" name="03_assume_matched_9020">
            <a:extLst>
              <a:ext uri="{FF2B5EF4-FFF2-40B4-BE49-F238E27FC236}">
                <a16:creationId xmlns:a16="http://schemas.microsoft.com/office/drawing/2014/main" id="{F514E70A-6E38-41FC-841B-1ED775D096AD}"/>
              </a:ext>
            </a:extLst>
          </p:cNvPr>
          <p:cNvSpPr>
            <a:spLocks noGrp="1"/>
          </p:cNvSpPr>
          <p:nvPr/>
        </p:nvSpPr>
        <p:spPr>
          <a:xfrm>
            <a:off x="2930856" y="7168208"/>
            <a:ext cx="28398" cy="28398"/>
          </a:xfrm>
          <a:prstGeom prst="ellipse">
            <a:avLst/>
          </a:prstGeom>
          <a:solidFill>
            <a:srgbClr val="7F8C97">
              <a:alpha val="48000"/>
            </a:srgbClr>
          </a:solidFill>
          <a:ln w="0">
            <a:noFill/>
            <a:prstDash val="solid"/>
          </a:ln>
        </p:spPr>
      </p:sp>
      <p:sp>
        <p:nvSpPr>
          <p:cNvPr id="3724" name="03_assume_matched_9021">
            <a:extLst>
              <a:ext uri="{FF2B5EF4-FFF2-40B4-BE49-F238E27FC236}">
                <a16:creationId xmlns:a16="http://schemas.microsoft.com/office/drawing/2014/main" id="{091BDC08-473A-4E8B-B5F5-D77DEF532BF3}"/>
              </a:ext>
            </a:extLst>
          </p:cNvPr>
          <p:cNvSpPr>
            <a:spLocks noGrp="1"/>
          </p:cNvSpPr>
          <p:nvPr/>
        </p:nvSpPr>
        <p:spPr>
          <a:xfrm>
            <a:off x="2937476" y="7168208"/>
            <a:ext cx="28398" cy="28398"/>
          </a:xfrm>
          <a:prstGeom prst="ellipse">
            <a:avLst/>
          </a:prstGeom>
          <a:solidFill>
            <a:srgbClr val="7F8C97">
              <a:alpha val="48000"/>
            </a:srgbClr>
          </a:solidFill>
          <a:ln w="0">
            <a:noFill/>
            <a:prstDash val="solid"/>
          </a:ln>
        </p:spPr>
      </p:sp>
      <p:sp>
        <p:nvSpPr>
          <p:cNvPr id="3725" name="03_assume_matched_9022">
            <a:extLst>
              <a:ext uri="{FF2B5EF4-FFF2-40B4-BE49-F238E27FC236}">
                <a16:creationId xmlns:a16="http://schemas.microsoft.com/office/drawing/2014/main" id="{9A036733-46DE-48FC-8E5B-3B6AC5B02B89}"/>
              </a:ext>
            </a:extLst>
          </p:cNvPr>
          <p:cNvSpPr>
            <a:spLocks noGrp="1"/>
          </p:cNvSpPr>
          <p:nvPr/>
        </p:nvSpPr>
        <p:spPr>
          <a:xfrm>
            <a:off x="2997342" y="7168208"/>
            <a:ext cx="28398" cy="28398"/>
          </a:xfrm>
          <a:prstGeom prst="ellipse">
            <a:avLst/>
          </a:prstGeom>
          <a:solidFill>
            <a:srgbClr val="7F8C97">
              <a:alpha val="48000"/>
            </a:srgbClr>
          </a:solidFill>
          <a:ln w="0">
            <a:noFill/>
            <a:prstDash val="solid"/>
          </a:ln>
        </p:spPr>
      </p:sp>
      <p:sp>
        <p:nvSpPr>
          <p:cNvPr id="3726" name="03_assume_matched_9023">
            <a:extLst>
              <a:ext uri="{FF2B5EF4-FFF2-40B4-BE49-F238E27FC236}">
                <a16:creationId xmlns:a16="http://schemas.microsoft.com/office/drawing/2014/main" id="{E4B3C654-9018-4D17-976B-C50BA0C04C02}"/>
              </a:ext>
            </a:extLst>
          </p:cNvPr>
          <p:cNvSpPr>
            <a:spLocks noGrp="1"/>
          </p:cNvSpPr>
          <p:nvPr/>
        </p:nvSpPr>
        <p:spPr>
          <a:xfrm>
            <a:off x="2996047" y="7168208"/>
            <a:ext cx="28398" cy="28398"/>
          </a:xfrm>
          <a:prstGeom prst="ellipse">
            <a:avLst/>
          </a:prstGeom>
          <a:solidFill>
            <a:srgbClr val="7F8C97">
              <a:alpha val="48000"/>
            </a:srgbClr>
          </a:solidFill>
          <a:ln w="0">
            <a:noFill/>
            <a:prstDash val="solid"/>
          </a:ln>
        </p:spPr>
      </p:sp>
      <p:sp>
        <p:nvSpPr>
          <p:cNvPr id="3727" name="03_assume_matched_9024">
            <a:extLst>
              <a:ext uri="{FF2B5EF4-FFF2-40B4-BE49-F238E27FC236}">
                <a16:creationId xmlns:a16="http://schemas.microsoft.com/office/drawing/2014/main" id="{B413826D-9448-4914-91A4-059DA9FD2BC3}"/>
              </a:ext>
            </a:extLst>
          </p:cNvPr>
          <p:cNvSpPr>
            <a:spLocks noGrp="1"/>
          </p:cNvSpPr>
          <p:nvPr/>
        </p:nvSpPr>
        <p:spPr>
          <a:xfrm>
            <a:off x="3042817" y="7168208"/>
            <a:ext cx="28398" cy="28398"/>
          </a:xfrm>
          <a:prstGeom prst="ellipse">
            <a:avLst/>
          </a:prstGeom>
          <a:solidFill>
            <a:srgbClr val="7F8C97">
              <a:alpha val="48000"/>
            </a:srgbClr>
          </a:solidFill>
          <a:ln w="0">
            <a:noFill/>
            <a:prstDash val="solid"/>
          </a:ln>
        </p:spPr>
      </p:sp>
      <p:sp>
        <p:nvSpPr>
          <p:cNvPr id="3728" name="03_assume_matched_9025">
            <a:extLst>
              <a:ext uri="{FF2B5EF4-FFF2-40B4-BE49-F238E27FC236}">
                <a16:creationId xmlns:a16="http://schemas.microsoft.com/office/drawing/2014/main" id="{C0822EC9-51F6-44EC-B272-AED7813C7A18}"/>
              </a:ext>
            </a:extLst>
          </p:cNvPr>
          <p:cNvSpPr>
            <a:spLocks noGrp="1"/>
          </p:cNvSpPr>
          <p:nvPr/>
        </p:nvSpPr>
        <p:spPr>
          <a:xfrm>
            <a:off x="3021087" y="7168208"/>
            <a:ext cx="28398" cy="28398"/>
          </a:xfrm>
          <a:prstGeom prst="ellipse">
            <a:avLst/>
          </a:prstGeom>
          <a:solidFill>
            <a:srgbClr val="7F8C97">
              <a:alpha val="48000"/>
            </a:srgbClr>
          </a:solidFill>
          <a:ln w="0">
            <a:noFill/>
            <a:prstDash val="solid"/>
          </a:ln>
        </p:spPr>
      </p:sp>
      <p:sp>
        <p:nvSpPr>
          <p:cNvPr id="3729" name="03_assume_matched_9026">
            <a:extLst>
              <a:ext uri="{FF2B5EF4-FFF2-40B4-BE49-F238E27FC236}">
                <a16:creationId xmlns:a16="http://schemas.microsoft.com/office/drawing/2014/main" id="{5B67FBBF-59D6-45CD-B0D1-350F031DA4D4}"/>
              </a:ext>
            </a:extLst>
          </p:cNvPr>
          <p:cNvSpPr>
            <a:spLocks noGrp="1"/>
          </p:cNvSpPr>
          <p:nvPr/>
        </p:nvSpPr>
        <p:spPr>
          <a:xfrm>
            <a:off x="2953162" y="7753078"/>
            <a:ext cx="28398" cy="28398"/>
          </a:xfrm>
          <a:prstGeom prst="ellipse">
            <a:avLst/>
          </a:prstGeom>
          <a:solidFill>
            <a:srgbClr val="7F8C97">
              <a:alpha val="48000"/>
            </a:srgbClr>
          </a:solidFill>
          <a:ln w="0">
            <a:noFill/>
            <a:prstDash val="solid"/>
          </a:ln>
        </p:spPr>
      </p:sp>
      <p:sp>
        <p:nvSpPr>
          <p:cNvPr id="3730" name="03_assume_matched_9027">
            <a:extLst>
              <a:ext uri="{FF2B5EF4-FFF2-40B4-BE49-F238E27FC236}">
                <a16:creationId xmlns:a16="http://schemas.microsoft.com/office/drawing/2014/main" id="{7BC32F57-C3AF-411B-A68C-B906CAF63D75}"/>
              </a:ext>
            </a:extLst>
          </p:cNvPr>
          <p:cNvSpPr>
            <a:spLocks noGrp="1"/>
          </p:cNvSpPr>
          <p:nvPr/>
        </p:nvSpPr>
        <p:spPr>
          <a:xfrm>
            <a:off x="3023965" y="7753078"/>
            <a:ext cx="28398" cy="28398"/>
          </a:xfrm>
          <a:prstGeom prst="ellipse">
            <a:avLst/>
          </a:prstGeom>
          <a:solidFill>
            <a:srgbClr val="7F8C97">
              <a:alpha val="48000"/>
            </a:srgbClr>
          </a:solidFill>
          <a:ln w="0">
            <a:noFill/>
            <a:prstDash val="solid"/>
          </a:ln>
        </p:spPr>
      </p:sp>
      <p:sp>
        <p:nvSpPr>
          <p:cNvPr id="3731" name="03_assume_matched_9028">
            <a:extLst>
              <a:ext uri="{FF2B5EF4-FFF2-40B4-BE49-F238E27FC236}">
                <a16:creationId xmlns:a16="http://schemas.microsoft.com/office/drawing/2014/main" id="{08AA0DB3-0274-4218-8265-1270C89AD1D4}"/>
              </a:ext>
            </a:extLst>
          </p:cNvPr>
          <p:cNvSpPr>
            <a:spLocks noGrp="1"/>
          </p:cNvSpPr>
          <p:nvPr/>
        </p:nvSpPr>
        <p:spPr>
          <a:xfrm>
            <a:off x="3012309" y="7558121"/>
            <a:ext cx="28398" cy="28398"/>
          </a:xfrm>
          <a:prstGeom prst="ellipse">
            <a:avLst/>
          </a:prstGeom>
          <a:solidFill>
            <a:srgbClr val="7F8C97">
              <a:alpha val="48000"/>
            </a:srgbClr>
          </a:solidFill>
          <a:ln w="0">
            <a:noFill/>
            <a:prstDash val="solid"/>
          </a:ln>
        </p:spPr>
      </p:sp>
      <p:sp>
        <p:nvSpPr>
          <p:cNvPr id="3732" name="03_assume_matched_9029">
            <a:extLst>
              <a:ext uri="{FF2B5EF4-FFF2-40B4-BE49-F238E27FC236}">
                <a16:creationId xmlns:a16="http://schemas.microsoft.com/office/drawing/2014/main" id="{06EFF3F3-8D61-4942-A37D-31B5EF5169FB}"/>
              </a:ext>
            </a:extLst>
          </p:cNvPr>
          <p:cNvSpPr>
            <a:spLocks noGrp="1"/>
          </p:cNvSpPr>
          <p:nvPr/>
        </p:nvSpPr>
        <p:spPr>
          <a:xfrm>
            <a:off x="3018497" y="7168208"/>
            <a:ext cx="28398" cy="28398"/>
          </a:xfrm>
          <a:prstGeom prst="ellipse">
            <a:avLst/>
          </a:prstGeom>
          <a:solidFill>
            <a:srgbClr val="7F8C97">
              <a:alpha val="48000"/>
            </a:srgbClr>
          </a:solidFill>
          <a:ln w="0">
            <a:noFill/>
            <a:prstDash val="solid"/>
          </a:ln>
        </p:spPr>
      </p:sp>
      <p:sp>
        <p:nvSpPr>
          <p:cNvPr id="3733" name="03_assume_matched_9030">
            <a:extLst>
              <a:ext uri="{FF2B5EF4-FFF2-40B4-BE49-F238E27FC236}">
                <a16:creationId xmlns:a16="http://schemas.microsoft.com/office/drawing/2014/main" id="{8C488C3A-EBA4-4F07-946F-CD8DBD0F4EE9}"/>
              </a:ext>
            </a:extLst>
          </p:cNvPr>
          <p:cNvSpPr>
            <a:spLocks noGrp="1"/>
          </p:cNvSpPr>
          <p:nvPr/>
        </p:nvSpPr>
        <p:spPr>
          <a:xfrm>
            <a:off x="3031880" y="7753078"/>
            <a:ext cx="28398" cy="28398"/>
          </a:xfrm>
          <a:prstGeom prst="ellipse">
            <a:avLst/>
          </a:prstGeom>
          <a:solidFill>
            <a:srgbClr val="7F8C97">
              <a:alpha val="48000"/>
            </a:srgbClr>
          </a:solidFill>
          <a:ln w="0">
            <a:noFill/>
            <a:prstDash val="solid"/>
          </a:ln>
        </p:spPr>
      </p:sp>
      <p:sp>
        <p:nvSpPr>
          <p:cNvPr id="3734" name="03_assume_matched_9031">
            <a:extLst>
              <a:ext uri="{FF2B5EF4-FFF2-40B4-BE49-F238E27FC236}">
                <a16:creationId xmlns:a16="http://schemas.microsoft.com/office/drawing/2014/main" id="{59E421D4-B470-4CC9-8C1F-2045A73095A3}"/>
              </a:ext>
            </a:extLst>
          </p:cNvPr>
          <p:cNvSpPr>
            <a:spLocks noGrp="1"/>
          </p:cNvSpPr>
          <p:nvPr/>
        </p:nvSpPr>
        <p:spPr>
          <a:xfrm>
            <a:off x="2940498" y="7168208"/>
            <a:ext cx="28398" cy="28398"/>
          </a:xfrm>
          <a:prstGeom prst="ellipse">
            <a:avLst/>
          </a:prstGeom>
          <a:solidFill>
            <a:srgbClr val="7F8C97">
              <a:alpha val="48000"/>
            </a:srgbClr>
          </a:solidFill>
          <a:ln w="0">
            <a:noFill/>
            <a:prstDash val="solid"/>
          </a:ln>
        </p:spPr>
      </p:sp>
      <p:sp>
        <p:nvSpPr>
          <p:cNvPr id="3735" name="03_assume_matched_9032">
            <a:extLst>
              <a:ext uri="{FF2B5EF4-FFF2-40B4-BE49-F238E27FC236}">
                <a16:creationId xmlns:a16="http://schemas.microsoft.com/office/drawing/2014/main" id="{9B8FA6CD-2A3A-4762-9729-E0B0402F9FEA}"/>
              </a:ext>
            </a:extLst>
          </p:cNvPr>
          <p:cNvSpPr>
            <a:spLocks noGrp="1"/>
          </p:cNvSpPr>
          <p:nvPr/>
        </p:nvSpPr>
        <p:spPr>
          <a:xfrm>
            <a:off x="2929705" y="7168208"/>
            <a:ext cx="28398" cy="28398"/>
          </a:xfrm>
          <a:prstGeom prst="ellipse">
            <a:avLst/>
          </a:prstGeom>
          <a:solidFill>
            <a:srgbClr val="7F8C97">
              <a:alpha val="48000"/>
            </a:srgbClr>
          </a:solidFill>
          <a:ln w="0">
            <a:noFill/>
            <a:prstDash val="solid"/>
          </a:ln>
        </p:spPr>
      </p:sp>
      <p:sp>
        <p:nvSpPr>
          <p:cNvPr id="3736" name="03_assume_matched_9033">
            <a:extLst>
              <a:ext uri="{FF2B5EF4-FFF2-40B4-BE49-F238E27FC236}">
                <a16:creationId xmlns:a16="http://schemas.microsoft.com/office/drawing/2014/main" id="{DD7C419B-AA81-4D9D-99CF-9B2F6CC43144}"/>
              </a:ext>
            </a:extLst>
          </p:cNvPr>
          <p:cNvSpPr>
            <a:spLocks noGrp="1"/>
          </p:cNvSpPr>
          <p:nvPr/>
        </p:nvSpPr>
        <p:spPr>
          <a:xfrm>
            <a:off x="3012597" y="7314426"/>
            <a:ext cx="28398" cy="28398"/>
          </a:xfrm>
          <a:prstGeom prst="ellipse">
            <a:avLst/>
          </a:prstGeom>
          <a:solidFill>
            <a:srgbClr val="7F8C97">
              <a:alpha val="48000"/>
            </a:srgbClr>
          </a:solidFill>
          <a:ln w="0">
            <a:noFill/>
            <a:prstDash val="solid"/>
          </a:ln>
        </p:spPr>
      </p:sp>
      <p:sp>
        <p:nvSpPr>
          <p:cNvPr id="3737" name="03_assume_matched_9034">
            <a:extLst>
              <a:ext uri="{FF2B5EF4-FFF2-40B4-BE49-F238E27FC236}">
                <a16:creationId xmlns:a16="http://schemas.microsoft.com/office/drawing/2014/main" id="{5F7DD3BE-0DF7-4883-BA8F-D575001D8112}"/>
              </a:ext>
            </a:extLst>
          </p:cNvPr>
          <p:cNvSpPr>
            <a:spLocks noGrp="1"/>
          </p:cNvSpPr>
          <p:nvPr/>
        </p:nvSpPr>
        <p:spPr>
          <a:xfrm>
            <a:off x="3049725" y="7168208"/>
            <a:ext cx="28398" cy="28398"/>
          </a:xfrm>
          <a:prstGeom prst="ellipse">
            <a:avLst/>
          </a:prstGeom>
          <a:solidFill>
            <a:srgbClr val="7F8C97">
              <a:alpha val="48000"/>
            </a:srgbClr>
          </a:solidFill>
          <a:ln w="0">
            <a:noFill/>
            <a:prstDash val="solid"/>
          </a:ln>
        </p:spPr>
      </p:sp>
      <p:sp>
        <p:nvSpPr>
          <p:cNvPr id="3738" name="03_assume_matched_9035">
            <a:extLst>
              <a:ext uri="{FF2B5EF4-FFF2-40B4-BE49-F238E27FC236}">
                <a16:creationId xmlns:a16="http://schemas.microsoft.com/office/drawing/2014/main" id="{5364097B-8116-4E92-A78C-8A18D5A84BE5}"/>
              </a:ext>
            </a:extLst>
          </p:cNvPr>
          <p:cNvSpPr>
            <a:spLocks noGrp="1"/>
          </p:cNvSpPr>
          <p:nvPr/>
        </p:nvSpPr>
        <p:spPr>
          <a:xfrm>
            <a:off x="3055913" y="7168208"/>
            <a:ext cx="28398" cy="28398"/>
          </a:xfrm>
          <a:prstGeom prst="ellipse">
            <a:avLst/>
          </a:prstGeom>
          <a:solidFill>
            <a:srgbClr val="7F8C97">
              <a:alpha val="48000"/>
            </a:srgbClr>
          </a:solidFill>
          <a:ln w="0">
            <a:noFill/>
            <a:prstDash val="solid"/>
          </a:ln>
        </p:spPr>
      </p:sp>
      <p:sp>
        <p:nvSpPr>
          <p:cNvPr id="3739" name="03_assume_matched_9036">
            <a:extLst>
              <a:ext uri="{FF2B5EF4-FFF2-40B4-BE49-F238E27FC236}">
                <a16:creationId xmlns:a16="http://schemas.microsoft.com/office/drawing/2014/main" id="{510FFBC5-7102-40C8-935B-36031DF81B29}"/>
              </a:ext>
            </a:extLst>
          </p:cNvPr>
          <p:cNvSpPr>
            <a:spLocks noGrp="1"/>
          </p:cNvSpPr>
          <p:nvPr/>
        </p:nvSpPr>
        <p:spPr>
          <a:xfrm>
            <a:off x="2966977" y="7168208"/>
            <a:ext cx="28398" cy="28398"/>
          </a:xfrm>
          <a:prstGeom prst="ellipse">
            <a:avLst/>
          </a:prstGeom>
          <a:solidFill>
            <a:srgbClr val="7F8C97">
              <a:alpha val="48000"/>
            </a:srgbClr>
          </a:solidFill>
          <a:ln w="0">
            <a:noFill/>
            <a:prstDash val="solid"/>
          </a:ln>
        </p:spPr>
      </p:sp>
      <p:sp>
        <p:nvSpPr>
          <p:cNvPr id="3740" name="03_assume_matched_9037">
            <a:extLst>
              <a:ext uri="{FF2B5EF4-FFF2-40B4-BE49-F238E27FC236}">
                <a16:creationId xmlns:a16="http://schemas.microsoft.com/office/drawing/2014/main" id="{331513B6-436F-49C2-A7EC-460A88C62C39}"/>
              </a:ext>
            </a:extLst>
          </p:cNvPr>
          <p:cNvSpPr>
            <a:spLocks noGrp="1"/>
          </p:cNvSpPr>
          <p:nvPr/>
        </p:nvSpPr>
        <p:spPr>
          <a:xfrm>
            <a:off x="3019792" y="7558121"/>
            <a:ext cx="28398" cy="28398"/>
          </a:xfrm>
          <a:prstGeom prst="ellipse">
            <a:avLst/>
          </a:prstGeom>
          <a:solidFill>
            <a:srgbClr val="7F8C97">
              <a:alpha val="48000"/>
            </a:srgbClr>
          </a:solidFill>
          <a:ln w="0">
            <a:noFill/>
            <a:prstDash val="solid"/>
          </a:ln>
        </p:spPr>
      </p:sp>
      <p:sp>
        <p:nvSpPr>
          <p:cNvPr id="3741" name="03_assume_matched_9038">
            <a:extLst>
              <a:ext uri="{FF2B5EF4-FFF2-40B4-BE49-F238E27FC236}">
                <a16:creationId xmlns:a16="http://schemas.microsoft.com/office/drawing/2014/main" id="{7DFFBA30-BBB2-4FED-A270-0892B59A5AF1}"/>
              </a:ext>
            </a:extLst>
          </p:cNvPr>
          <p:cNvSpPr>
            <a:spLocks noGrp="1"/>
          </p:cNvSpPr>
          <p:nvPr/>
        </p:nvSpPr>
        <p:spPr>
          <a:xfrm>
            <a:off x="3030729" y="7168208"/>
            <a:ext cx="28398" cy="28398"/>
          </a:xfrm>
          <a:prstGeom prst="ellipse">
            <a:avLst/>
          </a:prstGeom>
          <a:solidFill>
            <a:srgbClr val="7F8C97">
              <a:alpha val="48000"/>
            </a:srgbClr>
          </a:solidFill>
          <a:ln w="0">
            <a:noFill/>
            <a:prstDash val="solid"/>
          </a:ln>
        </p:spPr>
      </p:sp>
      <p:sp>
        <p:nvSpPr>
          <p:cNvPr id="3742" name="03_assume_matched_9039">
            <a:extLst>
              <a:ext uri="{FF2B5EF4-FFF2-40B4-BE49-F238E27FC236}">
                <a16:creationId xmlns:a16="http://schemas.microsoft.com/office/drawing/2014/main" id="{424A42D6-36E7-4D11-AE48-34BFC67FD0F9}"/>
              </a:ext>
            </a:extLst>
          </p:cNvPr>
          <p:cNvSpPr>
            <a:spLocks noGrp="1"/>
          </p:cNvSpPr>
          <p:nvPr/>
        </p:nvSpPr>
        <p:spPr>
          <a:xfrm>
            <a:off x="3048142" y="7168208"/>
            <a:ext cx="28398" cy="28398"/>
          </a:xfrm>
          <a:prstGeom prst="ellipse">
            <a:avLst/>
          </a:prstGeom>
          <a:solidFill>
            <a:srgbClr val="7F8C97">
              <a:alpha val="48000"/>
            </a:srgbClr>
          </a:solidFill>
          <a:ln w="0">
            <a:noFill/>
            <a:prstDash val="solid"/>
          </a:ln>
        </p:spPr>
      </p:sp>
      <p:sp>
        <p:nvSpPr>
          <p:cNvPr id="3743" name="03_assume_matched_9040">
            <a:extLst>
              <a:ext uri="{FF2B5EF4-FFF2-40B4-BE49-F238E27FC236}">
                <a16:creationId xmlns:a16="http://schemas.microsoft.com/office/drawing/2014/main" id="{D20F39B4-2172-435A-B5D6-8838ABFE6EEC}"/>
              </a:ext>
            </a:extLst>
          </p:cNvPr>
          <p:cNvSpPr>
            <a:spLocks noGrp="1"/>
          </p:cNvSpPr>
          <p:nvPr/>
        </p:nvSpPr>
        <p:spPr>
          <a:xfrm>
            <a:off x="3032888" y="7168208"/>
            <a:ext cx="28398" cy="28398"/>
          </a:xfrm>
          <a:prstGeom prst="ellipse">
            <a:avLst/>
          </a:prstGeom>
          <a:solidFill>
            <a:srgbClr val="7F8C97">
              <a:alpha val="48000"/>
            </a:srgbClr>
          </a:solidFill>
          <a:ln w="0">
            <a:noFill/>
            <a:prstDash val="solid"/>
          </a:ln>
        </p:spPr>
      </p:sp>
      <p:sp>
        <p:nvSpPr>
          <p:cNvPr id="3744" name="03_assume_matched_9041">
            <a:extLst>
              <a:ext uri="{FF2B5EF4-FFF2-40B4-BE49-F238E27FC236}">
                <a16:creationId xmlns:a16="http://schemas.microsoft.com/office/drawing/2014/main" id="{43F10DAE-D2DA-476A-B2BB-9BEC55E77707}"/>
              </a:ext>
            </a:extLst>
          </p:cNvPr>
          <p:cNvSpPr>
            <a:spLocks noGrp="1"/>
          </p:cNvSpPr>
          <p:nvPr/>
        </p:nvSpPr>
        <p:spPr>
          <a:xfrm>
            <a:off x="3011158" y="7168208"/>
            <a:ext cx="28398" cy="28398"/>
          </a:xfrm>
          <a:prstGeom prst="ellipse">
            <a:avLst/>
          </a:prstGeom>
          <a:solidFill>
            <a:srgbClr val="7F8C97">
              <a:alpha val="48000"/>
            </a:srgbClr>
          </a:solidFill>
          <a:ln w="0">
            <a:noFill/>
            <a:prstDash val="solid"/>
          </a:ln>
        </p:spPr>
      </p:sp>
      <p:sp>
        <p:nvSpPr>
          <p:cNvPr id="3745" name="03_assume_matched_9042">
            <a:extLst>
              <a:ext uri="{FF2B5EF4-FFF2-40B4-BE49-F238E27FC236}">
                <a16:creationId xmlns:a16="http://schemas.microsoft.com/office/drawing/2014/main" id="{FC00453E-FA8E-46E9-804E-3F73995D378C}"/>
              </a:ext>
            </a:extLst>
          </p:cNvPr>
          <p:cNvSpPr>
            <a:spLocks noGrp="1"/>
          </p:cNvSpPr>
          <p:nvPr/>
        </p:nvSpPr>
        <p:spPr>
          <a:xfrm>
            <a:off x="2922941" y="7168208"/>
            <a:ext cx="28398" cy="28398"/>
          </a:xfrm>
          <a:prstGeom prst="ellipse">
            <a:avLst/>
          </a:prstGeom>
          <a:solidFill>
            <a:srgbClr val="7F8C97">
              <a:alpha val="48000"/>
            </a:srgbClr>
          </a:solidFill>
          <a:ln w="0">
            <a:noFill/>
            <a:prstDash val="solid"/>
          </a:ln>
        </p:spPr>
      </p:sp>
      <p:sp>
        <p:nvSpPr>
          <p:cNvPr id="3746" name="03_assume_matched_9043">
            <a:extLst>
              <a:ext uri="{FF2B5EF4-FFF2-40B4-BE49-F238E27FC236}">
                <a16:creationId xmlns:a16="http://schemas.microsoft.com/office/drawing/2014/main" id="{37CB102D-DC95-4F24-8DB2-CDE927A6EB36}"/>
              </a:ext>
            </a:extLst>
          </p:cNvPr>
          <p:cNvSpPr>
            <a:spLocks noGrp="1"/>
          </p:cNvSpPr>
          <p:nvPr/>
        </p:nvSpPr>
        <p:spPr>
          <a:xfrm>
            <a:off x="2936900" y="7168208"/>
            <a:ext cx="28398" cy="28398"/>
          </a:xfrm>
          <a:prstGeom prst="ellipse">
            <a:avLst/>
          </a:prstGeom>
          <a:solidFill>
            <a:srgbClr val="7F8C97">
              <a:alpha val="48000"/>
            </a:srgbClr>
          </a:solidFill>
          <a:ln w="0">
            <a:noFill/>
            <a:prstDash val="solid"/>
          </a:ln>
        </p:spPr>
      </p:sp>
      <p:sp>
        <p:nvSpPr>
          <p:cNvPr id="3747" name="03_assume_matched_9044">
            <a:extLst>
              <a:ext uri="{FF2B5EF4-FFF2-40B4-BE49-F238E27FC236}">
                <a16:creationId xmlns:a16="http://schemas.microsoft.com/office/drawing/2014/main" id="{BFE59F2B-5A81-4A17-ABB7-8FDDB461C9D3}"/>
              </a:ext>
            </a:extLst>
          </p:cNvPr>
          <p:cNvSpPr>
            <a:spLocks noGrp="1"/>
          </p:cNvSpPr>
          <p:nvPr/>
        </p:nvSpPr>
        <p:spPr>
          <a:xfrm>
            <a:off x="2998062" y="7168208"/>
            <a:ext cx="28398" cy="28398"/>
          </a:xfrm>
          <a:prstGeom prst="ellipse">
            <a:avLst/>
          </a:prstGeom>
          <a:solidFill>
            <a:srgbClr val="7F8C97">
              <a:alpha val="48000"/>
            </a:srgbClr>
          </a:solidFill>
          <a:ln w="0">
            <a:noFill/>
            <a:prstDash val="solid"/>
          </a:ln>
        </p:spPr>
      </p:sp>
      <p:sp>
        <p:nvSpPr>
          <p:cNvPr id="3748" name="03_assume_matched_9045">
            <a:extLst>
              <a:ext uri="{FF2B5EF4-FFF2-40B4-BE49-F238E27FC236}">
                <a16:creationId xmlns:a16="http://schemas.microsoft.com/office/drawing/2014/main" id="{6A78D90F-A43D-417F-A9AF-C68076834FAF}"/>
              </a:ext>
            </a:extLst>
          </p:cNvPr>
          <p:cNvSpPr>
            <a:spLocks noGrp="1"/>
          </p:cNvSpPr>
          <p:nvPr/>
        </p:nvSpPr>
        <p:spPr>
          <a:xfrm>
            <a:off x="2942945" y="7753078"/>
            <a:ext cx="28398" cy="28398"/>
          </a:xfrm>
          <a:prstGeom prst="ellipse">
            <a:avLst/>
          </a:prstGeom>
          <a:solidFill>
            <a:srgbClr val="7F8C97">
              <a:alpha val="48000"/>
            </a:srgbClr>
          </a:solidFill>
          <a:ln w="0">
            <a:noFill/>
            <a:prstDash val="solid"/>
          </a:ln>
        </p:spPr>
      </p:sp>
      <p:sp>
        <p:nvSpPr>
          <p:cNvPr id="3749" name="03_assume_matched_9046">
            <a:extLst>
              <a:ext uri="{FF2B5EF4-FFF2-40B4-BE49-F238E27FC236}">
                <a16:creationId xmlns:a16="http://schemas.microsoft.com/office/drawing/2014/main" id="{0B4B2518-86EF-48BA-AFF2-46A41DAA6FC3}"/>
              </a:ext>
            </a:extLst>
          </p:cNvPr>
          <p:cNvSpPr>
            <a:spLocks noGrp="1"/>
          </p:cNvSpPr>
          <p:nvPr/>
        </p:nvSpPr>
        <p:spPr>
          <a:xfrm>
            <a:off x="2968992" y="7168208"/>
            <a:ext cx="28398" cy="28398"/>
          </a:xfrm>
          <a:prstGeom prst="ellipse">
            <a:avLst/>
          </a:prstGeom>
          <a:solidFill>
            <a:srgbClr val="7F8C97">
              <a:alpha val="48000"/>
            </a:srgbClr>
          </a:solidFill>
          <a:ln w="0">
            <a:noFill/>
            <a:prstDash val="solid"/>
          </a:ln>
        </p:spPr>
      </p:sp>
      <p:sp>
        <p:nvSpPr>
          <p:cNvPr id="3750" name="03_assume_matched_9047">
            <a:extLst>
              <a:ext uri="{FF2B5EF4-FFF2-40B4-BE49-F238E27FC236}">
                <a16:creationId xmlns:a16="http://schemas.microsoft.com/office/drawing/2014/main" id="{AFCD8AF6-99BC-445B-8133-5C939058BBE9}"/>
              </a:ext>
            </a:extLst>
          </p:cNvPr>
          <p:cNvSpPr>
            <a:spLocks noGrp="1"/>
          </p:cNvSpPr>
          <p:nvPr/>
        </p:nvSpPr>
        <p:spPr>
          <a:xfrm>
            <a:off x="2918048" y="7753078"/>
            <a:ext cx="28398" cy="28398"/>
          </a:xfrm>
          <a:prstGeom prst="ellipse">
            <a:avLst/>
          </a:prstGeom>
          <a:solidFill>
            <a:srgbClr val="7F8C97">
              <a:alpha val="48000"/>
            </a:srgbClr>
          </a:solidFill>
          <a:ln w="0">
            <a:noFill/>
            <a:prstDash val="solid"/>
          </a:ln>
        </p:spPr>
      </p:sp>
      <p:sp>
        <p:nvSpPr>
          <p:cNvPr id="3751" name="03_assume_matched_9048">
            <a:extLst>
              <a:ext uri="{FF2B5EF4-FFF2-40B4-BE49-F238E27FC236}">
                <a16:creationId xmlns:a16="http://schemas.microsoft.com/office/drawing/2014/main" id="{F5939B57-7809-426A-99B1-61BCDA95544D}"/>
              </a:ext>
            </a:extLst>
          </p:cNvPr>
          <p:cNvSpPr>
            <a:spLocks noGrp="1"/>
          </p:cNvSpPr>
          <p:nvPr/>
        </p:nvSpPr>
        <p:spPr>
          <a:xfrm>
            <a:off x="712800" y="7153164"/>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3752" name="03_assume_matched_9049">
            <a:extLst>
              <a:ext uri="{FF2B5EF4-FFF2-40B4-BE49-F238E27FC236}">
                <a16:creationId xmlns:a16="http://schemas.microsoft.com/office/drawing/2014/main" id="{797C2A89-3719-4787-9C52-4B42470C15CE}"/>
              </a:ext>
            </a:extLst>
          </p:cNvPr>
          <p:cNvSpPr>
            <a:spLocks noGrp="1"/>
          </p:cNvSpPr>
          <p:nvPr/>
        </p:nvSpPr>
        <p:spPr>
          <a:xfrm>
            <a:off x="712800" y="7796520"/>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3753" name="text_9050">
            <a:extLst>
              <a:ext uri="{FF2B5EF4-FFF2-40B4-BE49-F238E27FC236}">
                <a16:creationId xmlns:a16="http://schemas.microsoft.com/office/drawing/2014/main" id="{C376632F-929E-481C-89F0-BDAD3B8E1A56}"/>
              </a:ext>
            </a:extLst>
          </p:cNvPr>
          <p:cNvSpPr>
            <a:spLocks noGrp="1"/>
          </p:cNvSpPr>
          <p:nvPr/>
        </p:nvSpPr>
        <p:spPr>
          <a:xfrm>
            <a:off x="370611" y="6854228"/>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k</a:t>
            </a:r>
          </a:p>
        </p:txBody>
      </p:sp>
      <p:sp>
        <p:nvSpPr>
          <p:cNvPr id="3754" name="text_9051">
            <a:extLst>
              <a:ext uri="{FF2B5EF4-FFF2-40B4-BE49-F238E27FC236}">
                <a16:creationId xmlns:a16="http://schemas.microsoft.com/office/drawing/2014/main" id="{F93D809F-6733-4F2F-B5DB-368D29438FFA}"/>
              </a:ext>
            </a:extLst>
          </p:cNvPr>
          <p:cNvSpPr>
            <a:spLocks noGrp="1"/>
          </p:cNvSpPr>
          <p:nvPr/>
        </p:nvSpPr>
        <p:spPr>
          <a:xfrm>
            <a:off x="712800" y="6953584"/>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b="0">
                <a:solidFill>
                  <a:srgbClr val="273744"/>
                </a:solidFill>
                <a:latin typeface="Arial"/>
                <a:ea typeface="Arial"/>
                <a:cs typeface="Arial"/>
              </a:rPr>
              <a:t>Best of 50, RMSD &lt;2 Å</a:t>
            </a:r>
          </a:p>
        </p:txBody>
      </p:sp>
      <p:sp>
        <p:nvSpPr>
          <p:cNvPr id="3755" name="03_assume_matched_9052">
            <a:extLst>
              <a:ext uri="{FF2B5EF4-FFF2-40B4-BE49-F238E27FC236}">
                <a16:creationId xmlns:a16="http://schemas.microsoft.com/office/drawing/2014/main" id="{736E31F0-5BEF-4EE3-9256-17F381AC00D2}"/>
              </a:ext>
            </a:extLst>
          </p:cNvPr>
          <p:cNvSpPr>
            <a:spLocks noGrp="1"/>
          </p:cNvSpPr>
          <p:nvPr/>
        </p:nvSpPr>
        <p:spPr>
          <a:xfrm>
            <a:off x="735432" y="7363903"/>
            <a:ext cx="2263158" cy="403374"/>
          </a:xfrm>
          <a:custGeom>
            <a:avLst/>
            <a:gdLst/>
            <a:ahLst/>
            <a:cxnLst/>
            <a:rect l="0" t="0" r="0" b="0"/>
            <a:pathLst>
              <a:path w="2263158" h="403374">
                <a:moveTo>
                  <a:pt x="0" y="403374"/>
                </a:moveTo>
                <a:lnTo>
                  <a:pt x="53885" y="402149"/>
                </a:lnTo>
                <a:lnTo>
                  <a:pt x="53885" y="401606"/>
                </a:lnTo>
                <a:lnTo>
                  <a:pt x="68581" y="400462"/>
                </a:lnTo>
                <a:lnTo>
                  <a:pt x="68581" y="399081"/>
                </a:lnTo>
                <a:lnTo>
                  <a:pt x="83821" y="398224"/>
                </a:lnTo>
                <a:lnTo>
                  <a:pt x="83821" y="396958"/>
                </a:lnTo>
                <a:lnTo>
                  <a:pt x="107769" y="396349"/>
                </a:lnTo>
                <a:lnTo>
                  <a:pt x="107769" y="394722"/>
                </a:lnTo>
                <a:lnTo>
                  <a:pt x="125731" y="394624"/>
                </a:lnTo>
                <a:lnTo>
                  <a:pt x="125731" y="387248"/>
                </a:lnTo>
                <a:lnTo>
                  <a:pt x="137161" y="387150"/>
                </a:lnTo>
                <a:lnTo>
                  <a:pt x="137161" y="385769"/>
                </a:lnTo>
                <a:lnTo>
                  <a:pt x="150877" y="385672"/>
                </a:lnTo>
                <a:lnTo>
                  <a:pt x="150877" y="381874"/>
                </a:lnTo>
                <a:lnTo>
                  <a:pt x="167641" y="380820"/>
                </a:lnTo>
                <a:lnTo>
                  <a:pt x="167641" y="379554"/>
                </a:lnTo>
                <a:lnTo>
                  <a:pt x="188596" y="379359"/>
                </a:lnTo>
                <a:lnTo>
                  <a:pt x="188596" y="363852"/>
                </a:lnTo>
                <a:lnTo>
                  <a:pt x="205742" y="363657"/>
                </a:lnTo>
                <a:lnTo>
                  <a:pt x="205742" y="362276"/>
                </a:lnTo>
                <a:lnTo>
                  <a:pt x="215539" y="361756"/>
                </a:lnTo>
                <a:lnTo>
                  <a:pt x="215539" y="360129"/>
                </a:lnTo>
                <a:lnTo>
                  <a:pt x="251462" y="359077"/>
                </a:lnTo>
                <a:lnTo>
                  <a:pt x="251462" y="347164"/>
                </a:lnTo>
                <a:lnTo>
                  <a:pt x="274322" y="346427"/>
                </a:lnTo>
                <a:lnTo>
                  <a:pt x="274322" y="345046"/>
                </a:lnTo>
                <a:lnTo>
                  <a:pt x="301754" y="343910"/>
                </a:lnTo>
                <a:lnTo>
                  <a:pt x="301754" y="338593"/>
                </a:lnTo>
                <a:lnTo>
                  <a:pt x="323308" y="337765"/>
                </a:lnTo>
                <a:lnTo>
                  <a:pt x="323308" y="336137"/>
                </a:lnTo>
                <a:lnTo>
                  <a:pt x="342903" y="335099"/>
                </a:lnTo>
                <a:lnTo>
                  <a:pt x="342903" y="333718"/>
                </a:lnTo>
                <a:lnTo>
                  <a:pt x="377193" y="333425"/>
                </a:lnTo>
                <a:lnTo>
                  <a:pt x="377193" y="276324"/>
                </a:lnTo>
                <a:lnTo>
                  <a:pt x="411483" y="276032"/>
                </a:lnTo>
                <a:lnTo>
                  <a:pt x="411483" y="274651"/>
                </a:lnTo>
                <a:lnTo>
                  <a:pt x="431078" y="274456"/>
                </a:lnTo>
                <a:lnTo>
                  <a:pt x="431078" y="272828"/>
                </a:lnTo>
                <a:lnTo>
                  <a:pt x="452632" y="272001"/>
                </a:lnTo>
                <a:lnTo>
                  <a:pt x="452632" y="266684"/>
                </a:lnTo>
                <a:lnTo>
                  <a:pt x="480064" y="266392"/>
                </a:lnTo>
                <a:lnTo>
                  <a:pt x="480064" y="265011"/>
                </a:lnTo>
                <a:lnTo>
                  <a:pt x="502924" y="264273"/>
                </a:lnTo>
                <a:lnTo>
                  <a:pt x="502924" y="254681"/>
                </a:lnTo>
                <a:lnTo>
                  <a:pt x="538847" y="253630"/>
                </a:lnTo>
                <a:lnTo>
                  <a:pt x="538847" y="252002"/>
                </a:lnTo>
                <a:lnTo>
                  <a:pt x="548644" y="251905"/>
                </a:lnTo>
                <a:lnTo>
                  <a:pt x="548644" y="250523"/>
                </a:lnTo>
                <a:lnTo>
                  <a:pt x="565789" y="250329"/>
                </a:lnTo>
                <a:lnTo>
                  <a:pt x="565789" y="237036"/>
                </a:lnTo>
                <a:lnTo>
                  <a:pt x="603509" y="235682"/>
                </a:lnTo>
                <a:lnTo>
                  <a:pt x="603509" y="230365"/>
                </a:lnTo>
                <a:lnTo>
                  <a:pt x="617225" y="230268"/>
                </a:lnTo>
                <a:lnTo>
                  <a:pt x="617225" y="228887"/>
                </a:lnTo>
                <a:lnTo>
                  <a:pt x="628655" y="228789"/>
                </a:lnTo>
                <a:lnTo>
                  <a:pt x="628655" y="222362"/>
                </a:lnTo>
                <a:lnTo>
                  <a:pt x="646617" y="222265"/>
                </a:lnTo>
                <a:lnTo>
                  <a:pt x="647998" y="220540"/>
                </a:lnTo>
                <a:lnTo>
                  <a:pt x="685805" y="219488"/>
                </a:lnTo>
                <a:lnTo>
                  <a:pt x="686685" y="218010"/>
                </a:lnTo>
                <a:lnTo>
                  <a:pt x="754386" y="216883"/>
                </a:lnTo>
                <a:lnTo>
                  <a:pt x="754386" y="5697"/>
                </a:lnTo>
                <a:lnTo>
                  <a:pt x="1131579" y="5697"/>
                </a:lnTo>
                <a:lnTo>
                  <a:pt x="1131579" y="0"/>
                </a:lnTo>
                <a:lnTo>
                  <a:pt x="2263158" y="0"/>
                </a:lnTo>
                <a:lnTo>
                  <a:pt x="2263158" y="0"/>
                </a:lnTo>
              </a:path>
            </a:pathLst>
          </a:custGeom>
          <a:noFill/>
          <a:ln w="22860">
            <a:solidFill>
              <a:srgbClr val="00878B"/>
            </a:solidFill>
            <a:prstDash val="solid"/>
          </a:ln>
        </p:spPr>
      </p:sp>
      <p:sp>
        <p:nvSpPr>
          <p:cNvPr id="3756" name="03_assume_matched_9053">
            <a:extLst>
              <a:ext uri="{FF2B5EF4-FFF2-40B4-BE49-F238E27FC236}">
                <a16:creationId xmlns:a16="http://schemas.microsoft.com/office/drawing/2014/main" id="{AFC84562-8FC8-4AAE-8498-55C12CE60F2C}"/>
              </a:ext>
            </a:extLst>
          </p:cNvPr>
          <p:cNvSpPr>
            <a:spLocks noGrp="1"/>
          </p:cNvSpPr>
          <p:nvPr/>
        </p:nvSpPr>
        <p:spPr>
          <a:xfrm>
            <a:off x="735432" y="7182407"/>
            <a:ext cx="2263158" cy="584869"/>
          </a:xfrm>
          <a:custGeom>
            <a:avLst/>
            <a:gdLst/>
            <a:ahLst/>
            <a:cxnLst/>
            <a:rect l="0" t="0" r="0" b="0"/>
            <a:pathLst>
              <a:path w="2263158" h="584869">
                <a:moveTo>
                  <a:pt x="0" y="584869"/>
                </a:moveTo>
                <a:lnTo>
                  <a:pt x="377193" y="584869"/>
                </a:lnTo>
                <a:lnTo>
                  <a:pt x="377193" y="519884"/>
                </a:lnTo>
                <a:lnTo>
                  <a:pt x="754386" y="519884"/>
                </a:lnTo>
                <a:lnTo>
                  <a:pt x="754386" y="0"/>
                </a:lnTo>
                <a:lnTo>
                  <a:pt x="2263158" y="0"/>
                </a:lnTo>
                <a:lnTo>
                  <a:pt x="2263158" y="0"/>
                </a:lnTo>
              </a:path>
            </a:pathLst>
          </a:custGeom>
          <a:noFill/>
          <a:ln w="13335">
            <a:solidFill>
              <a:srgbClr val="3A64C8"/>
            </a:solidFill>
            <a:prstDash val="solid"/>
          </a:ln>
        </p:spPr>
      </p:sp>
      <p:sp>
        <p:nvSpPr>
          <p:cNvPr id="3757" name="03_assume_matched_9054">
            <a:extLst>
              <a:ext uri="{FF2B5EF4-FFF2-40B4-BE49-F238E27FC236}">
                <a16:creationId xmlns:a16="http://schemas.microsoft.com/office/drawing/2014/main" id="{82E89F4A-03B4-49DC-A20F-8F38AE875A87}"/>
              </a:ext>
            </a:extLst>
          </p:cNvPr>
          <p:cNvSpPr>
            <a:spLocks noGrp="1"/>
          </p:cNvSpPr>
          <p:nvPr/>
        </p:nvSpPr>
        <p:spPr>
          <a:xfrm>
            <a:off x="1091035" y="7618637"/>
            <a:ext cx="43180" cy="43180"/>
          </a:xfrm>
          <a:prstGeom prst="ellipse">
            <a:avLst/>
          </a:prstGeom>
          <a:solidFill>
            <a:srgbClr val="00878B"/>
          </a:solidFill>
          <a:ln w="4445">
            <a:solidFill>
              <a:srgbClr val="FFFFFF"/>
            </a:solidFill>
            <a:prstDash val="solid"/>
          </a:ln>
        </p:spPr>
      </p:sp>
      <p:sp>
        <p:nvSpPr>
          <p:cNvPr id="3758" name="03_assume_matched_9055">
            <a:extLst>
              <a:ext uri="{FF2B5EF4-FFF2-40B4-BE49-F238E27FC236}">
                <a16:creationId xmlns:a16="http://schemas.microsoft.com/office/drawing/2014/main" id="{F4F32712-1D73-442E-B21A-0D55DD8B0380}"/>
              </a:ext>
            </a:extLst>
          </p:cNvPr>
          <p:cNvSpPr>
            <a:spLocks noGrp="1"/>
          </p:cNvSpPr>
          <p:nvPr/>
        </p:nvSpPr>
        <p:spPr>
          <a:xfrm>
            <a:off x="1468228" y="7348009"/>
            <a:ext cx="43180" cy="43180"/>
          </a:xfrm>
          <a:prstGeom prst="ellipse">
            <a:avLst/>
          </a:prstGeom>
          <a:solidFill>
            <a:srgbClr val="00878B"/>
          </a:solidFill>
          <a:ln w="4445">
            <a:solidFill>
              <a:srgbClr val="FFFFFF"/>
            </a:solidFill>
            <a:prstDash val="solid"/>
          </a:ln>
        </p:spPr>
      </p:sp>
      <p:sp>
        <p:nvSpPr>
          <p:cNvPr id="3759" name="03_assume_matched_9056">
            <a:extLst>
              <a:ext uri="{FF2B5EF4-FFF2-40B4-BE49-F238E27FC236}">
                <a16:creationId xmlns:a16="http://schemas.microsoft.com/office/drawing/2014/main" id="{9EF61353-C5F3-4907-B473-FF7A4864016A}"/>
              </a:ext>
            </a:extLst>
          </p:cNvPr>
          <p:cNvSpPr>
            <a:spLocks noGrp="1"/>
          </p:cNvSpPr>
          <p:nvPr/>
        </p:nvSpPr>
        <p:spPr>
          <a:xfrm>
            <a:off x="2222614" y="7342313"/>
            <a:ext cx="43180" cy="43180"/>
          </a:xfrm>
          <a:prstGeom prst="ellipse">
            <a:avLst/>
          </a:prstGeom>
          <a:solidFill>
            <a:srgbClr val="00878B"/>
          </a:solidFill>
          <a:ln w="4445">
            <a:solidFill>
              <a:srgbClr val="FFFFFF"/>
            </a:solidFill>
            <a:prstDash val="solid"/>
          </a:ln>
        </p:spPr>
      </p:sp>
      <p:sp>
        <p:nvSpPr>
          <p:cNvPr id="3760" name="03_assume_matched_9057">
            <a:extLst>
              <a:ext uri="{FF2B5EF4-FFF2-40B4-BE49-F238E27FC236}">
                <a16:creationId xmlns:a16="http://schemas.microsoft.com/office/drawing/2014/main" id="{0053B372-9D43-4278-AF18-5322D2F712FF}"/>
              </a:ext>
            </a:extLst>
          </p:cNvPr>
          <p:cNvSpPr>
            <a:spLocks noGrp="1"/>
          </p:cNvSpPr>
          <p:nvPr/>
        </p:nvSpPr>
        <p:spPr>
          <a:xfrm>
            <a:off x="2976999" y="7342313"/>
            <a:ext cx="43180" cy="43180"/>
          </a:xfrm>
          <a:prstGeom prst="ellipse">
            <a:avLst/>
          </a:prstGeom>
          <a:solidFill>
            <a:srgbClr val="00878B"/>
          </a:solidFill>
          <a:ln w="4445">
            <a:solidFill>
              <a:srgbClr val="FFFFFF"/>
            </a:solidFill>
            <a:prstDash val="solid"/>
          </a:ln>
        </p:spPr>
      </p:sp>
      <p:sp>
        <p:nvSpPr>
          <p:cNvPr id="3761" name="03_assume_matched_9058">
            <a:extLst>
              <a:ext uri="{FF2B5EF4-FFF2-40B4-BE49-F238E27FC236}">
                <a16:creationId xmlns:a16="http://schemas.microsoft.com/office/drawing/2014/main" id="{FD2188DE-5CC5-4797-B33E-3CD9A14C012D}"/>
              </a:ext>
            </a:extLst>
          </p:cNvPr>
          <p:cNvSpPr>
            <a:spLocks noGrp="1"/>
          </p:cNvSpPr>
          <p:nvPr/>
        </p:nvSpPr>
        <p:spPr>
          <a:xfrm>
            <a:off x="1076704" y="7666370"/>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762" name="03_assume_matched_9059">
            <a:extLst>
              <a:ext uri="{FF2B5EF4-FFF2-40B4-BE49-F238E27FC236}">
                <a16:creationId xmlns:a16="http://schemas.microsoft.com/office/drawing/2014/main" id="{BB1FCF0A-94BB-4105-83FF-3D1231AE1781}"/>
              </a:ext>
            </a:extLst>
          </p:cNvPr>
          <p:cNvSpPr>
            <a:spLocks noGrp="1"/>
          </p:cNvSpPr>
          <p:nvPr/>
        </p:nvSpPr>
        <p:spPr>
          <a:xfrm>
            <a:off x="1453897"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763" name="03_assume_matched_9060">
            <a:extLst>
              <a:ext uri="{FF2B5EF4-FFF2-40B4-BE49-F238E27FC236}">
                <a16:creationId xmlns:a16="http://schemas.microsoft.com/office/drawing/2014/main" id="{55F2A191-F4B0-453F-BFB9-485A64CF1F5E}"/>
              </a:ext>
            </a:extLst>
          </p:cNvPr>
          <p:cNvSpPr>
            <a:spLocks noGrp="1"/>
          </p:cNvSpPr>
          <p:nvPr/>
        </p:nvSpPr>
        <p:spPr>
          <a:xfrm>
            <a:off x="2208282"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764" name="03_assume_matched_9061">
            <a:extLst>
              <a:ext uri="{FF2B5EF4-FFF2-40B4-BE49-F238E27FC236}">
                <a16:creationId xmlns:a16="http://schemas.microsoft.com/office/drawing/2014/main" id="{7A2F1EEC-95C4-4B52-83E1-C3E70420983E}"/>
              </a:ext>
            </a:extLst>
          </p:cNvPr>
          <p:cNvSpPr>
            <a:spLocks noGrp="1"/>
          </p:cNvSpPr>
          <p:nvPr/>
        </p:nvSpPr>
        <p:spPr>
          <a:xfrm>
            <a:off x="2962668"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765" name="03_assume_matched_9062">
            <a:extLst>
              <a:ext uri="{FF2B5EF4-FFF2-40B4-BE49-F238E27FC236}">
                <a16:creationId xmlns:a16="http://schemas.microsoft.com/office/drawing/2014/main" id="{FAF867B2-F93B-4D33-B7D5-66381BE97B52}"/>
              </a:ext>
            </a:extLst>
          </p:cNvPr>
          <p:cNvSpPr>
            <a:spLocks noGrp="1"/>
          </p:cNvSpPr>
          <p:nvPr/>
        </p:nvSpPr>
        <p:spPr>
          <a:xfrm>
            <a:off x="3841389" y="7153164"/>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3766" name="03_assume_matched_9063">
            <a:extLst>
              <a:ext uri="{FF2B5EF4-FFF2-40B4-BE49-F238E27FC236}">
                <a16:creationId xmlns:a16="http://schemas.microsoft.com/office/drawing/2014/main" id="{DF60C5F7-A9A7-4C55-B54D-F818608B6BE0}"/>
              </a:ext>
            </a:extLst>
          </p:cNvPr>
          <p:cNvSpPr>
            <a:spLocks noGrp="1"/>
          </p:cNvSpPr>
          <p:nvPr/>
        </p:nvSpPr>
        <p:spPr>
          <a:xfrm>
            <a:off x="4143144" y="7182407"/>
            <a:ext cx="196140" cy="584869"/>
          </a:xfrm>
          <a:custGeom>
            <a:avLst/>
            <a:gdLst/>
            <a:ahLst/>
            <a:cxnLst/>
            <a:rect l="0" t="0" r="0" b="0"/>
            <a:pathLst>
              <a:path w="196140" h="584869">
                <a:moveTo>
                  <a:pt x="196140" y="584869"/>
                </a:moveTo>
                <a:lnTo>
                  <a:pt x="0" y="584869"/>
                </a:lnTo>
                <a:lnTo>
                  <a:pt x="1091" y="579995"/>
                </a:lnTo>
                <a:lnTo>
                  <a:pt x="4289" y="575121"/>
                </a:lnTo>
                <a:lnTo>
                  <a:pt x="9379" y="570247"/>
                </a:lnTo>
                <a:lnTo>
                  <a:pt x="16029" y="565373"/>
                </a:lnTo>
                <a:lnTo>
                  <a:pt x="23824" y="560500"/>
                </a:lnTo>
                <a:lnTo>
                  <a:pt x="32312" y="555626"/>
                </a:lnTo>
                <a:lnTo>
                  <a:pt x="41043" y="550752"/>
                </a:lnTo>
                <a:lnTo>
                  <a:pt x="49609" y="545878"/>
                </a:lnTo>
                <a:lnTo>
                  <a:pt x="57671" y="541004"/>
                </a:lnTo>
                <a:lnTo>
                  <a:pt x="64976" y="536130"/>
                </a:lnTo>
                <a:lnTo>
                  <a:pt x="71367" y="531256"/>
                </a:lnTo>
                <a:lnTo>
                  <a:pt x="76770" y="526382"/>
                </a:lnTo>
                <a:lnTo>
                  <a:pt x="81188" y="521508"/>
                </a:lnTo>
                <a:lnTo>
                  <a:pt x="84682" y="516634"/>
                </a:lnTo>
                <a:lnTo>
                  <a:pt x="87349" y="511760"/>
                </a:lnTo>
                <a:lnTo>
                  <a:pt x="89310" y="506887"/>
                </a:lnTo>
                <a:lnTo>
                  <a:pt x="90687" y="502013"/>
                </a:lnTo>
                <a:lnTo>
                  <a:pt x="91601" y="497139"/>
                </a:lnTo>
                <a:lnTo>
                  <a:pt x="92157" y="492265"/>
                </a:lnTo>
                <a:lnTo>
                  <a:pt x="92443" y="487391"/>
                </a:lnTo>
                <a:lnTo>
                  <a:pt x="92531" y="482517"/>
                </a:lnTo>
                <a:lnTo>
                  <a:pt x="92475" y="477643"/>
                </a:lnTo>
                <a:lnTo>
                  <a:pt x="92316" y="472769"/>
                </a:lnTo>
                <a:lnTo>
                  <a:pt x="92085" y="467895"/>
                </a:lnTo>
                <a:lnTo>
                  <a:pt x="91804" y="463021"/>
                </a:lnTo>
                <a:lnTo>
                  <a:pt x="91489" y="458147"/>
                </a:lnTo>
                <a:lnTo>
                  <a:pt x="91155" y="453274"/>
                </a:lnTo>
                <a:lnTo>
                  <a:pt x="90812" y="448400"/>
                </a:lnTo>
                <a:lnTo>
                  <a:pt x="90471" y="443526"/>
                </a:lnTo>
                <a:lnTo>
                  <a:pt x="90139" y="438652"/>
                </a:lnTo>
                <a:lnTo>
                  <a:pt x="89822" y="433778"/>
                </a:lnTo>
                <a:lnTo>
                  <a:pt x="89525" y="428904"/>
                </a:lnTo>
                <a:lnTo>
                  <a:pt x="89251" y="424030"/>
                </a:lnTo>
                <a:lnTo>
                  <a:pt x="88998" y="419156"/>
                </a:lnTo>
                <a:lnTo>
                  <a:pt x="88767" y="414282"/>
                </a:lnTo>
                <a:lnTo>
                  <a:pt x="88554" y="409408"/>
                </a:lnTo>
                <a:lnTo>
                  <a:pt x="88354" y="404534"/>
                </a:lnTo>
                <a:lnTo>
                  <a:pt x="88160" y="399661"/>
                </a:lnTo>
                <a:lnTo>
                  <a:pt x="87960" y="394787"/>
                </a:lnTo>
                <a:lnTo>
                  <a:pt x="87741" y="389913"/>
                </a:lnTo>
                <a:lnTo>
                  <a:pt x="87484" y="385039"/>
                </a:lnTo>
                <a:lnTo>
                  <a:pt x="87166" y="380165"/>
                </a:lnTo>
                <a:lnTo>
                  <a:pt x="86759" y="375291"/>
                </a:lnTo>
                <a:lnTo>
                  <a:pt x="86229" y="370417"/>
                </a:lnTo>
                <a:lnTo>
                  <a:pt x="85541" y="365543"/>
                </a:lnTo>
                <a:lnTo>
                  <a:pt x="84660" y="360669"/>
                </a:lnTo>
                <a:lnTo>
                  <a:pt x="83551" y="355795"/>
                </a:lnTo>
                <a:lnTo>
                  <a:pt x="82189" y="350921"/>
                </a:lnTo>
                <a:lnTo>
                  <a:pt x="80560" y="346048"/>
                </a:lnTo>
                <a:lnTo>
                  <a:pt x="78670" y="341174"/>
                </a:lnTo>
                <a:lnTo>
                  <a:pt x="76546" y="336300"/>
                </a:lnTo>
                <a:lnTo>
                  <a:pt x="74242" y="331426"/>
                </a:lnTo>
                <a:lnTo>
                  <a:pt x="71839" y="326552"/>
                </a:lnTo>
                <a:lnTo>
                  <a:pt x="69443" y="321678"/>
                </a:lnTo>
                <a:lnTo>
                  <a:pt x="67181" y="316804"/>
                </a:lnTo>
                <a:lnTo>
                  <a:pt x="65189" y="311930"/>
                </a:lnTo>
                <a:lnTo>
                  <a:pt x="63603" y="307056"/>
                </a:lnTo>
                <a:lnTo>
                  <a:pt x="62545" y="302182"/>
                </a:lnTo>
                <a:lnTo>
                  <a:pt x="62110" y="297308"/>
                </a:lnTo>
                <a:lnTo>
                  <a:pt x="62355" y="292435"/>
                </a:lnTo>
                <a:lnTo>
                  <a:pt x="63293" y="287561"/>
                </a:lnTo>
                <a:lnTo>
                  <a:pt x="64889" y="282687"/>
                </a:lnTo>
                <a:lnTo>
                  <a:pt x="67066" y="277813"/>
                </a:lnTo>
                <a:lnTo>
                  <a:pt x="69709" y="272939"/>
                </a:lnTo>
                <a:lnTo>
                  <a:pt x="72679" y="268065"/>
                </a:lnTo>
                <a:lnTo>
                  <a:pt x="75829" y="263191"/>
                </a:lnTo>
                <a:lnTo>
                  <a:pt x="79012" y="258317"/>
                </a:lnTo>
                <a:lnTo>
                  <a:pt x="82098" y="253443"/>
                </a:lnTo>
                <a:lnTo>
                  <a:pt x="84979" y="248569"/>
                </a:lnTo>
                <a:lnTo>
                  <a:pt x="87578" y="243695"/>
                </a:lnTo>
                <a:lnTo>
                  <a:pt x="89848" y="238822"/>
                </a:lnTo>
                <a:lnTo>
                  <a:pt x="91771" y="233948"/>
                </a:lnTo>
                <a:lnTo>
                  <a:pt x="93352" y="229074"/>
                </a:lnTo>
                <a:lnTo>
                  <a:pt x="94615" y="224200"/>
                </a:lnTo>
                <a:lnTo>
                  <a:pt x="95597" y="219326"/>
                </a:lnTo>
                <a:lnTo>
                  <a:pt x="96340" y="214452"/>
                </a:lnTo>
                <a:lnTo>
                  <a:pt x="96887" y="209578"/>
                </a:lnTo>
                <a:lnTo>
                  <a:pt x="97279" y="204704"/>
                </a:lnTo>
                <a:lnTo>
                  <a:pt x="97553" y="199830"/>
                </a:lnTo>
                <a:lnTo>
                  <a:pt x="97740" y="194956"/>
                </a:lnTo>
                <a:lnTo>
                  <a:pt x="97864" y="190082"/>
                </a:lnTo>
                <a:lnTo>
                  <a:pt x="97944" y="185209"/>
                </a:lnTo>
                <a:lnTo>
                  <a:pt x="97995" y="180335"/>
                </a:lnTo>
                <a:lnTo>
                  <a:pt x="98026" y="175461"/>
                </a:lnTo>
                <a:lnTo>
                  <a:pt x="98045" y="170587"/>
                </a:lnTo>
                <a:lnTo>
                  <a:pt x="98056" y="165713"/>
                </a:lnTo>
                <a:lnTo>
                  <a:pt x="98063" y="160839"/>
                </a:lnTo>
                <a:lnTo>
                  <a:pt x="98066" y="155965"/>
                </a:lnTo>
                <a:lnTo>
                  <a:pt x="98068"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4" y="155965"/>
                </a:lnTo>
                <a:lnTo>
                  <a:pt x="98078" y="160839"/>
                </a:lnTo>
                <a:lnTo>
                  <a:pt x="98084" y="165713"/>
                </a:lnTo>
                <a:lnTo>
                  <a:pt x="98095" y="170587"/>
                </a:lnTo>
                <a:lnTo>
                  <a:pt x="98114" y="175461"/>
                </a:lnTo>
                <a:lnTo>
                  <a:pt x="98145" y="180335"/>
                </a:lnTo>
                <a:lnTo>
                  <a:pt x="98196" y="185209"/>
                </a:lnTo>
                <a:lnTo>
                  <a:pt x="98276" y="190082"/>
                </a:lnTo>
                <a:lnTo>
                  <a:pt x="98400" y="194956"/>
                </a:lnTo>
                <a:lnTo>
                  <a:pt x="98587" y="199830"/>
                </a:lnTo>
                <a:lnTo>
                  <a:pt x="98861" y="204704"/>
                </a:lnTo>
                <a:lnTo>
                  <a:pt x="99254" y="209578"/>
                </a:lnTo>
                <a:lnTo>
                  <a:pt x="99800" y="214452"/>
                </a:lnTo>
                <a:lnTo>
                  <a:pt x="100543" y="219326"/>
                </a:lnTo>
                <a:lnTo>
                  <a:pt x="101525" y="224200"/>
                </a:lnTo>
                <a:lnTo>
                  <a:pt x="102789" y="229074"/>
                </a:lnTo>
                <a:lnTo>
                  <a:pt x="104370" y="233948"/>
                </a:lnTo>
                <a:lnTo>
                  <a:pt x="106292" y="238822"/>
                </a:lnTo>
                <a:lnTo>
                  <a:pt x="108563" y="243695"/>
                </a:lnTo>
                <a:lnTo>
                  <a:pt x="111162" y="248569"/>
                </a:lnTo>
                <a:lnTo>
                  <a:pt x="114043" y="253443"/>
                </a:lnTo>
                <a:lnTo>
                  <a:pt x="117128" y="258317"/>
                </a:lnTo>
                <a:lnTo>
                  <a:pt x="120311" y="263191"/>
                </a:lnTo>
                <a:lnTo>
                  <a:pt x="123461" y="268065"/>
                </a:lnTo>
                <a:lnTo>
                  <a:pt x="126432" y="272939"/>
                </a:lnTo>
                <a:lnTo>
                  <a:pt x="129075" y="277813"/>
                </a:lnTo>
                <a:lnTo>
                  <a:pt x="131251" y="282687"/>
                </a:lnTo>
                <a:lnTo>
                  <a:pt x="132848" y="287561"/>
                </a:lnTo>
                <a:lnTo>
                  <a:pt x="133786" y="292435"/>
                </a:lnTo>
                <a:lnTo>
                  <a:pt x="134031" y="297308"/>
                </a:lnTo>
                <a:lnTo>
                  <a:pt x="133596" y="302182"/>
                </a:lnTo>
                <a:lnTo>
                  <a:pt x="132538" y="307056"/>
                </a:lnTo>
                <a:lnTo>
                  <a:pt x="130952" y="311930"/>
                </a:lnTo>
                <a:lnTo>
                  <a:pt x="128959" y="316804"/>
                </a:lnTo>
                <a:lnTo>
                  <a:pt x="126697" y="321678"/>
                </a:lnTo>
                <a:lnTo>
                  <a:pt x="124301" y="326552"/>
                </a:lnTo>
                <a:lnTo>
                  <a:pt x="121898" y="331426"/>
                </a:lnTo>
                <a:lnTo>
                  <a:pt x="119594" y="336300"/>
                </a:lnTo>
                <a:lnTo>
                  <a:pt x="117470" y="341174"/>
                </a:lnTo>
                <a:lnTo>
                  <a:pt x="115580" y="346048"/>
                </a:lnTo>
                <a:lnTo>
                  <a:pt x="113952" y="350921"/>
                </a:lnTo>
                <a:lnTo>
                  <a:pt x="112590" y="355795"/>
                </a:lnTo>
                <a:lnTo>
                  <a:pt x="111481" y="360669"/>
                </a:lnTo>
                <a:lnTo>
                  <a:pt x="110599" y="365543"/>
                </a:lnTo>
                <a:lnTo>
                  <a:pt x="109911" y="370417"/>
                </a:lnTo>
                <a:lnTo>
                  <a:pt x="109382" y="375291"/>
                </a:lnTo>
                <a:lnTo>
                  <a:pt x="108974" y="380165"/>
                </a:lnTo>
                <a:lnTo>
                  <a:pt x="108656" y="385039"/>
                </a:lnTo>
                <a:lnTo>
                  <a:pt x="108400" y="389913"/>
                </a:lnTo>
                <a:lnTo>
                  <a:pt x="108181" y="394787"/>
                </a:lnTo>
                <a:lnTo>
                  <a:pt x="107981" y="399661"/>
                </a:lnTo>
                <a:lnTo>
                  <a:pt x="107786" y="404534"/>
                </a:lnTo>
                <a:lnTo>
                  <a:pt x="107586" y="409408"/>
                </a:lnTo>
                <a:lnTo>
                  <a:pt x="107373" y="414282"/>
                </a:lnTo>
                <a:lnTo>
                  <a:pt x="107142" y="419156"/>
                </a:lnTo>
                <a:lnTo>
                  <a:pt x="106890" y="424030"/>
                </a:lnTo>
                <a:lnTo>
                  <a:pt x="106615" y="428904"/>
                </a:lnTo>
                <a:lnTo>
                  <a:pt x="106318" y="433778"/>
                </a:lnTo>
                <a:lnTo>
                  <a:pt x="106001" y="438652"/>
                </a:lnTo>
                <a:lnTo>
                  <a:pt x="105669" y="443526"/>
                </a:lnTo>
                <a:lnTo>
                  <a:pt x="105328" y="448400"/>
                </a:lnTo>
                <a:lnTo>
                  <a:pt x="104985" y="453274"/>
                </a:lnTo>
                <a:lnTo>
                  <a:pt x="104651" y="458147"/>
                </a:lnTo>
                <a:lnTo>
                  <a:pt x="104337" y="463021"/>
                </a:lnTo>
                <a:lnTo>
                  <a:pt x="104055" y="467895"/>
                </a:lnTo>
                <a:lnTo>
                  <a:pt x="103824" y="472769"/>
                </a:lnTo>
                <a:lnTo>
                  <a:pt x="103666" y="477643"/>
                </a:lnTo>
                <a:lnTo>
                  <a:pt x="103610" y="482517"/>
                </a:lnTo>
                <a:lnTo>
                  <a:pt x="103698" y="487391"/>
                </a:lnTo>
                <a:lnTo>
                  <a:pt x="103984" y="492265"/>
                </a:lnTo>
                <a:lnTo>
                  <a:pt x="104539" y="497139"/>
                </a:lnTo>
                <a:lnTo>
                  <a:pt x="105453" y="502013"/>
                </a:lnTo>
                <a:lnTo>
                  <a:pt x="106831" y="506887"/>
                </a:lnTo>
                <a:lnTo>
                  <a:pt x="108791" y="511760"/>
                </a:lnTo>
                <a:lnTo>
                  <a:pt x="111458" y="516634"/>
                </a:lnTo>
                <a:lnTo>
                  <a:pt x="114952" y="521508"/>
                </a:lnTo>
                <a:lnTo>
                  <a:pt x="119370" y="526382"/>
                </a:lnTo>
                <a:lnTo>
                  <a:pt x="124774" y="531256"/>
                </a:lnTo>
                <a:lnTo>
                  <a:pt x="131164" y="536130"/>
                </a:lnTo>
                <a:lnTo>
                  <a:pt x="138470" y="541004"/>
                </a:lnTo>
                <a:lnTo>
                  <a:pt x="146531" y="545878"/>
                </a:lnTo>
                <a:lnTo>
                  <a:pt x="155097" y="550752"/>
                </a:lnTo>
                <a:lnTo>
                  <a:pt x="163828" y="555626"/>
                </a:lnTo>
                <a:lnTo>
                  <a:pt x="172316" y="560500"/>
                </a:lnTo>
                <a:lnTo>
                  <a:pt x="180111" y="565373"/>
                </a:lnTo>
                <a:lnTo>
                  <a:pt x="186761" y="570247"/>
                </a:lnTo>
                <a:lnTo>
                  <a:pt x="191851" y="575121"/>
                </a:lnTo>
                <a:lnTo>
                  <a:pt x="195049" y="579995"/>
                </a:lnTo>
                <a:lnTo>
                  <a:pt x="196140" y="584869"/>
                </a:lnTo>
                <a:lnTo>
                  <a:pt x="196140" y="584869"/>
                </a:lnTo>
                <a:close/>
              </a:path>
            </a:pathLst>
          </a:custGeom>
          <a:solidFill>
            <a:srgbClr val="00878B">
              <a:alpha val="12000"/>
            </a:srgbClr>
          </a:solidFill>
          <a:ln w="6985">
            <a:solidFill>
              <a:srgbClr val="00878B">
                <a:alpha val="12000"/>
              </a:srgbClr>
            </a:solidFill>
            <a:prstDash val="solid"/>
          </a:ln>
        </p:spPr>
      </p:sp>
      <p:sp>
        <p:nvSpPr>
          <p:cNvPr id="3767" name="03_assume_matched_9064">
            <a:extLst>
              <a:ext uri="{FF2B5EF4-FFF2-40B4-BE49-F238E27FC236}">
                <a16:creationId xmlns:a16="http://schemas.microsoft.com/office/drawing/2014/main" id="{68E5CB1A-9BC9-4951-B793-7B600BEABF13}"/>
              </a:ext>
            </a:extLst>
          </p:cNvPr>
          <p:cNvSpPr>
            <a:spLocks noGrp="1"/>
          </p:cNvSpPr>
          <p:nvPr/>
        </p:nvSpPr>
        <p:spPr>
          <a:xfrm>
            <a:off x="4520337" y="7182407"/>
            <a:ext cx="196140" cy="584869"/>
          </a:xfrm>
          <a:custGeom>
            <a:avLst/>
            <a:gdLst/>
            <a:ahLst/>
            <a:cxnLst/>
            <a:rect l="0" t="0" r="0" b="0"/>
            <a:pathLst>
              <a:path w="196140" h="584869">
                <a:moveTo>
                  <a:pt x="128747" y="584869"/>
                </a:moveTo>
                <a:lnTo>
                  <a:pt x="67393" y="584869"/>
                </a:lnTo>
                <a:lnTo>
                  <a:pt x="67725" y="579995"/>
                </a:lnTo>
                <a:lnTo>
                  <a:pt x="68696" y="575121"/>
                </a:lnTo>
                <a:lnTo>
                  <a:pt x="70242" y="570247"/>
                </a:lnTo>
                <a:lnTo>
                  <a:pt x="72263" y="565373"/>
                </a:lnTo>
                <a:lnTo>
                  <a:pt x="74633" y="560500"/>
                </a:lnTo>
                <a:lnTo>
                  <a:pt x="77216" y="555626"/>
                </a:lnTo>
                <a:lnTo>
                  <a:pt x="79876" y="550752"/>
                </a:lnTo>
                <a:lnTo>
                  <a:pt x="82490" y="545878"/>
                </a:lnTo>
                <a:lnTo>
                  <a:pt x="84955" y="541004"/>
                </a:lnTo>
                <a:lnTo>
                  <a:pt x="87195" y="536130"/>
                </a:lnTo>
                <a:lnTo>
                  <a:pt x="89162" y="531256"/>
                </a:lnTo>
                <a:lnTo>
                  <a:pt x="90832" y="526382"/>
                </a:lnTo>
                <a:lnTo>
                  <a:pt x="92207" y="521508"/>
                </a:lnTo>
                <a:lnTo>
                  <a:pt x="93301" y="516634"/>
                </a:lnTo>
                <a:lnTo>
                  <a:pt x="94144" y="511760"/>
                </a:lnTo>
                <a:lnTo>
                  <a:pt x="94769" y="506887"/>
                </a:lnTo>
                <a:lnTo>
                  <a:pt x="95212" y="502013"/>
                </a:lnTo>
                <a:lnTo>
                  <a:pt x="95507" y="497139"/>
                </a:lnTo>
                <a:lnTo>
                  <a:pt x="95685" y="492265"/>
                </a:lnTo>
                <a:lnTo>
                  <a:pt x="95772" y="487391"/>
                </a:lnTo>
                <a:lnTo>
                  <a:pt x="95788" y="482517"/>
                </a:lnTo>
                <a:lnTo>
                  <a:pt x="95749" y="477643"/>
                </a:lnTo>
                <a:lnTo>
                  <a:pt x="95669" y="472769"/>
                </a:lnTo>
                <a:lnTo>
                  <a:pt x="95556" y="467895"/>
                </a:lnTo>
                <a:lnTo>
                  <a:pt x="95416" y="463021"/>
                </a:lnTo>
                <a:lnTo>
                  <a:pt x="95255" y="458147"/>
                </a:lnTo>
                <a:lnTo>
                  <a:pt x="95076" y="453274"/>
                </a:lnTo>
                <a:lnTo>
                  <a:pt x="94883" y="448400"/>
                </a:lnTo>
                <a:lnTo>
                  <a:pt x="94680" y="443526"/>
                </a:lnTo>
                <a:lnTo>
                  <a:pt x="94468" y="438652"/>
                </a:lnTo>
                <a:lnTo>
                  <a:pt x="94252" y="433778"/>
                </a:lnTo>
                <a:lnTo>
                  <a:pt x="94037" y="428904"/>
                </a:lnTo>
                <a:lnTo>
                  <a:pt x="93829" y="424030"/>
                </a:lnTo>
                <a:lnTo>
                  <a:pt x="93636" y="419156"/>
                </a:lnTo>
                <a:lnTo>
                  <a:pt x="93465" y="414282"/>
                </a:lnTo>
                <a:lnTo>
                  <a:pt x="93328" y="409408"/>
                </a:lnTo>
                <a:lnTo>
                  <a:pt x="93234" y="404534"/>
                </a:lnTo>
                <a:lnTo>
                  <a:pt x="93191" y="399661"/>
                </a:lnTo>
                <a:lnTo>
                  <a:pt x="93206" y="394787"/>
                </a:lnTo>
                <a:lnTo>
                  <a:pt x="93282" y="389913"/>
                </a:lnTo>
                <a:lnTo>
                  <a:pt x="93417" y="385039"/>
                </a:lnTo>
                <a:lnTo>
                  <a:pt x="93606" y="380165"/>
                </a:lnTo>
                <a:lnTo>
                  <a:pt x="93840" y="375291"/>
                </a:lnTo>
                <a:lnTo>
                  <a:pt x="94105" y="370417"/>
                </a:lnTo>
                <a:lnTo>
                  <a:pt x="94387" y="365543"/>
                </a:lnTo>
                <a:lnTo>
                  <a:pt x="94671" y="360669"/>
                </a:lnTo>
                <a:lnTo>
                  <a:pt x="94941" y="355795"/>
                </a:lnTo>
                <a:lnTo>
                  <a:pt x="95188" y="350921"/>
                </a:lnTo>
                <a:lnTo>
                  <a:pt x="95402" y="346048"/>
                </a:lnTo>
                <a:lnTo>
                  <a:pt x="95581" y="341174"/>
                </a:lnTo>
                <a:lnTo>
                  <a:pt x="95724" y="336300"/>
                </a:lnTo>
                <a:lnTo>
                  <a:pt x="95835" y="331426"/>
                </a:lnTo>
                <a:lnTo>
                  <a:pt x="95921" y="326552"/>
                </a:lnTo>
                <a:lnTo>
                  <a:pt x="95988" y="321678"/>
                </a:lnTo>
                <a:lnTo>
                  <a:pt x="96046" y="316804"/>
                </a:lnTo>
                <a:lnTo>
                  <a:pt x="96102" y="311930"/>
                </a:lnTo>
                <a:lnTo>
                  <a:pt x="96164" y="307056"/>
                </a:lnTo>
                <a:lnTo>
                  <a:pt x="96238" y="302182"/>
                </a:lnTo>
                <a:lnTo>
                  <a:pt x="96325" y="297308"/>
                </a:lnTo>
                <a:lnTo>
                  <a:pt x="96428" y="292435"/>
                </a:lnTo>
                <a:lnTo>
                  <a:pt x="96546" y="287561"/>
                </a:lnTo>
                <a:lnTo>
                  <a:pt x="96676" y="282687"/>
                </a:lnTo>
                <a:lnTo>
                  <a:pt x="96815" y="277813"/>
                </a:lnTo>
                <a:lnTo>
                  <a:pt x="96960" y="272939"/>
                </a:lnTo>
                <a:lnTo>
                  <a:pt x="97104" y="268065"/>
                </a:lnTo>
                <a:lnTo>
                  <a:pt x="97244" y="263191"/>
                </a:lnTo>
                <a:lnTo>
                  <a:pt x="97375" y="258317"/>
                </a:lnTo>
                <a:lnTo>
                  <a:pt x="97493" y="253443"/>
                </a:lnTo>
                <a:lnTo>
                  <a:pt x="97596" y="248569"/>
                </a:lnTo>
                <a:lnTo>
                  <a:pt x="97681" y="243695"/>
                </a:lnTo>
                <a:lnTo>
                  <a:pt x="97745" y="238822"/>
                </a:lnTo>
                <a:lnTo>
                  <a:pt x="97787" y="233948"/>
                </a:lnTo>
                <a:lnTo>
                  <a:pt x="97806" y="229074"/>
                </a:lnTo>
                <a:lnTo>
                  <a:pt x="97798" y="224200"/>
                </a:lnTo>
                <a:lnTo>
                  <a:pt x="97763" y="219326"/>
                </a:lnTo>
                <a:lnTo>
                  <a:pt x="97698" y="214452"/>
                </a:lnTo>
                <a:lnTo>
                  <a:pt x="97601" y="209578"/>
                </a:lnTo>
                <a:lnTo>
                  <a:pt x="97470" y="204704"/>
                </a:lnTo>
                <a:lnTo>
                  <a:pt x="97305" y="199830"/>
                </a:lnTo>
                <a:lnTo>
                  <a:pt x="97107" y="194956"/>
                </a:lnTo>
                <a:lnTo>
                  <a:pt x="96879" y="190082"/>
                </a:lnTo>
                <a:lnTo>
                  <a:pt x="96626" y="185209"/>
                </a:lnTo>
                <a:lnTo>
                  <a:pt x="96357" y="180335"/>
                </a:lnTo>
                <a:lnTo>
                  <a:pt x="96083" y="175461"/>
                </a:lnTo>
                <a:lnTo>
                  <a:pt x="95816" y="170587"/>
                </a:lnTo>
                <a:lnTo>
                  <a:pt x="95571" y="165713"/>
                </a:lnTo>
                <a:lnTo>
                  <a:pt x="95362" y="160839"/>
                </a:lnTo>
                <a:lnTo>
                  <a:pt x="95202" y="155965"/>
                </a:lnTo>
                <a:lnTo>
                  <a:pt x="95101" y="151091"/>
                </a:lnTo>
                <a:lnTo>
                  <a:pt x="95065" y="146217"/>
                </a:lnTo>
                <a:lnTo>
                  <a:pt x="95096" y="141343"/>
                </a:lnTo>
                <a:lnTo>
                  <a:pt x="95191" y="136469"/>
                </a:lnTo>
                <a:lnTo>
                  <a:pt x="95340" y="131596"/>
                </a:lnTo>
                <a:lnTo>
                  <a:pt x="95530" y="126722"/>
                </a:lnTo>
                <a:lnTo>
                  <a:pt x="95742" y="121848"/>
                </a:lnTo>
                <a:lnTo>
                  <a:pt x="95952" y="116974"/>
                </a:lnTo>
                <a:lnTo>
                  <a:pt x="96133" y="112100"/>
                </a:lnTo>
                <a:lnTo>
                  <a:pt x="96251" y="107226"/>
                </a:lnTo>
                <a:lnTo>
                  <a:pt x="96264" y="102352"/>
                </a:lnTo>
                <a:lnTo>
                  <a:pt x="96123" y="97478"/>
                </a:lnTo>
                <a:lnTo>
                  <a:pt x="95766" y="92604"/>
                </a:lnTo>
                <a:lnTo>
                  <a:pt x="95116" y="87730"/>
                </a:lnTo>
                <a:lnTo>
                  <a:pt x="94083" y="82856"/>
                </a:lnTo>
                <a:lnTo>
                  <a:pt x="92561" y="77983"/>
                </a:lnTo>
                <a:lnTo>
                  <a:pt x="90432" y="73109"/>
                </a:lnTo>
                <a:lnTo>
                  <a:pt x="87572" y="68235"/>
                </a:lnTo>
                <a:lnTo>
                  <a:pt x="83866" y="63361"/>
                </a:lnTo>
                <a:lnTo>
                  <a:pt x="79217" y="58487"/>
                </a:lnTo>
                <a:lnTo>
                  <a:pt x="73569" y="53613"/>
                </a:lnTo>
                <a:lnTo>
                  <a:pt x="66920" y="48739"/>
                </a:lnTo>
                <a:lnTo>
                  <a:pt x="59348" y="43865"/>
                </a:lnTo>
                <a:lnTo>
                  <a:pt x="51016" y="38991"/>
                </a:lnTo>
                <a:lnTo>
                  <a:pt x="42181" y="34117"/>
                </a:lnTo>
                <a:lnTo>
                  <a:pt x="33191" y="29243"/>
                </a:lnTo>
                <a:lnTo>
                  <a:pt x="24462" y="24370"/>
                </a:lnTo>
                <a:lnTo>
                  <a:pt x="16453" y="19496"/>
                </a:lnTo>
                <a:lnTo>
                  <a:pt x="9625" y="14622"/>
                </a:lnTo>
                <a:lnTo>
                  <a:pt x="4401" y="9748"/>
                </a:lnTo>
                <a:lnTo>
                  <a:pt x="1119" y="4874"/>
                </a:lnTo>
                <a:lnTo>
                  <a:pt x="0" y="0"/>
                </a:lnTo>
                <a:lnTo>
                  <a:pt x="196140" y="0"/>
                </a:lnTo>
                <a:lnTo>
                  <a:pt x="196140" y="0"/>
                </a:lnTo>
                <a:lnTo>
                  <a:pt x="195021" y="4874"/>
                </a:lnTo>
                <a:lnTo>
                  <a:pt x="191740" y="9748"/>
                </a:lnTo>
                <a:lnTo>
                  <a:pt x="186515" y="14622"/>
                </a:lnTo>
                <a:lnTo>
                  <a:pt x="179688" y="19496"/>
                </a:lnTo>
                <a:lnTo>
                  <a:pt x="171678" y="24370"/>
                </a:lnTo>
                <a:lnTo>
                  <a:pt x="162949" y="29243"/>
                </a:lnTo>
                <a:lnTo>
                  <a:pt x="153959" y="34117"/>
                </a:lnTo>
                <a:lnTo>
                  <a:pt x="145125" y="38991"/>
                </a:lnTo>
                <a:lnTo>
                  <a:pt x="136793" y="43865"/>
                </a:lnTo>
                <a:lnTo>
                  <a:pt x="129220" y="48739"/>
                </a:lnTo>
                <a:lnTo>
                  <a:pt x="122572" y="53613"/>
                </a:lnTo>
                <a:lnTo>
                  <a:pt x="116923" y="58487"/>
                </a:lnTo>
                <a:lnTo>
                  <a:pt x="112274" y="63361"/>
                </a:lnTo>
                <a:lnTo>
                  <a:pt x="108568" y="68235"/>
                </a:lnTo>
                <a:lnTo>
                  <a:pt x="105709" y="73109"/>
                </a:lnTo>
                <a:lnTo>
                  <a:pt x="103579" y="77983"/>
                </a:lnTo>
                <a:lnTo>
                  <a:pt x="102057" y="82856"/>
                </a:lnTo>
                <a:lnTo>
                  <a:pt x="101024" y="87730"/>
                </a:lnTo>
                <a:lnTo>
                  <a:pt x="100375" y="92604"/>
                </a:lnTo>
                <a:lnTo>
                  <a:pt x="100017" y="97478"/>
                </a:lnTo>
                <a:lnTo>
                  <a:pt x="99876" y="102352"/>
                </a:lnTo>
                <a:lnTo>
                  <a:pt x="99889" y="107226"/>
                </a:lnTo>
                <a:lnTo>
                  <a:pt x="100007" y="112100"/>
                </a:lnTo>
                <a:lnTo>
                  <a:pt x="100188" y="116974"/>
                </a:lnTo>
                <a:lnTo>
                  <a:pt x="100399" y="121848"/>
                </a:lnTo>
                <a:lnTo>
                  <a:pt x="100610" y="126722"/>
                </a:lnTo>
                <a:lnTo>
                  <a:pt x="100800" y="131596"/>
                </a:lnTo>
                <a:lnTo>
                  <a:pt x="100950" y="136469"/>
                </a:lnTo>
                <a:lnTo>
                  <a:pt x="101044" y="141343"/>
                </a:lnTo>
                <a:lnTo>
                  <a:pt x="101076" y="146217"/>
                </a:lnTo>
                <a:lnTo>
                  <a:pt x="101040" y="151091"/>
                </a:lnTo>
                <a:lnTo>
                  <a:pt x="100938" y="155965"/>
                </a:lnTo>
                <a:lnTo>
                  <a:pt x="100778" y="160839"/>
                </a:lnTo>
                <a:lnTo>
                  <a:pt x="100569" y="165713"/>
                </a:lnTo>
                <a:lnTo>
                  <a:pt x="100324" y="170587"/>
                </a:lnTo>
                <a:lnTo>
                  <a:pt x="100058" y="175461"/>
                </a:lnTo>
                <a:lnTo>
                  <a:pt x="99783" y="180335"/>
                </a:lnTo>
                <a:lnTo>
                  <a:pt x="99514" y="185209"/>
                </a:lnTo>
                <a:lnTo>
                  <a:pt x="99261" y="190082"/>
                </a:lnTo>
                <a:lnTo>
                  <a:pt x="99033" y="194956"/>
                </a:lnTo>
                <a:lnTo>
                  <a:pt x="98835" y="199830"/>
                </a:lnTo>
                <a:lnTo>
                  <a:pt x="98670" y="204704"/>
                </a:lnTo>
                <a:lnTo>
                  <a:pt x="98540" y="209578"/>
                </a:lnTo>
                <a:lnTo>
                  <a:pt x="98442" y="214452"/>
                </a:lnTo>
                <a:lnTo>
                  <a:pt x="98377" y="219326"/>
                </a:lnTo>
                <a:lnTo>
                  <a:pt x="98342" y="224200"/>
                </a:lnTo>
                <a:lnTo>
                  <a:pt x="98335" y="229074"/>
                </a:lnTo>
                <a:lnTo>
                  <a:pt x="98353" y="233948"/>
                </a:lnTo>
                <a:lnTo>
                  <a:pt x="98395" y="238822"/>
                </a:lnTo>
                <a:lnTo>
                  <a:pt x="98460" y="243695"/>
                </a:lnTo>
                <a:lnTo>
                  <a:pt x="98544" y="248569"/>
                </a:lnTo>
                <a:lnTo>
                  <a:pt x="98647" y="253443"/>
                </a:lnTo>
                <a:lnTo>
                  <a:pt x="98766" y="258317"/>
                </a:lnTo>
                <a:lnTo>
                  <a:pt x="98897" y="263191"/>
                </a:lnTo>
                <a:lnTo>
                  <a:pt x="99036" y="268065"/>
                </a:lnTo>
                <a:lnTo>
                  <a:pt x="99181" y="272939"/>
                </a:lnTo>
                <a:lnTo>
                  <a:pt x="99325" y="277813"/>
                </a:lnTo>
                <a:lnTo>
                  <a:pt x="99464" y="282687"/>
                </a:lnTo>
                <a:lnTo>
                  <a:pt x="99595" y="287561"/>
                </a:lnTo>
                <a:lnTo>
                  <a:pt x="99712" y="292435"/>
                </a:lnTo>
                <a:lnTo>
                  <a:pt x="99815" y="297308"/>
                </a:lnTo>
                <a:lnTo>
                  <a:pt x="99903" y="302182"/>
                </a:lnTo>
                <a:lnTo>
                  <a:pt x="99976" y="307056"/>
                </a:lnTo>
                <a:lnTo>
                  <a:pt x="100038" y="311930"/>
                </a:lnTo>
                <a:lnTo>
                  <a:pt x="100095" y="316804"/>
                </a:lnTo>
                <a:lnTo>
                  <a:pt x="100152" y="321678"/>
                </a:lnTo>
                <a:lnTo>
                  <a:pt x="100220" y="326552"/>
                </a:lnTo>
                <a:lnTo>
                  <a:pt x="100305" y="331426"/>
                </a:lnTo>
                <a:lnTo>
                  <a:pt x="100416" y="336300"/>
                </a:lnTo>
                <a:lnTo>
                  <a:pt x="100559" y="341174"/>
                </a:lnTo>
                <a:lnTo>
                  <a:pt x="100738" y="346048"/>
                </a:lnTo>
                <a:lnTo>
                  <a:pt x="100953" y="350921"/>
                </a:lnTo>
                <a:lnTo>
                  <a:pt x="101199" y="355795"/>
                </a:lnTo>
                <a:lnTo>
                  <a:pt x="101470" y="360669"/>
                </a:lnTo>
                <a:lnTo>
                  <a:pt x="101753" y="365543"/>
                </a:lnTo>
                <a:lnTo>
                  <a:pt x="102035" y="370417"/>
                </a:lnTo>
                <a:lnTo>
                  <a:pt x="102300" y="375291"/>
                </a:lnTo>
                <a:lnTo>
                  <a:pt x="102534" y="380165"/>
                </a:lnTo>
                <a:lnTo>
                  <a:pt x="102723" y="385039"/>
                </a:lnTo>
                <a:lnTo>
                  <a:pt x="102858" y="389913"/>
                </a:lnTo>
                <a:lnTo>
                  <a:pt x="102934" y="394787"/>
                </a:lnTo>
                <a:lnTo>
                  <a:pt x="102949" y="399661"/>
                </a:lnTo>
                <a:lnTo>
                  <a:pt x="102906" y="404534"/>
                </a:lnTo>
                <a:lnTo>
                  <a:pt x="102812" y="409408"/>
                </a:lnTo>
                <a:lnTo>
                  <a:pt x="102675" y="414282"/>
                </a:lnTo>
                <a:lnTo>
                  <a:pt x="102505" y="419156"/>
                </a:lnTo>
                <a:lnTo>
                  <a:pt x="102311" y="424030"/>
                </a:lnTo>
                <a:lnTo>
                  <a:pt x="102103" y="428904"/>
                </a:lnTo>
                <a:lnTo>
                  <a:pt x="101888" y="433778"/>
                </a:lnTo>
                <a:lnTo>
                  <a:pt x="101672" y="438652"/>
                </a:lnTo>
                <a:lnTo>
                  <a:pt x="101461" y="443526"/>
                </a:lnTo>
                <a:lnTo>
                  <a:pt x="101257" y="448400"/>
                </a:lnTo>
                <a:lnTo>
                  <a:pt x="101064" y="453274"/>
                </a:lnTo>
                <a:lnTo>
                  <a:pt x="100886" y="458147"/>
                </a:lnTo>
                <a:lnTo>
                  <a:pt x="100725" y="463021"/>
                </a:lnTo>
                <a:lnTo>
                  <a:pt x="100585" y="467895"/>
                </a:lnTo>
                <a:lnTo>
                  <a:pt x="100471" y="472769"/>
                </a:lnTo>
                <a:lnTo>
                  <a:pt x="100391" y="477643"/>
                </a:lnTo>
                <a:lnTo>
                  <a:pt x="100353" y="482517"/>
                </a:lnTo>
                <a:lnTo>
                  <a:pt x="100369" y="487391"/>
                </a:lnTo>
                <a:lnTo>
                  <a:pt x="100455" y="492265"/>
                </a:lnTo>
                <a:lnTo>
                  <a:pt x="100633" y="497139"/>
                </a:lnTo>
                <a:lnTo>
                  <a:pt x="100928" y="502013"/>
                </a:lnTo>
                <a:lnTo>
                  <a:pt x="101371" y="506887"/>
                </a:lnTo>
                <a:lnTo>
                  <a:pt x="101996" y="511760"/>
                </a:lnTo>
                <a:lnTo>
                  <a:pt x="102839" y="516634"/>
                </a:lnTo>
                <a:lnTo>
                  <a:pt x="103934" y="521508"/>
                </a:lnTo>
                <a:lnTo>
                  <a:pt x="105308" y="526382"/>
                </a:lnTo>
                <a:lnTo>
                  <a:pt x="106979" y="531256"/>
                </a:lnTo>
                <a:lnTo>
                  <a:pt x="108945" y="536130"/>
                </a:lnTo>
                <a:lnTo>
                  <a:pt x="111186" y="541004"/>
                </a:lnTo>
                <a:lnTo>
                  <a:pt x="113651" y="545878"/>
                </a:lnTo>
                <a:lnTo>
                  <a:pt x="116264" y="550752"/>
                </a:lnTo>
                <a:lnTo>
                  <a:pt x="118924" y="555626"/>
                </a:lnTo>
                <a:lnTo>
                  <a:pt x="121507" y="560500"/>
                </a:lnTo>
                <a:lnTo>
                  <a:pt x="123877" y="565373"/>
                </a:lnTo>
                <a:lnTo>
                  <a:pt x="125898" y="570247"/>
                </a:lnTo>
                <a:lnTo>
                  <a:pt x="127444" y="575121"/>
                </a:lnTo>
                <a:lnTo>
                  <a:pt x="128416" y="579995"/>
                </a:lnTo>
                <a:lnTo>
                  <a:pt x="128747" y="584869"/>
                </a:lnTo>
                <a:lnTo>
                  <a:pt x="128747" y="584869"/>
                </a:lnTo>
                <a:close/>
              </a:path>
            </a:pathLst>
          </a:custGeom>
          <a:solidFill>
            <a:srgbClr val="00878B">
              <a:alpha val="12000"/>
            </a:srgbClr>
          </a:solidFill>
          <a:ln w="6985">
            <a:solidFill>
              <a:srgbClr val="00878B">
                <a:alpha val="12000"/>
              </a:srgbClr>
            </a:solidFill>
            <a:prstDash val="solid"/>
          </a:ln>
        </p:spPr>
      </p:sp>
      <p:sp>
        <p:nvSpPr>
          <p:cNvPr id="3768" name="03_assume_matched_9065">
            <a:extLst>
              <a:ext uri="{FF2B5EF4-FFF2-40B4-BE49-F238E27FC236}">
                <a16:creationId xmlns:a16="http://schemas.microsoft.com/office/drawing/2014/main" id="{B2492363-53FE-4FA1-B1DE-3BE0532D62B3}"/>
              </a:ext>
            </a:extLst>
          </p:cNvPr>
          <p:cNvSpPr>
            <a:spLocks noGrp="1"/>
          </p:cNvSpPr>
          <p:nvPr/>
        </p:nvSpPr>
        <p:spPr>
          <a:xfrm>
            <a:off x="5274723" y="7182407"/>
            <a:ext cx="196140" cy="584869"/>
          </a:xfrm>
          <a:custGeom>
            <a:avLst/>
            <a:gdLst/>
            <a:ahLst/>
            <a:cxnLst/>
            <a:rect l="0" t="0" r="0" b="0"/>
            <a:pathLst>
              <a:path w="196140" h="584869">
                <a:moveTo>
                  <a:pt x="127544" y="584869"/>
                </a:moveTo>
                <a:lnTo>
                  <a:pt x="68596" y="584869"/>
                </a:lnTo>
                <a:lnTo>
                  <a:pt x="68915" y="579995"/>
                </a:lnTo>
                <a:lnTo>
                  <a:pt x="69848" y="575121"/>
                </a:lnTo>
                <a:lnTo>
                  <a:pt x="71333" y="570247"/>
                </a:lnTo>
                <a:lnTo>
                  <a:pt x="73275" y="565373"/>
                </a:lnTo>
                <a:lnTo>
                  <a:pt x="75552" y="560500"/>
                </a:lnTo>
                <a:lnTo>
                  <a:pt x="78034" y="555626"/>
                </a:lnTo>
                <a:lnTo>
                  <a:pt x="80590" y="550752"/>
                </a:lnTo>
                <a:lnTo>
                  <a:pt x="83101" y="545878"/>
                </a:lnTo>
                <a:lnTo>
                  <a:pt x="85469" y="541004"/>
                </a:lnTo>
                <a:lnTo>
                  <a:pt x="87621" y="536130"/>
                </a:lnTo>
                <a:lnTo>
                  <a:pt x="89511" y="531256"/>
                </a:lnTo>
                <a:lnTo>
                  <a:pt x="91116" y="526382"/>
                </a:lnTo>
                <a:lnTo>
                  <a:pt x="92437" y="521508"/>
                </a:lnTo>
                <a:lnTo>
                  <a:pt x="93488" y="516634"/>
                </a:lnTo>
                <a:lnTo>
                  <a:pt x="94298" y="511760"/>
                </a:lnTo>
                <a:lnTo>
                  <a:pt x="94899" y="506887"/>
                </a:lnTo>
                <a:lnTo>
                  <a:pt x="95324" y="502013"/>
                </a:lnTo>
                <a:lnTo>
                  <a:pt x="95608" y="497139"/>
                </a:lnTo>
                <a:lnTo>
                  <a:pt x="95779" y="492265"/>
                </a:lnTo>
                <a:lnTo>
                  <a:pt x="95862" y="487391"/>
                </a:lnTo>
                <a:lnTo>
                  <a:pt x="95877" y="482517"/>
                </a:lnTo>
                <a:lnTo>
                  <a:pt x="95840" y="477643"/>
                </a:lnTo>
                <a:lnTo>
                  <a:pt x="95763" y="472769"/>
                </a:lnTo>
                <a:lnTo>
                  <a:pt x="95654" y="467895"/>
                </a:lnTo>
                <a:lnTo>
                  <a:pt x="95520" y="463021"/>
                </a:lnTo>
                <a:lnTo>
                  <a:pt x="95365" y="458147"/>
                </a:lnTo>
                <a:lnTo>
                  <a:pt x="95193" y="453274"/>
                </a:lnTo>
                <a:lnTo>
                  <a:pt x="95008" y="448400"/>
                </a:lnTo>
                <a:lnTo>
                  <a:pt x="94813" y="443526"/>
                </a:lnTo>
                <a:lnTo>
                  <a:pt x="94609" y="438652"/>
                </a:lnTo>
                <a:lnTo>
                  <a:pt x="94402" y="433778"/>
                </a:lnTo>
                <a:lnTo>
                  <a:pt x="94195" y="428904"/>
                </a:lnTo>
                <a:lnTo>
                  <a:pt x="93996" y="424030"/>
                </a:lnTo>
                <a:lnTo>
                  <a:pt x="93810" y="419156"/>
                </a:lnTo>
                <a:lnTo>
                  <a:pt x="93647" y="414282"/>
                </a:lnTo>
                <a:lnTo>
                  <a:pt x="93516" y="409408"/>
                </a:lnTo>
                <a:lnTo>
                  <a:pt x="93426" y="404534"/>
                </a:lnTo>
                <a:lnTo>
                  <a:pt x="93386" y="399661"/>
                </a:lnTo>
                <a:lnTo>
                  <a:pt x="93403" y="394787"/>
                </a:lnTo>
                <a:lnTo>
                  <a:pt x="93479" y="389913"/>
                </a:lnTo>
                <a:lnTo>
                  <a:pt x="93615" y="385039"/>
                </a:lnTo>
                <a:lnTo>
                  <a:pt x="93805" y="380165"/>
                </a:lnTo>
                <a:lnTo>
                  <a:pt x="94041" y="375291"/>
                </a:lnTo>
                <a:lnTo>
                  <a:pt x="94312" y="370417"/>
                </a:lnTo>
                <a:lnTo>
                  <a:pt x="94604" y="365543"/>
                </a:lnTo>
                <a:lnTo>
                  <a:pt x="94905" y="360669"/>
                </a:lnTo>
                <a:lnTo>
                  <a:pt x="95202" y="355795"/>
                </a:lnTo>
                <a:lnTo>
                  <a:pt x="95485" y="350921"/>
                </a:lnTo>
                <a:lnTo>
                  <a:pt x="95747" y="346048"/>
                </a:lnTo>
                <a:lnTo>
                  <a:pt x="95984" y="341174"/>
                </a:lnTo>
                <a:lnTo>
                  <a:pt x="96196" y="336300"/>
                </a:lnTo>
                <a:lnTo>
                  <a:pt x="96384" y="331426"/>
                </a:lnTo>
                <a:lnTo>
                  <a:pt x="96553" y="326552"/>
                </a:lnTo>
                <a:lnTo>
                  <a:pt x="96706" y="321678"/>
                </a:lnTo>
                <a:lnTo>
                  <a:pt x="96847" y="316804"/>
                </a:lnTo>
                <a:lnTo>
                  <a:pt x="96980" y="311930"/>
                </a:lnTo>
                <a:lnTo>
                  <a:pt x="97106" y="307056"/>
                </a:lnTo>
                <a:lnTo>
                  <a:pt x="97228" y="302182"/>
                </a:lnTo>
                <a:lnTo>
                  <a:pt x="97344" y="297308"/>
                </a:lnTo>
                <a:lnTo>
                  <a:pt x="97454" y="292435"/>
                </a:lnTo>
                <a:lnTo>
                  <a:pt x="97556" y="287561"/>
                </a:lnTo>
                <a:lnTo>
                  <a:pt x="97649" y="282687"/>
                </a:lnTo>
                <a:lnTo>
                  <a:pt x="97732" y="277813"/>
                </a:lnTo>
                <a:lnTo>
                  <a:pt x="97804" y="272939"/>
                </a:lnTo>
                <a:lnTo>
                  <a:pt x="97864" y="268065"/>
                </a:lnTo>
                <a:lnTo>
                  <a:pt x="97914" y="263191"/>
                </a:lnTo>
                <a:lnTo>
                  <a:pt x="97952" y="258317"/>
                </a:lnTo>
                <a:lnTo>
                  <a:pt x="97981" y="253443"/>
                </a:lnTo>
                <a:lnTo>
                  <a:pt x="98000" y="248569"/>
                </a:lnTo>
                <a:lnTo>
                  <a:pt x="98011" y="243695"/>
                </a:lnTo>
                <a:lnTo>
                  <a:pt x="98013" y="238822"/>
                </a:lnTo>
                <a:lnTo>
                  <a:pt x="98006" y="233948"/>
                </a:lnTo>
                <a:lnTo>
                  <a:pt x="97989" y="229074"/>
                </a:lnTo>
                <a:lnTo>
                  <a:pt x="97961" y="224200"/>
                </a:lnTo>
                <a:lnTo>
                  <a:pt x="97920" y="219326"/>
                </a:lnTo>
                <a:lnTo>
                  <a:pt x="97865" y="214452"/>
                </a:lnTo>
                <a:lnTo>
                  <a:pt x="97792" y="209578"/>
                </a:lnTo>
                <a:lnTo>
                  <a:pt x="97701" y="204704"/>
                </a:lnTo>
                <a:lnTo>
                  <a:pt x="97590" y="199830"/>
                </a:lnTo>
                <a:lnTo>
                  <a:pt x="97460" y="194956"/>
                </a:lnTo>
                <a:lnTo>
                  <a:pt x="97311" y="190082"/>
                </a:lnTo>
                <a:lnTo>
                  <a:pt x="97148" y="185209"/>
                </a:lnTo>
                <a:lnTo>
                  <a:pt x="96974" y="180335"/>
                </a:lnTo>
                <a:lnTo>
                  <a:pt x="96798" y="175461"/>
                </a:lnTo>
                <a:lnTo>
                  <a:pt x="96627" y="170587"/>
                </a:lnTo>
                <a:lnTo>
                  <a:pt x="96470" y="165713"/>
                </a:lnTo>
                <a:lnTo>
                  <a:pt x="96336" y="160839"/>
                </a:lnTo>
                <a:lnTo>
                  <a:pt x="96233" y="155965"/>
                </a:lnTo>
                <a:lnTo>
                  <a:pt x="96168" y="151091"/>
                </a:lnTo>
                <a:lnTo>
                  <a:pt x="96144" y="146217"/>
                </a:lnTo>
                <a:lnTo>
                  <a:pt x="96163" y="141343"/>
                </a:lnTo>
                <a:lnTo>
                  <a:pt x="96221" y="136469"/>
                </a:lnTo>
                <a:lnTo>
                  <a:pt x="96313" y="131596"/>
                </a:lnTo>
                <a:lnTo>
                  <a:pt x="96428" y="126722"/>
                </a:lnTo>
                <a:lnTo>
                  <a:pt x="96552" y="121848"/>
                </a:lnTo>
                <a:lnTo>
                  <a:pt x="96666" y="116974"/>
                </a:lnTo>
                <a:lnTo>
                  <a:pt x="96748" y="112100"/>
                </a:lnTo>
                <a:lnTo>
                  <a:pt x="96769" y="107226"/>
                </a:lnTo>
                <a:lnTo>
                  <a:pt x="96690" y="102352"/>
                </a:lnTo>
                <a:lnTo>
                  <a:pt x="96466" y="97478"/>
                </a:lnTo>
                <a:lnTo>
                  <a:pt x="96035" y="92604"/>
                </a:lnTo>
                <a:lnTo>
                  <a:pt x="95323" y="87730"/>
                </a:lnTo>
                <a:lnTo>
                  <a:pt x="94239" y="82856"/>
                </a:lnTo>
                <a:lnTo>
                  <a:pt x="92675" y="77983"/>
                </a:lnTo>
                <a:lnTo>
                  <a:pt x="90513" y="73109"/>
                </a:lnTo>
                <a:lnTo>
                  <a:pt x="87629" y="68235"/>
                </a:lnTo>
                <a:lnTo>
                  <a:pt x="83905" y="63361"/>
                </a:lnTo>
                <a:lnTo>
                  <a:pt x="79244" y="58487"/>
                </a:lnTo>
                <a:lnTo>
                  <a:pt x="73586" y="53613"/>
                </a:lnTo>
                <a:lnTo>
                  <a:pt x="66931" y="48739"/>
                </a:lnTo>
                <a:lnTo>
                  <a:pt x="59355" y="43865"/>
                </a:lnTo>
                <a:lnTo>
                  <a:pt x="51020" y="38991"/>
                </a:lnTo>
                <a:lnTo>
                  <a:pt x="42184" y="34117"/>
                </a:lnTo>
                <a:lnTo>
                  <a:pt x="33193" y="29243"/>
                </a:lnTo>
                <a:lnTo>
                  <a:pt x="24463" y="24370"/>
                </a:lnTo>
                <a:lnTo>
                  <a:pt x="16453" y="19496"/>
                </a:lnTo>
                <a:lnTo>
                  <a:pt x="9625" y="14622"/>
                </a:lnTo>
                <a:lnTo>
                  <a:pt x="4401" y="9748"/>
                </a:lnTo>
                <a:lnTo>
                  <a:pt x="1119" y="4874"/>
                </a:lnTo>
                <a:lnTo>
                  <a:pt x="0" y="0"/>
                </a:lnTo>
                <a:lnTo>
                  <a:pt x="196140" y="0"/>
                </a:lnTo>
                <a:lnTo>
                  <a:pt x="196140" y="0"/>
                </a:lnTo>
                <a:lnTo>
                  <a:pt x="195021" y="4874"/>
                </a:lnTo>
                <a:lnTo>
                  <a:pt x="191740" y="9748"/>
                </a:lnTo>
                <a:lnTo>
                  <a:pt x="186515" y="14622"/>
                </a:lnTo>
                <a:lnTo>
                  <a:pt x="179687" y="19496"/>
                </a:lnTo>
                <a:lnTo>
                  <a:pt x="171677" y="24370"/>
                </a:lnTo>
                <a:lnTo>
                  <a:pt x="162948" y="29243"/>
                </a:lnTo>
                <a:lnTo>
                  <a:pt x="153956" y="34117"/>
                </a:lnTo>
                <a:lnTo>
                  <a:pt x="145121" y="38991"/>
                </a:lnTo>
                <a:lnTo>
                  <a:pt x="136786" y="43865"/>
                </a:lnTo>
                <a:lnTo>
                  <a:pt x="129209" y="48739"/>
                </a:lnTo>
                <a:lnTo>
                  <a:pt x="122555" y="53613"/>
                </a:lnTo>
                <a:lnTo>
                  <a:pt x="116897" y="58487"/>
                </a:lnTo>
                <a:lnTo>
                  <a:pt x="112235" y="63361"/>
                </a:lnTo>
                <a:lnTo>
                  <a:pt x="108511" y="68235"/>
                </a:lnTo>
                <a:lnTo>
                  <a:pt x="105627" y="73109"/>
                </a:lnTo>
                <a:lnTo>
                  <a:pt x="103465" y="77983"/>
                </a:lnTo>
                <a:lnTo>
                  <a:pt x="101902" y="82856"/>
                </a:lnTo>
                <a:lnTo>
                  <a:pt x="100817" y="87730"/>
                </a:lnTo>
                <a:lnTo>
                  <a:pt x="100105" y="92604"/>
                </a:lnTo>
                <a:lnTo>
                  <a:pt x="99675" y="97478"/>
                </a:lnTo>
                <a:lnTo>
                  <a:pt x="99450" y="102352"/>
                </a:lnTo>
                <a:lnTo>
                  <a:pt x="99372" y="107226"/>
                </a:lnTo>
                <a:lnTo>
                  <a:pt x="99392" y="112100"/>
                </a:lnTo>
                <a:lnTo>
                  <a:pt x="99474" y="116974"/>
                </a:lnTo>
                <a:lnTo>
                  <a:pt x="99589" y="121848"/>
                </a:lnTo>
                <a:lnTo>
                  <a:pt x="99712" y="126722"/>
                </a:lnTo>
                <a:lnTo>
                  <a:pt x="99827" y="131596"/>
                </a:lnTo>
                <a:lnTo>
                  <a:pt x="99919" y="136469"/>
                </a:lnTo>
                <a:lnTo>
                  <a:pt x="99977" y="141343"/>
                </a:lnTo>
                <a:lnTo>
                  <a:pt x="99996" y="146217"/>
                </a:lnTo>
                <a:lnTo>
                  <a:pt x="99973" y="151091"/>
                </a:lnTo>
                <a:lnTo>
                  <a:pt x="99908" y="155965"/>
                </a:lnTo>
                <a:lnTo>
                  <a:pt x="99805" y="160839"/>
                </a:lnTo>
                <a:lnTo>
                  <a:pt x="99671" y="165713"/>
                </a:lnTo>
                <a:lnTo>
                  <a:pt x="99514" y="170587"/>
                </a:lnTo>
                <a:lnTo>
                  <a:pt x="99342" y="175461"/>
                </a:lnTo>
                <a:lnTo>
                  <a:pt x="99166" y="180335"/>
                </a:lnTo>
                <a:lnTo>
                  <a:pt x="98993" y="185209"/>
                </a:lnTo>
                <a:lnTo>
                  <a:pt x="98829" y="190082"/>
                </a:lnTo>
                <a:lnTo>
                  <a:pt x="98681" y="194956"/>
                </a:lnTo>
                <a:lnTo>
                  <a:pt x="98550" y="199830"/>
                </a:lnTo>
                <a:lnTo>
                  <a:pt x="98439" y="204704"/>
                </a:lnTo>
                <a:lnTo>
                  <a:pt x="98348" y="209578"/>
                </a:lnTo>
                <a:lnTo>
                  <a:pt x="98276" y="214452"/>
                </a:lnTo>
                <a:lnTo>
                  <a:pt x="98220" y="219326"/>
                </a:lnTo>
                <a:lnTo>
                  <a:pt x="98179" y="224200"/>
                </a:lnTo>
                <a:lnTo>
                  <a:pt x="98151" y="229074"/>
                </a:lnTo>
                <a:lnTo>
                  <a:pt x="98134" y="233948"/>
                </a:lnTo>
                <a:lnTo>
                  <a:pt x="98127" y="238822"/>
                </a:lnTo>
                <a:lnTo>
                  <a:pt x="98129" y="243695"/>
                </a:lnTo>
                <a:lnTo>
                  <a:pt x="98140" y="248569"/>
                </a:lnTo>
                <a:lnTo>
                  <a:pt x="98159" y="253443"/>
                </a:lnTo>
                <a:lnTo>
                  <a:pt x="98188" y="258317"/>
                </a:lnTo>
                <a:lnTo>
                  <a:pt x="98227" y="263191"/>
                </a:lnTo>
                <a:lnTo>
                  <a:pt x="98276" y="268065"/>
                </a:lnTo>
                <a:lnTo>
                  <a:pt x="98337" y="272939"/>
                </a:lnTo>
                <a:lnTo>
                  <a:pt x="98408" y="277813"/>
                </a:lnTo>
                <a:lnTo>
                  <a:pt x="98491" y="282687"/>
                </a:lnTo>
                <a:lnTo>
                  <a:pt x="98584" y="287561"/>
                </a:lnTo>
                <a:lnTo>
                  <a:pt x="98687" y="292435"/>
                </a:lnTo>
                <a:lnTo>
                  <a:pt x="98796" y="297308"/>
                </a:lnTo>
                <a:lnTo>
                  <a:pt x="98913" y="302182"/>
                </a:lnTo>
                <a:lnTo>
                  <a:pt x="99034" y="307056"/>
                </a:lnTo>
                <a:lnTo>
                  <a:pt x="99161" y="311930"/>
                </a:lnTo>
                <a:lnTo>
                  <a:pt x="99294" y="316804"/>
                </a:lnTo>
                <a:lnTo>
                  <a:pt x="99435" y="321678"/>
                </a:lnTo>
                <a:lnTo>
                  <a:pt x="99588" y="326552"/>
                </a:lnTo>
                <a:lnTo>
                  <a:pt x="99756" y="331426"/>
                </a:lnTo>
                <a:lnTo>
                  <a:pt x="99945" y="336300"/>
                </a:lnTo>
                <a:lnTo>
                  <a:pt x="100156" y="341174"/>
                </a:lnTo>
                <a:lnTo>
                  <a:pt x="100394" y="346048"/>
                </a:lnTo>
                <a:lnTo>
                  <a:pt x="100655" y="350921"/>
                </a:lnTo>
                <a:lnTo>
                  <a:pt x="100938" y="355795"/>
                </a:lnTo>
                <a:lnTo>
                  <a:pt x="101235" y="360669"/>
                </a:lnTo>
                <a:lnTo>
                  <a:pt x="101536" y="365543"/>
                </a:lnTo>
                <a:lnTo>
                  <a:pt x="101829" y="370417"/>
                </a:lnTo>
                <a:lnTo>
                  <a:pt x="102099" y="375291"/>
                </a:lnTo>
                <a:lnTo>
                  <a:pt x="102336" y="380165"/>
                </a:lnTo>
                <a:lnTo>
                  <a:pt x="102526" y="385039"/>
                </a:lnTo>
                <a:lnTo>
                  <a:pt x="102661" y="389913"/>
                </a:lnTo>
                <a:lnTo>
                  <a:pt x="102737" y="394787"/>
                </a:lnTo>
                <a:lnTo>
                  <a:pt x="102754" y="399661"/>
                </a:lnTo>
                <a:lnTo>
                  <a:pt x="102714" y="404534"/>
                </a:lnTo>
                <a:lnTo>
                  <a:pt x="102625" y="409408"/>
                </a:lnTo>
                <a:lnTo>
                  <a:pt x="102494" y="414282"/>
                </a:lnTo>
                <a:lnTo>
                  <a:pt x="102330" y="419156"/>
                </a:lnTo>
                <a:lnTo>
                  <a:pt x="102145" y="424030"/>
                </a:lnTo>
                <a:lnTo>
                  <a:pt x="101945" y="428904"/>
                </a:lnTo>
                <a:lnTo>
                  <a:pt x="101738" y="433778"/>
                </a:lnTo>
                <a:lnTo>
                  <a:pt x="101531" y="438652"/>
                </a:lnTo>
                <a:lnTo>
                  <a:pt x="101328" y="443526"/>
                </a:lnTo>
                <a:lnTo>
                  <a:pt x="101132" y="448400"/>
                </a:lnTo>
                <a:lnTo>
                  <a:pt x="100947" y="453274"/>
                </a:lnTo>
                <a:lnTo>
                  <a:pt x="100775" y="458147"/>
                </a:lnTo>
                <a:lnTo>
                  <a:pt x="100621" y="463021"/>
                </a:lnTo>
                <a:lnTo>
                  <a:pt x="100486" y="467895"/>
                </a:lnTo>
                <a:lnTo>
                  <a:pt x="100377" y="472769"/>
                </a:lnTo>
                <a:lnTo>
                  <a:pt x="100300" y="477643"/>
                </a:lnTo>
                <a:lnTo>
                  <a:pt x="100263" y="482517"/>
                </a:lnTo>
                <a:lnTo>
                  <a:pt x="100278" y="487391"/>
                </a:lnTo>
                <a:lnTo>
                  <a:pt x="100362" y="492265"/>
                </a:lnTo>
                <a:lnTo>
                  <a:pt x="100533" y="497139"/>
                </a:lnTo>
                <a:lnTo>
                  <a:pt x="100816" y="502013"/>
                </a:lnTo>
                <a:lnTo>
                  <a:pt x="101242" y="506887"/>
                </a:lnTo>
                <a:lnTo>
                  <a:pt x="101842" y="511760"/>
                </a:lnTo>
                <a:lnTo>
                  <a:pt x="102652" y="516634"/>
                </a:lnTo>
                <a:lnTo>
                  <a:pt x="103704" y="521508"/>
                </a:lnTo>
                <a:lnTo>
                  <a:pt x="105024" y="526382"/>
                </a:lnTo>
                <a:lnTo>
                  <a:pt x="106629" y="531256"/>
                </a:lnTo>
                <a:lnTo>
                  <a:pt x="108519" y="536130"/>
                </a:lnTo>
                <a:lnTo>
                  <a:pt x="110671" y="541004"/>
                </a:lnTo>
                <a:lnTo>
                  <a:pt x="113040" y="545878"/>
                </a:lnTo>
                <a:lnTo>
                  <a:pt x="115551" y="550752"/>
                </a:lnTo>
                <a:lnTo>
                  <a:pt x="118106" y="555626"/>
                </a:lnTo>
                <a:lnTo>
                  <a:pt x="120588" y="560500"/>
                </a:lnTo>
                <a:lnTo>
                  <a:pt x="122865" y="565373"/>
                </a:lnTo>
                <a:lnTo>
                  <a:pt x="124807" y="570247"/>
                </a:lnTo>
                <a:lnTo>
                  <a:pt x="126293" y="575121"/>
                </a:lnTo>
                <a:lnTo>
                  <a:pt x="127226" y="579995"/>
                </a:lnTo>
                <a:lnTo>
                  <a:pt x="127544" y="584869"/>
                </a:lnTo>
                <a:lnTo>
                  <a:pt x="127544" y="584869"/>
                </a:lnTo>
                <a:close/>
              </a:path>
            </a:pathLst>
          </a:custGeom>
          <a:solidFill>
            <a:srgbClr val="00878B">
              <a:alpha val="12000"/>
            </a:srgbClr>
          </a:solidFill>
          <a:ln w="6985">
            <a:solidFill>
              <a:srgbClr val="00878B">
                <a:alpha val="12000"/>
              </a:srgbClr>
            </a:solidFill>
            <a:prstDash val="solid"/>
          </a:ln>
        </p:spPr>
      </p:sp>
      <p:sp>
        <p:nvSpPr>
          <p:cNvPr id="3769" name="03_assume_matched_9066">
            <a:extLst>
              <a:ext uri="{FF2B5EF4-FFF2-40B4-BE49-F238E27FC236}">
                <a16:creationId xmlns:a16="http://schemas.microsoft.com/office/drawing/2014/main" id="{D549E5A0-F774-4FDC-B2E2-DF99F3482790}"/>
              </a:ext>
            </a:extLst>
          </p:cNvPr>
          <p:cNvSpPr>
            <a:spLocks noGrp="1"/>
          </p:cNvSpPr>
          <p:nvPr/>
        </p:nvSpPr>
        <p:spPr>
          <a:xfrm>
            <a:off x="6029109" y="7182407"/>
            <a:ext cx="196140" cy="584869"/>
          </a:xfrm>
          <a:custGeom>
            <a:avLst/>
            <a:gdLst/>
            <a:ahLst/>
            <a:cxnLst/>
            <a:rect l="0" t="0" r="0" b="0"/>
            <a:pathLst>
              <a:path w="196140" h="584869">
                <a:moveTo>
                  <a:pt x="127544" y="584869"/>
                </a:moveTo>
                <a:lnTo>
                  <a:pt x="68596" y="584869"/>
                </a:lnTo>
                <a:lnTo>
                  <a:pt x="68915" y="579995"/>
                </a:lnTo>
                <a:lnTo>
                  <a:pt x="69848" y="575121"/>
                </a:lnTo>
                <a:lnTo>
                  <a:pt x="71333" y="570247"/>
                </a:lnTo>
                <a:lnTo>
                  <a:pt x="73275" y="565373"/>
                </a:lnTo>
                <a:lnTo>
                  <a:pt x="75552" y="560500"/>
                </a:lnTo>
                <a:lnTo>
                  <a:pt x="78034" y="555626"/>
                </a:lnTo>
                <a:lnTo>
                  <a:pt x="80590" y="550752"/>
                </a:lnTo>
                <a:lnTo>
                  <a:pt x="83101" y="545878"/>
                </a:lnTo>
                <a:lnTo>
                  <a:pt x="85469" y="541004"/>
                </a:lnTo>
                <a:lnTo>
                  <a:pt x="87621" y="536130"/>
                </a:lnTo>
                <a:lnTo>
                  <a:pt x="89511" y="531256"/>
                </a:lnTo>
                <a:lnTo>
                  <a:pt x="91116" y="526382"/>
                </a:lnTo>
                <a:lnTo>
                  <a:pt x="92437" y="521508"/>
                </a:lnTo>
                <a:lnTo>
                  <a:pt x="93488" y="516634"/>
                </a:lnTo>
                <a:lnTo>
                  <a:pt x="94298" y="511760"/>
                </a:lnTo>
                <a:lnTo>
                  <a:pt x="94898" y="506887"/>
                </a:lnTo>
                <a:lnTo>
                  <a:pt x="95324" y="502013"/>
                </a:lnTo>
                <a:lnTo>
                  <a:pt x="95608" y="497139"/>
                </a:lnTo>
                <a:lnTo>
                  <a:pt x="95779" y="492265"/>
                </a:lnTo>
                <a:lnTo>
                  <a:pt x="95862" y="487391"/>
                </a:lnTo>
                <a:lnTo>
                  <a:pt x="95877" y="482517"/>
                </a:lnTo>
                <a:lnTo>
                  <a:pt x="95840" y="477643"/>
                </a:lnTo>
                <a:lnTo>
                  <a:pt x="95763" y="472769"/>
                </a:lnTo>
                <a:lnTo>
                  <a:pt x="95654" y="467895"/>
                </a:lnTo>
                <a:lnTo>
                  <a:pt x="95520" y="463021"/>
                </a:lnTo>
                <a:lnTo>
                  <a:pt x="95365" y="458147"/>
                </a:lnTo>
                <a:lnTo>
                  <a:pt x="95193" y="453274"/>
                </a:lnTo>
                <a:lnTo>
                  <a:pt x="95008" y="448400"/>
                </a:lnTo>
                <a:lnTo>
                  <a:pt x="94813" y="443526"/>
                </a:lnTo>
                <a:lnTo>
                  <a:pt x="94609" y="438652"/>
                </a:lnTo>
                <a:lnTo>
                  <a:pt x="94402" y="433778"/>
                </a:lnTo>
                <a:lnTo>
                  <a:pt x="94195" y="428904"/>
                </a:lnTo>
                <a:lnTo>
                  <a:pt x="93996" y="424030"/>
                </a:lnTo>
                <a:lnTo>
                  <a:pt x="93810" y="419156"/>
                </a:lnTo>
                <a:lnTo>
                  <a:pt x="93647" y="414282"/>
                </a:lnTo>
                <a:lnTo>
                  <a:pt x="93516" y="409408"/>
                </a:lnTo>
                <a:lnTo>
                  <a:pt x="93426" y="404534"/>
                </a:lnTo>
                <a:lnTo>
                  <a:pt x="93386" y="399661"/>
                </a:lnTo>
                <a:lnTo>
                  <a:pt x="93403" y="394787"/>
                </a:lnTo>
                <a:lnTo>
                  <a:pt x="93479" y="389913"/>
                </a:lnTo>
                <a:lnTo>
                  <a:pt x="93615" y="385039"/>
                </a:lnTo>
                <a:lnTo>
                  <a:pt x="93805" y="380165"/>
                </a:lnTo>
                <a:lnTo>
                  <a:pt x="94041" y="375291"/>
                </a:lnTo>
                <a:lnTo>
                  <a:pt x="94312" y="370417"/>
                </a:lnTo>
                <a:lnTo>
                  <a:pt x="94604" y="365543"/>
                </a:lnTo>
                <a:lnTo>
                  <a:pt x="94905" y="360669"/>
                </a:lnTo>
                <a:lnTo>
                  <a:pt x="95202" y="355795"/>
                </a:lnTo>
                <a:lnTo>
                  <a:pt x="95485" y="350921"/>
                </a:lnTo>
                <a:lnTo>
                  <a:pt x="95747" y="346048"/>
                </a:lnTo>
                <a:lnTo>
                  <a:pt x="95984" y="341174"/>
                </a:lnTo>
                <a:lnTo>
                  <a:pt x="96196" y="336300"/>
                </a:lnTo>
                <a:lnTo>
                  <a:pt x="96384" y="331426"/>
                </a:lnTo>
                <a:lnTo>
                  <a:pt x="96553" y="326552"/>
                </a:lnTo>
                <a:lnTo>
                  <a:pt x="96706" y="321678"/>
                </a:lnTo>
                <a:lnTo>
                  <a:pt x="96847" y="316804"/>
                </a:lnTo>
                <a:lnTo>
                  <a:pt x="96980" y="311930"/>
                </a:lnTo>
                <a:lnTo>
                  <a:pt x="97106" y="307056"/>
                </a:lnTo>
                <a:lnTo>
                  <a:pt x="97228" y="302182"/>
                </a:lnTo>
                <a:lnTo>
                  <a:pt x="97344" y="297308"/>
                </a:lnTo>
                <a:lnTo>
                  <a:pt x="97454" y="292435"/>
                </a:lnTo>
                <a:lnTo>
                  <a:pt x="97556" y="287561"/>
                </a:lnTo>
                <a:lnTo>
                  <a:pt x="97649" y="282687"/>
                </a:lnTo>
                <a:lnTo>
                  <a:pt x="97732" y="277813"/>
                </a:lnTo>
                <a:lnTo>
                  <a:pt x="97804" y="272939"/>
                </a:lnTo>
                <a:lnTo>
                  <a:pt x="97864" y="268065"/>
                </a:lnTo>
                <a:lnTo>
                  <a:pt x="97914" y="263191"/>
                </a:lnTo>
                <a:lnTo>
                  <a:pt x="97952" y="258317"/>
                </a:lnTo>
                <a:lnTo>
                  <a:pt x="97981" y="253443"/>
                </a:lnTo>
                <a:lnTo>
                  <a:pt x="98000" y="248569"/>
                </a:lnTo>
                <a:lnTo>
                  <a:pt x="98011" y="243695"/>
                </a:lnTo>
                <a:lnTo>
                  <a:pt x="98013" y="238822"/>
                </a:lnTo>
                <a:lnTo>
                  <a:pt x="98006" y="233948"/>
                </a:lnTo>
                <a:lnTo>
                  <a:pt x="97989" y="229074"/>
                </a:lnTo>
                <a:lnTo>
                  <a:pt x="97961" y="224200"/>
                </a:lnTo>
                <a:lnTo>
                  <a:pt x="97920" y="219326"/>
                </a:lnTo>
                <a:lnTo>
                  <a:pt x="97865" y="214452"/>
                </a:lnTo>
                <a:lnTo>
                  <a:pt x="97792" y="209578"/>
                </a:lnTo>
                <a:lnTo>
                  <a:pt x="97701" y="204704"/>
                </a:lnTo>
                <a:lnTo>
                  <a:pt x="97590" y="199830"/>
                </a:lnTo>
                <a:lnTo>
                  <a:pt x="97460" y="194956"/>
                </a:lnTo>
                <a:lnTo>
                  <a:pt x="97311" y="190082"/>
                </a:lnTo>
                <a:lnTo>
                  <a:pt x="97148" y="185209"/>
                </a:lnTo>
                <a:lnTo>
                  <a:pt x="96974" y="180335"/>
                </a:lnTo>
                <a:lnTo>
                  <a:pt x="96798" y="175461"/>
                </a:lnTo>
                <a:lnTo>
                  <a:pt x="96627" y="170587"/>
                </a:lnTo>
                <a:lnTo>
                  <a:pt x="96470" y="165713"/>
                </a:lnTo>
                <a:lnTo>
                  <a:pt x="96336" y="160839"/>
                </a:lnTo>
                <a:lnTo>
                  <a:pt x="96233" y="155965"/>
                </a:lnTo>
                <a:lnTo>
                  <a:pt x="96168" y="151091"/>
                </a:lnTo>
                <a:lnTo>
                  <a:pt x="96144" y="146217"/>
                </a:lnTo>
                <a:lnTo>
                  <a:pt x="96163" y="141343"/>
                </a:lnTo>
                <a:lnTo>
                  <a:pt x="96221" y="136469"/>
                </a:lnTo>
                <a:lnTo>
                  <a:pt x="96313" y="131596"/>
                </a:lnTo>
                <a:lnTo>
                  <a:pt x="96428" y="126722"/>
                </a:lnTo>
                <a:lnTo>
                  <a:pt x="96552" y="121848"/>
                </a:lnTo>
                <a:lnTo>
                  <a:pt x="96666" y="116974"/>
                </a:lnTo>
                <a:lnTo>
                  <a:pt x="96748" y="112100"/>
                </a:lnTo>
                <a:lnTo>
                  <a:pt x="96769" y="107226"/>
                </a:lnTo>
                <a:lnTo>
                  <a:pt x="96690" y="102352"/>
                </a:lnTo>
                <a:lnTo>
                  <a:pt x="96466" y="97478"/>
                </a:lnTo>
                <a:lnTo>
                  <a:pt x="96035" y="92604"/>
                </a:lnTo>
                <a:lnTo>
                  <a:pt x="95323" y="87730"/>
                </a:lnTo>
                <a:lnTo>
                  <a:pt x="94239" y="82856"/>
                </a:lnTo>
                <a:lnTo>
                  <a:pt x="92675" y="77983"/>
                </a:lnTo>
                <a:lnTo>
                  <a:pt x="90513" y="73109"/>
                </a:lnTo>
                <a:lnTo>
                  <a:pt x="87629" y="68235"/>
                </a:lnTo>
                <a:lnTo>
                  <a:pt x="83905" y="63361"/>
                </a:lnTo>
                <a:lnTo>
                  <a:pt x="79244" y="58487"/>
                </a:lnTo>
                <a:lnTo>
                  <a:pt x="73586" y="53613"/>
                </a:lnTo>
                <a:lnTo>
                  <a:pt x="66931" y="48739"/>
                </a:lnTo>
                <a:lnTo>
                  <a:pt x="59355" y="43865"/>
                </a:lnTo>
                <a:lnTo>
                  <a:pt x="51020" y="38991"/>
                </a:lnTo>
                <a:lnTo>
                  <a:pt x="42184" y="34117"/>
                </a:lnTo>
                <a:lnTo>
                  <a:pt x="33193" y="29243"/>
                </a:lnTo>
                <a:lnTo>
                  <a:pt x="24463" y="24370"/>
                </a:lnTo>
                <a:lnTo>
                  <a:pt x="16453" y="19496"/>
                </a:lnTo>
                <a:lnTo>
                  <a:pt x="9625" y="14622"/>
                </a:lnTo>
                <a:lnTo>
                  <a:pt x="4401" y="9748"/>
                </a:lnTo>
                <a:lnTo>
                  <a:pt x="1119" y="4874"/>
                </a:lnTo>
                <a:lnTo>
                  <a:pt x="0" y="0"/>
                </a:lnTo>
                <a:lnTo>
                  <a:pt x="196140" y="0"/>
                </a:lnTo>
                <a:lnTo>
                  <a:pt x="196140" y="0"/>
                </a:lnTo>
                <a:lnTo>
                  <a:pt x="195021" y="4874"/>
                </a:lnTo>
                <a:lnTo>
                  <a:pt x="191740" y="9748"/>
                </a:lnTo>
                <a:lnTo>
                  <a:pt x="186515" y="14622"/>
                </a:lnTo>
                <a:lnTo>
                  <a:pt x="179687" y="19496"/>
                </a:lnTo>
                <a:lnTo>
                  <a:pt x="171677" y="24370"/>
                </a:lnTo>
                <a:lnTo>
                  <a:pt x="162948" y="29243"/>
                </a:lnTo>
                <a:lnTo>
                  <a:pt x="153956" y="34117"/>
                </a:lnTo>
                <a:lnTo>
                  <a:pt x="145121" y="38991"/>
                </a:lnTo>
                <a:lnTo>
                  <a:pt x="136786" y="43865"/>
                </a:lnTo>
                <a:lnTo>
                  <a:pt x="129209" y="48739"/>
                </a:lnTo>
                <a:lnTo>
                  <a:pt x="122555" y="53613"/>
                </a:lnTo>
                <a:lnTo>
                  <a:pt x="116897" y="58487"/>
                </a:lnTo>
                <a:lnTo>
                  <a:pt x="112235" y="63361"/>
                </a:lnTo>
                <a:lnTo>
                  <a:pt x="108511" y="68235"/>
                </a:lnTo>
                <a:lnTo>
                  <a:pt x="105627" y="73109"/>
                </a:lnTo>
                <a:lnTo>
                  <a:pt x="103465" y="77983"/>
                </a:lnTo>
                <a:lnTo>
                  <a:pt x="101902" y="82856"/>
                </a:lnTo>
                <a:lnTo>
                  <a:pt x="100817" y="87730"/>
                </a:lnTo>
                <a:lnTo>
                  <a:pt x="100105" y="92604"/>
                </a:lnTo>
                <a:lnTo>
                  <a:pt x="99675" y="97478"/>
                </a:lnTo>
                <a:lnTo>
                  <a:pt x="99450" y="102352"/>
                </a:lnTo>
                <a:lnTo>
                  <a:pt x="99372" y="107226"/>
                </a:lnTo>
                <a:lnTo>
                  <a:pt x="99392" y="112100"/>
                </a:lnTo>
                <a:lnTo>
                  <a:pt x="99474" y="116974"/>
                </a:lnTo>
                <a:lnTo>
                  <a:pt x="99589" y="121848"/>
                </a:lnTo>
                <a:lnTo>
                  <a:pt x="99712" y="126722"/>
                </a:lnTo>
                <a:lnTo>
                  <a:pt x="99827" y="131596"/>
                </a:lnTo>
                <a:lnTo>
                  <a:pt x="99919" y="136469"/>
                </a:lnTo>
                <a:lnTo>
                  <a:pt x="99977" y="141343"/>
                </a:lnTo>
                <a:lnTo>
                  <a:pt x="99996" y="146217"/>
                </a:lnTo>
                <a:lnTo>
                  <a:pt x="99973" y="151091"/>
                </a:lnTo>
                <a:lnTo>
                  <a:pt x="99908" y="155965"/>
                </a:lnTo>
                <a:lnTo>
                  <a:pt x="99805" y="160839"/>
                </a:lnTo>
                <a:lnTo>
                  <a:pt x="99671" y="165713"/>
                </a:lnTo>
                <a:lnTo>
                  <a:pt x="99514" y="170587"/>
                </a:lnTo>
                <a:lnTo>
                  <a:pt x="99342" y="175461"/>
                </a:lnTo>
                <a:lnTo>
                  <a:pt x="99166" y="180335"/>
                </a:lnTo>
                <a:lnTo>
                  <a:pt x="98993" y="185209"/>
                </a:lnTo>
                <a:lnTo>
                  <a:pt x="98829" y="190082"/>
                </a:lnTo>
                <a:lnTo>
                  <a:pt x="98681" y="194956"/>
                </a:lnTo>
                <a:lnTo>
                  <a:pt x="98550" y="199830"/>
                </a:lnTo>
                <a:lnTo>
                  <a:pt x="98439" y="204704"/>
                </a:lnTo>
                <a:lnTo>
                  <a:pt x="98348" y="209578"/>
                </a:lnTo>
                <a:lnTo>
                  <a:pt x="98276" y="214452"/>
                </a:lnTo>
                <a:lnTo>
                  <a:pt x="98220" y="219326"/>
                </a:lnTo>
                <a:lnTo>
                  <a:pt x="98179" y="224200"/>
                </a:lnTo>
                <a:lnTo>
                  <a:pt x="98151" y="229074"/>
                </a:lnTo>
                <a:lnTo>
                  <a:pt x="98134" y="233948"/>
                </a:lnTo>
                <a:lnTo>
                  <a:pt x="98127" y="238822"/>
                </a:lnTo>
                <a:lnTo>
                  <a:pt x="98129" y="243695"/>
                </a:lnTo>
                <a:lnTo>
                  <a:pt x="98140" y="248569"/>
                </a:lnTo>
                <a:lnTo>
                  <a:pt x="98159" y="253443"/>
                </a:lnTo>
                <a:lnTo>
                  <a:pt x="98188" y="258317"/>
                </a:lnTo>
                <a:lnTo>
                  <a:pt x="98227" y="263191"/>
                </a:lnTo>
                <a:lnTo>
                  <a:pt x="98276" y="268065"/>
                </a:lnTo>
                <a:lnTo>
                  <a:pt x="98337" y="272939"/>
                </a:lnTo>
                <a:lnTo>
                  <a:pt x="98408" y="277813"/>
                </a:lnTo>
                <a:lnTo>
                  <a:pt x="98491" y="282687"/>
                </a:lnTo>
                <a:lnTo>
                  <a:pt x="98584" y="287561"/>
                </a:lnTo>
                <a:lnTo>
                  <a:pt x="98687" y="292435"/>
                </a:lnTo>
                <a:lnTo>
                  <a:pt x="98796" y="297308"/>
                </a:lnTo>
                <a:lnTo>
                  <a:pt x="98913" y="302182"/>
                </a:lnTo>
                <a:lnTo>
                  <a:pt x="99034" y="307056"/>
                </a:lnTo>
                <a:lnTo>
                  <a:pt x="99161" y="311930"/>
                </a:lnTo>
                <a:lnTo>
                  <a:pt x="99294" y="316804"/>
                </a:lnTo>
                <a:lnTo>
                  <a:pt x="99435" y="321678"/>
                </a:lnTo>
                <a:lnTo>
                  <a:pt x="99588" y="326552"/>
                </a:lnTo>
                <a:lnTo>
                  <a:pt x="99756" y="331426"/>
                </a:lnTo>
                <a:lnTo>
                  <a:pt x="99945" y="336300"/>
                </a:lnTo>
                <a:lnTo>
                  <a:pt x="100156" y="341174"/>
                </a:lnTo>
                <a:lnTo>
                  <a:pt x="100394" y="346048"/>
                </a:lnTo>
                <a:lnTo>
                  <a:pt x="100655" y="350921"/>
                </a:lnTo>
                <a:lnTo>
                  <a:pt x="100938" y="355795"/>
                </a:lnTo>
                <a:lnTo>
                  <a:pt x="101235" y="360669"/>
                </a:lnTo>
                <a:lnTo>
                  <a:pt x="101536" y="365543"/>
                </a:lnTo>
                <a:lnTo>
                  <a:pt x="101829" y="370417"/>
                </a:lnTo>
                <a:lnTo>
                  <a:pt x="102099" y="375291"/>
                </a:lnTo>
                <a:lnTo>
                  <a:pt x="102336" y="380165"/>
                </a:lnTo>
                <a:lnTo>
                  <a:pt x="102526" y="385039"/>
                </a:lnTo>
                <a:lnTo>
                  <a:pt x="102661" y="389913"/>
                </a:lnTo>
                <a:lnTo>
                  <a:pt x="102737" y="394787"/>
                </a:lnTo>
                <a:lnTo>
                  <a:pt x="102754" y="399661"/>
                </a:lnTo>
                <a:lnTo>
                  <a:pt x="102714" y="404534"/>
                </a:lnTo>
                <a:lnTo>
                  <a:pt x="102625" y="409408"/>
                </a:lnTo>
                <a:lnTo>
                  <a:pt x="102494" y="414282"/>
                </a:lnTo>
                <a:lnTo>
                  <a:pt x="102330" y="419156"/>
                </a:lnTo>
                <a:lnTo>
                  <a:pt x="102145" y="424030"/>
                </a:lnTo>
                <a:lnTo>
                  <a:pt x="101945" y="428904"/>
                </a:lnTo>
                <a:lnTo>
                  <a:pt x="101738" y="433778"/>
                </a:lnTo>
                <a:lnTo>
                  <a:pt x="101531" y="438652"/>
                </a:lnTo>
                <a:lnTo>
                  <a:pt x="101328" y="443526"/>
                </a:lnTo>
                <a:lnTo>
                  <a:pt x="101132" y="448400"/>
                </a:lnTo>
                <a:lnTo>
                  <a:pt x="100947" y="453274"/>
                </a:lnTo>
                <a:lnTo>
                  <a:pt x="100775" y="458147"/>
                </a:lnTo>
                <a:lnTo>
                  <a:pt x="100621" y="463021"/>
                </a:lnTo>
                <a:lnTo>
                  <a:pt x="100486" y="467895"/>
                </a:lnTo>
                <a:lnTo>
                  <a:pt x="100377" y="472769"/>
                </a:lnTo>
                <a:lnTo>
                  <a:pt x="100300" y="477643"/>
                </a:lnTo>
                <a:lnTo>
                  <a:pt x="100263" y="482517"/>
                </a:lnTo>
                <a:lnTo>
                  <a:pt x="100278" y="487391"/>
                </a:lnTo>
                <a:lnTo>
                  <a:pt x="100362" y="492265"/>
                </a:lnTo>
                <a:lnTo>
                  <a:pt x="100533" y="497139"/>
                </a:lnTo>
                <a:lnTo>
                  <a:pt x="100816" y="502013"/>
                </a:lnTo>
                <a:lnTo>
                  <a:pt x="101242" y="506887"/>
                </a:lnTo>
                <a:lnTo>
                  <a:pt x="101842" y="511760"/>
                </a:lnTo>
                <a:lnTo>
                  <a:pt x="102652" y="516634"/>
                </a:lnTo>
                <a:lnTo>
                  <a:pt x="103704" y="521508"/>
                </a:lnTo>
                <a:lnTo>
                  <a:pt x="105024" y="526382"/>
                </a:lnTo>
                <a:lnTo>
                  <a:pt x="106629" y="531256"/>
                </a:lnTo>
                <a:lnTo>
                  <a:pt x="108519" y="536130"/>
                </a:lnTo>
                <a:lnTo>
                  <a:pt x="110671" y="541004"/>
                </a:lnTo>
                <a:lnTo>
                  <a:pt x="113040" y="545878"/>
                </a:lnTo>
                <a:lnTo>
                  <a:pt x="115551" y="550752"/>
                </a:lnTo>
                <a:lnTo>
                  <a:pt x="118106" y="555626"/>
                </a:lnTo>
                <a:lnTo>
                  <a:pt x="120588" y="560500"/>
                </a:lnTo>
                <a:lnTo>
                  <a:pt x="122865" y="565373"/>
                </a:lnTo>
                <a:lnTo>
                  <a:pt x="124807" y="570247"/>
                </a:lnTo>
                <a:lnTo>
                  <a:pt x="126293" y="575121"/>
                </a:lnTo>
                <a:lnTo>
                  <a:pt x="127226" y="579995"/>
                </a:lnTo>
                <a:lnTo>
                  <a:pt x="127544" y="584869"/>
                </a:lnTo>
                <a:lnTo>
                  <a:pt x="127544" y="584869"/>
                </a:lnTo>
                <a:close/>
              </a:path>
            </a:pathLst>
          </a:custGeom>
          <a:solidFill>
            <a:srgbClr val="00878B">
              <a:alpha val="12000"/>
            </a:srgbClr>
          </a:solidFill>
          <a:ln w="6985">
            <a:solidFill>
              <a:srgbClr val="00878B">
                <a:alpha val="12000"/>
              </a:srgbClr>
            </a:solidFill>
            <a:prstDash val="solid"/>
          </a:ln>
        </p:spPr>
      </p:sp>
      <p:sp>
        <p:nvSpPr>
          <p:cNvPr id="3770" name="03_assume_matched_9067">
            <a:extLst>
              <a:ext uri="{FF2B5EF4-FFF2-40B4-BE49-F238E27FC236}">
                <a16:creationId xmlns:a16="http://schemas.microsoft.com/office/drawing/2014/main" id="{8366BA35-03AC-47A8-A5D2-7FB176C62C0A}"/>
              </a:ext>
            </a:extLst>
          </p:cNvPr>
          <p:cNvSpPr>
            <a:spLocks noGrp="1"/>
          </p:cNvSpPr>
          <p:nvPr/>
        </p:nvSpPr>
        <p:spPr>
          <a:xfrm>
            <a:off x="3864021"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771" name="text_9068">
            <a:extLst>
              <a:ext uri="{FF2B5EF4-FFF2-40B4-BE49-F238E27FC236}">
                <a16:creationId xmlns:a16="http://schemas.microsoft.com/office/drawing/2014/main" id="{F7C6C07E-3E54-4D2A-8A27-38BC442B6BD7}"/>
              </a:ext>
            </a:extLst>
          </p:cNvPr>
          <p:cNvSpPr>
            <a:spLocks noGrp="1"/>
          </p:cNvSpPr>
          <p:nvPr/>
        </p:nvSpPr>
        <p:spPr>
          <a:xfrm>
            <a:off x="3838248" y="7865839"/>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3772" name="03_assume_matched_9069">
            <a:extLst>
              <a:ext uri="{FF2B5EF4-FFF2-40B4-BE49-F238E27FC236}">
                <a16:creationId xmlns:a16="http://schemas.microsoft.com/office/drawing/2014/main" id="{5AA94F80-3292-4158-A7F8-9498CA5841BD}"/>
              </a:ext>
            </a:extLst>
          </p:cNvPr>
          <p:cNvSpPr>
            <a:spLocks noGrp="1"/>
          </p:cNvSpPr>
          <p:nvPr/>
        </p:nvSpPr>
        <p:spPr>
          <a:xfrm>
            <a:off x="4241214"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773" name="text_9070">
            <a:extLst>
              <a:ext uri="{FF2B5EF4-FFF2-40B4-BE49-F238E27FC236}">
                <a16:creationId xmlns:a16="http://schemas.microsoft.com/office/drawing/2014/main" id="{A1832020-496D-4B6F-8987-0B857DF066B0}"/>
              </a:ext>
            </a:extLst>
          </p:cNvPr>
          <p:cNvSpPr>
            <a:spLocks noGrp="1"/>
          </p:cNvSpPr>
          <p:nvPr/>
        </p:nvSpPr>
        <p:spPr>
          <a:xfrm>
            <a:off x="4189667" y="7865839"/>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3774" name="03_assume_matched_9071">
            <a:extLst>
              <a:ext uri="{FF2B5EF4-FFF2-40B4-BE49-F238E27FC236}">
                <a16:creationId xmlns:a16="http://schemas.microsoft.com/office/drawing/2014/main" id="{9571500D-A6FE-440A-A8AC-F49D1C6EBED1}"/>
              </a:ext>
            </a:extLst>
          </p:cNvPr>
          <p:cNvSpPr>
            <a:spLocks noGrp="1"/>
          </p:cNvSpPr>
          <p:nvPr/>
        </p:nvSpPr>
        <p:spPr>
          <a:xfrm>
            <a:off x="4618407"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775" name="text_9072">
            <a:extLst>
              <a:ext uri="{FF2B5EF4-FFF2-40B4-BE49-F238E27FC236}">
                <a16:creationId xmlns:a16="http://schemas.microsoft.com/office/drawing/2014/main" id="{A733AB4F-9309-465F-873B-366E1171E673}"/>
              </a:ext>
            </a:extLst>
          </p:cNvPr>
          <p:cNvSpPr>
            <a:spLocks noGrp="1"/>
          </p:cNvSpPr>
          <p:nvPr/>
        </p:nvSpPr>
        <p:spPr>
          <a:xfrm>
            <a:off x="4541087"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3776" name="03_assume_matched_9073">
            <a:extLst>
              <a:ext uri="{FF2B5EF4-FFF2-40B4-BE49-F238E27FC236}">
                <a16:creationId xmlns:a16="http://schemas.microsoft.com/office/drawing/2014/main" id="{E7627B03-0192-49FB-A5DC-EE2D53D54A72}"/>
              </a:ext>
            </a:extLst>
          </p:cNvPr>
          <p:cNvSpPr>
            <a:spLocks noGrp="1"/>
          </p:cNvSpPr>
          <p:nvPr/>
        </p:nvSpPr>
        <p:spPr>
          <a:xfrm>
            <a:off x="5372793"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777" name="text_9074">
            <a:extLst>
              <a:ext uri="{FF2B5EF4-FFF2-40B4-BE49-F238E27FC236}">
                <a16:creationId xmlns:a16="http://schemas.microsoft.com/office/drawing/2014/main" id="{CCEA2CC9-5FAC-4DB1-BB5E-362384BF413A}"/>
              </a:ext>
            </a:extLst>
          </p:cNvPr>
          <p:cNvSpPr>
            <a:spLocks noGrp="1"/>
          </p:cNvSpPr>
          <p:nvPr/>
        </p:nvSpPr>
        <p:spPr>
          <a:xfrm>
            <a:off x="5295473"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200</a:t>
            </a:r>
          </a:p>
        </p:txBody>
      </p:sp>
      <p:sp>
        <p:nvSpPr>
          <p:cNvPr id="3778" name="03_assume_matched_9075">
            <a:extLst>
              <a:ext uri="{FF2B5EF4-FFF2-40B4-BE49-F238E27FC236}">
                <a16:creationId xmlns:a16="http://schemas.microsoft.com/office/drawing/2014/main" id="{9A6BEE30-DD08-4370-9376-16B1EFF88989}"/>
              </a:ext>
            </a:extLst>
          </p:cNvPr>
          <p:cNvSpPr>
            <a:spLocks noGrp="1"/>
          </p:cNvSpPr>
          <p:nvPr/>
        </p:nvSpPr>
        <p:spPr>
          <a:xfrm>
            <a:off x="6127179"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779" name="text_9076">
            <a:extLst>
              <a:ext uri="{FF2B5EF4-FFF2-40B4-BE49-F238E27FC236}">
                <a16:creationId xmlns:a16="http://schemas.microsoft.com/office/drawing/2014/main" id="{F8D4BE12-3167-4EE3-8726-5BFF3CD2A997}"/>
              </a:ext>
            </a:extLst>
          </p:cNvPr>
          <p:cNvSpPr>
            <a:spLocks noGrp="1"/>
          </p:cNvSpPr>
          <p:nvPr/>
        </p:nvSpPr>
        <p:spPr>
          <a:xfrm>
            <a:off x="6049859"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300</a:t>
            </a:r>
          </a:p>
        </p:txBody>
      </p:sp>
      <p:sp>
        <p:nvSpPr>
          <p:cNvPr id="3780" name="text_9077">
            <a:extLst>
              <a:ext uri="{FF2B5EF4-FFF2-40B4-BE49-F238E27FC236}">
                <a16:creationId xmlns:a16="http://schemas.microsoft.com/office/drawing/2014/main" id="{68EB7EF8-2910-466E-B61F-CF76B94E31C0}"/>
              </a:ext>
            </a:extLst>
          </p:cNvPr>
          <p:cNvSpPr>
            <a:spLocks noGrp="1"/>
          </p:cNvSpPr>
          <p:nvPr/>
        </p:nvSpPr>
        <p:spPr>
          <a:xfrm>
            <a:off x="4433880" y="8002004"/>
            <a:ext cx="1271930"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stStyle>
          <a:p>
            <a:pPr algn="l">
              <a:defRPr sz="800" b="0">
                <a:solidFill>
                  <a:srgbClr val="273744"/>
                </a:solidFill>
                <a:latin typeface="Arial"/>
                <a:ea typeface="Arial"/>
                <a:cs typeface="Arial"/>
              </a:defRPr>
            </a:pPr>
            <a:r>
              <a:rPr sz="800" b="0">
                <a:solidFill>
                  <a:srgbClr val="273744"/>
                </a:solidFill>
                <a:latin typeface="Arial"/>
                <a:ea typeface="Arial"/>
                <a:cs typeface="Arial"/>
              </a:rPr>
              <a:t>Relative attempt budget (%)</a:t>
            </a:r>
          </a:p>
        </p:txBody>
      </p:sp>
      <p:sp>
        <p:nvSpPr>
          <p:cNvPr id="3781" name="03_assume_matched_9078">
            <a:extLst>
              <a:ext uri="{FF2B5EF4-FFF2-40B4-BE49-F238E27FC236}">
                <a16:creationId xmlns:a16="http://schemas.microsoft.com/office/drawing/2014/main" id="{8521738F-7257-4AFA-85EB-8134129F70F5}"/>
              </a:ext>
            </a:extLst>
          </p:cNvPr>
          <p:cNvSpPr>
            <a:spLocks noGrp="1"/>
          </p:cNvSpPr>
          <p:nvPr/>
        </p:nvSpPr>
        <p:spPr>
          <a:xfrm>
            <a:off x="3841389" y="7767277"/>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782" name="03_assume_matched_9079">
            <a:extLst>
              <a:ext uri="{FF2B5EF4-FFF2-40B4-BE49-F238E27FC236}">
                <a16:creationId xmlns:a16="http://schemas.microsoft.com/office/drawing/2014/main" id="{64860D13-F809-4C60-A136-0E95D2DBB034}"/>
              </a:ext>
            </a:extLst>
          </p:cNvPr>
          <p:cNvSpPr>
            <a:spLocks noGrp="1"/>
          </p:cNvSpPr>
          <p:nvPr/>
        </p:nvSpPr>
        <p:spPr>
          <a:xfrm>
            <a:off x="3803289" y="776727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783" name="text_9080">
            <a:extLst>
              <a:ext uri="{FF2B5EF4-FFF2-40B4-BE49-F238E27FC236}">
                <a16:creationId xmlns:a16="http://schemas.microsoft.com/office/drawing/2014/main" id="{7F9159C8-730E-416A-BDDF-028C944DE56A}"/>
              </a:ext>
            </a:extLst>
          </p:cNvPr>
          <p:cNvSpPr>
            <a:spLocks noGrp="1"/>
          </p:cNvSpPr>
          <p:nvPr/>
        </p:nvSpPr>
        <p:spPr>
          <a:xfrm>
            <a:off x="3713643" y="7727216"/>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0</a:t>
            </a:r>
          </a:p>
        </p:txBody>
      </p:sp>
      <p:sp>
        <p:nvSpPr>
          <p:cNvPr id="3784" name="03_assume_matched_9081">
            <a:extLst>
              <a:ext uri="{FF2B5EF4-FFF2-40B4-BE49-F238E27FC236}">
                <a16:creationId xmlns:a16="http://schemas.microsoft.com/office/drawing/2014/main" id="{61E3C135-FE8E-498B-87C0-A6D1037DB98B}"/>
              </a:ext>
            </a:extLst>
          </p:cNvPr>
          <p:cNvSpPr>
            <a:spLocks noGrp="1"/>
          </p:cNvSpPr>
          <p:nvPr/>
        </p:nvSpPr>
        <p:spPr>
          <a:xfrm>
            <a:off x="3841389" y="7474842"/>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785" name="03_assume_matched_9082">
            <a:extLst>
              <a:ext uri="{FF2B5EF4-FFF2-40B4-BE49-F238E27FC236}">
                <a16:creationId xmlns:a16="http://schemas.microsoft.com/office/drawing/2014/main" id="{422122E7-D0B8-4DB4-9382-E5F58443BB3E}"/>
              </a:ext>
            </a:extLst>
          </p:cNvPr>
          <p:cNvSpPr>
            <a:spLocks noGrp="1"/>
          </p:cNvSpPr>
          <p:nvPr/>
        </p:nvSpPr>
        <p:spPr>
          <a:xfrm>
            <a:off x="3803289" y="7474842"/>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786" name="text_9083">
            <a:extLst>
              <a:ext uri="{FF2B5EF4-FFF2-40B4-BE49-F238E27FC236}">
                <a16:creationId xmlns:a16="http://schemas.microsoft.com/office/drawing/2014/main" id="{33B8AFA5-D8FB-4C19-988F-CF0202E6CC3A}"/>
              </a:ext>
            </a:extLst>
          </p:cNvPr>
          <p:cNvSpPr>
            <a:spLocks noGrp="1"/>
          </p:cNvSpPr>
          <p:nvPr/>
        </p:nvSpPr>
        <p:spPr>
          <a:xfrm>
            <a:off x="3662096" y="7434781"/>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50</a:t>
            </a:r>
          </a:p>
        </p:txBody>
      </p:sp>
      <p:sp>
        <p:nvSpPr>
          <p:cNvPr id="3787" name="03_assume_matched_9084">
            <a:extLst>
              <a:ext uri="{FF2B5EF4-FFF2-40B4-BE49-F238E27FC236}">
                <a16:creationId xmlns:a16="http://schemas.microsoft.com/office/drawing/2014/main" id="{0D632540-89AF-4C62-BA62-36B1FB4417B7}"/>
              </a:ext>
            </a:extLst>
          </p:cNvPr>
          <p:cNvSpPr>
            <a:spLocks noGrp="1"/>
          </p:cNvSpPr>
          <p:nvPr/>
        </p:nvSpPr>
        <p:spPr>
          <a:xfrm>
            <a:off x="3841389" y="7182407"/>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788" name="03_assume_matched_9085">
            <a:extLst>
              <a:ext uri="{FF2B5EF4-FFF2-40B4-BE49-F238E27FC236}">
                <a16:creationId xmlns:a16="http://schemas.microsoft.com/office/drawing/2014/main" id="{38F6EC43-C67E-4240-A5C2-2A57FE0DE303}"/>
              </a:ext>
            </a:extLst>
          </p:cNvPr>
          <p:cNvSpPr>
            <a:spLocks noGrp="1"/>
          </p:cNvSpPr>
          <p:nvPr/>
        </p:nvSpPr>
        <p:spPr>
          <a:xfrm>
            <a:off x="3803289" y="718240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789" name="text_9086">
            <a:extLst>
              <a:ext uri="{FF2B5EF4-FFF2-40B4-BE49-F238E27FC236}">
                <a16:creationId xmlns:a16="http://schemas.microsoft.com/office/drawing/2014/main" id="{0BBA7669-D287-4336-A5BD-1E58DA4946EA}"/>
              </a:ext>
            </a:extLst>
          </p:cNvPr>
          <p:cNvSpPr>
            <a:spLocks noGrp="1"/>
          </p:cNvSpPr>
          <p:nvPr/>
        </p:nvSpPr>
        <p:spPr>
          <a:xfrm>
            <a:off x="3610549" y="7142347"/>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b="0">
                <a:solidFill>
                  <a:srgbClr val="273744"/>
                </a:solidFill>
                <a:latin typeface="Arial"/>
                <a:ea typeface="Arial"/>
                <a:cs typeface="Arial"/>
              </a:rPr>
              <a:t>100</a:t>
            </a:r>
          </a:p>
        </p:txBody>
      </p:sp>
      <p:sp>
        <p:nvSpPr>
          <p:cNvPr id="3790" name="03_assume_matched_9087">
            <a:extLst>
              <a:ext uri="{FF2B5EF4-FFF2-40B4-BE49-F238E27FC236}">
                <a16:creationId xmlns:a16="http://schemas.microsoft.com/office/drawing/2014/main" id="{359B4227-8568-4539-B0B7-F5465ED9074D}"/>
              </a:ext>
            </a:extLst>
          </p:cNvPr>
          <p:cNvSpPr>
            <a:spLocks noGrp="1"/>
          </p:cNvSpPr>
          <p:nvPr/>
        </p:nvSpPr>
        <p:spPr>
          <a:xfrm>
            <a:off x="4278966" y="7460643"/>
            <a:ext cx="28398" cy="28398"/>
          </a:xfrm>
          <a:prstGeom prst="ellipse">
            <a:avLst/>
          </a:prstGeom>
          <a:solidFill>
            <a:srgbClr val="7F8C97">
              <a:alpha val="48000"/>
            </a:srgbClr>
          </a:solidFill>
          <a:ln w="0">
            <a:noFill/>
            <a:prstDash val="solid"/>
          </a:ln>
        </p:spPr>
      </p:sp>
      <p:sp>
        <p:nvSpPr>
          <p:cNvPr id="3791" name="03_assume_matched_9088">
            <a:extLst>
              <a:ext uri="{FF2B5EF4-FFF2-40B4-BE49-F238E27FC236}">
                <a16:creationId xmlns:a16="http://schemas.microsoft.com/office/drawing/2014/main" id="{F2E88BDA-6B02-412E-86BB-0F084AFBE1F0}"/>
              </a:ext>
            </a:extLst>
          </p:cNvPr>
          <p:cNvSpPr>
            <a:spLocks noGrp="1"/>
          </p:cNvSpPr>
          <p:nvPr/>
        </p:nvSpPr>
        <p:spPr>
          <a:xfrm>
            <a:off x="4267453" y="7753078"/>
            <a:ext cx="28398" cy="28398"/>
          </a:xfrm>
          <a:prstGeom prst="ellipse">
            <a:avLst/>
          </a:prstGeom>
          <a:solidFill>
            <a:srgbClr val="7F8C97">
              <a:alpha val="48000"/>
            </a:srgbClr>
          </a:solidFill>
          <a:ln w="0">
            <a:noFill/>
            <a:prstDash val="solid"/>
          </a:ln>
        </p:spPr>
      </p:sp>
      <p:sp>
        <p:nvSpPr>
          <p:cNvPr id="3792" name="03_assume_matched_9089">
            <a:extLst>
              <a:ext uri="{FF2B5EF4-FFF2-40B4-BE49-F238E27FC236}">
                <a16:creationId xmlns:a16="http://schemas.microsoft.com/office/drawing/2014/main" id="{51F86FD4-0FFF-4044-8D01-85317B011D11}"/>
              </a:ext>
            </a:extLst>
          </p:cNvPr>
          <p:cNvSpPr>
            <a:spLocks noGrp="1"/>
          </p:cNvSpPr>
          <p:nvPr/>
        </p:nvSpPr>
        <p:spPr>
          <a:xfrm>
            <a:off x="4210322" y="7753078"/>
            <a:ext cx="28398" cy="28398"/>
          </a:xfrm>
          <a:prstGeom prst="ellipse">
            <a:avLst/>
          </a:prstGeom>
          <a:solidFill>
            <a:srgbClr val="7F8C97">
              <a:alpha val="48000"/>
            </a:srgbClr>
          </a:solidFill>
          <a:ln w="0">
            <a:noFill/>
            <a:prstDash val="solid"/>
          </a:ln>
        </p:spPr>
      </p:sp>
      <p:sp>
        <p:nvSpPr>
          <p:cNvPr id="3793" name="03_assume_matched_9090">
            <a:extLst>
              <a:ext uri="{FF2B5EF4-FFF2-40B4-BE49-F238E27FC236}">
                <a16:creationId xmlns:a16="http://schemas.microsoft.com/office/drawing/2014/main" id="{08EB39C6-3799-4621-8297-9EF4DEC47663}"/>
              </a:ext>
            </a:extLst>
          </p:cNvPr>
          <p:cNvSpPr>
            <a:spLocks noGrp="1"/>
          </p:cNvSpPr>
          <p:nvPr/>
        </p:nvSpPr>
        <p:spPr>
          <a:xfrm>
            <a:off x="4289184" y="7460643"/>
            <a:ext cx="28398" cy="28398"/>
          </a:xfrm>
          <a:prstGeom prst="ellipse">
            <a:avLst/>
          </a:prstGeom>
          <a:solidFill>
            <a:srgbClr val="7F8C97">
              <a:alpha val="48000"/>
            </a:srgbClr>
          </a:solidFill>
          <a:ln w="0">
            <a:noFill/>
            <a:prstDash val="solid"/>
          </a:ln>
        </p:spPr>
      </p:sp>
      <p:sp>
        <p:nvSpPr>
          <p:cNvPr id="3794" name="03_assume_matched_9091">
            <a:extLst>
              <a:ext uri="{FF2B5EF4-FFF2-40B4-BE49-F238E27FC236}">
                <a16:creationId xmlns:a16="http://schemas.microsoft.com/office/drawing/2014/main" id="{8F9E842C-4F47-4448-9CD3-61734ADBBB17}"/>
              </a:ext>
            </a:extLst>
          </p:cNvPr>
          <p:cNvSpPr>
            <a:spLocks noGrp="1"/>
          </p:cNvSpPr>
          <p:nvPr/>
        </p:nvSpPr>
        <p:spPr>
          <a:xfrm>
            <a:off x="4256948" y="7502419"/>
            <a:ext cx="28398" cy="28398"/>
          </a:xfrm>
          <a:prstGeom prst="ellipse">
            <a:avLst/>
          </a:prstGeom>
          <a:solidFill>
            <a:srgbClr val="7F8C97">
              <a:alpha val="48000"/>
            </a:srgbClr>
          </a:solidFill>
          <a:ln w="0">
            <a:noFill/>
            <a:prstDash val="solid"/>
          </a:ln>
        </p:spPr>
      </p:sp>
      <p:sp>
        <p:nvSpPr>
          <p:cNvPr id="3795" name="03_assume_matched_9092">
            <a:extLst>
              <a:ext uri="{FF2B5EF4-FFF2-40B4-BE49-F238E27FC236}">
                <a16:creationId xmlns:a16="http://schemas.microsoft.com/office/drawing/2014/main" id="{5455271F-CDA7-4F42-B2A0-E8A539D47968}"/>
              </a:ext>
            </a:extLst>
          </p:cNvPr>
          <p:cNvSpPr>
            <a:spLocks noGrp="1"/>
          </p:cNvSpPr>
          <p:nvPr/>
        </p:nvSpPr>
        <p:spPr>
          <a:xfrm>
            <a:off x="4161680" y="7487228"/>
            <a:ext cx="28398" cy="28398"/>
          </a:xfrm>
          <a:prstGeom prst="ellipse">
            <a:avLst/>
          </a:prstGeom>
          <a:solidFill>
            <a:srgbClr val="7F8C97">
              <a:alpha val="48000"/>
            </a:srgbClr>
          </a:solidFill>
          <a:ln w="0">
            <a:noFill/>
            <a:prstDash val="solid"/>
          </a:ln>
        </p:spPr>
      </p:sp>
      <p:sp>
        <p:nvSpPr>
          <p:cNvPr id="3796" name="03_assume_matched_9093">
            <a:extLst>
              <a:ext uri="{FF2B5EF4-FFF2-40B4-BE49-F238E27FC236}">
                <a16:creationId xmlns:a16="http://schemas.microsoft.com/office/drawing/2014/main" id="{F32A9ED6-1C72-42C9-8C9B-137C1A21F317}"/>
              </a:ext>
            </a:extLst>
          </p:cNvPr>
          <p:cNvSpPr>
            <a:spLocks noGrp="1"/>
          </p:cNvSpPr>
          <p:nvPr/>
        </p:nvSpPr>
        <p:spPr>
          <a:xfrm>
            <a:off x="4192333" y="7753078"/>
            <a:ext cx="28398" cy="28398"/>
          </a:xfrm>
          <a:prstGeom prst="ellipse">
            <a:avLst/>
          </a:prstGeom>
          <a:solidFill>
            <a:srgbClr val="7F8C97">
              <a:alpha val="48000"/>
            </a:srgbClr>
          </a:solidFill>
          <a:ln w="0">
            <a:noFill/>
            <a:prstDash val="solid"/>
          </a:ln>
        </p:spPr>
      </p:sp>
      <p:sp>
        <p:nvSpPr>
          <p:cNvPr id="3797" name="03_assume_matched_9094">
            <a:extLst>
              <a:ext uri="{FF2B5EF4-FFF2-40B4-BE49-F238E27FC236}">
                <a16:creationId xmlns:a16="http://schemas.microsoft.com/office/drawing/2014/main" id="{2E43C222-6AF2-4BD0-B3D1-6030D9415B75}"/>
              </a:ext>
            </a:extLst>
          </p:cNvPr>
          <p:cNvSpPr>
            <a:spLocks noGrp="1"/>
          </p:cNvSpPr>
          <p:nvPr/>
        </p:nvSpPr>
        <p:spPr>
          <a:xfrm>
            <a:off x="4161393" y="7606860"/>
            <a:ext cx="28398" cy="28398"/>
          </a:xfrm>
          <a:prstGeom prst="ellipse">
            <a:avLst/>
          </a:prstGeom>
          <a:solidFill>
            <a:srgbClr val="7F8C97">
              <a:alpha val="48000"/>
            </a:srgbClr>
          </a:solidFill>
          <a:ln w="0">
            <a:noFill/>
            <a:prstDash val="solid"/>
          </a:ln>
        </p:spPr>
      </p:sp>
      <p:sp>
        <p:nvSpPr>
          <p:cNvPr id="3798" name="03_assume_matched_9095">
            <a:extLst>
              <a:ext uri="{FF2B5EF4-FFF2-40B4-BE49-F238E27FC236}">
                <a16:creationId xmlns:a16="http://schemas.microsoft.com/office/drawing/2014/main" id="{EFBE6732-BD80-43B7-9CE5-92AD6F9B4D81}"/>
              </a:ext>
            </a:extLst>
          </p:cNvPr>
          <p:cNvSpPr>
            <a:spLocks noGrp="1"/>
          </p:cNvSpPr>
          <p:nvPr/>
        </p:nvSpPr>
        <p:spPr>
          <a:xfrm>
            <a:off x="4242701" y="7460643"/>
            <a:ext cx="28398" cy="28398"/>
          </a:xfrm>
          <a:prstGeom prst="ellipse">
            <a:avLst/>
          </a:prstGeom>
          <a:solidFill>
            <a:srgbClr val="7F8C97">
              <a:alpha val="48000"/>
            </a:srgbClr>
          </a:solidFill>
          <a:ln w="0">
            <a:noFill/>
            <a:prstDash val="solid"/>
          </a:ln>
        </p:spPr>
      </p:sp>
      <p:sp>
        <p:nvSpPr>
          <p:cNvPr id="3799" name="03_assume_matched_9096">
            <a:extLst>
              <a:ext uri="{FF2B5EF4-FFF2-40B4-BE49-F238E27FC236}">
                <a16:creationId xmlns:a16="http://schemas.microsoft.com/office/drawing/2014/main" id="{F2BE3F2A-C73B-43AC-BE5A-684D4775ADA9}"/>
              </a:ext>
            </a:extLst>
          </p:cNvPr>
          <p:cNvSpPr>
            <a:spLocks noGrp="1"/>
          </p:cNvSpPr>
          <p:nvPr/>
        </p:nvSpPr>
        <p:spPr>
          <a:xfrm>
            <a:off x="4223993" y="7460643"/>
            <a:ext cx="28398" cy="28398"/>
          </a:xfrm>
          <a:prstGeom prst="ellipse">
            <a:avLst/>
          </a:prstGeom>
          <a:solidFill>
            <a:srgbClr val="7F8C97">
              <a:alpha val="48000"/>
            </a:srgbClr>
          </a:solidFill>
          <a:ln w="0">
            <a:noFill/>
            <a:prstDash val="solid"/>
          </a:ln>
        </p:spPr>
      </p:sp>
      <p:sp>
        <p:nvSpPr>
          <p:cNvPr id="3800" name="03_assume_matched_9097">
            <a:extLst>
              <a:ext uri="{FF2B5EF4-FFF2-40B4-BE49-F238E27FC236}">
                <a16:creationId xmlns:a16="http://schemas.microsoft.com/office/drawing/2014/main" id="{52314394-869F-4B0A-BFFB-B15B9D730EC0}"/>
              </a:ext>
            </a:extLst>
          </p:cNvPr>
          <p:cNvSpPr>
            <a:spLocks noGrp="1"/>
          </p:cNvSpPr>
          <p:nvPr/>
        </p:nvSpPr>
        <p:spPr>
          <a:xfrm>
            <a:off x="4208739" y="7753078"/>
            <a:ext cx="28398" cy="28398"/>
          </a:xfrm>
          <a:prstGeom prst="ellipse">
            <a:avLst/>
          </a:prstGeom>
          <a:solidFill>
            <a:srgbClr val="7F8C97">
              <a:alpha val="48000"/>
            </a:srgbClr>
          </a:solidFill>
          <a:ln w="0">
            <a:noFill/>
            <a:prstDash val="solid"/>
          </a:ln>
        </p:spPr>
      </p:sp>
      <p:sp>
        <p:nvSpPr>
          <p:cNvPr id="3801" name="03_assume_matched_9098">
            <a:extLst>
              <a:ext uri="{FF2B5EF4-FFF2-40B4-BE49-F238E27FC236}">
                <a16:creationId xmlns:a16="http://schemas.microsoft.com/office/drawing/2014/main" id="{31412BF5-2B8D-4282-9CEC-6C317AC4AD02}"/>
              </a:ext>
            </a:extLst>
          </p:cNvPr>
          <p:cNvSpPr>
            <a:spLocks noGrp="1"/>
          </p:cNvSpPr>
          <p:nvPr/>
        </p:nvSpPr>
        <p:spPr>
          <a:xfrm>
            <a:off x="4194492" y="7753078"/>
            <a:ext cx="28398" cy="28398"/>
          </a:xfrm>
          <a:prstGeom prst="ellipse">
            <a:avLst/>
          </a:prstGeom>
          <a:solidFill>
            <a:srgbClr val="7F8C97">
              <a:alpha val="48000"/>
            </a:srgbClr>
          </a:solidFill>
          <a:ln w="0">
            <a:noFill/>
            <a:prstDash val="solid"/>
          </a:ln>
        </p:spPr>
      </p:sp>
      <p:sp>
        <p:nvSpPr>
          <p:cNvPr id="3802" name="03_assume_matched_9099">
            <a:extLst>
              <a:ext uri="{FF2B5EF4-FFF2-40B4-BE49-F238E27FC236}">
                <a16:creationId xmlns:a16="http://schemas.microsoft.com/office/drawing/2014/main" id="{58E5B4EE-2920-4B41-99CB-DC47B45980A3}"/>
              </a:ext>
            </a:extLst>
          </p:cNvPr>
          <p:cNvSpPr>
            <a:spLocks noGrp="1"/>
          </p:cNvSpPr>
          <p:nvPr/>
        </p:nvSpPr>
        <p:spPr>
          <a:xfrm>
            <a:off x="4210897" y="7753078"/>
            <a:ext cx="28398" cy="28398"/>
          </a:xfrm>
          <a:prstGeom prst="ellipse">
            <a:avLst/>
          </a:prstGeom>
          <a:solidFill>
            <a:srgbClr val="7F8C97">
              <a:alpha val="48000"/>
            </a:srgbClr>
          </a:solidFill>
          <a:ln w="0">
            <a:noFill/>
            <a:prstDash val="solid"/>
          </a:ln>
        </p:spPr>
      </p:sp>
      <p:sp>
        <p:nvSpPr>
          <p:cNvPr id="3803" name="03_assume_matched_9100">
            <a:extLst>
              <a:ext uri="{FF2B5EF4-FFF2-40B4-BE49-F238E27FC236}">
                <a16:creationId xmlns:a16="http://schemas.microsoft.com/office/drawing/2014/main" id="{3AC582CF-5D94-47B2-B67A-27993F69DE81}"/>
              </a:ext>
            </a:extLst>
          </p:cNvPr>
          <p:cNvSpPr>
            <a:spLocks noGrp="1"/>
          </p:cNvSpPr>
          <p:nvPr/>
        </p:nvSpPr>
        <p:spPr>
          <a:xfrm>
            <a:off x="4296091" y="7460643"/>
            <a:ext cx="28398" cy="28398"/>
          </a:xfrm>
          <a:prstGeom prst="ellipse">
            <a:avLst/>
          </a:prstGeom>
          <a:solidFill>
            <a:srgbClr val="7F8C97">
              <a:alpha val="48000"/>
            </a:srgbClr>
          </a:solidFill>
          <a:ln w="0">
            <a:noFill/>
            <a:prstDash val="solid"/>
          </a:ln>
        </p:spPr>
      </p:sp>
      <p:sp>
        <p:nvSpPr>
          <p:cNvPr id="3804" name="03_assume_matched_9101">
            <a:extLst>
              <a:ext uri="{FF2B5EF4-FFF2-40B4-BE49-F238E27FC236}">
                <a16:creationId xmlns:a16="http://schemas.microsoft.com/office/drawing/2014/main" id="{336F8CBF-C8D7-4865-897E-0CD6F2169B17}"/>
              </a:ext>
            </a:extLst>
          </p:cNvPr>
          <p:cNvSpPr>
            <a:spLocks noGrp="1"/>
          </p:cNvSpPr>
          <p:nvPr/>
        </p:nvSpPr>
        <p:spPr>
          <a:xfrm>
            <a:off x="4251048" y="7558121"/>
            <a:ext cx="28398" cy="28398"/>
          </a:xfrm>
          <a:prstGeom prst="ellipse">
            <a:avLst/>
          </a:prstGeom>
          <a:solidFill>
            <a:srgbClr val="7F8C97">
              <a:alpha val="48000"/>
            </a:srgbClr>
          </a:solidFill>
          <a:ln w="0">
            <a:noFill/>
            <a:prstDash val="solid"/>
          </a:ln>
        </p:spPr>
      </p:sp>
      <p:sp>
        <p:nvSpPr>
          <p:cNvPr id="3805" name="03_assume_matched_9102">
            <a:extLst>
              <a:ext uri="{FF2B5EF4-FFF2-40B4-BE49-F238E27FC236}">
                <a16:creationId xmlns:a16="http://schemas.microsoft.com/office/drawing/2014/main" id="{7DDD8ADB-5C75-46AA-B619-6E94699F8198}"/>
              </a:ext>
            </a:extLst>
          </p:cNvPr>
          <p:cNvSpPr>
            <a:spLocks noGrp="1"/>
          </p:cNvSpPr>
          <p:nvPr/>
        </p:nvSpPr>
        <p:spPr>
          <a:xfrm>
            <a:off x="4260834" y="7655599"/>
            <a:ext cx="28398" cy="28398"/>
          </a:xfrm>
          <a:prstGeom prst="ellipse">
            <a:avLst/>
          </a:prstGeom>
          <a:solidFill>
            <a:srgbClr val="7F8C97">
              <a:alpha val="48000"/>
            </a:srgbClr>
          </a:solidFill>
          <a:ln w="0">
            <a:noFill/>
            <a:prstDash val="solid"/>
          </a:ln>
        </p:spPr>
      </p:sp>
      <p:sp>
        <p:nvSpPr>
          <p:cNvPr id="3806" name="03_assume_matched_9103">
            <a:extLst>
              <a:ext uri="{FF2B5EF4-FFF2-40B4-BE49-F238E27FC236}">
                <a16:creationId xmlns:a16="http://schemas.microsoft.com/office/drawing/2014/main" id="{0AFF0D47-3B20-4C40-8DC6-AD6C120D04BF}"/>
              </a:ext>
            </a:extLst>
          </p:cNvPr>
          <p:cNvSpPr>
            <a:spLocks noGrp="1"/>
          </p:cNvSpPr>
          <p:nvPr/>
        </p:nvSpPr>
        <p:spPr>
          <a:xfrm>
            <a:off x="4197658" y="7590614"/>
            <a:ext cx="28398" cy="28398"/>
          </a:xfrm>
          <a:prstGeom prst="ellipse">
            <a:avLst/>
          </a:prstGeom>
          <a:solidFill>
            <a:srgbClr val="7F8C97">
              <a:alpha val="48000"/>
            </a:srgbClr>
          </a:solidFill>
          <a:ln w="0">
            <a:noFill/>
            <a:prstDash val="solid"/>
          </a:ln>
        </p:spPr>
      </p:sp>
      <p:sp>
        <p:nvSpPr>
          <p:cNvPr id="3807" name="03_assume_matched_9104">
            <a:extLst>
              <a:ext uri="{FF2B5EF4-FFF2-40B4-BE49-F238E27FC236}">
                <a16:creationId xmlns:a16="http://schemas.microsoft.com/office/drawing/2014/main" id="{A6CB8E03-3BAE-43AA-91E0-DB574CFC74E6}"/>
              </a:ext>
            </a:extLst>
          </p:cNvPr>
          <p:cNvSpPr>
            <a:spLocks noGrp="1"/>
          </p:cNvSpPr>
          <p:nvPr/>
        </p:nvSpPr>
        <p:spPr>
          <a:xfrm>
            <a:off x="4288032" y="7558121"/>
            <a:ext cx="28398" cy="28398"/>
          </a:xfrm>
          <a:prstGeom prst="ellipse">
            <a:avLst/>
          </a:prstGeom>
          <a:solidFill>
            <a:srgbClr val="7F8C97">
              <a:alpha val="48000"/>
            </a:srgbClr>
          </a:solidFill>
          <a:ln w="0">
            <a:noFill/>
            <a:prstDash val="solid"/>
          </a:ln>
        </p:spPr>
      </p:sp>
      <p:sp>
        <p:nvSpPr>
          <p:cNvPr id="3808" name="03_assume_matched_9105">
            <a:extLst>
              <a:ext uri="{FF2B5EF4-FFF2-40B4-BE49-F238E27FC236}">
                <a16:creationId xmlns:a16="http://schemas.microsoft.com/office/drawing/2014/main" id="{75C7D489-E1C0-4B03-9290-76948A8F2292}"/>
              </a:ext>
            </a:extLst>
          </p:cNvPr>
          <p:cNvSpPr>
            <a:spLocks noGrp="1"/>
          </p:cNvSpPr>
          <p:nvPr/>
        </p:nvSpPr>
        <p:spPr>
          <a:xfrm>
            <a:off x="4261121" y="7487228"/>
            <a:ext cx="28398" cy="28398"/>
          </a:xfrm>
          <a:prstGeom prst="ellipse">
            <a:avLst/>
          </a:prstGeom>
          <a:solidFill>
            <a:srgbClr val="7F8C97">
              <a:alpha val="48000"/>
            </a:srgbClr>
          </a:solidFill>
          <a:ln w="0">
            <a:noFill/>
            <a:prstDash val="solid"/>
          </a:ln>
        </p:spPr>
      </p:sp>
      <p:sp>
        <p:nvSpPr>
          <p:cNvPr id="3809" name="03_assume_matched_9106">
            <a:extLst>
              <a:ext uri="{FF2B5EF4-FFF2-40B4-BE49-F238E27FC236}">
                <a16:creationId xmlns:a16="http://schemas.microsoft.com/office/drawing/2014/main" id="{533AD973-5E8E-4A52-89BE-0B0FFBDD7368}"/>
              </a:ext>
            </a:extLst>
          </p:cNvPr>
          <p:cNvSpPr>
            <a:spLocks noGrp="1"/>
          </p:cNvSpPr>
          <p:nvPr/>
        </p:nvSpPr>
        <p:spPr>
          <a:xfrm>
            <a:off x="4178949" y="7753078"/>
            <a:ext cx="28398" cy="28398"/>
          </a:xfrm>
          <a:prstGeom prst="ellipse">
            <a:avLst/>
          </a:prstGeom>
          <a:solidFill>
            <a:srgbClr val="7F8C97">
              <a:alpha val="48000"/>
            </a:srgbClr>
          </a:solidFill>
          <a:ln w="0">
            <a:noFill/>
            <a:prstDash val="solid"/>
          </a:ln>
        </p:spPr>
      </p:sp>
      <p:sp>
        <p:nvSpPr>
          <p:cNvPr id="3810" name="03_assume_matched_9107">
            <a:extLst>
              <a:ext uri="{FF2B5EF4-FFF2-40B4-BE49-F238E27FC236}">
                <a16:creationId xmlns:a16="http://schemas.microsoft.com/office/drawing/2014/main" id="{BCA4EF3E-6C6F-403B-80FB-7E9AA7D64D79}"/>
              </a:ext>
            </a:extLst>
          </p:cNvPr>
          <p:cNvSpPr>
            <a:spLocks noGrp="1"/>
          </p:cNvSpPr>
          <p:nvPr/>
        </p:nvSpPr>
        <p:spPr>
          <a:xfrm>
            <a:off x="4186289" y="7519130"/>
            <a:ext cx="28398" cy="28398"/>
          </a:xfrm>
          <a:prstGeom prst="ellipse">
            <a:avLst/>
          </a:prstGeom>
          <a:solidFill>
            <a:srgbClr val="7F8C97">
              <a:alpha val="48000"/>
            </a:srgbClr>
          </a:solidFill>
          <a:ln w="0">
            <a:noFill/>
            <a:prstDash val="solid"/>
          </a:ln>
        </p:spPr>
      </p:sp>
      <p:sp>
        <p:nvSpPr>
          <p:cNvPr id="3811" name="03_assume_matched_9108">
            <a:extLst>
              <a:ext uri="{FF2B5EF4-FFF2-40B4-BE49-F238E27FC236}">
                <a16:creationId xmlns:a16="http://schemas.microsoft.com/office/drawing/2014/main" id="{6E7CC75E-6D70-4101-A54F-0DAF7A766397}"/>
              </a:ext>
            </a:extLst>
          </p:cNvPr>
          <p:cNvSpPr>
            <a:spLocks noGrp="1"/>
          </p:cNvSpPr>
          <p:nvPr/>
        </p:nvSpPr>
        <p:spPr>
          <a:xfrm>
            <a:off x="4197514" y="7655599"/>
            <a:ext cx="28398" cy="28398"/>
          </a:xfrm>
          <a:prstGeom prst="ellipse">
            <a:avLst/>
          </a:prstGeom>
          <a:solidFill>
            <a:srgbClr val="7F8C97">
              <a:alpha val="48000"/>
            </a:srgbClr>
          </a:solidFill>
          <a:ln w="0">
            <a:noFill/>
            <a:prstDash val="solid"/>
          </a:ln>
        </p:spPr>
      </p:sp>
      <p:sp>
        <p:nvSpPr>
          <p:cNvPr id="3812" name="03_assume_matched_9109">
            <a:extLst>
              <a:ext uri="{FF2B5EF4-FFF2-40B4-BE49-F238E27FC236}">
                <a16:creationId xmlns:a16="http://schemas.microsoft.com/office/drawing/2014/main" id="{9F4CBD90-5529-4194-AFCB-3431D55CB9A4}"/>
              </a:ext>
            </a:extLst>
          </p:cNvPr>
          <p:cNvSpPr>
            <a:spLocks noGrp="1"/>
          </p:cNvSpPr>
          <p:nvPr/>
        </p:nvSpPr>
        <p:spPr>
          <a:xfrm>
            <a:off x="4286881" y="7460643"/>
            <a:ext cx="28398" cy="28398"/>
          </a:xfrm>
          <a:prstGeom prst="ellipse">
            <a:avLst/>
          </a:prstGeom>
          <a:solidFill>
            <a:srgbClr val="7F8C97">
              <a:alpha val="48000"/>
            </a:srgbClr>
          </a:solidFill>
          <a:ln w="0">
            <a:noFill/>
            <a:prstDash val="solid"/>
          </a:ln>
        </p:spPr>
      </p:sp>
      <p:sp>
        <p:nvSpPr>
          <p:cNvPr id="3813" name="03_assume_matched_9110">
            <a:extLst>
              <a:ext uri="{FF2B5EF4-FFF2-40B4-BE49-F238E27FC236}">
                <a16:creationId xmlns:a16="http://schemas.microsoft.com/office/drawing/2014/main" id="{F492AAC3-A30A-4F34-830E-EAC2E643424D}"/>
              </a:ext>
            </a:extLst>
          </p:cNvPr>
          <p:cNvSpPr>
            <a:spLocks noGrp="1"/>
          </p:cNvSpPr>
          <p:nvPr/>
        </p:nvSpPr>
        <p:spPr>
          <a:xfrm>
            <a:off x="4199816" y="7460643"/>
            <a:ext cx="28398" cy="28398"/>
          </a:xfrm>
          <a:prstGeom prst="ellipse">
            <a:avLst/>
          </a:prstGeom>
          <a:solidFill>
            <a:srgbClr val="7F8C97">
              <a:alpha val="48000"/>
            </a:srgbClr>
          </a:solidFill>
          <a:ln w="0">
            <a:noFill/>
            <a:prstDash val="solid"/>
          </a:ln>
        </p:spPr>
      </p:sp>
      <p:sp>
        <p:nvSpPr>
          <p:cNvPr id="3814" name="03_assume_matched_9111">
            <a:extLst>
              <a:ext uri="{FF2B5EF4-FFF2-40B4-BE49-F238E27FC236}">
                <a16:creationId xmlns:a16="http://schemas.microsoft.com/office/drawing/2014/main" id="{8E0BE7B9-1D42-4A92-91D5-C4AEEFD22C74}"/>
              </a:ext>
            </a:extLst>
          </p:cNvPr>
          <p:cNvSpPr>
            <a:spLocks noGrp="1"/>
          </p:cNvSpPr>
          <p:nvPr/>
        </p:nvSpPr>
        <p:spPr>
          <a:xfrm>
            <a:off x="4278822" y="7558121"/>
            <a:ext cx="28398" cy="28398"/>
          </a:xfrm>
          <a:prstGeom prst="ellipse">
            <a:avLst/>
          </a:prstGeom>
          <a:solidFill>
            <a:srgbClr val="7F8C97">
              <a:alpha val="48000"/>
            </a:srgbClr>
          </a:solidFill>
          <a:ln w="0">
            <a:noFill/>
            <a:prstDash val="solid"/>
          </a:ln>
        </p:spPr>
      </p:sp>
      <p:sp>
        <p:nvSpPr>
          <p:cNvPr id="3815" name="03_assume_matched_9112">
            <a:extLst>
              <a:ext uri="{FF2B5EF4-FFF2-40B4-BE49-F238E27FC236}">
                <a16:creationId xmlns:a16="http://schemas.microsoft.com/office/drawing/2014/main" id="{3AD871A0-62C3-4D2D-B843-706A917D37C9}"/>
              </a:ext>
            </a:extLst>
          </p:cNvPr>
          <p:cNvSpPr>
            <a:spLocks noGrp="1"/>
          </p:cNvSpPr>
          <p:nvPr/>
        </p:nvSpPr>
        <p:spPr>
          <a:xfrm>
            <a:off x="4279974" y="7460643"/>
            <a:ext cx="28398" cy="28398"/>
          </a:xfrm>
          <a:prstGeom prst="ellipse">
            <a:avLst/>
          </a:prstGeom>
          <a:solidFill>
            <a:srgbClr val="7F8C97">
              <a:alpha val="48000"/>
            </a:srgbClr>
          </a:solidFill>
          <a:ln w="0">
            <a:noFill/>
            <a:prstDash val="solid"/>
          </a:ln>
        </p:spPr>
      </p:sp>
      <p:sp>
        <p:nvSpPr>
          <p:cNvPr id="3816" name="03_assume_matched_9113">
            <a:extLst>
              <a:ext uri="{FF2B5EF4-FFF2-40B4-BE49-F238E27FC236}">
                <a16:creationId xmlns:a16="http://schemas.microsoft.com/office/drawing/2014/main" id="{9FB831E6-8211-454C-834F-0F518796822D}"/>
              </a:ext>
            </a:extLst>
          </p:cNvPr>
          <p:cNvSpPr>
            <a:spLocks noGrp="1"/>
          </p:cNvSpPr>
          <p:nvPr/>
        </p:nvSpPr>
        <p:spPr>
          <a:xfrm>
            <a:off x="4283715" y="7753078"/>
            <a:ext cx="28398" cy="28398"/>
          </a:xfrm>
          <a:prstGeom prst="ellipse">
            <a:avLst/>
          </a:prstGeom>
          <a:solidFill>
            <a:srgbClr val="7F8C97">
              <a:alpha val="48000"/>
            </a:srgbClr>
          </a:solidFill>
          <a:ln w="0">
            <a:noFill/>
            <a:prstDash val="solid"/>
          </a:ln>
        </p:spPr>
      </p:sp>
      <p:sp>
        <p:nvSpPr>
          <p:cNvPr id="3817" name="03_assume_matched_9114">
            <a:extLst>
              <a:ext uri="{FF2B5EF4-FFF2-40B4-BE49-F238E27FC236}">
                <a16:creationId xmlns:a16="http://schemas.microsoft.com/office/drawing/2014/main" id="{6E53C4CF-6797-4C9C-8289-B198121F3394}"/>
              </a:ext>
            </a:extLst>
          </p:cNvPr>
          <p:cNvSpPr>
            <a:spLocks noGrp="1"/>
          </p:cNvSpPr>
          <p:nvPr/>
        </p:nvSpPr>
        <p:spPr>
          <a:xfrm>
            <a:off x="4200967" y="7753078"/>
            <a:ext cx="28398" cy="28398"/>
          </a:xfrm>
          <a:prstGeom prst="ellipse">
            <a:avLst/>
          </a:prstGeom>
          <a:solidFill>
            <a:srgbClr val="7F8C97">
              <a:alpha val="48000"/>
            </a:srgbClr>
          </a:solidFill>
          <a:ln w="0">
            <a:noFill/>
            <a:prstDash val="solid"/>
          </a:ln>
        </p:spPr>
      </p:sp>
      <p:sp>
        <p:nvSpPr>
          <p:cNvPr id="3818" name="03_assume_matched_9115">
            <a:extLst>
              <a:ext uri="{FF2B5EF4-FFF2-40B4-BE49-F238E27FC236}">
                <a16:creationId xmlns:a16="http://schemas.microsoft.com/office/drawing/2014/main" id="{0232B5B4-9794-4BF9-8CD9-687AABF6F848}"/>
              </a:ext>
            </a:extLst>
          </p:cNvPr>
          <p:cNvSpPr>
            <a:spLocks noGrp="1"/>
          </p:cNvSpPr>
          <p:nvPr/>
        </p:nvSpPr>
        <p:spPr>
          <a:xfrm>
            <a:off x="4179237" y="7460643"/>
            <a:ext cx="28398" cy="28398"/>
          </a:xfrm>
          <a:prstGeom prst="ellipse">
            <a:avLst/>
          </a:prstGeom>
          <a:solidFill>
            <a:srgbClr val="7F8C97">
              <a:alpha val="48000"/>
            </a:srgbClr>
          </a:solidFill>
          <a:ln w="0">
            <a:noFill/>
            <a:prstDash val="solid"/>
          </a:ln>
        </p:spPr>
      </p:sp>
      <p:sp>
        <p:nvSpPr>
          <p:cNvPr id="3819" name="03_assume_matched_9116">
            <a:extLst>
              <a:ext uri="{FF2B5EF4-FFF2-40B4-BE49-F238E27FC236}">
                <a16:creationId xmlns:a16="http://schemas.microsoft.com/office/drawing/2014/main" id="{FE83A056-638E-41FE-926A-380929791124}"/>
              </a:ext>
            </a:extLst>
          </p:cNvPr>
          <p:cNvSpPr>
            <a:spLocks noGrp="1"/>
          </p:cNvSpPr>
          <p:nvPr/>
        </p:nvSpPr>
        <p:spPr>
          <a:xfrm>
            <a:off x="4262992" y="7753078"/>
            <a:ext cx="28398" cy="28398"/>
          </a:xfrm>
          <a:prstGeom prst="ellipse">
            <a:avLst/>
          </a:prstGeom>
          <a:solidFill>
            <a:srgbClr val="7F8C97">
              <a:alpha val="48000"/>
            </a:srgbClr>
          </a:solidFill>
          <a:ln w="0">
            <a:noFill/>
            <a:prstDash val="solid"/>
          </a:ln>
        </p:spPr>
      </p:sp>
      <p:sp>
        <p:nvSpPr>
          <p:cNvPr id="3820" name="03_assume_matched_9117">
            <a:extLst>
              <a:ext uri="{FF2B5EF4-FFF2-40B4-BE49-F238E27FC236}">
                <a16:creationId xmlns:a16="http://schemas.microsoft.com/office/drawing/2014/main" id="{1F73F80D-6AA5-4E3A-8AEF-F6E7040B412F}"/>
              </a:ext>
            </a:extLst>
          </p:cNvPr>
          <p:cNvSpPr>
            <a:spLocks noGrp="1"/>
          </p:cNvSpPr>
          <p:nvPr/>
        </p:nvSpPr>
        <p:spPr>
          <a:xfrm>
            <a:off x="4172474" y="7753078"/>
            <a:ext cx="28398" cy="28398"/>
          </a:xfrm>
          <a:prstGeom prst="ellipse">
            <a:avLst/>
          </a:prstGeom>
          <a:solidFill>
            <a:srgbClr val="7F8C97">
              <a:alpha val="48000"/>
            </a:srgbClr>
          </a:solidFill>
          <a:ln w="0">
            <a:noFill/>
            <a:prstDash val="solid"/>
          </a:ln>
        </p:spPr>
      </p:sp>
      <p:sp>
        <p:nvSpPr>
          <p:cNvPr id="3821" name="03_assume_matched_9118">
            <a:extLst>
              <a:ext uri="{FF2B5EF4-FFF2-40B4-BE49-F238E27FC236}">
                <a16:creationId xmlns:a16="http://schemas.microsoft.com/office/drawing/2014/main" id="{9692868E-64D9-4CA7-971F-B2103E4CA1CE}"/>
              </a:ext>
            </a:extLst>
          </p:cNvPr>
          <p:cNvSpPr>
            <a:spLocks noGrp="1"/>
          </p:cNvSpPr>
          <p:nvPr/>
        </p:nvSpPr>
        <p:spPr>
          <a:xfrm>
            <a:off x="4266590" y="7519130"/>
            <a:ext cx="28398" cy="28398"/>
          </a:xfrm>
          <a:prstGeom prst="ellipse">
            <a:avLst/>
          </a:prstGeom>
          <a:solidFill>
            <a:srgbClr val="7F8C97">
              <a:alpha val="48000"/>
            </a:srgbClr>
          </a:solidFill>
          <a:ln w="0">
            <a:noFill/>
            <a:prstDash val="solid"/>
          </a:ln>
        </p:spPr>
      </p:sp>
      <p:sp>
        <p:nvSpPr>
          <p:cNvPr id="3822" name="03_assume_matched_9119">
            <a:extLst>
              <a:ext uri="{FF2B5EF4-FFF2-40B4-BE49-F238E27FC236}">
                <a16:creationId xmlns:a16="http://schemas.microsoft.com/office/drawing/2014/main" id="{3096BCED-5CD7-4A1A-9DA5-1D3C23C23270}"/>
              </a:ext>
            </a:extLst>
          </p:cNvPr>
          <p:cNvSpPr>
            <a:spLocks noGrp="1"/>
          </p:cNvSpPr>
          <p:nvPr/>
        </p:nvSpPr>
        <p:spPr>
          <a:xfrm>
            <a:off x="4173769" y="7753078"/>
            <a:ext cx="28398" cy="28398"/>
          </a:xfrm>
          <a:prstGeom prst="ellipse">
            <a:avLst/>
          </a:prstGeom>
          <a:solidFill>
            <a:srgbClr val="7F8C97">
              <a:alpha val="48000"/>
            </a:srgbClr>
          </a:solidFill>
          <a:ln w="0">
            <a:noFill/>
            <a:prstDash val="solid"/>
          </a:ln>
        </p:spPr>
      </p:sp>
      <p:sp>
        <p:nvSpPr>
          <p:cNvPr id="3823" name="03_assume_matched_9120">
            <a:extLst>
              <a:ext uri="{FF2B5EF4-FFF2-40B4-BE49-F238E27FC236}">
                <a16:creationId xmlns:a16="http://schemas.microsoft.com/office/drawing/2014/main" id="{621FD18C-712A-48C2-990C-B0A6914718FD}"/>
              </a:ext>
            </a:extLst>
          </p:cNvPr>
          <p:cNvSpPr>
            <a:spLocks noGrp="1"/>
          </p:cNvSpPr>
          <p:nvPr/>
        </p:nvSpPr>
        <p:spPr>
          <a:xfrm>
            <a:off x="4294220" y="7753078"/>
            <a:ext cx="28398" cy="28398"/>
          </a:xfrm>
          <a:prstGeom prst="ellipse">
            <a:avLst/>
          </a:prstGeom>
          <a:solidFill>
            <a:srgbClr val="7F8C97">
              <a:alpha val="48000"/>
            </a:srgbClr>
          </a:solidFill>
          <a:ln w="0">
            <a:noFill/>
            <a:prstDash val="solid"/>
          </a:ln>
        </p:spPr>
      </p:sp>
      <p:sp>
        <p:nvSpPr>
          <p:cNvPr id="3824" name="03_assume_matched_9121">
            <a:extLst>
              <a:ext uri="{FF2B5EF4-FFF2-40B4-BE49-F238E27FC236}">
                <a16:creationId xmlns:a16="http://schemas.microsoft.com/office/drawing/2014/main" id="{5F8BAE49-54FD-47FA-BE3C-D561B1FE563B}"/>
              </a:ext>
            </a:extLst>
          </p:cNvPr>
          <p:cNvSpPr>
            <a:spLocks noGrp="1"/>
          </p:cNvSpPr>
          <p:nvPr/>
        </p:nvSpPr>
        <p:spPr>
          <a:xfrm>
            <a:off x="4272202" y="7753078"/>
            <a:ext cx="28398" cy="28398"/>
          </a:xfrm>
          <a:prstGeom prst="ellipse">
            <a:avLst/>
          </a:prstGeom>
          <a:solidFill>
            <a:srgbClr val="7F8C97">
              <a:alpha val="48000"/>
            </a:srgbClr>
          </a:solidFill>
          <a:ln w="0">
            <a:noFill/>
            <a:prstDash val="solid"/>
          </a:ln>
        </p:spPr>
      </p:sp>
      <p:sp>
        <p:nvSpPr>
          <p:cNvPr id="3825" name="03_assume_matched_9122">
            <a:extLst>
              <a:ext uri="{FF2B5EF4-FFF2-40B4-BE49-F238E27FC236}">
                <a16:creationId xmlns:a16="http://schemas.microsoft.com/office/drawing/2014/main" id="{99714B04-4CE6-4CED-A900-7C07629FE507}"/>
              </a:ext>
            </a:extLst>
          </p:cNvPr>
          <p:cNvSpPr>
            <a:spLocks noGrp="1"/>
          </p:cNvSpPr>
          <p:nvPr/>
        </p:nvSpPr>
        <p:spPr>
          <a:xfrm>
            <a:off x="4220107" y="7753078"/>
            <a:ext cx="28398" cy="28398"/>
          </a:xfrm>
          <a:prstGeom prst="ellipse">
            <a:avLst/>
          </a:prstGeom>
          <a:solidFill>
            <a:srgbClr val="7F8C97">
              <a:alpha val="48000"/>
            </a:srgbClr>
          </a:solidFill>
          <a:ln w="0">
            <a:noFill/>
            <a:prstDash val="solid"/>
          </a:ln>
        </p:spPr>
      </p:sp>
      <p:sp>
        <p:nvSpPr>
          <p:cNvPr id="3826" name="03_assume_matched_9123">
            <a:extLst>
              <a:ext uri="{FF2B5EF4-FFF2-40B4-BE49-F238E27FC236}">
                <a16:creationId xmlns:a16="http://schemas.microsoft.com/office/drawing/2014/main" id="{4BC717BA-8D5E-47D1-94CB-2B881FE2E788}"/>
              </a:ext>
            </a:extLst>
          </p:cNvPr>
          <p:cNvSpPr>
            <a:spLocks noGrp="1"/>
          </p:cNvSpPr>
          <p:nvPr/>
        </p:nvSpPr>
        <p:spPr>
          <a:xfrm>
            <a:off x="4195787" y="7753078"/>
            <a:ext cx="28398" cy="28398"/>
          </a:xfrm>
          <a:prstGeom prst="ellipse">
            <a:avLst/>
          </a:prstGeom>
          <a:solidFill>
            <a:srgbClr val="7F8C97">
              <a:alpha val="48000"/>
            </a:srgbClr>
          </a:solidFill>
          <a:ln w="0">
            <a:noFill/>
            <a:prstDash val="solid"/>
          </a:ln>
        </p:spPr>
      </p:sp>
      <p:sp>
        <p:nvSpPr>
          <p:cNvPr id="3827" name="03_assume_matched_9124">
            <a:extLst>
              <a:ext uri="{FF2B5EF4-FFF2-40B4-BE49-F238E27FC236}">
                <a16:creationId xmlns:a16="http://schemas.microsoft.com/office/drawing/2014/main" id="{C4A3B246-963F-4221-8975-3418E9422808}"/>
              </a:ext>
            </a:extLst>
          </p:cNvPr>
          <p:cNvSpPr>
            <a:spLocks noGrp="1"/>
          </p:cNvSpPr>
          <p:nvPr/>
        </p:nvSpPr>
        <p:spPr>
          <a:xfrm>
            <a:off x="4298250" y="7753078"/>
            <a:ext cx="28398" cy="28398"/>
          </a:xfrm>
          <a:prstGeom prst="ellipse">
            <a:avLst/>
          </a:prstGeom>
          <a:solidFill>
            <a:srgbClr val="7F8C97">
              <a:alpha val="48000"/>
            </a:srgbClr>
          </a:solidFill>
          <a:ln w="0">
            <a:noFill/>
            <a:prstDash val="solid"/>
          </a:ln>
        </p:spPr>
      </p:sp>
      <p:sp>
        <p:nvSpPr>
          <p:cNvPr id="3828" name="03_assume_matched_9125">
            <a:extLst>
              <a:ext uri="{FF2B5EF4-FFF2-40B4-BE49-F238E27FC236}">
                <a16:creationId xmlns:a16="http://schemas.microsoft.com/office/drawing/2014/main" id="{AB1DC601-5CD7-4CA0-8BFE-C876F1275A24}"/>
              </a:ext>
            </a:extLst>
          </p:cNvPr>
          <p:cNvSpPr>
            <a:spLocks noGrp="1"/>
          </p:cNvSpPr>
          <p:nvPr/>
        </p:nvSpPr>
        <p:spPr>
          <a:xfrm>
            <a:off x="4246011" y="7753078"/>
            <a:ext cx="28398" cy="28398"/>
          </a:xfrm>
          <a:prstGeom prst="ellipse">
            <a:avLst/>
          </a:prstGeom>
          <a:solidFill>
            <a:srgbClr val="7F8C97">
              <a:alpha val="48000"/>
            </a:srgbClr>
          </a:solidFill>
          <a:ln w="0">
            <a:noFill/>
            <a:prstDash val="solid"/>
          </a:ln>
        </p:spPr>
      </p:sp>
      <p:sp>
        <p:nvSpPr>
          <p:cNvPr id="3829" name="03_assume_matched_9126">
            <a:extLst>
              <a:ext uri="{FF2B5EF4-FFF2-40B4-BE49-F238E27FC236}">
                <a16:creationId xmlns:a16="http://schemas.microsoft.com/office/drawing/2014/main" id="{F1EA304D-AF9D-4D3F-A4CB-96FEBAC5E82E}"/>
              </a:ext>
            </a:extLst>
          </p:cNvPr>
          <p:cNvSpPr>
            <a:spLocks noGrp="1"/>
          </p:cNvSpPr>
          <p:nvPr/>
        </p:nvSpPr>
        <p:spPr>
          <a:xfrm>
            <a:off x="4278822" y="7753078"/>
            <a:ext cx="28398" cy="28398"/>
          </a:xfrm>
          <a:prstGeom prst="ellipse">
            <a:avLst/>
          </a:prstGeom>
          <a:solidFill>
            <a:srgbClr val="7F8C97">
              <a:alpha val="48000"/>
            </a:srgbClr>
          </a:solidFill>
          <a:ln w="0">
            <a:noFill/>
            <a:prstDash val="solid"/>
          </a:ln>
        </p:spPr>
      </p:sp>
      <p:sp>
        <p:nvSpPr>
          <p:cNvPr id="3830" name="03_assume_matched_9127">
            <a:extLst>
              <a:ext uri="{FF2B5EF4-FFF2-40B4-BE49-F238E27FC236}">
                <a16:creationId xmlns:a16="http://schemas.microsoft.com/office/drawing/2014/main" id="{4CEFCE4C-FAA2-4A58-AB08-1E3D0345D875}"/>
              </a:ext>
            </a:extLst>
          </p:cNvPr>
          <p:cNvSpPr>
            <a:spLocks noGrp="1"/>
          </p:cNvSpPr>
          <p:nvPr/>
        </p:nvSpPr>
        <p:spPr>
          <a:xfrm>
            <a:off x="4177942" y="7519130"/>
            <a:ext cx="28398" cy="28398"/>
          </a:xfrm>
          <a:prstGeom prst="ellipse">
            <a:avLst/>
          </a:prstGeom>
          <a:solidFill>
            <a:srgbClr val="7F8C97">
              <a:alpha val="48000"/>
            </a:srgbClr>
          </a:solidFill>
          <a:ln w="0">
            <a:noFill/>
            <a:prstDash val="solid"/>
          </a:ln>
        </p:spPr>
      </p:sp>
      <p:sp>
        <p:nvSpPr>
          <p:cNvPr id="3831" name="03_assume_matched_9128">
            <a:extLst>
              <a:ext uri="{FF2B5EF4-FFF2-40B4-BE49-F238E27FC236}">
                <a16:creationId xmlns:a16="http://schemas.microsoft.com/office/drawing/2014/main" id="{C342189F-8EC2-49E7-A536-133B7507FE95}"/>
              </a:ext>
            </a:extLst>
          </p:cNvPr>
          <p:cNvSpPr>
            <a:spLocks noGrp="1"/>
          </p:cNvSpPr>
          <p:nvPr/>
        </p:nvSpPr>
        <p:spPr>
          <a:xfrm>
            <a:off x="4269900" y="7753078"/>
            <a:ext cx="28398" cy="28398"/>
          </a:xfrm>
          <a:prstGeom prst="ellipse">
            <a:avLst/>
          </a:prstGeom>
          <a:solidFill>
            <a:srgbClr val="7F8C97">
              <a:alpha val="48000"/>
            </a:srgbClr>
          </a:solidFill>
          <a:ln w="0">
            <a:noFill/>
            <a:prstDash val="solid"/>
          </a:ln>
        </p:spPr>
      </p:sp>
      <p:sp>
        <p:nvSpPr>
          <p:cNvPr id="3832" name="03_assume_matched_9129">
            <a:extLst>
              <a:ext uri="{FF2B5EF4-FFF2-40B4-BE49-F238E27FC236}">
                <a16:creationId xmlns:a16="http://schemas.microsoft.com/office/drawing/2014/main" id="{72A53FBC-6744-4399-B616-926D1E3F8482}"/>
              </a:ext>
            </a:extLst>
          </p:cNvPr>
          <p:cNvSpPr>
            <a:spLocks noGrp="1"/>
          </p:cNvSpPr>
          <p:nvPr/>
        </p:nvSpPr>
        <p:spPr>
          <a:xfrm>
            <a:off x="4249033" y="7460643"/>
            <a:ext cx="28398" cy="28398"/>
          </a:xfrm>
          <a:prstGeom prst="ellipse">
            <a:avLst/>
          </a:prstGeom>
          <a:solidFill>
            <a:srgbClr val="7F8C97">
              <a:alpha val="48000"/>
            </a:srgbClr>
          </a:solidFill>
          <a:ln w="0">
            <a:noFill/>
            <a:prstDash val="solid"/>
          </a:ln>
        </p:spPr>
      </p:sp>
      <p:sp>
        <p:nvSpPr>
          <p:cNvPr id="3833" name="03_assume_matched_9130">
            <a:extLst>
              <a:ext uri="{FF2B5EF4-FFF2-40B4-BE49-F238E27FC236}">
                <a16:creationId xmlns:a16="http://schemas.microsoft.com/office/drawing/2014/main" id="{A029E938-B250-4CD6-BE4C-7A536B4B722B}"/>
              </a:ext>
            </a:extLst>
          </p:cNvPr>
          <p:cNvSpPr>
            <a:spLocks noGrp="1"/>
          </p:cNvSpPr>
          <p:nvPr/>
        </p:nvSpPr>
        <p:spPr>
          <a:xfrm>
            <a:off x="4157651" y="7460643"/>
            <a:ext cx="28398" cy="28398"/>
          </a:xfrm>
          <a:prstGeom prst="ellipse">
            <a:avLst/>
          </a:prstGeom>
          <a:solidFill>
            <a:srgbClr val="7F8C97">
              <a:alpha val="48000"/>
            </a:srgbClr>
          </a:solidFill>
          <a:ln w="0">
            <a:noFill/>
            <a:prstDash val="solid"/>
          </a:ln>
        </p:spPr>
      </p:sp>
      <p:sp>
        <p:nvSpPr>
          <p:cNvPr id="3834" name="03_assume_matched_9131">
            <a:extLst>
              <a:ext uri="{FF2B5EF4-FFF2-40B4-BE49-F238E27FC236}">
                <a16:creationId xmlns:a16="http://schemas.microsoft.com/office/drawing/2014/main" id="{259D5A44-44D6-43D5-AA01-289512CBA03C}"/>
              </a:ext>
            </a:extLst>
          </p:cNvPr>
          <p:cNvSpPr>
            <a:spLocks noGrp="1"/>
          </p:cNvSpPr>
          <p:nvPr/>
        </p:nvSpPr>
        <p:spPr>
          <a:xfrm>
            <a:off x="4216941" y="7753078"/>
            <a:ext cx="28398" cy="28398"/>
          </a:xfrm>
          <a:prstGeom prst="ellipse">
            <a:avLst/>
          </a:prstGeom>
          <a:solidFill>
            <a:srgbClr val="7F8C97">
              <a:alpha val="48000"/>
            </a:srgbClr>
          </a:solidFill>
          <a:ln w="0">
            <a:noFill/>
            <a:prstDash val="solid"/>
          </a:ln>
        </p:spPr>
      </p:sp>
      <p:sp>
        <p:nvSpPr>
          <p:cNvPr id="3835" name="03_assume_matched_9132">
            <a:extLst>
              <a:ext uri="{FF2B5EF4-FFF2-40B4-BE49-F238E27FC236}">
                <a16:creationId xmlns:a16="http://schemas.microsoft.com/office/drawing/2014/main" id="{96C95970-7A79-4DD5-8E4A-251EF1781BCE}"/>
              </a:ext>
            </a:extLst>
          </p:cNvPr>
          <p:cNvSpPr>
            <a:spLocks noGrp="1"/>
          </p:cNvSpPr>
          <p:nvPr/>
        </p:nvSpPr>
        <p:spPr>
          <a:xfrm>
            <a:off x="4199097" y="7753078"/>
            <a:ext cx="28398" cy="28398"/>
          </a:xfrm>
          <a:prstGeom prst="ellipse">
            <a:avLst/>
          </a:prstGeom>
          <a:solidFill>
            <a:srgbClr val="7F8C97">
              <a:alpha val="48000"/>
            </a:srgbClr>
          </a:solidFill>
          <a:ln w="0">
            <a:noFill/>
            <a:prstDash val="solid"/>
          </a:ln>
        </p:spPr>
      </p:sp>
      <p:sp>
        <p:nvSpPr>
          <p:cNvPr id="3836" name="03_assume_matched_9133">
            <a:extLst>
              <a:ext uri="{FF2B5EF4-FFF2-40B4-BE49-F238E27FC236}">
                <a16:creationId xmlns:a16="http://schemas.microsoft.com/office/drawing/2014/main" id="{44960619-D386-484D-8415-D6868B2DC4B1}"/>
              </a:ext>
            </a:extLst>
          </p:cNvPr>
          <p:cNvSpPr>
            <a:spLocks noGrp="1"/>
          </p:cNvSpPr>
          <p:nvPr/>
        </p:nvSpPr>
        <p:spPr>
          <a:xfrm>
            <a:off x="4231332" y="7460643"/>
            <a:ext cx="28398" cy="28398"/>
          </a:xfrm>
          <a:prstGeom prst="ellipse">
            <a:avLst/>
          </a:prstGeom>
          <a:solidFill>
            <a:srgbClr val="7F8C97">
              <a:alpha val="48000"/>
            </a:srgbClr>
          </a:solidFill>
          <a:ln w="0">
            <a:noFill/>
            <a:prstDash val="solid"/>
          </a:ln>
        </p:spPr>
      </p:sp>
      <p:sp>
        <p:nvSpPr>
          <p:cNvPr id="3837" name="03_assume_matched_9134">
            <a:extLst>
              <a:ext uri="{FF2B5EF4-FFF2-40B4-BE49-F238E27FC236}">
                <a16:creationId xmlns:a16="http://schemas.microsoft.com/office/drawing/2014/main" id="{9486FDE0-90AF-46F9-9ED8-499D311B297F}"/>
              </a:ext>
            </a:extLst>
          </p:cNvPr>
          <p:cNvSpPr>
            <a:spLocks noGrp="1"/>
          </p:cNvSpPr>
          <p:nvPr/>
        </p:nvSpPr>
        <p:spPr>
          <a:xfrm>
            <a:off x="4213200" y="7704338"/>
            <a:ext cx="28398" cy="28398"/>
          </a:xfrm>
          <a:prstGeom prst="ellipse">
            <a:avLst/>
          </a:prstGeom>
          <a:solidFill>
            <a:srgbClr val="7F8C97">
              <a:alpha val="48000"/>
            </a:srgbClr>
          </a:solidFill>
          <a:ln w="0">
            <a:noFill/>
            <a:prstDash val="solid"/>
          </a:ln>
        </p:spPr>
      </p:sp>
      <p:sp>
        <p:nvSpPr>
          <p:cNvPr id="3838" name="03_assume_matched_9135">
            <a:extLst>
              <a:ext uri="{FF2B5EF4-FFF2-40B4-BE49-F238E27FC236}">
                <a16:creationId xmlns:a16="http://schemas.microsoft.com/office/drawing/2014/main" id="{47475AB4-24BF-42C1-AB13-A0E5C891D173}"/>
              </a:ext>
            </a:extLst>
          </p:cNvPr>
          <p:cNvSpPr>
            <a:spLocks noGrp="1"/>
          </p:cNvSpPr>
          <p:nvPr/>
        </p:nvSpPr>
        <p:spPr>
          <a:xfrm>
            <a:off x="4275368" y="7606860"/>
            <a:ext cx="28398" cy="28398"/>
          </a:xfrm>
          <a:prstGeom prst="ellipse">
            <a:avLst/>
          </a:prstGeom>
          <a:solidFill>
            <a:srgbClr val="7F8C97">
              <a:alpha val="48000"/>
            </a:srgbClr>
          </a:solidFill>
          <a:ln w="0">
            <a:noFill/>
            <a:prstDash val="solid"/>
          </a:ln>
        </p:spPr>
      </p:sp>
      <p:sp>
        <p:nvSpPr>
          <p:cNvPr id="3839" name="03_assume_matched_9136">
            <a:extLst>
              <a:ext uri="{FF2B5EF4-FFF2-40B4-BE49-F238E27FC236}">
                <a16:creationId xmlns:a16="http://schemas.microsoft.com/office/drawing/2014/main" id="{1AE5DFE0-4205-42C9-A191-D5B1770C55EC}"/>
              </a:ext>
            </a:extLst>
          </p:cNvPr>
          <p:cNvSpPr>
            <a:spLocks noGrp="1"/>
          </p:cNvSpPr>
          <p:nvPr/>
        </p:nvSpPr>
        <p:spPr>
          <a:xfrm>
            <a:off x="4173481" y="7460643"/>
            <a:ext cx="28398" cy="28398"/>
          </a:xfrm>
          <a:prstGeom prst="ellipse">
            <a:avLst/>
          </a:prstGeom>
          <a:solidFill>
            <a:srgbClr val="7F8C97">
              <a:alpha val="48000"/>
            </a:srgbClr>
          </a:solidFill>
          <a:ln w="0">
            <a:noFill/>
            <a:prstDash val="solid"/>
          </a:ln>
        </p:spPr>
      </p:sp>
      <p:sp>
        <p:nvSpPr>
          <p:cNvPr id="3840" name="03_assume_matched_9137">
            <a:extLst>
              <a:ext uri="{FF2B5EF4-FFF2-40B4-BE49-F238E27FC236}">
                <a16:creationId xmlns:a16="http://schemas.microsoft.com/office/drawing/2014/main" id="{2BFEE504-66DA-4C76-8A8E-C6D7376BF435}"/>
              </a:ext>
            </a:extLst>
          </p:cNvPr>
          <p:cNvSpPr>
            <a:spLocks noGrp="1"/>
          </p:cNvSpPr>
          <p:nvPr/>
        </p:nvSpPr>
        <p:spPr>
          <a:xfrm>
            <a:off x="4180101" y="7753078"/>
            <a:ext cx="28398" cy="28398"/>
          </a:xfrm>
          <a:prstGeom prst="ellipse">
            <a:avLst/>
          </a:prstGeom>
          <a:solidFill>
            <a:srgbClr val="7F8C97">
              <a:alpha val="48000"/>
            </a:srgbClr>
          </a:solidFill>
          <a:ln w="0">
            <a:noFill/>
            <a:prstDash val="solid"/>
          </a:ln>
        </p:spPr>
      </p:sp>
      <p:sp>
        <p:nvSpPr>
          <p:cNvPr id="3841" name="03_assume_matched_9138">
            <a:extLst>
              <a:ext uri="{FF2B5EF4-FFF2-40B4-BE49-F238E27FC236}">
                <a16:creationId xmlns:a16="http://schemas.microsoft.com/office/drawing/2014/main" id="{D3E7A5CD-2FC8-4AC0-87B7-36AE69318205}"/>
              </a:ext>
            </a:extLst>
          </p:cNvPr>
          <p:cNvSpPr>
            <a:spLocks noGrp="1"/>
          </p:cNvSpPr>
          <p:nvPr/>
        </p:nvSpPr>
        <p:spPr>
          <a:xfrm>
            <a:off x="4239967" y="7460643"/>
            <a:ext cx="28398" cy="28398"/>
          </a:xfrm>
          <a:prstGeom prst="ellipse">
            <a:avLst/>
          </a:prstGeom>
          <a:solidFill>
            <a:srgbClr val="7F8C97">
              <a:alpha val="48000"/>
            </a:srgbClr>
          </a:solidFill>
          <a:ln w="0">
            <a:noFill/>
            <a:prstDash val="solid"/>
          </a:ln>
        </p:spPr>
      </p:sp>
      <p:sp>
        <p:nvSpPr>
          <p:cNvPr id="3842" name="03_assume_matched_9139">
            <a:extLst>
              <a:ext uri="{FF2B5EF4-FFF2-40B4-BE49-F238E27FC236}">
                <a16:creationId xmlns:a16="http://schemas.microsoft.com/office/drawing/2014/main" id="{56D3C78E-A42D-4ACA-828F-1D10A6B4C8D0}"/>
              </a:ext>
            </a:extLst>
          </p:cNvPr>
          <p:cNvSpPr>
            <a:spLocks noGrp="1"/>
          </p:cNvSpPr>
          <p:nvPr/>
        </p:nvSpPr>
        <p:spPr>
          <a:xfrm>
            <a:off x="4238672" y="7460643"/>
            <a:ext cx="28398" cy="28398"/>
          </a:xfrm>
          <a:prstGeom prst="ellipse">
            <a:avLst/>
          </a:prstGeom>
          <a:solidFill>
            <a:srgbClr val="7F8C97">
              <a:alpha val="48000"/>
            </a:srgbClr>
          </a:solidFill>
          <a:ln w="0">
            <a:noFill/>
            <a:prstDash val="solid"/>
          </a:ln>
        </p:spPr>
      </p:sp>
      <p:sp>
        <p:nvSpPr>
          <p:cNvPr id="3843" name="03_assume_matched_9140">
            <a:extLst>
              <a:ext uri="{FF2B5EF4-FFF2-40B4-BE49-F238E27FC236}">
                <a16:creationId xmlns:a16="http://schemas.microsoft.com/office/drawing/2014/main" id="{8839FDD3-186F-4766-9748-1E393ED08CC2}"/>
              </a:ext>
            </a:extLst>
          </p:cNvPr>
          <p:cNvSpPr>
            <a:spLocks noGrp="1"/>
          </p:cNvSpPr>
          <p:nvPr/>
        </p:nvSpPr>
        <p:spPr>
          <a:xfrm>
            <a:off x="4285442" y="7753078"/>
            <a:ext cx="28398" cy="28398"/>
          </a:xfrm>
          <a:prstGeom prst="ellipse">
            <a:avLst/>
          </a:prstGeom>
          <a:solidFill>
            <a:srgbClr val="7F8C97">
              <a:alpha val="48000"/>
            </a:srgbClr>
          </a:solidFill>
          <a:ln w="0">
            <a:noFill/>
            <a:prstDash val="solid"/>
          </a:ln>
        </p:spPr>
      </p:sp>
      <p:sp>
        <p:nvSpPr>
          <p:cNvPr id="3844" name="03_assume_matched_9141">
            <a:extLst>
              <a:ext uri="{FF2B5EF4-FFF2-40B4-BE49-F238E27FC236}">
                <a16:creationId xmlns:a16="http://schemas.microsoft.com/office/drawing/2014/main" id="{24A1C0E4-0657-444F-B6F2-28239118A859}"/>
              </a:ext>
            </a:extLst>
          </p:cNvPr>
          <p:cNvSpPr>
            <a:spLocks noGrp="1"/>
          </p:cNvSpPr>
          <p:nvPr/>
        </p:nvSpPr>
        <p:spPr>
          <a:xfrm>
            <a:off x="4263712" y="7606860"/>
            <a:ext cx="28398" cy="28398"/>
          </a:xfrm>
          <a:prstGeom prst="ellipse">
            <a:avLst/>
          </a:prstGeom>
          <a:solidFill>
            <a:srgbClr val="7F8C97">
              <a:alpha val="48000"/>
            </a:srgbClr>
          </a:solidFill>
          <a:ln w="0">
            <a:noFill/>
            <a:prstDash val="solid"/>
          </a:ln>
        </p:spPr>
      </p:sp>
      <p:sp>
        <p:nvSpPr>
          <p:cNvPr id="3845" name="03_assume_matched_9142">
            <a:extLst>
              <a:ext uri="{FF2B5EF4-FFF2-40B4-BE49-F238E27FC236}">
                <a16:creationId xmlns:a16="http://schemas.microsoft.com/office/drawing/2014/main" id="{BF4D0C15-273B-4478-AA05-1055EE62FAB8}"/>
              </a:ext>
            </a:extLst>
          </p:cNvPr>
          <p:cNvSpPr>
            <a:spLocks noGrp="1"/>
          </p:cNvSpPr>
          <p:nvPr/>
        </p:nvSpPr>
        <p:spPr>
          <a:xfrm>
            <a:off x="4195787" y="7753078"/>
            <a:ext cx="28398" cy="28398"/>
          </a:xfrm>
          <a:prstGeom prst="ellipse">
            <a:avLst/>
          </a:prstGeom>
          <a:solidFill>
            <a:srgbClr val="7F8C97">
              <a:alpha val="48000"/>
            </a:srgbClr>
          </a:solidFill>
          <a:ln w="0">
            <a:noFill/>
            <a:prstDash val="solid"/>
          </a:ln>
        </p:spPr>
      </p:sp>
      <p:sp>
        <p:nvSpPr>
          <p:cNvPr id="3846" name="03_assume_matched_9143">
            <a:extLst>
              <a:ext uri="{FF2B5EF4-FFF2-40B4-BE49-F238E27FC236}">
                <a16:creationId xmlns:a16="http://schemas.microsoft.com/office/drawing/2014/main" id="{84497F36-046F-4A08-895D-18526D64D450}"/>
              </a:ext>
            </a:extLst>
          </p:cNvPr>
          <p:cNvSpPr>
            <a:spLocks noGrp="1"/>
          </p:cNvSpPr>
          <p:nvPr/>
        </p:nvSpPr>
        <p:spPr>
          <a:xfrm>
            <a:off x="4266590" y="7753078"/>
            <a:ext cx="28398" cy="28398"/>
          </a:xfrm>
          <a:prstGeom prst="ellipse">
            <a:avLst/>
          </a:prstGeom>
          <a:solidFill>
            <a:srgbClr val="7F8C97">
              <a:alpha val="48000"/>
            </a:srgbClr>
          </a:solidFill>
          <a:ln w="0">
            <a:noFill/>
            <a:prstDash val="solid"/>
          </a:ln>
        </p:spPr>
      </p:sp>
      <p:sp>
        <p:nvSpPr>
          <p:cNvPr id="3847" name="03_assume_matched_9144">
            <a:extLst>
              <a:ext uri="{FF2B5EF4-FFF2-40B4-BE49-F238E27FC236}">
                <a16:creationId xmlns:a16="http://schemas.microsoft.com/office/drawing/2014/main" id="{A99A3E2D-C9D7-4447-B6B0-F9EAB12E47C1}"/>
              </a:ext>
            </a:extLst>
          </p:cNvPr>
          <p:cNvSpPr>
            <a:spLocks noGrp="1"/>
          </p:cNvSpPr>
          <p:nvPr/>
        </p:nvSpPr>
        <p:spPr>
          <a:xfrm>
            <a:off x="4254933" y="7558121"/>
            <a:ext cx="28398" cy="28398"/>
          </a:xfrm>
          <a:prstGeom prst="ellipse">
            <a:avLst/>
          </a:prstGeom>
          <a:solidFill>
            <a:srgbClr val="7F8C97">
              <a:alpha val="48000"/>
            </a:srgbClr>
          </a:solidFill>
          <a:ln w="0">
            <a:noFill/>
            <a:prstDash val="solid"/>
          </a:ln>
        </p:spPr>
      </p:sp>
      <p:sp>
        <p:nvSpPr>
          <p:cNvPr id="3848" name="03_assume_matched_9145">
            <a:extLst>
              <a:ext uri="{FF2B5EF4-FFF2-40B4-BE49-F238E27FC236}">
                <a16:creationId xmlns:a16="http://schemas.microsoft.com/office/drawing/2014/main" id="{1FE0E8C5-BBDB-4076-B122-B30FEE041DEE}"/>
              </a:ext>
            </a:extLst>
          </p:cNvPr>
          <p:cNvSpPr>
            <a:spLocks noGrp="1"/>
          </p:cNvSpPr>
          <p:nvPr/>
        </p:nvSpPr>
        <p:spPr>
          <a:xfrm>
            <a:off x="4261121" y="7753078"/>
            <a:ext cx="28398" cy="28398"/>
          </a:xfrm>
          <a:prstGeom prst="ellipse">
            <a:avLst/>
          </a:prstGeom>
          <a:solidFill>
            <a:srgbClr val="7F8C97">
              <a:alpha val="48000"/>
            </a:srgbClr>
          </a:solidFill>
          <a:ln w="0">
            <a:noFill/>
            <a:prstDash val="solid"/>
          </a:ln>
        </p:spPr>
      </p:sp>
      <p:sp>
        <p:nvSpPr>
          <p:cNvPr id="3849" name="03_assume_matched_9146">
            <a:extLst>
              <a:ext uri="{FF2B5EF4-FFF2-40B4-BE49-F238E27FC236}">
                <a16:creationId xmlns:a16="http://schemas.microsoft.com/office/drawing/2014/main" id="{F037F1D3-08F1-4C89-A48C-6A89A85CE0DC}"/>
              </a:ext>
            </a:extLst>
          </p:cNvPr>
          <p:cNvSpPr>
            <a:spLocks noGrp="1"/>
          </p:cNvSpPr>
          <p:nvPr/>
        </p:nvSpPr>
        <p:spPr>
          <a:xfrm>
            <a:off x="4274505" y="7753078"/>
            <a:ext cx="28398" cy="28398"/>
          </a:xfrm>
          <a:prstGeom prst="ellipse">
            <a:avLst/>
          </a:prstGeom>
          <a:solidFill>
            <a:srgbClr val="7F8C97">
              <a:alpha val="48000"/>
            </a:srgbClr>
          </a:solidFill>
          <a:ln w="0">
            <a:noFill/>
            <a:prstDash val="solid"/>
          </a:ln>
        </p:spPr>
      </p:sp>
      <p:sp>
        <p:nvSpPr>
          <p:cNvPr id="3850" name="03_assume_matched_9147">
            <a:extLst>
              <a:ext uri="{FF2B5EF4-FFF2-40B4-BE49-F238E27FC236}">
                <a16:creationId xmlns:a16="http://schemas.microsoft.com/office/drawing/2014/main" id="{D83870EB-649F-4D58-951F-BB0610C4B7EB}"/>
              </a:ext>
            </a:extLst>
          </p:cNvPr>
          <p:cNvSpPr>
            <a:spLocks noGrp="1"/>
          </p:cNvSpPr>
          <p:nvPr/>
        </p:nvSpPr>
        <p:spPr>
          <a:xfrm>
            <a:off x="4183123" y="7460643"/>
            <a:ext cx="28398" cy="28398"/>
          </a:xfrm>
          <a:prstGeom prst="ellipse">
            <a:avLst/>
          </a:prstGeom>
          <a:solidFill>
            <a:srgbClr val="7F8C97">
              <a:alpha val="48000"/>
            </a:srgbClr>
          </a:solidFill>
          <a:ln w="0">
            <a:noFill/>
            <a:prstDash val="solid"/>
          </a:ln>
        </p:spPr>
      </p:sp>
      <p:sp>
        <p:nvSpPr>
          <p:cNvPr id="3851" name="03_assume_matched_9148">
            <a:extLst>
              <a:ext uri="{FF2B5EF4-FFF2-40B4-BE49-F238E27FC236}">
                <a16:creationId xmlns:a16="http://schemas.microsoft.com/office/drawing/2014/main" id="{EEB0C908-04B8-464F-B98B-488F2345D9A3}"/>
              </a:ext>
            </a:extLst>
          </p:cNvPr>
          <p:cNvSpPr>
            <a:spLocks noGrp="1"/>
          </p:cNvSpPr>
          <p:nvPr/>
        </p:nvSpPr>
        <p:spPr>
          <a:xfrm>
            <a:off x="4172330" y="7460643"/>
            <a:ext cx="28398" cy="28398"/>
          </a:xfrm>
          <a:prstGeom prst="ellipse">
            <a:avLst/>
          </a:prstGeom>
          <a:solidFill>
            <a:srgbClr val="7F8C97">
              <a:alpha val="48000"/>
            </a:srgbClr>
          </a:solidFill>
          <a:ln w="0">
            <a:noFill/>
            <a:prstDash val="solid"/>
          </a:ln>
        </p:spPr>
      </p:sp>
      <p:sp>
        <p:nvSpPr>
          <p:cNvPr id="3852" name="03_assume_matched_9149">
            <a:extLst>
              <a:ext uri="{FF2B5EF4-FFF2-40B4-BE49-F238E27FC236}">
                <a16:creationId xmlns:a16="http://schemas.microsoft.com/office/drawing/2014/main" id="{20B2F8A5-4229-4105-B620-446ED7699C90}"/>
              </a:ext>
            </a:extLst>
          </p:cNvPr>
          <p:cNvSpPr>
            <a:spLocks noGrp="1"/>
          </p:cNvSpPr>
          <p:nvPr/>
        </p:nvSpPr>
        <p:spPr>
          <a:xfrm>
            <a:off x="4255221" y="7460643"/>
            <a:ext cx="28398" cy="28398"/>
          </a:xfrm>
          <a:prstGeom prst="ellipse">
            <a:avLst/>
          </a:prstGeom>
          <a:solidFill>
            <a:srgbClr val="7F8C97">
              <a:alpha val="48000"/>
            </a:srgbClr>
          </a:solidFill>
          <a:ln w="0">
            <a:noFill/>
            <a:prstDash val="solid"/>
          </a:ln>
        </p:spPr>
      </p:sp>
      <p:sp>
        <p:nvSpPr>
          <p:cNvPr id="3853" name="03_assume_matched_9150">
            <a:extLst>
              <a:ext uri="{FF2B5EF4-FFF2-40B4-BE49-F238E27FC236}">
                <a16:creationId xmlns:a16="http://schemas.microsoft.com/office/drawing/2014/main" id="{4EC7C948-3316-4DD7-B6CF-67D73DA743E0}"/>
              </a:ext>
            </a:extLst>
          </p:cNvPr>
          <p:cNvSpPr>
            <a:spLocks noGrp="1"/>
          </p:cNvSpPr>
          <p:nvPr/>
        </p:nvSpPr>
        <p:spPr>
          <a:xfrm>
            <a:off x="4292350" y="7460643"/>
            <a:ext cx="28398" cy="28398"/>
          </a:xfrm>
          <a:prstGeom prst="ellipse">
            <a:avLst/>
          </a:prstGeom>
          <a:solidFill>
            <a:srgbClr val="7F8C97">
              <a:alpha val="48000"/>
            </a:srgbClr>
          </a:solidFill>
          <a:ln w="0">
            <a:noFill/>
            <a:prstDash val="solid"/>
          </a:ln>
        </p:spPr>
      </p:sp>
      <p:sp>
        <p:nvSpPr>
          <p:cNvPr id="3854" name="03_assume_matched_9151">
            <a:extLst>
              <a:ext uri="{FF2B5EF4-FFF2-40B4-BE49-F238E27FC236}">
                <a16:creationId xmlns:a16="http://schemas.microsoft.com/office/drawing/2014/main" id="{F6EDE6D9-BA02-4601-A20B-E5ACCDE7CECA}"/>
              </a:ext>
            </a:extLst>
          </p:cNvPr>
          <p:cNvSpPr>
            <a:spLocks noGrp="1"/>
          </p:cNvSpPr>
          <p:nvPr/>
        </p:nvSpPr>
        <p:spPr>
          <a:xfrm>
            <a:off x="4298538" y="7460643"/>
            <a:ext cx="28398" cy="28398"/>
          </a:xfrm>
          <a:prstGeom prst="ellipse">
            <a:avLst/>
          </a:prstGeom>
          <a:solidFill>
            <a:srgbClr val="7F8C97">
              <a:alpha val="48000"/>
            </a:srgbClr>
          </a:solidFill>
          <a:ln w="0">
            <a:noFill/>
            <a:prstDash val="solid"/>
          </a:ln>
        </p:spPr>
      </p:sp>
      <p:sp>
        <p:nvSpPr>
          <p:cNvPr id="3855" name="03_assume_matched_9152">
            <a:extLst>
              <a:ext uri="{FF2B5EF4-FFF2-40B4-BE49-F238E27FC236}">
                <a16:creationId xmlns:a16="http://schemas.microsoft.com/office/drawing/2014/main" id="{234073C0-7AEA-4AC5-B74F-33CE0F42E229}"/>
              </a:ext>
            </a:extLst>
          </p:cNvPr>
          <p:cNvSpPr>
            <a:spLocks noGrp="1"/>
          </p:cNvSpPr>
          <p:nvPr/>
        </p:nvSpPr>
        <p:spPr>
          <a:xfrm>
            <a:off x="4209602" y="7460643"/>
            <a:ext cx="28398" cy="28398"/>
          </a:xfrm>
          <a:prstGeom prst="ellipse">
            <a:avLst/>
          </a:prstGeom>
          <a:solidFill>
            <a:srgbClr val="7F8C97">
              <a:alpha val="48000"/>
            </a:srgbClr>
          </a:solidFill>
          <a:ln w="0">
            <a:noFill/>
            <a:prstDash val="solid"/>
          </a:ln>
        </p:spPr>
      </p:sp>
      <p:sp>
        <p:nvSpPr>
          <p:cNvPr id="3856" name="03_assume_matched_9153">
            <a:extLst>
              <a:ext uri="{FF2B5EF4-FFF2-40B4-BE49-F238E27FC236}">
                <a16:creationId xmlns:a16="http://schemas.microsoft.com/office/drawing/2014/main" id="{FF4E6EA4-B1F9-478F-89CD-FC28C5ADE486}"/>
              </a:ext>
            </a:extLst>
          </p:cNvPr>
          <p:cNvSpPr>
            <a:spLocks noGrp="1"/>
          </p:cNvSpPr>
          <p:nvPr/>
        </p:nvSpPr>
        <p:spPr>
          <a:xfrm>
            <a:off x="4262417" y="7753078"/>
            <a:ext cx="28398" cy="28398"/>
          </a:xfrm>
          <a:prstGeom prst="ellipse">
            <a:avLst/>
          </a:prstGeom>
          <a:solidFill>
            <a:srgbClr val="7F8C97">
              <a:alpha val="48000"/>
            </a:srgbClr>
          </a:solidFill>
          <a:ln w="0">
            <a:noFill/>
            <a:prstDash val="solid"/>
          </a:ln>
        </p:spPr>
      </p:sp>
      <p:sp>
        <p:nvSpPr>
          <p:cNvPr id="3857" name="03_assume_matched_9154">
            <a:extLst>
              <a:ext uri="{FF2B5EF4-FFF2-40B4-BE49-F238E27FC236}">
                <a16:creationId xmlns:a16="http://schemas.microsoft.com/office/drawing/2014/main" id="{796FED26-092C-407B-A9A3-175FDA98B47D}"/>
              </a:ext>
            </a:extLst>
          </p:cNvPr>
          <p:cNvSpPr>
            <a:spLocks noGrp="1"/>
          </p:cNvSpPr>
          <p:nvPr/>
        </p:nvSpPr>
        <p:spPr>
          <a:xfrm>
            <a:off x="4273354" y="7753078"/>
            <a:ext cx="28398" cy="28398"/>
          </a:xfrm>
          <a:prstGeom prst="ellipse">
            <a:avLst/>
          </a:prstGeom>
          <a:solidFill>
            <a:srgbClr val="7F8C97">
              <a:alpha val="48000"/>
            </a:srgbClr>
          </a:solidFill>
          <a:ln w="0">
            <a:noFill/>
            <a:prstDash val="solid"/>
          </a:ln>
        </p:spPr>
      </p:sp>
      <p:sp>
        <p:nvSpPr>
          <p:cNvPr id="3858" name="03_assume_matched_9155">
            <a:extLst>
              <a:ext uri="{FF2B5EF4-FFF2-40B4-BE49-F238E27FC236}">
                <a16:creationId xmlns:a16="http://schemas.microsoft.com/office/drawing/2014/main" id="{1DFC3A35-D5F4-4988-B54A-9C13E64A28EF}"/>
              </a:ext>
            </a:extLst>
          </p:cNvPr>
          <p:cNvSpPr>
            <a:spLocks noGrp="1"/>
          </p:cNvSpPr>
          <p:nvPr/>
        </p:nvSpPr>
        <p:spPr>
          <a:xfrm>
            <a:off x="4290767" y="7753078"/>
            <a:ext cx="28398" cy="28398"/>
          </a:xfrm>
          <a:prstGeom prst="ellipse">
            <a:avLst/>
          </a:prstGeom>
          <a:solidFill>
            <a:srgbClr val="7F8C97">
              <a:alpha val="48000"/>
            </a:srgbClr>
          </a:solidFill>
          <a:ln w="0">
            <a:noFill/>
            <a:prstDash val="solid"/>
          </a:ln>
        </p:spPr>
      </p:sp>
      <p:sp>
        <p:nvSpPr>
          <p:cNvPr id="3859" name="03_assume_matched_9156">
            <a:extLst>
              <a:ext uri="{FF2B5EF4-FFF2-40B4-BE49-F238E27FC236}">
                <a16:creationId xmlns:a16="http://schemas.microsoft.com/office/drawing/2014/main" id="{4B617F9A-A974-4E2F-9AEB-D3E44D5B207B}"/>
              </a:ext>
            </a:extLst>
          </p:cNvPr>
          <p:cNvSpPr>
            <a:spLocks noGrp="1"/>
          </p:cNvSpPr>
          <p:nvPr/>
        </p:nvSpPr>
        <p:spPr>
          <a:xfrm>
            <a:off x="4275512" y="7753078"/>
            <a:ext cx="28398" cy="28398"/>
          </a:xfrm>
          <a:prstGeom prst="ellipse">
            <a:avLst/>
          </a:prstGeom>
          <a:solidFill>
            <a:srgbClr val="7F8C97">
              <a:alpha val="48000"/>
            </a:srgbClr>
          </a:solidFill>
          <a:ln w="0">
            <a:noFill/>
            <a:prstDash val="solid"/>
          </a:ln>
        </p:spPr>
      </p:sp>
      <p:sp>
        <p:nvSpPr>
          <p:cNvPr id="3860" name="03_assume_matched_9157">
            <a:extLst>
              <a:ext uri="{FF2B5EF4-FFF2-40B4-BE49-F238E27FC236}">
                <a16:creationId xmlns:a16="http://schemas.microsoft.com/office/drawing/2014/main" id="{57DC2D67-B73B-4E9E-8F8A-AEC891543A31}"/>
              </a:ext>
            </a:extLst>
          </p:cNvPr>
          <p:cNvSpPr>
            <a:spLocks noGrp="1"/>
          </p:cNvSpPr>
          <p:nvPr/>
        </p:nvSpPr>
        <p:spPr>
          <a:xfrm>
            <a:off x="4253782" y="7753078"/>
            <a:ext cx="28398" cy="28398"/>
          </a:xfrm>
          <a:prstGeom prst="ellipse">
            <a:avLst/>
          </a:prstGeom>
          <a:solidFill>
            <a:srgbClr val="7F8C97">
              <a:alpha val="48000"/>
            </a:srgbClr>
          </a:solidFill>
          <a:ln w="0">
            <a:noFill/>
            <a:prstDash val="solid"/>
          </a:ln>
        </p:spPr>
      </p:sp>
      <p:sp>
        <p:nvSpPr>
          <p:cNvPr id="3861" name="03_assume_matched_9158">
            <a:extLst>
              <a:ext uri="{FF2B5EF4-FFF2-40B4-BE49-F238E27FC236}">
                <a16:creationId xmlns:a16="http://schemas.microsoft.com/office/drawing/2014/main" id="{6D6A8FEF-3DA8-4443-933E-32DA3118E24D}"/>
              </a:ext>
            </a:extLst>
          </p:cNvPr>
          <p:cNvSpPr>
            <a:spLocks noGrp="1"/>
          </p:cNvSpPr>
          <p:nvPr/>
        </p:nvSpPr>
        <p:spPr>
          <a:xfrm>
            <a:off x="4165566" y="7460643"/>
            <a:ext cx="28398" cy="28398"/>
          </a:xfrm>
          <a:prstGeom prst="ellipse">
            <a:avLst/>
          </a:prstGeom>
          <a:solidFill>
            <a:srgbClr val="7F8C97">
              <a:alpha val="48000"/>
            </a:srgbClr>
          </a:solidFill>
          <a:ln w="0">
            <a:noFill/>
            <a:prstDash val="solid"/>
          </a:ln>
        </p:spPr>
      </p:sp>
      <p:sp>
        <p:nvSpPr>
          <p:cNvPr id="3862" name="03_assume_matched_9159">
            <a:extLst>
              <a:ext uri="{FF2B5EF4-FFF2-40B4-BE49-F238E27FC236}">
                <a16:creationId xmlns:a16="http://schemas.microsoft.com/office/drawing/2014/main" id="{EAEAC58D-CEA7-4C24-811B-F17F4445487E}"/>
              </a:ext>
            </a:extLst>
          </p:cNvPr>
          <p:cNvSpPr>
            <a:spLocks noGrp="1"/>
          </p:cNvSpPr>
          <p:nvPr/>
        </p:nvSpPr>
        <p:spPr>
          <a:xfrm>
            <a:off x="4179525" y="7460643"/>
            <a:ext cx="28398" cy="28398"/>
          </a:xfrm>
          <a:prstGeom prst="ellipse">
            <a:avLst/>
          </a:prstGeom>
          <a:solidFill>
            <a:srgbClr val="7F8C97">
              <a:alpha val="48000"/>
            </a:srgbClr>
          </a:solidFill>
          <a:ln w="0">
            <a:noFill/>
            <a:prstDash val="solid"/>
          </a:ln>
        </p:spPr>
      </p:sp>
      <p:sp>
        <p:nvSpPr>
          <p:cNvPr id="3863" name="03_assume_matched_9160">
            <a:extLst>
              <a:ext uri="{FF2B5EF4-FFF2-40B4-BE49-F238E27FC236}">
                <a16:creationId xmlns:a16="http://schemas.microsoft.com/office/drawing/2014/main" id="{41164906-6FD8-42F1-BCE2-89CFB769F76A}"/>
              </a:ext>
            </a:extLst>
          </p:cNvPr>
          <p:cNvSpPr>
            <a:spLocks noGrp="1"/>
          </p:cNvSpPr>
          <p:nvPr/>
        </p:nvSpPr>
        <p:spPr>
          <a:xfrm>
            <a:off x="4240686" y="7460643"/>
            <a:ext cx="28398" cy="28398"/>
          </a:xfrm>
          <a:prstGeom prst="ellipse">
            <a:avLst/>
          </a:prstGeom>
          <a:solidFill>
            <a:srgbClr val="7F8C97">
              <a:alpha val="48000"/>
            </a:srgbClr>
          </a:solidFill>
          <a:ln w="0">
            <a:noFill/>
            <a:prstDash val="solid"/>
          </a:ln>
        </p:spPr>
      </p:sp>
      <p:sp>
        <p:nvSpPr>
          <p:cNvPr id="3864" name="03_assume_matched_9161">
            <a:extLst>
              <a:ext uri="{FF2B5EF4-FFF2-40B4-BE49-F238E27FC236}">
                <a16:creationId xmlns:a16="http://schemas.microsoft.com/office/drawing/2014/main" id="{F284C7E7-65E2-48F9-AA88-7DBA572E2516}"/>
              </a:ext>
            </a:extLst>
          </p:cNvPr>
          <p:cNvSpPr>
            <a:spLocks noGrp="1"/>
          </p:cNvSpPr>
          <p:nvPr/>
        </p:nvSpPr>
        <p:spPr>
          <a:xfrm>
            <a:off x="4185569" y="7753078"/>
            <a:ext cx="28398" cy="28398"/>
          </a:xfrm>
          <a:prstGeom prst="ellipse">
            <a:avLst/>
          </a:prstGeom>
          <a:solidFill>
            <a:srgbClr val="7F8C97">
              <a:alpha val="48000"/>
            </a:srgbClr>
          </a:solidFill>
          <a:ln w="0">
            <a:noFill/>
            <a:prstDash val="solid"/>
          </a:ln>
        </p:spPr>
      </p:sp>
      <p:sp>
        <p:nvSpPr>
          <p:cNvPr id="3865" name="03_assume_matched_9162">
            <a:extLst>
              <a:ext uri="{FF2B5EF4-FFF2-40B4-BE49-F238E27FC236}">
                <a16:creationId xmlns:a16="http://schemas.microsoft.com/office/drawing/2014/main" id="{366B0826-7A68-4335-9972-92CBADA789A3}"/>
              </a:ext>
            </a:extLst>
          </p:cNvPr>
          <p:cNvSpPr>
            <a:spLocks noGrp="1"/>
          </p:cNvSpPr>
          <p:nvPr/>
        </p:nvSpPr>
        <p:spPr>
          <a:xfrm>
            <a:off x="4211617" y="7753078"/>
            <a:ext cx="28398" cy="28398"/>
          </a:xfrm>
          <a:prstGeom prst="ellipse">
            <a:avLst/>
          </a:prstGeom>
          <a:solidFill>
            <a:srgbClr val="7F8C97">
              <a:alpha val="48000"/>
            </a:srgbClr>
          </a:solidFill>
          <a:ln w="0">
            <a:noFill/>
            <a:prstDash val="solid"/>
          </a:ln>
        </p:spPr>
      </p:sp>
      <p:sp>
        <p:nvSpPr>
          <p:cNvPr id="3866" name="03_assume_matched_9163">
            <a:extLst>
              <a:ext uri="{FF2B5EF4-FFF2-40B4-BE49-F238E27FC236}">
                <a16:creationId xmlns:a16="http://schemas.microsoft.com/office/drawing/2014/main" id="{823C4112-0B12-4794-BF76-ED95733CC363}"/>
              </a:ext>
            </a:extLst>
          </p:cNvPr>
          <p:cNvSpPr>
            <a:spLocks noGrp="1"/>
          </p:cNvSpPr>
          <p:nvPr/>
        </p:nvSpPr>
        <p:spPr>
          <a:xfrm>
            <a:off x="4160673" y="7753078"/>
            <a:ext cx="28398" cy="28398"/>
          </a:xfrm>
          <a:prstGeom prst="ellipse">
            <a:avLst/>
          </a:prstGeom>
          <a:solidFill>
            <a:srgbClr val="7F8C97">
              <a:alpha val="48000"/>
            </a:srgbClr>
          </a:solidFill>
          <a:ln w="0">
            <a:noFill/>
            <a:prstDash val="solid"/>
          </a:ln>
        </p:spPr>
      </p:sp>
      <p:sp>
        <p:nvSpPr>
          <p:cNvPr id="3867" name="03_assume_matched_9164">
            <a:extLst>
              <a:ext uri="{FF2B5EF4-FFF2-40B4-BE49-F238E27FC236}">
                <a16:creationId xmlns:a16="http://schemas.microsoft.com/office/drawing/2014/main" id="{6C193DC4-1C77-40CE-8470-16820B85383F}"/>
              </a:ext>
            </a:extLst>
          </p:cNvPr>
          <p:cNvSpPr>
            <a:spLocks noGrp="1"/>
          </p:cNvSpPr>
          <p:nvPr/>
        </p:nvSpPr>
        <p:spPr>
          <a:xfrm>
            <a:off x="4656159" y="7168208"/>
            <a:ext cx="28398" cy="28398"/>
          </a:xfrm>
          <a:prstGeom prst="ellipse">
            <a:avLst/>
          </a:prstGeom>
          <a:solidFill>
            <a:srgbClr val="7F8C97">
              <a:alpha val="48000"/>
            </a:srgbClr>
          </a:solidFill>
          <a:ln w="0">
            <a:noFill/>
            <a:prstDash val="solid"/>
          </a:ln>
        </p:spPr>
      </p:sp>
      <p:sp>
        <p:nvSpPr>
          <p:cNvPr id="3868" name="03_assume_matched_9165">
            <a:extLst>
              <a:ext uri="{FF2B5EF4-FFF2-40B4-BE49-F238E27FC236}">
                <a16:creationId xmlns:a16="http://schemas.microsoft.com/office/drawing/2014/main" id="{2209C2DF-192D-4740-86F6-59E82FBCCA1B}"/>
              </a:ext>
            </a:extLst>
          </p:cNvPr>
          <p:cNvSpPr>
            <a:spLocks noGrp="1"/>
          </p:cNvSpPr>
          <p:nvPr/>
        </p:nvSpPr>
        <p:spPr>
          <a:xfrm>
            <a:off x="4644646" y="7168208"/>
            <a:ext cx="28398" cy="28398"/>
          </a:xfrm>
          <a:prstGeom prst="ellipse">
            <a:avLst/>
          </a:prstGeom>
          <a:solidFill>
            <a:srgbClr val="7F8C97">
              <a:alpha val="48000"/>
            </a:srgbClr>
          </a:solidFill>
          <a:ln w="0">
            <a:noFill/>
            <a:prstDash val="solid"/>
          </a:ln>
        </p:spPr>
      </p:sp>
      <p:sp>
        <p:nvSpPr>
          <p:cNvPr id="3869" name="03_assume_matched_9166">
            <a:extLst>
              <a:ext uri="{FF2B5EF4-FFF2-40B4-BE49-F238E27FC236}">
                <a16:creationId xmlns:a16="http://schemas.microsoft.com/office/drawing/2014/main" id="{3B2C41F1-F858-46FC-BA10-048C1CCBD31F}"/>
              </a:ext>
            </a:extLst>
          </p:cNvPr>
          <p:cNvSpPr>
            <a:spLocks noGrp="1"/>
          </p:cNvSpPr>
          <p:nvPr/>
        </p:nvSpPr>
        <p:spPr>
          <a:xfrm>
            <a:off x="4587515" y="7168208"/>
            <a:ext cx="28398" cy="28398"/>
          </a:xfrm>
          <a:prstGeom prst="ellipse">
            <a:avLst/>
          </a:prstGeom>
          <a:solidFill>
            <a:srgbClr val="7F8C97">
              <a:alpha val="48000"/>
            </a:srgbClr>
          </a:solidFill>
          <a:ln w="0">
            <a:noFill/>
            <a:prstDash val="solid"/>
          </a:ln>
        </p:spPr>
      </p:sp>
      <p:sp>
        <p:nvSpPr>
          <p:cNvPr id="3870" name="03_assume_matched_9167">
            <a:extLst>
              <a:ext uri="{FF2B5EF4-FFF2-40B4-BE49-F238E27FC236}">
                <a16:creationId xmlns:a16="http://schemas.microsoft.com/office/drawing/2014/main" id="{D10488B3-66C9-4B29-97DD-2C20EFA0F607}"/>
              </a:ext>
            </a:extLst>
          </p:cNvPr>
          <p:cNvSpPr>
            <a:spLocks noGrp="1"/>
          </p:cNvSpPr>
          <p:nvPr/>
        </p:nvSpPr>
        <p:spPr>
          <a:xfrm>
            <a:off x="4666377" y="7168208"/>
            <a:ext cx="28398" cy="28398"/>
          </a:xfrm>
          <a:prstGeom prst="ellipse">
            <a:avLst/>
          </a:prstGeom>
          <a:solidFill>
            <a:srgbClr val="7F8C97">
              <a:alpha val="48000"/>
            </a:srgbClr>
          </a:solidFill>
          <a:ln w="0">
            <a:noFill/>
            <a:prstDash val="solid"/>
          </a:ln>
        </p:spPr>
      </p:sp>
      <p:sp>
        <p:nvSpPr>
          <p:cNvPr id="3871" name="03_assume_matched_9168">
            <a:extLst>
              <a:ext uri="{FF2B5EF4-FFF2-40B4-BE49-F238E27FC236}">
                <a16:creationId xmlns:a16="http://schemas.microsoft.com/office/drawing/2014/main" id="{92205A7E-925D-4592-8D23-8CA035AC22F4}"/>
              </a:ext>
            </a:extLst>
          </p:cNvPr>
          <p:cNvSpPr>
            <a:spLocks noGrp="1"/>
          </p:cNvSpPr>
          <p:nvPr/>
        </p:nvSpPr>
        <p:spPr>
          <a:xfrm>
            <a:off x="4634141" y="7168208"/>
            <a:ext cx="28398" cy="28398"/>
          </a:xfrm>
          <a:prstGeom prst="ellipse">
            <a:avLst/>
          </a:prstGeom>
          <a:solidFill>
            <a:srgbClr val="7F8C97">
              <a:alpha val="48000"/>
            </a:srgbClr>
          </a:solidFill>
          <a:ln w="0">
            <a:noFill/>
            <a:prstDash val="solid"/>
          </a:ln>
        </p:spPr>
      </p:sp>
      <p:sp>
        <p:nvSpPr>
          <p:cNvPr id="3872" name="03_assume_matched_9169">
            <a:extLst>
              <a:ext uri="{FF2B5EF4-FFF2-40B4-BE49-F238E27FC236}">
                <a16:creationId xmlns:a16="http://schemas.microsoft.com/office/drawing/2014/main" id="{A1D33361-CE19-40AD-829C-79E19E53FF14}"/>
              </a:ext>
            </a:extLst>
          </p:cNvPr>
          <p:cNvSpPr>
            <a:spLocks noGrp="1"/>
          </p:cNvSpPr>
          <p:nvPr/>
        </p:nvSpPr>
        <p:spPr>
          <a:xfrm>
            <a:off x="4538873" y="7168208"/>
            <a:ext cx="28398" cy="28398"/>
          </a:xfrm>
          <a:prstGeom prst="ellipse">
            <a:avLst/>
          </a:prstGeom>
          <a:solidFill>
            <a:srgbClr val="7F8C97">
              <a:alpha val="48000"/>
            </a:srgbClr>
          </a:solidFill>
          <a:ln w="0">
            <a:noFill/>
            <a:prstDash val="solid"/>
          </a:ln>
        </p:spPr>
      </p:sp>
      <p:sp>
        <p:nvSpPr>
          <p:cNvPr id="3873" name="03_assume_matched_9170">
            <a:extLst>
              <a:ext uri="{FF2B5EF4-FFF2-40B4-BE49-F238E27FC236}">
                <a16:creationId xmlns:a16="http://schemas.microsoft.com/office/drawing/2014/main" id="{4585B6FE-6A19-4643-A41D-14503E0275CA}"/>
              </a:ext>
            </a:extLst>
          </p:cNvPr>
          <p:cNvSpPr>
            <a:spLocks noGrp="1"/>
          </p:cNvSpPr>
          <p:nvPr/>
        </p:nvSpPr>
        <p:spPr>
          <a:xfrm>
            <a:off x="4569526" y="7460643"/>
            <a:ext cx="28398" cy="28398"/>
          </a:xfrm>
          <a:prstGeom prst="ellipse">
            <a:avLst/>
          </a:prstGeom>
          <a:solidFill>
            <a:srgbClr val="7F8C97">
              <a:alpha val="48000"/>
            </a:srgbClr>
          </a:solidFill>
          <a:ln w="0">
            <a:noFill/>
            <a:prstDash val="solid"/>
          </a:ln>
        </p:spPr>
      </p:sp>
      <p:sp>
        <p:nvSpPr>
          <p:cNvPr id="3874" name="03_assume_matched_9171">
            <a:extLst>
              <a:ext uri="{FF2B5EF4-FFF2-40B4-BE49-F238E27FC236}">
                <a16:creationId xmlns:a16="http://schemas.microsoft.com/office/drawing/2014/main" id="{E4402A93-A858-4CC6-8323-31E25378A64B}"/>
              </a:ext>
            </a:extLst>
          </p:cNvPr>
          <p:cNvSpPr>
            <a:spLocks noGrp="1"/>
          </p:cNvSpPr>
          <p:nvPr/>
        </p:nvSpPr>
        <p:spPr>
          <a:xfrm>
            <a:off x="4538585" y="7606860"/>
            <a:ext cx="28398" cy="28398"/>
          </a:xfrm>
          <a:prstGeom prst="ellipse">
            <a:avLst/>
          </a:prstGeom>
          <a:solidFill>
            <a:srgbClr val="7F8C97">
              <a:alpha val="48000"/>
            </a:srgbClr>
          </a:solidFill>
          <a:ln w="0">
            <a:noFill/>
            <a:prstDash val="solid"/>
          </a:ln>
        </p:spPr>
      </p:sp>
      <p:sp>
        <p:nvSpPr>
          <p:cNvPr id="3875" name="03_assume_matched_9172">
            <a:extLst>
              <a:ext uri="{FF2B5EF4-FFF2-40B4-BE49-F238E27FC236}">
                <a16:creationId xmlns:a16="http://schemas.microsoft.com/office/drawing/2014/main" id="{CD1272B4-7992-4413-894A-05BA447319ED}"/>
              </a:ext>
            </a:extLst>
          </p:cNvPr>
          <p:cNvSpPr>
            <a:spLocks noGrp="1"/>
          </p:cNvSpPr>
          <p:nvPr/>
        </p:nvSpPr>
        <p:spPr>
          <a:xfrm>
            <a:off x="4619894" y="7168208"/>
            <a:ext cx="28398" cy="28398"/>
          </a:xfrm>
          <a:prstGeom prst="ellipse">
            <a:avLst/>
          </a:prstGeom>
          <a:solidFill>
            <a:srgbClr val="7F8C97">
              <a:alpha val="48000"/>
            </a:srgbClr>
          </a:solidFill>
          <a:ln w="0">
            <a:noFill/>
            <a:prstDash val="solid"/>
          </a:ln>
        </p:spPr>
      </p:sp>
      <p:sp>
        <p:nvSpPr>
          <p:cNvPr id="3876" name="03_assume_matched_9173">
            <a:extLst>
              <a:ext uri="{FF2B5EF4-FFF2-40B4-BE49-F238E27FC236}">
                <a16:creationId xmlns:a16="http://schemas.microsoft.com/office/drawing/2014/main" id="{E621A782-C548-4591-8EDE-E093C47DEDEE}"/>
              </a:ext>
            </a:extLst>
          </p:cNvPr>
          <p:cNvSpPr>
            <a:spLocks noGrp="1"/>
          </p:cNvSpPr>
          <p:nvPr/>
        </p:nvSpPr>
        <p:spPr>
          <a:xfrm>
            <a:off x="4601186" y="7168208"/>
            <a:ext cx="28398" cy="28398"/>
          </a:xfrm>
          <a:prstGeom prst="ellipse">
            <a:avLst/>
          </a:prstGeom>
          <a:solidFill>
            <a:srgbClr val="7F8C97">
              <a:alpha val="48000"/>
            </a:srgbClr>
          </a:solidFill>
          <a:ln w="0">
            <a:noFill/>
            <a:prstDash val="solid"/>
          </a:ln>
        </p:spPr>
      </p:sp>
      <p:sp>
        <p:nvSpPr>
          <p:cNvPr id="3877" name="03_assume_matched_9174">
            <a:extLst>
              <a:ext uri="{FF2B5EF4-FFF2-40B4-BE49-F238E27FC236}">
                <a16:creationId xmlns:a16="http://schemas.microsoft.com/office/drawing/2014/main" id="{631CEDC8-CF27-457E-95D2-D3AB0577EDA3}"/>
              </a:ext>
            </a:extLst>
          </p:cNvPr>
          <p:cNvSpPr>
            <a:spLocks noGrp="1"/>
          </p:cNvSpPr>
          <p:nvPr/>
        </p:nvSpPr>
        <p:spPr>
          <a:xfrm>
            <a:off x="4585932" y="7168208"/>
            <a:ext cx="28398" cy="28398"/>
          </a:xfrm>
          <a:prstGeom prst="ellipse">
            <a:avLst/>
          </a:prstGeom>
          <a:solidFill>
            <a:srgbClr val="7F8C97">
              <a:alpha val="48000"/>
            </a:srgbClr>
          </a:solidFill>
          <a:ln w="0">
            <a:noFill/>
            <a:prstDash val="solid"/>
          </a:ln>
        </p:spPr>
      </p:sp>
      <p:sp>
        <p:nvSpPr>
          <p:cNvPr id="3878" name="03_assume_matched_9175">
            <a:extLst>
              <a:ext uri="{FF2B5EF4-FFF2-40B4-BE49-F238E27FC236}">
                <a16:creationId xmlns:a16="http://schemas.microsoft.com/office/drawing/2014/main" id="{1B1AC02F-4E2D-4EFE-82B6-3F64CF170D31}"/>
              </a:ext>
            </a:extLst>
          </p:cNvPr>
          <p:cNvSpPr>
            <a:spLocks noGrp="1"/>
          </p:cNvSpPr>
          <p:nvPr/>
        </p:nvSpPr>
        <p:spPr>
          <a:xfrm>
            <a:off x="4571685" y="7753078"/>
            <a:ext cx="28398" cy="28398"/>
          </a:xfrm>
          <a:prstGeom prst="ellipse">
            <a:avLst/>
          </a:prstGeom>
          <a:solidFill>
            <a:srgbClr val="7F8C97">
              <a:alpha val="48000"/>
            </a:srgbClr>
          </a:solidFill>
          <a:ln w="0">
            <a:noFill/>
            <a:prstDash val="solid"/>
          </a:ln>
        </p:spPr>
      </p:sp>
      <p:sp>
        <p:nvSpPr>
          <p:cNvPr id="3879" name="03_assume_matched_9176">
            <a:extLst>
              <a:ext uri="{FF2B5EF4-FFF2-40B4-BE49-F238E27FC236}">
                <a16:creationId xmlns:a16="http://schemas.microsoft.com/office/drawing/2014/main" id="{43BC2D97-8478-4F38-8A61-DC9590E39C06}"/>
              </a:ext>
            </a:extLst>
          </p:cNvPr>
          <p:cNvSpPr>
            <a:spLocks noGrp="1"/>
          </p:cNvSpPr>
          <p:nvPr/>
        </p:nvSpPr>
        <p:spPr>
          <a:xfrm>
            <a:off x="4588090" y="7168208"/>
            <a:ext cx="28398" cy="28398"/>
          </a:xfrm>
          <a:prstGeom prst="ellipse">
            <a:avLst/>
          </a:prstGeom>
          <a:solidFill>
            <a:srgbClr val="7F8C97">
              <a:alpha val="48000"/>
            </a:srgbClr>
          </a:solidFill>
          <a:ln w="0">
            <a:noFill/>
            <a:prstDash val="solid"/>
          </a:ln>
        </p:spPr>
      </p:sp>
      <p:sp>
        <p:nvSpPr>
          <p:cNvPr id="3880" name="03_assume_matched_9177">
            <a:extLst>
              <a:ext uri="{FF2B5EF4-FFF2-40B4-BE49-F238E27FC236}">
                <a16:creationId xmlns:a16="http://schemas.microsoft.com/office/drawing/2014/main" id="{9E539471-843A-4BC3-9169-CA0459C22D66}"/>
              </a:ext>
            </a:extLst>
          </p:cNvPr>
          <p:cNvSpPr>
            <a:spLocks noGrp="1"/>
          </p:cNvSpPr>
          <p:nvPr/>
        </p:nvSpPr>
        <p:spPr>
          <a:xfrm>
            <a:off x="4673284" y="7314426"/>
            <a:ext cx="28398" cy="28398"/>
          </a:xfrm>
          <a:prstGeom prst="ellipse">
            <a:avLst/>
          </a:prstGeom>
          <a:solidFill>
            <a:srgbClr val="7F8C97">
              <a:alpha val="48000"/>
            </a:srgbClr>
          </a:solidFill>
          <a:ln w="0">
            <a:noFill/>
            <a:prstDash val="solid"/>
          </a:ln>
        </p:spPr>
      </p:sp>
      <p:sp>
        <p:nvSpPr>
          <p:cNvPr id="3881" name="03_assume_matched_9178">
            <a:extLst>
              <a:ext uri="{FF2B5EF4-FFF2-40B4-BE49-F238E27FC236}">
                <a16:creationId xmlns:a16="http://schemas.microsoft.com/office/drawing/2014/main" id="{243D2BA8-4604-492B-A3E9-14EAA9105E13}"/>
              </a:ext>
            </a:extLst>
          </p:cNvPr>
          <p:cNvSpPr>
            <a:spLocks noGrp="1"/>
          </p:cNvSpPr>
          <p:nvPr/>
        </p:nvSpPr>
        <p:spPr>
          <a:xfrm>
            <a:off x="4628241" y="7168208"/>
            <a:ext cx="28398" cy="28398"/>
          </a:xfrm>
          <a:prstGeom prst="ellipse">
            <a:avLst/>
          </a:prstGeom>
          <a:solidFill>
            <a:srgbClr val="7F8C97">
              <a:alpha val="48000"/>
            </a:srgbClr>
          </a:solidFill>
          <a:ln w="0">
            <a:noFill/>
            <a:prstDash val="solid"/>
          </a:ln>
        </p:spPr>
      </p:sp>
      <p:sp>
        <p:nvSpPr>
          <p:cNvPr id="3882" name="03_assume_matched_9179">
            <a:extLst>
              <a:ext uri="{FF2B5EF4-FFF2-40B4-BE49-F238E27FC236}">
                <a16:creationId xmlns:a16="http://schemas.microsoft.com/office/drawing/2014/main" id="{A4E1D003-AF39-4593-9F6D-BA5CA8ECFB73}"/>
              </a:ext>
            </a:extLst>
          </p:cNvPr>
          <p:cNvSpPr>
            <a:spLocks noGrp="1"/>
          </p:cNvSpPr>
          <p:nvPr/>
        </p:nvSpPr>
        <p:spPr>
          <a:xfrm>
            <a:off x="4638027" y="7655599"/>
            <a:ext cx="28398" cy="28398"/>
          </a:xfrm>
          <a:prstGeom prst="ellipse">
            <a:avLst/>
          </a:prstGeom>
          <a:solidFill>
            <a:srgbClr val="7F8C97">
              <a:alpha val="48000"/>
            </a:srgbClr>
          </a:solidFill>
          <a:ln w="0">
            <a:noFill/>
            <a:prstDash val="solid"/>
          </a:ln>
        </p:spPr>
      </p:sp>
      <p:sp>
        <p:nvSpPr>
          <p:cNvPr id="3883" name="03_assume_matched_9180">
            <a:extLst>
              <a:ext uri="{FF2B5EF4-FFF2-40B4-BE49-F238E27FC236}">
                <a16:creationId xmlns:a16="http://schemas.microsoft.com/office/drawing/2014/main" id="{E9300B2D-F492-4D8E-B209-C8B0ED8FF20D}"/>
              </a:ext>
            </a:extLst>
          </p:cNvPr>
          <p:cNvSpPr>
            <a:spLocks noGrp="1"/>
          </p:cNvSpPr>
          <p:nvPr/>
        </p:nvSpPr>
        <p:spPr>
          <a:xfrm>
            <a:off x="4574851" y="7558121"/>
            <a:ext cx="28398" cy="28398"/>
          </a:xfrm>
          <a:prstGeom prst="ellipse">
            <a:avLst/>
          </a:prstGeom>
          <a:solidFill>
            <a:srgbClr val="7F8C97">
              <a:alpha val="48000"/>
            </a:srgbClr>
          </a:solidFill>
          <a:ln w="0">
            <a:noFill/>
            <a:prstDash val="solid"/>
          </a:ln>
        </p:spPr>
      </p:sp>
      <p:sp>
        <p:nvSpPr>
          <p:cNvPr id="3884" name="03_assume_matched_9181">
            <a:extLst>
              <a:ext uri="{FF2B5EF4-FFF2-40B4-BE49-F238E27FC236}">
                <a16:creationId xmlns:a16="http://schemas.microsoft.com/office/drawing/2014/main" id="{4DCB762C-537B-433A-AEA2-122E453EA3AB}"/>
              </a:ext>
            </a:extLst>
          </p:cNvPr>
          <p:cNvSpPr>
            <a:spLocks noGrp="1"/>
          </p:cNvSpPr>
          <p:nvPr/>
        </p:nvSpPr>
        <p:spPr>
          <a:xfrm>
            <a:off x="4665225" y="7558121"/>
            <a:ext cx="28398" cy="28398"/>
          </a:xfrm>
          <a:prstGeom prst="ellipse">
            <a:avLst/>
          </a:prstGeom>
          <a:solidFill>
            <a:srgbClr val="7F8C97">
              <a:alpha val="48000"/>
            </a:srgbClr>
          </a:solidFill>
          <a:ln w="0">
            <a:noFill/>
            <a:prstDash val="solid"/>
          </a:ln>
        </p:spPr>
      </p:sp>
      <p:sp>
        <p:nvSpPr>
          <p:cNvPr id="3885" name="03_assume_matched_9182">
            <a:extLst>
              <a:ext uri="{FF2B5EF4-FFF2-40B4-BE49-F238E27FC236}">
                <a16:creationId xmlns:a16="http://schemas.microsoft.com/office/drawing/2014/main" id="{5DE1E8EE-B35D-42EA-9882-A3EFE484D251}"/>
              </a:ext>
            </a:extLst>
          </p:cNvPr>
          <p:cNvSpPr>
            <a:spLocks noGrp="1"/>
          </p:cNvSpPr>
          <p:nvPr/>
        </p:nvSpPr>
        <p:spPr>
          <a:xfrm>
            <a:off x="4638314" y="7168208"/>
            <a:ext cx="28398" cy="28398"/>
          </a:xfrm>
          <a:prstGeom prst="ellipse">
            <a:avLst/>
          </a:prstGeom>
          <a:solidFill>
            <a:srgbClr val="7F8C97">
              <a:alpha val="48000"/>
            </a:srgbClr>
          </a:solidFill>
          <a:ln w="0">
            <a:noFill/>
            <a:prstDash val="solid"/>
          </a:ln>
        </p:spPr>
      </p:sp>
      <p:sp>
        <p:nvSpPr>
          <p:cNvPr id="3886" name="03_assume_matched_9183">
            <a:extLst>
              <a:ext uri="{FF2B5EF4-FFF2-40B4-BE49-F238E27FC236}">
                <a16:creationId xmlns:a16="http://schemas.microsoft.com/office/drawing/2014/main" id="{0849B91A-9B2F-4908-8CE9-DE7D3D692A19}"/>
              </a:ext>
            </a:extLst>
          </p:cNvPr>
          <p:cNvSpPr>
            <a:spLocks noGrp="1"/>
          </p:cNvSpPr>
          <p:nvPr/>
        </p:nvSpPr>
        <p:spPr>
          <a:xfrm>
            <a:off x="4556142" y="7753078"/>
            <a:ext cx="28398" cy="28398"/>
          </a:xfrm>
          <a:prstGeom prst="ellipse">
            <a:avLst/>
          </a:prstGeom>
          <a:solidFill>
            <a:srgbClr val="7F8C97">
              <a:alpha val="48000"/>
            </a:srgbClr>
          </a:solidFill>
          <a:ln w="0">
            <a:noFill/>
            <a:prstDash val="solid"/>
          </a:ln>
        </p:spPr>
      </p:sp>
      <p:sp>
        <p:nvSpPr>
          <p:cNvPr id="3887" name="03_assume_matched_9184">
            <a:extLst>
              <a:ext uri="{FF2B5EF4-FFF2-40B4-BE49-F238E27FC236}">
                <a16:creationId xmlns:a16="http://schemas.microsoft.com/office/drawing/2014/main" id="{26E54E4C-3BAC-44B1-8140-771341EC1413}"/>
              </a:ext>
            </a:extLst>
          </p:cNvPr>
          <p:cNvSpPr>
            <a:spLocks noGrp="1"/>
          </p:cNvSpPr>
          <p:nvPr/>
        </p:nvSpPr>
        <p:spPr>
          <a:xfrm>
            <a:off x="4563482" y="7168208"/>
            <a:ext cx="28398" cy="28398"/>
          </a:xfrm>
          <a:prstGeom prst="ellipse">
            <a:avLst/>
          </a:prstGeom>
          <a:solidFill>
            <a:srgbClr val="7F8C97">
              <a:alpha val="48000"/>
            </a:srgbClr>
          </a:solidFill>
          <a:ln w="0">
            <a:noFill/>
            <a:prstDash val="solid"/>
          </a:ln>
        </p:spPr>
      </p:sp>
      <p:sp>
        <p:nvSpPr>
          <p:cNvPr id="3888" name="03_assume_matched_9185">
            <a:extLst>
              <a:ext uri="{FF2B5EF4-FFF2-40B4-BE49-F238E27FC236}">
                <a16:creationId xmlns:a16="http://schemas.microsoft.com/office/drawing/2014/main" id="{619BD5B8-C48C-4882-B93E-787B809C976A}"/>
              </a:ext>
            </a:extLst>
          </p:cNvPr>
          <p:cNvSpPr>
            <a:spLocks noGrp="1"/>
          </p:cNvSpPr>
          <p:nvPr/>
        </p:nvSpPr>
        <p:spPr>
          <a:xfrm>
            <a:off x="4574707" y="7558121"/>
            <a:ext cx="28398" cy="28398"/>
          </a:xfrm>
          <a:prstGeom prst="ellipse">
            <a:avLst/>
          </a:prstGeom>
          <a:solidFill>
            <a:srgbClr val="7F8C97">
              <a:alpha val="48000"/>
            </a:srgbClr>
          </a:solidFill>
          <a:ln w="0">
            <a:noFill/>
            <a:prstDash val="solid"/>
          </a:ln>
        </p:spPr>
      </p:sp>
      <p:sp>
        <p:nvSpPr>
          <p:cNvPr id="3889" name="03_assume_matched_9186">
            <a:extLst>
              <a:ext uri="{FF2B5EF4-FFF2-40B4-BE49-F238E27FC236}">
                <a16:creationId xmlns:a16="http://schemas.microsoft.com/office/drawing/2014/main" id="{88A7B55B-03AE-4F57-BADD-DDCB14C4CC94}"/>
              </a:ext>
            </a:extLst>
          </p:cNvPr>
          <p:cNvSpPr>
            <a:spLocks noGrp="1"/>
          </p:cNvSpPr>
          <p:nvPr/>
        </p:nvSpPr>
        <p:spPr>
          <a:xfrm>
            <a:off x="4664074" y="7168208"/>
            <a:ext cx="28398" cy="28398"/>
          </a:xfrm>
          <a:prstGeom prst="ellipse">
            <a:avLst/>
          </a:prstGeom>
          <a:solidFill>
            <a:srgbClr val="7F8C97">
              <a:alpha val="48000"/>
            </a:srgbClr>
          </a:solidFill>
          <a:ln w="0">
            <a:noFill/>
            <a:prstDash val="solid"/>
          </a:ln>
        </p:spPr>
      </p:sp>
      <p:sp>
        <p:nvSpPr>
          <p:cNvPr id="3890" name="03_assume_matched_9187">
            <a:extLst>
              <a:ext uri="{FF2B5EF4-FFF2-40B4-BE49-F238E27FC236}">
                <a16:creationId xmlns:a16="http://schemas.microsoft.com/office/drawing/2014/main" id="{E6CA2FAE-CAF6-444D-BDD4-7D8846B9587B}"/>
              </a:ext>
            </a:extLst>
          </p:cNvPr>
          <p:cNvSpPr>
            <a:spLocks noGrp="1"/>
          </p:cNvSpPr>
          <p:nvPr/>
        </p:nvSpPr>
        <p:spPr>
          <a:xfrm>
            <a:off x="4577009" y="7168208"/>
            <a:ext cx="28398" cy="28398"/>
          </a:xfrm>
          <a:prstGeom prst="ellipse">
            <a:avLst/>
          </a:prstGeom>
          <a:solidFill>
            <a:srgbClr val="7F8C97">
              <a:alpha val="48000"/>
            </a:srgbClr>
          </a:solidFill>
          <a:ln w="0">
            <a:noFill/>
            <a:prstDash val="solid"/>
          </a:ln>
        </p:spPr>
      </p:sp>
      <p:sp>
        <p:nvSpPr>
          <p:cNvPr id="3891" name="03_assume_matched_9188">
            <a:extLst>
              <a:ext uri="{FF2B5EF4-FFF2-40B4-BE49-F238E27FC236}">
                <a16:creationId xmlns:a16="http://schemas.microsoft.com/office/drawing/2014/main" id="{DF741C58-C371-4107-B48C-7C658BBD9DFD}"/>
              </a:ext>
            </a:extLst>
          </p:cNvPr>
          <p:cNvSpPr>
            <a:spLocks noGrp="1"/>
          </p:cNvSpPr>
          <p:nvPr/>
        </p:nvSpPr>
        <p:spPr>
          <a:xfrm>
            <a:off x="4656015" y="7493136"/>
            <a:ext cx="28398" cy="28398"/>
          </a:xfrm>
          <a:prstGeom prst="ellipse">
            <a:avLst/>
          </a:prstGeom>
          <a:solidFill>
            <a:srgbClr val="7F8C97">
              <a:alpha val="48000"/>
            </a:srgbClr>
          </a:solidFill>
          <a:ln w="0">
            <a:noFill/>
            <a:prstDash val="solid"/>
          </a:ln>
        </p:spPr>
      </p:sp>
      <p:sp>
        <p:nvSpPr>
          <p:cNvPr id="3892" name="03_assume_matched_9189">
            <a:extLst>
              <a:ext uri="{FF2B5EF4-FFF2-40B4-BE49-F238E27FC236}">
                <a16:creationId xmlns:a16="http://schemas.microsoft.com/office/drawing/2014/main" id="{7B21A718-EE37-4984-B4DF-A1435E3B9A4D}"/>
              </a:ext>
            </a:extLst>
          </p:cNvPr>
          <p:cNvSpPr>
            <a:spLocks noGrp="1"/>
          </p:cNvSpPr>
          <p:nvPr/>
        </p:nvSpPr>
        <p:spPr>
          <a:xfrm>
            <a:off x="4657166" y="7168208"/>
            <a:ext cx="28398" cy="28398"/>
          </a:xfrm>
          <a:prstGeom prst="ellipse">
            <a:avLst/>
          </a:prstGeom>
          <a:solidFill>
            <a:srgbClr val="7F8C97">
              <a:alpha val="48000"/>
            </a:srgbClr>
          </a:solidFill>
          <a:ln w="0">
            <a:noFill/>
            <a:prstDash val="solid"/>
          </a:ln>
        </p:spPr>
      </p:sp>
      <p:sp>
        <p:nvSpPr>
          <p:cNvPr id="3893" name="03_assume_matched_9190">
            <a:extLst>
              <a:ext uri="{FF2B5EF4-FFF2-40B4-BE49-F238E27FC236}">
                <a16:creationId xmlns:a16="http://schemas.microsoft.com/office/drawing/2014/main" id="{A54760F3-0432-4B49-9658-9EE953FED284}"/>
              </a:ext>
            </a:extLst>
          </p:cNvPr>
          <p:cNvSpPr>
            <a:spLocks noGrp="1"/>
          </p:cNvSpPr>
          <p:nvPr/>
        </p:nvSpPr>
        <p:spPr>
          <a:xfrm>
            <a:off x="4660908" y="7753078"/>
            <a:ext cx="28398" cy="28398"/>
          </a:xfrm>
          <a:prstGeom prst="ellipse">
            <a:avLst/>
          </a:prstGeom>
          <a:solidFill>
            <a:srgbClr val="7F8C97">
              <a:alpha val="48000"/>
            </a:srgbClr>
          </a:solidFill>
          <a:ln w="0">
            <a:noFill/>
            <a:prstDash val="solid"/>
          </a:ln>
        </p:spPr>
      </p:sp>
      <p:sp>
        <p:nvSpPr>
          <p:cNvPr id="3894" name="03_assume_matched_9191">
            <a:extLst>
              <a:ext uri="{FF2B5EF4-FFF2-40B4-BE49-F238E27FC236}">
                <a16:creationId xmlns:a16="http://schemas.microsoft.com/office/drawing/2014/main" id="{CCD7F725-2F7B-42E6-BC02-F79A2E506E81}"/>
              </a:ext>
            </a:extLst>
          </p:cNvPr>
          <p:cNvSpPr>
            <a:spLocks noGrp="1"/>
          </p:cNvSpPr>
          <p:nvPr/>
        </p:nvSpPr>
        <p:spPr>
          <a:xfrm>
            <a:off x="4578160" y="7753078"/>
            <a:ext cx="28398" cy="28398"/>
          </a:xfrm>
          <a:prstGeom prst="ellipse">
            <a:avLst/>
          </a:prstGeom>
          <a:solidFill>
            <a:srgbClr val="7F8C97">
              <a:alpha val="48000"/>
            </a:srgbClr>
          </a:solidFill>
          <a:ln w="0">
            <a:noFill/>
            <a:prstDash val="solid"/>
          </a:ln>
        </p:spPr>
      </p:sp>
      <p:sp>
        <p:nvSpPr>
          <p:cNvPr id="3895" name="03_assume_matched_9192">
            <a:extLst>
              <a:ext uri="{FF2B5EF4-FFF2-40B4-BE49-F238E27FC236}">
                <a16:creationId xmlns:a16="http://schemas.microsoft.com/office/drawing/2014/main" id="{661AD9C3-4DB5-4516-9B4C-8C22DC98EE54}"/>
              </a:ext>
            </a:extLst>
          </p:cNvPr>
          <p:cNvSpPr>
            <a:spLocks noGrp="1"/>
          </p:cNvSpPr>
          <p:nvPr/>
        </p:nvSpPr>
        <p:spPr>
          <a:xfrm>
            <a:off x="4556430" y="7168208"/>
            <a:ext cx="28398" cy="28398"/>
          </a:xfrm>
          <a:prstGeom prst="ellipse">
            <a:avLst/>
          </a:prstGeom>
          <a:solidFill>
            <a:srgbClr val="7F8C97">
              <a:alpha val="48000"/>
            </a:srgbClr>
          </a:solidFill>
          <a:ln w="0">
            <a:noFill/>
            <a:prstDash val="solid"/>
          </a:ln>
        </p:spPr>
      </p:sp>
      <p:sp>
        <p:nvSpPr>
          <p:cNvPr id="3896" name="03_assume_matched_9193">
            <a:extLst>
              <a:ext uri="{FF2B5EF4-FFF2-40B4-BE49-F238E27FC236}">
                <a16:creationId xmlns:a16="http://schemas.microsoft.com/office/drawing/2014/main" id="{4E8051C4-26DE-43D1-B483-4FC365F1D65D}"/>
              </a:ext>
            </a:extLst>
          </p:cNvPr>
          <p:cNvSpPr>
            <a:spLocks noGrp="1"/>
          </p:cNvSpPr>
          <p:nvPr/>
        </p:nvSpPr>
        <p:spPr>
          <a:xfrm>
            <a:off x="4640185" y="7168208"/>
            <a:ext cx="28398" cy="28398"/>
          </a:xfrm>
          <a:prstGeom prst="ellipse">
            <a:avLst/>
          </a:prstGeom>
          <a:solidFill>
            <a:srgbClr val="7F8C97">
              <a:alpha val="48000"/>
            </a:srgbClr>
          </a:solidFill>
          <a:ln w="0">
            <a:noFill/>
            <a:prstDash val="solid"/>
          </a:ln>
        </p:spPr>
      </p:sp>
      <p:sp>
        <p:nvSpPr>
          <p:cNvPr id="3897" name="03_assume_matched_9194">
            <a:extLst>
              <a:ext uri="{FF2B5EF4-FFF2-40B4-BE49-F238E27FC236}">
                <a16:creationId xmlns:a16="http://schemas.microsoft.com/office/drawing/2014/main" id="{5CE74FA2-4977-4C07-80CB-CF8EC377204A}"/>
              </a:ext>
            </a:extLst>
          </p:cNvPr>
          <p:cNvSpPr>
            <a:spLocks noGrp="1"/>
          </p:cNvSpPr>
          <p:nvPr/>
        </p:nvSpPr>
        <p:spPr>
          <a:xfrm>
            <a:off x="4549666" y="7168208"/>
            <a:ext cx="28398" cy="28398"/>
          </a:xfrm>
          <a:prstGeom prst="ellipse">
            <a:avLst/>
          </a:prstGeom>
          <a:solidFill>
            <a:srgbClr val="7F8C97">
              <a:alpha val="48000"/>
            </a:srgbClr>
          </a:solidFill>
          <a:ln w="0">
            <a:noFill/>
            <a:prstDash val="solid"/>
          </a:ln>
        </p:spPr>
      </p:sp>
      <p:sp>
        <p:nvSpPr>
          <p:cNvPr id="3898" name="03_assume_matched_9195">
            <a:extLst>
              <a:ext uri="{FF2B5EF4-FFF2-40B4-BE49-F238E27FC236}">
                <a16:creationId xmlns:a16="http://schemas.microsoft.com/office/drawing/2014/main" id="{DDF369A0-C548-4149-9C13-BE83D459B1F2}"/>
              </a:ext>
            </a:extLst>
          </p:cNvPr>
          <p:cNvSpPr>
            <a:spLocks noGrp="1"/>
          </p:cNvSpPr>
          <p:nvPr/>
        </p:nvSpPr>
        <p:spPr>
          <a:xfrm>
            <a:off x="4643783" y="7168208"/>
            <a:ext cx="28398" cy="28398"/>
          </a:xfrm>
          <a:prstGeom prst="ellipse">
            <a:avLst/>
          </a:prstGeom>
          <a:solidFill>
            <a:srgbClr val="7F8C97">
              <a:alpha val="48000"/>
            </a:srgbClr>
          </a:solidFill>
          <a:ln w="0">
            <a:noFill/>
            <a:prstDash val="solid"/>
          </a:ln>
        </p:spPr>
      </p:sp>
      <p:sp>
        <p:nvSpPr>
          <p:cNvPr id="3899" name="03_assume_matched_9196">
            <a:extLst>
              <a:ext uri="{FF2B5EF4-FFF2-40B4-BE49-F238E27FC236}">
                <a16:creationId xmlns:a16="http://schemas.microsoft.com/office/drawing/2014/main" id="{81BE8879-35D8-4EBD-AFE5-810D5F629481}"/>
              </a:ext>
            </a:extLst>
          </p:cNvPr>
          <p:cNvSpPr>
            <a:spLocks noGrp="1"/>
          </p:cNvSpPr>
          <p:nvPr/>
        </p:nvSpPr>
        <p:spPr>
          <a:xfrm>
            <a:off x="4550962" y="7753078"/>
            <a:ext cx="28398" cy="28398"/>
          </a:xfrm>
          <a:prstGeom prst="ellipse">
            <a:avLst/>
          </a:prstGeom>
          <a:solidFill>
            <a:srgbClr val="7F8C97">
              <a:alpha val="48000"/>
            </a:srgbClr>
          </a:solidFill>
          <a:ln w="0">
            <a:noFill/>
            <a:prstDash val="solid"/>
          </a:ln>
        </p:spPr>
      </p:sp>
      <p:sp>
        <p:nvSpPr>
          <p:cNvPr id="3900" name="03_assume_matched_9197">
            <a:extLst>
              <a:ext uri="{FF2B5EF4-FFF2-40B4-BE49-F238E27FC236}">
                <a16:creationId xmlns:a16="http://schemas.microsoft.com/office/drawing/2014/main" id="{CBAF3B87-D9DB-4417-9995-92FB3F21B96B}"/>
              </a:ext>
            </a:extLst>
          </p:cNvPr>
          <p:cNvSpPr>
            <a:spLocks noGrp="1"/>
          </p:cNvSpPr>
          <p:nvPr/>
        </p:nvSpPr>
        <p:spPr>
          <a:xfrm>
            <a:off x="4671413" y="7168208"/>
            <a:ext cx="28398" cy="28398"/>
          </a:xfrm>
          <a:prstGeom prst="ellipse">
            <a:avLst/>
          </a:prstGeom>
          <a:solidFill>
            <a:srgbClr val="7F8C97">
              <a:alpha val="48000"/>
            </a:srgbClr>
          </a:solidFill>
          <a:ln w="0">
            <a:noFill/>
            <a:prstDash val="solid"/>
          </a:ln>
        </p:spPr>
      </p:sp>
      <p:sp>
        <p:nvSpPr>
          <p:cNvPr id="3901" name="03_assume_matched_9198">
            <a:extLst>
              <a:ext uri="{FF2B5EF4-FFF2-40B4-BE49-F238E27FC236}">
                <a16:creationId xmlns:a16="http://schemas.microsoft.com/office/drawing/2014/main" id="{5B75B5EA-D0C6-40C6-AA8B-3BD34376808B}"/>
              </a:ext>
            </a:extLst>
          </p:cNvPr>
          <p:cNvSpPr>
            <a:spLocks noGrp="1"/>
          </p:cNvSpPr>
          <p:nvPr/>
        </p:nvSpPr>
        <p:spPr>
          <a:xfrm>
            <a:off x="4649395" y="7168208"/>
            <a:ext cx="28398" cy="28398"/>
          </a:xfrm>
          <a:prstGeom prst="ellipse">
            <a:avLst/>
          </a:prstGeom>
          <a:solidFill>
            <a:srgbClr val="7F8C97">
              <a:alpha val="48000"/>
            </a:srgbClr>
          </a:solidFill>
          <a:ln w="0">
            <a:noFill/>
            <a:prstDash val="solid"/>
          </a:ln>
        </p:spPr>
      </p:sp>
      <p:sp>
        <p:nvSpPr>
          <p:cNvPr id="3902" name="03_assume_matched_9199">
            <a:extLst>
              <a:ext uri="{FF2B5EF4-FFF2-40B4-BE49-F238E27FC236}">
                <a16:creationId xmlns:a16="http://schemas.microsoft.com/office/drawing/2014/main" id="{7BA5439A-F506-4182-9F0E-6352A9D50F06}"/>
              </a:ext>
            </a:extLst>
          </p:cNvPr>
          <p:cNvSpPr>
            <a:spLocks noGrp="1"/>
          </p:cNvSpPr>
          <p:nvPr/>
        </p:nvSpPr>
        <p:spPr>
          <a:xfrm>
            <a:off x="4597300" y="7168208"/>
            <a:ext cx="28398" cy="28398"/>
          </a:xfrm>
          <a:prstGeom prst="ellipse">
            <a:avLst/>
          </a:prstGeom>
          <a:solidFill>
            <a:srgbClr val="7F8C97">
              <a:alpha val="48000"/>
            </a:srgbClr>
          </a:solidFill>
          <a:ln w="0">
            <a:noFill/>
            <a:prstDash val="solid"/>
          </a:ln>
        </p:spPr>
      </p:sp>
      <p:sp>
        <p:nvSpPr>
          <p:cNvPr id="3903" name="03_assume_matched_9200">
            <a:extLst>
              <a:ext uri="{FF2B5EF4-FFF2-40B4-BE49-F238E27FC236}">
                <a16:creationId xmlns:a16="http://schemas.microsoft.com/office/drawing/2014/main" id="{9D2E3A50-D51B-4BC1-B32B-472272DD6B80}"/>
              </a:ext>
            </a:extLst>
          </p:cNvPr>
          <p:cNvSpPr>
            <a:spLocks noGrp="1"/>
          </p:cNvSpPr>
          <p:nvPr/>
        </p:nvSpPr>
        <p:spPr>
          <a:xfrm>
            <a:off x="4572980" y="7168208"/>
            <a:ext cx="28398" cy="28398"/>
          </a:xfrm>
          <a:prstGeom prst="ellipse">
            <a:avLst/>
          </a:prstGeom>
          <a:solidFill>
            <a:srgbClr val="7F8C97">
              <a:alpha val="48000"/>
            </a:srgbClr>
          </a:solidFill>
          <a:ln w="0">
            <a:noFill/>
            <a:prstDash val="solid"/>
          </a:ln>
        </p:spPr>
      </p:sp>
      <p:sp>
        <p:nvSpPr>
          <p:cNvPr id="3904" name="03_assume_matched_9201">
            <a:extLst>
              <a:ext uri="{FF2B5EF4-FFF2-40B4-BE49-F238E27FC236}">
                <a16:creationId xmlns:a16="http://schemas.microsoft.com/office/drawing/2014/main" id="{6A7B4379-9FD9-4BE4-A9F4-B64D261EE698}"/>
              </a:ext>
            </a:extLst>
          </p:cNvPr>
          <p:cNvSpPr>
            <a:spLocks noGrp="1"/>
          </p:cNvSpPr>
          <p:nvPr/>
        </p:nvSpPr>
        <p:spPr>
          <a:xfrm>
            <a:off x="4675443" y="7753078"/>
            <a:ext cx="28398" cy="28398"/>
          </a:xfrm>
          <a:prstGeom prst="ellipse">
            <a:avLst/>
          </a:prstGeom>
          <a:solidFill>
            <a:srgbClr val="7F8C97">
              <a:alpha val="48000"/>
            </a:srgbClr>
          </a:solidFill>
          <a:ln w="0">
            <a:noFill/>
            <a:prstDash val="solid"/>
          </a:ln>
        </p:spPr>
      </p:sp>
      <p:sp>
        <p:nvSpPr>
          <p:cNvPr id="3905" name="03_assume_matched_9202">
            <a:extLst>
              <a:ext uri="{FF2B5EF4-FFF2-40B4-BE49-F238E27FC236}">
                <a16:creationId xmlns:a16="http://schemas.microsoft.com/office/drawing/2014/main" id="{87A1F0CA-2801-4E60-AC28-ED0A65A92732}"/>
              </a:ext>
            </a:extLst>
          </p:cNvPr>
          <p:cNvSpPr>
            <a:spLocks noGrp="1"/>
          </p:cNvSpPr>
          <p:nvPr/>
        </p:nvSpPr>
        <p:spPr>
          <a:xfrm>
            <a:off x="4623204" y="7753078"/>
            <a:ext cx="28398" cy="28398"/>
          </a:xfrm>
          <a:prstGeom prst="ellipse">
            <a:avLst/>
          </a:prstGeom>
          <a:solidFill>
            <a:srgbClr val="7F8C97">
              <a:alpha val="48000"/>
            </a:srgbClr>
          </a:solidFill>
          <a:ln w="0">
            <a:noFill/>
            <a:prstDash val="solid"/>
          </a:ln>
        </p:spPr>
      </p:sp>
      <p:sp>
        <p:nvSpPr>
          <p:cNvPr id="3906" name="03_assume_matched_9203">
            <a:extLst>
              <a:ext uri="{FF2B5EF4-FFF2-40B4-BE49-F238E27FC236}">
                <a16:creationId xmlns:a16="http://schemas.microsoft.com/office/drawing/2014/main" id="{7B364199-0584-492F-AB66-DF03FD61CCB7}"/>
              </a:ext>
            </a:extLst>
          </p:cNvPr>
          <p:cNvSpPr>
            <a:spLocks noGrp="1"/>
          </p:cNvSpPr>
          <p:nvPr/>
        </p:nvSpPr>
        <p:spPr>
          <a:xfrm>
            <a:off x="4656015" y="7753078"/>
            <a:ext cx="28398" cy="28398"/>
          </a:xfrm>
          <a:prstGeom prst="ellipse">
            <a:avLst/>
          </a:prstGeom>
          <a:solidFill>
            <a:srgbClr val="7F8C97">
              <a:alpha val="48000"/>
            </a:srgbClr>
          </a:solidFill>
          <a:ln w="0">
            <a:noFill/>
            <a:prstDash val="solid"/>
          </a:ln>
        </p:spPr>
      </p:sp>
      <p:sp>
        <p:nvSpPr>
          <p:cNvPr id="3907" name="03_assume_matched_9204">
            <a:extLst>
              <a:ext uri="{FF2B5EF4-FFF2-40B4-BE49-F238E27FC236}">
                <a16:creationId xmlns:a16="http://schemas.microsoft.com/office/drawing/2014/main" id="{3D707F14-9B7A-4B17-A5B7-7579B9E73158}"/>
              </a:ext>
            </a:extLst>
          </p:cNvPr>
          <p:cNvSpPr>
            <a:spLocks noGrp="1"/>
          </p:cNvSpPr>
          <p:nvPr/>
        </p:nvSpPr>
        <p:spPr>
          <a:xfrm>
            <a:off x="4555135" y="7168208"/>
            <a:ext cx="28398" cy="28398"/>
          </a:xfrm>
          <a:prstGeom prst="ellipse">
            <a:avLst/>
          </a:prstGeom>
          <a:solidFill>
            <a:srgbClr val="7F8C97">
              <a:alpha val="48000"/>
            </a:srgbClr>
          </a:solidFill>
          <a:ln w="0">
            <a:noFill/>
            <a:prstDash val="solid"/>
          </a:ln>
        </p:spPr>
      </p:sp>
      <p:sp>
        <p:nvSpPr>
          <p:cNvPr id="3908" name="03_assume_matched_9205">
            <a:extLst>
              <a:ext uri="{FF2B5EF4-FFF2-40B4-BE49-F238E27FC236}">
                <a16:creationId xmlns:a16="http://schemas.microsoft.com/office/drawing/2014/main" id="{4E268FE6-1E8C-408E-A8BF-20C69F0B9635}"/>
              </a:ext>
            </a:extLst>
          </p:cNvPr>
          <p:cNvSpPr>
            <a:spLocks noGrp="1"/>
          </p:cNvSpPr>
          <p:nvPr/>
        </p:nvSpPr>
        <p:spPr>
          <a:xfrm>
            <a:off x="4647093" y="7753078"/>
            <a:ext cx="28398" cy="28398"/>
          </a:xfrm>
          <a:prstGeom prst="ellipse">
            <a:avLst/>
          </a:prstGeom>
          <a:solidFill>
            <a:srgbClr val="7F8C97">
              <a:alpha val="48000"/>
            </a:srgbClr>
          </a:solidFill>
          <a:ln w="0">
            <a:noFill/>
            <a:prstDash val="solid"/>
          </a:ln>
        </p:spPr>
      </p:sp>
      <p:sp>
        <p:nvSpPr>
          <p:cNvPr id="3909" name="03_assume_matched_9206">
            <a:extLst>
              <a:ext uri="{FF2B5EF4-FFF2-40B4-BE49-F238E27FC236}">
                <a16:creationId xmlns:a16="http://schemas.microsoft.com/office/drawing/2014/main" id="{4DF260B7-2A24-42EF-9ECB-B9599C577A65}"/>
              </a:ext>
            </a:extLst>
          </p:cNvPr>
          <p:cNvSpPr>
            <a:spLocks noGrp="1"/>
          </p:cNvSpPr>
          <p:nvPr/>
        </p:nvSpPr>
        <p:spPr>
          <a:xfrm>
            <a:off x="4626226" y="7168208"/>
            <a:ext cx="28398" cy="28398"/>
          </a:xfrm>
          <a:prstGeom prst="ellipse">
            <a:avLst/>
          </a:prstGeom>
          <a:solidFill>
            <a:srgbClr val="7F8C97">
              <a:alpha val="48000"/>
            </a:srgbClr>
          </a:solidFill>
          <a:ln w="0">
            <a:noFill/>
            <a:prstDash val="solid"/>
          </a:ln>
        </p:spPr>
      </p:sp>
      <p:sp>
        <p:nvSpPr>
          <p:cNvPr id="3910" name="03_assume_matched_9207">
            <a:extLst>
              <a:ext uri="{FF2B5EF4-FFF2-40B4-BE49-F238E27FC236}">
                <a16:creationId xmlns:a16="http://schemas.microsoft.com/office/drawing/2014/main" id="{8340D1CF-0C27-4CFE-B748-D4629F0B6DB5}"/>
              </a:ext>
            </a:extLst>
          </p:cNvPr>
          <p:cNvSpPr>
            <a:spLocks noGrp="1"/>
          </p:cNvSpPr>
          <p:nvPr/>
        </p:nvSpPr>
        <p:spPr>
          <a:xfrm>
            <a:off x="4534844" y="7168208"/>
            <a:ext cx="28398" cy="28398"/>
          </a:xfrm>
          <a:prstGeom prst="ellipse">
            <a:avLst/>
          </a:prstGeom>
          <a:solidFill>
            <a:srgbClr val="7F8C97">
              <a:alpha val="48000"/>
            </a:srgbClr>
          </a:solidFill>
          <a:ln w="0">
            <a:noFill/>
            <a:prstDash val="solid"/>
          </a:ln>
        </p:spPr>
      </p:sp>
      <p:sp>
        <p:nvSpPr>
          <p:cNvPr id="3911" name="03_assume_matched_9208">
            <a:extLst>
              <a:ext uri="{FF2B5EF4-FFF2-40B4-BE49-F238E27FC236}">
                <a16:creationId xmlns:a16="http://schemas.microsoft.com/office/drawing/2014/main" id="{B4B950B4-E4C9-49B3-A61B-86EEA3AB60A6}"/>
              </a:ext>
            </a:extLst>
          </p:cNvPr>
          <p:cNvSpPr>
            <a:spLocks noGrp="1"/>
          </p:cNvSpPr>
          <p:nvPr/>
        </p:nvSpPr>
        <p:spPr>
          <a:xfrm>
            <a:off x="4594134" y="7753078"/>
            <a:ext cx="28398" cy="28398"/>
          </a:xfrm>
          <a:prstGeom prst="ellipse">
            <a:avLst/>
          </a:prstGeom>
          <a:solidFill>
            <a:srgbClr val="7F8C97">
              <a:alpha val="48000"/>
            </a:srgbClr>
          </a:solidFill>
          <a:ln w="0">
            <a:noFill/>
            <a:prstDash val="solid"/>
          </a:ln>
        </p:spPr>
      </p:sp>
      <p:sp>
        <p:nvSpPr>
          <p:cNvPr id="3912" name="03_assume_matched_9209">
            <a:extLst>
              <a:ext uri="{FF2B5EF4-FFF2-40B4-BE49-F238E27FC236}">
                <a16:creationId xmlns:a16="http://schemas.microsoft.com/office/drawing/2014/main" id="{06806C05-9F87-4173-9B25-D3287D7FA7AA}"/>
              </a:ext>
            </a:extLst>
          </p:cNvPr>
          <p:cNvSpPr>
            <a:spLocks noGrp="1"/>
          </p:cNvSpPr>
          <p:nvPr/>
        </p:nvSpPr>
        <p:spPr>
          <a:xfrm>
            <a:off x="4576290" y="7753078"/>
            <a:ext cx="28398" cy="28398"/>
          </a:xfrm>
          <a:prstGeom prst="ellipse">
            <a:avLst/>
          </a:prstGeom>
          <a:solidFill>
            <a:srgbClr val="7F8C97">
              <a:alpha val="48000"/>
            </a:srgbClr>
          </a:solidFill>
          <a:ln w="0">
            <a:noFill/>
            <a:prstDash val="solid"/>
          </a:ln>
        </p:spPr>
      </p:sp>
      <p:sp>
        <p:nvSpPr>
          <p:cNvPr id="3913" name="03_assume_matched_9210">
            <a:extLst>
              <a:ext uri="{FF2B5EF4-FFF2-40B4-BE49-F238E27FC236}">
                <a16:creationId xmlns:a16="http://schemas.microsoft.com/office/drawing/2014/main" id="{F64D3967-C767-4CAA-B1A6-EC125C7B3919}"/>
              </a:ext>
            </a:extLst>
          </p:cNvPr>
          <p:cNvSpPr>
            <a:spLocks noGrp="1"/>
          </p:cNvSpPr>
          <p:nvPr/>
        </p:nvSpPr>
        <p:spPr>
          <a:xfrm>
            <a:off x="4608525" y="7168208"/>
            <a:ext cx="28398" cy="28398"/>
          </a:xfrm>
          <a:prstGeom prst="ellipse">
            <a:avLst/>
          </a:prstGeom>
          <a:solidFill>
            <a:srgbClr val="7F8C97">
              <a:alpha val="48000"/>
            </a:srgbClr>
          </a:solidFill>
          <a:ln w="0">
            <a:noFill/>
            <a:prstDash val="solid"/>
          </a:ln>
        </p:spPr>
      </p:sp>
      <p:sp>
        <p:nvSpPr>
          <p:cNvPr id="3914" name="03_assume_matched_9211">
            <a:extLst>
              <a:ext uri="{FF2B5EF4-FFF2-40B4-BE49-F238E27FC236}">
                <a16:creationId xmlns:a16="http://schemas.microsoft.com/office/drawing/2014/main" id="{E2A5A692-1EBE-4238-BEF5-324E59C28F7E}"/>
              </a:ext>
            </a:extLst>
          </p:cNvPr>
          <p:cNvSpPr>
            <a:spLocks noGrp="1"/>
          </p:cNvSpPr>
          <p:nvPr/>
        </p:nvSpPr>
        <p:spPr>
          <a:xfrm>
            <a:off x="4590393" y="7704338"/>
            <a:ext cx="28398" cy="28398"/>
          </a:xfrm>
          <a:prstGeom prst="ellipse">
            <a:avLst/>
          </a:prstGeom>
          <a:solidFill>
            <a:srgbClr val="7F8C97">
              <a:alpha val="48000"/>
            </a:srgbClr>
          </a:solidFill>
          <a:ln w="0">
            <a:noFill/>
            <a:prstDash val="solid"/>
          </a:ln>
        </p:spPr>
      </p:sp>
      <p:sp>
        <p:nvSpPr>
          <p:cNvPr id="3915" name="03_assume_matched_9212">
            <a:extLst>
              <a:ext uri="{FF2B5EF4-FFF2-40B4-BE49-F238E27FC236}">
                <a16:creationId xmlns:a16="http://schemas.microsoft.com/office/drawing/2014/main" id="{909E05C5-A71A-42AC-8C2B-4F52D55C2C12}"/>
              </a:ext>
            </a:extLst>
          </p:cNvPr>
          <p:cNvSpPr>
            <a:spLocks noGrp="1"/>
          </p:cNvSpPr>
          <p:nvPr/>
        </p:nvSpPr>
        <p:spPr>
          <a:xfrm>
            <a:off x="4652561" y="7606860"/>
            <a:ext cx="28398" cy="28398"/>
          </a:xfrm>
          <a:prstGeom prst="ellipse">
            <a:avLst/>
          </a:prstGeom>
          <a:solidFill>
            <a:srgbClr val="7F8C97">
              <a:alpha val="48000"/>
            </a:srgbClr>
          </a:solidFill>
          <a:ln w="0">
            <a:noFill/>
            <a:prstDash val="solid"/>
          </a:ln>
        </p:spPr>
      </p:sp>
      <p:sp>
        <p:nvSpPr>
          <p:cNvPr id="3916" name="03_assume_matched_9213">
            <a:extLst>
              <a:ext uri="{FF2B5EF4-FFF2-40B4-BE49-F238E27FC236}">
                <a16:creationId xmlns:a16="http://schemas.microsoft.com/office/drawing/2014/main" id="{DF01F722-3A81-402C-90AF-9722992D31BB}"/>
              </a:ext>
            </a:extLst>
          </p:cNvPr>
          <p:cNvSpPr>
            <a:spLocks noGrp="1"/>
          </p:cNvSpPr>
          <p:nvPr/>
        </p:nvSpPr>
        <p:spPr>
          <a:xfrm>
            <a:off x="4550674" y="7168208"/>
            <a:ext cx="28398" cy="28398"/>
          </a:xfrm>
          <a:prstGeom prst="ellipse">
            <a:avLst/>
          </a:prstGeom>
          <a:solidFill>
            <a:srgbClr val="7F8C97">
              <a:alpha val="48000"/>
            </a:srgbClr>
          </a:solidFill>
          <a:ln w="0">
            <a:noFill/>
            <a:prstDash val="solid"/>
          </a:ln>
        </p:spPr>
      </p:sp>
      <p:sp>
        <p:nvSpPr>
          <p:cNvPr id="3917" name="03_assume_matched_9214">
            <a:extLst>
              <a:ext uri="{FF2B5EF4-FFF2-40B4-BE49-F238E27FC236}">
                <a16:creationId xmlns:a16="http://schemas.microsoft.com/office/drawing/2014/main" id="{3E10A9FB-7870-4085-952E-9E42A6947773}"/>
              </a:ext>
            </a:extLst>
          </p:cNvPr>
          <p:cNvSpPr>
            <a:spLocks noGrp="1"/>
          </p:cNvSpPr>
          <p:nvPr/>
        </p:nvSpPr>
        <p:spPr>
          <a:xfrm>
            <a:off x="4557294" y="7168208"/>
            <a:ext cx="28398" cy="28398"/>
          </a:xfrm>
          <a:prstGeom prst="ellipse">
            <a:avLst/>
          </a:prstGeom>
          <a:solidFill>
            <a:srgbClr val="7F8C97">
              <a:alpha val="48000"/>
            </a:srgbClr>
          </a:solidFill>
          <a:ln w="0">
            <a:noFill/>
            <a:prstDash val="solid"/>
          </a:ln>
        </p:spPr>
      </p:sp>
      <p:sp>
        <p:nvSpPr>
          <p:cNvPr id="3918" name="03_assume_matched_9215">
            <a:extLst>
              <a:ext uri="{FF2B5EF4-FFF2-40B4-BE49-F238E27FC236}">
                <a16:creationId xmlns:a16="http://schemas.microsoft.com/office/drawing/2014/main" id="{3674E415-2B52-4B18-B03C-BDCC8F34F34F}"/>
              </a:ext>
            </a:extLst>
          </p:cNvPr>
          <p:cNvSpPr>
            <a:spLocks noGrp="1"/>
          </p:cNvSpPr>
          <p:nvPr/>
        </p:nvSpPr>
        <p:spPr>
          <a:xfrm>
            <a:off x="4617160" y="7168208"/>
            <a:ext cx="28398" cy="28398"/>
          </a:xfrm>
          <a:prstGeom prst="ellipse">
            <a:avLst/>
          </a:prstGeom>
          <a:solidFill>
            <a:srgbClr val="7F8C97">
              <a:alpha val="48000"/>
            </a:srgbClr>
          </a:solidFill>
          <a:ln w="0">
            <a:noFill/>
            <a:prstDash val="solid"/>
          </a:ln>
        </p:spPr>
      </p:sp>
      <p:sp>
        <p:nvSpPr>
          <p:cNvPr id="3919" name="03_assume_matched_9216">
            <a:extLst>
              <a:ext uri="{FF2B5EF4-FFF2-40B4-BE49-F238E27FC236}">
                <a16:creationId xmlns:a16="http://schemas.microsoft.com/office/drawing/2014/main" id="{B3A80C8B-5257-4ABF-A23A-B835DF600BF6}"/>
              </a:ext>
            </a:extLst>
          </p:cNvPr>
          <p:cNvSpPr>
            <a:spLocks noGrp="1"/>
          </p:cNvSpPr>
          <p:nvPr/>
        </p:nvSpPr>
        <p:spPr>
          <a:xfrm>
            <a:off x="4615865" y="7168208"/>
            <a:ext cx="28398" cy="28398"/>
          </a:xfrm>
          <a:prstGeom prst="ellipse">
            <a:avLst/>
          </a:prstGeom>
          <a:solidFill>
            <a:srgbClr val="7F8C97">
              <a:alpha val="48000"/>
            </a:srgbClr>
          </a:solidFill>
          <a:ln w="0">
            <a:noFill/>
            <a:prstDash val="solid"/>
          </a:ln>
        </p:spPr>
      </p:sp>
      <p:sp>
        <p:nvSpPr>
          <p:cNvPr id="3920" name="03_assume_matched_9217">
            <a:extLst>
              <a:ext uri="{FF2B5EF4-FFF2-40B4-BE49-F238E27FC236}">
                <a16:creationId xmlns:a16="http://schemas.microsoft.com/office/drawing/2014/main" id="{7583735D-0C0B-4C91-9F3D-B8F0ED88AEE9}"/>
              </a:ext>
            </a:extLst>
          </p:cNvPr>
          <p:cNvSpPr>
            <a:spLocks noGrp="1"/>
          </p:cNvSpPr>
          <p:nvPr/>
        </p:nvSpPr>
        <p:spPr>
          <a:xfrm>
            <a:off x="4662635" y="7168208"/>
            <a:ext cx="28398" cy="28398"/>
          </a:xfrm>
          <a:prstGeom prst="ellipse">
            <a:avLst/>
          </a:prstGeom>
          <a:solidFill>
            <a:srgbClr val="7F8C97">
              <a:alpha val="48000"/>
            </a:srgbClr>
          </a:solidFill>
          <a:ln w="0">
            <a:noFill/>
            <a:prstDash val="solid"/>
          </a:ln>
        </p:spPr>
      </p:sp>
      <p:sp>
        <p:nvSpPr>
          <p:cNvPr id="3921" name="03_assume_matched_9218">
            <a:extLst>
              <a:ext uri="{FF2B5EF4-FFF2-40B4-BE49-F238E27FC236}">
                <a16:creationId xmlns:a16="http://schemas.microsoft.com/office/drawing/2014/main" id="{3C8F5A7E-93D3-47E5-99CC-4FFC0804200B}"/>
              </a:ext>
            </a:extLst>
          </p:cNvPr>
          <p:cNvSpPr>
            <a:spLocks noGrp="1"/>
          </p:cNvSpPr>
          <p:nvPr/>
        </p:nvSpPr>
        <p:spPr>
          <a:xfrm>
            <a:off x="4640905" y="7314426"/>
            <a:ext cx="28398" cy="28398"/>
          </a:xfrm>
          <a:prstGeom prst="ellipse">
            <a:avLst/>
          </a:prstGeom>
          <a:solidFill>
            <a:srgbClr val="7F8C97">
              <a:alpha val="48000"/>
            </a:srgbClr>
          </a:solidFill>
          <a:ln w="0">
            <a:noFill/>
            <a:prstDash val="solid"/>
          </a:ln>
        </p:spPr>
      </p:sp>
      <p:sp>
        <p:nvSpPr>
          <p:cNvPr id="3922" name="03_assume_matched_9219">
            <a:extLst>
              <a:ext uri="{FF2B5EF4-FFF2-40B4-BE49-F238E27FC236}">
                <a16:creationId xmlns:a16="http://schemas.microsoft.com/office/drawing/2014/main" id="{713AA42A-6B4C-46A9-B282-4FAECC9355A4}"/>
              </a:ext>
            </a:extLst>
          </p:cNvPr>
          <p:cNvSpPr>
            <a:spLocks noGrp="1"/>
          </p:cNvSpPr>
          <p:nvPr/>
        </p:nvSpPr>
        <p:spPr>
          <a:xfrm>
            <a:off x="4572980" y="7753078"/>
            <a:ext cx="28398" cy="28398"/>
          </a:xfrm>
          <a:prstGeom prst="ellipse">
            <a:avLst/>
          </a:prstGeom>
          <a:solidFill>
            <a:srgbClr val="7F8C97">
              <a:alpha val="48000"/>
            </a:srgbClr>
          </a:solidFill>
          <a:ln w="0">
            <a:noFill/>
            <a:prstDash val="solid"/>
          </a:ln>
        </p:spPr>
      </p:sp>
      <p:sp>
        <p:nvSpPr>
          <p:cNvPr id="3923" name="03_assume_matched_9220">
            <a:extLst>
              <a:ext uri="{FF2B5EF4-FFF2-40B4-BE49-F238E27FC236}">
                <a16:creationId xmlns:a16="http://schemas.microsoft.com/office/drawing/2014/main" id="{2BA02CAD-70FE-42FF-B214-C69D1132CEA3}"/>
              </a:ext>
            </a:extLst>
          </p:cNvPr>
          <p:cNvSpPr>
            <a:spLocks noGrp="1"/>
          </p:cNvSpPr>
          <p:nvPr/>
        </p:nvSpPr>
        <p:spPr>
          <a:xfrm>
            <a:off x="4643783" y="7753078"/>
            <a:ext cx="28398" cy="28398"/>
          </a:xfrm>
          <a:prstGeom prst="ellipse">
            <a:avLst/>
          </a:prstGeom>
          <a:solidFill>
            <a:srgbClr val="7F8C97">
              <a:alpha val="48000"/>
            </a:srgbClr>
          </a:solidFill>
          <a:ln w="0">
            <a:noFill/>
            <a:prstDash val="solid"/>
          </a:ln>
        </p:spPr>
      </p:sp>
      <p:sp>
        <p:nvSpPr>
          <p:cNvPr id="3924" name="03_assume_matched_9221">
            <a:extLst>
              <a:ext uri="{FF2B5EF4-FFF2-40B4-BE49-F238E27FC236}">
                <a16:creationId xmlns:a16="http://schemas.microsoft.com/office/drawing/2014/main" id="{73507B86-0A7E-44AB-8D39-4A0653675492}"/>
              </a:ext>
            </a:extLst>
          </p:cNvPr>
          <p:cNvSpPr>
            <a:spLocks noGrp="1"/>
          </p:cNvSpPr>
          <p:nvPr/>
        </p:nvSpPr>
        <p:spPr>
          <a:xfrm>
            <a:off x="4632126" y="7168208"/>
            <a:ext cx="28398" cy="28398"/>
          </a:xfrm>
          <a:prstGeom prst="ellipse">
            <a:avLst/>
          </a:prstGeom>
          <a:solidFill>
            <a:srgbClr val="7F8C97">
              <a:alpha val="48000"/>
            </a:srgbClr>
          </a:solidFill>
          <a:ln w="0">
            <a:noFill/>
            <a:prstDash val="solid"/>
          </a:ln>
        </p:spPr>
      </p:sp>
      <p:sp>
        <p:nvSpPr>
          <p:cNvPr id="3925" name="03_assume_matched_9222">
            <a:extLst>
              <a:ext uri="{FF2B5EF4-FFF2-40B4-BE49-F238E27FC236}">
                <a16:creationId xmlns:a16="http://schemas.microsoft.com/office/drawing/2014/main" id="{7CEE06BD-E794-4343-A5BC-35EAF4BCA69C}"/>
              </a:ext>
            </a:extLst>
          </p:cNvPr>
          <p:cNvSpPr>
            <a:spLocks noGrp="1"/>
          </p:cNvSpPr>
          <p:nvPr/>
        </p:nvSpPr>
        <p:spPr>
          <a:xfrm>
            <a:off x="4638314" y="7168208"/>
            <a:ext cx="28398" cy="28398"/>
          </a:xfrm>
          <a:prstGeom prst="ellipse">
            <a:avLst/>
          </a:prstGeom>
          <a:solidFill>
            <a:srgbClr val="7F8C97">
              <a:alpha val="48000"/>
            </a:srgbClr>
          </a:solidFill>
          <a:ln w="0">
            <a:noFill/>
            <a:prstDash val="solid"/>
          </a:ln>
        </p:spPr>
      </p:sp>
      <p:sp>
        <p:nvSpPr>
          <p:cNvPr id="3926" name="03_assume_matched_9223">
            <a:extLst>
              <a:ext uri="{FF2B5EF4-FFF2-40B4-BE49-F238E27FC236}">
                <a16:creationId xmlns:a16="http://schemas.microsoft.com/office/drawing/2014/main" id="{AE3792E2-BB6B-4002-8B00-45F43511CB2A}"/>
              </a:ext>
            </a:extLst>
          </p:cNvPr>
          <p:cNvSpPr>
            <a:spLocks noGrp="1"/>
          </p:cNvSpPr>
          <p:nvPr/>
        </p:nvSpPr>
        <p:spPr>
          <a:xfrm>
            <a:off x="4651698" y="7753078"/>
            <a:ext cx="28398" cy="28398"/>
          </a:xfrm>
          <a:prstGeom prst="ellipse">
            <a:avLst/>
          </a:prstGeom>
          <a:solidFill>
            <a:srgbClr val="7F8C97">
              <a:alpha val="48000"/>
            </a:srgbClr>
          </a:solidFill>
          <a:ln w="0">
            <a:noFill/>
            <a:prstDash val="solid"/>
          </a:ln>
        </p:spPr>
      </p:sp>
      <p:sp>
        <p:nvSpPr>
          <p:cNvPr id="3927" name="03_assume_matched_9224">
            <a:extLst>
              <a:ext uri="{FF2B5EF4-FFF2-40B4-BE49-F238E27FC236}">
                <a16:creationId xmlns:a16="http://schemas.microsoft.com/office/drawing/2014/main" id="{E6EC4CD5-1A0C-48C1-84E4-269965661028}"/>
              </a:ext>
            </a:extLst>
          </p:cNvPr>
          <p:cNvSpPr>
            <a:spLocks noGrp="1"/>
          </p:cNvSpPr>
          <p:nvPr/>
        </p:nvSpPr>
        <p:spPr>
          <a:xfrm>
            <a:off x="4560316" y="7168208"/>
            <a:ext cx="28398" cy="28398"/>
          </a:xfrm>
          <a:prstGeom prst="ellipse">
            <a:avLst/>
          </a:prstGeom>
          <a:solidFill>
            <a:srgbClr val="7F8C97">
              <a:alpha val="48000"/>
            </a:srgbClr>
          </a:solidFill>
          <a:ln w="0">
            <a:noFill/>
            <a:prstDash val="solid"/>
          </a:ln>
        </p:spPr>
      </p:sp>
      <p:sp>
        <p:nvSpPr>
          <p:cNvPr id="3928" name="03_assume_matched_9225">
            <a:extLst>
              <a:ext uri="{FF2B5EF4-FFF2-40B4-BE49-F238E27FC236}">
                <a16:creationId xmlns:a16="http://schemas.microsoft.com/office/drawing/2014/main" id="{B0309556-A008-46C2-B9FA-A49BB972FD73}"/>
              </a:ext>
            </a:extLst>
          </p:cNvPr>
          <p:cNvSpPr>
            <a:spLocks noGrp="1"/>
          </p:cNvSpPr>
          <p:nvPr/>
        </p:nvSpPr>
        <p:spPr>
          <a:xfrm>
            <a:off x="4549523" y="7168208"/>
            <a:ext cx="28398" cy="28398"/>
          </a:xfrm>
          <a:prstGeom prst="ellipse">
            <a:avLst/>
          </a:prstGeom>
          <a:solidFill>
            <a:srgbClr val="7F8C97">
              <a:alpha val="48000"/>
            </a:srgbClr>
          </a:solidFill>
          <a:ln w="0">
            <a:noFill/>
            <a:prstDash val="solid"/>
          </a:ln>
        </p:spPr>
      </p:sp>
      <p:sp>
        <p:nvSpPr>
          <p:cNvPr id="3929" name="03_assume_matched_9226">
            <a:extLst>
              <a:ext uri="{FF2B5EF4-FFF2-40B4-BE49-F238E27FC236}">
                <a16:creationId xmlns:a16="http://schemas.microsoft.com/office/drawing/2014/main" id="{40080D51-87C7-4A93-820C-78B8AFE69658}"/>
              </a:ext>
            </a:extLst>
          </p:cNvPr>
          <p:cNvSpPr>
            <a:spLocks noGrp="1"/>
          </p:cNvSpPr>
          <p:nvPr/>
        </p:nvSpPr>
        <p:spPr>
          <a:xfrm>
            <a:off x="4632414" y="7314426"/>
            <a:ext cx="28398" cy="28398"/>
          </a:xfrm>
          <a:prstGeom prst="ellipse">
            <a:avLst/>
          </a:prstGeom>
          <a:solidFill>
            <a:srgbClr val="7F8C97">
              <a:alpha val="48000"/>
            </a:srgbClr>
          </a:solidFill>
          <a:ln w="0">
            <a:noFill/>
            <a:prstDash val="solid"/>
          </a:ln>
        </p:spPr>
      </p:sp>
      <p:sp>
        <p:nvSpPr>
          <p:cNvPr id="3930" name="03_assume_matched_9227">
            <a:extLst>
              <a:ext uri="{FF2B5EF4-FFF2-40B4-BE49-F238E27FC236}">
                <a16:creationId xmlns:a16="http://schemas.microsoft.com/office/drawing/2014/main" id="{1E06EBFB-DDB3-4601-975D-A23E26863EAC}"/>
              </a:ext>
            </a:extLst>
          </p:cNvPr>
          <p:cNvSpPr>
            <a:spLocks noGrp="1"/>
          </p:cNvSpPr>
          <p:nvPr/>
        </p:nvSpPr>
        <p:spPr>
          <a:xfrm>
            <a:off x="4669543" y="7168208"/>
            <a:ext cx="28398" cy="28398"/>
          </a:xfrm>
          <a:prstGeom prst="ellipse">
            <a:avLst/>
          </a:prstGeom>
          <a:solidFill>
            <a:srgbClr val="7F8C97">
              <a:alpha val="48000"/>
            </a:srgbClr>
          </a:solidFill>
          <a:ln w="0">
            <a:noFill/>
            <a:prstDash val="solid"/>
          </a:ln>
        </p:spPr>
      </p:sp>
      <p:sp>
        <p:nvSpPr>
          <p:cNvPr id="3931" name="03_assume_matched_9228">
            <a:extLst>
              <a:ext uri="{FF2B5EF4-FFF2-40B4-BE49-F238E27FC236}">
                <a16:creationId xmlns:a16="http://schemas.microsoft.com/office/drawing/2014/main" id="{4AA08206-20F8-4741-AA9C-4B13458B39B0}"/>
              </a:ext>
            </a:extLst>
          </p:cNvPr>
          <p:cNvSpPr>
            <a:spLocks noGrp="1"/>
          </p:cNvSpPr>
          <p:nvPr/>
        </p:nvSpPr>
        <p:spPr>
          <a:xfrm>
            <a:off x="4675731" y="7168208"/>
            <a:ext cx="28398" cy="28398"/>
          </a:xfrm>
          <a:prstGeom prst="ellipse">
            <a:avLst/>
          </a:prstGeom>
          <a:solidFill>
            <a:srgbClr val="7F8C97">
              <a:alpha val="48000"/>
            </a:srgbClr>
          </a:solidFill>
          <a:ln w="0">
            <a:noFill/>
            <a:prstDash val="solid"/>
          </a:ln>
        </p:spPr>
      </p:sp>
      <p:sp>
        <p:nvSpPr>
          <p:cNvPr id="3932" name="03_assume_matched_9229">
            <a:extLst>
              <a:ext uri="{FF2B5EF4-FFF2-40B4-BE49-F238E27FC236}">
                <a16:creationId xmlns:a16="http://schemas.microsoft.com/office/drawing/2014/main" id="{E08337D3-6946-4F41-B299-590FDD32AB86}"/>
              </a:ext>
            </a:extLst>
          </p:cNvPr>
          <p:cNvSpPr>
            <a:spLocks noGrp="1"/>
          </p:cNvSpPr>
          <p:nvPr/>
        </p:nvSpPr>
        <p:spPr>
          <a:xfrm>
            <a:off x="4586795" y="7168208"/>
            <a:ext cx="28398" cy="28398"/>
          </a:xfrm>
          <a:prstGeom prst="ellipse">
            <a:avLst/>
          </a:prstGeom>
          <a:solidFill>
            <a:srgbClr val="7F8C97">
              <a:alpha val="48000"/>
            </a:srgbClr>
          </a:solidFill>
          <a:ln w="0">
            <a:noFill/>
            <a:prstDash val="solid"/>
          </a:ln>
        </p:spPr>
      </p:sp>
      <p:sp>
        <p:nvSpPr>
          <p:cNvPr id="3933" name="03_assume_matched_9230">
            <a:extLst>
              <a:ext uri="{FF2B5EF4-FFF2-40B4-BE49-F238E27FC236}">
                <a16:creationId xmlns:a16="http://schemas.microsoft.com/office/drawing/2014/main" id="{FB9100BB-D64F-4012-B007-C1EA48D2D6A8}"/>
              </a:ext>
            </a:extLst>
          </p:cNvPr>
          <p:cNvSpPr>
            <a:spLocks noGrp="1"/>
          </p:cNvSpPr>
          <p:nvPr/>
        </p:nvSpPr>
        <p:spPr>
          <a:xfrm>
            <a:off x="4639610" y="7558121"/>
            <a:ext cx="28398" cy="28398"/>
          </a:xfrm>
          <a:prstGeom prst="ellipse">
            <a:avLst/>
          </a:prstGeom>
          <a:solidFill>
            <a:srgbClr val="7F8C97">
              <a:alpha val="48000"/>
            </a:srgbClr>
          </a:solidFill>
          <a:ln w="0">
            <a:noFill/>
            <a:prstDash val="solid"/>
          </a:ln>
        </p:spPr>
      </p:sp>
      <p:sp>
        <p:nvSpPr>
          <p:cNvPr id="3934" name="03_assume_matched_9231">
            <a:extLst>
              <a:ext uri="{FF2B5EF4-FFF2-40B4-BE49-F238E27FC236}">
                <a16:creationId xmlns:a16="http://schemas.microsoft.com/office/drawing/2014/main" id="{04EDD9C5-0172-4096-B911-1882B34AFF46}"/>
              </a:ext>
            </a:extLst>
          </p:cNvPr>
          <p:cNvSpPr>
            <a:spLocks noGrp="1"/>
          </p:cNvSpPr>
          <p:nvPr/>
        </p:nvSpPr>
        <p:spPr>
          <a:xfrm>
            <a:off x="4650547" y="7168208"/>
            <a:ext cx="28398" cy="28398"/>
          </a:xfrm>
          <a:prstGeom prst="ellipse">
            <a:avLst/>
          </a:prstGeom>
          <a:solidFill>
            <a:srgbClr val="7F8C97">
              <a:alpha val="48000"/>
            </a:srgbClr>
          </a:solidFill>
          <a:ln w="0">
            <a:noFill/>
            <a:prstDash val="solid"/>
          </a:ln>
        </p:spPr>
      </p:sp>
      <p:sp>
        <p:nvSpPr>
          <p:cNvPr id="3935" name="03_assume_matched_9232">
            <a:extLst>
              <a:ext uri="{FF2B5EF4-FFF2-40B4-BE49-F238E27FC236}">
                <a16:creationId xmlns:a16="http://schemas.microsoft.com/office/drawing/2014/main" id="{ABB02B91-A9E9-4015-88A5-30EFC87C1FDE}"/>
              </a:ext>
            </a:extLst>
          </p:cNvPr>
          <p:cNvSpPr>
            <a:spLocks noGrp="1"/>
          </p:cNvSpPr>
          <p:nvPr/>
        </p:nvSpPr>
        <p:spPr>
          <a:xfrm>
            <a:off x="4667960" y="7168208"/>
            <a:ext cx="28398" cy="28398"/>
          </a:xfrm>
          <a:prstGeom prst="ellipse">
            <a:avLst/>
          </a:prstGeom>
          <a:solidFill>
            <a:srgbClr val="7F8C97">
              <a:alpha val="48000"/>
            </a:srgbClr>
          </a:solidFill>
          <a:ln w="0">
            <a:noFill/>
            <a:prstDash val="solid"/>
          </a:ln>
        </p:spPr>
      </p:sp>
      <p:sp>
        <p:nvSpPr>
          <p:cNvPr id="3936" name="03_assume_matched_9233">
            <a:extLst>
              <a:ext uri="{FF2B5EF4-FFF2-40B4-BE49-F238E27FC236}">
                <a16:creationId xmlns:a16="http://schemas.microsoft.com/office/drawing/2014/main" id="{C892C880-1B81-41AF-9706-10B7BC90CAA1}"/>
              </a:ext>
            </a:extLst>
          </p:cNvPr>
          <p:cNvSpPr>
            <a:spLocks noGrp="1"/>
          </p:cNvSpPr>
          <p:nvPr/>
        </p:nvSpPr>
        <p:spPr>
          <a:xfrm>
            <a:off x="4652705" y="7168208"/>
            <a:ext cx="28398" cy="28398"/>
          </a:xfrm>
          <a:prstGeom prst="ellipse">
            <a:avLst/>
          </a:prstGeom>
          <a:solidFill>
            <a:srgbClr val="7F8C97">
              <a:alpha val="48000"/>
            </a:srgbClr>
          </a:solidFill>
          <a:ln w="0">
            <a:noFill/>
            <a:prstDash val="solid"/>
          </a:ln>
        </p:spPr>
      </p:sp>
      <p:sp>
        <p:nvSpPr>
          <p:cNvPr id="3937" name="03_assume_matched_9234">
            <a:extLst>
              <a:ext uri="{FF2B5EF4-FFF2-40B4-BE49-F238E27FC236}">
                <a16:creationId xmlns:a16="http://schemas.microsoft.com/office/drawing/2014/main" id="{BA1FE780-BD81-444B-B5FD-28AA70BA8EEC}"/>
              </a:ext>
            </a:extLst>
          </p:cNvPr>
          <p:cNvSpPr>
            <a:spLocks noGrp="1"/>
          </p:cNvSpPr>
          <p:nvPr/>
        </p:nvSpPr>
        <p:spPr>
          <a:xfrm>
            <a:off x="4630975" y="7168208"/>
            <a:ext cx="28398" cy="28398"/>
          </a:xfrm>
          <a:prstGeom prst="ellipse">
            <a:avLst/>
          </a:prstGeom>
          <a:solidFill>
            <a:srgbClr val="7F8C97">
              <a:alpha val="48000"/>
            </a:srgbClr>
          </a:solidFill>
          <a:ln w="0">
            <a:noFill/>
            <a:prstDash val="solid"/>
          </a:ln>
        </p:spPr>
      </p:sp>
      <p:sp>
        <p:nvSpPr>
          <p:cNvPr id="3938" name="03_assume_matched_9235">
            <a:extLst>
              <a:ext uri="{FF2B5EF4-FFF2-40B4-BE49-F238E27FC236}">
                <a16:creationId xmlns:a16="http://schemas.microsoft.com/office/drawing/2014/main" id="{A0CA9D36-0D76-4C28-9267-096908A4FFCA}"/>
              </a:ext>
            </a:extLst>
          </p:cNvPr>
          <p:cNvSpPr>
            <a:spLocks noGrp="1"/>
          </p:cNvSpPr>
          <p:nvPr/>
        </p:nvSpPr>
        <p:spPr>
          <a:xfrm>
            <a:off x="4542759" y="7168208"/>
            <a:ext cx="28398" cy="28398"/>
          </a:xfrm>
          <a:prstGeom prst="ellipse">
            <a:avLst/>
          </a:prstGeom>
          <a:solidFill>
            <a:srgbClr val="7F8C97">
              <a:alpha val="48000"/>
            </a:srgbClr>
          </a:solidFill>
          <a:ln w="0">
            <a:noFill/>
            <a:prstDash val="solid"/>
          </a:ln>
        </p:spPr>
      </p:sp>
      <p:sp>
        <p:nvSpPr>
          <p:cNvPr id="3939" name="03_assume_matched_9236">
            <a:extLst>
              <a:ext uri="{FF2B5EF4-FFF2-40B4-BE49-F238E27FC236}">
                <a16:creationId xmlns:a16="http://schemas.microsoft.com/office/drawing/2014/main" id="{87D20FC8-53F9-4E7F-8696-D82EFF58A0A3}"/>
              </a:ext>
            </a:extLst>
          </p:cNvPr>
          <p:cNvSpPr>
            <a:spLocks noGrp="1"/>
          </p:cNvSpPr>
          <p:nvPr/>
        </p:nvSpPr>
        <p:spPr>
          <a:xfrm>
            <a:off x="4556718" y="7168208"/>
            <a:ext cx="28398" cy="28398"/>
          </a:xfrm>
          <a:prstGeom prst="ellipse">
            <a:avLst/>
          </a:prstGeom>
          <a:solidFill>
            <a:srgbClr val="7F8C97">
              <a:alpha val="48000"/>
            </a:srgbClr>
          </a:solidFill>
          <a:ln w="0">
            <a:noFill/>
            <a:prstDash val="solid"/>
          </a:ln>
        </p:spPr>
      </p:sp>
      <p:sp>
        <p:nvSpPr>
          <p:cNvPr id="3940" name="03_assume_matched_9237">
            <a:extLst>
              <a:ext uri="{FF2B5EF4-FFF2-40B4-BE49-F238E27FC236}">
                <a16:creationId xmlns:a16="http://schemas.microsoft.com/office/drawing/2014/main" id="{A6A7B832-90DA-4817-A497-7E85B67ABFFD}"/>
              </a:ext>
            </a:extLst>
          </p:cNvPr>
          <p:cNvSpPr>
            <a:spLocks noGrp="1"/>
          </p:cNvSpPr>
          <p:nvPr/>
        </p:nvSpPr>
        <p:spPr>
          <a:xfrm>
            <a:off x="4617879" y="7168208"/>
            <a:ext cx="28398" cy="28398"/>
          </a:xfrm>
          <a:prstGeom prst="ellipse">
            <a:avLst/>
          </a:prstGeom>
          <a:solidFill>
            <a:srgbClr val="7F8C97">
              <a:alpha val="48000"/>
            </a:srgbClr>
          </a:solidFill>
          <a:ln w="0">
            <a:noFill/>
            <a:prstDash val="solid"/>
          </a:ln>
        </p:spPr>
      </p:sp>
      <p:sp>
        <p:nvSpPr>
          <p:cNvPr id="3941" name="03_assume_matched_9238">
            <a:extLst>
              <a:ext uri="{FF2B5EF4-FFF2-40B4-BE49-F238E27FC236}">
                <a16:creationId xmlns:a16="http://schemas.microsoft.com/office/drawing/2014/main" id="{62613BB2-0FC0-4906-AD18-EBB57A283D2D}"/>
              </a:ext>
            </a:extLst>
          </p:cNvPr>
          <p:cNvSpPr>
            <a:spLocks noGrp="1"/>
          </p:cNvSpPr>
          <p:nvPr/>
        </p:nvSpPr>
        <p:spPr>
          <a:xfrm>
            <a:off x="4562762" y="7168208"/>
            <a:ext cx="28398" cy="28398"/>
          </a:xfrm>
          <a:prstGeom prst="ellipse">
            <a:avLst/>
          </a:prstGeom>
          <a:solidFill>
            <a:srgbClr val="7F8C97">
              <a:alpha val="48000"/>
            </a:srgbClr>
          </a:solidFill>
          <a:ln w="0">
            <a:noFill/>
            <a:prstDash val="solid"/>
          </a:ln>
        </p:spPr>
      </p:sp>
      <p:sp>
        <p:nvSpPr>
          <p:cNvPr id="3942" name="03_assume_matched_9239">
            <a:extLst>
              <a:ext uri="{FF2B5EF4-FFF2-40B4-BE49-F238E27FC236}">
                <a16:creationId xmlns:a16="http://schemas.microsoft.com/office/drawing/2014/main" id="{ACC6F32D-FCC1-4144-89DF-1B04BFEDFA5F}"/>
              </a:ext>
            </a:extLst>
          </p:cNvPr>
          <p:cNvSpPr>
            <a:spLocks noGrp="1"/>
          </p:cNvSpPr>
          <p:nvPr/>
        </p:nvSpPr>
        <p:spPr>
          <a:xfrm>
            <a:off x="4588810" y="7168208"/>
            <a:ext cx="28398" cy="28398"/>
          </a:xfrm>
          <a:prstGeom prst="ellipse">
            <a:avLst/>
          </a:prstGeom>
          <a:solidFill>
            <a:srgbClr val="7F8C97">
              <a:alpha val="48000"/>
            </a:srgbClr>
          </a:solidFill>
          <a:ln w="0">
            <a:noFill/>
            <a:prstDash val="solid"/>
          </a:ln>
        </p:spPr>
      </p:sp>
      <p:sp>
        <p:nvSpPr>
          <p:cNvPr id="3943" name="03_assume_matched_9240">
            <a:extLst>
              <a:ext uri="{FF2B5EF4-FFF2-40B4-BE49-F238E27FC236}">
                <a16:creationId xmlns:a16="http://schemas.microsoft.com/office/drawing/2014/main" id="{9F82135E-F319-436D-88B8-C33ED0F0855C}"/>
              </a:ext>
            </a:extLst>
          </p:cNvPr>
          <p:cNvSpPr>
            <a:spLocks noGrp="1"/>
          </p:cNvSpPr>
          <p:nvPr/>
        </p:nvSpPr>
        <p:spPr>
          <a:xfrm>
            <a:off x="4537866" y="7753078"/>
            <a:ext cx="28398" cy="28398"/>
          </a:xfrm>
          <a:prstGeom prst="ellipse">
            <a:avLst/>
          </a:prstGeom>
          <a:solidFill>
            <a:srgbClr val="7F8C97">
              <a:alpha val="48000"/>
            </a:srgbClr>
          </a:solidFill>
          <a:ln w="0">
            <a:noFill/>
            <a:prstDash val="solid"/>
          </a:ln>
        </p:spPr>
      </p:sp>
      <p:sp>
        <p:nvSpPr>
          <p:cNvPr id="3944" name="03_assume_matched_9241">
            <a:extLst>
              <a:ext uri="{FF2B5EF4-FFF2-40B4-BE49-F238E27FC236}">
                <a16:creationId xmlns:a16="http://schemas.microsoft.com/office/drawing/2014/main" id="{C4BEEB9E-F696-4428-BB26-52A45F55ED01}"/>
              </a:ext>
            </a:extLst>
          </p:cNvPr>
          <p:cNvSpPr>
            <a:spLocks noGrp="1"/>
          </p:cNvSpPr>
          <p:nvPr/>
        </p:nvSpPr>
        <p:spPr>
          <a:xfrm>
            <a:off x="5410545" y="7168208"/>
            <a:ext cx="28398" cy="28398"/>
          </a:xfrm>
          <a:prstGeom prst="ellipse">
            <a:avLst/>
          </a:prstGeom>
          <a:solidFill>
            <a:srgbClr val="7F8C97">
              <a:alpha val="48000"/>
            </a:srgbClr>
          </a:solidFill>
          <a:ln w="0">
            <a:noFill/>
            <a:prstDash val="solid"/>
          </a:ln>
        </p:spPr>
      </p:sp>
      <p:sp>
        <p:nvSpPr>
          <p:cNvPr id="3945" name="03_assume_matched_9242">
            <a:extLst>
              <a:ext uri="{FF2B5EF4-FFF2-40B4-BE49-F238E27FC236}">
                <a16:creationId xmlns:a16="http://schemas.microsoft.com/office/drawing/2014/main" id="{5C827540-A7E7-4C7B-911A-76366A4569E5}"/>
              </a:ext>
            </a:extLst>
          </p:cNvPr>
          <p:cNvSpPr>
            <a:spLocks noGrp="1"/>
          </p:cNvSpPr>
          <p:nvPr/>
        </p:nvSpPr>
        <p:spPr>
          <a:xfrm>
            <a:off x="5399032" y="7168208"/>
            <a:ext cx="28398" cy="28398"/>
          </a:xfrm>
          <a:prstGeom prst="ellipse">
            <a:avLst/>
          </a:prstGeom>
          <a:solidFill>
            <a:srgbClr val="7F8C97">
              <a:alpha val="48000"/>
            </a:srgbClr>
          </a:solidFill>
          <a:ln w="0">
            <a:noFill/>
            <a:prstDash val="solid"/>
          </a:ln>
        </p:spPr>
      </p:sp>
      <p:sp>
        <p:nvSpPr>
          <p:cNvPr id="3946" name="03_assume_matched_9243">
            <a:extLst>
              <a:ext uri="{FF2B5EF4-FFF2-40B4-BE49-F238E27FC236}">
                <a16:creationId xmlns:a16="http://schemas.microsoft.com/office/drawing/2014/main" id="{1B3F5A96-B409-408B-8707-C2BA44543A2D}"/>
              </a:ext>
            </a:extLst>
          </p:cNvPr>
          <p:cNvSpPr>
            <a:spLocks noGrp="1"/>
          </p:cNvSpPr>
          <p:nvPr/>
        </p:nvSpPr>
        <p:spPr>
          <a:xfrm>
            <a:off x="5341901" y="7168208"/>
            <a:ext cx="28398" cy="28398"/>
          </a:xfrm>
          <a:prstGeom prst="ellipse">
            <a:avLst/>
          </a:prstGeom>
          <a:solidFill>
            <a:srgbClr val="7F8C97">
              <a:alpha val="48000"/>
            </a:srgbClr>
          </a:solidFill>
          <a:ln w="0">
            <a:noFill/>
            <a:prstDash val="solid"/>
          </a:ln>
        </p:spPr>
      </p:sp>
      <p:sp>
        <p:nvSpPr>
          <p:cNvPr id="3947" name="03_assume_matched_9244">
            <a:extLst>
              <a:ext uri="{FF2B5EF4-FFF2-40B4-BE49-F238E27FC236}">
                <a16:creationId xmlns:a16="http://schemas.microsoft.com/office/drawing/2014/main" id="{69E18F4D-1AEA-4454-A4F1-A26B435E98FE}"/>
              </a:ext>
            </a:extLst>
          </p:cNvPr>
          <p:cNvSpPr>
            <a:spLocks noGrp="1"/>
          </p:cNvSpPr>
          <p:nvPr/>
        </p:nvSpPr>
        <p:spPr>
          <a:xfrm>
            <a:off x="5420763" y="7168208"/>
            <a:ext cx="28398" cy="28398"/>
          </a:xfrm>
          <a:prstGeom prst="ellipse">
            <a:avLst/>
          </a:prstGeom>
          <a:solidFill>
            <a:srgbClr val="7F8C97">
              <a:alpha val="48000"/>
            </a:srgbClr>
          </a:solidFill>
          <a:ln w="0">
            <a:noFill/>
            <a:prstDash val="solid"/>
          </a:ln>
        </p:spPr>
      </p:sp>
      <p:sp>
        <p:nvSpPr>
          <p:cNvPr id="3948" name="03_assume_matched_9245">
            <a:extLst>
              <a:ext uri="{FF2B5EF4-FFF2-40B4-BE49-F238E27FC236}">
                <a16:creationId xmlns:a16="http://schemas.microsoft.com/office/drawing/2014/main" id="{064CE317-FCB3-4037-8F1D-D8E8FACA1F6E}"/>
              </a:ext>
            </a:extLst>
          </p:cNvPr>
          <p:cNvSpPr>
            <a:spLocks noGrp="1"/>
          </p:cNvSpPr>
          <p:nvPr/>
        </p:nvSpPr>
        <p:spPr>
          <a:xfrm>
            <a:off x="5388527" y="7168208"/>
            <a:ext cx="28398" cy="28398"/>
          </a:xfrm>
          <a:prstGeom prst="ellipse">
            <a:avLst/>
          </a:prstGeom>
          <a:solidFill>
            <a:srgbClr val="7F8C97">
              <a:alpha val="48000"/>
            </a:srgbClr>
          </a:solidFill>
          <a:ln w="0">
            <a:noFill/>
            <a:prstDash val="solid"/>
          </a:ln>
        </p:spPr>
      </p:sp>
      <p:sp>
        <p:nvSpPr>
          <p:cNvPr id="3949" name="03_assume_matched_9246">
            <a:extLst>
              <a:ext uri="{FF2B5EF4-FFF2-40B4-BE49-F238E27FC236}">
                <a16:creationId xmlns:a16="http://schemas.microsoft.com/office/drawing/2014/main" id="{DE899FB7-C5F3-4A44-8F67-54D6AD8772E0}"/>
              </a:ext>
            </a:extLst>
          </p:cNvPr>
          <p:cNvSpPr>
            <a:spLocks noGrp="1"/>
          </p:cNvSpPr>
          <p:nvPr/>
        </p:nvSpPr>
        <p:spPr>
          <a:xfrm>
            <a:off x="5293259" y="7168208"/>
            <a:ext cx="28398" cy="28398"/>
          </a:xfrm>
          <a:prstGeom prst="ellipse">
            <a:avLst/>
          </a:prstGeom>
          <a:solidFill>
            <a:srgbClr val="7F8C97">
              <a:alpha val="48000"/>
            </a:srgbClr>
          </a:solidFill>
          <a:ln w="0">
            <a:noFill/>
            <a:prstDash val="solid"/>
          </a:ln>
        </p:spPr>
      </p:sp>
      <p:sp>
        <p:nvSpPr>
          <p:cNvPr id="3950" name="03_assume_matched_9247">
            <a:extLst>
              <a:ext uri="{FF2B5EF4-FFF2-40B4-BE49-F238E27FC236}">
                <a16:creationId xmlns:a16="http://schemas.microsoft.com/office/drawing/2014/main" id="{4EC855A9-E693-4F36-AC50-E19D836E42B4}"/>
              </a:ext>
            </a:extLst>
          </p:cNvPr>
          <p:cNvSpPr>
            <a:spLocks noGrp="1"/>
          </p:cNvSpPr>
          <p:nvPr/>
        </p:nvSpPr>
        <p:spPr>
          <a:xfrm>
            <a:off x="5323912" y="7168208"/>
            <a:ext cx="28398" cy="28398"/>
          </a:xfrm>
          <a:prstGeom prst="ellipse">
            <a:avLst/>
          </a:prstGeom>
          <a:solidFill>
            <a:srgbClr val="7F8C97">
              <a:alpha val="48000"/>
            </a:srgbClr>
          </a:solidFill>
          <a:ln w="0">
            <a:noFill/>
            <a:prstDash val="solid"/>
          </a:ln>
        </p:spPr>
      </p:sp>
      <p:sp>
        <p:nvSpPr>
          <p:cNvPr id="3951" name="03_assume_matched_9248">
            <a:extLst>
              <a:ext uri="{FF2B5EF4-FFF2-40B4-BE49-F238E27FC236}">
                <a16:creationId xmlns:a16="http://schemas.microsoft.com/office/drawing/2014/main" id="{B4571F1C-22BE-4243-8160-51AF161E5F71}"/>
              </a:ext>
            </a:extLst>
          </p:cNvPr>
          <p:cNvSpPr>
            <a:spLocks noGrp="1"/>
          </p:cNvSpPr>
          <p:nvPr/>
        </p:nvSpPr>
        <p:spPr>
          <a:xfrm>
            <a:off x="5292971" y="7606860"/>
            <a:ext cx="28398" cy="28398"/>
          </a:xfrm>
          <a:prstGeom prst="ellipse">
            <a:avLst/>
          </a:prstGeom>
          <a:solidFill>
            <a:srgbClr val="7F8C97">
              <a:alpha val="48000"/>
            </a:srgbClr>
          </a:solidFill>
          <a:ln w="0">
            <a:noFill/>
            <a:prstDash val="solid"/>
          </a:ln>
        </p:spPr>
      </p:sp>
      <p:sp>
        <p:nvSpPr>
          <p:cNvPr id="3952" name="03_assume_matched_9249">
            <a:extLst>
              <a:ext uri="{FF2B5EF4-FFF2-40B4-BE49-F238E27FC236}">
                <a16:creationId xmlns:a16="http://schemas.microsoft.com/office/drawing/2014/main" id="{BE8848C3-6B44-4F55-8CFF-25F13E3A66AB}"/>
              </a:ext>
            </a:extLst>
          </p:cNvPr>
          <p:cNvSpPr>
            <a:spLocks noGrp="1"/>
          </p:cNvSpPr>
          <p:nvPr/>
        </p:nvSpPr>
        <p:spPr>
          <a:xfrm>
            <a:off x="5374280" y="7168208"/>
            <a:ext cx="28398" cy="28398"/>
          </a:xfrm>
          <a:prstGeom prst="ellipse">
            <a:avLst/>
          </a:prstGeom>
          <a:solidFill>
            <a:srgbClr val="7F8C97">
              <a:alpha val="48000"/>
            </a:srgbClr>
          </a:solidFill>
          <a:ln w="0">
            <a:noFill/>
            <a:prstDash val="solid"/>
          </a:ln>
        </p:spPr>
      </p:sp>
      <p:sp>
        <p:nvSpPr>
          <p:cNvPr id="3953" name="03_assume_matched_9250">
            <a:extLst>
              <a:ext uri="{FF2B5EF4-FFF2-40B4-BE49-F238E27FC236}">
                <a16:creationId xmlns:a16="http://schemas.microsoft.com/office/drawing/2014/main" id="{F4BA4760-95A4-4381-B8AD-8FF8D2A3AC36}"/>
              </a:ext>
            </a:extLst>
          </p:cNvPr>
          <p:cNvSpPr>
            <a:spLocks noGrp="1"/>
          </p:cNvSpPr>
          <p:nvPr/>
        </p:nvSpPr>
        <p:spPr>
          <a:xfrm>
            <a:off x="5355572" y="7168208"/>
            <a:ext cx="28398" cy="28398"/>
          </a:xfrm>
          <a:prstGeom prst="ellipse">
            <a:avLst/>
          </a:prstGeom>
          <a:solidFill>
            <a:srgbClr val="7F8C97">
              <a:alpha val="48000"/>
            </a:srgbClr>
          </a:solidFill>
          <a:ln w="0">
            <a:noFill/>
            <a:prstDash val="solid"/>
          </a:ln>
        </p:spPr>
      </p:sp>
      <p:sp>
        <p:nvSpPr>
          <p:cNvPr id="3954" name="03_assume_matched_9251">
            <a:extLst>
              <a:ext uri="{FF2B5EF4-FFF2-40B4-BE49-F238E27FC236}">
                <a16:creationId xmlns:a16="http://schemas.microsoft.com/office/drawing/2014/main" id="{BE3086DA-F33A-4548-87CC-A713DFCD1779}"/>
              </a:ext>
            </a:extLst>
          </p:cNvPr>
          <p:cNvSpPr>
            <a:spLocks noGrp="1"/>
          </p:cNvSpPr>
          <p:nvPr/>
        </p:nvSpPr>
        <p:spPr>
          <a:xfrm>
            <a:off x="5340318" y="7168208"/>
            <a:ext cx="28398" cy="28398"/>
          </a:xfrm>
          <a:prstGeom prst="ellipse">
            <a:avLst/>
          </a:prstGeom>
          <a:solidFill>
            <a:srgbClr val="7F8C97">
              <a:alpha val="48000"/>
            </a:srgbClr>
          </a:solidFill>
          <a:ln w="0">
            <a:noFill/>
            <a:prstDash val="solid"/>
          </a:ln>
        </p:spPr>
      </p:sp>
      <p:sp>
        <p:nvSpPr>
          <p:cNvPr id="3955" name="03_assume_matched_9252">
            <a:extLst>
              <a:ext uri="{FF2B5EF4-FFF2-40B4-BE49-F238E27FC236}">
                <a16:creationId xmlns:a16="http://schemas.microsoft.com/office/drawing/2014/main" id="{832748C3-F67C-4D19-BD1F-2F50538C7804}"/>
              </a:ext>
            </a:extLst>
          </p:cNvPr>
          <p:cNvSpPr>
            <a:spLocks noGrp="1"/>
          </p:cNvSpPr>
          <p:nvPr/>
        </p:nvSpPr>
        <p:spPr>
          <a:xfrm>
            <a:off x="5326071" y="7753078"/>
            <a:ext cx="28398" cy="28398"/>
          </a:xfrm>
          <a:prstGeom prst="ellipse">
            <a:avLst/>
          </a:prstGeom>
          <a:solidFill>
            <a:srgbClr val="7F8C97">
              <a:alpha val="48000"/>
            </a:srgbClr>
          </a:solidFill>
          <a:ln w="0">
            <a:noFill/>
            <a:prstDash val="solid"/>
          </a:ln>
        </p:spPr>
      </p:sp>
      <p:sp>
        <p:nvSpPr>
          <p:cNvPr id="3956" name="03_assume_matched_9253">
            <a:extLst>
              <a:ext uri="{FF2B5EF4-FFF2-40B4-BE49-F238E27FC236}">
                <a16:creationId xmlns:a16="http://schemas.microsoft.com/office/drawing/2014/main" id="{69871BC1-2529-4066-B32A-D99B4C504662}"/>
              </a:ext>
            </a:extLst>
          </p:cNvPr>
          <p:cNvSpPr>
            <a:spLocks noGrp="1"/>
          </p:cNvSpPr>
          <p:nvPr/>
        </p:nvSpPr>
        <p:spPr>
          <a:xfrm>
            <a:off x="5342476" y="7168208"/>
            <a:ext cx="28398" cy="28398"/>
          </a:xfrm>
          <a:prstGeom prst="ellipse">
            <a:avLst/>
          </a:prstGeom>
          <a:solidFill>
            <a:srgbClr val="7F8C97">
              <a:alpha val="48000"/>
            </a:srgbClr>
          </a:solidFill>
          <a:ln w="0">
            <a:noFill/>
            <a:prstDash val="solid"/>
          </a:ln>
        </p:spPr>
      </p:sp>
      <p:sp>
        <p:nvSpPr>
          <p:cNvPr id="3957" name="03_assume_matched_9254">
            <a:extLst>
              <a:ext uri="{FF2B5EF4-FFF2-40B4-BE49-F238E27FC236}">
                <a16:creationId xmlns:a16="http://schemas.microsoft.com/office/drawing/2014/main" id="{AF439FA6-AF23-4B47-A006-EF496BBFBFE0}"/>
              </a:ext>
            </a:extLst>
          </p:cNvPr>
          <p:cNvSpPr>
            <a:spLocks noGrp="1"/>
          </p:cNvSpPr>
          <p:nvPr/>
        </p:nvSpPr>
        <p:spPr>
          <a:xfrm>
            <a:off x="5427670" y="7314426"/>
            <a:ext cx="28398" cy="28398"/>
          </a:xfrm>
          <a:prstGeom prst="ellipse">
            <a:avLst/>
          </a:prstGeom>
          <a:solidFill>
            <a:srgbClr val="7F8C97">
              <a:alpha val="48000"/>
            </a:srgbClr>
          </a:solidFill>
          <a:ln w="0">
            <a:noFill/>
            <a:prstDash val="solid"/>
          </a:ln>
        </p:spPr>
      </p:sp>
      <p:sp>
        <p:nvSpPr>
          <p:cNvPr id="3958" name="03_assume_matched_9255">
            <a:extLst>
              <a:ext uri="{FF2B5EF4-FFF2-40B4-BE49-F238E27FC236}">
                <a16:creationId xmlns:a16="http://schemas.microsoft.com/office/drawing/2014/main" id="{4E86B3AC-8E2B-4995-B535-CDC7346FFEC7}"/>
              </a:ext>
            </a:extLst>
          </p:cNvPr>
          <p:cNvSpPr>
            <a:spLocks noGrp="1"/>
          </p:cNvSpPr>
          <p:nvPr/>
        </p:nvSpPr>
        <p:spPr>
          <a:xfrm>
            <a:off x="5382627" y="7168208"/>
            <a:ext cx="28398" cy="28398"/>
          </a:xfrm>
          <a:prstGeom prst="ellipse">
            <a:avLst/>
          </a:prstGeom>
          <a:solidFill>
            <a:srgbClr val="7F8C97">
              <a:alpha val="48000"/>
            </a:srgbClr>
          </a:solidFill>
          <a:ln w="0">
            <a:noFill/>
            <a:prstDash val="solid"/>
          </a:ln>
        </p:spPr>
      </p:sp>
      <p:sp>
        <p:nvSpPr>
          <p:cNvPr id="3959" name="03_assume_matched_9256">
            <a:extLst>
              <a:ext uri="{FF2B5EF4-FFF2-40B4-BE49-F238E27FC236}">
                <a16:creationId xmlns:a16="http://schemas.microsoft.com/office/drawing/2014/main" id="{73EFD1B5-DF50-4FC9-90A7-CE07959FB644}"/>
              </a:ext>
            </a:extLst>
          </p:cNvPr>
          <p:cNvSpPr>
            <a:spLocks noGrp="1"/>
          </p:cNvSpPr>
          <p:nvPr/>
        </p:nvSpPr>
        <p:spPr>
          <a:xfrm>
            <a:off x="5392413" y="7655599"/>
            <a:ext cx="28398" cy="28398"/>
          </a:xfrm>
          <a:prstGeom prst="ellipse">
            <a:avLst/>
          </a:prstGeom>
          <a:solidFill>
            <a:srgbClr val="7F8C97">
              <a:alpha val="48000"/>
            </a:srgbClr>
          </a:solidFill>
          <a:ln w="0">
            <a:noFill/>
            <a:prstDash val="solid"/>
          </a:ln>
        </p:spPr>
      </p:sp>
      <p:sp>
        <p:nvSpPr>
          <p:cNvPr id="3960" name="03_assume_matched_9257">
            <a:extLst>
              <a:ext uri="{FF2B5EF4-FFF2-40B4-BE49-F238E27FC236}">
                <a16:creationId xmlns:a16="http://schemas.microsoft.com/office/drawing/2014/main" id="{ECEA1616-1B86-4544-9112-8D74882C4A7B}"/>
              </a:ext>
            </a:extLst>
          </p:cNvPr>
          <p:cNvSpPr>
            <a:spLocks noGrp="1"/>
          </p:cNvSpPr>
          <p:nvPr/>
        </p:nvSpPr>
        <p:spPr>
          <a:xfrm>
            <a:off x="5329237" y="7558121"/>
            <a:ext cx="28398" cy="28398"/>
          </a:xfrm>
          <a:prstGeom prst="ellipse">
            <a:avLst/>
          </a:prstGeom>
          <a:solidFill>
            <a:srgbClr val="7F8C97">
              <a:alpha val="48000"/>
            </a:srgbClr>
          </a:solidFill>
          <a:ln w="0">
            <a:noFill/>
            <a:prstDash val="solid"/>
          </a:ln>
        </p:spPr>
      </p:sp>
      <p:sp>
        <p:nvSpPr>
          <p:cNvPr id="3961" name="03_assume_matched_9258">
            <a:extLst>
              <a:ext uri="{FF2B5EF4-FFF2-40B4-BE49-F238E27FC236}">
                <a16:creationId xmlns:a16="http://schemas.microsoft.com/office/drawing/2014/main" id="{EE65A518-CAB8-4954-912E-2223515B1B60}"/>
              </a:ext>
            </a:extLst>
          </p:cNvPr>
          <p:cNvSpPr>
            <a:spLocks noGrp="1"/>
          </p:cNvSpPr>
          <p:nvPr/>
        </p:nvSpPr>
        <p:spPr>
          <a:xfrm>
            <a:off x="5419611" y="7558121"/>
            <a:ext cx="28398" cy="28398"/>
          </a:xfrm>
          <a:prstGeom prst="ellipse">
            <a:avLst/>
          </a:prstGeom>
          <a:solidFill>
            <a:srgbClr val="7F8C97">
              <a:alpha val="48000"/>
            </a:srgbClr>
          </a:solidFill>
          <a:ln w="0">
            <a:noFill/>
            <a:prstDash val="solid"/>
          </a:ln>
        </p:spPr>
      </p:sp>
      <p:sp>
        <p:nvSpPr>
          <p:cNvPr id="3962" name="03_assume_matched_9259">
            <a:extLst>
              <a:ext uri="{FF2B5EF4-FFF2-40B4-BE49-F238E27FC236}">
                <a16:creationId xmlns:a16="http://schemas.microsoft.com/office/drawing/2014/main" id="{E65076D8-E827-43BA-A3AC-A758ED0F8213}"/>
              </a:ext>
            </a:extLst>
          </p:cNvPr>
          <p:cNvSpPr>
            <a:spLocks noGrp="1"/>
          </p:cNvSpPr>
          <p:nvPr/>
        </p:nvSpPr>
        <p:spPr>
          <a:xfrm>
            <a:off x="5392700" y="7168208"/>
            <a:ext cx="28398" cy="28398"/>
          </a:xfrm>
          <a:prstGeom prst="ellipse">
            <a:avLst/>
          </a:prstGeom>
          <a:solidFill>
            <a:srgbClr val="7F8C97">
              <a:alpha val="48000"/>
            </a:srgbClr>
          </a:solidFill>
          <a:ln w="0">
            <a:noFill/>
            <a:prstDash val="solid"/>
          </a:ln>
        </p:spPr>
      </p:sp>
      <p:sp>
        <p:nvSpPr>
          <p:cNvPr id="3963" name="03_assume_matched_9260">
            <a:extLst>
              <a:ext uri="{FF2B5EF4-FFF2-40B4-BE49-F238E27FC236}">
                <a16:creationId xmlns:a16="http://schemas.microsoft.com/office/drawing/2014/main" id="{A4111DDB-78A1-4715-BFE7-AD87EF577463}"/>
              </a:ext>
            </a:extLst>
          </p:cNvPr>
          <p:cNvSpPr>
            <a:spLocks noGrp="1"/>
          </p:cNvSpPr>
          <p:nvPr/>
        </p:nvSpPr>
        <p:spPr>
          <a:xfrm>
            <a:off x="5310528" y="7753078"/>
            <a:ext cx="28398" cy="28398"/>
          </a:xfrm>
          <a:prstGeom prst="ellipse">
            <a:avLst/>
          </a:prstGeom>
          <a:solidFill>
            <a:srgbClr val="7F8C97">
              <a:alpha val="48000"/>
            </a:srgbClr>
          </a:solidFill>
          <a:ln w="0">
            <a:noFill/>
            <a:prstDash val="solid"/>
          </a:ln>
        </p:spPr>
      </p:sp>
      <p:sp>
        <p:nvSpPr>
          <p:cNvPr id="3964" name="03_assume_matched_9261">
            <a:extLst>
              <a:ext uri="{FF2B5EF4-FFF2-40B4-BE49-F238E27FC236}">
                <a16:creationId xmlns:a16="http://schemas.microsoft.com/office/drawing/2014/main" id="{816FDC02-C702-4270-A3FD-D09C49F7A50D}"/>
              </a:ext>
            </a:extLst>
          </p:cNvPr>
          <p:cNvSpPr>
            <a:spLocks noGrp="1"/>
          </p:cNvSpPr>
          <p:nvPr/>
        </p:nvSpPr>
        <p:spPr>
          <a:xfrm>
            <a:off x="5317868" y="7168208"/>
            <a:ext cx="28398" cy="28398"/>
          </a:xfrm>
          <a:prstGeom prst="ellipse">
            <a:avLst/>
          </a:prstGeom>
          <a:solidFill>
            <a:srgbClr val="7F8C97">
              <a:alpha val="48000"/>
            </a:srgbClr>
          </a:solidFill>
          <a:ln w="0">
            <a:noFill/>
            <a:prstDash val="solid"/>
          </a:ln>
        </p:spPr>
      </p:sp>
      <p:sp>
        <p:nvSpPr>
          <p:cNvPr id="3965" name="03_assume_matched_9262">
            <a:extLst>
              <a:ext uri="{FF2B5EF4-FFF2-40B4-BE49-F238E27FC236}">
                <a16:creationId xmlns:a16="http://schemas.microsoft.com/office/drawing/2014/main" id="{44231A1B-0FEB-4FAA-A2F5-D3A12C404A67}"/>
              </a:ext>
            </a:extLst>
          </p:cNvPr>
          <p:cNvSpPr>
            <a:spLocks noGrp="1"/>
          </p:cNvSpPr>
          <p:nvPr/>
        </p:nvSpPr>
        <p:spPr>
          <a:xfrm>
            <a:off x="5329093" y="7558121"/>
            <a:ext cx="28398" cy="28398"/>
          </a:xfrm>
          <a:prstGeom prst="ellipse">
            <a:avLst/>
          </a:prstGeom>
          <a:solidFill>
            <a:srgbClr val="7F8C97">
              <a:alpha val="48000"/>
            </a:srgbClr>
          </a:solidFill>
          <a:ln w="0">
            <a:noFill/>
            <a:prstDash val="solid"/>
          </a:ln>
        </p:spPr>
      </p:sp>
      <p:sp>
        <p:nvSpPr>
          <p:cNvPr id="3966" name="03_assume_matched_9263">
            <a:extLst>
              <a:ext uri="{FF2B5EF4-FFF2-40B4-BE49-F238E27FC236}">
                <a16:creationId xmlns:a16="http://schemas.microsoft.com/office/drawing/2014/main" id="{BE26D775-950A-4982-BD20-2651C4A7FC01}"/>
              </a:ext>
            </a:extLst>
          </p:cNvPr>
          <p:cNvSpPr>
            <a:spLocks noGrp="1"/>
          </p:cNvSpPr>
          <p:nvPr/>
        </p:nvSpPr>
        <p:spPr>
          <a:xfrm>
            <a:off x="5418460" y="7168208"/>
            <a:ext cx="28398" cy="28398"/>
          </a:xfrm>
          <a:prstGeom prst="ellipse">
            <a:avLst/>
          </a:prstGeom>
          <a:solidFill>
            <a:srgbClr val="7F8C97">
              <a:alpha val="48000"/>
            </a:srgbClr>
          </a:solidFill>
          <a:ln w="0">
            <a:noFill/>
            <a:prstDash val="solid"/>
          </a:ln>
        </p:spPr>
      </p:sp>
      <p:sp>
        <p:nvSpPr>
          <p:cNvPr id="3967" name="03_assume_matched_9264">
            <a:extLst>
              <a:ext uri="{FF2B5EF4-FFF2-40B4-BE49-F238E27FC236}">
                <a16:creationId xmlns:a16="http://schemas.microsoft.com/office/drawing/2014/main" id="{BEB14ED5-8BC1-4DA3-9A08-3ABF08476104}"/>
              </a:ext>
            </a:extLst>
          </p:cNvPr>
          <p:cNvSpPr>
            <a:spLocks noGrp="1"/>
          </p:cNvSpPr>
          <p:nvPr/>
        </p:nvSpPr>
        <p:spPr>
          <a:xfrm>
            <a:off x="5331395" y="7168208"/>
            <a:ext cx="28398" cy="28398"/>
          </a:xfrm>
          <a:prstGeom prst="ellipse">
            <a:avLst/>
          </a:prstGeom>
          <a:solidFill>
            <a:srgbClr val="7F8C97">
              <a:alpha val="48000"/>
            </a:srgbClr>
          </a:solidFill>
          <a:ln w="0">
            <a:noFill/>
            <a:prstDash val="solid"/>
          </a:ln>
        </p:spPr>
      </p:sp>
      <p:sp>
        <p:nvSpPr>
          <p:cNvPr id="3968" name="03_assume_matched_9265">
            <a:extLst>
              <a:ext uri="{FF2B5EF4-FFF2-40B4-BE49-F238E27FC236}">
                <a16:creationId xmlns:a16="http://schemas.microsoft.com/office/drawing/2014/main" id="{F1586CCA-868E-488F-9F8C-BCF3E3844017}"/>
              </a:ext>
            </a:extLst>
          </p:cNvPr>
          <p:cNvSpPr>
            <a:spLocks noGrp="1"/>
          </p:cNvSpPr>
          <p:nvPr/>
        </p:nvSpPr>
        <p:spPr>
          <a:xfrm>
            <a:off x="5410401" y="7493136"/>
            <a:ext cx="28398" cy="28398"/>
          </a:xfrm>
          <a:prstGeom prst="ellipse">
            <a:avLst/>
          </a:prstGeom>
          <a:solidFill>
            <a:srgbClr val="7F8C97">
              <a:alpha val="48000"/>
            </a:srgbClr>
          </a:solidFill>
          <a:ln w="0">
            <a:noFill/>
            <a:prstDash val="solid"/>
          </a:ln>
        </p:spPr>
      </p:sp>
      <p:sp>
        <p:nvSpPr>
          <p:cNvPr id="3969" name="03_assume_matched_9266">
            <a:extLst>
              <a:ext uri="{FF2B5EF4-FFF2-40B4-BE49-F238E27FC236}">
                <a16:creationId xmlns:a16="http://schemas.microsoft.com/office/drawing/2014/main" id="{87E1F8E2-22F7-4952-8AD1-4AF522C423BB}"/>
              </a:ext>
            </a:extLst>
          </p:cNvPr>
          <p:cNvSpPr>
            <a:spLocks noGrp="1"/>
          </p:cNvSpPr>
          <p:nvPr/>
        </p:nvSpPr>
        <p:spPr>
          <a:xfrm>
            <a:off x="5411552" y="7168208"/>
            <a:ext cx="28398" cy="28398"/>
          </a:xfrm>
          <a:prstGeom prst="ellipse">
            <a:avLst/>
          </a:prstGeom>
          <a:solidFill>
            <a:srgbClr val="7F8C97">
              <a:alpha val="48000"/>
            </a:srgbClr>
          </a:solidFill>
          <a:ln w="0">
            <a:noFill/>
            <a:prstDash val="solid"/>
          </a:ln>
        </p:spPr>
      </p:sp>
      <p:sp>
        <p:nvSpPr>
          <p:cNvPr id="3970" name="03_assume_matched_9267">
            <a:extLst>
              <a:ext uri="{FF2B5EF4-FFF2-40B4-BE49-F238E27FC236}">
                <a16:creationId xmlns:a16="http://schemas.microsoft.com/office/drawing/2014/main" id="{4754243E-AA8C-43FF-AE10-1244D43FBC8F}"/>
              </a:ext>
            </a:extLst>
          </p:cNvPr>
          <p:cNvSpPr>
            <a:spLocks noGrp="1"/>
          </p:cNvSpPr>
          <p:nvPr/>
        </p:nvSpPr>
        <p:spPr>
          <a:xfrm>
            <a:off x="5415294" y="7753078"/>
            <a:ext cx="28398" cy="28398"/>
          </a:xfrm>
          <a:prstGeom prst="ellipse">
            <a:avLst/>
          </a:prstGeom>
          <a:solidFill>
            <a:srgbClr val="7F8C97">
              <a:alpha val="48000"/>
            </a:srgbClr>
          </a:solidFill>
          <a:ln w="0">
            <a:noFill/>
            <a:prstDash val="solid"/>
          </a:ln>
        </p:spPr>
      </p:sp>
      <p:sp>
        <p:nvSpPr>
          <p:cNvPr id="3971" name="03_assume_matched_9268">
            <a:extLst>
              <a:ext uri="{FF2B5EF4-FFF2-40B4-BE49-F238E27FC236}">
                <a16:creationId xmlns:a16="http://schemas.microsoft.com/office/drawing/2014/main" id="{3DCB5EF0-7E36-4BFC-9BFE-C056920546DF}"/>
              </a:ext>
            </a:extLst>
          </p:cNvPr>
          <p:cNvSpPr>
            <a:spLocks noGrp="1"/>
          </p:cNvSpPr>
          <p:nvPr/>
        </p:nvSpPr>
        <p:spPr>
          <a:xfrm>
            <a:off x="5332546" y="7753078"/>
            <a:ext cx="28398" cy="28398"/>
          </a:xfrm>
          <a:prstGeom prst="ellipse">
            <a:avLst/>
          </a:prstGeom>
          <a:solidFill>
            <a:srgbClr val="7F8C97">
              <a:alpha val="48000"/>
            </a:srgbClr>
          </a:solidFill>
          <a:ln w="0">
            <a:noFill/>
            <a:prstDash val="solid"/>
          </a:ln>
        </p:spPr>
      </p:sp>
      <p:sp>
        <p:nvSpPr>
          <p:cNvPr id="3972" name="03_assume_matched_9269">
            <a:extLst>
              <a:ext uri="{FF2B5EF4-FFF2-40B4-BE49-F238E27FC236}">
                <a16:creationId xmlns:a16="http://schemas.microsoft.com/office/drawing/2014/main" id="{A72CF6FA-1C9C-4A04-9D58-83FD616DD103}"/>
              </a:ext>
            </a:extLst>
          </p:cNvPr>
          <p:cNvSpPr>
            <a:spLocks noGrp="1"/>
          </p:cNvSpPr>
          <p:nvPr/>
        </p:nvSpPr>
        <p:spPr>
          <a:xfrm>
            <a:off x="5310816" y="7168208"/>
            <a:ext cx="28398" cy="28398"/>
          </a:xfrm>
          <a:prstGeom prst="ellipse">
            <a:avLst/>
          </a:prstGeom>
          <a:solidFill>
            <a:srgbClr val="7F8C97">
              <a:alpha val="48000"/>
            </a:srgbClr>
          </a:solidFill>
          <a:ln w="0">
            <a:noFill/>
            <a:prstDash val="solid"/>
          </a:ln>
        </p:spPr>
      </p:sp>
      <p:sp>
        <p:nvSpPr>
          <p:cNvPr id="3973" name="03_assume_matched_9270">
            <a:extLst>
              <a:ext uri="{FF2B5EF4-FFF2-40B4-BE49-F238E27FC236}">
                <a16:creationId xmlns:a16="http://schemas.microsoft.com/office/drawing/2014/main" id="{5B7E2B4F-2690-4DA7-AD63-B40F32872596}"/>
              </a:ext>
            </a:extLst>
          </p:cNvPr>
          <p:cNvSpPr>
            <a:spLocks noGrp="1"/>
          </p:cNvSpPr>
          <p:nvPr/>
        </p:nvSpPr>
        <p:spPr>
          <a:xfrm>
            <a:off x="5394571" y="7168208"/>
            <a:ext cx="28398" cy="28398"/>
          </a:xfrm>
          <a:prstGeom prst="ellipse">
            <a:avLst/>
          </a:prstGeom>
          <a:solidFill>
            <a:srgbClr val="7F8C97">
              <a:alpha val="48000"/>
            </a:srgbClr>
          </a:solidFill>
          <a:ln w="0">
            <a:noFill/>
            <a:prstDash val="solid"/>
          </a:ln>
        </p:spPr>
      </p:sp>
      <p:sp>
        <p:nvSpPr>
          <p:cNvPr id="3974" name="03_assume_matched_9271">
            <a:extLst>
              <a:ext uri="{FF2B5EF4-FFF2-40B4-BE49-F238E27FC236}">
                <a16:creationId xmlns:a16="http://schemas.microsoft.com/office/drawing/2014/main" id="{C43AF87D-ADD2-4563-99A6-21E135272E47}"/>
              </a:ext>
            </a:extLst>
          </p:cNvPr>
          <p:cNvSpPr>
            <a:spLocks noGrp="1"/>
          </p:cNvSpPr>
          <p:nvPr/>
        </p:nvSpPr>
        <p:spPr>
          <a:xfrm>
            <a:off x="5304052" y="7168208"/>
            <a:ext cx="28398" cy="28398"/>
          </a:xfrm>
          <a:prstGeom prst="ellipse">
            <a:avLst/>
          </a:prstGeom>
          <a:solidFill>
            <a:srgbClr val="7F8C97">
              <a:alpha val="48000"/>
            </a:srgbClr>
          </a:solidFill>
          <a:ln w="0">
            <a:noFill/>
            <a:prstDash val="solid"/>
          </a:ln>
        </p:spPr>
      </p:sp>
      <p:sp>
        <p:nvSpPr>
          <p:cNvPr id="3975" name="03_assume_matched_9272">
            <a:extLst>
              <a:ext uri="{FF2B5EF4-FFF2-40B4-BE49-F238E27FC236}">
                <a16:creationId xmlns:a16="http://schemas.microsoft.com/office/drawing/2014/main" id="{A89AE07A-90AA-4E85-9A35-1EB56CC030ED}"/>
              </a:ext>
            </a:extLst>
          </p:cNvPr>
          <p:cNvSpPr>
            <a:spLocks noGrp="1"/>
          </p:cNvSpPr>
          <p:nvPr/>
        </p:nvSpPr>
        <p:spPr>
          <a:xfrm>
            <a:off x="5398169" y="7168208"/>
            <a:ext cx="28398" cy="28398"/>
          </a:xfrm>
          <a:prstGeom prst="ellipse">
            <a:avLst/>
          </a:prstGeom>
          <a:solidFill>
            <a:srgbClr val="7F8C97">
              <a:alpha val="48000"/>
            </a:srgbClr>
          </a:solidFill>
          <a:ln w="0">
            <a:noFill/>
            <a:prstDash val="solid"/>
          </a:ln>
        </p:spPr>
      </p:sp>
      <p:sp>
        <p:nvSpPr>
          <p:cNvPr id="3976" name="03_assume_matched_9273">
            <a:extLst>
              <a:ext uri="{FF2B5EF4-FFF2-40B4-BE49-F238E27FC236}">
                <a16:creationId xmlns:a16="http://schemas.microsoft.com/office/drawing/2014/main" id="{7867D87A-D40B-47DD-AC66-3A3E50A8B035}"/>
              </a:ext>
            </a:extLst>
          </p:cNvPr>
          <p:cNvSpPr>
            <a:spLocks noGrp="1"/>
          </p:cNvSpPr>
          <p:nvPr/>
        </p:nvSpPr>
        <p:spPr>
          <a:xfrm>
            <a:off x="5305348" y="7753078"/>
            <a:ext cx="28398" cy="28398"/>
          </a:xfrm>
          <a:prstGeom prst="ellipse">
            <a:avLst/>
          </a:prstGeom>
          <a:solidFill>
            <a:srgbClr val="7F8C97">
              <a:alpha val="48000"/>
            </a:srgbClr>
          </a:solidFill>
          <a:ln w="0">
            <a:noFill/>
            <a:prstDash val="solid"/>
          </a:ln>
        </p:spPr>
      </p:sp>
      <p:sp>
        <p:nvSpPr>
          <p:cNvPr id="3977" name="03_assume_matched_9274">
            <a:extLst>
              <a:ext uri="{FF2B5EF4-FFF2-40B4-BE49-F238E27FC236}">
                <a16:creationId xmlns:a16="http://schemas.microsoft.com/office/drawing/2014/main" id="{89C8FDEC-7006-4776-8691-0E58B4EC7DE4}"/>
              </a:ext>
            </a:extLst>
          </p:cNvPr>
          <p:cNvSpPr>
            <a:spLocks noGrp="1"/>
          </p:cNvSpPr>
          <p:nvPr/>
        </p:nvSpPr>
        <p:spPr>
          <a:xfrm>
            <a:off x="5425799" y="7168208"/>
            <a:ext cx="28398" cy="28398"/>
          </a:xfrm>
          <a:prstGeom prst="ellipse">
            <a:avLst/>
          </a:prstGeom>
          <a:solidFill>
            <a:srgbClr val="7F8C97">
              <a:alpha val="48000"/>
            </a:srgbClr>
          </a:solidFill>
          <a:ln w="0">
            <a:noFill/>
            <a:prstDash val="solid"/>
          </a:ln>
        </p:spPr>
      </p:sp>
      <p:sp>
        <p:nvSpPr>
          <p:cNvPr id="3978" name="03_assume_matched_9275">
            <a:extLst>
              <a:ext uri="{FF2B5EF4-FFF2-40B4-BE49-F238E27FC236}">
                <a16:creationId xmlns:a16="http://schemas.microsoft.com/office/drawing/2014/main" id="{AE55B2AC-6742-4DB2-928C-AF9A3248A4B6}"/>
              </a:ext>
            </a:extLst>
          </p:cNvPr>
          <p:cNvSpPr>
            <a:spLocks noGrp="1"/>
          </p:cNvSpPr>
          <p:nvPr/>
        </p:nvSpPr>
        <p:spPr>
          <a:xfrm>
            <a:off x="5403781" y="7168208"/>
            <a:ext cx="28398" cy="28398"/>
          </a:xfrm>
          <a:prstGeom prst="ellipse">
            <a:avLst/>
          </a:prstGeom>
          <a:solidFill>
            <a:srgbClr val="7F8C97">
              <a:alpha val="48000"/>
            </a:srgbClr>
          </a:solidFill>
          <a:ln w="0">
            <a:noFill/>
            <a:prstDash val="solid"/>
          </a:ln>
        </p:spPr>
      </p:sp>
      <p:sp>
        <p:nvSpPr>
          <p:cNvPr id="3979" name="03_assume_matched_9276">
            <a:extLst>
              <a:ext uri="{FF2B5EF4-FFF2-40B4-BE49-F238E27FC236}">
                <a16:creationId xmlns:a16="http://schemas.microsoft.com/office/drawing/2014/main" id="{882490BE-95F4-49EE-A652-FB4D77F298BD}"/>
              </a:ext>
            </a:extLst>
          </p:cNvPr>
          <p:cNvSpPr>
            <a:spLocks noGrp="1"/>
          </p:cNvSpPr>
          <p:nvPr/>
        </p:nvSpPr>
        <p:spPr>
          <a:xfrm>
            <a:off x="5351686" y="7168208"/>
            <a:ext cx="28398" cy="28398"/>
          </a:xfrm>
          <a:prstGeom prst="ellipse">
            <a:avLst/>
          </a:prstGeom>
          <a:solidFill>
            <a:srgbClr val="7F8C97">
              <a:alpha val="48000"/>
            </a:srgbClr>
          </a:solidFill>
          <a:ln w="0">
            <a:noFill/>
            <a:prstDash val="solid"/>
          </a:ln>
        </p:spPr>
      </p:sp>
      <p:sp>
        <p:nvSpPr>
          <p:cNvPr id="3980" name="03_assume_matched_9277">
            <a:extLst>
              <a:ext uri="{FF2B5EF4-FFF2-40B4-BE49-F238E27FC236}">
                <a16:creationId xmlns:a16="http://schemas.microsoft.com/office/drawing/2014/main" id="{B5E06227-5F2E-463F-A8A3-B66EDADEE9AE}"/>
              </a:ext>
            </a:extLst>
          </p:cNvPr>
          <p:cNvSpPr>
            <a:spLocks noGrp="1"/>
          </p:cNvSpPr>
          <p:nvPr/>
        </p:nvSpPr>
        <p:spPr>
          <a:xfrm>
            <a:off x="5327366" y="7168208"/>
            <a:ext cx="28398" cy="28398"/>
          </a:xfrm>
          <a:prstGeom prst="ellipse">
            <a:avLst/>
          </a:prstGeom>
          <a:solidFill>
            <a:srgbClr val="7F8C97">
              <a:alpha val="48000"/>
            </a:srgbClr>
          </a:solidFill>
          <a:ln w="0">
            <a:noFill/>
            <a:prstDash val="solid"/>
          </a:ln>
        </p:spPr>
      </p:sp>
      <p:sp>
        <p:nvSpPr>
          <p:cNvPr id="3981" name="03_assume_matched_9278">
            <a:extLst>
              <a:ext uri="{FF2B5EF4-FFF2-40B4-BE49-F238E27FC236}">
                <a16:creationId xmlns:a16="http://schemas.microsoft.com/office/drawing/2014/main" id="{DFD725C6-49F5-4574-83D6-7BABB4E5184A}"/>
              </a:ext>
            </a:extLst>
          </p:cNvPr>
          <p:cNvSpPr>
            <a:spLocks noGrp="1"/>
          </p:cNvSpPr>
          <p:nvPr/>
        </p:nvSpPr>
        <p:spPr>
          <a:xfrm>
            <a:off x="5429829" y="7753078"/>
            <a:ext cx="28398" cy="28398"/>
          </a:xfrm>
          <a:prstGeom prst="ellipse">
            <a:avLst/>
          </a:prstGeom>
          <a:solidFill>
            <a:srgbClr val="7F8C97">
              <a:alpha val="48000"/>
            </a:srgbClr>
          </a:solidFill>
          <a:ln w="0">
            <a:noFill/>
            <a:prstDash val="solid"/>
          </a:ln>
        </p:spPr>
      </p:sp>
      <p:sp>
        <p:nvSpPr>
          <p:cNvPr id="3982" name="03_assume_matched_9279">
            <a:extLst>
              <a:ext uri="{FF2B5EF4-FFF2-40B4-BE49-F238E27FC236}">
                <a16:creationId xmlns:a16="http://schemas.microsoft.com/office/drawing/2014/main" id="{F9E8E9B1-B960-4AFF-9F08-06B739016694}"/>
              </a:ext>
            </a:extLst>
          </p:cNvPr>
          <p:cNvSpPr>
            <a:spLocks noGrp="1"/>
          </p:cNvSpPr>
          <p:nvPr/>
        </p:nvSpPr>
        <p:spPr>
          <a:xfrm>
            <a:off x="5377590" y="7753078"/>
            <a:ext cx="28398" cy="28398"/>
          </a:xfrm>
          <a:prstGeom prst="ellipse">
            <a:avLst/>
          </a:prstGeom>
          <a:solidFill>
            <a:srgbClr val="7F8C97">
              <a:alpha val="48000"/>
            </a:srgbClr>
          </a:solidFill>
          <a:ln w="0">
            <a:noFill/>
            <a:prstDash val="solid"/>
          </a:ln>
        </p:spPr>
      </p:sp>
      <p:sp>
        <p:nvSpPr>
          <p:cNvPr id="3983" name="03_assume_matched_9280">
            <a:extLst>
              <a:ext uri="{FF2B5EF4-FFF2-40B4-BE49-F238E27FC236}">
                <a16:creationId xmlns:a16="http://schemas.microsoft.com/office/drawing/2014/main" id="{EC165EBA-D6FF-4C9D-877D-13D11CEC8BDB}"/>
              </a:ext>
            </a:extLst>
          </p:cNvPr>
          <p:cNvSpPr>
            <a:spLocks noGrp="1"/>
          </p:cNvSpPr>
          <p:nvPr/>
        </p:nvSpPr>
        <p:spPr>
          <a:xfrm>
            <a:off x="5410401" y="7753078"/>
            <a:ext cx="28398" cy="28398"/>
          </a:xfrm>
          <a:prstGeom prst="ellipse">
            <a:avLst/>
          </a:prstGeom>
          <a:solidFill>
            <a:srgbClr val="7F8C97">
              <a:alpha val="48000"/>
            </a:srgbClr>
          </a:solidFill>
          <a:ln w="0">
            <a:noFill/>
            <a:prstDash val="solid"/>
          </a:ln>
        </p:spPr>
      </p:sp>
      <p:sp>
        <p:nvSpPr>
          <p:cNvPr id="3984" name="03_assume_matched_9281">
            <a:extLst>
              <a:ext uri="{FF2B5EF4-FFF2-40B4-BE49-F238E27FC236}">
                <a16:creationId xmlns:a16="http://schemas.microsoft.com/office/drawing/2014/main" id="{89956212-9D93-4CF4-81EA-123380BBFF76}"/>
              </a:ext>
            </a:extLst>
          </p:cNvPr>
          <p:cNvSpPr>
            <a:spLocks noGrp="1"/>
          </p:cNvSpPr>
          <p:nvPr/>
        </p:nvSpPr>
        <p:spPr>
          <a:xfrm>
            <a:off x="5309521" y="7168208"/>
            <a:ext cx="28398" cy="28398"/>
          </a:xfrm>
          <a:prstGeom prst="ellipse">
            <a:avLst/>
          </a:prstGeom>
          <a:solidFill>
            <a:srgbClr val="7F8C97">
              <a:alpha val="48000"/>
            </a:srgbClr>
          </a:solidFill>
          <a:ln w="0">
            <a:noFill/>
            <a:prstDash val="solid"/>
          </a:ln>
        </p:spPr>
      </p:sp>
      <p:sp>
        <p:nvSpPr>
          <p:cNvPr id="3985" name="03_assume_matched_9282">
            <a:extLst>
              <a:ext uri="{FF2B5EF4-FFF2-40B4-BE49-F238E27FC236}">
                <a16:creationId xmlns:a16="http://schemas.microsoft.com/office/drawing/2014/main" id="{9A7DCAB3-A32D-4DF9-B6E9-0E65A7A759EC}"/>
              </a:ext>
            </a:extLst>
          </p:cNvPr>
          <p:cNvSpPr>
            <a:spLocks noGrp="1"/>
          </p:cNvSpPr>
          <p:nvPr/>
        </p:nvSpPr>
        <p:spPr>
          <a:xfrm>
            <a:off x="5401479" y="7753078"/>
            <a:ext cx="28398" cy="28398"/>
          </a:xfrm>
          <a:prstGeom prst="ellipse">
            <a:avLst/>
          </a:prstGeom>
          <a:solidFill>
            <a:srgbClr val="7F8C97">
              <a:alpha val="48000"/>
            </a:srgbClr>
          </a:solidFill>
          <a:ln w="0">
            <a:noFill/>
            <a:prstDash val="solid"/>
          </a:ln>
        </p:spPr>
      </p:sp>
      <p:sp>
        <p:nvSpPr>
          <p:cNvPr id="3986" name="03_assume_matched_9283">
            <a:extLst>
              <a:ext uri="{FF2B5EF4-FFF2-40B4-BE49-F238E27FC236}">
                <a16:creationId xmlns:a16="http://schemas.microsoft.com/office/drawing/2014/main" id="{C541E17C-E553-422F-A0A9-657098EFAF78}"/>
              </a:ext>
            </a:extLst>
          </p:cNvPr>
          <p:cNvSpPr>
            <a:spLocks noGrp="1"/>
          </p:cNvSpPr>
          <p:nvPr/>
        </p:nvSpPr>
        <p:spPr>
          <a:xfrm>
            <a:off x="5380612" y="7168208"/>
            <a:ext cx="28398" cy="28398"/>
          </a:xfrm>
          <a:prstGeom prst="ellipse">
            <a:avLst/>
          </a:prstGeom>
          <a:solidFill>
            <a:srgbClr val="7F8C97">
              <a:alpha val="48000"/>
            </a:srgbClr>
          </a:solidFill>
          <a:ln w="0">
            <a:noFill/>
            <a:prstDash val="solid"/>
          </a:ln>
        </p:spPr>
      </p:sp>
      <p:sp>
        <p:nvSpPr>
          <p:cNvPr id="3987" name="03_assume_matched_9284">
            <a:extLst>
              <a:ext uri="{FF2B5EF4-FFF2-40B4-BE49-F238E27FC236}">
                <a16:creationId xmlns:a16="http://schemas.microsoft.com/office/drawing/2014/main" id="{9E988E3A-51C4-4495-B4E1-AF0540504CDB}"/>
              </a:ext>
            </a:extLst>
          </p:cNvPr>
          <p:cNvSpPr>
            <a:spLocks noGrp="1"/>
          </p:cNvSpPr>
          <p:nvPr/>
        </p:nvSpPr>
        <p:spPr>
          <a:xfrm>
            <a:off x="5289230" y="7168208"/>
            <a:ext cx="28398" cy="28398"/>
          </a:xfrm>
          <a:prstGeom prst="ellipse">
            <a:avLst/>
          </a:prstGeom>
          <a:solidFill>
            <a:srgbClr val="7F8C97">
              <a:alpha val="48000"/>
            </a:srgbClr>
          </a:solidFill>
          <a:ln w="0">
            <a:noFill/>
            <a:prstDash val="solid"/>
          </a:ln>
        </p:spPr>
      </p:sp>
      <p:sp>
        <p:nvSpPr>
          <p:cNvPr id="3988" name="03_assume_matched_9285">
            <a:extLst>
              <a:ext uri="{FF2B5EF4-FFF2-40B4-BE49-F238E27FC236}">
                <a16:creationId xmlns:a16="http://schemas.microsoft.com/office/drawing/2014/main" id="{BEE07989-B97F-43E9-811D-D987221317D1}"/>
              </a:ext>
            </a:extLst>
          </p:cNvPr>
          <p:cNvSpPr>
            <a:spLocks noGrp="1"/>
          </p:cNvSpPr>
          <p:nvPr/>
        </p:nvSpPr>
        <p:spPr>
          <a:xfrm>
            <a:off x="5348520" y="7753078"/>
            <a:ext cx="28398" cy="28398"/>
          </a:xfrm>
          <a:prstGeom prst="ellipse">
            <a:avLst/>
          </a:prstGeom>
          <a:solidFill>
            <a:srgbClr val="7F8C97">
              <a:alpha val="48000"/>
            </a:srgbClr>
          </a:solidFill>
          <a:ln w="0">
            <a:noFill/>
            <a:prstDash val="solid"/>
          </a:ln>
        </p:spPr>
      </p:sp>
      <p:sp>
        <p:nvSpPr>
          <p:cNvPr id="3989" name="03_assume_matched_9286">
            <a:extLst>
              <a:ext uri="{FF2B5EF4-FFF2-40B4-BE49-F238E27FC236}">
                <a16:creationId xmlns:a16="http://schemas.microsoft.com/office/drawing/2014/main" id="{ABE4687A-44A8-468D-976C-582D9D90464B}"/>
              </a:ext>
            </a:extLst>
          </p:cNvPr>
          <p:cNvSpPr>
            <a:spLocks noGrp="1"/>
          </p:cNvSpPr>
          <p:nvPr/>
        </p:nvSpPr>
        <p:spPr>
          <a:xfrm>
            <a:off x="5330676" y="7753078"/>
            <a:ext cx="28398" cy="28398"/>
          </a:xfrm>
          <a:prstGeom prst="ellipse">
            <a:avLst/>
          </a:prstGeom>
          <a:solidFill>
            <a:srgbClr val="7F8C97">
              <a:alpha val="48000"/>
            </a:srgbClr>
          </a:solidFill>
          <a:ln w="0">
            <a:noFill/>
            <a:prstDash val="solid"/>
          </a:ln>
        </p:spPr>
      </p:sp>
      <p:sp>
        <p:nvSpPr>
          <p:cNvPr id="3990" name="03_assume_matched_9287">
            <a:extLst>
              <a:ext uri="{FF2B5EF4-FFF2-40B4-BE49-F238E27FC236}">
                <a16:creationId xmlns:a16="http://schemas.microsoft.com/office/drawing/2014/main" id="{DD256088-BBEE-4FFD-B75D-7B959874EBF4}"/>
              </a:ext>
            </a:extLst>
          </p:cNvPr>
          <p:cNvSpPr>
            <a:spLocks noGrp="1"/>
          </p:cNvSpPr>
          <p:nvPr/>
        </p:nvSpPr>
        <p:spPr>
          <a:xfrm>
            <a:off x="5362911" y="7168208"/>
            <a:ext cx="28398" cy="28398"/>
          </a:xfrm>
          <a:prstGeom prst="ellipse">
            <a:avLst/>
          </a:prstGeom>
          <a:solidFill>
            <a:srgbClr val="7F8C97">
              <a:alpha val="48000"/>
            </a:srgbClr>
          </a:solidFill>
          <a:ln w="0">
            <a:noFill/>
            <a:prstDash val="solid"/>
          </a:ln>
        </p:spPr>
      </p:sp>
      <p:sp>
        <p:nvSpPr>
          <p:cNvPr id="3991" name="03_assume_matched_9288">
            <a:extLst>
              <a:ext uri="{FF2B5EF4-FFF2-40B4-BE49-F238E27FC236}">
                <a16:creationId xmlns:a16="http://schemas.microsoft.com/office/drawing/2014/main" id="{2A129EE1-AD07-4955-8F1D-FDBD419C768B}"/>
              </a:ext>
            </a:extLst>
          </p:cNvPr>
          <p:cNvSpPr>
            <a:spLocks noGrp="1"/>
          </p:cNvSpPr>
          <p:nvPr/>
        </p:nvSpPr>
        <p:spPr>
          <a:xfrm>
            <a:off x="5344779" y="7704338"/>
            <a:ext cx="28398" cy="28398"/>
          </a:xfrm>
          <a:prstGeom prst="ellipse">
            <a:avLst/>
          </a:prstGeom>
          <a:solidFill>
            <a:srgbClr val="7F8C97">
              <a:alpha val="48000"/>
            </a:srgbClr>
          </a:solidFill>
          <a:ln w="0">
            <a:noFill/>
            <a:prstDash val="solid"/>
          </a:ln>
        </p:spPr>
      </p:sp>
      <p:sp>
        <p:nvSpPr>
          <p:cNvPr id="3992" name="03_assume_matched_9289">
            <a:extLst>
              <a:ext uri="{FF2B5EF4-FFF2-40B4-BE49-F238E27FC236}">
                <a16:creationId xmlns:a16="http://schemas.microsoft.com/office/drawing/2014/main" id="{8BC2825E-9EDD-4833-BD12-AD7EDF85BEB6}"/>
              </a:ext>
            </a:extLst>
          </p:cNvPr>
          <p:cNvSpPr>
            <a:spLocks noGrp="1"/>
          </p:cNvSpPr>
          <p:nvPr/>
        </p:nvSpPr>
        <p:spPr>
          <a:xfrm>
            <a:off x="5406947" y="7606860"/>
            <a:ext cx="28398" cy="28398"/>
          </a:xfrm>
          <a:prstGeom prst="ellipse">
            <a:avLst/>
          </a:prstGeom>
          <a:solidFill>
            <a:srgbClr val="7F8C97">
              <a:alpha val="48000"/>
            </a:srgbClr>
          </a:solidFill>
          <a:ln w="0">
            <a:noFill/>
            <a:prstDash val="solid"/>
          </a:ln>
        </p:spPr>
      </p:sp>
      <p:sp>
        <p:nvSpPr>
          <p:cNvPr id="3993" name="03_assume_matched_9290">
            <a:extLst>
              <a:ext uri="{FF2B5EF4-FFF2-40B4-BE49-F238E27FC236}">
                <a16:creationId xmlns:a16="http://schemas.microsoft.com/office/drawing/2014/main" id="{4323AD76-3B1C-4887-8E75-D4565300A269}"/>
              </a:ext>
            </a:extLst>
          </p:cNvPr>
          <p:cNvSpPr>
            <a:spLocks noGrp="1"/>
          </p:cNvSpPr>
          <p:nvPr/>
        </p:nvSpPr>
        <p:spPr>
          <a:xfrm>
            <a:off x="5305060" y="7168208"/>
            <a:ext cx="28398" cy="28398"/>
          </a:xfrm>
          <a:prstGeom prst="ellipse">
            <a:avLst/>
          </a:prstGeom>
          <a:solidFill>
            <a:srgbClr val="7F8C97">
              <a:alpha val="48000"/>
            </a:srgbClr>
          </a:solidFill>
          <a:ln w="0">
            <a:noFill/>
            <a:prstDash val="solid"/>
          </a:ln>
        </p:spPr>
      </p:sp>
      <p:sp>
        <p:nvSpPr>
          <p:cNvPr id="3994" name="03_assume_matched_9291">
            <a:extLst>
              <a:ext uri="{FF2B5EF4-FFF2-40B4-BE49-F238E27FC236}">
                <a16:creationId xmlns:a16="http://schemas.microsoft.com/office/drawing/2014/main" id="{817D59AD-2D82-4387-9048-4C07D04F666F}"/>
              </a:ext>
            </a:extLst>
          </p:cNvPr>
          <p:cNvSpPr>
            <a:spLocks noGrp="1"/>
          </p:cNvSpPr>
          <p:nvPr/>
        </p:nvSpPr>
        <p:spPr>
          <a:xfrm>
            <a:off x="5311680" y="7168208"/>
            <a:ext cx="28398" cy="28398"/>
          </a:xfrm>
          <a:prstGeom prst="ellipse">
            <a:avLst/>
          </a:prstGeom>
          <a:solidFill>
            <a:srgbClr val="7F8C97">
              <a:alpha val="48000"/>
            </a:srgbClr>
          </a:solidFill>
          <a:ln w="0">
            <a:noFill/>
            <a:prstDash val="solid"/>
          </a:ln>
        </p:spPr>
      </p:sp>
      <p:sp>
        <p:nvSpPr>
          <p:cNvPr id="3995" name="03_assume_matched_9292">
            <a:extLst>
              <a:ext uri="{FF2B5EF4-FFF2-40B4-BE49-F238E27FC236}">
                <a16:creationId xmlns:a16="http://schemas.microsoft.com/office/drawing/2014/main" id="{2B3607CF-F447-4812-B719-8914C5BB5D3F}"/>
              </a:ext>
            </a:extLst>
          </p:cNvPr>
          <p:cNvSpPr>
            <a:spLocks noGrp="1"/>
          </p:cNvSpPr>
          <p:nvPr/>
        </p:nvSpPr>
        <p:spPr>
          <a:xfrm>
            <a:off x="5371546" y="7168208"/>
            <a:ext cx="28398" cy="28398"/>
          </a:xfrm>
          <a:prstGeom prst="ellipse">
            <a:avLst/>
          </a:prstGeom>
          <a:solidFill>
            <a:srgbClr val="7F8C97">
              <a:alpha val="48000"/>
            </a:srgbClr>
          </a:solidFill>
          <a:ln w="0">
            <a:noFill/>
            <a:prstDash val="solid"/>
          </a:ln>
        </p:spPr>
      </p:sp>
      <p:sp>
        <p:nvSpPr>
          <p:cNvPr id="3996" name="03_assume_matched_9293">
            <a:extLst>
              <a:ext uri="{FF2B5EF4-FFF2-40B4-BE49-F238E27FC236}">
                <a16:creationId xmlns:a16="http://schemas.microsoft.com/office/drawing/2014/main" id="{2EB504AE-83AC-4277-96DE-96469EA6C5EA}"/>
              </a:ext>
            </a:extLst>
          </p:cNvPr>
          <p:cNvSpPr>
            <a:spLocks noGrp="1"/>
          </p:cNvSpPr>
          <p:nvPr/>
        </p:nvSpPr>
        <p:spPr>
          <a:xfrm>
            <a:off x="5370251" y="7168208"/>
            <a:ext cx="28398" cy="28398"/>
          </a:xfrm>
          <a:prstGeom prst="ellipse">
            <a:avLst/>
          </a:prstGeom>
          <a:solidFill>
            <a:srgbClr val="7F8C97">
              <a:alpha val="48000"/>
            </a:srgbClr>
          </a:solidFill>
          <a:ln w="0">
            <a:noFill/>
            <a:prstDash val="solid"/>
          </a:ln>
        </p:spPr>
      </p:sp>
      <p:sp>
        <p:nvSpPr>
          <p:cNvPr id="3997" name="03_assume_matched_9294">
            <a:extLst>
              <a:ext uri="{FF2B5EF4-FFF2-40B4-BE49-F238E27FC236}">
                <a16:creationId xmlns:a16="http://schemas.microsoft.com/office/drawing/2014/main" id="{EE2084DC-718A-4756-B12E-588B160FB955}"/>
              </a:ext>
            </a:extLst>
          </p:cNvPr>
          <p:cNvSpPr>
            <a:spLocks noGrp="1"/>
          </p:cNvSpPr>
          <p:nvPr/>
        </p:nvSpPr>
        <p:spPr>
          <a:xfrm>
            <a:off x="5417021" y="7168208"/>
            <a:ext cx="28398" cy="28398"/>
          </a:xfrm>
          <a:prstGeom prst="ellipse">
            <a:avLst/>
          </a:prstGeom>
          <a:solidFill>
            <a:srgbClr val="7F8C97">
              <a:alpha val="48000"/>
            </a:srgbClr>
          </a:solidFill>
          <a:ln w="0">
            <a:noFill/>
            <a:prstDash val="solid"/>
          </a:ln>
        </p:spPr>
      </p:sp>
      <p:sp>
        <p:nvSpPr>
          <p:cNvPr id="3998" name="03_assume_matched_9295">
            <a:extLst>
              <a:ext uri="{FF2B5EF4-FFF2-40B4-BE49-F238E27FC236}">
                <a16:creationId xmlns:a16="http://schemas.microsoft.com/office/drawing/2014/main" id="{0FACDACA-78EC-486E-B388-C2C9BE397443}"/>
              </a:ext>
            </a:extLst>
          </p:cNvPr>
          <p:cNvSpPr>
            <a:spLocks noGrp="1"/>
          </p:cNvSpPr>
          <p:nvPr/>
        </p:nvSpPr>
        <p:spPr>
          <a:xfrm>
            <a:off x="5395291" y="7168208"/>
            <a:ext cx="28398" cy="28398"/>
          </a:xfrm>
          <a:prstGeom prst="ellipse">
            <a:avLst/>
          </a:prstGeom>
          <a:solidFill>
            <a:srgbClr val="7F8C97">
              <a:alpha val="48000"/>
            </a:srgbClr>
          </a:solidFill>
          <a:ln w="0">
            <a:noFill/>
            <a:prstDash val="solid"/>
          </a:ln>
        </p:spPr>
      </p:sp>
      <p:sp>
        <p:nvSpPr>
          <p:cNvPr id="3999" name="03_assume_matched_9296">
            <a:extLst>
              <a:ext uri="{FF2B5EF4-FFF2-40B4-BE49-F238E27FC236}">
                <a16:creationId xmlns:a16="http://schemas.microsoft.com/office/drawing/2014/main" id="{58CC7822-DFA0-44CE-A82C-C9C0D3A3B317}"/>
              </a:ext>
            </a:extLst>
          </p:cNvPr>
          <p:cNvSpPr>
            <a:spLocks noGrp="1"/>
          </p:cNvSpPr>
          <p:nvPr/>
        </p:nvSpPr>
        <p:spPr>
          <a:xfrm>
            <a:off x="5327366" y="7753078"/>
            <a:ext cx="28398" cy="28398"/>
          </a:xfrm>
          <a:prstGeom prst="ellipse">
            <a:avLst/>
          </a:prstGeom>
          <a:solidFill>
            <a:srgbClr val="7F8C97">
              <a:alpha val="48000"/>
            </a:srgbClr>
          </a:solidFill>
          <a:ln w="0">
            <a:noFill/>
            <a:prstDash val="solid"/>
          </a:ln>
        </p:spPr>
      </p:sp>
      <p:sp>
        <p:nvSpPr>
          <p:cNvPr id="4000" name="03_assume_matched_9297">
            <a:extLst>
              <a:ext uri="{FF2B5EF4-FFF2-40B4-BE49-F238E27FC236}">
                <a16:creationId xmlns:a16="http://schemas.microsoft.com/office/drawing/2014/main" id="{536BAE39-8FF6-4D53-8395-3E057F86160C}"/>
              </a:ext>
            </a:extLst>
          </p:cNvPr>
          <p:cNvSpPr>
            <a:spLocks noGrp="1"/>
          </p:cNvSpPr>
          <p:nvPr/>
        </p:nvSpPr>
        <p:spPr>
          <a:xfrm>
            <a:off x="5398169" y="7753078"/>
            <a:ext cx="28398" cy="28398"/>
          </a:xfrm>
          <a:prstGeom prst="ellipse">
            <a:avLst/>
          </a:prstGeom>
          <a:solidFill>
            <a:srgbClr val="7F8C97">
              <a:alpha val="48000"/>
            </a:srgbClr>
          </a:solidFill>
          <a:ln w="0">
            <a:noFill/>
            <a:prstDash val="solid"/>
          </a:ln>
        </p:spPr>
      </p:sp>
      <p:sp>
        <p:nvSpPr>
          <p:cNvPr id="4001" name="03_assume_matched_9298">
            <a:extLst>
              <a:ext uri="{FF2B5EF4-FFF2-40B4-BE49-F238E27FC236}">
                <a16:creationId xmlns:a16="http://schemas.microsoft.com/office/drawing/2014/main" id="{7C8A99E5-0F09-497B-842F-92AD7ECE58BA}"/>
              </a:ext>
            </a:extLst>
          </p:cNvPr>
          <p:cNvSpPr>
            <a:spLocks noGrp="1"/>
          </p:cNvSpPr>
          <p:nvPr/>
        </p:nvSpPr>
        <p:spPr>
          <a:xfrm>
            <a:off x="5386512" y="7168208"/>
            <a:ext cx="28398" cy="28398"/>
          </a:xfrm>
          <a:prstGeom prst="ellipse">
            <a:avLst/>
          </a:prstGeom>
          <a:solidFill>
            <a:srgbClr val="7F8C97">
              <a:alpha val="48000"/>
            </a:srgbClr>
          </a:solidFill>
          <a:ln w="0">
            <a:noFill/>
            <a:prstDash val="solid"/>
          </a:ln>
        </p:spPr>
      </p:sp>
      <p:sp>
        <p:nvSpPr>
          <p:cNvPr id="4002" name="03_assume_matched_9299">
            <a:extLst>
              <a:ext uri="{FF2B5EF4-FFF2-40B4-BE49-F238E27FC236}">
                <a16:creationId xmlns:a16="http://schemas.microsoft.com/office/drawing/2014/main" id="{42241739-4C9C-4CE9-809D-4D80D90713BA}"/>
              </a:ext>
            </a:extLst>
          </p:cNvPr>
          <p:cNvSpPr>
            <a:spLocks noGrp="1"/>
          </p:cNvSpPr>
          <p:nvPr/>
        </p:nvSpPr>
        <p:spPr>
          <a:xfrm>
            <a:off x="5392700" y="7168208"/>
            <a:ext cx="28398" cy="28398"/>
          </a:xfrm>
          <a:prstGeom prst="ellipse">
            <a:avLst/>
          </a:prstGeom>
          <a:solidFill>
            <a:srgbClr val="7F8C97">
              <a:alpha val="48000"/>
            </a:srgbClr>
          </a:solidFill>
          <a:ln w="0">
            <a:noFill/>
            <a:prstDash val="solid"/>
          </a:ln>
        </p:spPr>
      </p:sp>
      <p:sp>
        <p:nvSpPr>
          <p:cNvPr id="4003" name="03_assume_matched_9300">
            <a:extLst>
              <a:ext uri="{FF2B5EF4-FFF2-40B4-BE49-F238E27FC236}">
                <a16:creationId xmlns:a16="http://schemas.microsoft.com/office/drawing/2014/main" id="{469C303B-F5CB-4F06-AF71-A49DEB58415A}"/>
              </a:ext>
            </a:extLst>
          </p:cNvPr>
          <p:cNvSpPr>
            <a:spLocks noGrp="1"/>
          </p:cNvSpPr>
          <p:nvPr/>
        </p:nvSpPr>
        <p:spPr>
          <a:xfrm>
            <a:off x="5406084" y="7753078"/>
            <a:ext cx="28398" cy="28398"/>
          </a:xfrm>
          <a:prstGeom prst="ellipse">
            <a:avLst/>
          </a:prstGeom>
          <a:solidFill>
            <a:srgbClr val="7F8C97">
              <a:alpha val="48000"/>
            </a:srgbClr>
          </a:solidFill>
          <a:ln w="0">
            <a:noFill/>
            <a:prstDash val="solid"/>
          </a:ln>
        </p:spPr>
      </p:sp>
      <p:sp>
        <p:nvSpPr>
          <p:cNvPr id="4004" name="03_assume_matched_9301">
            <a:extLst>
              <a:ext uri="{FF2B5EF4-FFF2-40B4-BE49-F238E27FC236}">
                <a16:creationId xmlns:a16="http://schemas.microsoft.com/office/drawing/2014/main" id="{FE9D6D88-ACAB-4903-B985-77CDD797B661}"/>
              </a:ext>
            </a:extLst>
          </p:cNvPr>
          <p:cNvSpPr>
            <a:spLocks noGrp="1"/>
          </p:cNvSpPr>
          <p:nvPr/>
        </p:nvSpPr>
        <p:spPr>
          <a:xfrm>
            <a:off x="5314702" y="7168208"/>
            <a:ext cx="28398" cy="28398"/>
          </a:xfrm>
          <a:prstGeom prst="ellipse">
            <a:avLst/>
          </a:prstGeom>
          <a:solidFill>
            <a:srgbClr val="7F8C97">
              <a:alpha val="48000"/>
            </a:srgbClr>
          </a:solidFill>
          <a:ln w="0">
            <a:noFill/>
            <a:prstDash val="solid"/>
          </a:ln>
        </p:spPr>
      </p:sp>
      <p:sp>
        <p:nvSpPr>
          <p:cNvPr id="4005" name="03_assume_matched_9302">
            <a:extLst>
              <a:ext uri="{FF2B5EF4-FFF2-40B4-BE49-F238E27FC236}">
                <a16:creationId xmlns:a16="http://schemas.microsoft.com/office/drawing/2014/main" id="{877746A3-6506-42D8-8A50-6E5FF4548142}"/>
              </a:ext>
            </a:extLst>
          </p:cNvPr>
          <p:cNvSpPr>
            <a:spLocks noGrp="1"/>
          </p:cNvSpPr>
          <p:nvPr/>
        </p:nvSpPr>
        <p:spPr>
          <a:xfrm>
            <a:off x="5303909" y="7168208"/>
            <a:ext cx="28398" cy="28398"/>
          </a:xfrm>
          <a:prstGeom prst="ellipse">
            <a:avLst/>
          </a:prstGeom>
          <a:solidFill>
            <a:srgbClr val="7F8C97">
              <a:alpha val="48000"/>
            </a:srgbClr>
          </a:solidFill>
          <a:ln w="0">
            <a:noFill/>
            <a:prstDash val="solid"/>
          </a:ln>
        </p:spPr>
      </p:sp>
      <p:sp>
        <p:nvSpPr>
          <p:cNvPr id="4006" name="03_assume_matched_9303">
            <a:extLst>
              <a:ext uri="{FF2B5EF4-FFF2-40B4-BE49-F238E27FC236}">
                <a16:creationId xmlns:a16="http://schemas.microsoft.com/office/drawing/2014/main" id="{7C75D822-496B-4E0A-AB4E-B19B77DCE8DC}"/>
              </a:ext>
            </a:extLst>
          </p:cNvPr>
          <p:cNvSpPr>
            <a:spLocks noGrp="1"/>
          </p:cNvSpPr>
          <p:nvPr/>
        </p:nvSpPr>
        <p:spPr>
          <a:xfrm>
            <a:off x="5386800" y="7314426"/>
            <a:ext cx="28398" cy="28398"/>
          </a:xfrm>
          <a:prstGeom prst="ellipse">
            <a:avLst/>
          </a:prstGeom>
          <a:solidFill>
            <a:srgbClr val="7F8C97">
              <a:alpha val="48000"/>
            </a:srgbClr>
          </a:solidFill>
          <a:ln w="0">
            <a:noFill/>
            <a:prstDash val="solid"/>
          </a:ln>
        </p:spPr>
      </p:sp>
      <p:sp>
        <p:nvSpPr>
          <p:cNvPr id="4007" name="03_assume_matched_9304">
            <a:extLst>
              <a:ext uri="{FF2B5EF4-FFF2-40B4-BE49-F238E27FC236}">
                <a16:creationId xmlns:a16="http://schemas.microsoft.com/office/drawing/2014/main" id="{5EF29BA7-32CF-4D74-8698-B20FA3F63D39}"/>
              </a:ext>
            </a:extLst>
          </p:cNvPr>
          <p:cNvSpPr>
            <a:spLocks noGrp="1"/>
          </p:cNvSpPr>
          <p:nvPr/>
        </p:nvSpPr>
        <p:spPr>
          <a:xfrm>
            <a:off x="5423929" y="7168208"/>
            <a:ext cx="28398" cy="28398"/>
          </a:xfrm>
          <a:prstGeom prst="ellipse">
            <a:avLst/>
          </a:prstGeom>
          <a:solidFill>
            <a:srgbClr val="7F8C97">
              <a:alpha val="48000"/>
            </a:srgbClr>
          </a:solidFill>
          <a:ln w="0">
            <a:noFill/>
            <a:prstDash val="solid"/>
          </a:ln>
        </p:spPr>
      </p:sp>
      <p:sp>
        <p:nvSpPr>
          <p:cNvPr id="4008" name="03_assume_matched_9305">
            <a:extLst>
              <a:ext uri="{FF2B5EF4-FFF2-40B4-BE49-F238E27FC236}">
                <a16:creationId xmlns:a16="http://schemas.microsoft.com/office/drawing/2014/main" id="{738B14FC-8EA9-43A0-911F-C4E43A627256}"/>
              </a:ext>
            </a:extLst>
          </p:cNvPr>
          <p:cNvSpPr>
            <a:spLocks noGrp="1"/>
          </p:cNvSpPr>
          <p:nvPr/>
        </p:nvSpPr>
        <p:spPr>
          <a:xfrm>
            <a:off x="5430117" y="7168208"/>
            <a:ext cx="28398" cy="28398"/>
          </a:xfrm>
          <a:prstGeom prst="ellipse">
            <a:avLst/>
          </a:prstGeom>
          <a:solidFill>
            <a:srgbClr val="7F8C97">
              <a:alpha val="48000"/>
            </a:srgbClr>
          </a:solidFill>
          <a:ln w="0">
            <a:noFill/>
            <a:prstDash val="solid"/>
          </a:ln>
        </p:spPr>
      </p:sp>
      <p:sp>
        <p:nvSpPr>
          <p:cNvPr id="4009" name="03_assume_matched_9306">
            <a:extLst>
              <a:ext uri="{FF2B5EF4-FFF2-40B4-BE49-F238E27FC236}">
                <a16:creationId xmlns:a16="http://schemas.microsoft.com/office/drawing/2014/main" id="{83F318AB-D257-4720-87F4-C7A54475813E}"/>
              </a:ext>
            </a:extLst>
          </p:cNvPr>
          <p:cNvSpPr>
            <a:spLocks noGrp="1"/>
          </p:cNvSpPr>
          <p:nvPr/>
        </p:nvSpPr>
        <p:spPr>
          <a:xfrm>
            <a:off x="5341181" y="7168208"/>
            <a:ext cx="28398" cy="28398"/>
          </a:xfrm>
          <a:prstGeom prst="ellipse">
            <a:avLst/>
          </a:prstGeom>
          <a:solidFill>
            <a:srgbClr val="7F8C97">
              <a:alpha val="48000"/>
            </a:srgbClr>
          </a:solidFill>
          <a:ln w="0">
            <a:noFill/>
            <a:prstDash val="solid"/>
          </a:ln>
        </p:spPr>
      </p:sp>
      <p:sp>
        <p:nvSpPr>
          <p:cNvPr id="4010" name="03_assume_matched_9307">
            <a:extLst>
              <a:ext uri="{FF2B5EF4-FFF2-40B4-BE49-F238E27FC236}">
                <a16:creationId xmlns:a16="http://schemas.microsoft.com/office/drawing/2014/main" id="{9A30FE64-4EFD-4BDD-947C-19089C22A20F}"/>
              </a:ext>
            </a:extLst>
          </p:cNvPr>
          <p:cNvSpPr>
            <a:spLocks noGrp="1"/>
          </p:cNvSpPr>
          <p:nvPr/>
        </p:nvSpPr>
        <p:spPr>
          <a:xfrm>
            <a:off x="5393996" y="7558121"/>
            <a:ext cx="28398" cy="28398"/>
          </a:xfrm>
          <a:prstGeom prst="ellipse">
            <a:avLst/>
          </a:prstGeom>
          <a:solidFill>
            <a:srgbClr val="7F8C97">
              <a:alpha val="48000"/>
            </a:srgbClr>
          </a:solidFill>
          <a:ln w="0">
            <a:noFill/>
            <a:prstDash val="solid"/>
          </a:ln>
        </p:spPr>
      </p:sp>
      <p:sp>
        <p:nvSpPr>
          <p:cNvPr id="4011" name="03_assume_matched_9308">
            <a:extLst>
              <a:ext uri="{FF2B5EF4-FFF2-40B4-BE49-F238E27FC236}">
                <a16:creationId xmlns:a16="http://schemas.microsoft.com/office/drawing/2014/main" id="{21DC7251-7E38-44A0-837C-6A3898EA56CC}"/>
              </a:ext>
            </a:extLst>
          </p:cNvPr>
          <p:cNvSpPr>
            <a:spLocks noGrp="1"/>
          </p:cNvSpPr>
          <p:nvPr/>
        </p:nvSpPr>
        <p:spPr>
          <a:xfrm>
            <a:off x="5404933" y="7168208"/>
            <a:ext cx="28398" cy="28398"/>
          </a:xfrm>
          <a:prstGeom prst="ellipse">
            <a:avLst/>
          </a:prstGeom>
          <a:solidFill>
            <a:srgbClr val="7F8C97">
              <a:alpha val="48000"/>
            </a:srgbClr>
          </a:solidFill>
          <a:ln w="0">
            <a:noFill/>
            <a:prstDash val="solid"/>
          </a:ln>
        </p:spPr>
      </p:sp>
      <p:sp>
        <p:nvSpPr>
          <p:cNvPr id="4012" name="03_assume_matched_9309">
            <a:extLst>
              <a:ext uri="{FF2B5EF4-FFF2-40B4-BE49-F238E27FC236}">
                <a16:creationId xmlns:a16="http://schemas.microsoft.com/office/drawing/2014/main" id="{909B1065-A756-416D-B17E-79C678FCFE0D}"/>
              </a:ext>
            </a:extLst>
          </p:cNvPr>
          <p:cNvSpPr>
            <a:spLocks noGrp="1"/>
          </p:cNvSpPr>
          <p:nvPr/>
        </p:nvSpPr>
        <p:spPr>
          <a:xfrm>
            <a:off x="5422346" y="7168208"/>
            <a:ext cx="28398" cy="28398"/>
          </a:xfrm>
          <a:prstGeom prst="ellipse">
            <a:avLst/>
          </a:prstGeom>
          <a:solidFill>
            <a:srgbClr val="7F8C97">
              <a:alpha val="48000"/>
            </a:srgbClr>
          </a:solidFill>
          <a:ln w="0">
            <a:noFill/>
            <a:prstDash val="solid"/>
          </a:ln>
        </p:spPr>
      </p:sp>
      <p:sp>
        <p:nvSpPr>
          <p:cNvPr id="4013" name="03_assume_matched_9310">
            <a:extLst>
              <a:ext uri="{FF2B5EF4-FFF2-40B4-BE49-F238E27FC236}">
                <a16:creationId xmlns:a16="http://schemas.microsoft.com/office/drawing/2014/main" id="{ED18D3B8-0A41-4B17-87A2-C3DD715B4B4C}"/>
              </a:ext>
            </a:extLst>
          </p:cNvPr>
          <p:cNvSpPr>
            <a:spLocks noGrp="1"/>
          </p:cNvSpPr>
          <p:nvPr/>
        </p:nvSpPr>
        <p:spPr>
          <a:xfrm>
            <a:off x="5407091" y="7168208"/>
            <a:ext cx="28398" cy="28398"/>
          </a:xfrm>
          <a:prstGeom prst="ellipse">
            <a:avLst/>
          </a:prstGeom>
          <a:solidFill>
            <a:srgbClr val="7F8C97">
              <a:alpha val="48000"/>
            </a:srgbClr>
          </a:solidFill>
          <a:ln w="0">
            <a:noFill/>
            <a:prstDash val="solid"/>
          </a:ln>
        </p:spPr>
      </p:sp>
      <p:sp>
        <p:nvSpPr>
          <p:cNvPr id="4014" name="03_assume_matched_9311">
            <a:extLst>
              <a:ext uri="{FF2B5EF4-FFF2-40B4-BE49-F238E27FC236}">
                <a16:creationId xmlns:a16="http://schemas.microsoft.com/office/drawing/2014/main" id="{645489B7-24EF-43D5-AE73-36C0DAB438BB}"/>
              </a:ext>
            </a:extLst>
          </p:cNvPr>
          <p:cNvSpPr>
            <a:spLocks noGrp="1"/>
          </p:cNvSpPr>
          <p:nvPr/>
        </p:nvSpPr>
        <p:spPr>
          <a:xfrm>
            <a:off x="5385361" y="7168208"/>
            <a:ext cx="28398" cy="28398"/>
          </a:xfrm>
          <a:prstGeom prst="ellipse">
            <a:avLst/>
          </a:prstGeom>
          <a:solidFill>
            <a:srgbClr val="7F8C97">
              <a:alpha val="48000"/>
            </a:srgbClr>
          </a:solidFill>
          <a:ln w="0">
            <a:noFill/>
            <a:prstDash val="solid"/>
          </a:ln>
        </p:spPr>
      </p:sp>
      <p:sp>
        <p:nvSpPr>
          <p:cNvPr id="4015" name="03_assume_matched_9312">
            <a:extLst>
              <a:ext uri="{FF2B5EF4-FFF2-40B4-BE49-F238E27FC236}">
                <a16:creationId xmlns:a16="http://schemas.microsoft.com/office/drawing/2014/main" id="{3DAAB1EF-3892-4C6E-8692-F814F6132020}"/>
              </a:ext>
            </a:extLst>
          </p:cNvPr>
          <p:cNvSpPr>
            <a:spLocks noGrp="1"/>
          </p:cNvSpPr>
          <p:nvPr/>
        </p:nvSpPr>
        <p:spPr>
          <a:xfrm>
            <a:off x="5297145" y="7168208"/>
            <a:ext cx="28398" cy="28398"/>
          </a:xfrm>
          <a:prstGeom prst="ellipse">
            <a:avLst/>
          </a:prstGeom>
          <a:solidFill>
            <a:srgbClr val="7F8C97">
              <a:alpha val="48000"/>
            </a:srgbClr>
          </a:solidFill>
          <a:ln w="0">
            <a:noFill/>
            <a:prstDash val="solid"/>
          </a:ln>
        </p:spPr>
      </p:sp>
      <p:sp>
        <p:nvSpPr>
          <p:cNvPr id="4016" name="03_assume_matched_9313">
            <a:extLst>
              <a:ext uri="{FF2B5EF4-FFF2-40B4-BE49-F238E27FC236}">
                <a16:creationId xmlns:a16="http://schemas.microsoft.com/office/drawing/2014/main" id="{F2F663F7-3731-42E7-A6E8-64B04C902309}"/>
              </a:ext>
            </a:extLst>
          </p:cNvPr>
          <p:cNvSpPr>
            <a:spLocks noGrp="1"/>
          </p:cNvSpPr>
          <p:nvPr/>
        </p:nvSpPr>
        <p:spPr>
          <a:xfrm>
            <a:off x="5311104" y="7168208"/>
            <a:ext cx="28398" cy="28398"/>
          </a:xfrm>
          <a:prstGeom prst="ellipse">
            <a:avLst/>
          </a:prstGeom>
          <a:solidFill>
            <a:srgbClr val="7F8C97">
              <a:alpha val="48000"/>
            </a:srgbClr>
          </a:solidFill>
          <a:ln w="0">
            <a:noFill/>
            <a:prstDash val="solid"/>
          </a:ln>
        </p:spPr>
      </p:sp>
      <p:sp>
        <p:nvSpPr>
          <p:cNvPr id="4017" name="03_assume_matched_9314">
            <a:extLst>
              <a:ext uri="{FF2B5EF4-FFF2-40B4-BE49-F238E27FC236}">
                <a16:creationId xmlns:a16="http://schemas.microsoft.com/office/drawing/2014/main" id="{67AF341E-83DC-4F2A-A746-9B1A086F3883}"/>
              </a:ext>
            </a:extLst>
          </p:cNvPr>
          <p:cNvSpPr>
            <a:spLocks noGrp="1"/>
          </p:cNvSpPr>
          <p:nvPr/>
        </p:nvSpPr>
        <p:spPr>
          <a:xfrm>
            <a:off x="5372265" y="7168208"/>
            <a:ext cx="28398" cy="28398"/>
          </a:xfrm>
          <a:prstGeom prst="ellipse">
            <a:avLst/>
          </a:prstGeom>
          <a:solidFill>
            <a:srgbClr val="7F8C97">
              <a:alpha val="48000"/>
            </a:srgbClr>
          </a:solidFill>
          <a:ln w="0">
            <a:noFill/>
            <a:prstDash val="solid"/>
          </a:ln>
        </p:spPr>
      </p:sp>
      <p:sp>
        <p:nvSpPr>
          <p:cNvPr id="4018" name="03_assume_matched_9315">
            <a:extLst>
              <a:ext uri="{FF2B5EF4-FFF2-40B4-BE49-F238E27FC236}">
                <a16:creationId xmlns:a16="http://schemas.microsoft.com/office/drawing/2014/main" id="{50227A2B-AF33-4B71-82D5-8CCAD4B16F04}"/>
              </a:ext>
            </a:extLst>
          </p:cNvPr>
          <p:cNvSpPr>
            <a:spLocks noGrp="1"/>
          </p:cNvSpPr>
          <p:nvPr/>
        </p:nvSpPr>
        <p:spPr>
          <a:xfrm>
            <a:off x="5317148" y="7168208"/>
            <a:ext cx="28398" cy="28398"/>
          </a:xfrm>
          <a:prstGeom prst="ellipse">
            <a:avLst/>
          </a:prstGeom>
          <a:solidFill>
            <a:srgbClr val="7F8C97">
              <a:alpha val="48000"/>
            </a:srgbClr>
          </a:solidFill>
          <a:ln w="0">
            <a:noFill/>
            <a:prstDash val="solid"/>
          </a:ln>
        </p:spPr>
      </p:sp>
      <p:sp>
        <p:nvSpPr>
          <p:cNvPr id="4019" name="03_assume_matched_9316">
            <a:extLst>
              <a:ext uri="{FF2B5EF4-FFF2-40B4-BE49-F238E27FC236}">
                <a16:creationId xmlns:a16="http://schemas.microsoft.com/office/drawing/2014/main" id="{BE8094AF-976E-4374-B82C-3B0A62EC8293}"/>
              </a:ext>
            </a:extLst>
          </p:cNvPr>
          <p:cNvSpPr>
            <a:spLocks noGrp="1"/>
          </p:cNvSpPr>
          <p:nvPr/>
        </p:nvSpPr>
        <p:spPr>
          <a:xfrm>
            <a:off x="5343196" y="7168208"/>
            <a:ext cx="28398" cy="28398"/>
          </a:xfrm>
          <a:prstGeom prst="ellipse">
            <a:avLst/>
          </a:prstGeom>
          <a:solidFill>
            <a:srgbClr val="7F8C97">
              <a:alpha val="48000"/>
            </a:srgbClr>
          </a:solidFill>
          <a:ln w="0">
            <a:noFill/>
            <a:prstDash val="solid"/>
          </a:ln>
        </p:spPr>
      </p:sp>
      <p:sp>
        <p:nvSpPr>
          <p:cNvPr id="4020" name="03_assume_matched_9317">
            <a:extLst>
              <a:ext uri="{FF2B5EF4-FFF2-40B4-BE49-F238E27FC236}">
                <a16:creationId xmlns:a16="http://schemas.microsoft.com/office/drawing/2014/main" id="{5842E43C-C20F-4432-98C0-74410E8D10A2}"/>
              </a:ext>
            </a:extLst>
          </p:cNvPr>
          <p:cNvSpPr>
            <a:spLocks noGrp="1"/>
          </p:cNvSpPr>
          <p:nvPr/>
        </p:nvSpPr>
        <p:spPr>
          <a:xfrm>
            <a:off x="5292252" y="7753078"/>
            <a:ext cx="28398" cy="28398"/>
          </a:xfrm>
          <a:prstGeom prst="ellipse">
            <a:avLst/>
          </a:prstGeom>
          <a:solidFill>
            <a:srgbClr val="7F8C97">
              <a:alpha val="48000"/>
            </a:srgbClr>
          </a:solidFill>
          <a:ln w="0">
            <a:noFill/>
            <a:prstDash val="solid"/>
          </a:ln>
        </p:spPr>
      </p:sp>
      <p:sp>
        <p:nvSpPr>
          <p:cNvPr id="4021" name="03_assume_matched_9318">
            <a:extLst>
              <a:ext uri="{FF2B5EF4-FFF2-40B4-BE49-F238E27FC236}">
                <a16:creationId xmlns:a16="http://schemas.microsoft.com/office/drawing/2014/main" id="{36809196-C1A3-4845-9E95-719BB304253A}"/>
              </a:ext>
            </a:extLst>
          </p:cNvPr>
          <p:cNvSpPr>
            <a:spLocks noGrp="1"/>
          </p:cNvSpPr>
          <p:nvPr/>
        </p:nvSpPr>
        <p:spPr>
          <a:xfrm>
            <a:off x="6164931" y="7168208"/>
            <a:ext cx="28398" cy="28398"/>
          </a:xfrm>
          <a:prstGeom prst="ellipse">
            <a:avLst/>
          </a:prstGeom>
          <a:solidFill>
            <a:srgbClr val="7F8C97">
              <a:alpha val="48000"/>
            </a:srgbClr>
          </a:solidFill>
          <a:ln w="0">
            <a:noFill/>
            <a:prstDash val="solid"/>
          </a:ln>
        </p:spPr>
      </p:sp>
      <p:sp>
        <p:nvSpPr>
          <p:cNvPr id="4022" name="03_assume_matched_9319">
            <a:extLst>
              <a:ext uri="{FF2B5EF4-FFF2-40B4-BE49-F238E27FC236}">
                <a16:creationId xmlns:a16="http://schemas.microsoft.com/office/drawing/2014/main" id="{60CCC616-1A75-46AE-8469-103345656C73}"/>
              </a:ext>
            </a:extLst>
          </p:cNvPr>
          <p:cNvSpPr>
            <a:spLocks noGrp="1"/>
          </p:cNvSpPr>
          <p:nvPr/>
        </p:nvSpPr>
        <p:spPr>
          <a:xfrm>
            <a:off x="6153418" y="7168208"/>
            <a:ext cx="28398" cy="28398"/>
          </a:xfrm>
          <a:prstGeom prst="ellipse">
            <a:avLst/>
          </a:prstGeom>
          <a:solidFill>
            <a:srgbClr val="7F8C97">
              <a:alpha val="48000"/>
            </a:srgbClr>
          </a:solidFill>
          <a:ln w="0">
            <a:noFill/>
            <a:prstDash val="solid"/>
          </a:ln>
        </p:spPr>
      </p:sp>
      <p:sp>
        <p:nvSpPr>
          <p:cNvPr id="4023" name="03_assume_matched_9320">
            <a:extLst>
              <a:ext uri="{FF2B5EF4-FFF2-40B4-BE49-F238E27FC236}">
                <a16:creationId xmlns:a16="http://schemas.microsoft.com/office/drawing/2014/main" id="{284AAF49-FE55-4392-B458-581D518507B2}"/>
              </a:ext>
            </a:extLst>
          </p:cNvPr>
          <p:cNvSpPr>
            <a:spLocks noGrp="1"/>
          </p:cNvSpPr>
          <p:nvPr/>
        </p:nvSpPr>
        <p:spPr>
          <a:xfrm>
            <a:off x="6096286" y="7168208"/>
            <a:ext cx="28398" cy="28398"/>
          </a:xfrm>
          <a:prstGeom prst="ellipse">
            <a:avLst/>
          </a:prstGeom>
          <a:solidFill>
            <a:srgbClr val="7F8C97">
              <a:alpha val="48000"/>
            </a:srgbClr>
          </a:solidFill>
          <a:ln w="0">
            <a:noFill/>
            <a:prstDash val="solid"/>
          </a:ln>
        </p:spPr>
      </p:sp>
      <p:sp>
        <p:nvSpPr>
          <p:cNvPr id="4024" name="03_assume_matched_9321">
            <a:extLst>
              <a:ext uri="{FF2B5EF4-FFF2-40B4-BE49-F238E27FC236}">
                <a16:creationId xmlns:a16="http://schemas.microsoft.com/office/drawing/2014/main" id="{FA64CDE3-8F10-4CC1-AA9B-3508CE77ADF7}"/>
              </a:ext>
            </a:extLst>
          </p:cNvPr>
          <p:cNvSpPr>
            <a:spLocks noGrp="1"/>
          </p:cNvSpPr>
          <p:nvPr/>
        </p:nvSpPr>
        <p:spPr>
          <a:xfrm>
            <a:off x="6175149" y="7168208"/>
            <a:ext cx="28398" cy="28398"/>
          </a:xfrm>
          <a:prstGeom prst="ellipse">
            <a:avLst/>
          </a:prstGeom>
          <a:solidFill>
            <a:srgbClr val="7F8C97">
              <a:alpha val="48000"/>
            </a:srgbClr>
          </a:solidFill>
          <a:ln w="0">
            <a:noFill/>
            <a:prstDash val="solid"/>
          </a:ln>
        </p:spPr>
      </p:sp>
      <p:sp>
        <p:nvSpPr>
          <p:cNvPr id="4025" name="03_assume_matched_9322">
            <a:extLst>
              <a:ext uri="{FF2B5EF4-FFF2-40B4-BE49-F238E27FC236}">
                <a16:creationId xmlns:a16="http://schemas.microsoft.com/office/drawing/2014/main" id="{ED20EB9B-A5AB-4634-82CA-4E158D76E318}"/>
              </a:ext>
            </a:extLst>
          </p:cNvPr>
          <p:cNvSpPr>
            <a:spLocks noGrp="1"/>
          </p:cNvSpPr>
          <p:nvPr/>
        </p:nvSpPr>
        <p:spPr>
          <a:xfrm>
            <a:off x="6142913" y="7168208"/>
            <a:ext cx="28398" cy="28398"/>
          </a:xfrm>
          <a:prstGeom prst="ellipse">
            <a:avLst/>
          </a:prstGeom>
          <a:solidFill>
            <a:srgbClr val="7F8C97">
              <a:alpha val="48000"/>
            </a:srgbClr>
          </a:solidFill>
          <a:ln w="0">
            <a:noFill/>
            <a:prstDash val="solid"/>
          </a:ln>
        </p:spPr>
      </p:sp>
      <p:sp>
        <p:nvSpPr>
          <p:cNvPr id="4026" name="03_assume_matched_9323">
            <a:extLst>
              <a:ext uri="{FF2B5EF4-FFF2-40B4-BE49-F238E27FC236}">
                <a16:creationId xmlns:a16="http://schemas.microsoft.com/office/drawing/2014/main" id="{67973209-056D-4667-BBB3-F3E6D68C4BB6}"/>
              </a:ext>
            </a:extLst>
          </p:cNvPr>
          <p:cNvSpPr>
            <a:spLocks noGrp="1"/>
          </p:cNvSpPr>
          <p:nvPr/>
        </p:nvSpPr>
        <p:spPr>
          <a:xfrm>
            <a:off x="6047645" y="7168208"/>
            <a:ext cx="28398" cy="28398"/>
          </a:xfrm>
          <a:prstGeom prst="ellipse">
            <a:avLst/>
          </a:prstGeom>
          <a:solidFill>
            <a:srgbClr val="7F8C97">
              <a:alpha val="48000"/>
            </a:srgbClr>
          </a:solidFill>
          <a:ln w="0">
            <a:noFill/>
            <a:prstDash val="solid"/>
          </a:ln>
        </p:spPr>
      </p:sp>
      <p:sp>
        <p:nvSpPr>
          <p:cNvPr id="4027" name="03_assume_matched_9324">
            <a:extLst>
              <a:ext uri="{FF2B5EF4-FFF2-40B4-BE49-F238E27FC236}">
                <a16:creationId xmlns:a16="http://schemas.microsoft.com/office/drawing/2014/main" id="{5143DD9C-DA78-4FF2-850D-331761913A56}"/>
              </a:ext>
            </a:extLst>
          </p:cNvPr>
          <p:cNvSpPr>
            <a:spLocks noGrp="1"/>
          </p:cNvSpPr>
          <p:nvPr/>
        </p:nvSpPr>
        <p:spPr>
          <a:xfrm>
            <a:off x="6078298" y="7168208"/>
            <a:ext cx="28398" cy="28398"/>
          </a:xfrm>
          <a:prstGeom prst="ellipse">
            <a:avLst/>
          </a:prstGeom>
          <a:solidFill>
            <a:srgbClr val="7F8C97">
              <a:alpha val="48000"/>
            </a:srgbClr>
          </a:solidFill>
          <a:ln w="0">
            <a:noFill/>
            <a:prstDash val="solid"/>
          </a:ln>
        </p:spPr>
      </p:sp>
      <p:sp>
        <p:nvSpPr>
          <p:cNvPr id="4028" name="03_assume_matched_9325">
            <a:extLst>
              <a:ext uri="{FF2B5EF4-FFF2-40B4-BE49-F238E27FC236}">
                <a16:creationId xmlns:a16="http://schemas.microsoft.com/office/drawing/2014/main" id="{03F8BE83-2761-4C2D-9111-FA7DCC336EDA}"/>
              </a:ext>
            </a:extLst>
          </p:cNvPr>
          <p:cNvSpPr>
            <a:spLocks noGrp="1"/>
          </p:cNvSpPr>
          <p:nvPr/>
        </p:nvSpPr>
        <p:spPr>
          <a:xfrm>
            <a:off x="6047357" y="7606860"/>
            <a:ext cx="28398" cy="28398"/>
          </a:xfrm>
          <a:prstGeom prst="ellipse">
            <a:avLst/>
          </a:prstGeom>
          <a:solidFill>
            <a:srgbClr val="7F8C97">
              <a:alpha val="48000"/>
            </a:srgbClr>
          </a:solidFill>
          <a:ln w="0">
            <a:noFill/>
            <a:prstDash val="solid"/>
          </a:ln>
        </p:spPr>
      </p:sp>
      <p:sp>
        <p:nvSpPr>
          <p:cNvPr id="4029" name="03_assume_matched_9326">
            <a:extLst>
              <a:ext uri="{FF2B5EF4-FFF2-40B4-BE49-F238E27FC236}">
                <a16:creationId xmlns:a16="http://schemas.microsoft.com/office/drawing/2014/main" id="{81AE8A86-757E-4A21-8DBA-0A286E207900}"/>
              </a:ext>
            </a:extLst>
          </p:cNvPr>
          <p:cNvSpPr>
            <a:spLocks noGrp="1"/>
          </p:cNvSpPr>
          <p:nvPr/>
        </p:nvSpPr>
        <p:spPr>
          <a:xfrm>
            <a:off x="6128666" y="7168208"/>
            <a:ext cx="28398" cy="28398"/>
          </a:xfrm>
          <a:prstGeom prst="ellipse">
            <a:avLst/>
          </a:prstGeom>
          <a:solidFill>
            <a:srgbClr val="7F8C97">
              <a:alpha val="48000"/>
            </a:srgbClr>
          </a:solidFill>
          <a:ln w="0">
            <a:noFill/>
            <a:prstDash val="solid"/>
          </a:ln>
        </p:spPr>
      </p:sp>
      <p:sp>
        <p:nvSpPr>
          <p:cNvPr id="4030" name="03_assume_matched_9327">
            <a:extLst>
              <a:ext uri="{FF2B5EF4-FFF2-40B4-BE49-F238E27FC236}">
                <a16:creationId xmlns:a16="http://schemas.microsoft.com/office/drawing/2014/main" id="{07780054-4A4D-4C64-97AB-F06E88975E37}"/>
              </a:ext>
            </a:extLst>
          </p:cNvPr>
          <p:cNvSpPr>
            <a:spLocks noGrp="1"/>
          </p:cNvSpPr>
          <p:nvPr/>
        </p:nvSpPr>
        <p:spPr>
          <a:xfrm>
            <a:off x="6109958" y="7168208"/>
            <a:ext cx="28398" cy="28398"/>
          </a:xfrm>
          <a:prstGeom prst="ellipse">
            <a:avLst/>
          </a:prstGeom>
          <a:solidFill>
            <a:srgbClr val="7F8C97">
              <a:alpha val="48000"/>
            </a:srgbClr>
          </a:solidFill>
          <a:ln w="0">
            <a:noFill/>
            <a:prstDash val="solid"/>
          </a:ln>
        </p:spPr>
      </p:sp>
      <p:sp>
        <p:nvSpPr>
          <p:cNvPr id="4031" name="03_assume_matched_9328">
            <a:extLst>
              <a:ext uri="{FF2B5EF4-FFF2-40B4-BE49-F238E27FC236}">
                <a16:creationId xmlns:a16="http://schemas.microsoft.com/office/drawing/2014/main" id="{6A47637E-B0BD-49E9-96C3-C96DDA739F3C}"/>
              </a:ext>
            </a:extLst>
          </p:cNvPr>
          <p:cNvSpPr>
            <a:spLocks noGrp="1"/>
          </p:cNvSpPr>
          <p:nvPr/>
        </p:nvSpPr>
        <p:spPr>
          <a:xfrm>
            <a:off x="6094703" y="7168208"/>
            <a:ext cx="28398" cy="28398"/>
          </a:xfrm>
          <a:prstGeom prst="ellipse">
            <a:avLst/>
          </a:prstGeom>
          <a:solidFill>
            <a:srgbClr val="7F8C97">
              <a:alpha val="48000"/>
            </a:srgbClr>
          </a:solidFill>
          <a:ln w="0">
            <a:noFill/>
            <a:prstDash val="solid"/>
          </a:ln>
        </p:spPr>
      </p:sp>
      <p:sp>
        <p:nvSpPr>
          <p:cNvPr id="4032" name="03_assume_matched_9329">
            <a:extLst>
              <a:ext uri="{FF2B5EF4-FFF2-40B4-BE49-F238E27FC236}">
                <a16:creationId xmlns:a16="http://schemas.microsoft.com/office/drawing/2014/main" id="{DEAB6FE7-7BDA-489C-A2A7-6C82989DDE69}"/>
              </a:ext>
            </a:extLst>
          </p:cNvPr>
          <p:cNvSpPr>
            <a:spLocks noGrp="1"/>
          </p:cNvSpPr>
          <p:nvPr/>
        </p:nvSpPr>
        <p:spPr>
          <a:xfrm>
            <a:off x="6080456" y="7753078"/>
            <a:ext cx="28398" cy="28398"/>
          </a:xfrm>
          <a:prstGeom prst="ellipse">
            <a:avLst/>
          </a:prstGeom>
          <a:solidFill>
            <a:srgbClr val="7F8C97">
              <a:alpha val="48000"/>
            </a:srgbClr>
          </a:solidFill>
          <a:ln w="0">
            <a:noFill/>
            <a:prstDash val="solid"/>
          </a:ln>
        </p:spPr>
      </p:sp>
      <p:sp>
        <p:nvSpPr>
          <p:cNvPr id="4033" name="03_assume_matched_9330">
            <a:extLst>
              <a:ext uri="{FF2B5EF4-FFF2-40B4-BE49-F238E27FC236}">
                <a16:creationId xmlns:a16="http://schemas.microsoft.com/office/drawing/2014/main" id="{AFCC9F75-326A-4405-A846-CDE4390AF253}"/>
              </a:ext>
            </a:extLst>
          </p:cNvPr>
          <p:cNvSpPr>
            <a:spLocks noGrp="1"/>
          </p:cNvSpPr>
          <p:nvPr/>
        </p:nvSpPr>
        <p:spPr>
          <a:xfrm>
            <a:off x="6096862" y="7168208"/>
            <a:ext cx="28398" cy="28398"/>
          </a:xfrm>
          <a:prstGeom prst="ellipse">
            <a:avLst/>
          </a:prstGeom>
          <a:solidFill>
            <a:srgbClr val="7F8C97">
              <a:alpha val="48000"/>
            </a:srgbClr>
          </a:solidFill>
          <a:ln w="0">
            <a:noFill/>
            <a:prstDash val="solid"/>
          </a:ln>
        </p:spPr>
      </p:sp>
      <p:sp>
        <p:nvSpPr>
          <p:cNvPr id="4034" name="03_assume_matched_9331">
            <a:extLst>
              <a:ext uri="{FF2B5EF4-FFF2-40B4-BE49-F238E27FC236}">
                <a16:creationId xmlns:a16="http://schemas.microsoft.com/office/drawing/2014/main" id="{38EBEE99-3532-4C18-99D5-3211AAA3E737}"/>
              </a:ext>
            </a:extLst>
          </p:cNvPr>
          <p:cNvSpPr>
            <a:spLocks noGrp="1"/>
          </p:cNvSpPr>
          <p:nvPr/>
        </p:nvSpPr>
        <p:spPr>
          <a:xfrm>
            <a:off x="6182056" y="7314426"/>
            <a:ext cx="28398" cy="28398"/>
          </a:xfrm>
          <a:prstGeom prst="ellipse">
            <a:avLst/>
          </a:prstGeom>
          <a:solidFill>
            <a:srgbClr val="7F8C97">
              <a:alpha val="48000"/>
            </a:srgbClr>
          </a:solidFill>
          <a:ln w="0">
            <a:noFill/>
            <a:prstDash val="solid"/>
          </a:ln>
        </p:spPr>
      </p:sp>
      <p:sp>
        <p:nvSpPr>
          <p:cNvPr id="4035" name="03_assume_matched_9332">
            <a:extLst>
              <a:ext uri="{FF2B5EF4-FFF2-40B4-BE49-F238E27FC236}">
                <a16:creationId xmlns:a16="http://schemas.microsoft.com/office/drawing/2014/main" id="{C5EB4DF8-767D-4191-8BCA-C7D96A0A80F9}"/>
              </a:ext>
            </a:extLst>
          </p:cNvPr>
          <p:cNvSpPr>
            <a:spLocks noGrp="1"/>
          </p:cNvSpPr>
          <p:nvPr/>
        </p:nvSpPr>
        <p:spPr>
          <a:xfrm>
            <a:off x="6137013" y="7168208"/>
            <a:ext cx="28398" cy="28398"/>
          </a:xfrm>
          <a:prstGeom prst="ellipse">
            <a:avLst/>
          </a:prstGeom>
          <a:solidFill>
            <a:srgbClr val="7F8C97">
              <a:alpha val="48000"/>
            </a:srgbClr>
          </a:solidFill>
          <a:ln w="0">
            <a:noFill/>
            <a:prstDash val="solid"/>
          </a:ln>
        </p:spPr>
      </p:sp>
      <p:sp>
        <p:nvSpPr>
          <p:cNvPr id="4036" name="03_assume_matched_9333">
            <a:extLst>
              <a:ext uri="{FF2B5EF4-FFF2-40B4-BE49-F238E27FC236}">
                <a16:creationId xmlns:a16="http://schemas.microsoft.com/office/drawing/2014/main" id="{3195DD29-DB2C-4CFD-B2BE-DE36DBE3A895}"/>
              </a:ext>
            </a:extLst>
          </p:cNvPr>
          <p:cNvSpPr>
            <a:spLocks noGrp="1"/>
          </p:cNvSpPr>
          <p:nvPr/>
        </p:nvSpPr>
        <p:spPr>
          <a:xfrm>
            <a:off x="6146799" y="7655599"/>
            <a:ext cx="28398" cy="28398"/>
          </a:xfrm>
          <a:prstGeom prst="ellipse">
            <a:avLst/>
          </a:prstGeom>
          <a:solidFill>
            <a:srgbClr val="7F8C97">
              <a:alpha val="48000"/>
            </a:srgbClr>
          </a:solidFill>
          <a:ln w="0">
            <a:noFill/>
            <a:prstDash val="solid"/>
          </a:ln>
        </p:spPr>
      </p:sp>
      <p:sp>
        <p:nvSpPr>
          <p:cNvPr id="4037" name="03_assume_matched_9334">
            <a:extLst>
              <a:ext uri="{FF2B5EF4-FFF2-40B4-BE49-F238E27FC236}">
                <a16:creationId xmlns:a16="http://schemas.microsoft.com/office/drawing/2014/main" id="{6A0551C1-E175-4B88-963F-9DDCC04B34FB}"/>
              </a:ext>
            </a:extLst>
          </p:cNvPr>
          <p:cNvSpPr>
            <a:spLocks noGrp="1"/>
          </p:cNvSpPr>
          <p:nvPr/>
        </p:nvSpPr>
        <p:spPr>
          <a:xfrm>
            <a:off x="6083622" y="7558121"/>
            <a:ext cx="28398" cy="28398"/>
          </a:xfrm>
          <a:prstGeom prst="ellipse">
            <a:avLst/>
          </a:prstGeom>
          <a:solidFill>
            <a:srgbClr val="7F8C97">
              <a:alpha val="48000"/>
            </a:srgbClr>
          </a:solidFill>
          <a:ln w="0">
            <a:noFill/>
            <a:prstDash val="solid"/>
          </a:ln>
        </p:spPr>
      </p:sp>
      <p:sp>
        <p:nvSpPr>
          <p:cNvPr id="4038" name="03_assume_matched_9335">
            <a:extLst>
              <a:ext uri="{FF2B5EF4-FFF2-40B4-BE49-F238E27FC236}">
                <a16:creationId xmlns:a16="http://schemas.microsoft.com/office/drawing/2014/main" id="{4A72342D-56F3-4257-8A83-442AF0ACC058}"/>
              </a:ext>
            </a:extLst>
          </p:cNvPr>
          <p:cNvSpPr>
            <a:spLocks noGrp="1"/>
          </p:cNvSpPr>
          <p:nvPr/>
        </p:nvSpPr>
        <p:spPr>
          <a:xfrm>
            <a:off x="6173997" y="7558121"/>
            <a:ext cx="28398" cy="28398"/>
          </a:xfrm>
          <a:prstGeom prst="ellipse">
            <a:avLst/>
          </a:prstGeom>
          <a:solidFill>
            <a:srgbClr val="7F8C97">
              <a:alpha val="48000"/>
            </a:srgbClr>
          </a:solidFill>
          <a:ln w="0">
            <a:noFill/>
            <a:prstDash val="solid"/>
          </a:ln>
        </p:spPr>
      </p:sp>
      <p:sp>
        <p:nvSpPr>
          <p:cNvPr id="4039" name="03_assume_matched_9336">
            <a:extLst>
              <a:ext uri="{FF2B5EF4-FFF2-40B4-BE49-F238E27FC236}">
                <a16:creationId xmlns:a16="http://schemas.microsoft.com/office/drawing/2014/main" id="{039B4214-7590-483D-BAD3-140C971F1D68}"/>
              </a:ext>
            </a:extLst>
          </p:cNvPr>
          <p:cNvSpPr>
            <a:spLocks noGrp="1"/>
          </p:cNvSpPr>
          <p:nvPr/>
        </p:nvSpPr>
        <p:spPr>
          <a:xfrm>
            <a:off x="6147086" y="7168208"/>
            <a:ext cx="28398" cy="28398"/>
          </a:xfrm>
          <a:prstGeom prst="ellipse">
            <a:avLst/>
          </a:prstGeom>
          <a:solidFill>
            <a:srgbClr val="7F8C97">
              <a:alpha val="48000"/>
            </a:srgbClr>
          </a:solidFill>
          <a:ln w="0">
            <a:noFill/>
            <a:prstDash val="solid"/>
          </a:ln>
        </p:spPr>
      </p:sp>
      <p:sp>
        <p:nvSpPr>
          <p:cNvPr id="4040" name="03_assume_matched_9337">
            <a:extLst>
              <a:ext uri="{FF2B5EF4-FFF2-40B4-BE49-F238E27FC236}">
                <a16:creationId xmlns:a16="http://schemas.microsoft.com/office/drawing/2014/main" id="{F37E169A-5A81-4B2B-A720-47A733349E03}"/>
              </a:ext>
            </a:extLst>
          </p:cNvPr>
          <p:cNvSpPr>
            <a:spLocks noGrp="1"/>
          </p:cNvSpPr>
          <p:nvPr/>
        </p:nvSpPr>
        <p:spPr>
          <a:xfrm>
            <a:off x="6064914" y="7753078"/>
            <a:ext cx="28398" cy="28398"/>
          </a:xfrm>
          <a:prstGeom prst="ellipse">
            <a:avLst/>
          </a:prstGeom>
          <a:solidFill>
            <a:srgbClr val="7F8C97">
              <a:alpha val="48000"/>
            </a:srgbClr>
          </a:solidFill>
          <a:ln w="0">
            <a:noFill/>
            <a:prstDash val="solid"/>
          </a:ln>
        </p:spPr>
      </p:sp>
      <p:sp>
        <p:nvSpPr>
          <p:cNvPr id="4041" name="03_assume_matched_9338">
            <a:extLst>
              <a:ext uri="{FF2B5EF4-FFF2-40B4-BE49-F238E27FC236}">
                <a16:creationId xmlns:a16="http://schemas.microsoft.com/office/drawing/2014/main" id="{4A710EE0-D8B2-46E2-856B-F654400CFF05}"/>
              </a:ext>
            </a:extLst>
          </p:cNvPr>
          <p:cNvSpPr>
            <a:spLocks noGrp="1"/>
          </p:cNvSpPr>
          <p:nvPr/>
        </p:nvSpPr>
        <p:spPr>
          <a:xfrm>
            <a:off x="6072254" y="7168208"/>
            <a:ext cx="28398" cy="28398"/>
          </a:xfrm>
          <a:prstGeom prst="ellipse">
            <a:avLst/>
          </a:prstGeom>
          <a:solidFill>
            <a:srgbClr val="7F8C97">
              <a:alpha val="48000"/>
            </a:srgbClr>
          </a:solidFill>
          <a:ln w="0">
            <a:noFill/>
            <a:prstDash val="solid"/>
          </a:ln>
        </p:spPr>
      </p:sp>
      <p:sp>
        <p:nvSpPr>
          <p:cNvPr id="4042" name="03_assume_matched_9339">
            <a:extLst>
              <a:ext uri="{FF2B5EF4-FFF2-40B4-BE49-F238E27FC236}">
                <a16:creationId xmlns:a16="http://schemas.microsoft.com/office/drawing/2014/main" id="{72F691FB-C28A-43ED-9C98-7A6305E4FE63}"/>
              </a:ext>
            </a:extLst>
          </p:cNvPr>
          <p:cNvSpPr>
            <a:spLocks noGrp="1"/>
          </p:cNvSpPr>
          <p:nvPr/>
        </p:nvSpPr>
        <p:spPr>
          <a:xfrm>
            <a:off x="6083479" y="7558121"/>
            <a:ext cx="28398" cy="28398"/>
          </a:xfrm>
          <a:prstGeom prst="ellipse">
            <a:avLst/>
          </a:prstGeom>
          <a:solidFill>
            <a:srgbClr val="7F8C97">
              <a:alpha val="48000"/>
            </a:srgbClr>
          </a:solidFill>
          <a:ln w="0">
            <a:noFill/>
            <a:prstDash val="solid"/>
          </a:ln>
        </p:spPr>
      </p:sp>
      <p:sp>
        <p:nvSpPr>
          <p:cNvPr id="4043" name="03_assume_matched_9340">
            <a:extLst>
              <a:ext uri="{FF2B5EF4-FFF2-40B4-BE49-F238E27FC236}">
                <a16:creationId xmlns:a16="http://schemas.microsoft.com/office/drawing/2014/main" id="{23D128BB-C639-4E21-8625-E6501612DA4C}"/>
              </a:ext>
            </a:extLst>
          </p:cNvPr>
          <p:cNvSpPr>
            <a:spLocks noGrp="1"/>
          </p:cNvSpPr>
          <p:nvPr/>
        </p:nvSpPr>
        <p:spPr>
          <a:xfrm>
            <a:off x="6172846" y="7168208"/>
            <a:ext cx="28398" cy="28398"/>
          </a:xfrm>
          <a:prstGeom prst="ellipse">
            <a:avLst/>
          </a:prstGeom>
          <a:solidFill>
            <a:srgbClr val="7F8C97">
              <a:alpha val="48000"/>
            </a:srgbClr>
          </a:solidFill>
          <a:ln w="0">
            <a:noFill/>
            <a:prstDash val="solid"/>
          </a:ln>
        </p:spPr>
      </p:sp>
      <p:sp>
        <p:nvSpPr>
          <p:cNvPr id="4044" name="03_assume_matched_9341">
            <a:extLst>
              <a:ext uri="{FF2B5EF4-FFF2-40B4-BE49-F238E27FC236}">
                <a16:creationId xmlns:a16="http://schemas.microsoft.com/office/drawing/2014/main" id="{638FAB8E-141F-44C5-9A96-950189EF983C}"/>
              </a:ext>
            </a:extLst>
          </p:cNvPr>
          <p:cNvSpPr>
            <a:spLocks noGrp="1"/>
          </p:cNvSpPr>
          <p:nvPr/>
        </p:nvSpPr>
        <p:spPr>
          <a:xfrm>
            <a:off x="6085781" y="7168208"/>
            <a:ext cx="28398" cy="28398"/>
          </a:xfrm>
          <a:prstGeom prst="ellipse">
            <a:avLst/>
          </a:prstGeom>
          <a:solidFill>
            <a:srgbClr val="7F8C97">
              <a:alpha val="48000"/>
            </a:srgbClr>
          </a:solidFill>
          <a:ln w="0">
            <a:noFill/>
            <a:prstDash val="solid"/>
          </a:ln>
        </p:spPr>
      </p:sp>
      <p:sp>
        <p:nvSpPr>
          <p:cNvPr id="4045" name="03_assume_matched_9342">
            <a:extLst>
              <a:ext uri="{FF2B5EF4-FFF2-40B4-BE49-F238E27FC236}">
                <a16:creationId xmlns:a16="http://schemas.microsoft.com/office/drawing/2014/main" id="{94C61123-F89E-4812-9CC1-50EBA73EA89E}"/>
              </a:ext>
            </a:extLst>
          </p:cNvPr>
          <p:cNvSpPr>
            <a:spLocks noGrp="1"/>
          </p:cNvSpPr>
          <p:nvPr/>
        </p:nvSpPr>
        <p:spPr>
          <a:xfrm>
            <a:off x="6164787" y="7493136"/>
            <a:ext cx="28398" cy="28398"/>
          </a:xfrm>
          <a:prstGeom prst="ellipse">
            <a:avLst/>
          </a:prstGeom>
          <a:solidFill>
            <a:srgbClr val="7F8C97">
              <a:alpha val="48000"/>
            </a:srgbClr>
          </a:solidFill>
          <a:ln w="0">
            <a:noFill/>
            <a:prstDash val="solid"/>
          </a:ln>
        </p:spPr>
      </p:sp>
      <p:sp>
        <p:nvSpPr>
          <p:cNvPr id="4046" name="03_assume_matched_9343">
            <a:extLst>
              <a:ext uri="{FF2B5EF4-FFF2-40B4-BE49-F238E27FC236}">
                <a16:creationId xmlns:a16="http://schemas.microsoft.com/office/drawing/2014/main" id="{B2CE7722-69C2-42F1-8E29-B772EA419F0F}"/>
              </a:ext>
            </a:extLst>
          </p:cNvPr>
          <p:cNvSpPr>
            <a:spLocks noGrp="1"/>
          </p:cNvSpPr>
          <p:nvPr/>
        </p:nvSpPr>
        <p:spPr>
          <a:xfrm>
            <a:off x="6165938" y="7168208"/>
            <a:ext cx="28398" cy="28398"/>
          </a:xfrm>
          <a:prstGeom prst="ellipse">
            <a:avLst/>
          </a:prstGeom>
          <a:solidFill>
            <a:srgbClr val="7F8C97">
              <a:alpha val="48000"/>
            </a:srgbClr>
          </a:solidFill>
          <a:ln w="0">
            <a:noFill/>
            <a:prstDash val="solid"/>
          </a:ln>
        </p:spPr>
      </p:sp>
      <p:sp>
        <p:nvSpPr>
          <p:cNvPr id="4047" name="03_assume_matched_9344">
            <a:extLst>
              <a:ext uri="{FF2B5EF4-FFF2-40B4-BE49-F238E27FC236}">
                <a16:creationId xmlns:a16="http://schemas.microsoft.com/office/drawing/2014/main" id="{14533FC9-EF06-4656-9B3A-F66FCCB95507}"/>
              </a:ext>
            </a:extLst>
          </p:cNvPr>
          <p:cNvSpPr>
            <a:spLocks noGrp="1"/>
          </p:cNvSpPr>
          <p:nvPr/>
        </p:nvSpPr>
        <p:spPr>
          <a:xfrm>
            <a:off x="6169680" y="7753078"/>
            <a:ext cx="28398" cy="28398"/>
          </a:xfrm>
          <a:prstGeom prst="ellipse">
            <a:avLst/>
          </a:prstGeom>
          <a:solidFill>
            <a:srgbClr val="7F8C97">
              <a:alpha val="48000"/>
            </a:srgbClr>
          </a:solidFill>
          <a:ln w="0">
            <a:noFill/>
            <a:prstDash val="solid"/>
          </a:ln>
        </p:spPr>
      </p:sp>
      <p:sp>
        <p:nvSpPr>
          <p:cNvPr id="4048" name="03_assume_matched_9345">
            <a:extLst>
              <a:ext uri="{FF2B5EF4-FFF2-40B4-BE49-F238E27FC236}">
                <a16:creationId xmlns:a16="http://schemas.microsoft.com/office/drawing/2014/main" id="{A0D2626D-3D2B-437A-8F65-10396E246777}"/>
              </a:ext>
            </a:extLst>
          </p:cNvPr>
          <p:cNvSpPr>
            <a:spLocks noGrp="1"/>
          </p:cNvSpPr>
          <p:nvPr/>
        </p:nvSpPr>
        <p:spPr>
          <a:xfrm>
            <a:off x="6086932" y="7753078"/>
            <a:ext cx="28398" cy="28398"/>
          </a:xfrm>
          <a:prstGeom prst="ellipse">
            <a:avLst/>
          </a:prstGeom>
          <a:solidFill>
            <a:srgbClr val="7F8C97">
              <a:alpha val="48000"/>
            </a:srgbClr>
          </a:solidFill>
          <a:ln w="0">
            <a:noFill/>
            <a:prstDash val="solid"/>
          </a:ln>
        </p:spPr>
      </p:sp>
      <p:sp>
        <p:nvSpPr>
          <p:cNvPr id="4049" name="03_assume_matched_9346">
            <a:extLst>
              <a:ext uri="{FF2B5EF4-FFF2-40B4-BE49-F238E27FC236}">
                <a16:creationId xmlns:a16="http://schemas.microsoft.com/office/drawing/2014/main" id="{504A15B0-950A-49E4-B4D5-61307D9F3BC6}"/>
              </a:ext>
            </a:extLst>
          </p:cNvPr>
          <p:cNvSpPr>
            <a:spLocks noGrp="1"/>
          </p:cNvSpPr>
          <p:nvPr/>
        </p:nvSpPr>
        <p:spPr>
          <a:xfrm>
            <a:off x="6065202" y="7168208"/>
            <a:ext cx="28398" cy="28398"/>
          </a:xfrm>
          <a:prstGeom prst="ellipse">
            <a:avLst/>
          </a:prstGeom>
          <a:solidFill>
            <a:srgbClr val="7F8C97">
              <a:alpha val="48000"/>
            </a:srgbClr>
          </a:solidFill>
          <a:ln w="0">
            <a:noFill/>
            <a:prstDash val="solid"/>
          </a:ln>
        </p:spPr>
      </p:sp>
      <p:sp>
        <p:nvSpPr>
          <p:cNvPr id="4050" name="03_assume_matched_9347">
            <a:extLst>
              <a:ext uri="{FF2B5EF4-FFF2-40B4-BE49-F238E27FC236}">
                <a16:creationId xmlns:a16="http://schemas.microsoft.com/office/drawing/2014/main" id="{BC5FE6F5-E618-4EC8-AD18-67CCD1C31FFE}"/>
              </a:ext>
            </a:extLst>
          </p:cNvPr>
          <p:cNvSpPr>
            <a:spLocks noGrp="1"/>
          </p:cNvSpPr>
          <p:nvPr/>
        </p:nvSpPr>
        <p:spPr>
          <a:xfrm>
            <a:off x="6148957" y="7168208"/>
            <a:ext cx="28398" cy="28398"/>
          </a:xfrm>
          <a:prstGeom prst="ellipse">
            <a:avLst/>
          </a:prstGeom>
          <a:solidFill>
            <a:srgbClr val="7F8C97">
              <a:alpha val="48000"/>
            </a:srgbClr>
          </a:solidFill>
          <a:ln w="0">
            <a:noFill/>
            <a:prstDash val="solid"/>
          </a:ln>
        </p:spPr>
      </p:sp>
      <p:sp>
        <p:nvSpPr>
          <p:cNvPr id="4051" name="03_assume_matched_9348">
            <a:extLst>
              <a:ext uri="{FF2B5EF4-FFF2-40B4-BE49-F238E27FC236}">
                <a16:creationId xmlns:a16="http://schemas.microsoft.com/office/drawing/2014/main" id="{374141E4-26DC-42A1-A1C9-06587082211D}"/>
              </a:ext>
            </a:extLst>
          </p:cNvPr>
          <p:cNvSpPr>
            <a:spLocks noGrp="1"/>
          </p:cNvSpPr>
          <p:nvPr/>
        </p:nvSpPr>
        <p:spPr>
          <a:xfrm>
            <a:off x="6058438" y="7168208"/>
            <a:ext cx="28398" cy="28398"/>
          </a:xfrm>
          <a:prstGeom prst="ellipse">
            <a:avLst/>
          </a:prstGeom>
          <a:solidFill>
            <a:srgbClr val="7F8C97">
              <a:alpha val="48000"/>
            </a:srgbClr>
          </a:solidFill>
          <a:ln w="0">
            <a:noFill/>
            <a:prstDash val="solid"/>
          </a:ln>
        </p:spPr>
      </p:sp>
      <p:sp>
        <p:nvSpPr>
          <p:cNvPr id="4052" name="03_assume_matched_9349">
            <a:extLst>
              <a:ext uri="{FF2B5EF4-FFF2-40B4-BE49-F238E27FC236}">
                <a16:creationId xmlns:a16="http://schemas.microsoft.com/office/drawing/2014/main" id="{3147F4CF-78B8-42E4-922F-9CDF10C35159}"/>
              </a:ext>
            </a:extLst>
          </p:cNvPr>
          <p:cNvSpPr>
            <a:spLocks noGrp="1"/>
          </p:cNvSpPr>
          <p:nvPr/>
        </p:nvSpPr>
        <p:spPr>
          <a:xfrm>
            <a:off x="6152555" y="7168208"/>
            <a:ext cx="28398" cy="28398"/>
          </a:xfrm>
          <a:prstGeom prst="ellipse">
            <a:avLst/>
          </a:prstGeom>
          <a:solidFill>
            <a:srgbClr val="7F8C97">
              <a:alpha val="48000"/>
            </a:srgbClr>
          </a:solidFill>
          <a:ln w="0">
            <a:noFill/>
            <a:prstDash val="solid"/>
          </a:ln>
        </p:spPr>
      </p:sp>
      <p:sp>
        <p:nvSpPr>
          <p:cNvPr id="4053" name="03_assume_matched_9350">
            <a:extLst>
              <a:ext uri="{FF2B5EF4-FFF2-40B4-BE49-F238E27FC236}">
                <a16:creationId xmlns:a16="http://schemas.microsoft.com/office/drawing/2014/main" id="{DFB968DA-3126-4A74-8F4B-5234AE5E3B4A}"/>
              </a:ext>
            </a:extLst>
          </p:cNvPr>
          <p:cNvSpPr>
            <a:spLocks noGrp="1"/>
          </p:cNvSpPr>
          <p:nvPr/>
        </p:nvSpPr>
        <p:spPr>
          <a:xfrm>
            <a:off x="6059734" y="7753078"/>
            <a:ext cx="28398" cy="28398"/>
          </a:xfrm>
          <a:prstGeom prst="ellipse">
            <a:avLst/>
          </a:prstGeom>
          <a:solidFill>
            <a:srgbClr val="7F8C97">
              <a:alpha val="48000"/>
            </a:srgbClr>
          </a:solidFill>
          <a:ln w="0">
            <a:noFill/>
            <a:prstDash val="solid"/>
          </a:ln>
        </p:spPr>
      </p:sp>
      <p:sp>
        <p:nvSpPr>
          <p:cNvPr id="4054" name="03_assume_matched_9351">
            <a:extLst>
              <a:ext uri="{FF2B5EF4-FFF2-40B4-BE49-F238E27FC236}">
                <a16:creationId xmlns:a16="http://schemas.microsoft.com/office/drawing/2014/main" id="{60812F45-F9A4-4F45-A61E-51ADCFE54A45}"/>
              </a:ext>
            </a:extLst>
          </p:cNvPr>
          <p:cNvSpPr>
            <a:spLocks noGrp="1"/>
          </p:cNvSpPr>
          <p:nvPr/>
        </p:nvSpPr>
        <p:spPr>
          <a:xfrm>
            <a:off x="6180185" y="7168208"/>
            <a:ext cx="28398" cy="28398"/>
          </a:xfrm>
          <a:prstGeom prst="ellipse">
            <a:avLst/>
          </a:prstGeom>
          <a:solidFill>
            <a:srgbClr val="7F8C97">
              <a:alpha val="48000"/>
            </a:srgbClr>
          </a:solidFill>
          <a:ln w="0">
            <a:noFill/>
            <a:prstDash val="solid"/>
          </a:ln>
        </p:spPr>
      </p:sp>
      <p:sp>
        <p:nvSpPr>
          <p:cNvPr id="4055" name="03_assume_matched_9352">
            <a:extLst>
              <a:ext uri="{FF2B5EF4-FFF2-40B4-BE49-F238E27FC236}">
                <a16:creationId xmlns:a16="http://schemas.microsoft.com/office/drawing/2014/main" id="{5B6048AC-9081-4435-AA96-D2BB8B89FF6E}"/>
              </a:ext>
            </a:extLst>
          </p:cNvPr>
          <p:cNvSpPr>
            <a:spLocks noGrp="1"/>
          </p:cNvSpPr>
          <p:nvPr/>
        </p:nvSpPr>
        <p:spPr>
          <a:xfrm>
            <a:off x="6158167" y="7168208"/>
            <a:ext cx="28398" cy="28398"/>
          </a:xfrm>
          <a:prstGeom prst="ellipse">
            <a:avLst/>
          </a:prstGeom>
          <a:solidFill>
            <a:srgbClr val="7F8C97">
              <a:alpha val="48000"/>
            </a:srgbClr>
          </a:solidFill>
          <a:ln w="0">
            <a:noFill/>
            <a:prstDash val="solid"/>
          </a:ln>
        </p:spPr>
      </p:sp>
      <p:sp>
        <p:nvSpPr>
          <p:cNvPr id="4056" name="03_assume_matched_9353">
            <a:extLst>
              <a:ext uri="{FF2B5EF4-FFF2-40B4-BE49-F238E27FC236}">
                <a16:creationId xmlns:a16="http://schemas.microsoft.com/office/drawing/2014/main" id="{B3497139-F401-4F7F-B6FE-D35301BE667D}"/>
              </a:ext>
            </a:extLst>
          </p:cNvPr>
          <p:cNvSpPr>
            <a:spLocks noGrp="1"/>
          </p:cNvSpPr>
          <p:nvPr/>
        </p:nvSpPr>
        <p:spPr>
          <a:xfrm>
            <a:off x="6106072" y="7168208"/>
            <a:ext cx="28398" cy="28398"/>
          </a:xfrm>
          <a:prstGeom prst="ellipse">
            <a:avLst/>
          </a:prstGeom>
          <a:solidFill>
            <a:srgbClr val="7F8C97">
              <a:alpha val="48000"/>
            </a:srgbClr>
          </a:solidFill>
          <a:ln w="0">
            <a:noFill/>
            <a:prstDash val="solid"/>
          </a:ln>
        </p:spPr>
      </p:sp>
      <p:sp>
        <p:nvSpPr>
          <p:cNvPr id="4057" name="03_assume_matched_9354">
            <a:extLst>
              <a:ext uri="{FF2B5EF4-FFF2-40B4-BE49-F238E27FC236}">
                <a16:creationId xmlns:a16="http://schemas.microsoft.com/office/drawing/2014/main" id="{73FFB655-12F9-435B-99CE-214B55E0E7C5}"/>
              </a:ext>
            </a:extLst>
          </p:cNvPr>
          <p:cNvSpPr>
            <a:spLocks noGrp="1"/>
          </p:cNvSpPr>
          <p:nvPr/>
        </p:nvSpPr>
        <p:spPr>
          <a:xfrm>
            <a:off x="6081752" y="7168208"/>
            <a:ext cx="28398" cy="28398"/>
          </a:xfrm>
          <a:prstGeom prst="ellipse">
            <a:avLst/>
          </a:prstGeom>
          <a:solidFill>
            <a:srgbClr val="7F8C97">
              <a:alpha val="48000"/>
            </a:srgbClr>
          </a:solidFill>
          <a:ln w="0">
            <a:noFill/>
            <a:prstDash val="solid"/>
          </a:ln>
        </p:spPr>
      </p:sp>
      <p:sp>
        <p:nvSpPr>
          <p:cNvPr id="4058" name="03_assume_matched_9355">
            <a:extLst>
              <a:ext uri="{FF2B5EF4-FFF2-40B4-BE49-F238E27FC236}">
                <a16:creationId xmlns:a16="http://schemas.microsoft.com/office/drawing/2014/main" id="{3663AC91-A781-46B6-92F9-3D0552718D81}"/>
              </a:ext>
            </a:extLst>
          </p:cNvPr>
          <p:cNvSpPr>
            <a:spLocks noGrp="1"/>
          </p:cNvSpPr>
          <p:nvPr/>
        </p:nvSpPr>
        <p:spPr>
          <a:xfrm>
            <a:off x="6184215" y="7753078"/>
            <a:ext cx="28398" cy="28398"/>
          </a:xfrm>
          <a:prstGeom prst="ellipse">
            <a:avLst/>
          </a:prstGeom>
          <a:solidFill>
            <a:srgbClr val="7F8C97">
              <a:alpha val="48000"/>
            </a:srgbClr>
          </a:solidFill>
          <a:ln w="0">
            <a:noFill/>
            <a:prstDash val="solid"/>
          </a:ln>
        </p:spPr>
      </p:sp>
      <p:sp>
        <p:nvSpPr>
          <p:cNvPr id="4059" name="03_assume_matched_9356">
            <a:extLst>
              <a:ext uri="{FF2B5EF4-FFF2-40B4-BE49-F238E27FC236}">
                <a16:creationId xmlns:a16="http://schemas.microsoft.com/office/drawing/2014/main" id="{F4B28AEB-3442-4C34-BB29-69961321C7DF}"/>
              </a:ext>
            </a:extLst>
          </p:cNvPr>
          <p:cNvSpPr>
            <a:spLocks noGrp="1"/>
          </p:cNvSpPr>
          <p:nvPr/>
        </p:nvSpPr>
        <p:spPr>
          <a:xfrm>
            <a:off x="6131976" y="7753078"/>
            <a:ext cx="28398" cy="28398"/>
          </a:xfrm>
          <a:prstGeom prst="ellipse">
            <a:avLst/>
          </a:prstGeom>
          <a:solidFill>
            <a:srgbClr val="7F8C97">
              <a:alpha val="48000"/>
            </a:srgbClr>
          </a:solidFill>
          <a:ln w="0">
            <a:noFill/>
            <a:prstDash val="solid"/>
          </a:ln>
        </p:spPr>
      </p:sp>
      <p:sp>
        <p:nvSpPr>
          <p:cNvPr id="4060" name="03_assume_matched_9357">
            <a:extLst>
              <a:ext uri="{FF2B5EF4-FFF2-40B4-BE49-F238E27FC236}">
                <a16:creationId xmlns:a16="http://schemas.microsoft.com/office/drawing/2014/main" id="{3C1F0A42-F701-495F-8D0F-14652CE655F2}"/>
              </a:ext>
            </a:extLst>
          </p:cNvPr>
          <p:cNvSpPr>
            <a:spLocks noGrp="1"/>
          </p:cNvSpPr>
          <p:nvPr/>
        </p:nvSpPr>
        <p:spPr>
          <a:xfrm>
            <a:off x="6164787" y="7753078"/>
            <a:ext cx="28398" cy="28398"/>
          </a:xfrm>
          <a:prstGeom prst="ellipse">
            <a:avLst/>
          </a:prstGeom>
          <a:solidFill>
            <a:srgbClr val="7F8C97">
              <a:alpha val="48000"/>
            </a:srgbClr>
          </a:solidFill>
          <a:ln w="0">
            <a:noFill/>
            <a:prstDash val="solid"/>
          </a:ln>
        </p:spPr>
      </p:sp>
      <p:sp>
        <p:nvSpPr>
          <p:cNvPr id="4061" name="03_assume_matched_9358">
            <a:extLst>
              <a:ext uri="{FF2B5EF4-FFF2-40B4-BE49-F238E27FC236}">
                <a16:creationId xmlns:a16="http://schemas.microsoft.com/office/drawing/2014/main" id="{4832FE25-AB9F-4C8F-9995-18271B0ACF0F}"/>
              </a:ext>
            </a:extLst>
          </p:cNvPr>
          <p:cNvSpPr>
            <a:spLocks noGrp="1"/>
          </p:cNvSpPr>
          <p:nvPr/>
        </p:nvSpPr>
        <p:spPr>
          <a:xfrm>
            <a:off x="6063907" y="7168208"/>
            <a:ext cx="28398" cy="28398"/>
          </a:xfrm>
          <a:prstGeom prst="ellipse">
            <a:avLst/>
          </a:prstGeom>
          <a:solidFill>
            <a:srgbClr val="7F8C97">
              <a:alpha val="48000"/>
            </a:srgbClr>
          </a:solidFill>
          <a:ln w="0">
            <a:noFill/>
            <a:prstDash val="solid"/>
          </a:ln>
        </p:spPr>
      </p:sp>
      <p:sp>
        <p:nvSpPr>
          <p:cNvPr id="4062" name="03_assume_matched_9359">
            <a:extLst>
              <a:ext uri="{FF2B5EF4-FFF2-40B4-BE49-F238E27FC236}">
                <a16:creationId xmlns:a16="http://schemas.microsoft.com/office/drawing/2014/main" id="{86465E66-4AA9-444E-A410-241E8513CF1C}"/>
              </a:ext>
            </a:extLst>
          </p:cNvPr>
          <p:cNvSpPr>
            <a:spLocks noGrp="1"/>
          </p:cNvSpPr>
          <p:nvPr/>
        </p:nvSpPr>
        <p:spPr>
          <a:xfrm>
            <a:off x="6155865" y="7753078"/>
            <a:ext cx="28398" cy="28398"/>
          </a:xfrm>
          <a:prstGeom prst="ellipse">
            <a:avLst/>
          </a:prstGeom>
          <a:solidFill>
            <a:srgbClr val="7F8C97">
              <a:alpha val="48000"/>
            </a:srgbClr>
          </a:solidFill>
          <a:ln w="0">
            <a:noFill/>
            <a:prstDash val="solid"/>
          </a:ln>
        </p:spPr>
      </p:sp>
      <p:sp>
        <p:nvSpPr>
          <p:cNvPr id="4063" name="03_assume_matched_9360">
            <a:extLst>
              <a:ext uri="{FF2B5EF4-FFF2-40B4-BE49-F238E27FC236}">
                <a16:creationId xmlns:a16="http://schemas.microsoft.com/office/drawing/2014/main" id="{FBDE76F8-CFFF-455B-BF9D-998815360B68}"/>
              </a:ext>
            </a:extLst>
          </p:cNvPr>
          <p:cNvSpPr>
            <a:spLocks noGrp="1"/>
          </p:cNvSpPr>
          <p:nvPr/>
        </p:nvSpPr>
        <p:spPr>
          <a:xfrm>
            <a:off x="6134998" y="7168208"/>
            <a:ext cx="28398" cy="28398"/>
          </a:xfrm>
          <a:prstGeom prst="ellipse">
            <a:avLst/>
          </a:prstGeom>
          <a:solidFill>
            <a:srgbClr val="7F8C97">
              <a:alpha val="48000"/>
            </a:srgbClr>
          </a:solidFill>
          <a:ln w="0">
            <a:noFill/>
            <a:prstDash val="solid"/>
          </a:ln>
        </p:spPr>
      </p:sp>
      <p:sp>
        <p:nvSpPr>
          <p:cNvPr id="4064" name="03_assume_matched_9361">
            <a:extLst>
              <a:ext uri="{FF2B5EF4-FFF2-40B4-BE49-F238E27FC236}">
                <a16:creationId xmlns:a16="http://schemas.microsoft.com/office/drawing/2014/main" id="{F9E154F5-9058-48AD-AA08-77F83D7542CA}"/>
              </a:ext>
            </a:extLst>
          </p:cNvPr>
          <p:cNvSpPr>
            <a:spLocks noGrp="1"/>
          </p:cNvSpPr>
          <p:nvPr/>
        </p:nvSpPr>
        <p:spPr>
          <a:xfrm>
            <a:off x="6043616" y="7168208"/>
            <a:ext cx="28398" cy="28398"/>
          </a:xfrm>
          <a:prstGeom prst="ellipse">
            <a:avLst/>
          </a:prstGeom>
          <a:solidFill>
            <a:srgbClr val="7F8C97">
              <a:alpha val="48000"/>
            </a:srgbClr>
          </a:solidFill>
          <a:ln w="0">
            <a:noFill/>
            <a:prstDash val="solid"/>
          </a:ln>
        </p:spPr>
      </p:sp>
      <p:sp>
        <p:nvSpPr>
          <p:cNvPr id="4065" name="03_assume_matched_9362">
            <a:extLst>
              <a:ext uri="{FF2B5EF4-FFF2-40B4-BE49-F238E27FC236}">
                <a16:creationId xmlns:a16="http://schemas.microsoft.com/office/drawing/2014/main" id="{46EE466A-EBA2-4574-A53C-D67005DC2400}"/>
              </a:ext>
            </a:extLst>
          </p:cNvPr>
          <p:cNvSpPr>
            <a:spLocks noGrp="1"/>
          </p:cNvSpPr>
          <p:nvPr/>
        </p:nvSpPr>
        <p:spPr>
          <a:xfrm>
            <a:off x="6102906" y="7753078"/>
            <a:ext cx="28398" cy="28398"/>
          </a:xfrm>
          <a:prstGeom prst="ellipse">
            <a:avLst/>
          </a:prstGeom>
          <a:solidFill>
            <a:srgbClr val="7F8C97">
              <a:alpha val="48000"/>
            </a:srgbClr>
          </a:solidFill>
          <a:ln w="0">
            <a:noFill/>
            <a:prstDash val="solid"/>
          </a:ln>
        </p:spPr>
      </p:sp>
      <p:sp>
        <p:nvSpPr>
          <p:cNvPr id="4066" name="03_assume_matched_9363">
            <a:extLst>
              <a:ext uri="{FF2B5EF4-FFF2-40B4-BE49-F238E27FC236}">
                <a16:creationId xmlns:a16="http://schemas.microsoft.com/office/drawing/2014/main" id="{55E9653C-9C12-4B9A-8E33-3072839DC1E6}"/>
              </a:ext>
            </a:extLst>
          </p:cNvPr>
          <p:cNvSpPr>
            <a:spLocks noGrp="1"/>
          </p:cNvSpPr>
          <p:nvPr/>
        </p:nvSpPr>
        <p:spPr>
          <a:xfrm>
            <a:off x="6085062" y="7753078"/>
            <a:ext cx="28398" cy="28398"/>
          </a:xfrm>
          <a:prstGeom prst="ellipse">
            <a:avLst/>
          </a:prstGeom>
          <a:solidFill>
            <a:srgbClr val="7F8C97">
              <a:alpha val="48000"/>
            </a:srgbClr>
          </a:solidFill>
          <a:ln w="0">
            <a:noFill/>
            <a:prstDash val="solid"/>
          </a:ln>
        </p:spPr>
      </p:sp>
      <p:sp>
        <p:nvSpPr>
          <p:cNvPr id="4067" name="03_assume_matched_9364">
            <a:extLst>
              <a:ext uri="{FF2B5EF4-FFF2-40B4-BE49-F238E27FC236}">
                <a16:creationId xmlns:a16="http://schemas.microsoft.com/office/drawing/2014/main" id="{DD66EA26-4D07-4AEF-AC29-86575294BE19}"/>
              </a:ext>
            </a:extLst>
          </p:cNvPr>
          <p:cNvSpPr>
            <a:spLocks noGrp="1"/>
          </p:cNvSpPr>
          <p:nvPr/>
        </p:nvSpPr>
        <p:spPr>
          <a:xfrm>
            <a:off x="6117297" y="7168208"/>
            <a:ext cx="28398" cy="28398"/>
          </a:xfrm>
          <a:prstGeom prst="ellipse">
            <a:avLst/>
          </a:prstGeom>
          <a:solidFill>
            <a:srgbClr val="7F8C97">
              <a:alpha val="48000"/>
            </a:srgbClr>
          </a:solidFill>
          <a:ln w="0">
            <a:noFill/>
            <a:prstDash val="solid"/>
          </a:ln>
        </p:spPr>
      </p:sp>
      <p:sp>
        <p:nvSpPr>
          <p:cNvPr id="4068" name="03_assume_matched_9365">
            <a:extLst>
              <a:ext uri="{FF2B5EF4-FFF2-40B4-BE49-F238E27FC236}">
                <a16:creationId xmlns:a16="http://schemas.microsoft.com/office/drawing/2014/main" id="{1139BB51-0B45-42D8-A904-9FF34462D9D4}"/>
              </a:ext>
            </a:extLst>
          </p:cNvPr>
          <p:cNvSpPr>
            <a:spLocks noGrp="1"/>
          </p:cNvSpPr>
          <p:nvPr/>
        </p:nvSpPr>
        <p:spPr>
          <a:xfrm>
            <a:off x="6099165" y="7704338"/>
            <a:ext cx="28398" cy="28398"/>
          </a:xfrm>
          <a:prstGeom prst="ellipse">
            <a:avLst/>
          </a:prstGeom>
          <a:solidFill>
            <a:srgbClr val="7F8C97">
              <a:alpha val="48000"/>
            </a:srgbClr>
          </a:solidFill>
          <a:ln w="0">
            <a:noFill/>
            <a:prstDash val="solid"/>
          </a:ln>
        </p:spPr>
      </p:sp>
      <p:sp>
        <p:nvSpPr>
          <p:cNvPr id="4069" name="03_assume_matched_9366">
            <a:extLst>
              <a:ext uri="{FF2B5EF4-FFF2-40B4-BE49-F238E27FC236}">
                <a16:creationId xmlns:a16="http://schemas.microsoft.com/office/drawing/2014/main" id="{8B34C985-80D6-4022-86C5-99B7309E3E37}"/>
              </a:ext>
            </a:extLst>
          </p:cNvPr>
          <p:cNvSpPr>
            <a:spLocks noGrp="1"/>
          </p:cNvSpPr>
          <p:nvPr/>
        </p:nvSpPr>
        <p:spPr>
          <a:xfrm>
            <a:off x="6161333" y="7606860"/>
            <a:ext cx="28398" cy="28398"/>
          </a:xfrm>
          <a:prstGeom prst="ellipse">
            <a:avLst/>
          </a:prstGeom>
          <a:solidFill>
            <a:srgbClr val="7F8C97">
              <a:alpha val="48000"/>
            </a:srgbClr>
          </a:solidFill>
          <a:ln w="0">
            <a:noFill/>
            <a:prstDash val="solid"/>
          </a:ln>
        </p:spPr>
      </p:sp>
      <p:sp>
        <p:nvSpPr>
          <p:cNvPr id="4070" name="03_assume_matched_9367">
            <a:extLst>
              <a:ext uri="{FF2B5EF4-FFF2-40B4-BE49-F238E27FC236}">
                <a16:creationId xmlns:a16="http://schemas.microsoft.com/office/drawing/2014/main" id="{0F40FDC4-4CB6-4EE7-B7CB-AEB6FF57C10F}"/>
              </a:ext>
            </a:extLst>
          </p:cNvPr>
          <p:cNvSpPr>
            <a:spLocks noGrp="1"/>
          </p:cNvSpPr>
          <p:nvPr/>
        </p:nvSpPr>
        <p:spPr>
          <a:xfrm>
            <a:off x="6059446" y="7168208"/>
            <a:ext cx="28398" cy="28398"/>
          </a:xfrm>
          <a:prstGeom prst="ellipse">
            <a:avLst/>
          </a:prstGeom>
          <a:solidFill>
            <a:srgbClr val="7F8C97">
              <a:alpha val="48000"/>
            </a:srgbClr>
          </a:solidFill>
          <a:ln w="0">
            <a:noFill/>
            <a:prstDash val="solid"/>
          </a:ln>
        </p:spPr>
      </p:sp>
      <p:sp>
        <p:nvSpPr>
          <p:cNvPr id="4071" name="03_assume_matched_9368">
            <a:extLst>
              <a:ext uri="{FF2B5EF4-FFF2-40B4-BE49-F238E27FC236}">
                <a16:creationId xmlns:a16="http://schemas.microsoft.com/office/drawing/2014/main" id="{F512B918-AC52-4EBC-8E52-7920A56DD3A1}"/>
              </a:ext>
            </a:extLst>
          </p:cNvPr>
          <p:cNvSpPr>
            <a:spLocks noGrp="1"/>
          </p:cNvSpPr>
          <p:nvPr/>
        </p:nvSpPr>
        <p:spPr>
          <a:xfrm>
            <a:off x="6066066" y="7168208"/>
            <a:ext cx="28398" cy="28398"/>
          </a:xfrm>
          <a:prstGeom prst="ellipse">
            <a:avLst/>
          </a:prstGeom>
          <a:solidFill>
            <a:srgbClr val="7F8C97">
              <a:alpha val="48000"/>
            </a:srgbClr>
          </a:solidFill>
          <a:ln w="0">
            <a:noFill/>
            <a:prstDash val="solid"/>
          </a:ln>
        </p:spPr>
      </p:sp>
      <p:sp>
        <p:nvSpPr>
          <p:cNvPr id="4072" name="03_assume_matched_9369">
            <a:extLst>
              <a:ext uri="{FF2B5EF4-FFF2-40B4-BE49-F238E27FC236}">
                <a16:creationId xmlns:a16="http://schemas.microsoft.com/office/drawing/2014/main" id="{113CAC49-EEE7-43A5-B70D-968E43F836F7}"/>
              </a:ext>
            </a:extLst>
          </p:cNvPr>
          <p:cNvSpPr>
            <a:spLocks noGrp="1"/>
          </p:cNvSpPr>
          <p:nvPr/>
        </p:nvSpPr>
        <p:spPr>
          <a:xfrm>
            <a:off x="6125932" y="7168208"/>
            <a:ext cx="28398" cy="28398"/>
          </a:xfrm>
          <a:prstGeom prst="ellipse">
            <a:avLst/>
          </a:prstGeom>
          <a:solidFill>
            <a:srgbClr val="7F8C97">
              <a:alpha val="48000"/>
            </a:srgbClr>
          </a:solidFill>
          <a:ln w="0">
            <a:noFill/>
            <a:prstDash val="solid"/>
          </a:ln>
        </p:spPr>
      </p:sp>
      <p:sp>
        <p:nvSpPr>
          <p:cNvPr id="4073" name="03_assume_matched_9370">
            <a:extLst>
              <a:ext uri="{FF2B5EF4-FFF2-40B4-BE49-F238E27FC236}">
                <a16:creationId xmlns:a16="http://schemas.microsoft.com/office/drawing/2014/main" id="{7D74DD82-6648-4C3A-9E5C-370BAB76360F}"/>
              </a:ext>
            </a:extLst>
          </p:cNvPr>
          <p:cNvSpPr>
            <a:spLocks noGrp="1"/>
          </p:cNvSpPr>
          <p:nvPr/>
        </p:nvSpPr>
        <p:spPr>
          <a:xfrm>
            <a:off x="6124637" y="7168208"/>
            <a:ext cx="28398" cy="28398"/>
          </a:xfrm>
          <a:prstGeom prst="ellipse">
            <a:avLst/>
          </a:prstGeom>
          <a:solidFill>
            <a:srgbClr val="7F8C97">
              <a:alpha val="48000"/>
            </a:srgbClr>
          </a:solidFill>
          <a:ln w="0">
            <a:noFill/>
            <a:prstDash val="solid"/>
          </a:ln>
        </p:spPr>
      </p:sp>
      <p:sp>
        <p:nvSpPr>
          <p:cNvPr id="4074" name="03_assume_matched_9371">
            <a:extLst>
              <a:ext uri="{FF2B5EF4-FFF2-40B4-BE49-F238E27FC236}">
                <a16:creationId xmlns:a16="http://schemas.microsoft.com/office/drawing/2014/main" id="{B8F62806-67AC-48C7-8F73-84C7E4662417}"/>
              </a:ext>
            </a:extLst>
          </p:cNvPr>
          <p:cNvSpPr>
            <a:spLocks noGrp="1"/>
          </p:cNvSpPr>
          <p:nvPr/>
        </p:nvSpPr>
        <p:spPr>
          <a:xfrm>
            <a:off x="6171407" y="7168208"/>
            <a:ext cx="28398" cy="28398"/>
          </a:xfrm>
          <a:prstGeom prst="ellipse">
            <a:avLst/>
          </a:prstGeom>
          <a:solidFill>
            <a:srgbClr val="7F8C97">
              <a:alpha val="48000"/>
            </a:srgbClr>
          </a:solidFill>
          <a:ln w="0">
            <a:noFill/>
            <a:prstDash val="solid"/>
          </a:ln>
        </p:spPr>
      </p:sp>
      <p:sp>
        <p:nvSpPr>
          <p:cNvPr id="4075" name="03_assume_matched_9372">
            <a:extLst>
              <a:ext uri="{FF2B5EF4-FFF2-40B4-BE49-F238E27FC236}">
                <a16:creationId xmlns:a16="http://schemas.microsoft.com/office/drawing/2014/main" id="{36778379-9E78-4790-9946-BFC64C751D64}"/>
              </a:ext>
            </a:extLst>
          </p:cNvPr>
          <p:cNvSpPr>
            <a:spLocks noGrp="1"/>
          </p:cNvSpPr>
          <p:nvPr/>
        </p:nvSpPr>
        <p:spPr>
          <a:xfrm>
            <a:off x="6149677" y="7168208"/>
            <a:ext cx="28398" cy="28398"/>
          </a:xfrm>
          <a:prstGeom prst="ellipse">
            <a:avLst/>
          </a:prstGeom>
          <a:solidFill>
            <a:srgbClr val="7F8C97">
              <a:alpha val="48000"/>
            </a:srgbClr>
          </a:solidFill>
          <a:ln w="0">
            <a:noFill/>
            <a:prstDash val="solid"/>
          </a:ln>
        </p:spPr>
      </p:sp>
      <p:sp>
        <p:nvSpPr>
          <p:cNvPr id="4076" name="03_assume_matched_9373">
            <a:extLst>
              <a:ext uri="{FF2B5EF4-FFF2-40B4-BE49-F238E27FC236}">
                <a16:creationId xmlns:a16="http://schemas.microsoft.com/office/drawing/2014/main" id="{FB568D29-DC94-4321-AF36-BAEC977987AE}"/>
              </a:ext>
            </a:extLst>
          </p:cNvPr>
          <p:cNvSpPr>
            <a:spLocks noGrp="1"/>
          </p:cNvSpPr>
          <p:nvPr/>
        </p:nvSpPr>
        <p:spPr>
          <a:xfrm>
            <a:off x="6081752" y="7753078"/>
            <a:ext cx="28398" cy="28398"/>
          </a:xfrm>
          <a:prstGeom prst="ellipse">
            <a:avLst/>
          </a:prstGeom>
          <a:solidFill>
            <a:srgbClr val="7F8C97">
              <a:alpha val="48000"/>
            </a:srgbClr>
          </a:solidFill>
          <a:ln w="0">
            <a:noFill/>
            <a:prstDash val="solid"/>
          </a:ln>
        </p:spPr>
      </p:sp>
      <p:sp>
        <p:nvSpPr>
          <p:cNvPr id="4077" name="03_assume_matched_9374">
            <a:extLst>
              <a:ext uri="{FF2B5EF4-FFF2-40B4-BE49-F238E27FC236}">
                <a16:creationId xmlns:a16="http://schemas.microsoft.com/office/drawing/2014/main" id="{2F53801B-AFDA-4990-94E7-ECB40DB2C2A4}"/>
              </a:ext>
            </a:extLst>
          </p:cNvPr>
          <p:cNvSpPr>
            <a:spLocks noGrp="1"/>
          </p:cNvSpPr>
          <p:nvPr/>
        </p:nvSpPr>
        <p:spPr>
          <a:xfrm>
            <a:off x="6152555" y="7753078"/>
            <a:ext cx="28398" cy="28398"/>
          </a:xfrm>
          <a:prstGeom prst="ellipse">
            <a:avLst/>
          </a:prstGeom>
          <a:solidFill>
            <a:srgbClr val="7F8C97">
              <a:alpha val="48000"/>
            </a:srgbClr>
          </a:solidFill>
          <a:ln w="0">
            <a:noFill/>
            <a:prstDash val="solid"/>
          </a:ln>
        </p:spPr>
      </p:sp>
      <p:sp>
        <p:nvSpPr>
          <p:cNvPr id="4078" name="03_assume_matched_9375">
            <a:extLst>
              <a:ext uri="{FF2B5EF4-FFF2-40B4-BE49-F238E27FC236}">
                <a16:creationId xmlns:a16="http://schemas.microsoft.com/office/drawing/2014/main" id="{150E80A3-8E86-4CD6-BA77-157300F5E004}"/>
              </a:ext>
            </a:extLst>
          </p:cNvPr>
          <p:cNvSpPr>
            <a:spLocks noGrp="1"/>
          </p:cNvSpPr>
          <p:nvPr/>
        </p:nvSpPr>
        <p:spPr>
          <a:xfrm>
            <a:off x="6140898" y="7168208"/>
            <a:ext cx="28398" cy="28398"/>
          </a:xfrm>
          <a:prstGeom prst="ellipse">
            <a:avLst/>
          </a:prstGeom>
          <a:solidFill>
            <a:srgbClr val="7F8C97">
              <a:alpha val="48000"/>
            </a:srgbClr>
          </a:solidFill>
          <a:ln w="0">
            <a:noFill/>
            <a:prstDash val="solid"/>
          </a:ln>
        </p:spPr>
      </p:sp>
      <p:sp>
        <p:nvSpPr>
          <p:cNvPr id="4079" name="03_assume_matched_9376">
            <a:extLst>
              <a:ext uri="{FF2B5EF4-FFF2-40B4-BE49-F238E27FC236}">
                <a16:creationId xmlns:a16="http://schemas.microsoft.com/office/drawing/2014/main" id="{03B70C68-211E-4238-9494-F7A91D92CACA}"/>
              </a:ext>
            </a:extLst>
          </p:cNvPr>
          <p:cNvSpPr>
            <a:spLocks noGrp="1"/>
          </p:cNvSpPr>
          <p:nvPr/>
        </p:nvSpPr>
        <p:spPr>
          <a:xfrm>
            <a:off x="6147086" y="7168208"/>
            <a:ext cx="28398" cy="28398"/>
          </a:xfrm>
          <a:prstGeom prst="ellipse">
            <a:avLst/>
          </a:prstGeom>
          <a:solidFill>
            <a:srgbClr val="7F8C97">
              <a:alpha val="48000"/>
            </a:srgbClr>
          </a:solidFill>
          <a:ln w="0">
            <a:noFill/>
            <a:prstDash val="solid"/>
          </a:ln>
        </p:spPr>
      </p:sp>
      <p:sp>
        <p:nvSpPr>
          <p:cNvPr id="4080" name="03_assume_matched_9377">
            <a:extLst>
              <a:ext uri="{FF2B5EF4-FFF2-40B4-BE49-F238E27FC236}">
                <a16:creationId xmlns:a16="http://schemas.microsoft.com/office/drawing/2014/main" id="{5647B4BD-C5CE-4794-82F9-BDA8B32E9EE6}"/>
              </a:ext>
            </a:extLst>
          </p:cNvPr>
          <p:cNvSpPr>
            <a:spLocks noGrp="1"/>
          </p:cNvSpPr>
          <p:nvPr/>
        </p:nvSpPr>
        <p:spPr>
          <a:xfrm>
            <a:off x="6160470" y="7753078"/>
            <a:ext cx="28398" cy="28398"/>
          </a:xfrm>
          <a:prstGeom prst="ellipse">
            <a:avLst/>
          </a:prstGeom>
          <a:solidFill>
            <a:srgbClr val="7F8C97">
              <a:alpha val="48000"/>
            </a:srgbClr>
          </a:solidFill>
          <a:ln w="0">
            <a:noFill/>
            <a:prstDash val="solid"/>
          </a:ln>
        </p:spPr>
      </p:sp>
      <p:sp>
        <p:nvSpPr>
          <p:cNvPr id="4081" name="03_assume_matched_9378">
            <a:extLst>
              <a:ext uri="{FF2B5EF4-FFF2-40B4-BE49-F238E27FC236}">
                <a16:creationId xmlns:a16="http://schemas.microsoft.com/office/drawing/2014/main" id="{1E47C23E-D3C8-49D5-98AE-A03184E48250}"/>
              </a:ext>
            </a:extLst>
          </p:cNvPr>
          <p:cNvSpPr>
            <a:spLocks noGrp="1"/>
          </p:cNvSpPr>
          <p:nvPr/>
        </p:nvSpPr>
        <p:spPr>
          <a:xfrm>
            <a:off x="6069088" y="7168208"/>
            <a:ext cx="28398" cy="28398"/>
          </a:xfrm>
          <a:prstGeom prst="ellipse">
            <a:avLst/>
          </a:prstGeom>
          <a:solidFill>
            <a:srgbClr val="7F8C97">
              <a:alpha val="48000"/>
            </a:srgbClr>
          </a:solidFill>
          <a:ln w="0">
            <a:noFill/>
            <a:prstDash val="solid"/>
          </a:ln>
        </p:spPr>
      </p:sp>
      <p:sp>
        <p:nvSpPr>
          <p:cNvPr id="4082" name="03_assume_matched_9379">
            <a:extLst>
              <a:ext uri="{FF2B5EF4-FFF2-40B4-BE49-F238E27FC236}">
                <a16:creationId xmlns:a16="http://schemas.microsoft.com/office/drawing/2014/main" id="{6BDF2896-A8F6-4317-ABA1-73EE7B7DDB76}"/>
              </a:ext>
            </a:extLst>
          </p:cNvPr>
          <p:cNvSpPr>
            <a:spLocks noGrp="1"/>
          </p:cNvSpPr>
          <p:nvPr/>
        </p:nvSpPr>
        <p:spPr>
          <a:xfrm>
            <a:off x="6058295" y="7168208"/>
            <a:ext cx="28398" cy="28398"/>
          </a:xfrm>
          <a:prstGeom prst="ellipse">
            <a:avLst/>
          </a:prstGeom>
          <a:solidFill>
            <a:srgbClr val="7F8C97">
              <a:alpha val="48000"/>
            </a:srgbClr>
          </a:solidFill>
          <a:ln w="0">
            <a:noFill/>
            <a:prstDash val="solid"/>
          </a:ln>
        </p:spPr>
      </p:sp>
      <p:sp>
        <p:nvSpPr>
          <p:cNvPr id="4083" name="03_assume_matched_9380">
            <a:extLst>
              <a:ext uri="{FF2B5EF4-FFF2-40B4-BE49-F238E27FC236}">
                <a16:creationId xmlns:a16="http://schemas.microsoft.com/office/drawing/2014/main" id="{4D7D5BA8-FF41-40F5-8234-0C1BA3A45290}"/>
              </a:ext>
            </a:extLst>
          </p:cNvPr>
          <p:cNvSpPr>
            <a:spLocks noGrp="1"/>
          </p:cNvSpPr>
          <p:nvPr/>
        </p:nvSpPr>
        <p:spPr>
          <a:xfrm>
            <a:off x="6141186" y="7314426"/>
            <a:ext cx="28398" cy="28398"/>
          </a:xfrm>
          <a:prstGeom prst="ellipse">
            <a:avLst/>
          </a:prstGeom>
          <a:solidFill>
            <a:srgbClr val="7F8C97">
              <a:alpha val="48000"/>
            </a:srgbClr>
          </a:solidFill>
          <a:ln w="0">
            <a:noFill/>
            <a:prstDash val="solid"/>
          </a:ln>
        </p:spPr>
      </p:sp>
      <p:sp>
        <p:nvSpPr>
          <p:cNvPr id="4084" name="03_assume_matched_9381">
            <a:extLst>
              <a:ext uri="{FF2B5EF4-FFF2-40B4-BE49-F238E27FC236}">
                <a16:creationId xmlns:a16="http://schemas.microsoft.com/office/drawing/2014/main" id="{319CF57C-A25E-4A8F-8A42-6F2F0C0A1E71}"/>
              </a:ext>
            </a:extLst>
          </p:cNvPr>
          <p:cNvSpPr>
            <a:spLocks noGrp="1"/>
          </p:cNvSpPr>
          <p:nvPr/>
        </p:nvSpPr>
        <p:spPr>
          <a:xfrm>
            <a:off x="6178315" y="7168208"/>
            <a:ext cx="28398" cy="28398"/>
          </a:xfrm>
          <a:prstGeom prst="ellipse">
            <a:avLst/>
          </a:prstGeom>
          <a:solidFill>
            <a:srgbClr val="7F8C97">
              <a:alpha val="48000"/>
            </a:srgbClr>
          </a:solidFill>
          <a:ln w="0">
            <a:noFill/>
            <a:prstDash val="solid"/>
          </a:ln>
        </p:spPr>
      </p:sp>
      <p:sp>
        <p:nvSpPr>
          <p:cNvPr id="4085" name="03_assume_matched_9382">
            <a:extLst>
              <a:ext uri="{FF2B5EF4-FFF2-40B4-BE49-F238E27FC236}">
                <a16:creationId xmlns:a16="http://schemas.microsoft.com/office/drawing/2014/main" id="{467D04F6-83A1-4451-8509-C763775620D9}"/>
              </a:ext>
            </a:extLst>
          </p:cNvPr>
          <p:cNvSpPr>
            <a:spLocks noGrp="1"/>
          </p:cNvSpPr>
          <p:nvPr/>
        </p:nvSpPr>
        <p:spPr>
          <a:xfrm>
            <a:off x="6184503" y="7168208"/>
            <a:ext cx="28398" cy="28398"/>
          </a:xfrm>
          <a:prstGeom prst="ellipse">
            <a:avLst/>
          </a:prstGeom>
          <a:solidFill>
            <a:srgbClr val="7F8C97">
              <a:alpha val="48000"/>
            </a:srgbClr>
          </a:solidFill>
          <a:ln w="0">
            <a:noFill/>
            <a:prstDash val="solid"/>
          </a:ln>
        </p:spPr>
      </p:sp>
      <p:sp>
        <p:nvSpPr>
          <p:cNvPr id="4086" name="03_assume_matched_9383">
            <a:extLst>
              <a:ext uri="{FF2B5EF4-FFF2-40B4-BE49-F238E27FC236}">
                <a16:creationId xmlns:a16="http://schemas.microsoft.com/office/drawing/2014/main" id="{82D6FFD7-B3D6-4619-8D55-61B25A8ED0F4}"/>
              </a:ext>
            </a:extLst>
          </p:cNvPr>
          <p:cNvSpPr>
            <a:spLocks noGrp="1"/>
          </p:cNvSpPr>
          <p:nvPr/>
        </p:nvSpPr>
        <p:spPr>
          <a:xfrm>
            <a:off x="6095567" y="7168208"/>
            <a:ext cx="28398" cy="28398"/>
          </a:xfrm>
          <a:prstGeom prst="ellipse">
            <a:avLst/>
          </a:prstGeom>
          <a:solidFill>
            <a:srgbClr val="7F8C97">
              <a:alpha val="48000"/>
            </a:srgbClr>
          </a:solidFill>
          <a:ln w="0">
            <a:noFill/>
            <a:prstDash val="solid"/>
          </a:ln>
        </p:spPr>
      </p:sp>
      <p:sp>
        <p:nvSpPr>
          <p:cNvPr id="4087" name="03_assume_matched_9384">
            <a:extLst>
              <a:ext uri="{FF2B5EF4-FFF2-40B4-BE49-F238E27FC236}">
                <a16:creationId xmlns:a16="http://schemas.microsoft.com/office/drawing/2014/main" id="{C7AB28C0-C6A8-4F8E-B72C-36269EE5F7E3}"/>
              </a:ext>
            </a:extLst>
          </p:cNvPr>
          <p:cNvSpPr>
            <a:spLocks noGrp="1"/>
          </p:cNvSpPr>
          <p:nvPr/>
        </p:nvSpPr>
        <p:spPr>
          <a:xfrm>
            <a:off x="6148382" y="7558121"/>
            <a:ext cx="28398" cy="28398"/>
          </a:xfrm>
          <a:prstGeom prst="ellipse">
            <a:avLst/>
          </a:prstGeom>
          <a:solidFill>
            <a:srgbClr val="7F8C97">
              <a:alpha val="48000"/>
            </a:srgbClr>
          </a:solidFill>
          <a:ln w="0">
            <a:noFill/>
            <a:prstDash val="solid"/>
          </a:ln>
        </p:spPr>
      </p:sp>
      <p:sp>
        <p:nvSpPr>
          <p:cNvPr id="4088" name="03_assume_matched_9385">
            <a:extLst>
              <a:ext uri="{FF2B5EF4-FFF2-40B4-BE49-F238E27FC236}">
                <a16:creationId xmlns:a16="http://schemas.microsoft.com/office/drawing/2014/main" id="{8E4A9E29-7853-47EB-810B-3EC489001E3B}"/>
              </a:ext>
            </a:extLst>
          </p:cNvPr>
          <p:cNvSpPr>
            <a:spLocks noGrp="1"/>
          </p:cNvSpPr>
          <p:nvPr/>
        </p:nvSpPr>
        <p:spPr>
          <a:xfrm>
            <a:off x="6159319" y="7168208"/>
            <a:ext cx="28398" cy="28398"/>
          </a:xfrm>
          <a:prstGeom prst="ellipse">
            <a:avLst/>
          </a:prstGeom>
          <a:solidFill>
            <a:srgbClr val="7F8C97">
              <a:alpha val="48000"/>
            </a:srgbClr>
          </a:solidFill>
          <a:ln w="0">
            <a:noFill/>
            <a:prstDash val="solid"/>
          </a:ln>
        </p:spPr>
      </p:sp>
      <p:sp>
        <p:nvSpPr>
          <p:cNvPr id="4089" name="03_assume_matched_9386">
            <a:extLst>
              <a:ext uri="{FF2B5EF4-FFF2-40B4-BE49-F238E27FC236}">
                <a16:creationId xmlns:a16="http://schemas.microsoft.com/office/drawing/2014/main" id="{ACE26FE0-92F7-4474-8179-BC534F19A4CA}"/>
              </a:ext>
            </a:extLst>
          </p:cNvPr>
          <p:cNvSpPr>
            <a:spLocks noGrp="1"/>
          </p:cNvSpPr>
          <p:nvPr/>
        </p:nvSpPr>
        <p:spPr>
          <a:xfrm>
            <a:off x="6176732" y="7168208"/>
            <a:ext cx="28398" cy="28398"/>
          </a:xfrm>
          <a:prstGeom prst="ellipse">
            <a:avLst/>
          </a:prstGeom>
          <a:solidFill>
            <a:srgbClr val="7F8C97">
              <a:alpha val="48000"/>
            </a:srgbClr>
          </a:solidFill>
          <a:ln w="0">
            <a:noFill/>
            <a:prstDash val="solid"/>
          </a:ln>
        </p:spPr>
      </p:sp>
      <p:sp>
        <p:nvSpPr>
          <p:cNvPr id="4090" name="03_assume_matched_9387">
            <a:extLst>
              <a:ext uri="{FF2B5EF4-FFF2-40B4-BE49-F238E27FC236}">
                <a16:creationId xmlns:a16="http://schemas.microsoft.com/office/drawing/2014/main" id="{BA95A722-7CF0-435E-BED3-DF23C3D013FE}"/>
              </a:ext>
            </a:extLst>
          </p:cNvPr>
          <p:cNvSpPr>
            <a:spLocks noGrp="1"/>
          </p:cNvSpPr>
          <p:nvPr/>
        </p:nvSpPr>
        <p:spPr>
          <a:xfrm>
            <a:off x="6161477" y="7168208"/>
            <a:ext cx="28398" cy="28398"/>
          </a:xfrm>
          <a:prstGeom prst="ellipse">
            <a:avLst/>
          </a:prstGeom>
          <a:solidFill>
            <a:srgbClr val="7F8C97">
              <a:alpha val="48000"/>
            </a:srgbClr>
          </a:solidFill>
          <a:ln w="0">
            <a:noFill/>
            <a:prstDash val="solid"/>
          </a:ln>
        </p:spPr>
      </p:sp>
      <p:sp>
        <p:nvSpPr>
          <p:cNvPr id="4091" name="03_assume_matched_9388">
            <a:extLst>
              <a:ext uri="{FF2B5EF4-FFF2-40B4-BE49-F238E27FC236}">
                <a16:creationId xmlns:a16="http://schemas.microsoft.com/office/drawing/2014/main" id="{D10BAD7E-0F71-491F-A732-C5BC42C9B030}"/>
              </a:ext>
            </a:extLst>
          </p:cNvPr>
          <p:cNvSpPr>
            <a:spLocks noGrp="1"/>
          </p:cNvSpPr>
          <p:nvPr/>
        </p:nvSpPr>
        <p:spPr>
          <a:xfrm>
            <a:off x="6139747" y="7168208"/>
            <a:ext cx="28398" cy="28398"/>
          </a:xfrm>
          <a:prstGeom prst="ellipse">
            <a:avLst/>
          </a:prstGeom>
          <a:solidFill>
            <a:srgbClr val="7F8C97">
              <a:alpha val="48000"/>
            </a:srgbClr>
          </a:solidFill>
          <a:ln w="0">
            <a:noFill/>
            <a:prstDash val="solid"/>
          </a:ln>
        </p:spPr>
      </p:sp>
      <p:sp>
        <p:nvSpPr>
          <p:cNvPr id="4092" name="03_assume_matched_9389">
            <a:extLst>
              <a:ext uri="{FF2B5EF4-FFF2-40B4-BE49-F238E27FC236}">
                <a16:creationId xmlns:a16="http://schemas.microsoft.com/office/drawing/2014/main" id="{5B1BC53D-D950-4D6E-82EE-F72A30955CD9}"/>
              </a:ext>
            </a:extLst>
          </p:cNvPr>
          <p:cNvSpPr>
            <a:spLocks noGrp="1"/>
          </p:cNvSpPr>
          <p:nvPr/>
        </p:nvSpPr>
        <p:spPr>
          <a:xfrm>
            <a:off x="6051531" y="7168208"/>
            <a:ext cx="28398" cy="28398"/>
          </a:xfrm>
          <a:prstGeom prst="ellipse">
            <a:avLst/>
          </a:prstGeom>
          <a:solidFill>
            <a:srgbClr val="7F8C97">
              <a:alpha val="48000"/>
            </a:srgbClr>
          </a:solidFill>
          <a:ln w="0">
            <a:noFill/>
            <a:prstDash val="solid"/>
          </a:ln>
        </p:spPr>
      </p:sp>
      <p:sp>
        <p:nvSpPr>
          <p:cNvPr id="4093" name="03_assume_matched_9390">
            <a:extLst>
              <a:ext uri="{FF2B5EF4-FFF2-40B4-BE49-F238E27FC236}">
                <a16:creationId xmlns:a16="http://schemas.microsoft.com/office/drawing/2014/main" id="{5A537613-05AF-4865-9526-216D90F133C1}"/>
              </a:ext>
            </a:extLst>
          </p:cNvPr>
          <p:cNvSpPr>
            <a:spLocks noGrp="1"/>
          </p:cNvSpPr>
          <p:nvPr/>
        </p:nvSpPr>
        <p:spPr>
          <a:xfrm>
            <a:off x="6065490" y="7168208"/>
            <a:ext cx="28398" cy="28398"/>
          </a:xfrm>
          <a:prstGeom prst="ellipse">
            <a:avLst/>
          </a:prstGeom>
          <a:solidFill>
            <a:srgbClr val="7F8C97">
              <a:alpha val="48000"/>
            </a:srgbClr>
          </a:solidFill>
          <a:ln w="0">
            <a:noFill/>
            <a:prstDash val="solid"/>
          </a:ln>
        </p:spPr>
      </p:sp>
      <p:sp>
        <p:nvSpPr>
          <p:cNvPr id="4094" name="03_assume_matched_9391">
            <a:extLst>
              <a:ext uri="{FF2B5EF4-FFF2-40B4-BE49-F238E27FC236}">
                <a16:creationId xmlns:a16="http://schemas.microsoft.com/office/drawing/2014/main" id="{8A1A4CB7-060F-4E77-A131-B0EBFB9FAFD6}"/>
              </a:ext>
            </a:extLst>
          </p:cNvPr>
          <p:cNvSpPr>
            <a:spLocks noGrp="1"/>
          </p:cNvSpPr>
          <p:nvPr/>
        </p:nvSpPr>
        <p:spPr>
          <a:xfrm>
            <a:off x="6126651" y="7168208"/>
            <a:ext cx="28398" cy="28398"/>
          </a:xfrm>
          <a:prstGeom prst="ellipse">
            <a:avLst/>
          </a:prstGeom>
          <a:solidFill>
            <a:srgbClr val="7F8C97">
              <a:alpha val="48000"/>
            </a:srgbClr>
          </a:solidFill>
          <a:ln w="0">
            <a:noFill/>
            <a:prstDash val="solid"/>
          </a:ln>
        </p:spPr>
      </p:sp>
      <p:sp>
        <p:nvSpPr>
          <p:cNvPr id="4095" name="03_assume_matched_9392">
            <a:extLst>
              <a:ext uri="{FF2B5EF4-FFF2-40B4-BE49-F238E27FC236}">
                <a16:creationId xmlns:a16="http://schemas.microsoft.com/office/drawing/2014/main" id="{8233D525-F05A-4AB5-A59D-D4D1DB35F05C}"/>
              </a:ext>
            </a:extLst>
          </p:cNvPr>
          <p:cNvSpPr>
            <a:spLocks noGrp="1"/>
          </p:cNvSpPr>
          <p:nvPr/>
        </p:nvSpPr>
        <p:spPr>
          <a:xfrm>
            <a:off x="6071534" y="7168208"/>
            <a:ext cx="28398" cy="28398"/>
          </a:xfrm>
          <a:prstGeom prst="ellipse">
            <a:avLst/>
          </a:prstGeom>
          <a:solidFill>
            <a:srgbClr val="7F8C97">
              <a:alpha val="48000"/>
            </a:srgbClr>
          </a:solidFill>
          <a:ln w="0">
            <a:noFill/>
            <a:prstDash val="solid"/>
          </a:ln>
        </p:spPr>
      </p:sp>
      <p:sp>
        <p:nvSpPr>
          <p:cNvPr id="4096" name="03_assume_matched_9393">
            <a:extLst>
              <a:ext uri="{FF2B5EF4-FFF2-40B4-BE49-F238E27FC236}">
                <a16:creationId xmlns:a16="http://schemas.microsoft.com/office/drawing/2014/main" id="{92B6201C-E622-44C4-A69A-CBCE240A4911}"/>
              </a:ext>
            </a:extLst>
          </p:cNvPr>
          <p:cNvSpPr>
            <a:spLocks noGrp="1"/>
          </p:cNvSpPr>
          <p:nvPr/>
        </p:nvSpPr>
        <p:spPr>
          <a:xfrm>
            <a:off x="6097582" y="7168208"/>
            <a:ext cx="28398" cy="28398"/>
          </a:xfrm>
          <a:prstGeom prst="ellipse">
            <a:avLst/>
          </a:prstGeom>
          <a:solidFill>
            <a:srgbClr val="7F8C97">
              <a:alpha val="48000"/>
            </a:srgbClr>
          </a:solidFill>
          <a:ln w="0">
            <a:noFill/>
            <a:prstDash val="solid"/>
          </a:ln>
        </p:spPr>
      </p:sp>
      <p:sp>
        <p:nvSpPr>
          <p:cNvPr id="4097" name="03_assume_matched_9394">
            <a:extLst>
              <a:ext uri="{FF2B5EF4-FFF2-40B4-BE49-F238E27FC236}">
                <a16:creationId xmlns:a16="http://schemas.microsoft.com/office/drawing/2014/main" id="{6B3D1F09-18FD-430B-A282-E0363D8A3A95}"/>
              </a:ext>
            </a:extLst>
          </p:cNvPr>
          <p:cNvSpPr>
            <a:spLocks noGrp="1"/>
          </p:cNvSpPr>
          <p:nvPr/>
        </p:nvSpPr>
        <p:spPr>
          <a:xfrm>
            <a:off x="6046638" y="7753078"/>
            <a:ext cx="28398" cy="28398"/>
          </a:xfrm>
          <a:prstGeom prst="ellipse">
            <a:avLst/>
          </a:prstGeom>
          <a:solidFill>
            <a:srgbClr val="7F8C97">
              <a:alpha val="48000"/>
            </a:srgbClr>
          </a:solidFill>
          <a:ln w="0">
            <a:noFill/>
            <a:prstDash val="solid"/>
          </a:ln>
        </p:spPr>
      </p:sp>
      <p:sp>
        <p:nvSpPr>
          <p:cNvPr id="4098" name="03_assume_matched_9395">
            <a:extLst>
              <a:ext uri="{FF2B5EF4-FFF2-40B4-BE49-F238E27FC236}">
                <a16:creationId xmlns:a16="http://schemas.microsoft.com/office/drawing/2014/main" id="{980D91D5-5C25-42E4-A5EA-E050BE8922D2}"/>
              </a:ext>
            </a:extLst>
          </p:cNvPr>
          <p:cNvSpPr>
            <a:spLocks noGrp="1"/>
          </p:cNvSpPr>
          <p:nvPr/>
        </p:nvSpPr>
        <p:spPr>
          <a:xfrm>
            <a:off x="3841389" y="7153164"/>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4099" name="03_assume_matched_9396">
            <a:extLst>
              <a:ext uri="{FF2B5EF4-FFF2-40B4-BE49-F238E27FC236}">
                <a16:creationId xmlns:a16="http://schemas.microsoft.com/office/drawing/2014/main" id="{CFDBDD69-293E-45F7-93B3-0AD483F71969}"/>
              </a:ext>
            </a:extLst>
          </p:cNvPr>
          <p:cNvSpPr>
            <a:spLocks noGrp="1"/>
          </p:cNvSpPr>
          <p:nvPr/>
        </p:nvSpPr>
        <p:spPr>
          <a:xfrm>
            <a:off x="3841389" y="7796520"/>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4100" name="text_9397">
            <a:extLst>
              <a:ext uri="{FF2B5EF4-FFF2-40B4-BE49-F238E27FC236}">
                <a16:creationId xmlns:a16="http://schemas.microsoft.com/office/drawing/2014/main" id="{9304B5F1-1849-49DF-B67E-2B5471965D35}"/>
              </a:ext>
            </a:extLst>
          </p:cNvPr>
          <p:cNvSpPr>
            <a:spLocks noGrp="1"/>
          </p:cNvSpPr>
          <p:nvPr/>
        </p:nvSpPr>
        <p:spPr>
          <a:xfrm>
            <a:off x="3499200" y="6854228"/>
            <a:ext cx="48006"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l</a:t>
            </a:r>
          </a:p>
        </p:txBody>
      </p:sp>
      <p:sp>
        <p:nvSpPr>
          <p:cNvPr id="4101" name="text_9398">
            <a:extLst>
              <a:ext uri="{FF2B5EF4-FFF2-40B4-BE49-F238E27FC236}">
                <a16:creationId xmlns:a16="http://schemas.microsoft.com/office/drawing/2014/main" id="{8BD2BF42-80F4-4E44-B623-6A27F8D87CA4}"/>
              </a:ext>
            </a:extLst>
          </p:cNvPr>
          <p:cNvSpPr>
            <a:spLocks noGrp="1"/>
          </p:cNvSpPr>
          <p:nvPr/>
        </p:nvSpPr>
        <p:spPr>
          <a:xfrm>
            <a:off x="3841389" y="6953584"/>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b="0">
                <a:solidFill>
                  <a:srgbClr val="273744"/>
                </a:solidFill>
                <a:latin typeface="Arial"/>
                <a:ea typeface="Arial"/>
                <a:cs typeface="Arial"/>
              </a:rPr>
              <a:t>Best of 50, RMSD &lt;3 Å</a:t>
            </a:r>
          </a:p>
        </p:txBody>
      </p:sp>
      <p:sp>
        <p:nvSpPr>
          <p:cNvPr id="4102" name="03_assume_matched_9399">
            <a:extLst>
              <a:ext uri="{FF2B5EF4-FFF2-40B4-BE49-F238E27FC236}">
                <a16:creationId xmlns:a16="http://schemas.microsoft.com/office/drawing/2014/main" id="{33FAD450-1C71-4F99-AF24-0C061DAB8D85}"/>
              </a:ext>
            </a:extLst>
          </p:cNvPr>
          <p:cNvSpPr>
            <a:spLocks noGrp="1"/>
          </p:cNvSpPr>
          <p:nvPr/>
        </p:nvSpPr>
        <p:spPr>
          <a:xfrm>
            <a:off x="3864021" y="7349302"/>
            <a:ext cx="2263158" cy="417975"/>
          </a:xfrm>
          <a:custGeom>
            <a:avLst/>
            <a:gdLst/>
            <a:ahLst/>
            <a:cxnLst/>
            <a:rect l="0" t="0" r="0" b="0"/>
            <a:pathLst>
              <a:path w="2263158" h="417975">
                <a:moveTo>
                  <a:pt x="0" y="417975"/>
                </a:moveTo>
                <a:lnTo>
                  <a:pt x="53885" y="416749"/>
                </a:lnTo>
                <a:lnTo>
                  <a:pt x="53885" y="416207"/>
                </a:lnTo>
                <a:lnTo>
                  <a:pt x="68581" y="415062"/>
                </a:lnTo>
                <a:lnTo>
                  <a:pt x="68581" y="413681"/>
                </a:lnTo>
                <a:lnTo>
                  <a:pt x="83821" y="412824"/>
                </a:lnTo>
                <a:lnTo>
                  <a:pt x="83821" y="411137"/>
                </a:lnTo>
                <a:lnTo>
                  <a:pt x="107769" y="410528"/>
                </a:lnTo>
                <a:lnTo>
                  <a:pt x="107769" y="408900"/>
                </a:lnTo>
                <a:lnTo>
                  <a:pt x="125731" y="408803"/>
                </a:lnTo>
                <a:lnTo>
                  <a:pt x="125731" y="401426"/>
                </a:lnTo>
                <a:lnTo>
                  <a:pt x="137161" y="401329"/>
                </a:lnTo>
                <a:lnTo>
                  <a:pt x="137161" y="399948"/>
                </a:lnTo>
                <a:lnTo>
                  <a:pt x="150877" y="399851"/>
                </a:lnTo>
                <a:lnTo>
                  <a:pt x="150877" y="394534"/>
                </a:lnTo>
                <a:lnTo>
                  <a:pt x="167641" y="393480"/>
                </a:lnTo>
                <a:lnTo>
                  <a:pt x="167641" y="392214"/>
                </a:lnTo>
                <a:lnTo>
                  <a:pt x="188596" y="392019"/>
                </a:lnTo>
                <a:lnTo>
                  <a:pt x="188596" y="376511"/>
                </a:lnTo>
                <a:lnTo>
                  <a:pt x="205742" y="376316"/>
                </a:lnTo>
                <a:lnTo>
                  <a:pt x="205742" y="374935"/>
                </a:lnTo>
                <a:lnTo>
                  <a:pt x="215539" y="374416"/>
                </a:lnTo>
                <a:lnTo>
                  <a:pt x="215539" y="372788"/>
                </a:lnTo>
                <a:lnTo>
                  <a:pt x="251462" y="371737"/>
                </a:lnTo>
                <a:lnTo>
                  <a:pt x="251462" y="357292"/>
                </a:lnTo>
                <a:lnTo>
                  <a:pt x="274322" y="356554"/>
                </a:lnTo>
                <a:lnTo>
                  <a:pt x="274322" y="355173"/>
                </a:lnTo>
                <a:lnTo>
                  <a:pt x="301754" y="354037"/>
                </a:lnTo>
                <a:lnTo>
                  <a:pt x="301754" y="348720"/>
                </a:lnTo>
                <a:lnTo>
                  <a:pt x="323308" y="347893"/>
                </a:lnTo>
                <a:lnTo>
                  <a:pt x="323308" y="346265"/>
                </a:lnTo>
                <a:lnTo>
                  <a:pt x="342903" y="345226"/>
                </a:lnTo>
                <a:lnTo>
                  <a:pt x="342903" y="343845"/>
                </a:lnTo>
                <a:lnTo>
                  <a:pt x="377193" y="343553"/>
                </a:lnTo>
                <a:lnTo>
                  <a:pt x="377193" y="286452"/>
                </a:lnTo>
                <a:lnTo>
                  <a:pt x="411483" y="286160"/>
                </a:lnTo>
                <a:lnTo>
                  <a:pt x="411483" y="284779"/>
                </a:lnTo>
                <a:lnTo>
                  <a:pt x="431078" y="284584"/>
                </a:lnTo>
                <a:lnTo>
                  <a:pt x="431078" y="282956"/>
                </a:lnTo>
                <a:lnTo>
                  <a:pt x="452632" y="282128"/>
                </a:lnTo>
                <a:lnTo>
                  <a:pt x="452632" y="276811"/>
                </a:lnTo>
                <a:lnTo>
                  <a:pt x="480064" y="276519"/>
                </a:lnTo>
                <a:lnTo>
                  <a:pt x="480064" y="275138"/>
                </a:lnTo>
                <a:lnTo>
                  <a:pt x="502924" y="274401"/>
                </a:lnTo>
                <a:lnTo>
                  <a:pt x="502924" y="262277"/>
                </a:lnTo>
                <a:lnTo>
                  <a:pt x="538847" y="261225"/>
                </a:lnTo>
                <a:lnTo>
                  <a:pt x="538847" y="259598"/>
                </a:lnTo>
                <a:lnTo>
                  <a:pt x="548644" y="259500"/>
                </a:lnTo>
                <a:lnTo>
                  <a:pt x="548644" y="258119"/>
                </a:lnTo>
                <a:lnTo>
                  <a:pt x="565789" y="257924"/>
                </a:lnTo>
                <a:lnTo>
                  <a:pt x="565789" y="244632"/>
                </a:lnTo>
                <a:lnTo>
                  <a:pt x="603509" y="243278"/>
                </a:lnTo>
                <a:lnTo>
                  <a:pt x="603509" y="237961"/>
                </a:lnTo>
                <a:lnTo>
                  <a:pt x="617225" y="237864"/>
                </a:lnTo>
                <a:lnTo>
                  <a:pt x="617225" y="236482"/>
                </a:lnTo>
                <a:lnTo>
                  <a:pt x="628655" y="236385"/>
                </a:lnTo>
                <a:lnTo>
                  <a:pt x="628655" y="229958"/>
                </a:lnTo>
                <a:lnTo>
                  <a:pt x="646617" y="229861"/>
                </a:lnTo>
                <a:lnTo>
                  <a:pt x="647998" y="228136"/>
                </a:lnTo>
                <a:lnTo>
                  <a:pt x="685805" y="227084"/>
                </a:lnTo>
                <a:lnTo>
                  <a:pt x="686685" y="225605"/>
                </a:lnTo>
                <a:lnTo>
                  <a:pt x="754386" y="224479"/>
                </a:lnTo>
                <a:lnTo>
                  <a:pt x="754386" y="5697"/>
                </a:lnTo>
                <a:lnTo>
                  <a:pt x="1131579" y="5697"/>
                </a:lnTo>
                <a:lnTo>
                  <a:pt x="1131579" y="0"/>
                </a:lnTo>
                <a:lnTo>
                  <a:pt x="2263158" y="0"/>
                </a:lnTo>
                <a:lnTo>
                  <a:pt x="2263158" y="0"/>
                </a:lnTo>
              </a:path>
            </a:pathLst>
          </a:custGeom>
          <a:noFill/>
          <a:ln w="22860">
            <a:solidFill>
              <a:srgbClr val="00878B"/>
            </a:solidFill>
            <a:prstDash val="solid"/>
          </a:ln>
        </p:spPr>
      </p:sp>
      <p:sp>
        <p:nvSpPr>
          <p:cNvPr id="4103" name="03_assume_matched_9400">
            <a:extLst>
              <a:ext uri="{FF2B5EF4-FFF2-40B4-BE49-F238E27FC236}">
                <a16:creationId xmlns:a16="http://schemas.microsoft.com/office/drawing/2014/main" id="{29F0A771-6B0F-4148-A948-054B36B17B08}"/>
              </a:ext>
            </a:extLst>
          </p:cNvPr>
          <p:cNvSpPr>
            <a:spLocks noGrp="1"/>
          </p:cNvSpPr>
          <p:nvPr/>
        </p:nvSpPr>
        <p:spPr>
          <a:xfrm>
            <a:off x="3864021" y="7182407"/>
            <a:ext cx="2263158" cy="584869"/>
          </a:xfrm>
          <a:custGeom>
            <a:avLst/>
            <a:gdLst/>
            <a:ahLst/>
            <a:cxnLst/>
            <a:rect l="0" t="0" r="0" b="0"/>
            <a:pathLst>
              <a:path w="2263158" h="584869">
                <a:moveTo>
                  <a:pt x="0" y="584869"/>
                </a:moveTo>
                <a:lnTo>
                  <a:pt x="377193" y="584869"/>
                </a:lnTo>
                <a:lnTo>
                  <a:pt x="377193" y="487391"/>
                </a:lnTo>
                <a:lnTo>
                  <a:pt x="440058" y="487391"/>
                </a:lnTo>
                <a:lnTo>
                  <a:pt x="440058" y="438652"/>
                </a:lnTo>
                <a:lnTo>
                  <a:pt x="754386" y="438652"/>
                </a:lnTo>
                <a:lnTo>
                  <a:pt x="754386" y="0"/>
                </a:lnTo>
                <a:lnTo>
                  <a:pt x="2263158" y="0"/>
                </a:lnTo>
                <a:lnTo>
                  <a:pt x="2263158" y="0"/>
                </a:lnTo>
              </a:path>
            </a:pathLst>
          </a:custGeom>
          <a:noFill/>
          <a:ln w="13335">
            <a:solidFill>
              <a:srgbClr val="3A64C8"/>
            </a:solidFill>
            <a:prstDash val="solid"/>
          </a:ln>
        </p:spPr>
      </p:sp>
      <p:sp>
        <p:nvSpPr>
          <p:cNvPr id="4104" name="03_assume_matched_9401">
            <a:extLst>
              <a:ext uri="{FF2B5EF4-FFF2-40B4-BE49-F238E27FC236}">
                <a16:creationId xmlns:a16="http://schemas.microsoft.com/office/drawing/2014/main" id="{1691D29A-7C3D-47B8-89D7-74D6D1C984CB}"/>
              </a:ext>
            </a:extLst>
          </p:cNvPr>
          <p:cNvSpPr>
            <a:spLocks noGrp="1"/>
          </p:cNvSpPr>
          <p:nvPr/>
        </p:nvSpPr>
        <p:spPr>
          <a:xfrm>
            <a:off x="4219624" y="7614164"/>
            <a:ext cx="43180" cy="43180"/>
          </a:xfrm>
          <a:prstGeom prst="ellipse">
            <a:avLst/>
          </a:prstGeom>
          <a:solidFill>
            <a:srgbClr val="00878B"/>
          </a:solidFill>
          <a:ln w="4445">
            <a:solidFill>
              <a:srgbClr val="FFFFFF"/>
            </a:solidFill>
            <a:prstDash val="solid"/>
          </a:ln>
        </p:spPr>
      </p:sp>
      <p:sp>
        <p:nvSpPr>
          <p:cNvPr id="4105" name="03_assume_matched_9402">
            <a:extLst>
              <a:ext uri="{FF2B5EF4-FFF2-40B4-BE49-F238E27FC236}">
                <a16:creationId xmlns:a16="http://schemas.microsoft.com/office/drawing/2014/main" id="{7F8DB0FB-75ED-42A6-842D-078DD97C8AE3}"/>
              </a:ext>
            </a:extLst>
          </p:cNvPr>
          <p:cNvSpPr>
            <a:spLocks noGrp="1"/>
          </p:cNvSpPr>
          <p:nvPr/>
        </p:nvSpPr>
        <p:spPr>
          <a:xfrm>
            <a:off x="4596817" y="7333409"/>
            <a:ext cx="43180" cy="43180"/>
          </a:xfrm>
          <a:prstGeom prst="ellipse">
            <a:avLst/>
          </a:prstGeom>
          <a:solidFill>
            <a:srgbClr val="00878B"/>
          </a:solidFill>
          <a:ln w="4445">
            <a:solidFill>
              <a:srgbClr val="FFFFFF"/>
            </a:solidFill>
            <a:prstDash val="solid"/>
          </a:ln>
        </p:spPr>
      </p:sp>
      <p:sp>
        <p:nvSpPr>
          <p:cNvPr id="4106" name="03_assume_matched_9403">
            <a:extLst>
              <a:ext uri="{FF2B5EF4-FFF2-40B4-BE49-F238E27FC236}">
                <a16:creationId xmlns:a16="http://schemas.microsoft.com/office/drawing/2014/main" id="{BE894413-A69D-4133-BE87-B5788C9E105B}"/>
              </a:ext>
            </a:extLst>
          </p:cNvPr>
          <p:cNvSpPr>
            <a:spLocks noGrp="1"/>
          </p:cNvSpPr>
          <p:nvPr/>
        </p:nvSpPr>
        <p:spPr>
          <a:xfrm>
            <a:off x="5351203" y="7327712"/>
            <a:ext cx="43180" cy="43180"/>
          </a:xfrm>
          <a:prstGeom prst="ellipse">
            <a:avLst/>
          </a:prstGeom>
          <a:solidFill>
            <a:srgbClr val="00878B"/>
          </a:solidFill>
          <a:ln w="4445">
            <a:solidFill>
              <a:srgbClr val="FFFFFF"/>
            </a:solidFill>
            <a:prstDash val="solid"/>
          </a:ln>
        </p:spPr>
      </p:sp>
      <p:sp>
        <p:nvSpPr>
          <p:cNvPr id="4107" name="03_assume_matched_9404">
            <a:extLst>
              <a:ext uri="{FF2B5EF4-FFF2-40B4-BE49-F238E27FC236}">
                <a16:creationId xmlns:a16="http://schemas.microsoft.com/office/drawing/2014/main" id="{B107B99E-673A-471E-81CE-8B18CFF526F1}"/>
              </a:ext>
            </a:extLst>
          </p:cNvPr>
          <p:cNvSpPr>
            <a:spLocks noGrp="1"/>
          </p:cNvSpPr>
          <p:nvPr/>
        </p:nvSpPr>
        <p:spPr>
          <a:xfrm>
            <a:off x="6105589" y="7327712"/>
            <a:ext cx="43180" cy="43180"/>
          </a:xfrm>
          <a:prstGeom prst="ellipse">
            <a:avLst/>
          </a:prstGeom>
          <a:solidFill>
            <a:srgbClr val="00878B"/>
          </a:solidFill>
          <a:ln w="4445">
            <a:solidFill>
              <a:srgbClr val="FFFFFF"/>
            </a:solidFill>
            <a:prstDash val="solid"/>
          </a:ln>
        </p:spPr>
      </p:sp>
      <p:sp>
        <p:nvSpPr>
          <p:cNvPr id="4108" name="03_assume_matched_9405">
            <a:extLst>
              <a:ext uri="{FF2B5EF4-FFF2-40B4-BE49-F238E27FC236}">
                <a16:creationId xmlns:a16="http://schemas.microsoft.com/office/drawing/2014/main" id="{2102B319-3498-4436-95E4-E9FD23975574}"/>
              </a:ext>
            </a:extLst>
          </p:cNvPr>
          <p:cNvSpPr>
            <a:spLocks noGrp="1"/>
          </p:cNvSpPr>
          <p:nvPr/>
        </p:nvSpPr>
        <p:spPr>
          <a:xfrm>
            <a:off x="4205293" y="7633877"/>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4109" name="03_assume_matched_9406">
            <a:extLst>
              <a:ext uri="{FF2B5EF4-FFF2-40B4-BE49-F238E27FC236}">
                <a16:creationId xmlns:a16="http://schemas.microsoft.com/office/drawing/2014/main" id="{B219B6AA-C3E3-4BDD-8A39-5B2AC33F9513}"/>
              </a:ext>
            </a:extLst>
          </p:cNvPr>
          <p:cNvSpPr>
            <a:spLocks noGrp="1"/>
          </p:cNvSpPr>
          <p:nvPr/>
        </p:nvSpPr>
        <p:spPr>
          <a:xfrm>
            <a:off x="4582486"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4110" name="03_assume_matched_9407">
            <a:extLst>
              <a:ext uri="{FF2B5EF4-FFF2-40B4-BE49-F238E27FC236}">
                <a16:creationId xmlns:a16="http://schemas.microsoft.com/office/drawing/2014/main" id="{AAAEDCFB-49EE-4C6D-ACEF-6A10AFAB93EB}"/>
              </a:ext>
            </a:extLst>
          </p:cNvPr>
          <p:cNvSpPr>
            <a:spLocks noGrp="1"/>
          </p:cNvSpPr>
          <p:nvPr/>
        </p:nvSpPr>
        <p:spPr>
          <a:xfrm>
            <a:off x="5336872"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4111" name="03_assume_matched_9408">
            <a:extLst>
              <a:ext uri="{FF2B5EF4-FFF2-40B4-BE49-F238E27FC236}">
                <a16:creationId xmlns:a16="http://schemas.microsoft.com/office/drawing/2014/main" id="{D1C25D36-B8F5-41D4-A5B6-52BD799EE120}"/>
              </a:ext>
            </a:extLst>
          </p:cNvPr>
          <p:cNvSpPr>
            <a:spLocks noGrp="1"/>
          </p:cNvSpPr>
          <p:nvPr/>
        </p:nvSpPr>
        <p:spPr>
          <a:xfrm>
            <a:off x="6091258"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4112" name="text_9409">
            <a:extLst>
              <a:ext uri="{FF2B5EF4-FFF2-40B4-BE49-F238E27FC236}">
                <a16:creationId xmlns:a16="http://schemas.microsoft.com/office/drawing/2014/main" id="{61F774DA-A770-4F52-ACBD-0430B7FBE357}"/>
              </a:ext>
            </a:extLst>
          </p:cNvPr>
          <p:cNvSpPr>
            <a:spLocks noGrp="1"/>
          </p:cNvSpPr>
          <p:nvPr/>
        </p:nvSpPr>
        <p:spPr>
          <a:xfrm>
            <a:off x="712800" y="904950"/>
            <a:ext cx="520878" cy="142875"/>
          </a:xfrm>
          <a:prstGeom prst="rect">
            <a:avLst/>
          </a:prstGeom>
          <a:noFill/>
          <a:ln w="0">
            <a:noFill/>
          </a:ln>
        </p:spPr>
        <p:txBody>
          <a:bodyPr wrap="none" lIns="0" tIns="0" rIns="0" bIns="0" anchor="ctr">
            <a:noAutofit/>
          </a:bodyPr>
          <a:lstStyle>
            <a:defPPr algn="l">
              <a:defRPr sz="900" b="1">
                <a:solidFill>
                  <a:srgbClr val="273744"/>
                </a:solidFill>
                <a:latin typeface="Arial"/>
                <a:ea typeface="Arial"/>
                <a:cs typeface="Arial"/>
              </a:defRPr>
            </a:defPPr>
          </a:lstStyle>
          <a:p>
            <a:pPr algn="l">
              <a:defRPr sz="900" b="1">
                <a:solidFill>
                  <a:srgbClr val="273744"/>
                </a:solidFill>
                <a:latin typeface="Arial"/>
                <a:ea typeface="Arial"/>
                <a:cs typeface="Arial"/>
              </a:defRPr>
            </a:pPr>
            <a:r>
              <a:rPr sz="900" b="1">
                <a:solidFill>
                  <a:srgbClr val="273744"/>
                </a:solidFill>
                <a:latin typeface="Arial"/>
                <a:ea typeface="Arial"/>
                <a:cs typeface="Arial"/>
              </a:rPr>
              <a:t>Emap2lig</a:t>
            </a:r>
          </a:p>
        </p:txBody>
      </p:sp>
      <p:sp>
        <p:nvSpPr>
          <p:cNvPr id="4113" name="text_9410">
            <a:extLst>
              <a:ext uri="{FF2B5EF4-FFF2-40B4-BE49-F238E27FC236}">
                <a16:creationId xmlns:a16="http://schemas.microsoft.com/office/drawing/2014/main" id="{2B1DDAE7-9C57-438C-AAA2-B6CE6E79207E}"/>
              </a:ext>
            </a:extLst>
          </p:cNvPr>
          <p:cNvSpPr>
            <a:spLocks noGrp="1"/>
          </p:cNvSpPr>
          <p:nvPr/>
        </p:nvSpPr>
        <p:spPr>
          <a:xfrm>
            <a:off x="712800" y="3221032"/>
            <a:ext cx="1822869" cy="142875"/>
          </a:xfrm>
          <a:prstGeom prst="rect">
            <a:avLst/>
          </a:prstGeom>
          <a:noFill/>
          <a:ln w="0">
            <a:noFill/>
          </a:ln>
        </p:spPr>
        <p:txBody>
          <a:bodyPr wrap="none" lIns="0" tIns="0" rIns="0" bIns="0" anchor="ctr">
            <a:noAutofit/>
          </a:bodyPr>
          <a:lstStyle>
            <a:defPPr algn="l">
              <a:defRPr sz="900" b="1">
                <a:solidFill>
                  <a:srgbClr val="273744"/>
                </a:solidFill>
                <a:latin typeface="Arial"/>
                <a:ea typeface="Arial"/>
                <a:cs typeface="Arial"/>
              </a:defRPr>
            </a:defPPr>
          </a:lstStyle>
          <a:p>
            <a:pPr algn="l">
              <a:defRPr sz="900" b="1">
                <a:solidFill>
                  <a:srgbClr val="273744"/>
                </a:solidFill>
                <a:latin typeface="Arial"/>
                <a:ea typeface="Arial"/>
                <a:cs typeface="Arial"/>
              </a:defRPr>
            </a:pPr>
            <a:r>
              <a:rPr sz="900" b="1">
                <a:solidFill>
                  <a:srgbClr val="273744"/>
                </a:solidFill>
                <a:latin typeface="Arial"/>
                <a:ea typeface="Arial"/>
                <a:cs typeface="Arial"/>
              </a:rPr>
              <a:t>LigandSeek, CryoAtom2 receptor</a:t>
            </a:r>
          </a:p>
        </p:txBody>
      </p:sp>
      <p:sp>
        <p:nvSpPr>
          <p:cNvPr id="4114" name="text_9411">
            <a:extLst>
              <a:ext uri="{FF2B5EF4-FFF2-40B4-BE49-F238E27FC236}">
                <a16:creationId xmlns:a16="http://schemas.microsoft.com/office/drawing/2014/main" id="{786AD924-4C55-4BFF-9990-FA921D622C09}"/>
              </a:ext>
            </a:extLst>
          </p:cNvPr>
          <p:cNvSpPr>
            <a:spLocks noGrp="1"/>
          </p:cNvSpPr>
          <p:nvPr/>
        </p:nvSpPr>
        <p:spPr>
          <a:xfrm>
            <a:off x="712800" y="5537114"/>
            <a:ext cx="1746745" cy="142875"/>
          </a:xfrm>
          <a:prstGeom prst="rect">
            <a:avLst/>
          </a:prstGeom>
          <a:noFill/>
          <a:ln w="0">
            <a:noFill/>
          </a:ln>
        </p:spPr>
        <p:txBody>
          <a:bodyPr wrap="none" lIns="0" tIns="0" rIns="0" bIns="0" anchor="ctr">
            <a:noAutofit/>
          </a:bodyPr>
          <a:lstStyle>
            <a:defPPr algn="l">
              <a:defRPr sz="900" b="1">
                <a:solidFill>
                  <a:srgbClr val="273744"/>
                </a:solidFill>
                <a:latin typeface="Arial"/>
                <a:ea typeface="Arial"/>
                <a:cs typeface="Arial"/>
              </a:defRPr>
            </a:defPPr>
          </a:lstStyle>
          <a:p>
            <a:pPr algn="l">
              <a:defRPr sz="900" b="1">
                <a:solidFill>
                  <a:srgbClr val="273744"/>
                </a:solidFill>
                <a:latin typeface="Arial"/>
                <a:ea typeface="Arial"/>
                <a:cs typeface="Arial"/>
              </a:defRPr>
            </a:pPr>
            <a:r>
              <a:rPr sz="900" b="1">
                <a:solidFill>
                  <a:srgbClr val="273744"/>
                </a:solidFill>
                <a:latin typeface="Arial"/>
                <a:ea typeface="Arial"/>
                <a:cs typeface="Arial"/>
              </a:rPr>
              <a:t>LigandSeek, deposited receptor</a:t>
            </a:r>
          </a:p>
        </p:txBody>
      </p:sp>
      <p:sp>
        <p:nvSpPr>
          <p:cNvPr id="4115" name="text_9412">
            <a:extLst>
              <a:ext uri="{FF2B5EF4-FFF2-40B4-BE49-F238E27FC236}">
                <a16:creationId xmlns:a16="http://schemas.microsoft.com/office/drawing/2014/main" id="{1899C60E-51E3-43A2-9330-962FA92E4493}"/>
              </a:ext>
            </a:extLst>
          </p:cNvPr>
          <p:cNvSpPr>
            <a:spLocks noGrp="1"/>
          </p:cNvSpPr>
          <p:nvPr/>
        </p:nvSpPr>
        <p:spPr>
          <a:xfrm>
            <a:off x="712800" y="473943"/>
            <a:ext cx="3295244" cy="166688"/>
          </a:xfrm>
          <a:prstGeom prst="rect">
            <a:avLst/>
          </a:prstGeom>
          <a:noFill/>
          <a:ln w="0">
            <a:noFill/>
          </a:ln>
        </p:spPr>
        <p:txBody>
          <a:bodyPr wrap="none" lIns="0" tIns="0" rIns="0" bIns="0" anchor="ctr">
            <a:noAutofit/>
          </a:bodyPr>
          <a:lstStyle>
            <a:defPPr algn="l">
              <a:defRPr sz="1050" b="1">
                <a:solidFill>
                  <a:srgbClr val="273744"/>
                </a:solidFill>
                <a:latin typeface="Arial"/>
                <a:ea typeface="Arial"/>
                <a:cs typeface="Arial"/>
              </a:defRPr>
            </a:defPPr>
          </a:lstStyle>
          <a:p>
            <a:pPr algn="l">
              <a:defRPr sz="1050" b="1">
                <a:solidFill>
                  <a:srgbClr val="273744"/>
                </a:solidFill>
                <a:latin typeface="Arial"/>
                <a:ea typeface="Arial"/>
                <a:cs typeface="Arial"/>
              </a:defRPr>
            </a:pPr>
            <a:r>
              <a:rPr sz="1050" b="1">
                <a:solidFill>
                  <a:srgbClr val="273744"/>
                </a:solidFill>
                <a:latin typeface="Arial"/>
                <a:ea typeface="Arial"/>
                <a:cs typeface="Arial"/>
              </a:rPr>
              <a:t>Find–Build completion with correct ligand identities</a:t>
            </a:r>
          </a:p>
        </p:txBody>
      </p:sp>
      <p:sp>
        <p:nvSpPr>
          <p:cNvPr id="4116" name="03_assume_matched_9413">
            <a:extLst>
              <a:ext uri="{FF2B5EF4-FFF2-40B4-BE49-F238E27FC236}">
                <a16:creationId xmlns:a16="http://schemas.microsoft.com/office/drawing/2014/main" id="{ED41BBD6-35D1-4F55-A9D3-192FEF002C0B}"/>
              </a:ext>
            </a:extLst>
          </p:cNvPr>
          <p:cNvSpPr>
            <a:spLocks noGrp="1"/>
          </p:cNvSpPr>
          <p:nvPr/>
        </p:nvSpPr>
        <p:spPr>
          <a:xfrm>
            <a:off x="733725" y="804206"/>
            <a:ext cx="190500" cy="191"/>
          </a:xfrm>
          <a:custGeom>
            <a:avLst/>
            <a:gdLst/>
            <a:ahLst/>
            <a:cxnLst/>
            <a:rect l="0" t="0" r="0" b="0"/>
            <a:pathLst>
              <a:path w="190500" h="191">
                <a:moveTo>
                  <a:pt x="0" y="0"/>
                </a:moveTo>
                <a:lnTo>
                  <a:pt x="95250" y="0"/>
                </a:lnTo>
                <a:lnTo>
                  <a:pt x="190500" y="0"/>
                </a:lnTo>
              </a:path>
            </a:pathLst>
          </a:custGeom>
          <a:noFill/>
          <a:ln w="22860">
            <a:solidFill>
              <a:srgbClr val="00878B"/>
            </a:solidFill>
            <a:prstDash val="solid"/>
          </a:ln>
        </p:spPr>
      </p:sp>
      <p:sp>
        <p:nvSpPr>
          <p:cNvPr id="4117" name="03_assume_matched_9414">
            <a:extLst>
              <a:ext uri="{FF2B5EF4-FFF2-40B4-BE49-F238E27FC236}">
                <a16:creationId xmlns:a16="http://schemas.microsoft.com/office/drawing/2014/main" id="{BF48BDC3-28F4-4463-AE3E-82A82C207B7F}"/>
              </a:ext>
            </a:extLst>
          </p:cNvPr>
          <p:cNvSpPr>
            <a:spLocks noGrp="1"/>
          </p:cNvSpPr>
          <p:nvPr/>
        </p:nvSpPr>
        <p:spPr>
          <a:xfrm>
            <a:off x="808655" y="783886"/>
            <a:ext cx="40640" cy="40640"/>
          </a:xfrm>
          <a:prstGeom prst="ellipse">
            <a:avLst/>
          </a:prstGeom>
          <a:solidFill>
            <a:srgbClr val="00878B"/>
          </a:solidFill>
          <a:ln w="12700">
            <a:solidFill>
              <a:srgbClr val="00878B"/>
            </a:solidFill>
            <a:prstDash val="solid"/>
          </a:ln>
        </p:spPr>
      </p:sp>
      <p:sp>
        <p:nvSpPr>
          <p:cNvPr id="4118" name="text_9415">
            <a:extLst>
              <a:ext uri="{FF2B5EF4-FFF2-40B4-BE49-F238E27FC236}">
                <a16:creationId xmlns:a16="http://schemas.microsoft.com/office/drawing/2014/main" id="{E9079857-7781-4CEC-9777-B2731D227F8B}"/>
              </a:ext>
            </a:extLst>
          </p:cNvPr>
          <p:cNvSpPr>
            <a:spLocks noGrp="1"/>
          </p:cNvSpPr>
          <p:nvPr/>
        </p:nvSpPr>
        <p:spPr>
          <a:xfrm>
            <a:off x="1000425" y="762296"/>
            <a:ext cx="250920"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b="0">
                <a:solidFill>
                  <a:srgbClr val="273744"/>
                </a:solidFill>
                <a:latin typeface="Arial"/>
                <a:ea typeface="Arial"/>
                <a:cs typeface="Arial"/>
              </a:rPr>
              <a:t>Mean</a:t>
            </a:r>
          </a:p>
        </p:txBody>
      </p:sp>
      <p:sp>
        <p:nvSpPr>
          <p:cNvPr id="4119" name="03_assume_matched_9416">
            <a:extLst>
              <a:ext uri="{FF2B5EF4-FFF2-40B4-BE49-F238E27FC236}">
                <a16:creationId xmlns:a16="http://schemas.microsoft.com/office/drawing/2014/main" id="{FB607918-D430-4212-BF2E-063DD2B95BC8}"/>
              </a:ext>
            </a:extLst>
          </p:cNvPr>
          <p:cNvSpPr>
            <a:spLocks noGrp="1"/>
          </p:cNvSpPr>
          <p:nvPr/>
        </p:nvSpPr>
        <p:spPr>
          <a:xfrm>
            <a:off x="1429169" y="804206"/>
            <a:ext cx="190500" cy="191"/>
          </a:xfrm>
          <a:custGeom>
            <a:avLst/>
            <a:gdLst/>
            <a:ahLst/>
            <a:cxnLst/>
            <a:rect l="0" t="0" r="0" b="0"/>
            <a:pathLst>
              <a:path w="190500" h="191">
                <a:moveTo>
                  <a:pt x="0" y="0"/>
                </a:moveTo>
                <a:lnTo>
                  <a:pt x="95250" y="0"/>
                </a:lnTo>
                <a:lnTo>
                  <a:pt x="190500" y="0"/>
                </a:lnTo>
              </a:path>
            </a:pathLst>
          </a:custGeom>
          <a:noFill/>
          <a:ln w="13335">
            <a:solidFill>
              <a:srgbClr val="3A64C8"/>
            </a:solidFill>
            <a:prstDash val="solid"/>
          </a:ln>
        </p:spPr>
      </p:sp>
      <p:sp>
        <p:nvSpPr>
          <p:cNvPr id="4120" name="03_assume_matched_9417">
            <a:extLst>
              <a:ext uri="{FF2B5EF4-FFF2-40B4-BE49-F238E27FC236}">
                <a16:creationId xmlns:a16="http://schemas.microsoft.com/office/drawing/2014/main" id="{E1D21841-14A4-4CE0-AED5-21559815773F}"/>
              </a:ext>
            </a:extLst>
          </p:cNvPr>
          <p:cNvSpPr>
            <a:spLocks noGrp="1"/>
          </p:cNvSpPr>
          <p:nvPr/>
        </p:nvSpPr>
        <p:spPr>
          <a:xfrm>
            <a:off x="1492988" y="772775"/>
            <a:ext cx="62862" cy="62862"/>
          </a:xfrm>
          <a:custGeom>
            <a:avLst/>
            <a:gdLst/>
            <a:ahLst/>
            <a:cxnLst/>
            <a:rect l="0" t="0" r="0" b="0"/>
            <a:pathLst>
              <a:path w="62862" h="62862">
                <a:moveTo>
                  <a:pt x="31431" y="62862"/>
                </a:moveTo>
                <a:lnTo>
                  <a:pt x="62862" y="31431"/>
                </a:lnTo>
                <a:lnTo>
                  <a:pt x="31431" y="0"/>
                </a:lnTo>
                <a:lnTo>
                  <a:pt x="0" y="31431"/>
                </a:lnTo>
                <a:lnTo>
                  <a:pt x="31431" y="62862"/>
                </a:lnTo>
                <a:close/>
              </a:path>
            </a:pathLst>
          </a:custGeom>
          <a:solidFill>
            <a:srgbClr val="000000">
              <a:alpha val="0"/>
            </a:srgbClr>
          </a:solidFill>
          <a:ln w="12700">
            <a:solidFill>
              <a:srgbClr val="3A64C8"/>
            </a:solidFill>
            <a:prstDash val="solid"/>
          </a:ln>
        </p:spPr>
      </p:sp>
      <p:sp>
        <p:nvSpPr>
          <p:cNvPr id="4121" name="text_9418">
            <a:extLst>
              <a:ext uri="{FF2B5EF4-FFF2-40B4-BE49-F238E27FC236}">
                <a16:creationId xmlns:a16="http://schemas.microsoft.com/office/drawing/2014/main" id="{48D9B047-A97B-4532-9309-D23A6B1DD7BC}"/>
              </a:ext>
            </a:extLst>
          </p:cNvPr>
          <p:cNvSpPr>
            <a:spLocks noGrp="1"/>
          </p:cNvSpPr>
          <p:nvPr/>
        </p:nvSpPr>
        <p:spPr>
          <a:xfrm>
            <a:off x="1695869" y="762296"/>
            <a:ext cx="325025"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b="0">
                <a:solidFill>
                  <a:srgbClr val="273744"/>
                </a:solidFill>
                <a:latin typeface="Arial"/>
                <a:ea typeface="Arial"/>
                <a:cs typeface="Arial"/>
              </a:rPr>
              <a:t>Median</a:t>
            </a:r>
          </a:p>
        </p:txBody>
      </p:sp>
      <p:sp>
        <p:nvSpPr>
          <p:cNvPr id="4122" name="03_assume_matched_9419">
            <a:extLst>
              <a:ext uri="{FF2B5EF4-FFF2-40B4-BE49-F238E27FC236}">
                <a16:creationId xmlns:a16="http://schemas.microsoft.com/office/drawing/2014/main" id="{8749011D-E411-4A12-A110-524540AA5B61}"/>
              </a:ext>
            </a:extLst>
          </p:cNvPr>
          <p:cNvSpPr>
            <a:spLocks noGrp="1"/>
          </p:cNvSpPr>
          <p:nvPr/>
        </p:nvSpPr>
        <p:spPr>
          <a:xfrm>
            <a:off x="2274944" y="785156"/>
            <a:ext cx="38100" cy="38100"/>
          </a:xfrm>
          <a:prstGeom prst="ellipse">
            <a:avLst/>
          </a:prstGeom>
          <a:solidFill>
            <a:srgbClr val="7F8C97"/>
          </a:solidFill>
          <a:ln w="12700">
            <a:solidFill>
              <a:srgbClr val="7F8C97"/>
            </a:solidFill>
            <a:prstDash val="solid"/>
          </a:ln>
        </p:spPr>
      </p:sp>
      <p:sp>
        <p:nvSpPr>
          <p:cNvPr id="4123" name="text_9420">
            <a:extLst>
              <a:ext uri="{FF2B5EF4-FFF2-40B4-BE49-F238E27FC236}">
                <a16:creationId xmlns:a16="http://schemas.microsoft.com/office/drawing/2014/main" id="{F55D4D9D-AF7D-480B-8203-37D9E83B4BD2}"/>
              </a:ext>
            </a:extLst>
          </p:cNvPr>
          <p:cNvSpPr>
            <a:spLocks noGrp="1"/>
          </p:cNvSpPr>
          <p:nvPr/>
        </p:nvSpPr>
        <p:spPr>
          <a:xfrm>
            <a:off x="2465444" y="762296"/>
            <a:ext cx="637349"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b="0">
                <a:solidFill>
                  <a:srgbClr val="273744"/>
                </a:solidFill>
                <a:latin typeface="Arial"/>
                <a:ea typeface="Arial"/>
                <a:cs typeface="Arial"/>
              </a:rPr>
              <a:t>Individual PDB</a:t>
            </a:r>
          </a:p>
        </p:txBody>
      </p:sp>
    </p:spTree>
    <p:extLst>
      <p:ext uri="{BB962C8B-B14F-4D97-AF65-F5344CB8AC3E}">
        <p14:creationId xmlns:p14="http://schemas.microsoft.com/office/powerpoint/2010/main" val="1922608371"/>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2362</TotalTime>
  <Words>2106</Words>
  <Application>Microsoft Office PowerPoint</Application>
  <DocSecurity>0</DocSecurity>
  <PresentationFormat>自定义</PresentationFormat>
  <Paragraphs>197</Paragraphs>
  <Slides>3</Slides>
  <Notes>3</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3</vt:i4>
      </vt:variant>
    </vt:vector>
  </HeadingPairs>
  <TitlesOfParts>
    <vt:vector size="6" baseType="lpstr">
      <vt:lpstr>Aptos</vt:lpstr>
      <vt:lpstr>Arial</vt:lpstr>
      <vt:lpstr>ChatGPT</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Hongen Peng</cp:lastModifiedBy>
  <cp:revision>10</cp:revision>
  <dcterms:created xsi:type="dcterms:W3CDTF">2026-10-16T06:54:16Z</dcterms:created>
  <dcterms:modified xsi:type="dcterms:W3CDTF">2026-10-19T08:51:06Z</dcterms:modified>
</cp:coreProperties>
</file>